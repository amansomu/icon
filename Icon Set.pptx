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gf3Nwm6/77LlWKLxS66hQXWOuw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382588" y="693738"/>
            <a:ext cx="6086475" cy="34242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1813"/>
            <a:ext cx="5481638" cy="411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78" name="Google Shape;2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0" name="Google Shape;23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33" name="Google Shape;24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8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8" name="Google Shape;28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3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5" name="Google Shape;309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9" name="Shape 3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0" name="Google Shape;32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7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9" name="Google Shape;333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7" name="Google Shape;342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6" name="Shape 3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" name="Google Shape;35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8" name="Google Shape;358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1" name="Shape 3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2" name="Google Shape;38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3" name="Google Shape;385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 Slide">
  <p:cSld name="1_Default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7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7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8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8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" type="body"/>
          </p:nvPr>
        </p:nvSpPr>
        <p:spPr>
          <a:xfrm rot="5400000">
            <a:off x="2874962" y="-1217613"/>
            <a:ext cx="339407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" type="body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3B4A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"/>
          <p:cNvGrpSpPr/>
          <p:nvPr/>
        </p:nvGrpSpPr>
        <p:grpSpPr>
          <a:xfrm>
            <a:off x="969963" y="955675"/>
            <a:ext cx="674687" cy="674688"/>
            <a:chOff x="970123" y="956072"/>
            <a:chExt cx="674025" cy="673894"/>
          </a:xfrm>
        </p:grpSpPr>
        <p:sp>
          <p:nvSpPr>
            <p:cNvPr id="91" name="Google Shape;91;p1"/>
            <p:cNvSpPr/>
            <p:nvPr/>
          </p:nvSpPr>
          <p:spPr>
            <a:xfrm>
              <a:off x="970123" y="956072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86" y="4996"/>
                    <a:pt x="2498" y="4996"/>
                  </a:cubicBezTo>
                  <a:cubicBezTo>
                    <a:pt x="1121" y="4996"/>
                    <a:pt x="0" y="3877"/>
                    <a:pt x="0" y="2498"/>
                  </a:cubicBezTo>
                  <a:cubicBezTo>
                    <a:pt x="0" y="1119"/>
                    <a:pt x="1121" y="0"/>
                    <a:pt x="2498" y="0"/>
                  </a:cubicBezTo>
                  <a:cubicBezTo>
                    <a:pt x="3886" y="0"/>
                    <a:pt x="4996" y="1119"/>
                    <a:pt x="4996" y="2498"/>
                  </a:cubicBezTo>
                </a:path>
              </a:pathLst>
            </a:custGeom>
            <a:solidFill>
              <a:srgbClr val="2DA3A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1084445" y="1309688"/>
              <a:ext cx="194110" cy="163116"/>
            </a:xfrm>
            <a:custGeom>
              <a:rect b="b" l="l" r="r" t="t"/>
              <a:pathLst>
                <a:path extrusionOk="0" h="1212" w="1444">
                  <a:moveTo>
                    <a:pt x="203" y="509"/>
                  </a:moveTo>
                  <a:lnTo>
                    <a:pt x="203" y="509"/>
                  </a:lnTo>
                  <a:cubicBezTo>
                    <a:pt x="64" y="536"/>
                    <a:pt x="0" y="564"/>
                    <a:pt x="0" y="730"/>
                  </a:cubicBezTo>
                  <a:cubicBezTo>
                    <a:pt x="0" y="805"/>
                    <a:pt x="19" y="897"/>
                    <a:pt x="37" y="972"/>
                  </a:cubicBezTo>
                  <a:cubicBezTo>
                    <a:pt x="64" y="1054"/>
                    <a:pt x="130" y="1110"/>
                    <a:pt x="212" y="1120"/>
                  </a:cubicBezTo>
                  <a:cubicBezTo>
                    <a:pt x="1443" y="1211"/>
                    <a:pt x="1443" y="1211"/>
                    <a:pt x="1443" y="1211"/>
                  </a:cubicBezTo>
                  <a:cubicBezTo>
                    <a:pt x="1443" y="0"/>
                    <a:pt x="1443" y="0"/>
                    <a:pt x="1443" y="0"/>
                  </a:cubicBezTo>
                  <a:cubicBezTo>
                    <a:pt x="1064" y="194"/>
                    <a:pt x="712" y="379"/>
                    <a:pt x="203" y="509"/>
                  </a:cubicBezTo>
                </a:path>
              </a:pathLst>
            </a:custGeom>
            <a:solidFill>
              <a:srgbClr val="EDE6C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279150" y="1231107"/>
              <a:ext cx="320341" cy="263128"/>
            </a:xfrm>
            <a:custGeom>
              <a:rect b="b" l="l" r="r" t="t"/>
              <a:pathLst>
                <a:path extrusionOk="0" h="1954" w="2378">
                  <a:moveTo>
                    <a:pt x="2377" y="92"/>
                  </a:moveTo>
                  <a:lnTo>
                    <a:pt x="2377" y="92"/>
                  </a:lnTo>
                  <a:cubicBezTo>
                    <a:pt x="2377" y="37"/>
                    <a:pt x="2341" y="0"/>
                    <a:pt x="2286" y="0"/>
                  </a:cubicBezTo>
                  <a:cubicBezTo>
                    <a:pt x="1128" y="64"/>
                    <a:pt x="536" y="324"/>
                    <a:pt x="0" y="583"/>
                  </a:cubicBezTo>
                  <a:cubicBezTo>
                    <a:pt x="0" y="1794"/>
                    <a:pt x="0" y="1794"/>
                    <a:pt x="0" y="1794"/>
                  </a:cubicBezTo>
                  <a:cubicBezTo>
                    <a:pt x="1896" y="1953"/>
                    <a:pt x="1896" y="1953"/>
                    <a:pt x="1896" y="1953"/>
                  </a:cubicBezTo>
                  <a:cubicBezTo>
                    <a:pt x="1989" y="1953"/>
                    <a:pt x="2044" y="1851"/>
                    <a:pt x="1999" y="1776"/>
                  </a:cubicBezTo>
                  <a:cubicBezTo>
                    <a:pt x="1860" y="1564"/>
                    <a:pt x="1860" y="1564"/>
                    <a:pt x="1860" y="1564"/>
                  </a:cubicBezTo>
                  <a:cubicBezTo>
                    <a:pt x="1832" y="1527"/>
                    <a:pt x="1832" y="1480"/>
                    <a:pt x="1860" y="1443"/>
                  </a:cubicBezTo>
                  <a:cubicBezTo>
                    <a:pt x="2110" y="1074"/>
                    <a:pt x="2313" y="536"/>
                    <a:pt x="2377" y="92"/>
                  </a:cubicBezTo>
                </a:path>
              </a:pathLst>
            </a:custGeom>
            <a:solidFill>
              <a:srgbClr val="F8F0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244019" y="1138833"/>
              <a:ext cx="34535" cy="33338"/>
            </a:xfrm>
            <a:custGeom>
              <a:rect b="b" l="l" r="r" t="t"/>
              <a:pathLst>
                <a:path extrusionOk="0" h="250" w="261">
                  <a:moveTo>
                    <a:pt x="121" y="0"/>
                  </a:moveTo>
                  <a:lnTo>
                    <a:pt x="121" y="0"/>
                  </a:lnTo>
                  <a:cubicBezTo>
                    <a:pt x="57" y="0"/>
                    <a:pt x="0" y="55"/>
                    <a:pt x="0" y="119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260" y="249"/>
                    <a:pt x="260" y="249"/>
                    <a:pt x="260" y="249"/>
                  </a:cubicBezTo>
                  <a:cubicBezTo>
                    <a:pt x="260" y="0"/>
                    <a:pt x="260" y="0"/>
                    <a:pt x="260" y="0"/>
                  </a:cubicBezTo>
                  <a:lnTo>
                    <a:pt x="121" y="0"/>
                  </a:lnTo>
                </a:path>
              </a:pathLst>
            </a:custGeom>
            <a:solidFill>
              <a:srgbClr val="7B5C3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279150" y="1138833"/>
              <a:ext cx="27985" cy="33338"/>
            </a:xfrm>
            <a:custGeom>
              <a:rect b="b" l="l" r="r" t="t"/>
              <a:pathLst>
                <a:path extrusionOk="0" h="250" w="213">
                  <a:moveTo>
                    <a:pt x="212" y="119"/>
                  </a:moveTo>
                  <a:lnTo>
                    <a:pt x="212" y="119"/>
                  </a:lnTo>
                  <a:cubicBezTo>
                    <a:pt x="212" y="55"/>
                    <a:pt x="166" y="0"/>
                    <a:pt x="10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212" y="249"/>
                    <a:pt x="212" y="249"/>
                    <a:pt x="212" y="249"/>
                  </a:cubicBezTo>
                  <a:lnTo>
                    <a:pt x="212" y="119"/>
                  </a:lnTo>
                </a:path>
              </a:pathLst>
            </a:custGeom>
            <a:solidFill>
              <a:srgbClr val="A67D5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431580" y="1299568"/>
              <a:ext cx="76810" cy="95846"/>
            </a:xfrm>
            <a:custGeom>
              <a:rect b="b" l="l" r="r" t="t"/>
              <a:pathLst>
                <a:path extrusionOk="0" h="714" w="575">
                  <a:moveTo>
                    <a:pt x="574" y="426"/>
                  </a:moveTo>
                  <a:lnTo>
                    <a:pt x="574" y="426"/>
                  </a:lnTo>
                  <a:cubicBezTo>
                    <a:pt x="574" y="398"/>
                    <a:pt x="556" y="371"/>
                    <a:pt x="519" y="371"/>
                  </a:cubicBezTo>
                  <a:cubicBezTo>
                    <a:pt x="490" y="371"/>
                    <a:pt x="472" y="398"/>
                    <a:pt x="472" y="426"/>
                  </a:cubicBezTo>
                  <a:cubicBezTo>
                    <a:pt x="472" y="508"/>
                    <a:pt x="417" y="574"/>
                    <a:pt x="342" y="601"/>
                  </a:cubicBezTo>
                  <a:cubicBezTo>
                    <a:pt x="342" y="232"/>
                    <a:pt x="342" y="232"/>
                    <a:pt x="342" y="232"/>
                  </a:cubicBezTo>
                  <a:cubicBezTo>
                    <a:pt x="381" y="213"/>
                    <a:pt x="408" y="166"/>
                    <a:pt x="408" y="120"/>
                  </a:cubicBezTo>
                  <a:cubicBezTo>
                    <a:pt x="408" y="56"/>
                    <a:pt x="353" y="0"/>
                    <a:pt x="287" y="0"/>
                  </a:cubicBezTo>
                  <a:cubicBezTo>
                    <a:pt x="223" y="0"/>
                    <a:pt x="167" y="56"/>
                    <a:pt x="167" y="120"/>
                  </a:cubicBezTo>
                  <a:cubicBezTo>
                    <a:pt x="167" y="175"/>
                    <a:pt x="194" y="213"/>
                    <a:pt x="232" y="232"/>
                  </a:cubicBezTo>
                  <a:cubicBezTo>
                    <a:pt x="232" y="601"/>
                    <a:pt x="232" y="601"/>
                    <a:pt x="232" y="601"/>
                  </a:cubicBezTo>
                  <a:cubicBezTo>
                    <a:pt x="158" y="574"/>
                    <a:pt x="103" y="508"/>
                    <a:pt x="103" y="426"/>
                  </a:cubicBezTo>
                  <a:cubicBezTo>
                    <a:pt x="103" y="398"/>
                    <a:pt x="84" y="371"/>
                    <a:pt x="57" y="371"/>
                  </a:cubicBezTo>
                  <a:cubicBezTo>
                    <a:pt x="19" y="371"/>
                    <a:pt x="0" y="398"/>
                    <a:pt x="0" y="426"/>
                  </a:cubicBezTo>
                  <a:cubicBezTo>
                    <a:pt x="0" y="583"/>
                    <a:pt x="130" y="713"/>
                    <a:pt x="287" y="713"/>
                  </a:cubicBezTo>
                  <a:cubicBezTo>
                    <a:pt x="445" y="713"/>
                    <a:pt x="574" y="583"/>
                    <a:pt x="574" y="426"/>
                  </a:cubicBezTo>
                </a:path>
              </a:pathLst>
            </a:custGeom>
            <a:solidFill>
              <a:srgbClr val="A67D5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131483" y="1187649"/>
              <a:ext cx="147071" cy="169664"/>
            </a:xfrm>
            <a:custGeom>
              <a:rect b="b" l="l" r="r" t="t"/>
              <a:pathLst>
                <a:path extrusionOk="0" h="1259" w="1093">
                  <a:moveTo>
                    <a:pt x="832" y="0"/>
                  </a:moveTo>
                  <a:lnTo>
                    <a:pt x="832" y="0"/>
                  </a:lnTo>
                  <a:cubicBezTo>
                    <a:pt x="832" y="250"/>
                    <a:pt x="832" y="250"/>
                    <a:pt x="832" y="250"/>
                  </a:cubicBezTo>
                  <a:cubicBezTo>
                    <a:pt x="417" y="250"/>
                    <a:pt x="417" y="250"/>
                    <a:pt x="417" y="250"/>
                  </a:cubicBezTo>
                  <a:cubicBezTo>
                    <a:pt x="390" y="250"/>
                    <a:pt x="352" y="259"/>
                    <a:pt x="333" y="277"/>
                  </a:cubicBezTo>
                  <a:cubicBezTo>
                    <a:pt x="64" y="453"/>
                    <a:pt x="64" y="453"/>
                    <a:pt x="64" y="453"/>
                  </a:cubicBezTo>
                  <a:cubicBezTo>
                    <a:pt x="28" y="481"/>
                    <a:pt x="0" y="535"/>
                    <a:pt x="0" y="583"/>
                  </a:cubicBezTo>
                  <a:cubicBezTo>
                    <a:pt x="0" y="1258"/>
                    <a:pt x="0" y="1258"/>
                    <a:pt x="0" y="1258"/>
                  </a:cubicBezTo>
                  <a:cubicBezTo>
                    <a:pt x="352" y="1155"/>
                    <a:pt x="620" y="1026"/>
                    <a:pt x="916" y="879"/>
                  </a:cubicBezTo>
                  <a:cubicBezTo>
                    <a:pt x="971" y="850"/>
                    <a:pt x="1037" y="813"/>
                    <a:pt x="1092" y="786"/>
                  </a:cubicBezTo>
                  <a:cubicBezTo>
                    <a:pt x="1092" y="0"/>
                    <a:pt x="1092" y="0"/>
                    <a:pt x="1092" y="0"/>
                  </a:cubicBezTo>
                  <a:lnTo>
                    <a:pt x="832" y="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279150" y="1187649"/>
              <a:ext cx="91696" cy="105371"/>
            </a:xfrm>
            <a:custGeom>
              <a:rect b="b" l="l" r="r" t="t"/>
              <a:pathLst>
                <a:path extrusionOk="0" h="787" w="685">
                  <a:moveTo>
                    <a:pt x="684" y="351"/>
                  </a:moveTo>
                  <a:lnTo>
                    <a:pt x="684" y="351"/>
                  </a:lnTo>
                  <a:cubicBezTo>
                    <a:pt x="684" y="296"/>
                    <a:pt x="638" y="250"/>
                    <a:pt x="574" y="250"/>
                  </a:cubicBezTo>
                  <a:cubicBezTo>
                    <a:pt x="212" y="250"/>
                    <a:pt x="212" y="250"/>
                    <a:pt x="212" y="25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86"/>
                    <a:pt x="0" y="786"/>
                    <a:pt x="0" y="786"/>
                  </a:cubicBezTo>
                  <a:cubicBezTo>
                    <a:pt x="212" y="684"/>
                    <a:pt x="426" y="592"/>
                    <a:pt x="684" y="499"/>
                  </a:cubicBezTo>
                  <a:lnTo>
                    <a:pt x="684" y="351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175545" y="1038821"/>
              <a:ext cx="103009" cy="88106"/>
            </a:xfrm>
            <a:custGeom>
              <a:rect b="b" l="l" r="r" t="t"/>
              <a:pathLst>
                <a:path extrusionOk="0" h="657" w="769">
                  <a:moveTo>
                    <a:pt x="657" y="435"/>
                  </a:moveTo>
                  <a:lnTo>
                    <a:pt x="657" y="435"/>
                  </a:lnTo>
                  <a:cubicBezTo>
                    <a:pt x="666" y="406"/>
                    <a:pt x="666" y="388"/>
                    <a:pt x="666" y="360"/>
                  </a:cubicBezTo>
                  <a:cubicBezTo>
                    <a:pt x="666" y="258"/>
                    <a:pt x="583" y="175"/>
                    <a:pt x="481" y="175"/>
                  </a:cubicBezTo>
                  <a:cubicBezTo>
                    <a:pt x="481" y="175"/>
                    <a:pt x="481" y="175"/>
                    <a:pt x="472" y="175"/>
                  </a:cubicBezTo>
                  <a:cubicBezTo>
                    <a:pt x="444" y="73"/>
                    <a:pt x="351" y="0"/>
                    <a:pt x="241" y="0"/>
                  </a:cubicBezTo>
                  <a:cubicBezTo>
                    <a:pt x="102" y="0"/>
                    <a:pt x="0" y="111"/>
                    <a:pt x="0" y="239"/>
                  </a:cubicBezTo>
                  <a:cubicBezTo>
                    <a:pt x="0" y="378"/>
                    <a:pt x="102" y="490"/>
                    <a:pt x="241" y="490"/>
                  </a:cubicBezTo>
                  <a:cubicBezTo>
                    <a:pt x="278" y="490"/>
                    <a:pt x="305" y="481"/>
                    <a:pt x="333" y="472"/>
                  </a:cubicBezTo>
                  <a:cubicBezTo>
                    <a:pt x="371" y="517"/>
                    <a:pt x="426" y="545"/>
                    <a:pt x="481" y="545"/>
                  </a:cubicBezTo>
                  <a:cubicBezTo>
                    <a:pt x="499" y="545"/>
                    <a:pt x="518" y="536"/>
                    <a:pt x="537" y="536"/>
                  </a:cubicBezTo>
                  <a:cubicBezTo>
                    <a:pt x="537" y="536"/>
                    <a:pt x="537" y="536"/>
                    <a:pt x="537" y="545"/>
                  </a:cubicBezTo>
                  <a:cubicBezTo>
                    <a:pt x="537" y="610"/>
                    <a:pt x="592" y="656"/>
                    <a:pt x="657" y="656"/>
                  </a:cubicBezTo>
                  <a:cubicBezTo>
                    <a:pt x="713" y="656"/>
                    <a:pt x="768" y="610"/>
                    <a:pt x="768" y="545"/>
                  </a:cubicBezTo>
                  <a:cubicBezTo>
                    <a:pt x="768" y="481"/>
                    <a:pt x="713" y="435"/>
                    <a:pt x="657" y="435"/>
                  </a:cubicBezTo>
                </a:path>
              </a:pathLst>
            </a:custGeom>
            <a:solidFill>
              <a:srgbClr val="F4F1F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941388" y="2532063"/>
            <a:ext cx="674687" cy="673100"/>
            <a:chOff x="941542" y="2531269"/>
            <a:chExt cx="675216" cy="673894"/>
          </a:xfrm>
        </p:grpSpPr>
        <p:sp>
          <p:nvSpPr>
            <p:cNvPr id="101" name="Google Shape;101;p1"/>
            <p:cNvSpPr/>
            <p:nvPr/>
          </p:nvSpPr>
          <p:spPr>
            <a:xfrm>
              <a:off x="941542" y="2531269"/>
              <a:ext cx="675216" cy="673894"/>
            </a:xfrm>
            <a:custGeom>
              <a:rect b="b" l="l" r="r" t="t"/>
              <a:pathLst>
                <a:path extrusionOk="0" h="4997" w="5006">
                  <a:moveTo>
                    <a:pt x="5005" y="2498"/>
                  </a:moveTo>
                  <a:lnTo>
                    <a:pt x="5005" y="2498"/>
                  </a:lnTo>
                  <a:cubicBezTo>
                    <a:pt x="5005" y="3886"/>
                    <a:pt x="3886" y="4996"/>
                    <a:pt x="2498" y="4996"/>
                  </a:cubicBezTo>
                  <a:cubicBezTo>
                    <a:pt x="1119" y="4996"/>
                    <a:pt x="0" y="3886"/>
                    <a:pt x="0" y="2498"/>
                  </a:cubicBezTo>
                  <a:cubicBezTo>
                    <a:pt x="0" y="1121"/>
                    <a:pt x="1119" y="0"/>
                    <a:pt x="2498" y="0"/>
                  </a:cubicBezTo>
                  <a:cubicBezTo>
                    <a:pt x="3886" y="0"/>
                    <a:pt x="5005" y="1121"/>
                    <a:pt x="5005" y="2498"/>
                  </a:cubicBezTo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1254142" y="2725937"/>
              <a:ext cx="49421" cy="49411"/>
            </a:xfrm>
            <a:custGeom>
              <a:rect b="b" l="l" r="r" t="t"/>
              <a:pathLst>
                <a:path extrusionOk="0" h="371" w="371">
                  <a:moveTo>
                    <a:pt x="185" y="0"/>
                  </a:moveTo>
                  <a:lnTo>
                    <a:pt x="185" y="0"/>
                  </a:lnTo>
                  <a:cubicBezTo>
                    <a:pt x="176" y="0"/>
                    <a:pt x="176" y="0"/>
                    <a:pt x="167" y="0"/>
                  </a:cubicBezTo>
                  <a:cubicBezTo>
                    <a:pt x="74" y="9"/>
                    <a:pt x="0" y="83"/>
                    <a:pt x="0" y="185"/>
                  </a:cubicBezTo>
                  <a:cubicBezTo>
                    <a:pt x="0" y="278"/>
                    <a:pt x="74" y="361"/>
                    <a:pt x="167" y="370"/>
                  </a:cubicBezTo>
                  <a:cubicBezTo>
                    <a:pt x="176" y="370"/>
                    <a:pt x="176" y="370"/>
                    <a:pt x="185" y="370"/>
                  </a:cubicBezTo>
                  <a:cubicBezTo>
                    <a:pt x="287" y="370"/>
                    <a:pt x="370" y="287"/>
                    <a:pt x="370" y="185"/>
                  </a:cubicBezTo>
                  <a:cubicBezTo>
                    <a:pt x="370" y="83"/>
                    <a:pt x="287" y="0"/>
                    <a:pt x="185" y="0"/>
                  </a:cubicBezTo>
                </a:path>
              </a:pathLst>
            </a:custGeom>
            <a:solidFill>
              <a:srgbClr val="01AAD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207698" y="2828330"/>
              <a:ext cx="142903" cy="50602"/>
            </a:xfrm>
            <a:custGeom>
              <a:rect b="b" l="l" r="r" t="t"/>
              <a:pathLst>
                <a:path extrusionOk="0" h="380" w="1064">
                  <a:moveTo>
                    <a:pt x="878" y="0"/>
                  </a:moveTo>
                  <a:lnTo>
                    <a:pt x="878" y="0"/>
                  </a:lnTo>
                  <a:cubicBezTo>
                    <a:pt x="712" y="0"/>
                    <a:pt x="712" y="0"/>
                    <a:pt x="712" y="0"/>
                  </a:cubicBezTo>
                  <a:cubicBezTo>
                    <a:pt x="509" y="0"/>
                    <a:pt x="509" y="0"/>
                    <a:pt x="509" y="0"/>
                  </a:cubicBezTo>
                  <a:cubicBezTo>
                    <a:pt x="333" y="0"/>
                    <a:pt x="333" y="0"/>
                    <a:pt x="333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83" y="0"/>
                    <a:pt x="0" y="83"/>
                    <a:pt x="0" y="194"/>
                  </a:cubicBezTo>
                  <a:cubicBezTo>
                    <a:pt x="0" y="295"/>
                    <a:pt x="83" y="379"/>
                    <a:pt x="185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509" y="379"/>
                    <a:pt x="509" y="379"/>
                    <a:pt x="509" y="379"/>
                  </a:cubicBezTo>
                  <a:cubicBezTo>
                    <a:pt x="712" y="379"/>
                    <a:pt x="712" y="379"/>
                    <a:pt x="712" y="379"/>
                  </a:cubicBezTo>
                  <a:cubicBezTo>
                    <a:pt x="878" y="379"/>
                    <a:pt x="878" y="379"/>
                    <a:pt x="878" y="379"/>
                  </a:cubicBezTo>
                  <a:cubicBezTo>
                    <a:pt x="981" y="379"/>
                    <a:pt x="1063" y="295"/>
                    <a:pt x="1063" y="194"/>
                  </a:cubicBezTo>
                  <a:cubicBezTo>
                    <a:pt x="1063" y="83"/>
                    <a:pt x="981" y="0"/>
                    <a:pt x="878" y="0"/>
                  </a:cubicBezTo>
                </a:path>
              </a:pathLst>
            </a:custGeom>
            <a:solidFill>
              <a:srgbClr val="149CC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1202935" y="2674740"/>
              <a:ext cx="151834" cy="153591"/>
            </a:xfrm>
            <a:custGeom>
              <a:rect b="b" l="l" r="r" t="t"/>
              <a:pathLst>
                <a:path extrusionOk="0" h="1140" w="1131">
                  <a:moveTo>
                    <a:pt x="371" y="1092"/>
                  </a:moveTo>
                  <a:lnTo>
                    <a:pt x="371" y="1092"/>
                  </a:lnTo>
                  <a:cubicBezTo>
                    <a:pt x="371" y="1139"/>
                    <a:pt x="371" y="1139"/>
                    <a:pt x="371" y="1139"/>
                  </a:cubicBezTo>
                  <a:cubicBezTo>
                    <a:pt x="547" y="1139"/>
                    <a:pt x="547" y="1139"/>
                    <a:pt x="547" y="1139"/>
                  </a:cubicBezTo>
                  <a:cubicBezTo>
                    <a:pt x="750" y="1139"/>
                    <a:pt x="750" y="1139"/>
                    <a:pt x="750" y="1139"/>
                  </a:cubicBezTo>
                  <a:cubicBezTo>
                    <a:pt x="750" y="1092"/>
                    <a:pt x="750" y="1092"/>
                    <a:pt x="750" y="1092"/>
                  </a:cubicBezTo>
                  <a:cubicBezTo>
                    <a:pt x="973" y="1018"/>
                    <a:pt x="1130" y="805"/>
                    <a:pt x="1130" y="565"/>
                  </a:cubicBezTo>
                  <a:cubicBezTo>
                    <a:pt x="1130" y="250"/>
                    <a:pt x="870" y="0"/>
                    <a:pt x="565" y="0"/>
                  </a:cubicBezTo>
                  <a:cubicBezTo>
                    <a:pt x="556" y="0"/>
                    <a:pt x="556" y="0"/>
                    <a:pt x="547" y="0"/>
                  </a:cubicBezTo>
                  <a:cubicBezTo>
                    <a:pt x="241" y="9"/>
                    <a:pt x="0" y="260"/>
                    <a:pt x="0" y="565"/>
                  </a:cubicBezTo>
                  <a:cubicBezTo>
                    <a:pt x="0" y="805"/>
                    <a:pt x="148" y="1018"/>
                    <a:pt x="371" y="1092"/>
                  </a:cubicBezTo>
                  <a:close/>
                  <a:moveTo>
                    <a:pt x="547" y="269"/>
                  </a:moveTo>
                  <a:lnTo>
                    <a:pt x="547" y="269"/>
                  </a:lnTo>
                  <a:cubicBezTo>
                    <a:pt x="556" y="269"/>
                    <a:pt x="556" y="269"/>
                    <a:pt x="565" y="269"/>
                  </a:cubicBezTo>
                  <a:cubicBezTo>
                    <a:pt x="722" y="269"/>
                    <a:pt x="861" y="399"/>
                    <a:pt x="861" y="565"/>
                  </a:cubicBezTo>
                  <a:cubicBezTo>
                    <a:pt x="861" y="731"/>
                    <a:pt x="722" y="861"/>
                    <a:pt x="565" y="861"/>
                  </a:cubicBezTo>
                  <a:cubicBezTo>
                    <a:pt x="556" y="861"/>
                    <a:pt x="556" y="861"/>
                    <a:pt x="547" y="861"/>
                  </a:cubicBezTo>
                  <a:cubicBezTo>
                    <a:pt x="389" y="852"/>
                    <a:pt x="269" y="722"/>
                    <a:pt x="269" y="565"/>
                  </a:cubicBezTo>
                  <a:cubicBezTo>
                    <a:pt x="269" y="408"/>
                    <a:pt x="389" y="278"/>
                    <a:pt x="547" y="269"/>
                  </a:cubicBezTo>
                  <a:close/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077895" y="2879527"/>
              <a:ext cx="404296" cy="225624"/>
            </a:xfrm>
            <a:custGeom>
              <a:rect b="b" l="l" r="r" t="t"/>
              <a:pathLst>
                <a:path extrusionOk="0" h="1676" w="3000">
                  <a:moveTo>
                    <a:pt x="2951" y="711"/>
                  </a:moveTo>
                  <a:lnTo>
                    <a:pt x="2951" y="711"/>
                  </a:lnTo>
                  <a:cubicBezTo>
                    <a:pt x="2711" y="230"/>
                    <a:pt x="2711" y="230"/>
                    <a:pt x="2711" y="230"/>
                  </a:cubicBezTo>
                  <a:cubicBezTo>
                    <a:pt x="2231" y="471"/>
                    <a:pt x="2231" y="471"/>
                    <a:pt x="2231" y="471"/>
                  </a:cubicBezTo>
                  <a:cubicBezTo>
                    <a:pt x="2137" y="517"/>
                    <a:pt x="2101" y="638"/>
                    <a:pt x="2147" y="731"/>
                  </a:cubicBezTo>
                  <a:cubicBezTo>
                    <a:pt x="2183" y="795"/>
                    <a:pt x="2249" y="832"/>
                    <a:pt x="2322" y="832"/>
                  </a:cubicBezTo>
                  <a:cubicBezTo>
                    <a:pt x="2203" y="1064"/>
                    <a:pt x="1962" y="1230"/>
                    <a:pt x="1675" y="1276"/>
                  </a:cubicBezTo>
                  <a:cubicBezTo>
                    <a:pt x="1675" y="0"/>
                    <a:pt x="1675" y="0"/>
                    <a:pt x="1675" y="0"/>
                  </a:cubicBezTo>
                  <a:cubicBezTo>
                    <a:pt x="1472" y="0"/>
                    <a:pt x="1472" y="0"/>
                    <a:pt x="1472" y="0"/>
                  </a:cubicBezTo>
                  <a:cubicBezTo>
                    <a:pt x="1296" y="0"/>
                    <a:pt x="1296" y="0"/>
                    <a:pt x="1296" y="0"/>
                  </a:cubicBezTo>
                  <a:cubicBezTo>
                    <a:pt x="1296" y="1276"/>
                    <a:pt x="1296" y="1276"/>
                    <a:pt x="1296" y="1276"/>
                  </a:cubicBezTo>
                  <a:cubicBezTo>
                    <a:pt x="1018" y="1221"/>
                    <a:pt x="788" y="1055"/>
                    <a:pt x="667" y="832"/>
                  </a:cubicBezTo>
                  <a:cubicBezTo>
                    <a:pt x="731" y="823"/>
                    <a:pt x="797" y="786"/>
                    <a:pt x="824" y="731"/>
                  </a:cubicBezTo>
                  <a:cubicBezTo>
                    <a:pt x="852" y="684"/>
                    <a:pt x="852" y="629"/>
                    <a:pt x="834" y="583"/>
                  </a:cubicBezTo>
                  <a:cubicBezTo>
                    <a:pt x="824" y="536"/>
                    <a:pt x="788" y="499"/>
                    <a:pt x="740" y="471"/>
                  </a:cubicBezTo>
                  <a:cubicBezTo>
                    <a:pt x="259" y="230"/>
                    <a:pt x="259" y="230"/>
                    <a:pt x="259" y="230"/>
                  </a:cubicBezTo>
                  <a:cubicBezTo>
                    <a:pt x="20" y="711"/>
                    <a:pt x="20" y="711"/>
                    <a:pt x="20" y="711"/>
                  </a:cubicBezTo>
                  <a:cubicBezTo>
                    <a:pt x="0" y="759"/>
                    <a:pt x="0" y="804"/>
                    <a:pt x="11" y="850"/>
                  </a:cubicBezTo>
                  <a:cubicBezTo>
                    <a:pt x="29" y="907"/>
                    <a:pt x="66" y="943"/>
                    <a:pt x="102" y="962"/>
                  </a:cubicBezTo>
                  <a:cubicBezTo>
                    <a:pt x="168" y="998"/>
                    <a:pt x="250" y="989"/>
                    <a:pt x="307" y="952"/>
                  </a:cubicBezTo>
                  <a:cubicBezTo>
                    <a:pt x="501" y="1378"/>
                    <a:pt x="963" y="1665"/>
                    <a:pt x="1472" y="1675"/>
                  </a:cubicBezTo>
                  <a:cubicBezTo>
                    <a:pt x="1481" y="1675"/>
                    <a:pt x="1490" y="1675"/>
                    <a:pt x="1490" y="1675"/>
                  </a:cubicBezTo>
                  <a:cubicBezTo>
                    <a:pt x="2008" y="1675"/>
                    <a:pt x="2479" y="1388"/>
                    <a:pt x="2684" y="952"/>
                  </a:cubicBezTo>
                  <a:cubicBezTo>
                    <a:pt x="2739" y="989"/>
                    <a:pt x="2812" y="989"/>
                    <a:pt x="2869" y="962"/>
                  </a:cubicBezTo>
                  <a:cubicBezTo>
                    <a:pt x="2960" y="916"/>
                    <a:pt x="2999" y="804"/>
                    <a:pt x="2951" y="711"/>
                  </a:cubicBezTo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39800" y="3305175"/>
            <a:ext cx="676275" cy="674688"/>
            <a:chOff x="940351" y="3305771"/>
            <a:chExt cx="675216" cy="673894"/>
          </a:xfrm>
        </p:grpSpPr>
        <p:sp>
          <p:nvSpPr>
            <p:cNvPr id="107" name="Google Shape;107;p1"/>
            <p:cNvSpPr/>
            <p:nvPr/>
          </p:nvSpPr>
          <p:spPr>
            <a:xfrm>
              <a:off x="940351" y="3305771"/>
              <a:ext cx="675216" cy="673894"/>
            </a:xfrm>
            <a:custGeom>
              <a:rect b="b" l="l" r="r" t="t"/>
              <a:pathLst>
                <a:path extrusionOk="0" h="4997" w="5006">
                  <a:moveTo>
                    <a:pt x="5005" y="2498"/>
                  </a:moveTo>
                  <a:lnTo>
                    <a:pt x="5005" y="2498"/>
                  </a:lnTo>
                  <a:cubicBezTo>
                    <a:pt x="5005" y="3877"/>
                    <a:pt x="3886" y="4996"/>
                    <a:pt x="2507" y="4996"/>
                  </a:cubicBezTo>
                  <a:cubicBezTo>
                    <a:pt x="1119" y="4996"/>
                    <a:pt x="0" y="3877"/>
                    <a:pt x="0" y="2498"/>
                  </a:cubicBezTo>
                  <a:cubicBezTo>
                    <a:pt x="0" y="1119"/>
                    <a:pt x="1119" y="0"/>
                    <a:pt x="2507" y="0"/>
                  </a:cubicBezTo>
                  <a:cubicBezTo>
                    <a:pt x="3886" y="0"/>
                    <a:pt x="5005" y="1119"/>
                    <a:pt x="5005" y="2498"/>
                  </a:cubicBezTo>
                </a:path>
              </a:pathLst>
            </a:custGeom>
            <a:solidFill>
              <a:srgbClr val="8FCA7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1217821" y="3645099"/>
              <a:ext cx="64306" cy="68461"/>
            </a:xfrm>
            <a:custGeom>
              <a:rect b="b" l="l" r="r" t="t"/>
              <a:pathLst>
                <a:path extrusionOk="0" h="510" w="482">
                  <a:moveTo>
                    <a:pt x="0" y="0"/>
                  </a:moveTo>
                  <a:lnTo>
                    <a:pt x="0" y="509"/>
                  </a:lnTo>
                  <a:lnTo>
                    <a:pt x="481" y="509"/>
                  </a:lnTo>
                  <a:lnTo>
                    <a:pt x="481" y="0"/>
                  </a:lnTo>
                  <a:lnTo>
                    <a:pt x="0" y="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282722" y="3645099"/>
              <a:ext cx="65497" cy="68461"/>
            </a:xfrm>
            <a:custGeom>
              <a:rect b="b" l="l" r="r" t="t"/>
              <a:pathLst>
                <a:path extrusionOk="0" h="510" w="491">
                  <a:moveTo>
                    <a:pt x="490" y="0"/>
                  </a:moveTo>
                  <a:lnTo>
                    <a:pt x="0" y="0"/>
                  </a:lnTo>
                  <a:lnTo>
                    <a:pt x="0" y="509"/>
                  </a:lnTo>
                  <a:lnTo>
                    <a:pt x="490" y="509"/>
                  </a:lnTo>
                  <a:lnTo>
                    <a:pt x="490" y="0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1104094" y="3784998"/>
              <a:ext cx="30962" cy="23217"/>
            </a:xfrm>
            <a:custGeom>
              <a:rect b="b" l="l" r="r" t="t"/>
              <a:pathLst>
                <a:path extrusionOk="0" h="177" w="232">
                  <a:moveTo>
                    <a:pt x="0" y="0"/>
                  </a:moveTo>
                  <a:lnTo>
                    <a:pt x="231" y="0"/>
                  </a:lnTo>
                  <a:lnTo>
                    <a:pt x="231" y="176"/>
                  </a:lnTo>
                  <a:lnTo>
                    <a:pt x="0" y="176"/>
                  </a:lnTo>
                  <a:lnTo>
                    <a:pt x="0" y="0"/>
                  </a:lnTo>
                </a:path>
              </a:pathLst>
            </a:custGeom>
            <a:solidFill>
              <a:srgbClr val="D9642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1425030" y="3784998"/>
              <a:ext cx="30367" cy="23217"/>
            </a:xfrm>
            <a:custGeom>
              <a:rect b="b" l="l" r="r" t="t"/>
              <a:pathLst>
                <a:path extrusionOk="0" h="177" w="231">
                  <a:moveTo>
                    <a:pt x="0" y="0"/>
                  </a:moveTo>
                  <a:lnTo>
                    <a:pt x="230" y="0"/>
                  </a:lnTo>
                  <a:lnTo>
                    <a:pt x="230" y="176"/>
                  </a:lnTo>
                  <a:lnTo>
                    <a:pt x="0" y="176"/>
                  </a:lnTo>
                  <a:lnTo>
                    <a:pt x="0" y="0"/>
                  </a:lnTo>
                </a:path>
              </a:pathLst>
            </a:custGeom>
            <a:solidFill>
              <a:srgbClr val="F16C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1080277" y="3535562"/>
              <a:ext cx="201850" cy="122039"/>
            </a:xfrm>
            <a:custGeom>
              <a:rect b="b" l="l" r="r" t="t"/>
              <a:pathLst>
                <a:path extrusionOk="0" h="907" w="1499">
                  <a:moveTo>
                    <a:pt x="786" y="9"/>
                  </a:moveTo>
                  <a:lnTo>
                    <a:pt x="786" y="9"/>
                  </a:lnTo>
                  <a:cubicBezTo>
                    <a:pt x="786" y="0"/>
                    <a:pt x="786" y="0"/>
                    <a:pt x="786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2" y="9"/>
                    <a:pt x="572" y="9"/>
                    <a:pt x="572" y="9"/>
                  </a:cubicBezTo>
                  <a:cubicBezTo>
                    <a:pt x="148" y="9"/>
                    <a:pt x="148" y="9"/>
                    <a:pt x="148" y="9"/>
                  </a:cubicBezTo>
                  <a:cubicBezTo>
                    <a:pt x="64" y="9"/>
                    <a:pt x="0" y="73"/>
                    <a:pt x="0" y="166"/>
                  </a:cubicBezTo>
                  <a:cubicBezTo>
                    <a:pt x="0" y="906"/>
                    <a:pt x="0" y="906"/>
                    <a:pt x="0" y="906"/>
                  </a:cubicBezTo>
                  <a:cubicBezTo>
                    <a:pt x="1498" y="906"/>
                    <a:pt x="1498" y="906"/>
                    <a:pt x="1498" y="906"/>
                  </a:cubicBezTo>
                  <a:cubicBezTo>
                    <a:pt x="1498" y="9"/>
                    <a:pt x="1498" y="9"/>
                    <a:pt x="1498" y="9"/>
                  </a:cubicBezTo>
                  <a:lnTo>
                    <a:pt x="786" y="9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1282722" y="3535562"/>
              <a:ext cx="194110" cy="122039"/>
            </a:xfrm>
            <a:custGeom>
              <a:rect b="b" l="l" r="r" t="t"/>
              <a:pathLst>
                <a:path extrusionOk="0" h="907" w="1443">
                  <a:moveTo>
                    <a:pt x="1442" y="166"/>
                  </a:moveTo>
                  <a:lnTo>
                    <a:pt x="1442" y="166"/>
                  </a:lnTo>
                  <a:cubicBezTo>
                    <a:pt x="1442" y="73"/>
                    <a:pt x="1369" y="9"/>
                    <a:pt x="1285" y="9"/>
                  </a:cubicBezTo>
                  <a:cubicBezTo>
                    <a:pt x="861" y="9"/>
                    <a:pt x="861" y="9"/>
                    <a:pt x="861" y="9"/>
                  </a:cubicBezTo>
                  <a:cubicBezTo>
                    <a:pt x="861" y="0"/>
                    <a:pt x="861" y="0"/>
                    <a:pt x="861" y="0"/>
                  </a:cubicBezTo>
                  <a:cubicBezTo>
                    <a:pt x="647" y="0"/>
                    <a:pt x="647" y="0"/>
                    <a:pt x="647" y="0"/>
                  </a:cubicBezTo>
                  <a:cubicBezTo>
                    <a:pt x="647" y="9"/>
                    <a:pt x="647" y="9"/>
                    <a:pt x="647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06"/>
                    <a:pt x="0" y="906"/>
                    <a:pt x="0" y="906"/>
                  </a:cubicBezTo>
                  <a:cubicBezTo>
                    <a:pt x="1442" y="906"/>
                    <a:pt x="1442" y="906"/>
                    <a:pt x="1442" y="906"/>
                  </a:cubicBezTo>
                  <a:lnTo>
                    <a:pt x="1442" y="166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1157682" y="3476625"/>
              <a:ext cx="124445" cy="58341"/>
            </a:xfrm>
            <a:custGeom>
              <a:rect b="b" l="l" r="r" t="t"/>
              <a:pathLst>
                <a:path extrusionOk="0" h="437" w="927">
                  <a:moveTo>
                    <a:pt x="260" y="0"/>
                  </a:moveTo>
                  <a:lnTo>
                    <a:pt x="260" y="0"/>
                  </a:lnTo>
                  <a:cubicBezTo>
                    <a:pt x="121" y="0"/>
                    <a:pt x="0" y="121"/>
                    <a:pt x="0" y="260"/>
                  </a:cubicBezTo>
                  <a:cubicBezTo>
                    <a:pt x="0" y="436"/>
                    <a:pt x="0" y="436"/>
                    <a:pt x="0" y="436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260"/>
                    <a:pt x="214" y="260"/>
                    <a:pt x="214" y="260"/>
                  </a:cubicBezTo>
                  <a:cubicBezTo>
                    <a:pt x="214" y="232"/>
                    <a:pt x="232" y="214"/>
                    <a:pt x="260" y="214"/>
                  </a:cubicBezTo>
                  <a:cubicBezTo>
                    <a:pt x="926" y="214"/>
                    <a:pt x="926" y="214"/>
                    <a:pt x="926" y="214"/>
                  </a:cubicBezTo>
                  <a:cubicBezTo>
                    <a:pt x="926" y="0"/>
                    <a:pt x="926" y="0"/>
                    <a:pt x="926" y="0"/>
                  </a:cubicBezTo>
                  <a:lnTo>
                    <a:pt x="260" y="0"/>
                  </a:lnTo>
                </a:path>
              </a:pathLst>
            </a:custGeom>
            <a:solidFill>
              <a:srgbClr val="D9642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1282723" y="3476625"/>
              <a:ext cx="115513" cy="58341"/>
            </a:xfrm>
            <a:custGeom>
              <a:rect b="b" l="l" r="r" t="t"/>
              <a:pathLst>
                <a:path extrusionOk="0" h="437" w="862">
                  <a:moveTo>
                    <a:pt x="601" y="0"/>
                  </a:moveTo>
                  <a:lnTo>
                    <a:pt x="601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214"/>
                    <a:pt x="0" y="214"/>
                    <a:pt x="0" y="214"/>
                  </a:cubicBezTo>
                  <a:cubicBezTo>
                    <a:pt x="601" y="214"/>
                    <a:pt x="601" y="214"/>
                    <a:pt x="601" y="214"/>
                  </a:cubicBezTo>
                  <a:cubicBezTo>
                    <a:pt x="629" y="214"/>
                    <a:pt x="647" y="232"/>
                    <a:pt x="647" y="260"/>
                  </a:cubicBezTo>
                  <a:cubicBezTo>
                    <a:pt x="647" y="436"/>
                    <a:pt x="647" y="436"/>
                    <a:pt x="647" y="436"/>
                  </a:cubicBezTo>
                  <a:cubicBezTo>
                    <a:pt x="861" y="436"/>
                    <a:pt x="861" y="436"/>
                    <a:pt x="861" y="436"/>
                  </a:cubicBezTo>
                  <a:cubicBezTo>
                    <a:pt x="861" y="260"/>
                    <a:pt x="861" y="260"/>
                    <a:pt x="861" y="260"/>
                  </a:cubicBezTo>
                  <a:cubicBezTo>
                    <a:pt x="861" y="121"/>
                    <a:pt x="740" y="0"/>
                    <a:pt x="601" y="0"/>
                  </a:cubicBezTo>
                </a:path>
              </a:pathLst>
            </a:custGeom>
            <a:solidFill>
              <a:srgbClr val="F16C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080277" y="3656410"/>
              <a:ext cx="201850" cy="127992"/>
            </a:xfrm>
            <a:custGeom>
              <a:rect b="b" l="l" r="r" t="t"/>
              <a:pathLst>
                <a:path extrusionOk="0" h="954" w="1499">
                  <a:moveTo>
                    <a:pt x="1258" y="388"/>
                  </a:moveTo>
                  <a:lnTo>
                    <a:pt x="1258" y="388"/>
                  </a:lnTo>
                  <a:cubicBezTo>
                    <a:pt x="1174" y="388"/>
                    <a:pt x="1101" y="315"/>
                    <a:pt x="1101" y="231"/>
                  </a:cubicBezTo>
                  <a:cubicBezTo>
                    <a:pt x="1101" y="0"/>
                    <a:pt x="1101" y="0"/>
                    <a:pt x="110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05"/>
                    <a:pt x="0" y="805"/>
                    <a:pt x="0" y="805"/>
                  </a:cubicBezTo>
                  <a:cubicBezTo>
                    <a:pt x="0" y="887"/>
                    <a:pt x="64" y="953"/>
                    <a:pt x="148" y="953"/>
                  </a:cubicBezTo>
                  <a:cubicBezTo>
                    <a:pt x="1498" y="953"/>
                    <a:pt x="1498" y="953"/>
                    <a:pt x="1498" y="953"/>
                  </a:cubicBezTo>
                  <a:cubicBezTo>
                    <a:pt x="1498" y="388"/>
                    <a:pt x="1498" y="388"/>
                    <a:pt x="1498" y="388"/>
                  </a:cubicBezTo>
                  <a:lnTo>
                    <a:pt x="1258" y="388"/>
                  </a:lnTo>
                </a:path>
              </a:pathLst>
            </a:custGeom>
            <a:solidFill>
              <a:srgbClr val="694E3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1282722" y="3656410"/>
              <a:ext cx="194110" cy="127992"/>
            </a:xfrm>
            <a:custGeom>
              <a:rect b="b" l="l" r="r" t="t"/>
              <a:pathLst>
                <a:path extrusionOk="0" h="954" w="1443">
                  <a:moveTo>
                    <a:pt x="371" y="0"/>
                  </a:moveTo>
                  <a:lnTo>
                    <a:pt x="371" y="0"/>
                  </a:lnTo>
                  <a:cubicBezTo>
                    <a:pt x="371" y="231"/>
                    <a:pt x="371" y="231"/>
                    <a:pt x="371" y="231"/>
                  </a:cubicBezTo>
                  <a:cubicBezTo>
                    <a:pt x="371" y="315"/>
                    <a:pt x="305" y="388"/>
                    <a:pt x="222" y="388"/>
                  </a:cubicBezTo>
                  <a:cubicBezTo>
                    <a:pt x="0" y="388"/>
                    <a:pt x="0" y="388"/>
                    <a:pt x="0" y="388"/>
                  </a:cubicBezTo>
                  <a:cubicBezTo>
                    <a:pt x="0" y="953"/>
                    <a:pt x="0" y="953"/>
                    <a:pt x="0" y="953"/>
                  </a:cubicBezTo>
                  <a:cubicBezTo>
                    <a:pt x="1285" y="953"/>
                    <a:pt x="1285" y="953"/>
                    <a:pt x="1285" y="953"/>
                  </a:cubicBezTo>
                  <a:cubicBezTo>
                    <a:pt x="1369" y="953"/>
                    <a:pt x="1442" y="887"/>
                    <a:pt x="1442" y="805"/>
                  </a:cubicBezTo>
                  <a:cubicBezTo>
                    <a:pt x="1442" y="0"/>
                    <a:pt x="1442" y="0"/>
                    <a:pt x="1442" y="0"/>
                  </a:cubicBezTo>
                  <a:lnTo>
                    <a:pt x="371" y="0"/>
                  </a:lnTo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1246401" y="3655219"/>
              <a:ext cx="35726" cy="40481"/>
            </a:xfrm>
            <a:custGeom>
              <a:rect b="b" l="l" r="r" t="t"/>
              <a:pathLst>
                <a:path extrusionOk="0" h="306" w="270">
                  <a:moveTo>
                    <a:pt x="93" y="0"/>
                  </a:moveTo>
                  <a:lnTo>
                    <a:pt x="93" y="0"/>
                  </a:lnTo>
                  <a:cubicBezTo>
                    <a:pt x="38" y="0"/>
                    <a:pt x="0" y="46"/>
                    <a:pt x="0" y="92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58"/>
                    <a:pt x="38" y="305"/>
                    <a:pt x="93" y="305"/>
                  </a:cubicBezTo>
                  <a:cubicBezTo>
                    <a:pt x="269" y="305"/>
                    <a:pt x="269" y="305"/>
                    <a:pt x="269" y="305"/>
                  </a:cubicBezTo>
                  <a:cubicBezTo>
                    <a:pt x="269" y="0"/>
                    <a:pt x="269" y="0"/>
                    <a:pt x="269" y="0"/>
                  </a:cubicBezTo>
                  <a:lnTo>
                    <a:pt x="93" y="0"/>
                  </a:lnTo>
                </a:path>
              </a:pathLst>
            </a:custGeom>
            <a:solidFill>
              <a:srgbClr val="F1F1F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1282722" y="3655219"/>
              <a:ext cx="35726" cy="40481"/>
            </a:xfrm>
            <a:custGeom>
              <a:rect b="b" l="l" r="r" t="t"/>
              <a:pathLst>
                <a:path extrusionOk="0" h="306" w="269">
                  <a:moveTo>
                    <a:pt x="166" y="0"/>
                  </a:moveTo>
                  <a:lnTo>
                    <a:pt x="166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166" y="305"/>
                    <a:pt x="166" y="305"/>
                    <a:pt x="166" y="305"/>
                  </a:cubicBezTo>
                  <a:cubicBezTo>
                    <a:pt x="222" y="305"/>
                    <a:pt x="268" y="258"/>
                    <a:pt x="268" y="203"/>
                  </a:cubicBezTo>
                  <a:cubicBezTo>
                    <a:pt x="268" y="92"/>
                    <a:pt x="268" y="92"/>
                    <a:pt x="268" y="92"/>
                  </a:cubicBezTo>
                  <a:cubicBezTo>
                    <a:pt x="268" y="46"/>
                    <a:pt x="222" y="0"/>
                    <a:pt x="16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"/>
          <p:cNvGrpSpPr/>
          <p:nvPr/>
        </p:nvGrpSpPr>
        <p:grpSpPr>
          <a:xfrm>
            <a:off x="939800" y="4105275"/>
            <a:ext cx="676275" cy="674688"/>
            <a:chOff x="940351" y="4105871"/>
            <a:chExt cx="675216" cy="673894"/>
          </a:xfrm>
        </p:grpSpPr>
        <p:sp>
          <p:nvSpPr>
            <p:cNvPr id="121" name="Google Shape;121;p1"/>
            <p:cNvSpPr/>
            <p:nvPr/>
          </p:nvSpPr>
          <p:spPr>
            <a:xfrm>
              <a:off x="940351" y="4105871"/>
              <a:ext cx="675216" cy="673894"/>
            </a:xfrm>
            <a:custGeom>
              <a:rect b="b" l="l" r="r" t="t"/>
              <a:pathLst>
                <a:path extrusionOk="0" h="4997" w="5006">
                  <a:moveTo>
                    <a:pt x="5005" y="2498"/>
                  </a:moveTo>
                  <a:lnTo>
                    <a:pt x="5005" y="2498"/>
                  </a:lnTo>
                  <a:cubicBezTo>
                    <a:pt x="5005" y="3877"/>
                    <a:pt x="3886" y="4996"/>
                    <a:pt x="2507" y="4996"/>
                  </a:cubicBezTo>
                  <a:cubicBezTo>
                    <a:pt x="1119" y="4996"/>
                    <a:pt x="0" y="3877"/>
                    <a:pt x="0" y="2498"/>
                  </a:cubicBezTo>
                  <a:cubicBezTo>
                    <a:pt x="0" y="1119"/>
                    <a:pt x="1119" y="0"/>
                    <a:pt x="2507" y="0"/>
                  </a:cubicBezTo>
                  <a:cubicBezTo>
                    <a:pt x="3886" y="0"/>
                    <a:pt x="5005" y="1119"/>
                    <a:pt x="5005" y="2498"/>
                  </a:cubicBezTo>
                </a:path>
              </a:pathLst>
            </a:custGeom>
            <a:solidFill>
              <a:srgbClr val="FCD97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989176" y="4189810"/>
              <a:ext cx="324509" cy="305396"/>
            </a:xfrm>
            <a:custGeom>
              <a:rect b="b" l="l" r="r" t="t"/>
              <a:pathLst>
                <a:path extrusionOk="0" h="2267" w="2408">
                  <a:moveTo>
                    <a:pt x="1324" y="1156"/>
                  </a:moveTo>
                  <a:lnTo>
                    <a:pt x="1324" y="1156"/>
                  </a:lnTo>
                  <a:cubicBezTo>
                    <a:pt x="1333" y="1147"/>
                    <a:pt x="1333" y="1147"/>
                    <a:pt x="1333" y="1147"/>
                  </a:cubicBezTo>
                  <a:cubicBezTo>
                    <a:pt x="1333" y="1073"/>
                    <a:pt x="1333" y="1073"/>
                    <a:pt x="1333" y="1073"/>
                  </a:cubicBezTo>
                  <a:cubicBezTo>
                    <a:pt x="1333" y="1147"/>
                    <a:pt x="1333" y="1147"/>
                    <a:pt x="1333" y="1147"/>
                  </a:cubicBezTo>
                  <a:cubicBezTo>
                    <a:pt x="1388" y="1128"/>
                    <a:pt x="1388" y="1128"/>
                    <a:pt x="1388" y="1128"/>
                  </a:cubicBezTo>
                  <a:cubicBezTo>
                    <a:pt x="1481" y="1008"/>
                    <a:pt x="1657" y="953"/>
                    <a:pt x="1962" y="1028"/>
                  </a:cubicBezTo>
                  <a:cubicBezTo>
                    <a:pt x="2407" y="1128"/>
                    <a:pt x="2407" y="1128"/>
                    <a:pt x="2407" y="1128"/>
                  </a:cubicBezTo>
                  <a:cubicBezTo>
                    <a:pt x="2407" y="1128"/>
                    <a:pt x="2231" y="611"/>
                    <a:pt x="1185" y="814"/>
                  </a:cubicBezTo>
                  <a:cubicBezTo>
                    <a:pt x="1185" y="814"/>
                    <a:pt x="1611" y="444"/>
                    <a:pt x="1962" y="444"/>
                  </a:cubicBezTo>
                  <a:cubicBezTo>
                    <a:pt x="1962" y="444"/>
                    <a:pt x="834" y="0"/>
                    <a:pt x="796" y="1028"/>
                  </a:cubicBezTo>
                  <a:cubicBezTo>
                    <a:pt x="796" y="1028"/>
                    <a:pt x="0" y="1915"/>
                    <a:pt x="796" y="2257"/>
                  </a:cubicBezTo>
                  <a:cubicBezTo>
                    <a:pt x="796" y="2257"/>
                    <a:pt x="629" y="1527"/>
                    <a:pt x="1028" y="1332"/>
                  </a:cubicBezTo>
                  <a:cubicBezTo>
                    <a:pt x="1028" y="1332"/>
                    <a:pt x="1000" y="2257"/>
                    <a:pt x="1472" y="2257"/>
                  </a:cubicBezTo>
                  <a:cubicBezTo>
                    <a:pt x="1481" y="2266"/>
                    <a:pt x="1194" y="1628"/>
                    <a:pt x="1315" y="1258"/>
                  </a:cubicBezTo>
                  <a:cubicBezTo>
                    <a:pt x="1324" y="1258"/>
                    <a:pt x="1324" y="1258"/>
                    <a:pt x="1324" y="1267"/>
                  </a:cubicBezTo>
                  <a:cubicBezTo>
                    <a:pt x="1333" y="1147"/>
                    <a:pt x="1333" y="1147"/>
                    <a:pt x="1333" y="1147"/>
                  </a:cubicBezTo>
                  <a:lnTo>
                    <a:pt x="1324" y="1156"/>
                  </a:lnTo>
                </a:path>
              </a:pathLst>
            </a:custGeom>
            <a:solidFill>
              <a:srgbClr val="5DAA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1167805" y="4342210"/>
              <a:ext cx="135758" cy="308372"/>
            </a:xfrm>
            <a:custGeom>
              <a:rect b="b" l="l" r="r" t="t"/>
              <a:pathLst>
                <a:path extrusionOk="0" h="2287" w="1009">
                  <a:moveTo>
                    <a:pt x="64" y="0"/>
                  </a:moveTo>
                  <a:lnTo>
                    <a:pt x="64" y="0"/>
                  </a:lnTo>
                  <a:cubicBezTo>
                    <a:pt x="9" y="19"/>
                    <a:pt x="9" y="19"/>
                    <a:pt x="9" y="1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925" y="1037"/>
                    <a:pt x="592" y="2286"/>
                    <a:pt x="592" y="2286"/>
                  </a:cubicBezTo>
                  <a:cubicBezTo>
                    <a:pt x="805" y="2286"/>
                    <a:pt x="805" y="2286"/>
                    <a:pt x="805" y="2286"/>
                  </a:cubicBezTo>
                  <a:cubicBezTo>
                    <a:pt x="1008" y="2286"/>
                    <a:pt x="1008" y="2286"/>
                    <a:pt x="1008" y="2286"/>
                  </a:cubicBezTo>
                  <a:cubicBezTo>
                    <a:pt x="1008" y="1333"/>
                    <a:pt x="1008" y="1333"/>
                    <a:pt x="1008" y="1333"/>
                  </a:cubicBezTo>
                  <a:cubicBezTo>
                    <a:pt x="759" y="491"/>
                    <a:pt x="360" y="139"/>
                    <a:pt x="64" y="0"/>
                  </a:cubicBezTo>
                </a:path>
              </a:pathLst>
            </a:custGeom>
            <a:solidFill>
              <a:srgbClr val="694E3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1304158" y="4394597"/>
              <a:ext cx="108368" cy="255389"/>
            </a:xfrm>
            <a:custGeom>
              <a:rect b="b" l="l" r="r" t="t"/>
              <a:pathLst>
                <a:path extrusionOk="0" h="1897" w="805">
                  <a:moveTo>
                    <a:pt x="804" y="27"/>
                  </a:moveTo>
                  <a:lnTo>
                    <a:pt x="804" y="27"/>
                  </a:lnTo>
                  <a:cubicBezTo>
                    <a:pt x="722" y="0"/>
                    <a:pt x="722" y="0"/>
                    <a:pt x="722" y="0"/>
                  </a:cubicBezTo>
                  <a:lnTo>
                    <a:pt x="731" y="0"/>
                  </a:lnTo>
                  <a:cubicBezTo>
                    <a:pt x="508" y="110"/>
                    <a:pt x="214" y="360"/>
                    <a:pt x="0" y="953"/>
                  </a:cubicBezTo>
                  <a:cubicBezTo>
                    <a:pt x="0" y="943"/>
                    <a:pt x="0" y="943"/>
                    <a:pt x="0" y="943"/>
                  </a:cubicBezTo>
                  <a:cubicBezTo>
                    <a:pt x="0" y="1896"/>
                    <a:pt x="0" y="1896"/>
                    <a:pt x="0" y="1896"/>
                  </a:cubicBezTo>
                  <a:cubicBezTo>
                    <a:pt x="186" y="1896"/>
                    <a:pt x="186" y="1896"/>
                    <a:pt x="186" y="1896"/>
                  </a:cubicBezTo>
                  <a:cubicBezTo>
                    <a:pt x="296" y="1896"/>
                    <a:pt x="296" y="1896"/>
                    <a:pt x="296" y="1896"/>
                  </a:cubicBezTo>
                  <a:cubicBezTo>
                    <a:pt x="296" y="1896"/>
                    <a:pt x="9" y="850"/>
                    <a:pt x="786" y="110"/>
                  </a:cubicBezTo>
                  <a:lnTo>
                    <a:pt x="804" y="27"/>
                  </a:lnTo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1287486" y="4269582"/>
              <a:ext cx="268538" cy="251817"/>
            </a:xfrm>
            <a:custGeom>
              <a:rect b="b" l="l" r="r" t="t"/>
              <a:pathLst>
                <a:path extrusionOk="0" h="1869" w="1991">
                  <a:moveTo>
                    <a:pt x="1333" y="841"/>
                  </a:moveTo>
                  <a:lnTo>
                    <a:pt x="1333" y="841"/>
                  </a:lnTo>
                  <a:cubicBezTo>
                    <a:pt x="1315" y="0"/>
                    <a:pt x="371" y="360"/>
                    <a:pt x="371" y="360"/>
                  </a:cubicBezTo>
                  <a:cubicBezTo>
                    <a:pt x="667" y="360"/>
                    <a:pt x="1019" y="674"/>
                    <a:pt x="1019" y="674"/>
                  </a:cubicBezTo>
                  <a:cubicBezTo>
                    <a:pt x="148" y="508"/>
                    <a:pt x="0" y="925"/>
                    <a:pt x="0" y="925"/>
                  </a:cubicBezTo>
                  <a:cubicBezTo>
                    <a:pt x="371" y="841"/>
                    <a:pt x="371" y="841"/>
                    <a:pt x="371" y="841"/>
                  </a:cubicBezTo>
                  <a:cubicBezTo>
                    <a:pt x="620" y="786"/>
                    <a:pt x="759" y="832"/>
                    <a:pt x="843" y="925"/>
                  </a:cubicBezTo>
                  <a:cubicBezTo>
                    <a:pt x="925" y="952"/>
                    <a:pt x="925" y="952"/>
                    <a:pt x="925" y="952"/>
                  </a:cubicBezTo>
                  <a:cubicBezTo>
                    <a:pt x="945" y="877"/>
                    <a:pt x="945" y="877"/>
                    <a:pt x="945" y="877"/>
                  </a:cubicBezTo>
                  <a:cubicBezTo>
                    <a:pt x="925" y="952"/>
                    <a:pt x="925" y="952"/>
                    <a:pt x="925" y="952"/>
                  </a:cubicBezTo>
                  <a:cubicBezTo>
                    <a:pt x="982" y="971"/>
                    <a:pt x="982" y="971"/>
                    <a:pt x="982" y="971"/>
                  </a:cubicBezTo>
                  <a:cubicBezTo>
                    <a:pt x="925" y="952"/>
                    <a:pt x="925" y="952"/>
                    <a:pt x="925" y="952"/>
                  </a:cubicBezTo>
                  <a:cubicBezTo>
                    <a:pt x="907" y="1035"/>
                    <a:pt x="907" y="1035"/>
                    <a:pt x="907" y="1035"/>
                  </a:cubicBezTo>
                  <a:cubicBezTo>
                    <a:pt x="1009" y="1340"/>
                    <a:pt x="777" y="1868"/>
                    <a:pt x="777" y="1868"/>
                  </a:cubicBezTo>
                  <a:cubicBezTo>
                    <a:pt x="1167" y="1868"/>
                    <a:pt x="1148" y="1100"/>
                    <a:pt x="1148" y="1100"/>
                  </a:cubicBezTo>
                  <a:cubicBezTo>
                    <a:pt x="1481" y="1258"/>
                    <a:pt x="1333" y="1868"/>
                    <a:pt x="1333" y="1868"/>
                  </a:cubicBezTo>
                  <a:cubicBezTo>
                    <a:pt x="1990" y="1581"/>
                    <a:pt x="1333" y="841"/>
                    <a:pt x="1333" y="841"/>
                  </a:cubicBezTo>
                </a:path>
              </a:pathLst>
            </a:custGeom>
            <a:solidFill>
              <a:srgbClr val="67BA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1136842" y="4336853"/>
              <a:ext cx="57161" cy="55959"/>
            </a:xfrm>
            <a:custGeom>
              <a:rect b="b" l="l" r="r" t="t"/>
              <a:pathLst>
                <a:path extrusionOk="0" h="418" w="427">
                  <a:moveTo>
                    <a:pt x="426" y="212"/>
                  </a:moveTo>
                  <a:lnTo>
                    <a:pt x="426" y="212"/>
                  </a:lnTo>
                  <a:cubicBezTo>
                    <a:pt x="426" y="324"/>
                    <a:pt x="324" y="417"/>
                    <a:pt x="214" y="417"/>
                  </a:cubicBezTo>
                  <a:cubicBezTo>
                    <a:pt x="93" y="417"/>
                    <a:pt x="0" y="324"/>
                    <a:pt x="0" y="212"/>
                  </a:cubicBezTo>
                  <a:cubicBezTo>
                    <a:pt x="0" y="91"/>
                    <a:pt x="93" y="0"/>
                    <a:pt x="214" y="0"/>
                  </a:cubicBezTo>
                  <a:cubicBezTo>
                    <a:pt x="324" y="0"/>
                    <a:pt x="426" y="91"/>
                    <a:pt x="426" y="212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1379182" y="4388049"/>
              <a:ext cx="57161" cy="55959"/>
            </a:xfrm>
            <a:custGeom>
              <a:rect b="b" l="l" r="r" t="t"/>
              <a:pathLst>
                <a:path extrusionOk="0" h="418" w="427">
                  <a:moveTo>
                    <a:pt x="426" y="214"/>
                  </a:moveTo>
                  <a:lnTo>
                    <a:pt x="426" y="214"/>
                  </a:lnTo>
                  <a:cubicBezTo>
                    <a:pt x="426" y="324"/>
                    <a:pt x="332" y="417"/>
                    <a:pt x="212" y="417"/>
                  </a:cubicBezTo>
                  <a:cubicBezTo>
                    <a:pt x="91" y="417"/>
                    <a:pt x="0" y="324"/>
                    <a:pt x="0" y="214"/>
                  </a:cubicBezTo>
                  <a:cubicBezTo>
                    <a:pt x="0" y="94"/>
                    <a:pt x="91" y="0"/>
                    <a:pt x="212" y="0"/>
                  </a:cubicBezTo>
                  <a:cubicBezTo>
                    <a:pt x="332" y="0"/>
                    <a:pt x="426" y="94"/>
                    <a:pt x="426" y="214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"/>
          <p:cNvGrpSpPr/>
          <p:nvPr/>
        </p:nvGrpSpPr>
        <p:grpSpPr>
          <a:xfrm>
            <a:off x="1800225" y="4081463"/>
            <a:ext cx="674688" cy="674687"/>
            <a:chOff x="1800150" y="4081463"/>
            <a:chExt cx="674025" cy="675084"/>
          </a:xfrm>
        </p:grpSpPr>
        <p:sp>
          <p:nvSpPr>
            <p:cNvPr id="129" name="Google Shape;129;p1"/>
            <p:cNvSpPr/>
            <p:nvPr/>
          </p:nvSpPr>
          <p:spPr>
            <a:xfrm>
              <a:off x="1800150" y="4081463"/>
              <a:ext cx="674025" cy="675084"/>
            </a:xfrm>
            <a:custGeom>
              <a:rect b="b" l="l" r="r" t="t"/>
              <a:pathLst>
                <a:path extrusionOk="0" h="5005" w="4997">
                  <a:moveTo>
                    <a:pt x="4996" y="2507"/>
                  </a:moveTo>
                  <a:lnTo>
                    <a:pt x="4996" y="2507"/>
                  </a:lnTo>
                  <a:cubicBezTo>
                    <a:pt x="4996" y="3885"/>
                    <a:pt x="3877" y="5004"/>
                    <a:pt x="2498" y="5004"/>
                  </a:cubicBezTo>
                  <a:cubicBezTo>
                    <a:pt x="1119" y="5004"/>
                    <a:pt x="0" y="3885"/>
                    <a:pt x="0" y="2507"/>
                  </a:cubicBezTo>
                  <a:cubicBezTo>
                    <a:pt x="0" y="1119"/>
                    <a:pt x="1119" y="0"/>
                    <a:pt x="2498" y="0"/>
                  </a:cubicBezTo>
                  <a:cubicBezTo>
                    <a:pt x="3877" y="0"/>
                    <a:pt x="4996" y="1119"/>
                    <a:pt x="4996" y="2507"/>
                  </a:cubicBezTo>
                </a:path>
              </a:pathLst>
            </a:custGeom>
            <a:solidFill>
              <a:srgbClr val="B0DDE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1897204" y="4399360"/>
              <a:ext cx="478130" cy="251817"/>
            </a:xfrm>
            <a:custGeom>
              <a:rect b="b" l="l" r="r" t="t"/>
              <a:pathLst>
                <a:path extrusionOk="0" h="1870" w="3545">
                  <a:moveTo>
                    <a:pt x="3544" y="935"/>
                  </a:moveTo>
                  <a:lnTo>
                    <a:pt x="3544" y="935"/>
                  </a:lnTo>
                  <a:cubicBezTo>
                    <a:pt x="3544" y="1452"/>
                    <a:pt x="2757" y="1869"/>
                    <a:pt x="1777" y="1869"/>
                  </a:cubicBezTo>
                  <a:cubicBezTo>
                    <a:pt x="797" y="1869"/>
                    <a:pt x="0" y="1452"/>
                    <a:pt x="0" y="935"/>
                  </a:cubicBezTo>
                  <a:cubicBezTo>
                    <a:pt x="0" y="416"/>
                    <a:pt x="797" y="0"/>
                    <a:pt x="1777" y="0"/>
                  </a:cubicBezTo>
                  <a:cubicBezTo>
                    <a:pt x="2757" y="0"/>
                    <a:pt x="3544" y="416"/>
                    <a:pt x="3544" y="935"/>
                  </a:cubicBezTo>
                </a:path>
              </a:pathLst>
            </a:custGeom>
            <a:solidFill>
              <a:srgbClr val="2EB6C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1944839" y="4376143"/>
              <a:ext cx="415014" cy="233363"/>
            </a:xfrm>
            <a:custGeom>
              <a:rect b="b" l="l" r="r" t="t"/>
              <a:pathLst>
                <a:path extrusionOk="0" h="1731" w="3080">
                  <a:moveTo>
                    <a:pt x="1239" y="0"/>
                  </a:moveTo>
                  <a:lnTo>
                    <a:pt x="1239" y="0"/>
                  </a:lnTo>
                  <a:cubicBezTo>
                    <a:pt x="1239" y="0"/>
                    <a:pt x="0" y="472"/>
                    <a:pt x="100" y="841"/>
                  </a:cubicBezTo>
                  <a:cubicBezTo>
                    <a:pt x="203" y="1220"/>
                    <a:pt x="665" y="1730"/>
                    <a:pt x="1516" y="1572"/>
                  </a:cubicBezTo>
                  <a:cubicBezTo>
                    <a:pt x="2359" y="1415"/>
                    <a:pt x="1748" y="1220"/>
                    <a:pt x="2414" y="1064"/>
                  </a:cubicBezTo>
                  <a:cubicBezTo>
                    <a:pt x="3079" y="907"/>
                    <a:pt x="2627" y="369"/>
                    <a:pt x="2256" y="194"/>
                  </a:cubicBezTo>
                  <a:cubicBezTo>
                    <a:pt x="1887" y="18"/>
                    <a:pt x="1239" y="0"/>
                    <a:pt x="1239" y="0"/>
                  </a:cubicBezTo>
                </a:path>
              </a:pathLst>
            </a:custGeom>
            <a:solidFill>
              <a:srgbClr val="F3F4B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1956152" y="4404718"/>
              <a:ext cx="404296" cy="207169"/>
            </a:xfrm>
            <a:custGeom>
              <a:rect b="b" l="l" r="r" t="t"/>
              <a:pathLst>
                <a:path extrusionOk="0" h="1537" w="2998">
                  <a:moveTo>
                    <a:pt x="2174" y="0"/>
                  </a:moveTo>
                  <a:lnTo>
                    <a:pt x="2174" y="0"/>
                  </a:lnTo>
                  <a:cubicBezTo>
                    <a:pt x="2545" y="185"/>
                    <a:pt x="2997" y="713"/>
                    <a:pt x="2332" y="870"/>
                  </a:cubicBezTo>
                  <a:cubicBezTo>
                    <a:pt x="1666" y="1028"/>
                    <a:pt x="2277" y="1222"/>
                    <a:pt x="1434" y="1379"/>
                  </a:cubicBezTo>
                  <a:cubicBezTo>
                    <a:pt x="583" y="1536"/>
                    <a:pt x="121" y="1028"/>
                    <a:pt x="18" y="647"/>
                  </a:cubicBezTo>
                  <a:cubicBezTo>
                    <a:pt x="0" y="574"/>
                    <a:pt x="28" y="499"/>
                    <a:pt x="102" y="417"/>
                  </a:cubicBezTo>
                  <a:cubicBezTo>
                    <a:pt x="102" y="417"/>
                    <a:pt x="176" y="750"/>
                    <a:pt x="647" y="889"/>
                  </a:cubicBezTo>
                  <a:cubicBezTo>
                    <a:pt x="1119" y="1028"/>
                    <a:pt x="1648" y="1028"/>
                    <a:pt x="1786" y="907"/>
                  </a:cubicBezTo>
                  <a:cubicBezTo>
                    <a:pt x="1925" y="786"/>
                    <a:pt x="2054" y="695"/>
                    <a:pt x="2277" y="611"/>
                  </a:cubicBezTo>
                  <a:cubicBezTo>
                    <a:pt x="2489" y="538"/>
                    <a:pt x="2174" y="0"/>
                    <a:pt x="2174" y="0"/>
                  </a:cubicBezTo>
                </a:path>
              </a:pathLst>
            </a:custGeom>
            <a:solidFill>
              <a:srgbClr val="E1E28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1946030" y="4158259"/>
              <a:ext cx="190537" cy="179784"/>
            </a:xfrm>
            <a:custGeom>
              <a:rect b="b" l="l" r="r" t="t"/>
              <a:pathLst>
                <a:path extrusionOk="0" h="1334" w="1416">
                  <a:moveTo>
                    <a:pt x="777" y="676"/>
                  </a:moveTo>
                  <a:lnTo>
                    <a:pt x="777" y="676"/>
                  </a:lnTo>
                  <a:cubicBezTo>
                    <a:pt x="777" y="640"/>
                    <a:pt x="777" y="640"/>
                    <a:pt x="777" y="640"/>
                  </a:cubicBezTo>
                  <a:cubicBezTo>
                    <a:pt x="777" y="676"/>
                    <a:pt x="777" y="676"/>
                    <a:pt x="777" y="676"/>
                  </a:cubicBezTo>
                  <a:cubicBezTo>
                    <a:pt x="814" y="667"/>
                    <a:pt x="814" y="667"/>
                    <a:pt x="814" y="667"/>
                  </a:cubicBezTo>
                  <a:cubicBezTo>
                    <a:pt x="869" y="592"/>
                    <a:pt x="971" y="565"/>
                    <a:pt x="1156" y="602"/>
                  </a:cubicBezTo>
                  <a:cubicBezTo>
                    <a:pt x="1415" y="667"/>
                    <a:pt x="1415" y="667"/>
                    <a:pt x="1415" y="667"/>
                  </a:cubicBezTo>
                  <a:cubicBezTo>
                    <a:pt x="1415" y="667"/>
                    <a:pt x="1304" y="362"/>
                    <a:pt x="693" y="483"/>
                  </a:cubicBezTo>
                  <a:cubicBezTo>
                    <a:pt x="693" y="483"/>
                    <a:pt x="943" y="260"/>
                    <a:pt x="1156" y="260"/>
                  </a:cubicBezTo>
                  <a:cubicBezTo>
                    <a:pt x="1156" y="260"/>
                    <a:pt x="490" y="0"/>
                    <a:pt x="472" y="602"/>
                  </a:cubicBezTo>
                  <a:cubicBezTo>
                    <a:pt x="472" y="602"/>
                    <a:pt x="0" y="1130"/>
                    <a:pt x="472" y="1324"/>
                  </a:cubicBezTo>
                  <a:cubicBezTo>
                    <a:pt x="472" y="1324"/>
                    <a:pt x="369" y="898"/>
                    <a:pt x="601" y="786"/>
                  </a:cubicBezTo>
                  <a:cubicBezTo>
                    <a:pt x="601" y="786"/>
                    <a:pt x="583" y="1324"/>
                    <a:pt x="869" y="1324"/>
                  </a:cubicBezTo>
                  <a:cubicBezTo>
                    <a:pt x="869" y="1333"/>
                    <a:pt x="702" y="963"/>
                    <a:pt x="768" y="741"/>
                  </a:cubicBezTo>
                  <a:cubicBezTo>
                    <a:pt x="777" y="741"/>
                    <a:pt x="777" y="741"/>
                    <a:pt x="777" y="750"/>
                  </a:cubicBezTo>
                  <a:cubicBezTo>
                    <a:pt x="777" y="676"/>
                    <a:pt x="777" y="676"/>
                    <a:pt x="777" y="676"/>
                  </a:cubicBezTo>
                </a:path>
              </a:pathLst>
            </a:custGeom>
            <a:solidFill>
              <a:srgbClr val="5DAA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2051421" y="4248746"/>
              <a:ext cx="79192" cy="180380"/>
            </a:xfrm>
            <a:custGeom>
              <a:rect b="b" l="l" r="r" t="t"/>
              <a:pathLst>
                <a:path extrusionOk="0" h="1342" w="593">
                  <a:moveTo>
                    <a:pt x="37" y="0"/>
                  </a:moveTo>
                  <a:lnTo>
                    <a:pt x="37" y="0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545" y="611"/>
                    <a:pt x="342" y="1341"/>
                    <a:pt x="342" y="1341"/>
                  </a:cubicBezTo>
                  <a:cubicBezTo>
                    <a:pt x="472" y="1341"/>
                    <a:pt x="472" y="1341"/>
                    <a:pt x="472" y="1341"/>
                  </a:cubicBezTo>
                  <a:cubicBezTo>
                    <a:pt x="592" y="1341"/>
                    <a:pt x="592" y="1341"/>
                    <a:pt x="592" y="1341"/>
                  </a:cubicBezTo>
                  <a:cubicBezTo>
                    <a:pt x="592" y="777"/>
                    <a:pt x="592" y="777"/>
                    <a:pt x="592" y="777"/>
                  </a:cubicBezTo>
                  <a:cubicBezTo>
                    <a:pt x="444" y="287"/>
                    <a:pt x="203" y="83"/>
                    <a:pt x="37" y="0"/>
                  </a:cubicBezTo>
                </a:path>
              </a:pathLst>
            </a:custGeom>
            <a:solidFill>
              <a:srgbClr val="694E3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2131208" y="4278512"/>
              <a:ext cx="63115" cy="150614"/>
            </a:xfrm>
            <a:custGeom>
              <a:rect b="b" l="l" r="r" t="t"/>
              <a:pathLst>
                <a:path extrusionOk="0" h="1120" w="473">
                  <a:moveTo>
                    <a:pt x="472" y="18"/>
                  </a:moveTo>
                  <a:lnTo>
                    <a:pt x="472" y="18"/>
                  </a:lnTo>
                  <a:cubicBezTo>
                    <a:pt x="425" y="0"/>
                    <a:pt x="425" y="0"/>
                    <a:pt x="425" y="0"/>
                  </a:cubicBezTo>
                  <a:cubicBezTo>
                    <a:pt x="425" y="9"/>
                    <a:pt x="425" y="9"/>
                    <a:pt x="425" y="9"/>
                  </a:cubicBezTo>
                  <a:cubicBezTo>
                    <a:pt x="295" y="74"/>
                    <a:pt x="119" y="223"/>
                    <a:pt x="0" y="565"/>
                  </a:cubicBezTo>
                  <a:cubicBezTo>
                    <a:pt x="0" y="565"/>
                    <a:pt x="0" y="565"/>
                    <a:pt x="0" y="555"/>
                  </a:cubicBezTo>
                  <a:cubicBezTo>
                    <a:pt x="0" y="1119"/>
                    <a:pt x="0" y="1119"/>
                    <a:pt x="0" y="1119"/>
                  </a:cubicBezTo>
                  <a:cubicBezTo>
                    <a:pt x="110" y="1119"/>
                    <a:pt x="110" y="1119"/>
                    <a:pt x="110" y="1119"/>
                  </a:cubicBezTo>
                  <a:cubicBezTo>
                    <a:pt x="167" y="1119"/>
                    <a:pt x="167" y="1119"/>
                    <a:pt x="167" y="1119"/>
                  </a:cubicBezTo>
                  <a:cubicBezTo>
                    <a:pt x="167" y="1119"/>
                    <a:pt x="10" y="508"/>
                    <a:pt x="463" y="74"/>
                  </a:cubicBezTo>
                  <a:lnTo>
                    <a:pt x="472" y="18"/>
                  </a:lnTo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2121086" y="4205883"/>
              <a:ext cx="158384" cy="148233"/>
            </a:xfrm>
            <a:custGeom>
              <a:rect b="b" l="l" r="r" t="t"/>
              <a:pathLst>
                <a:path extrusionOk="0" h="1102" w="1176">
                  <a:moveTo>
                    <a:pt x="786" y="490"/>
                  </a:moveTo>
                  <a:lnTo>
                    <a:pt x="786" y="490"/>
                  </a:lnTo>
                  <a:cubicBezTo>
                    <a:pt x="768" y="0"/>
                    <a:pt x="221" y="212"/>
                    <a:pt x="221" y="212"/>
                  </a:cubicBezTo>
                  <a:cubicBezTo>
                    <a:pt x="398" y="212"/>
                    <a:pt x="601" y="397"/>
                    <a:pt x="601" y="397"/>
                  </a:cubicBezTo>
                  <a:cubicBezTo>
                    <a:pt x="93" y="296"/>
                    <a:pt x="0" y="545"/>
                    <a:pt x="0" y="545"/>
                  </a:cubicBezTo>
                  <a:cubicBezTo>
                    <a:pt x="221" y="490"/>
                    <a:pt x="221" y="490"/>
                    <a:pt x="221" y="490"/>
                  </a:cubicBezTo>
                  <a:cubicBezTo>
                    <a:pt x="360" y="462"/>
                    <a:pt x="453" y="490"/>
                    <a:pt x="499" y="536"/>
                  </a:cubicBezTo>
                  <a:cubicBezTo>
                    <a:pt x="546" y="554"/>
                    <a:pt x="546" y="554"/>
                    <a:pt x="546" y="554"/>
                  </a:cubicBezTo>
                  <a:cubicBezTo>
                    <a:pt x="555" y="517"/>
                    <a:pt x="555" y="517"/>
                    <a:pt x="555" y="517"/>
                  </a:cubicBezTo>
                  <a:cubicBezTo>
                    <a:pt x="546" y="554"/>
                    <a:pt x="546" y="554"/>
                    <a:pt x="546" y="554"/>
                  </a:cubicBezTo>
                  <a:cubicBezTo>
                    <a:pt x="583" y="563"/>
                    <a:pt x="583" y="563"/>
                    <a:pt x="583" y="563"/>
                  </a:cubicBezTo>
                  <a:cubicBezTo>
                    <a:pt x="546" y="554"/>
                    <a:pt x="546" y="554"/>
                    <a:pt x="546" y="554"/>
                  </a:cubicBezTo>
                  <a:cubicBezTo>
                    <a:pt x="537" y="610"/>
                    <a:pt x="537" y="610"/>
                    <a:pt x="537" y="610"/>
                  </a:cubicBezTo>
                  <a:cubicBezTo>
                    <a:pt x="592" y="786"/>
                    <a:pt x="453" y="1101"/>
                    <a:pt x="453" y="1091"/>
                  </a:cubicBezTo>
                  <a:cubicBezTo>
                    <a:pt x="685" y="1091"/>
                    <a:pt x="674" y="647"/>
                    <a:pt x="674" y="647"/>
                  </a:cubicBezTo>
                  <a:cubicBezTo>
                    <a:pt x="870" y="739"/>
                    <a:pt x="786" y="1091"/>
                    <a:pt x="786" y="1091"/>
                  </a:cubicBezTo>
                  <a:cubicBezTo>
                    <a:pt x="1175" y="925"/>
                    <a:pt x="786" y="490"/>
                    <a:pt x="786" y="490"/>
                  </a:cubicBezTo>
                </a:path>
              </a:pathLst>
            </a:custGeom>
            <a:solidFill>
              <a:srgbClr val="67BA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2032367" y="4245769"/>
              <a:ext cx="33344" cy="32147"/>
            </a:xfrm>
            <a:custGeom>
              <a:rect b="b" l="l" r="r" t="t"/>
              <a:pathLst>
                <a:path extrusionOk="0" h="241" w="250">
                  <a:moveTo>
                    <a:pt x="249" y="119"/>
                  </a:moveTo>
                  <a:lnTo>
                    <a:pt x="249" y="119"/>
                  </a:lnTo>
                  <a:cubicBezTo>
                    <a:pt x="249" y="185"/>
                    <a:pt x="194" y="240"/>
                    <a:pt x="130" y="240"/>
                  </a:cubicBezTo>
                  <a:cubicBezTo>
                    <a:pt x="55" y="240"/>
                    <a:pt x="0" y="185"/>
                    <a:pt x="0" y="119"/>
                  </a:cubicBezTo>
                  <a:cubicBezTo>
                    <a:pt x="0" y="55"/>
                    <a:pt x="55" y="0"/>
                    <a:pt x="130" y="0"/>
                  </a:cubicBezTo>
                  <a:cubicBezTo>
                    <a:pt x="194" y="0"/>
                    <a:pt x="249" y="55"/>
                    <a:pt x="249" y="119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2174675" y="4276130"/>
              <a:ext cx="33344" cy="32147"/>
            </a:xfrm>
            <a:custGeom>
              <a:rect b="b" l="l" r="r" t="t"/>
              <a:pathLst>
                <a:path extrusionOk="0" h="243" w="250">
                  <a:moveTo>
                    <a:pt x="249" y="121"/>
                  </a:moveTo>
                  <a:lnTo>
                    <a:pt x="249" y="121"/>
                  </a:lnTo>
                  <a:cubicBezTo>
                    <a:pt x="249" y="185"/>
                    <a:pt x="194" y="242"/>
                    <a:pt x="128" y="242"/>
                  </a:cubicBezTo>
                  <a:cubicBezTo>
                    <a:pt x="55" y="242"/>
                    <a:pt x="0" y="185"/>
                    <a:pt x="0" y="121"/>
                  </a:cubicBezTo>
                  <a:cubicBezTo>
                    <a:pt x="0" y="55"/>
                    <a:pt x="55" y="0"/>
                    <a:pt x="128" y="0"/>
                  </a:cubicBezTo>
                  <a:cubicBezTo>
                    <a:pt x="194" y="0"/>
                    <a:pt x="249" y="55"/>
                    <a:pt x="249" y="121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3479800" y="4092575"/>
            <a:ext cx="674688" cy="673100"/>
            <a:chOff x="3480450" y="4092178"/>
            <a:chExt cx="674025" cy="673894"/>
          </a:xfrm>
        </p:grpSpPr>
        <p:sp>
          <p:nvSpPr>
            <p:cNvPr id="140" name="Google Shape;140;p1"/>
            <p:cNvSpPr/>
            <p:nvPr/>
          </p:nvSpPr>
          <p:spPr>
            <a:xfrm>
              <a:off x="3480450" y="4092178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6" y="4996"/>
                    <a:pt x="2498" y="4996"/>
                  </a:cubicBezTo>
                  <a:cubicBezTo>
                    <a:pt x="1110" y="4996"/>
                    <a:pt x="0" y="3877"/>
                    <a:pt x="0" y="2498"/>
                  </a:cubicBezTo>
                  <a:cubicBezTo>
                    <a:pt x="0" y="1119"/>
                    <a:pt x="1110" y="0"/>
                    <a:pt x="2498" y="0"/>
                  </a:cubicBezTo>
                  <a:cubicBezTo>
                    <a:pt x="3876" y="0"/>
                    <a:pt x="4996" y="1119"/>
                    <a:pt x="4996" y="2498"/>
                  </a:cubicBezTo>
                </a:path>
              </a:pathLst>
            </a:custGeom>
            <a:solidFill>
              <a:srgbClr val="D3B66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3856165" y="4335661"/>
              <a:ext cx="22031" cy="29171"/>
            </a:xfrm>
            <a:custGeom>
              <a:rect b="b" l="l" r="r" t="t"/>
              <a:pathLst>
                <a:path extrusionOk="0" h="222" w="169">
                  <a:moveTo>
                    <a:pt x="168" y="0"/>
                  </a:moveTo>
                  <a:lnTo>
                    <a:pt x="103" y="0"/>
                  </a:lnTo>
                  <a:lnTo>
                    <a:pt x="0" y="221"/>
                  </a:lnTo>
                  <a:lnTo>
                    <a:pt x="66" y="221"/>
                  </a:lnTo>
                  <a:lnTo>
                    <a:pt x="168" y="0"/>
                  </a:lnTo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3732912" y="4366022"/>
              <a:ext cx="84551" cy="88106"/>
            </a:xfrm>
            <a:custGeom>
              <a:rect b="b" l="l" r="r" t="t"/>
              <a:pathLst>
                <a:path extrusionOk="0" h="658" w="630">
                  <a:moveTo>
                    <a:pt x="0" y="0"/>
                  </a:moveTo>
                  <a:lnTo>
                    <a:pt x="629" y="657"/>
                  </a:lnTo>
                  <a:lnTo>
                    <a:pt x="629" y="0"/>
                  </a:lnTo>
                  <a:lnTo>
                    <a:pt x="0" y="0"/>
                  </a:lnTo>
                </a:path>
              </a:pathLst>
            </a:custGeom>
            <a:solidFill>
              <a:srgbClr val="D9642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3817463" y="4366022"/>
              <a:ext cx="86933" cy="89297"/>
            </a:xfrm>
            <a:custGeom>
              <a:rect b="b" l="l" r="r" t="t"/>
              <a:pathLst>
                <a:path extrusionOk="0" h="667" w="648">
                  <a:moveTo>
                    <a:pt x="647" y="0"/>
                  </a:moveTo>
                  <a:lnTo>
                    <a:pt x="342" y="0"/>
                  </a:lnTo>
                  <a:lnTo>
                    <a:pt x="351" y="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657"/>
                  </a:lnTo>
                  <a:lnTo>
                    <a:pt x="9" y="666"/>
                  </a:lnTo>
                  <a:lnTo>
                    <a:pt x="647" y="0"/>
                  </a:lnTo>
                </a:path>
              </a:pathLst>
            </a:custGeom>
            <a:solidFill>
              <a:srgbClr val="F16C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3882365" y="4276130"/>
              <a:ext cx="22031" cy="32147"/>
            </a:xfrm>
            <a:custGeom>
              <a:rect b="b" l="l" r="r" t="t"/>
              <a:pathLst>
                <a:path extrusionOk="0" h="243" w="167">
                  <a:moveTo>
                    <a:pt x="111" y="0"/>
                  </a:moveTo>
                  <a:lnTo>
                    <a:pt x="111" y="0"/>
                  </a:lnTo>
                  <a:cubicBezTo>
                    <a:pt x="0" y="242"/>
                    <a:pt x="0" y="242"/>
                    <a:pt x="0" y="242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166" y="28"/>
                    <a:pt x="166" y="28"/>
                    <a:pt x="166" y="28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76583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3881173" y="4220766"/>
              <a:ext cx="60734" cy="61913"/>
            </a:xfrm>
            <a:custGeom>
              <a:rect b="b" l="l" r="r" t="t"/>
              <a:pathLst>
                <a:path extrusionOk="0" h="463" w="454">
                  <a:moveTo>
                    <a:pt x="332" y="93"/>
                  </a:moveTo>
                  <a:lnTo>
                    <a:pt x="332" y="93"/>
                  </a:lnTo>
                  <a:cubicBezTo>
                    <a:pt x="351" y="47"/>
                    <a:pt x="351" y="47"/>
                    <a:pt x="351" y="47"/>
                  </a:cubicBezTo>
                  <a:cubicBezTo>
                    <a:pt x="360" y="29"/>
                    <a:pt x="351" y="10"/>
                    <a:pt x="342" y="10"/>
                  </a:cubicBezTo>
                  <a:cubicBezTo>
                    <a:pt x="323" y="0"/>
                    <a:pt x="305" y="10"/>
                    <a:pt x="305" y="20"/>
                  </a:cubicBezTo>
                  <a:cubicBezTo>
                    <a:pt x="276" y="65"/>
                    <a:pt x="276" y="65"/>
                    <a:pt x="276" y="65"/>
                  </a:cubicBezTo>
                  <a:cubicBezTo>
                    <a:pt x="184" y="38"/>
                    <a:pt x="82" y="75"/>
                    <a:pt x="36" y="166"/>
                  </a:cubicBezTo>
                  <a:cubicBezTo>
                    <a:pt x="0" y="250"/>
                    <a:pt x="36" y="352"/>
                    <a:pt x="109" y="407"/>
                  </a:cubicBezTo>
                  <a:cubicBezTo>
                    <a:pt x="175" y="435"/>
                    <a:pt x="175" y="435"/>
                    <a:pt x="175" y="435"/>
                  </a:cubicBezTo>
                  <a:cubicBezTo>
                    <a:pt x="267" y="462"/>
                    <a:pt x="369" y="426"/>
                    <a:pt x="415" y="343"/>
                  </a:cubicBezTo>
                  <a:cubicBezTo>
                    <a:pt x="453" y="250"/>
                    <a:pt x="415" y="148"/>
                    <a:pt x="332" y="93"/>
                  </a:cubicBezTo>
                </a:path>
              </a:pathLst>
            </a:custGeom>
            <a:solidFill>
              <a:srgbClr val="5DAA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3642407" y="4309468"/>
              <a:ext cx="174461" cy="346472"/>
            </a:xfrm>
            <a:custGeom>
              <a:rect b="b" l="l" r="r" t="t"/>
              <a:pathLst>
                <a:path extrusionOk="0" h="2572" w="1298">
                  <a:moveTo>
                    <a:pt x="306" y="175"/>
                  </a:moveTo>
                  <a:lnTo>
                    <a:pt x="306" y="175"/>
                  </a:lnTo>
                  <a:cubicBezTo>
                    <a:pt x="1297" y="175"/>
                    <a:pt x="1297" y="175"/>
                    <a:pt x="1297" y="175"/>
                  </a:cubicBezTo>
                  <a:cubicBezTo>
                    <a:pt x="1297" y="0"/>
                    <a:pt x="1297" y="0"/>
                    <a:pt x="1297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57" y="0"/>
                    <a:pt x="28" y="18"/>
                    <a:pt x="19" y="46"/>
                  </a:cubicBezTo>
                  <a:cubicBezTo>
                    <a:pt x="0" y="82"/>
                    <a:pt x="10" y="119"/>
                    <a:pt x="28" y="148"/>
                  </a:cubicBezTo>
                  <a:cubicBezTo>
                    <a:pt x="1222" y="1388"/>
                    <a:pt x="1222" y="1388"/>
                    <a:pt x="1222" y="1388"/>
                  </a:cubicBezTo>
                  <a:cubicBezTo>
                    <a:pt x="1222" y="2423"/>
                    <a:pt x="1222" y="2423"/>
                    <a:pt x="1222" y="2423"/>
                  </a:cubicBezTo>
                  <a:cubicBezTo>
                    <a:pt x="889" y="2423"/>
                    <a:pt x="889" y="2423"/>
                    <a:pt x="889" y="2423"/>
                  </a:cubicBezTo>
                  <a:cubicBezTo>
                    <a:pt x="852" y="2423"/>
                    <a:pt x="816" y="2459"/>
                    <a:pt x="816" y="2498"/>
                  </a:cubicBezTo>
                  <a:cubicBezTo>
                    <a:pt x="816" y="2543"/>
                    <a:pt x="852" y="2571"/>
                    <a:pt x="889" y="2571"/>
                  </a:cubicBezTo>
                  <a:cubicBezTo>
                    <a:pt x="1297" y="2571"/>
                    <a:pt x="1297" y="2571"/>
                    <a:pt x="1297" y="2571"/>
                  </a:cubicBezTo>
                  <a:cubicBezTo>
                    <a:pt x="1297" y="1211"/>
                    <a:pt x="1297" y="1211"/>
                    <a:pt x="1297" y="1211"/>
                  </a:cubicBezTo>
                  <a:lnTo>
                    <a:pt x="306" y="175"/>
                  </a:lnTo>
                </a:path>
              </a:pathLst>
            </a:custGeom>
            <a:solidFill>
              <a:srgbClr val="F1F1F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3817463" y="4308277"/>
              <a:ext cx="175651" cy="347663"/>
            </a:xfrm>
            <a:custGeom>
              <a:rect b="b" l="l" r="r" t="t"/>
              <a:pathLst>
                <a:path extrusionOk="0" h="2581" w="1305">
                  <a:moveTo>
                    <a:pt x="1276" y="157"/>
                  </a:moveTo>
                  <a:lnTo>
                    <a:pt x="1276" y="157"/>
                  </a:lnTo>
                  <a:cubicBezTo>
                    <a:pt x="1295" y="128"/>
                    <a:pt x="1304" y="91"/>
                    <a:pt x="1295" y="55"/>
                  </a:cubicBezTo>
                  <a:cubicBezTo>
                    <a:pt x="1276" y="27"/>
                    <a:pt x="1249" y="9"/>
                    <a:pt x="1211" y="9"/>
                  </a:cubicBezTo>
                  <a:cubicBezTo>
                    <a:pt x="545" y="9"/>
                    <a:pt x="545" y="9"/>
                    <a:pt x="545" y="9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481" y="9"/>
                    <a:pt x="481" y="9"/>
                    <a:pt x="48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397" y="184"/>
                    <a:pt x="397" y="184"/>
                    <a:pt x="397" y="184"/>
                  </a:cubicBezTo>
                  <a:cubicBezTo>
                    <a:pt x="388" y="203"/>
                    <a:pt x="388" y="203"/>
                    <a:pt x="388" y="203"/>
                  </a:cubicBezTo>
                  <a:cubicBezTo>
                    <a:pt x="453" y="203"/>
                    <a:pt x="453" y="203"/>
                    <a:pt x="453" y="203"/>
                  </a:cubicBezTo>
                  <a:cubicBezTo>
                    <a:pt x="462" y="184"/>
                    <a:pt x="462" y="184"/>
                    <a:pt x="462" y="184"/>
                  </a:cubicBezTo>
                  <a:cubicBezTo>
                    <a:pt x="1007" y="184"/>
                    <a:pt x="1007" y="184"/>
                    <a:pt x="1007" y="184"/>
                  </a:cubicBezTo>
                  <a:cubicBezTo>
                    <a:pt x="9" y="1229"/>
                    <a:pt x="9" y="1229"/>
                    <a:pt x="9" y="1229"/>
                  </a:cubicBezTo>
                  <a:cubicBezTo>
                    <a:pt x="0" y="1220"/>
                    <a:pt x="0" y="1220"/>
                    <a:pt x="0" y="1220"/>
                  </a:cubicBezTo>
                  <a:cubicBezTo>
                    <a:pt x="0" y="2580"/>
                    <a:pt x="0" y="2580"/>
                    <a:pt x="0" y="2580"/>
                  </a:cubicBezTo>
                  <a:cubicBezTo>
                    <a:pt x="415" y="2580"/>
                    <a:pt x="415" y="2580"/>
                    <a:pt x="415" y="2580"/>
                  </a:cubicBezTo>
                  <a:cubicBezTo>
                    <a:pt x="462" y="2580"/>
                    <a:pt x="490" y="2552"/>
                    <a:pt x="490" y="2507"/>
                  </a:cubicBezTo>
                  <a:cubicBezTo>
                    <a:pt x="490" y="2468"/>
                    <a:pt x="462" y="2432"/>
                    <a:pt x="415" y="2432"/>
                  </a:cubicBezTo>
                  <a:cubicBezTo>
                    <a:pt x="82" y="2432"/>
                    <a:pt x="82" y="2432"/>
                    <a:pt x="82" y="2432"/>
                  </a:cubicBezTo>
                  <a:cubicBezTo>
                    <a:pt x="82" y="1397"/>
                    <a:pt x="82" y="1397"/>
                    <a:pt x="82" y="1397"/>
                  </a:cubicBezTo>
                  <a:lnTo>
                    <a:pt x="1276" y="15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"/>
          <p:cNvGrpSpPr/>
          <p:nvPr/>
        </p:nvGrpSpPr>
        <p:grpSpPr>
          <a:xfrm>
            <a:off x="1798638" y="3297238"/>
            <a:ext cx="676275" cy="674687"/>
            <a:chOff x="1798959" y="3296841"/>
            <a:chExt cx="676407" cy="675084"/>
          </a:xfrm>
        </p:grpSpPr>
        <p:sp>
          <p:nvSpPr>
            <p:cNvPr id="149" name="Google Shape;149;p1"/>
            <p:cNvSpPr/>
            <p:nvPr/>
          </p:nvSpPr>
          <p:spPr>
            <a:xfrm>
              <a:off x="1798959" y="3296841"/>
              <a:ext cx="676407" cy="675084"/>
            </a:xfrm>
            <a:custGeom>
              <a:rect b="b" l="l" r="r" t="t"/>
              <a:pathLst>
                <a:path extrusionOk="0" h="5006" w="5015">
                  <a:moveTo>
                    <a:pt x="5005" y="2489"/>
                  </a:moveTo>
                  <a:lnTo>
                    <a:pt x="5005" y="2489"/>
                  </a:lnTo>
                  <a:cubicBezTo>
                    <a:pt x="5014" y="3866"/>
                    <a:pt x="3904" y="4996"/>
                    <a:pt x="2516" y="5005"/>
                  </a:cubicBezTo>
                  <a:cubicBezTo>
                    <a:pt x="1138" y="5005"/>
                    <a:pt x="18" y="3895"/>
                    <a:pt x="9" y="2516"/>
                  </a:cubicBezTo>
                  <a:cubicBezTo>
                    <a:pt x="0" y="1137"/>
                    <a:pt x="1110" y="9"/>
                    <a:pt x="2489" y="0"/>
                  </a:cubicBezTo>
                  <a:cubicBezTo>
                    <a:pt x="3877" y="0"/>
                    <a:pt x="4996" y="1110"/>
                    <a:pt x="5005" y="2489"/>
                  </a:cubicBezTo>
                </a:path>
              </a:pathLst>
            </a:custGeom>
            <a:solidFill>
              <a:srgbClr val="8FCA7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909709" y="3501629"/>
              <a:ext cx="169697" cy="150614"/>
            </a:xfrm>
            <a:custGeom>
              <a:rect b="b" l="l" r="r" t="t"/>
              <a:pathLst>
                <a:path extrusionOk="0" h="1122" w="1259">
                  <a:moveTo>
                    <a:pt x="0" y="973"/>
                  </a:moveTo>
                  <a:lnTo>
                    <a:pt x="0" y="973"/>
                  </a:lnTo>
                  <a:cubicBezTo>
                    <a:pt x="0" y="973"/>
                    <a:pt x="0" y="1018"/>
                    <a:pt x="9" y="1064"/>
                  </a:cubicBezTo>
                  <a:cubicBezTo>
                    <a:pt x="18" y="1121"/>
                    <a:pt x="84" y="1101"/>
                    <a:pt x="148" y="1018"/>
                  </a:cubicBezTo>
                  <a:cubicBezTo>
                    <a:pt x="832" y="232"/>
                    <a:pt x="832" y="232"/>
                    <a:pt x="832" y="232"/>
                  </a:cubicBezTo>
                  <a:cubicBezTo>
                    <a:pt x="907" y="157"/>
                    <a:pt x="1028" y="148"/>
                    <a:pt x="1101" y="223"/>
                  </a:cubicBezTo>
                  <a:cubicBezTo>
                    <a:pt x="1176" y="296"/>
                    <a:pt x="1176" y="296"/>
                    <a:pt x="1176" y="296"/>
                  </a:cubicBezTo>
                  <a:cubicBezTo>
                    <a:pt x="1258" y="371"/>
                    <a:pt x="1258" y="371"/>
                    <a:pt x="1194" y="287"/>
                  </a:cubicBezTo>
                  <a:cubicBezTo>
                    <a:pt x="1037" y="93"/>
                    <a:pt x="1037" y="93"/>
                    <a:pt x="1037" y="93"/>
                  </a:cubicBezTo>
                  <a:cubicBezTo>
                    <a:pt x="971" y="11"/>
                    <a:pt x="861" y="0"/>
                    <a:pt x="786" y="84"/>
                  </a:cubicBezTo>
                  <a:cubicBezTo>
                    <a:pt x="0" y="973"/>
                    <a:pt x="0" y="973"/>
                    <a:pt x="0" y="973"/>
                  </a:cubicBezTo>
                </a:path>
              </a:pathLst>
            </a:custGeom>
            <a:solidFill>
              <a:srgbClr val="C3806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2190751" y="3499247"/>
              <a:ext cx="173270" cy="148233"/>
            </a:xfrm>
            <a:custGeom>
              <a:rect b="b" l="l" r="r" t="t"/>
              <a:pathLst>
                <a:path extrusionOk="0" h="1102" w="1288">
                  <a:moveTo>
                    <a:pt x="1287" y="953"/>
                  </a:moveTo>
                  <a:lnTo>
                    <a:pt x="1287" y="953"/>
                  </a:lnTo>
                  <a:cubicBezTo>
                    <a:pt x="1287" y="953"/>
                    <a:pt x="1278" y="1000"/>
                    <a:pt x="1267" y="1046"/>
                  </a:cubicBezTo>
                  <a:cubicBezTo>
                    <a:pt x="1267" y="1101"/>
                    <a:pt x="1203" y="1082"/>
                    <a:pt x="1130" y="1000"/>
                  </a:cubicBezTo>
                  <a:cubicBezTo>
                    <a:pt x="426" y="232"/>
                    <a:pt x="426" y="232"/>
                    <a:pt x="426" y="232"/>
                  </a:cubicBezTo>
                  <a:cubicBezTo>
                    <a:pt x="353" y="157"/>
                    <a:pt x="232" y="148"/>
                    <a:pt x="157" y="232"/>
                  </a:cubicBezTo>
                  <a:cubicBezTo>
                    <a:pt x="84" y="305"/>
                    <a:pt x="84" y="305"/>
                    <a:pt x="84" y="305"/>
                  </a:cubicBezTo>
                  <a:cubicBezTo>
                    <a:pt x="9" y="380"/>
                    <a:pt x="0" y="371"/>
                    <a:pt x="75" y="287"/>
                  </a:cubicBezTo>
                  <a:cubicBezTo>
                    <a:pt x="223" y="93"/>
                    <a:pt x="223" y="93"/>
                    <a:pt x="223" y="93"/>
                  </a:cubicBezTo>
                  <a:cubicBezTo>
                    <a:pt x="287" y="9"/>
                    <a:pt x="399" y="0"/>
                    <a:pt x="472" y="84"/>
                  </a:cubicBezTo>
                  <a:cubicBezTo>
                    <a:pt x="1287" y="953"/>
                    <a:pt x="1287" y="953"/>
                    <a:pt x="1287" y="953"/>
                  </a:cubicBezTo>
                </a:path>
              </a:pathLst>
            </a:custGeom>
            <a:solidFill>
              <a:srgbClr val="C3806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2156216" y="3627835"/>
              <a:ext cx="183988" cy="133350"/>
            </a:xfrm>
            <a:custGeom>
              <a:rect b="b" l="l" r="r" t="t"/>
              <a:pathLst>
                <a:path extrusionOk="0" h="991" w="1369">
                  <a:moveTo>
                    <a:pt x="748" y="990"/>
                  </a:moveTo>
                  <a:lnTo>
                    <a:pt x="748" y="990"/>
                  </a:lnTo>
                  <a:cubicBezTo>
                    <a:pt x="415" y="990"/>
                    <a:pt x="0" y="555"/>
                    <a:pt x="0" y="277"/>
                  </a:cubicBezTo>
                  <a:cubicBezTo>
                    <a:pt x="0" y="56"/>
                    <a:pt x="333" y="0"/>
                    <a:pt x="730" y="0"/>
                  </a:cubicBezTo>
                  <a:cubicBezTo>
                    <a:pt x="777" y="0"/>
                    <a:pt x="896" y="9"/>
                    <a:pt x="944" y="9"/>
                  </a:cubicBezTo>
                  <a:cubicBezTo>
                    <a:pt x="1313" y="38"/>
                    <a:pt x="1359" y="129"/>
                    <a:pt x="1359" y="480"/>
                  </a:cubicBezTo>
                  <a:cubicBezTo>
                    <a:pt x="1368" y="795"/>
                    <a:pt x="1138" y="981"/>
                    <a:pt x="748" y="990"/>
                  </a:cubicBezTo>
                </a:path>
              </a:pathLst>
            </a:custGeom>
            <a:solidFill>
              <a:srgbClr val="01374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1931145" y="3626644"/>
              <a:ext cx="176842" cy="136922"/>
            </a:xfrm>
            <a:custGeom>
              <a:rect b="b" l="l" r="r" t="t"/>
              <a:pathLst>
                <a:path extrusionOk="0" h="1020" w="1316">
                  <a:moveTo>
                    <a:pt x="620" y="1010"/>
                  </a:moveTo>
                  <a:lnTo>
                    <a:pt x="620" y="1010"/>
                  </a:lnTo>
                  <a:cubicBezTo>
                    <a:pt x="242" y="1019"/>
                    <a:pt x="10" y="834"/>
                    <a:pt x="0" y="519"/>
                  </a:cubicBezTo>
                  <a:cubicBezTo>
                    <a:pt x="0" y="167"/>
                    <a:pt x="176" y="66"/>
                    <a:pt x="547" y="28"/>
                  </a:cubicBezTo>
                  <a:cubicBezTo>
                    <a:pt x="593" y="28"/>
                    <a:pt x="675" y="10"/>
                    <a:pt x="713" y="10"/>
                  </a:cubicBezTo>
                  <a:cubicBezTo>
                    <a:pt x="1120" y="0"/>
                    <a:pt x="1315" y="185"/>
                    <a:pt x="1315" y="417"/>
                  </a:cubicBezTo>
                  <a:cubicBezTo>
                    <a:pt x="1315" y="686"/>
                    <a:pt x="962" y="1010"/>
                    <a:pt x="620" y="1010"/>
                  </a:cubicBezTo>
                </a:path>
              </a:pathLst>
            </a:custGeom>
            <a:solidFill>
              <a:srgbClr val="01374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2212187" y="3623668"/>
              <a:ext cx="128017" cy="54769"/>
            </a:xfrm>
            <a:custGeom>
              <a:rect b="b" l="l" r="r" t="t"/>
              <a:pathLst>
                <a:path extrusionOk="0" h="409" w="954">
                  <a:moveTo>
                    <a:pt x="935" y="315"/>
                  </a:moveTo>
                  <a:lnTo>
                    <a:pt x="935" y="315"/>
                  </a:lnTo>
                  <a:cubicBezTo>
                    <a:pt x="944" y="342"/>
                    <a:pt x="944" y="371"/>
                    <a:pt x="944" y="408"/>
                  </a:cubicBezTo>
                  <a:cubicBezTo>
                    <a:pt x="944" y="399"/>
                    <a:pt x="953" y="389"/>
                    <a:pt x="953" y="371"/>
                  </a:cubicBezTo>
                  <a:cubicBezTo>
                    <a:pt x="953" y="362"/>
                    <a:pt x="953" y="351"/>
                    <a:pt x="944" y="351"/>
                  </a:cubicBezTo>
                  <a:cubicBezTo>
                    <a:pt x="944" y="333"/>
                    <a:pt x="944" y="324"/>
                    <a:pt x="935" y="315"/>
                  </a:cubicBezTo>
                  <a:lnTo>
                    <a:pt x="333" y="0"/>
                  </a:lnTo>
                  <a:cubicBezTo>
                    <a:pt x="196" y="0"/>
                    <a:pt x="84" y="18"/>
                    <a:pt x="0" y="46"/>
                  </a:cubicBezTo>
                  <a:cubicBezTo>
                    <a:pt x="94" y="37"/>
                    <a:pt x="205" y="28"/>
                    <a:pt x="315" y="28"/>
                  </a:cubicBezTo>
                  <a:cubicBezTo>
                    <a:pt x="362" y="28"/>
                    <a:pt x="481" y="37"/>
                    <a:pt x="529" y="37"/>
                  </a:cubicBezTo>
                  <a:cubicBezTo>
                    <a:pt x="584" y="46"/>
                    <a:pt x="629" y="46"/>
                    <a:pt x="677" y="55"/>
                  </a:cubicBezTo>
                  <a:cubicBezTo>
                    <a:pt x="584" y="18"/>
                    <a:pt x="472" y="0"/>
                    <a:pt x="333" y="0"/>
                  </a:cubicBezTo>
                  <a:lnTo>
                    <a:pt x="935" y="315"/>
                  </a:lnTo>
                </a:path>
              </a:pathLst>
            </a:custGeom>
            <a:solidFill>
              <a:srgbClr val="7C978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2171102" y="3627835"/>
              <a:ext cx="167911" cy="77986"/>
            </a:xfrm>
            <a:custGeom>
              <a:rect b="b" l="l" r="r" t="t"/>
              <a:pathLst>
                <a:path extrusionOk="0" h="584" w="1250">
                  <a:moveTo>
                    <a:pt x="620" y="0"/>
                  </a:moveTo>
                  <a:lnTo>
                    <a:pt x="620" y="0"/>
                  </a:lnTo>
                  <a:cubicBezTo>
                    <a:pt x="510" y="0"/>
                    <a:pt x="399" y="9"/>
                    <a:pt x="305" y="18"/>
                  </a:cubicBezTo>
                  <a:cubicBezTo>
                    <a:pt x="66" y="83"/>
                    <a:pt x="0" y="232"/>
                    <a:pt x="9" y="323"/>
                  </a:cubicBezTo>
                  <a:cubicBezTo>
                    <a:pt x="29" y="462"/>
                    <a:pt x="269" y="583"/>
                    <a:pt x="611" y="583"/>
                  </a:cubicBezTo>
                  <a:lnTo>
                    <a:pt x="620" y="583"/>
                  </a:lnTo>
                  <a:cubicBezTo>
                    <a:pt x="916" y="583"/>
                    <a:pt x="1203" y="491"/>
                    <a:pt x="1249" y="380"/>
                  </a:cubicBezTo>
                  <a:cubicBezTo>
                    <a:pt x="1249" y="343"/>
                    <a:pt x="1249" y="314"/>
                    <a:pt x="1240" y="287"/>
                  </a:cubicBezTo>
                  <a:cubicBezTo>
                    <a:pt x="1194" y="166"/>
                    <a:pt x="1112" y="83"/>
                    <a:pt x="982" y="27"/>
                  </a:cubicBezTo>
                  <a:cubicBezTo>
                    <a:pt x="934" y="18"/>
                    <a:pt x="889" y="18"/>
                    <a:pt x="834" y="9"/>
                  </a:cubicBezTo>
                  <a:cubicBezTo>
                    <a:pt x="786" y="9"/>
                    <a:pt x="667" y="0"/>
                    <a:pt x="620" y="0"/>
                  </a:cubicBezTo>
                </a:path>
              </a:pathLst>
            </a:custGeom>
            <a:solidFill>
              <a:srgbClr val="3345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1963893" y="3627835"/>
              <a:ext cx="58947" cy="10716"/>
            </a:xfrm>
            <a:custGeom>
              <a:rect b="b" l="l" r="r" t="t"/>
              <a:pathLst>
                <a:path extrusionOk="0" h="84" w="443">
                  <a:moveTo>
                    <a:pt x="415" y="0"/>
                  </a:moveTo>
                  <a:lnTo>
                    <a:pt x="415" y="0"/>
                  </a:lnTo>
                  <a:cubicBezTo>
                    <a:pt x="415" y="0"/>
                    <a:pt x="415" y="0"/>
                    <a:pt x="406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387" y="0"/>
                    <a:pt x="387" y="0"/>
                    <a:pt x="387" y="0"/>
                  </a:cubicBezTo>
                  <a:cubicBezTo>
                    <a:pt x="221" y="0"/>
                    <a:pt x="91" y="27"/>
                    <a:pt x="0" y="83"/>
                  </a:cubicBezTo>
                  <a:cubicBezTo>
                    <a:pt x="82" y="47"/>
                    <a:pt x="184" y="27"/>
                    <a:pt x="305" y="18"/>
                  </a:cubicBezTo>
                  <a:cubicBezTo>
                    <a:pt x="342" y="18"/>
                    <a:pt x="397" y="0"/>
                    <a:pt x="442" y="0"/>
                  </a:cubicBezTo>
                  <a:cubicBezTo>
                    <a:pt x="433" y="0"/>
                    <a:pt x="424" y="0"/>
                    <a:pt x="415" y="0"/>
                  </a:cubicBezTo>
                </a:path>
              </a:pathLst>
            </a:custGeom>
            <a:solidFill>
              <a:srgbClr val="7C978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1928762" y="3627835"/>
              <a:ext cx="174461" cy="82153"/>
            </a:xfrm>
            <a:custGeom>
              <a:rect b="b" l="l" r="r" t="t"/>
              <a:pathLst>
                <a:path extrusionOk="0" h="611" w="1296">
                  <a:moveTo>
                    <a:pt x="702" y="0"/>
                  </a:moveTo>
                  <a:lnTo>
                    <a:pt x="702" y="0"/>
                  </a:lnTo>
                  <a:cubicBezTo>
                    <a:pt x="657" y="0"/>
                    <a:pt x="602" y="18"/>
                    <a:pt x="565" y="18"/>
                  </a:cubicBezTo>
                  <a:cubicBezTo>
                    <a:pt x="444" y="27"/>
                    <a:pt x="342" y="47"/>
                    <a:pt x="260" y="83"/>
                  </a:cubicBezTo>
                  <a:cubicBezTo>
                    <a:pt x="148" y="148"/>
                    <a:pt x="73" y="232"/>
                    <a:pt x="37" y="352"/>
                  </a:cubicBezTo>
                  <a:cubicBezTo>
                    <a:pt x="0" y="491"/>
                    <a:pt x="324" y="610"/>
                    <a:pt x="666" y="610"/>
                  </a:cubicBezTo>
                  <a:cubicBezTo>
                    <a:pt x="684" y="610"/>
                    <a:pt x="684" y="610"/>
                    <a:pt x="684" y="610"/>
                  </a:cubicBezTo>
                  <a:cubicBezTo>
                    <a:pt x="1026" y="601"/>
                    <a:pt x="1267" y="471"/>
                    <a:pt x="1286" y="334"/>
                  </a:cubicBezTo>
                  <a:cubicBezTo>
                    <a:pt x="1295" y="213"/>
                    <a:pt x="1174" y="9"/>
                    <a:pt x="702" y="0"/>
                  </a:cubicBezTo>
                </a:path>
              </a:pathLst>
            </a:custGeom>
            <a:solidFill>
              <a:srgbClr val="3345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1909709" y="3618905"/>
              <a:ext cx="454312" cy="148233"/>
            </a:xfrm>
            <a:custGeom>
              <a:rect b="b" l="l" r="r" t="t"/>
              <a:pathLst>
                <a:path extrusionOk="0" h="1102" w="3369">
                  <a:moveTo>
                    <a:pt x="3200" y="139"/>
                  </a:moveTo>
                  <a:lnTo>
                    <a:pt x="3200" y="139"/>
                  </a:lnTo>
                  <a:cubicBezTo>
                    <a:pt x="3257" y="139"/>
                    <a:pt x="3293" y="158"/>
                    <a:pt x="3293" y="167"/>
                  </a:cubicBezTo>
                  <a:cubicBezTo>
                    <a:pt x="3293" y="185"/>
                    <a:pt x="3248" y="194"/>
                    <a:pt x="3211" y="185"/>
                  </a:cubicBezTo>
                  <a:cubicBezTo>
                    <a:pt x="3155" y="185"/>
                    <a:pt x="3118" y="176"/>
                    <a:pt x="3118" y="158"/>
                  </a:cubicBezTo>
                  <a:cubicBezTo>
                    <a:pt x="3118" y="148"/>
                    <a:pt x="3155" y="139"/>
                    <a:pt x="3200" y="139"/>
                  </a:cubicBezTo>
                  <a:lnTo>
                    <a:pt x="157" y="167"/>
                  </a:lnTo>
                  <a:cubicBezTo>
                    <a:pt x="203" y="167"/>
                    <a:pt x="240" y="167"/>
                    <a:pt x="251" y="185"/>
                  </a:cubicBezTo>
                  <a:cubicBezTo>
                    <a:pt x="251" y="194"/>
                    <a:pt x="212" y="213"/>
                    <a:pt x="167" y="222"/>
                  </a:cubicBezTo>
                  <a:cubicBezTo>
                    <a:pt x="121" y="222"/>
                    <a:pt x="75" y="222"/>
                    <a:pt x="75" y="203"/>
                  </a:cubicBezTo>
                  <a:cubicBezTo>
                    <a:pt x="66" y="185"/>
                    <a:pt x="112" y="176"/>
                    <a:pt x="157" y="167"/>
                  </a:cubicBezTo>
                  <a:lnTo>
                    <a:pt x="1240" y="185"/>
                  </a:lnTo>
                  <a:cubicBezTo>
                    <a:pt x="1351" y="231"/>
                    <a:pt x="1406" y="342"/>
                    <a:pt x="1406" y="399"/>
                  </a:cubicBezTo>
                  <a:cubicBezTo>
                    <a:pt x="1406" y="527"/>
                    <a:pt x="1361" y="759"/>
                    <a:pt x="1222" y="880"/>
                  </a:cubicBezTo>
                  <a:cubicBezTo>
                    <a:pt x="1064" y="1017"/>
                    <a:pt x="823" y="1037"/>
                    <a:pt x="823" y="1037"/>
                  </a:cubicBezTo>
                  <a:cubicBezTo>
                    <a:pt x="713" y="1037"/>
                    <a:pt x="713" y="1037"/>
                    <a:pt x="713" y="1037"/>
                  </a:cubicBezTo>
                  <a:cubicBezTo>
                    <a:pt x="713" y="1037"/>
                    <a:pt x="629" y="1028"/>
                    <a:pt x="547" y="999"/>
                  </a:cubicBezTo>
                  <a:cubicBezTo>
                    <a:pt x="490" y="971"/>
                    <a:pt x="435" y="935"/>
                    <a:pt x="379" y="880"/>
                  </a:cubicBezTo>
                  <a:cubicBezTo>
                    <a:pt x="260" y="741"/>
                    <a:pt x="231" y="509"/>
                    <a:pt x="240" y="399"/>
                  </a:cubicBezTo>
                  <a:cubicBezTo>
                    <a:pt x="251" y="306"/>
                    <a:pt x="315" y="213"/>
                    <a:pt x="435" y="167"/>
                  </a:cubicBezTo>
                  <a:cubicBezTo>
                    <a:pt x="593" y="112"/>
                    <a:pt x="1064" y="112"/>
                    <a:pt x="1240" y="185"/>
                  </a:cubicBezTo>
                  <a:lnTo>
                    <a:pt x="2128" y="176"/>
                  </a:lnTo>
                  <a:cubicBezTo>
                    <a:pt x="2017" y="222"/>
                    <a:pt x="1962" y="333"/>
                    <a:pt x="1962" y="388"/>
                  </a:cubicBezTo>
                  <a:cubicBezTo>
                    <a:pt x="1962" y="518"/>
                    <a:pt x="2026" y="759"/>
                    <a:pt x="2156" y="869"/>
                  </a:cubicBezTo>
                  <a:cubicBezTo>
                    <a:pt x="2313" y="1008"/>
                    <a:pt x="2553" y="1017"/>
                    <a:pt x="2553" y="1017"/>
                  </a:cubicBezTo>
                  <a:cubicBezTo>
                    <a:pt x="2674" y="1017"/>
                    <a:pt x="2674" y="1017"/>
                    <a:pt x="2674" y="1017"/>
                  </a:cubicBezTo>
                  <a:cubicBezTo>
                    <a:pt x="2674" y="1017"/>
                    <a:pt x="2758" y="1008"/>
                    <a:pt x="2831" y="971"/>
                  </a:cubicBezTo>
                  <a:cubicBezTo>
                    <a:pt x="2896" y="944"/>
                    <a:pt x="2951" y="907"/>
                    <a:pt x="2997" y="851"/>
                  </a:cubicBezTo>
                  <a:cubicBezTo>
                    <a:pt x="3118" y="712"/>
                    <a:pt x="3145" y="481"/>
                    <a:pt x="3127" y="370"/>
                  </a:cubicBezTo>
                  <a:cubicBezTo>
                    <a:pt x="3118" y="278"/>
                    <a:pt x="3045" y="185"/>
                    <a:pt x="2933" y="139"/>
                  </a:cubicBezTo>
                  <a:cubicBezTo>
                    <a:pt x="2776" y="83"/>
                    <a:pt x="2304" y="103"/>
                    <a:pt x="2128" y="176"/>
                  </a:cubicBezTo>
                  <a:lnTo>
                    <a:pt x="18" y="297"/>
                  </a:lnTo>
                  <a:cubicBezTo>
                    <a:pt x="0" y="112"/>
                    <a:pt x="0" y="112"/>
                    <a:pt x="0" y="112"/>
                  </a:cubicBezTo>
                  <a:cubicBezTo>
                    <a:pt x="0" y="112"/>
                    <a:pt x="417" y="10"/>
                    <a:pt x="916" y="37"/>
                  </a:cubicBezTo>
                  <a:cubicBezTo>
                    <a:pt x="1333" y="65"/>
                    <a:pt x="1509" y="194"/>
                    <a:pt x="1675" y="185"/>
                  </a:cubicBezTo>
                  <a:cubicBezTo>
                    <a:pt x="1841" y="185"/>
                    <a:pt x="2119" y="46"/>
                    <a:pt x="2425" y="28"/>
                  </a:cubicBezTo>
                  <a:cubicBezTo>
                    <a:pt x="2942" y="0"/>
                    <a:pt x="3368" y="74"/>
                    <a:pt x="3368" y="74"/>
                  </a:cubicBezTo>
                  <a:cubicBezTo>
                    <a:pt x="3348" y="269"/>
                    <a:pt x="3348" y="269"/>
                    <a:pt x="3348" y="269"/>
                  </a:cubicBezTo>
                  <a:cubicBezTo>
                    <a:pt x="3348" y="269"/>
                    <a:pt x="3275" y="269"/>
                    <a:pt x="3248" y="379"/>
                  </a:cubicBezTo>
                  <a:cubicBezTo>
                    <a:pt x="3229" y="463"/>
                    <a:pt x="3220" y="574"/>
                    <a:pt x="3191" y="684"/>
                  </a:cubicBezTo>
                  <a:cubicBezTo>
                    <a:pt x="3173" y="759"/>
                    <a:pt x="3136" y="833"/>
                    <a:pt x="3090" y="898"/>
                  </a:cubicBezTo>
                  <a:cubicBezTo>
                    <a:pt x="2997" y="1017"/>
                    <a:pt x="2840" y="1074"/>
                    <a:pt x="2701" y="1083"/>
                  </a:cubicBezTo>
                  <a:cubicBezTo>
                    <a:pt x="2571" y="1083"/>
                    <a:pt x="2220" y="1065"/>
                    <a:pt x="2063" y="898"/>
                  </a:cubicBezTo>
                  <a:cubicBezTo>
                    <a:pt x="1999" y="833"/>
                    <a:pt x="1942" y="759"/>
                    <a:pt x="1906" y="684"/>
                  </a:cubicBezTo>
                  <a:cubicBezTo>
                    <a:pt x="1851" y="565"/>
                    <a:pt x="1823" y="436"/>
                    <a:pt x="1767" y="379"/>
                  </a:cubicBezTo>
                  <a:cubicBezTo>
                    <a:pt x="1748" y="352"/>
                    <a:pt x="1712" y="352"/>
                    <a:pt x="1675" y="352"/>
                  </a:cubicBezTo>
                  <a:cubicBezTo>
                    <a:pt x="1648" y="352"/>
                    <a:pt x="1628" y="352"/>
                    <a:pt x="1609" y="361"/>
                  </a:cubicBezTo>
                  <a:cubicBezTo>
                    <a:pt x="1564" y="399"/>
                    <a:pt x="1536" y="518"/>
                    <a:pt x="1499" y="620"/>
                  </a:cubicBezTo>
                  <a:cubicBezTo>
                    <a:pt x="1452" y="721"/>
                    <a:pt x="1406" y="814"/>
                    <a:pt x="1342" y="889"/>
                  </a:cubicBezTo>
                  <a:cubicBezTo>
                    <a:pt x="1165" y="1083"/>
                    <a:pt x="841" y="1101"/>
                    <a:pt x="704" y="1101"/>
                  </a:cubicBezTo>
                  <a:cubicBezTo>
                    <a:pt x="556" y="1092"/>
                    <a:pt x="417" y="1055"/>
                    <a:pt x="269" y="898"/>
                  </a:cubicBezTo>
                  <a:cubicBezTo>
                    <a:pt x="148" y="768"/>
                    <a:pt x="157" y="536"/>
                    <a:pt x="121" y="408"/>
                  </a:cubicBezTo>
                  <a:cubicBezTo>
                    <a:pt x="102" y="306"/>
                    <a:pt x="18" y="297"/>
                    <a:pt x="18" y="297"/>
                  </a:cubicBezTo>
                  <a:lnTo>
                    <a:pt x="3200" y="139"/>
                  </a:lnTo>
                </a:path>
              </a:pathLst>
            </a:custGeom>
            <a:solidFill>
              <a:srgbClr val="C8422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1"/>
          <p:cNvGrpSpPr/>
          <p:nvPr/>
        </p:nvGrpSpPr>
        <p:grpSpPr>
          <a:xfrm>
            <a:off x="4291013" y="3294063"/>
            <a:ext cx="673100" cy="674687"/>
            <a:chOff x="4290829" y="3294460"/>
            <a:chExt cx="674025" cy="673894"/>
          </a:xfrm>
        </p:grpSpPr>
        <p:sp>
          <p:nvSpPr>
            <p:cNvPr id="160" name="Google Shape;160;p1"/>
            <p:cNvSpPr/>
            <p:nvPr/>
          </p:nvSpPr>
          <p:spPr>
            <a:xfrm>
              <a:off x="4290829" y="3294460"/>
              <a:ext cx="674025" cy="673894"/>
            </a:xfrm>
            <a:custGeom>
              <a:rect b="b" l="l" r="r" t="t"/>
              <a:pathLst>
                <a:path extrusionOk="0" h="4996" w="4997">
                  <a:moveTo>
                    <a:pt x="4996" y="2496"/>
                  </a:moveTo>
                  <a:lnTo>
                    <a:pt x="4996" y="2496"/>
                  </a:lnTo>
                  <a:cubicBezTo>
                    <a:pt x="4996" y="3875"/>
                    <a:pt x="3886" y="4995"/>
                    <a:pt x="2498" y="4995"/>
                  </a:cubicBezTo>
                  <a:cubicBezTo>
                    <a:pt x="1120" y="4995"/>
                    <a:pt x="0" y="3875"/>
                    <a:pt x="0" y="2496"/>
                  </a:cubicBezTo>
                  <a:cubicBezTo>
                    <a:pt x="0" y="1119"/>
                    <a:pt x="1120" y="0"/>
                    <a:pt x="2498" y="0"/>
                  </a:cubicBezTo>
                  <a:cubicBezTo>
                    <a:pt x="3886" y="0"/>
                    <a:pt x="4996" y="1119"/>
                    <a:pt x="4996" y="2496"/>
                  </a:cubicBezTo>
                </a:path>
              </a:pathLst>
            </a:custGeom>
            <a:solidFill>
              <a:srgbClr val="A0D2C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4639750" y="3419475"/>
              <a:ext cx="189346" cy="423863"/>
            </a:xfrm>
            <a:custGeom>
              <a:rect b="b" l="l" r="r" t="t"/>
              <a:pathLst>
                <a:path extrusionOk="0" h="3146" w="1407">
                  <a:moveTo>
                    <a:pt x="287" y="3052"/>
                  </a:moveTo>
                  <a:lnTo>
                    <a:pt x="287" y="3052"/>
                  </a:lnTo>
                  <a:cubicBezTo>
                    <a:pt x="139" y="3015"/>
                    <a:pt x="0" y="2783"/>
                    <a:pt x="92" y="2414"/>
                  </a:cubicBezTo>
                  <a:cubicBezTo>
                    <a:pt x="185" y="2044"/>
                    <a:pt x="306" y="1655"/>
                    <a:pt x="231" y="971"/>
                  </a:cubicBezTo>
                  <a:cubicBezTo>
                    <a:pt x="185" y="554"/>
                    <a:pt x="278" y="185"/>
                    <a:pt x="545" y="82"/>
                  </a:cubicBezTo>
                  <a:cubicBezTo>
                    <a:pt x="739" y="0"/>
                    <a:pt x="1377" y="203"/>
                    <a:pt x="1397" y="942"/>
                  </a:cubicBezTo>
                  <a:cubicBezTo>
                    <a:pt x="1406" y="1322"/>
                    <a:pt x="1119" y="1887"/>
                    <a:pt x="1064" y="2321"/>
                  </a:cubicBezTo>
                  <a:cubicBezTo>
                    <a:pt x="962" y="3145"/>
                    <a:pt x="620" y="3125"/>
                    <a:pt x="287" y="3052"/>
                  </a:cubicBezTo>
                </a:path>
              </a:pathLst>
            </a:custGeom>
            <a:solidFill>
              <a:srgbClr val="DB595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4642131" y="3423047"/>
              <a:ext cx="183988" cy="414338"/>
            </a:xfrm>
            <a:custGeom>
              <a:rect b="b" l="l" r="r" t="t"/>
              <a:pathLst>
                <a:path extrusionOk="0" h="3072" w="1369">
                  <a:moveTo>
                    <a:pt x="91" y="2359"/>
                  </a:moveTo>
                  <a:lnTo>
                    <a:pt x="91" y="2359"/>
                  </a:lnTo>
                  <a:cubicBezTo>
                    <a:pt x="175" y="1997"/>
                    <a:pt x="296" y="1619"/>
                    <a:pt x="221" y="944"/>
                  </a:cubicBezTo>
                  <a:cubicBezTo>
                    <a:pt x="175" y="536"/>
                    <a:pt x="268" y="176"/>
                    <a:pt x="526" y="74"/>
                  </a:cubicBezTo>
                  <a:cubicBezTo>
                    <a:pt x="711" y="0"/>
                    <a:pt x="1340" y="194"/>
                    <a:pt x="1358" y="915"/>
                  </a:cubicBezTo>
                  <a:cubicBezTo>
                    <a:pt x="1368" y="1286"/>
                    <a:pt x="1091" y="1840"/>
                    <a:pt x="1036" y="2257"/>
                  </a:cubicBezTo>
                  <a:cubicBezTo>
                    <a:pt x="934" y="3071"/>
                    <a:pt x="601" y="3043"/>
                    <a:pt x="277" y="2970"/>
                  </a:cubicBezTo>
                  <a:cubicBezTo>
                    <a:pt x="129" y="2941"/>
                    <a:pt x="0" y="2710"/>
                    <a:pt x="91" y="2359"/>
                  </a:cubicBezTo>
                </a:path>
              </a:pathLst>
            </a:custGeom>
            <a:solidFill>
              <a:srgbClr val="E2979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4624269" y="3498056"/>
              <a:ext cx="185774" cy="242888"/>
            </a:xfrm>
            <a:custGeom>
              <a:rect b="b" l="l" r="r" t="t"/>
              <a:pathLst>
                <a:path extrusionOk="0" h="1805" w="1379">
                  <a:moveTo>
                    <a:pt x="1313" y="1203"/>
                  </a:moveTo>
                  <a:lnTo>
                    <a:pt x="1313" y="1203"/>
                  </a:lnTo>
                  <a:cubicBezTo>
                    <a:pt x="1313" y="1203"/>
                    <a:pt x="1378" y="925"/>
                    <a:pt x="1194" y="749"/>
                  </a:cubicBezTo>
                  <a:cubicBezTo>
                    <a:pt x="1018" y="583"/>
                    <a:pt x="749" y="232"/>
                    <a:pt x="749" y="166"/>
                  </a:cubicBezTo>
                  <a:cubicBezTo>
                    <a:pt x="740" y="111"/>
                    <a:pt x="768" y="102"/>
                    <a:pt x="768" y="102"/>
                  </a:cubicBezTo>
                  <a:cubicBezTo>
                    <a:pt x="768" y="102"/>
                    <a:pt x="832" y="120"/>
                    <a:pt x="832" y="93"/>
                  </a:cubicBezTo>
                  <a:cubicBezTo>
                    <a:pt x="823" y="74"/>
                    <a:pt x="814" y="0"/>
                    <a:pt x="740" y="27"/>
                  </a:cubicBezTo>
                  <a:cubicBezTo>
                    <a:pt x="675" y="47"/>
                    <a:pt x="638" y="148"/>
                    <a:pt x="638" y="148"/>
                  </a:cubicBezTo>
                  <a:cubicBezTo>
                    <a:pt x="638" y="148"/>
                    <a:pt x="398" y="426"/>
                    <a:pt x="259" y="620"/>
                  </a:cubicBezTo>
                  <a:cubicBezTo>
                    <a:pt x="0" y="971"/>
                    <a:pt x="212" y="1360"/>
                    <a:pt x="221" y="1369"/>
                  </a:cubicBezTo>
                  <a:cubicBezTo>
                    <a:pt x="342" y="1638"/>
                    <a:pt x="417" y="1804"/>
                    <a:pt x="490" y="1665"/>
                  </a:cubicBezTo>
                  <a:cubicBezTo>
                    <a:pt x="536" y="1581"/>
                    <a:pt x="296" y="1369"/>
                    <a:pt x="268" y="1230"/>
                  </a:cubicBezTo>
                  <a:cubicBezTo>
                    <a:pt x="175" y="768"/>
                    <a:pt x="555" y="453"/>
                    <a:pt x="601" y="416"/>
                  </a:cubicBezTo>
                  <a:cubicBezTo>
                    <a:pt x="656" y="389"/>
                    <a:pt x="740" y="471"/>
                    <a:pt x="795" y="546"/>
                  </a:cubicBezTo>
                  <a:cubicBezTo>
                    <a:pt x="859" y="610"/>
                    <a:pt x="1194" y="952"/>
                    <a:pt x="1230" y="1082"/>
                  </a:cubicBezTo>
                  <a:cubicBezTo>
                    <a:pt x="1267" y="1212"/>
                    <a:pt x="1276" y="1314"/>
                    <a:pt x="1276" y="1314"/>
                  </a:cubicBezTo>
                  <a:lnTo>
                    <a:pt x="1313" y="1203"/>
                  </a:lnTo>
                </a:path>
              </a:pathLst>
            </a:custGeom>
            <a:solidFill>
              <a:srgbClr val="DB595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4427182" y="3419475"/>
              <a:ext cx="191133" cy="423863"/>
            </a:xfrm>
            <a:custGeom>
              <a:rect b="b" l="l" r="r" t="t"/>
              <a:pathLst>
                <a:path extrusionOk="0" h="3146" w="1418">
                  <a:moveTo>
                    <a:pt x="1130" y="3052"/>
                  </a:moveTo>
                  <a:lnTo>
                    <a:pt x="1130" y="3052"/>
                  </a:lnTo>
                  <a:cubicBezTo>
                    <a:pt x="1278" y="3015"/>
                    <a:pt x="1417" y="2783"/>
                    <a:pt x="1324" y="2414"/>
                  </a:cubicBezTo>
                  <a:cubicBezTo>
                    <a:pt x="1223" y="2044"/>
                    <a:pt x="1102" y="1655"/>
                    <a:pt x="1185" y="971"/>
                  </a:cubicBezTo>
                  <a:cubicBezTo>
                    <a:pt x="1232" y="554"/>
                    <a:pt x="1130" y="185"/>
                    <a:pt x="870" y="82"/>
                  </a:cubicBezTo>
                  <a:cubicBezTo>
                    <a:pt x="676" y="0"/>
                    <a:pt x="38" y="203"/>
                    <a:pt x="20" y="942"/>
                  </a:cubicBezTo>
                  <a:cubicBezTo>
                    <a:pt x="0" y="1322"/>
                    <a:pt x="287" y="1887"/>
                    <a:pt x="344" y="2321"/>
                  </a:cubicBezTo>
                  <a:cubicBezTo>
                    <a:pt x="446" y="3145"/>
                    <a:pt x="797" y="3125"/>
                    <a:pt x="1130" y="3052"/>
                  </a:cubicBezTo>
                </a:path>
              </a:pathLst>
            </a:custGeom>
            <a:solidFill>
              <a:srgbClr val="DB595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4429564" y="3423047"/>
              <a:ext cx="185178" cy="414338"/>
            </a:xfrm>
            <a:custGeom>
              <a:rect b="b" l="l" r="r" t="t"/>
              <a:pathLst>
                <a:path extrusionOk="0" h="3072" w="1378">
                  <a:moveTo>
                    <a:pt x="1101" y="2970"/>
                  </a:moveTo>
                  <a:lnTo>
                    <a:pt x="1101" y="2970"/>
                  </a:lnTo>
                  <a:cubicBezTo>
                    <a:pt x="777" y="3043"/>
                    <a:pt x="435" y="3071"/>
                    <a:pt x="333" y="2257"/>
                  </a:cubicBezTo>
                  <a:cubicBezTo>
                    <a:pt x="287" y="1840"/>
                    <a:pt x="0" y="1286"/>
                    <a:pt x="18" y="915"/>
                  </a:cubicBezTo>
                  <a:cubicBezTo>
                    <a:pt x="37" y="194"/>
                    <a:pt x="656" y="0"/>
                    <a:pt x="850" y="74"/>
                  </a:cubicBezTo>
                  <a:cubicBezTo>
                    <a:pt x="1101" y="176"/>
                    <a:pt x="1203" y="536"/>
                    <a:pt x="1156" y="944"/>
                  </a:cubicBezTo>
                  <a:cubicBezTo>
                    <a:pt x="1082" y="1619"/>
                    <a:pt x="1192" y="1997"/>
                    <a:pt x="1285" y="2359"/>
                  </a:cubicBezTo>
                  <a:cubicBezTo>
                    <a:pt x="1377" y="2710"/>
                    <a:pt x="1249" y="2941"/>
                    <a:pt x="1101" y="2970"/>
                  </a:cubicBezTo>
                </a:path>
              </a:pathLst>
            </a:custGeom>
            <a:solidFill>
              <a:srgbClr val="E2979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4447426" y="3498056"/>
              <a:ext cx="183988" cy="242888"/>
            </a:xfrm>
            <a:custGeom>
              <a:rect b="b" l="l" r="r" t="t"/>
              <a:pathLst>
                <a:path extrusionOk="0" h="1805" w="1369">
                  <a:moveTo>
                    <a:pt x="64" y="1203"/>
                  </a:moveTo>
                  <a:lnTo>
                    <a:pt x="64" y="1203"/>
                  </a:lnTo>
                  <a:cubicBezTo>
                    <a:pt x="64" y="1203"/>
                    <a:pt x="0" y="925"/>
                    <a:pt x="184" y="749"/>
                  </a:cubicBezTo>
                  <a:cubicBezTo>
                    <a:pt x="360" y="583"/>
                    <a:pt x="627" y="232"/>
                    <a:pt x="627" y="166"/>
                  </a:cubicBezTo>
                  <a:cubicBezTo>
                    <a:pt x="638" y="111"/>
                    <a:pt x="609" y="102"/>
                    <a:pt x="609" y="102"/>
                  </a:cubicBezTo>
                  <a:cubicBezTo>
                    <a:pt x="609" y="102"/>
                    <a:pt x="545" y="120"/>
                    <a:pt x="545" y="93"/>
                  </a:cubicBezTo>
                  <a:cubicBezTo>
                    <a:pt x="554" y="74"/>
                    <a:pt x="563" y="0"/>
                    <a:pt x="627" y="27"/>
                  </a:cubicBezTo>
                  <a:cubicBezTo>
                    <a:pt x="702" y="47"/>
                    <a:pt x="729" y="148"/>
                    <a:pt x="729" y="148"/>
                  </a:cubicBezTo>
                  <a:cubicBezTo>
                    <a:pt x="729" y="148"/>
                    <a:pt x="980" y="426"/>
                    <a:pt x="1119" y="620"/>
                  </a:cubicBezTo>
                  <a:cubicBezTo>
                    <a:pt x="1368" y="971"/>
                    <a:pt x="1165" y="1360"/>
                    <a:pt x="1155" y="1369"/>
                  </a:cubicBezTo>
                  <a:cubicBezTo>
                    <a:pt x="1035" y="1638"/>
                    <a:pt x="962" y="1804"/>
                    <a:pt x="887" y="1665"/>
                  </a:cubicBezTo>
                  <a:cubicBezTo>
                    <a:pt x="841" y="1581"/>
                    <a:pt x="1082" y="1369"/>
                    <a:pt x="1110" y="1230"/>
                  </a:cubicBezTo>
                  <a:cubicBezTo>
                    <a:pt x="1201" y="768"/>
                    <a:pt x="823" y="453"/>
                    <a:pt x="766" y="416"/>
                  </a:cubicBezTo>
                  <a:cubicBezTo>
                    <a:pt x="720" y="389"/>
                    <a:pt x="638" y="471"/>
                    <a:pt x="581" y="546"/>
                  </a:cubicBezTo>
                  <a:cubicBezTo>
                    <a:pt x="517" y="610"/>
                    <a:pt x="175" y="952"/>
                    <a:pt x="148" y="1082"/>
                  </a:cubicBezTo>
                  <a:cubicBezTo>
                    <a:pt x="110" y="1212"/>
                    <a:pt x="91" y="1314"/>
                    <a:pt x="91" y="1314"/>
                  </a:cubicBezTo>
                  <a:lnTo>
                    <a:pt x="64" y="1203"/>
                  </a:lnTo>
                </a:path>
              </a:pathLst>
            </a:custGeom>
            <a:solidFill>
              <a:srgbClr val="DB595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"/>
          <p:cNvGrpSpPr/>
          <p:nvPr/>
        </p:nvGrpSpPr>
        <p:grpSpPr>
          <a:xfrm>
            <a:off x="963613" y="1747838"/>
            <a:ext cx="673100" cy="674687"/>
            <a:chOff x="962977" y="1747838"/>
            <a:chExt cx="674025" cy="673894"/>
          </a:xfrm>
        </p:grpSpPr>
        <p:sp>
          <p:nvSpPr>
            <p:cNvPr id="168" name="Google Shape;168;p1"/>
            <p:cNvSpPr/>
            <p:nvPr/>
          </p:nvSpPr>
          <p:spPr>
            <a:xfrm>
              <a:off x="962977" y="1747838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7" y="4996"/>
                    <a:pt x="2498" y="4996"/>
                  </a:cubicBezTo>
                  <a:cubicBezTo>
                    <a:pt x="1120" y="4996"/>
                    <a:pt x="0" y="3877"/>
                    <a:pt x="0" y="2498"/>
                  </a:cubicBezTo>
                  <a:cubicBezTo>
                    <a:pt x="0" y="1120"/>
                    <a:pt x="1120" y="0"/>
                    <a:pt x="2498" y="0"/>
                  </a:cubicBezTo>
                  <a:cubicBezTo>
                    <a:pt x="3877" y="0"/>
                    <a:pt x="4996" y="1120"/>
                    <a:pt x="4996" y="2498"/>
                  </a:cubicBezTo>
                </a:path>
              </a:pathLst>
            </a:custGeom>
            <a:solidFill>
              <a:srgbClr val="FEF06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1075513" y="2160390"/>
              <a:ext cx="445381" cy="99417"/>
            </a:xfrm>
            <a:custGeom>
              <a:rect b="b" l="l" r="r" t="t"/>
              <a:pathLst>
                <a:path extrusionOk="0" h="742" w="3305">
                  <a:moveTo>
                    <a:pt x="3265" y="0"/>
                  </a:moveTo>
                  <a:lnTo>
                    <a:pt x="3265" y="0"/>
                  </a:lnTo>
                  <a:cubicBezTo>
                    <a:pt x="38" y="0"/>
                    <a:pt x="38" y="0"/>
                    <a:pt x="38" y="0"/>
                  </a:cubicBezTo>
                  <a:cubicBezTo>
                    <a:pt x="9" y="0"/>
                    <a:pt x="0" y="18"/>
                    <a:pt x="0" y="37"/>
                  </a:cubicBezTo>
                  <a:cubicBezTo>
                    <a:pt x="0" y="278"/>
                    <a:pt x="0" y="278"/>
                    <a:pt x="0" y="278"/>
                  </a:cubicBezTo>
                  <a:cubicBezTo>
                    <a:pt x="0" y="296"/>
                    <a:pt x="9" y="315"/>
                    <a:pt x="38" y="315"/>
                  </a:cubicBezTo>
                  <a:cubicBezTo>
                    <a:pt x="186" y="315"/>
                    <a:pt x="186" y="315"/>
                    <a:pt x="186" y="315"/>
                  </a:cubicBezTo>
                  <a:cubicBezTo>
                    <a:pt x="186" y="554"/>
                    <a:pt x="186" y="554"/>
                    <a:pt x="186" y="554"/>
                  </a:cubicBezTo>
                  <a:cubicBezTo>
                    <a:pt x="186" y="657"/>
                    <a:pt x="268" y="741"/>
                    <a:pt x="361" y="741"/>
                  </a:cubicBezTo>
                  <a:cubicBezTo>
                    <a:pt x="480" y="741"/>
                    <a:pt x="480" y="741"/>
                    <a:pt x="480" y="741"/>
                  </a:cubicBezTo>
                  <a:cubicBezTo>
                    <a:pt x="583" y="741"/>
                    <a:pt x="667" y="657"/>
                    <a:pt x="667" y="554"/>
                  </a:cubicBezTo>
                  <a:cubicBezTo>
                    <a:pt x="667" y="315"/>
                    <a:pt x="667" y="315"/>
                    <a:pt x="667" y="315"/>
                  </a:cubicBezTo>
                  <a:cubicBezTo>
                    <a:pt x="2729" y="315"/>
                    <a:pt x="2729" y="315"/>
                    <a:pt x="2729" y="315"/>
                  </a:cubicBezTo>
                  <a:cubicBezTo>
                    <a:pt x="2729" y="554"/>
                    <a:pt x="2729" y="554"/>
                    <a:pt x="2729" y="554"/>
                  </a:cubicBezTo>
                  <a:cubicBezTo>
                    <a:pt x="2729" y="657"/>
                    <a:pt x="2803" y="741"/>
                    <a:pt x="2905" y="741"/>
                  </a:cubicBezTo>
                  <a:cubicBezTo>
                    <a:pt x="3026" y="741"/>
                    <a:pt x="3026" y="741"/>
                    <a:pt x="3026" y="741"/>
                  </a:cubicBezTo>
                  <a:cubicBezTo>
                    <a:pt x="3126" y="741"/>
                    <a:pt x="3210" y="657"/>
                    <a:pt x="3210" y="554"/>
                  </a:cubicBezTo>
                  <a:cubicBezTo>
                    <a:pt x="3210" y="315"/>
                    <a:pt x="3210" y="315"/>
                    <a:pt x="3210" y="315"/>
                  </a:cubicBezTo>
                  <a:cubicBezTo>
                    <a:pt x="3265" y="315"/>
                    <a:pt x="3265" y="315"/>
                    <a:pt x="3265" y="315"/>
                  </a:cubicBezTo>
                  <a:cubicBezTo>
                    <a:pt x="3285" y="315"/>
                    <a:pt x="3304" y="296"/>
                    <a:pt x="3304" y="278"/>
                  </a:cubicBezTo>
                  <a:cubicBezTo>
                    <a:pt x="3304" y="37"/>
                    <a:pt x="3304" y="37"/>
                    <a:pt x="3304" y="37"/>
                  </a:cubicBezTo>
                  <a:cubicBezTo>
                    <a:pt x="3304" y="18"/>
                    <a:pt x="3285" y="0"/>
                    <a:pt x="3265" y="0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1444084" y="2202657"/>
              <a:ext cx="64306" cy="57150"/>
            </a:xfrm>
            <a:custGeom>
              <a:rect b="b" l="l" r="r" t="t"/>
              <a:pathLst>
                <a:path extrusionOk="0" h="427" w="482">
                  <a:moveTo>
                    <a:pt x="0" y="0"/>
                  </a:moveTo>
                  <a:lnTo>
                    <a:pt x="0" y="0"/>
                  </a:lnTo>
                  <a:cubicBezTo>
                    <a:pt x="0" y="239"/>
                    <a:pt x="0" y="239"/>
                    <a:pt x="0" y="239"/>
                  </a:cubicBezTo>
                  <a:cubicBezTo>
                    <a:pt x="0" y="342"/>
                    <a:pt x="74" y="426"/>
                    <a:pt x="176" y="426"/>
                  </a:cubicBezTo>
                  <a:cubicBezTo>
                    <a:pt x="297" y="426"/>
                    <a:pt x="297" y="426"/>
                    <a:pt x="297" y="426"/>
                  </a:cubicBezTo>
                  <a:cubicBezTo>
                    <a:pt x="397" y="426"/>
                    <a:pt x="481" y="342"/>
                    <a:pt x="481" y="239"/>
                  </a:cubicBezTo>
                  <a:cubicBezTo>
                    <a:pt x="481" y="0"/>
                    <a:pt x="481" y="0"/>
                    <a:pt x="481" y="0"/>
                  </a:cubicBezTo>
                  <a:lnTo>
                    <a:pt x="0" y="0"/>
                  </a:ln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1100522" y="2202657"/>
              <a:ext cx="64306" cy="57150"/>
            </a:xfrm>
            <a:custGeom>
              <a:rect b="b" l="l" r="r" t="t"/>
              <a:pathLst>
                <a:path extrusionOk="0" h="427" w="482">
                  <a:moveTo>
                    <a:pt x="0" y="0"/>
                  </a:moveTo>
                  <a:lnTo>
                    <a:pt x="0" y="0"/>
                  </a:lnTo>
                  <a:cubicBezTo>
                    <a:pt x="0" y="239"/>
                    <a:pt x="0" y="239"/>
                    <a:pt x="0" y="239"/>
                  </a:cubicBezTo>
                  <a:cubicBezTo>
                    <a:pt x="0" y="342"/>
                    <a:pt x="73" y="426"/>
                    <a:pt x="175" y="426"/>
                  </a:cubicBezTo>
                  <a:cubicBezTo>
                    <a:pt x="294" y="426"/>
                    <a:pt x="294" y="426"/>
                    <a:pt x="294" y="426"/>
                  </a:cubicBezTo>
                  <a:cubicBezTo>
                    <a:pt x="397" y="426"/>
                    <a:pt x="481" y="342"/>
                    <a:pt x="481" y="239"/>
                  </a:cubicBezTo>
                  <a:cubicBezTo>
                    <a:pt x="481" y="0"/>
                    <a:pt x="481" y="0"/>
                    <a:pt x="481" y="0"/>
                  </a:cubicBezTo>
                  <a:lnTo>
                    <a:pt x="0" y="0"/>
                  </a:ln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1061818" y="1910358"/>
              <a:ext cx="470389" cy="238125"/>
            </a:xfrm>
            <a:custGeom>
              <a:rect b="b" l="l" r="r" t="t"/>
              <a:pathLst>
                <a:path extrusionOk="0" h="1767" w="3488">
                  <a:moveTo>
                    <a:pt x="3136" y="1027"/>
                  </a:moveTo>
                  <a:lnTo>
                    <a:pt x="3136" y="1027"/>
                  </a:lnTo>
                  <a:cubicBezTo>
                    <a:pt x="3034" y="574"/>
                    <a:pt x="2682" y="36"/>
                    <a:pt x="2580" y="36"/>
                  </a:cubicBezTo>
                  <a:cubicBezTo>
                    <a:pt x="2534" y="36"/>
                    <a:pt x="2145" y="0"/>
                    <a:pt x="1748" y="0"/>
                  </a:cubicBezTo>
                  <a:cubicBezTo>
                    <a:pt x="1349" y="0"/>
                    <a:pt x="953" y="36"/>
                    <a:pt x="907" y="36"/>
                  </a:cubicBezTo>
                  <a:cubicBezTo>
                    <a:pt x="823" y="36"/>
                    <a:pt x="462" y="574"/>
                    <a:pt x="351" y="1027"/>
                  </a:cubicBezTo>
                  <a:cubicBezTo>
                    <a:pt x="0" y="1100"/>
                    <a:pt x="64" y="1702"/>
                    <a:pt x="64" y="1730"/>
                  </a:cubicBezTo>
                  <a:cubicBezTo>
                    <a:pt x="64" y="1748"/>
                    <a:pt x="82" y="1766"/>
                    <a:pt x="101" y="1766"/>
                  </a:cubicBezTo>
                  <a:cubicBezTo>
                    <a:pt x="1748" y="1757"/>
                    <a:pt x="1748" y="1757"/>
                    <a:pt x="1748" y="1757"/>
                  </a:cubicBezTo>
                  <a:cubicBezTo>
                    <a:pt x="3386" y="1766"/>
                    <a:pt x="3386" y="1766"/>
                    <a:pt x="3386" y="1766"/>
                  </a:cubicBezTo>
                  <a:cubicBezTo>
                    <a:pt x="3405" y="1766"/>
                    <a:pt x="3423" y="1748"/>
                    <a:pt x="3423" y="1730"/>
                  </a:cubicBezTo>
                  <a:cubicBezTo>
                    <a:pt x="3432" y="1702"/>
                    <a:pt x="3487" y="1100"/>
                    <a:pt x="3136" y="1027"/>
                  </a:cubicBezTo>
                </a:path>
              </a:pathLst>
            </a:custGeom>
            <a:solidFill>
              <a:srgbClr val="F1672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1110644" y="2079427"/>
              <a:ext cx="44657" cy="44649"/>
            </a:xfrm>
            <a:custGeom>
              <a:rect b="b" l="l" r="r" t="t"/>
              <a:pathLst>
                <a:path extrusionOk="0" h="333" w="334">
                  <a:moveTo>
                    <a:pt x="167" y="332"/>
                  </a:moveTo>
                  <a:lnTo>
                    <a:pt x="167" y="332"/>
                  </a:lnTo>
                  <a:cubicBezTo>
                    <a:pt x="75" y="332"/>
                    <a:pt x="0" y="259"/>
                    <a:pt x="0" y="166"/>
                  </a:cubicBezTo>
                  <a:cubicBezTo>
                    <a:pt x="0" y="74"/>
                    <a:pt x="75" y="0"/>
                    <a:pt x="167" y="0"/>
                  </a:cubicBezTo>
                  <a:cubicBezTo>
                    <a:pt x="260" y="0"/>
                    <a:pt x="333" y="74"/>
                    <a:pt x="333" y="166"/>
                  </a:cubicBezTo>
                  <a:cubicBezTo>
                    <a:pt x="333" y="259"/>
                    <a:pt x="260" y="332"/>
                    <a:pt x="167" y="332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1145774" y="1936552"/>
              <a:ext cx="309028" cy="115491"/>
            </a:xfrm>
            <a:custGeom>
              <a:rect b="b" l="l" r="r" t="t"/>
              <a:pathLst>
                <a:path extrusionOk="0" h="862" w="2294">
                  <a:moveTo>
                    <a:pt x="9" y="861"/>
                  </a:moveTo>
                  <a:lnTo>
                    <a:pt x="9" y="861"/>
                  </a:lnTo>
                  <a:cubicBezTo>
                    <a:pt x="9" y="861"/>
                    <a:pt x="0" y="861"/>
                    <a:pt x="0" y="851"/>
                  </a:cubicBezTo>
                  <a:lnTo>
                    <a:pt x="0" y="842"/>
                  </a:lnTo>
                  <a:cubicBezTo>
                    <a:pt x="9" y="815"/>
                    <a:pt x="212" y="102"/>
                    <a:pt x="360" y="56"/>
                  </a:cubicBezTo>
                  <a:cubicBezTo>
                    <a:pt x="508" y="0"/>
                    <a:pt x="1100" y="0"/>
                    <a:pt x="1128" y="0"/>
                  </a:cubicBezTo>
                  <a:cubicBezTo>
                    <a:pt x="1128" y="0"/>
                    <a:pt x="1183" y="0"/>
                    <a:pt x="1276" y="0"/>
                  </a:cubicBezTo>
                  <a:cubicBezTo>
                    <a:pt x="1554" y="0"/>
                    <a:pt x="1878" y="9"/>
                    <a:pt x="1942" y="56"/>
                  </a:cubicBezTo>
                  <a:cubicBezTo>
                    <a:pt x="2035" y="120"/>
                    <a:pt x="2284" y="815"/>
                    <a:pt x="2293" y="842"/>
                  </a:cubicBezTo>
                  <a:lnTo>
                    <a:pt x="2293" y="851"/>
                  </a:lnTo>
                  <a:cubicBezTo>
                    <a:pt x="2293" y="861"/>
                    <a:pt x="2284" y="861"/>
                    <a:pt x="2284" y="861"/>
                  </a:cubicBezTo>
                  <a:lnTo>
                    <a:pt x="9" y="861"/>
                  </a:ln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1439320" y="2079427"/>
              <a:ext cx="45848" cy="44649"/>
            </a:xfrm>
            <a:custGeom>
              <a:rect b="b" l="l" r="r" t="t"/>
              <a:pathLst>
                <a:path extrusionOk="0" h="333" w="343">
                  <a:moveTo>
                    <a:pt x="166" y="332"/>
                  </a:moveTo>
                  <a:lnTo>
                    <a:pt x="166" y="332"/>
                  </a:lnTo>
                  <a:cubicBezTo>
                    <a:pt x="73" y="332"/>
                    <a:pt x="0" y="259"/>
                    <a:pt x="0" y="166"/>
                  </a:cubicBezTo>
                  <a:cubicBezTo>
                    <a:pt x="0" y="74"/>
                    <a:pt x="73" y="0"/>
                    <a:pt x="166" y="0"/>
                  </a:cubicBezTo>
                  <a:cubicBezTo>
                    <a:pt x="258" y="0"/>
                    <a:pt x="342" y="74"/>
                    <a:pt x="342" y="166"/>
                  </a:cubicBezTo>
                  <a:cubicBezTo>
                    <a:pt x="342" y="259"/>
                    <a:pt x="258" y="332"/>
                    <a:pt x="166" y="332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1254142" y="1936552"/>
              <a:ext cx="200660" cy="115491"/>
            </a:xfrm>
            <a:custGeom>
              <a:rect b="b" l="l" r="r" t="t"/>
              <a:pathLst>
                <a:path extrusionOk="0" h="862" w="1490">
                  <a:moveTo>
                    <a:pt x="472" y="0"/>
                  </a:moveTo>
                  <a:lnTo>
                    <a:pt x="472" y="0"/>
                  </a:lnTo>
                  <a:cubicBezTo>
                    <a:pt x="750" y="0"/>
                    <a:pt x="1074" y="9"/>
                    <a:pt x="1138" y="56"/>
                  </a:cubicBezTo>
                  <a:cubicBezTo>
                    <a:pt x="1231" y="120"/>
                    <a:pt x="1480" y="815"/>
                    <a:pt x="1489" y="842"/>
                  </a:cubicBezTo>
                  <a:lnTo>
                    <a:pt x="1489" y="851"/>
                  </a:lnTo>
                  <a:cubicBezTo>
                    <a:pt x="1489" y="861"/>
                    <a:pt x="1480" y="861"/>
                    <a:pt x="1480" y="861"/>
                  </a:cubicBezTo>
                  <a:cubicBezTo>
                    <a:pt x="0" y="861"/>
                    <a:pt x="0" y="861"/>
                    <a:pt x="0" y="861"/>
                  </a:cubicBezTo>
                  <a:lnTo>
                    <a:pt x="472" y="0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1231515" y="2093119"/>
              <a:ext cx="136949" cy="30361"/>
            </a:xfrm>
            <a:custGeom>
              <a:rect b="b" l="l" r="r" t="t"/>
              <a:pathLst>
                <a:path extrusionOk="0" h="231" w="1018">
                  <a:moveTo>
                    <a:pt x="1017" y="230"/>
                  </a:moveTo>
                  <a:lnTo>
                    <a:pt x="0" y="230"/>
                  </a:lnTo>
                  <a:lnTo>
                    <a:pt x="0" y="0"/>
                  </a:lnTo>
                  <a:lnTo>
                    <a:pt x="1017" y="0"/>
                  </a:lnTo>
                  <a:lnTo>
                    <a:pt x="1017" y="2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"/>
          <p:cNvGrpSpPr/>
          <p:nvPr/>
        </p:nvGrpSpPr>
        <p:grpSpPr>
          <a:xfrm>
            <a:off x="1801813" y="1747838"/>
            <a:ext cx="673100" cy="674687"/>
            <a:chOff x="1801341" y="1747838"/>
            <a:chExt cx="674025" cy="673894"/>
          </a:xfrm>
        </p:grpSpPr>
        <p:sp>
          <p:nvSpPr>
            <p:cNvPr id="179" name="Google Shape;179;p1"/>
            <p:cNvSpPr/>
            <p:nvPr/>
          </p:nvSpPr>
          <p:spPr>
            <a:xfrm>
              <a:off x="1801341" y="1747838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7" y="4996"/>
                    <a:pt x="2498" y="4996"/>
                  </a:cubicBezTo>
                  <a:cubicBezTo>
                    <a:pt x="1110" y="4996"/>
                    <a:pt x="0" y="3877"/>
                    <a:pt x="0" y="2498"/>
                  </a:cubicBezTo>
                  <a:cubicBezTo>
                    <a:pt x="0" y="1120"/>
                    <a:pt x="1110" y="0"/>
                    <a:pt x="2498" y="0"/>
                  </a:cubicBezTo>
                  <a:cubicBezTo>
                    <a:pt x="3877" y="0"/>
                    <a:pt x="4996" y="1120"/>
                    <a:pt x="4996" y="2498"/>
                  </a:cubicBezTo>
                </a:path>
              </a:pathLst>
            </a:custGeom>
            <a:solidFill>
              <a:srgbClr val="2750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1916259" y="2165153"/>
              <a:ext cx="445381" cy="99417"/>
            </a:xfrm>
            <a:custGeom>
              <a:rect b="b" l="l" r="r" t="t"/>
              <a:pathLst>
                <a:path extrusionOk="0" h="741" w="3303">
                  <a:moveTo>
                    <a:pt x="3266" y="0"/>
                  </a:moveTo>
                  <a:lnTo>
                    <a:pt x="3266" y="0"/>
                  </a:lnTo>
                  <a:cubicBezTo>
                    <a:pt x="38" y="0"/>
                    <a:pt x="38" y="0"/>
                    <a:pt x="38" y="0"/>
                  </a:cubicBezTo>
                  <a:cubicBezTo>
                    <a:pt x="9" y="0"/>
                    <a:pt x="0" y="18"/>
                    <a:pt x="0" y="36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0" y="305"/>
                    <a:pt x="9" y="323"/>
                    <a:pt x="38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5" y="656"/>
                    <a:pt x="269" y="740"/>
                    <a:pt x="362" y="740"/>
                  </a:cubicBezTo>
                  <a:cubicBezTo>
                    <a:pt x="481" y="740"/>
                    <a:pt x="481" y="740"/>
                    <a:pt x="481" y="740"/>
                  </a:cubicBezTo>
                  <a:cubicBezTo>
                    <a:pt x="583" y="740"/>
                    <a:pt x="667" y="656"/>
                    <a:pt x="667" y="565"/>
                  </a:cubicBezTo>
                  <a:cubicBezTo>
                    <a:pt x="667" y="323"/>
                    <a:pt x="667" y="323"/>
                    <a:pt x="667" y="323"/>
                  </a:cubicBezTo>
                  <a:cubicBezTo>
                    <a:pt x="2730" y="323"/>
                    <a:pt x="2730" y="323"/>
                    <a:pt x="2730" y="323"/>
                  </a:cubicBezTo>
                  <a:cubicBezTo>
                    <a:pt x="2730" y="565"/>
                    <a:pt x="2730" y="565"/>
                    <a:pt x="2730" y="565"/>
                  </a:cubicBezTo>
                  <a:cubicBezTo>
                    <a:pt x="2730" y="656"/>
                    <a:pt x="2803" y="740"/>
                    <a:pt x="2905" y="740"/>
                  </a:cubicBezTo>
                  <a:cubicBezTo>
                    <a:pt x="3026" y="740"/>
                    <a:pt x="3026" y="740"/>
                    <a:pt x="3026" y="740"/>
                  </a:cubicBezTo>
                  <a:cubicBezTo>
                    <a:pt x="3127" y="740"/>
                    <a:pt x="3211" y="656"/>
                    <a:pt x="3211" y="565"/>
                  </a:cubicBezTo>
                  <a:cubicBezTo>
                    <a:pt x="3211" y="323"/>
                    <a:pt x="3211" y="323"/>
                    <a:pt x="3211" y="323"/>
                  </a:cubicBezTo>
                  <a:cubicBezTo>
                    <a:pt x="3266" y="323"/>
                    <a:pt x="3266" y="323"/>
                    <a:pt x="3266" y="323"/>
                  </a:cubicBezTo>
                  <a:cubicBezTo>
                    <a:pt x="3284" y="323"/>
                    <a:pt x="3302" y="305"/>
                    <a:pt x="3302" y="287"/>
                  </a:cubicBezTo>
                  <a:cubicBezTo>
                    <a:pt x="3302" y="36"/>
                    <a:pt x="3302" y="36"/>
                    <a:pt x="3302" y="36"/>
                  </a:cubicBezTo>
                  <a:cubicBezTo>
                    <a:pt x="3302" y="18"/>
                    <a:pt x="3284" y="0"/>
                    <a:pt x="3266" y="0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2284830" y="2208610"/>
              <a:ext cx="64306" cy="55959"/>
            </a:xfrm>
            <a:custGeom>
              <a:rect b="b" l="l" r="r" t="t"/>
              <a:pathLst>
                <a:path extrusionOk="0" h="418" w="482">
                  <a:moveTo>
                    <a:pt x="0" y="0"/>
                  </a:moveTo>
                  <a:lnTo>
                    <a:pt x="0" y="0"/>
                  </a:lnTo>
                  <a:cubicBezTo>
                    <a:pt x="0" y="242"/>
                    <a:pt x="0" y="242"/>
                    <a:pt x="0" y="242"/>
                  </a:cubicBezTo>
                  <a:cubicBezTo>
                    <a:pt x="0" y="333"/>
                    <a:pt x="73" y="417"/>
                    <a:pt x="175" y="417"/>
                  </a:cubicBezTo>
                  <a:cubicBezTo>
                    <a:pt x="296" y="417"/>
                    <a:pt x="296" y="417"/>
                    <a:pt x="296" y="417"/>
                  </a:cubicBezTo>
                  <a:cubicBezTo>
                    <a:pt x="397" y="417"/>
                    <a:pt x="481" y="333"/>
                    <a:pt x="481" y="242"/>
                  </a:cubicBezTo>
                  <a:cubicBezTo>
                    <a:pt x="481" y="0"/>
                    <a:pt x="481" y="0"/>
                    <a:pt x="481" y="0"/>
                  </a:cubicBezTo>
                  <a:lnTo>
                    <a:pt x="0" y="0"/>
                  </a:ln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1941266" y="2208610"/>
              <a:ext cx="64902" cy="55959"/>
            </a:xfrm>
            <a:custGeom>
              <a:rect b="b" l="l" r="r" t="t"/>
              <a:pathLst>
                <a:path extrusionOk="0" h="418" w="483">
                  <a:moveTo>
                    <a:pt x="0" y="0"/>
                  </a:moveTo>
                  <a:lnTo>
                    <a:pt x="0" y="0"/>
                  </a:lnTo>
                  <a:cubicBezTo>
                    <a:pt x="0" y="242"/>
                    <a:pt x="0" y="242"/>
                    <a:pt x="0" y="242"/>
                  </a:cubicBezTo>
                  <a:cubicBezTo>
                    <a:pt x="0" y="333"/>
                    <a:pt x="74" y="417"/>
                    <a:pt x="177" y="417"/>
                  </a:cubicBezTo>
                  <a:cubicBezTo>
                    <a:pt x="296" y="417"/>
                    <a:pt x="296" y="417"/>
                    <a:pt x="296" y="417"/>
                  </a:cubicBezTo>
                  <a:cubicBezTo>
                    <a:pt x="398" y="417"/>
                    <a:pt x="482" y="333"/>
                    <a:pt x="482" y="242"/>
                  </a:cubicBezTo>
                  <a:cubicBezTo>
                    <a:pt x="482" y="0"/>
                    <a:pt x="482" y="0"/>
                    <a:pt x="482" y="0"/>
                  </a:cubicBezTo>
                  <a:lnTo>
                    <a:pt x="0" y="0"/>
                  </a:ln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902564" y="1916312"/>
              <a:ext cx="470389" cy="236934"/>
            </a:xfrm>
            <a:custGeom>
              <a:rect b="b" l="l" r="r" t="t"/>
              <a:pathLst>
                <a:path extrusionOk="0" h="1760" w="3488">
                  <a:moveTo>
                    <a:pt x="3136" y="1028"/>
                  </a:moveTo>
                  <a:lnTo>
                    <a:pt x="3136" y="1028"/>
                  </a:lnTo>
                  <a:cubicBezTo>
                    <a:pt x="3034" y="575"/>
                    <a:pt x="2683" y="39"/>
                    <a:pt x="2580" y="39"/>
                  </a:cubicBezTo>
                  <a:cubicBezTo>
                    <a:pt x="2535" y="39"/>
                    <a:pt x="2145" y="0"/>
                    <a:pt x="1748" y="0"/>
                  </a:cubicBezTo>
                  <a:cubicBezTo>
                    <a:pt x="1350" y="0"/>
                    <a:pt x="953" y="39"/>
                    <a:pt x="907" y="39"/>
                  </a:cubicBezTo>
                  <a:cubicBezTo>
                    <a:pt x="823" y="39"/>
                    <a:pt x="463" y="575"/>
                    <a:pt x="351" y="1028"/>
                  </a:cubicBezTo>
                  <a:cubicBezTo>
                    <a:pt x="0" y="1092"/>
                    <a:pt x="64" y="1703"/>
                    <a:pt x="64" y="1730"/>
                  </a:cubicBezTo>
                  <a:cubicBezTo>
                    <a:pt x="64" y="1750"/>
                    <a:pt x="83" y="1759"/>
                    <a:pt x="101" y="1759"/>
                  </a:cubicBezTo>
                  <a:cubicBezTo>
                    <a:pt x="1748" y="1759"/>
                    <a:pt x="1748" y="1759"/>
                    <a:pt x="1748" y="1759"/>
                  </a:cubicBezTo>
                  <a:cubicBezTo>
                    <a:pt x="3385" y="1759"/>
                    <a:pt x="3385" y="1759"/>
                    <a:pt x="3385" y="1759"/>
                  </a:cubicBezTo>
                  <a:cubicBezTo>
                    <a:pt x="3403" y="1759"/>
                    <a:pt x="3423" y="1750"/>
                    <a:pt x="3423" y="1730"/>
                  </a:cubicBezTo>
                  <a:cubicBezTo>
                    <a:pt x="3432" y="1703"/>
                    <a:pt x="3487" y="1092"/>
                    <a:pt x="3136" y="1028"/>
                  </a:cubicBezTo>
                </a:path>
              </a:pathLst>
            </a:custGeom>
            <a:solidFill>
              <a:srgbClr val="F7EC7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950794" y="2085380"/>
              <a:ext cx="44657" cy="44649"/>
            </a:xfrm>
            <a:custGeom>
              <a:rect b="b" l="l" r="r" t="t"/>
              <a:pathLst>
                <a:path extrusionOk="0" h="336" w="334">
                  <a:moveTo>
                    <a:pt x="167" y="335"/>
                  </a:moveTo>
                  <a:lnTo>
                    <a:pt x="167" y="335"/>
                  </a:lnTo>
                  <a:cubicBezTo>
                    <a:pt x="74" y="335"/>
                    <a:pt x="0" y="260"/>
                    <a:pt x="0" y="167"/>
                  </a:cubicBezTo>
                  <a:cubicBezTo>
                    <a:pt x="0" y="75"/>
                    <a:pt x="74" y="0"/>
                    <a:pt x="167" y="0"/>
                  </a:cubicBezTo>
                  <a:cubicBezTo>
                    <a:pt x="260" y="0"/>
                    <a:pt x="333" y="75"/>
                    <a:pt x="333" y="167"/>
                  </a:cubicBezTo>
                  <a:cubicBezTo>
                    <a:pt x="333" y="260"/>
                    <a:pt x="260" y="335"/>
                    <a:pt x="167" y="335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985924" y="1941910"/>
              <a:ext cx="309028" cy="115491"/>
            </a:xfrm>
            <a:custGeom>
              <a:rect b="b" l="l" r="r" t="t"/>
              <a:pathLst>
                <a:path extrusionOk="0" h="860" w="2294">
                  <a:moveTo>
                    <a:pt x="9" y="859"/>
                  </a:moveTo>
                  <a:lnTo>
                    <a:pt x="9" y="859"/>
                  </a:lnTo>
                  <a:lnTo>
                    <a:pt x="0" y="859"/>
                  </a:lnTo>
                  <a:cubicBezTo>
                    <a:pt x="0" y="850"/>
                    <a:pt x="0" y="850"/>
                    <a:pt x="0" y="850"/>
                  </a:cubicBezTo>
                  <a:cubicBezTo>
                    <a:pt x="9" y="813"/>
                    <a:pt x="212" y="110"/>
                    <a:pt x="360" y="55"/>
                  </a:cubicBezTo>
                  <a:cubicBezTo>
                    <a:pt x="508" y="9"/>
                    <a:pt x="1101" y="0"/>
                    <a:pt x="1128" y="0"/>
                  </a:cubicBezTo>
                  <a:cubicBezTo>
                    <a:pt x="1128" y="0"/>
                    <a:pt x="1183" y="0"/>
                    <a:pt x="1276" y="0"/>
                  </a:cubicBezTo>
                  <a:cubicBezTo>
                    <a:pt x="1554" y="0"/>
                    <a:pt x="1878" y="18"/>
                    <a:pt x="1942" y="55"/>
                  </a:cubicBezTo>
                  <a:cubicBezTo>
                    <a:pt x="2035" y="119"/>
                    <a:pt x="2284" y="813"/>
                    <a:pt x="2293" y="841"/>
                  </a:cubicBezTo>
                  <a:cubicBezTo>
                    <a:pt x="2293" y="850"/>
                    <a:pt x="2293" y="850"/>
                    <a:pt x="2293" y="859"/>
                  </a:cubicBezTo>
                  <a:lnTo>
                    <a:pt x="2284" y="859"/>
                  </a:lnTo>
                  <a:lnTo>
                    <a:pt x="9" y="859"/>
                  </a:ln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2279470" y="2085380"/>
              <a:ext cx="45848" cy="44649"/>
            </a:xfrm>
            <a:custGeom>
              <a:rect b="b" l="l" r="r" t="t"/>
              <a:pathLst>
                <a:path extrusionOk="0" h="336" w="343">
                  <a:moveTo>
                    <a:pt x="167" y="335"/>
                  </a:moveTo>
                  <a:lnTo>
                    <a:pt x="167" y="335"/>
                  </a:lnTo>
                  <a:cubicBezTo>
                    <a:pt x="74" y="335"/>
                    <a:pt x="0" y="260"/>
                    <a:pt x="0" y="167"/>
                  </a:cubicBezTo>
                  <a:cubicBezTo>
                    <a:pt x="0" y="75"/>
                    <a:pt x="74" y="0"/>
                    <a:pt x="167" y="0"/>
                  </a:cubicBezTo>
                  <a:cubicBezTo>
                    <a:pt x="258" y="0"/>
                    <a:pt x="342" y="75"/>
                    <a:pt x="342" y="167"/>
                  </a:cubicBezTo>
                  <a:cubicBezTo>
                    <a:pt x="342" y="260"/>
                    <a:pt x="258" y="335"/>
                    <a:pt x="167" y="335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2094887" y="1941910"/>
              <a:ext cx="200660" cy="115491"/>
            </a:xfrm>
            <a:custGeom>
              <a:rect b="b" l="l" r="r" t="t"/>
              <a:pathLst>
                <a:path extrusionOk="0" h="860" w="1489">
                  <a:moveTo>
                    <a:pt x="471" y="0"/>
                  </a:moveTo>
                  <a:lnTo>
                    <a:pt x="471" y="0"/>
                  </a:lnTo>
                  <a:cubicBezTo>
                    <a:pt x="749" y="0"/>
                    <a:pt x="1073" y="18"/>
                    <a:pt x="1137" y="55"/>
                  </a:cubicBezTo>
                  <a:cubicBezTo>
                    <a:pt x="1230" y="119"/>
                    <a:pt x="1479" y="813"/>
                    <a:pt x="1488" y="841"/>
                  </a:cubicBezTo>
                  <a:cubicBezTo>
                    <a:pt x="1488" y="850"/>
                    <a:pt x="1488" y="850"/>
                    <a:pt x="1488" y="859"/>
                  </a:cubicBezTo>
                  <a:lnTo>
                    <a:pt x="1479" y="859"/>
                  </a:lnTo>
                  <a:cubicBezTo>
                    <a:pt x="0" y="859"/>
                    <a:pt x="0" y="859"/>
                    <a:pt x="0" y="859"/>
                  </a:cubicBezTo>
                  <a:lnTo>
                    <a:pt x="471" y="0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2072261" y="2097882"/>
              <a:ext cx="136949" cy="32147"/>
            </a:xfrm>
            <a:custGeom>
              <a:rect b="b" l="l" r="r" t="t"/>
              <a:pathLst>
                <a:path extrusionOk="0" h="242" w="1018">
                  <a:moveTo>
                    <a:pt x="1017" y="241"/>
                  </a:moveTo>
                  <a:lnTo>
                    <a:pt x="0" y="241"/>
                  </a:lnTo>
                  <a:lnTo>
                    <a:pt x="0" y="0"/>
                  </a:lnTo>
                  <a:lnTo>
                    <a:pt x="1017" y="0"/>
                  </a:lnTo>
                  <a:lnTo>
                    <a:pt x="1017" y="24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2087147" y="1880593"/>
              <a:ext cx="108368" cy="49411"/>
            </a:xfrm>
            <a:custGeom>
              <a:rect b="b" l="l" r="r" t="t"/>
              <a:pathLst>
                <a:path extrusionOk="0" h="371" w="807">
                  <a:moveTo>
                    <a:pt x="806" y="342"/>
                  </a:moveTo>
                  <a:lnTo>
                    <a:pt x="806" y="342"/>
                  </a:lnTo>
                  <a:cubicBezTo>
                    <a:pt x="806" y="351"/>
                    <a:pt x="788" y="370"/>
                    <a:pt x="768" y="370"/>
                  </a:cubicBezTo>
                  <a:cubicBezTo>
                    <a:pt x="29" y="370"/>
                    <a:pt x="29" y="370"/>
                    <a:pt x="29" y="370"/>
                  </a:cubicBezTo>
                  <a:cubicBezTo>
                    <a:pt x="11" y="370"/>
                    <a:pt x="0" y="351"/>
                    <a:pt x="0" y="34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9"/>
                    <a:pt x="11" y="0"/>
                    <a:pt x="29" y="0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88" y="0"/>
                    <a:pt x="806" y="9"/>
                    <a:pt x="806" y="28"/>
                  </a:cubicBezTo>
                  <a:lnTo>
                    <a:pt x="806" y="342"/>
                  </a:lnTo>
                </a:path>
              </a:pathLst>
            </a:custGeom>
            <a:solidFill>
              <a:srgbClr val="F7EC7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2105009" y="1895475"/>
              <a:ext cx="73238" cy="9525"/>
            </a:xfrm>
            <a:custGeom>
              <a:rect b="b" l="l" r="r" t="t"/>
              <a:pathLst>
                <a:path extrusionOk="0" h="76" w="548">
                  <a:moveTo>
                    <a:pt x="547" y="75"/>
                  </a:moveTo>
                  <a:lnTo>
                    <a:pt x="0" y="75"/>
                  </a:lnTo>
                  <a:lnTo>
                    <a:pt x="0" y="0"/>
                  </a:lnTo>
                  <a:lnTo>
                    <a:pt x="547" y="0"/>
                  </a:lnTo>
                  <a:lnTo>
                    <a:pt x="547" y="75"/>
                  </a:lnTo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"/>
          <p:cNvGrpSpPr/>
          <p:nvPr/>
        </p:nvGrpSpPr>
        <p:grpSpPr>
          <a:xfrm>
            <a:off x="1801813" y="962025"/>
            <a:ext cx="673100" cy="674688"/>
            <a:chOff x="1801341" y="962621"/>
            <a:chExt cx="674025" cy="673894"/>
          </a:xfrm>
        </p:grpSpPr>
        <p:sp>
          <p:nvSpPr>
            <p:cNvPr id="192" name="Google Shape;192;p1"/>
            <p:cNvSpPr/>
            <p:nvPr/>
          </p:nvSpPr>
          <p:spPr>
            <a:xfrm>
              <a:off x="1801341" y="962621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6"/>
                    <a:pt x="3877" y="4996"/>
                    <a:pt x="2498" y="4996"/>
                  </a:cubicBezTo>
                  <a:cubicBezTo>
                    <a:pt x="1110" y="4996"/>
                    <a:pt x="0" y="3876"/>
                    <a:pt x="0" y="2498"/>
                  </a:cubicBezTo>
                  <a:cubicBezTo>
                    <a:pt x="0" y="1119"/>
                    <a:pt x="1110" y="0"/>
                    <a:pt x="2498" y="0"/>
                  </a:cubicBezTo>
                  <a:cubicBezTo>
                    <a:pt x="3877" y="0"/>
                    <a:pt x="4996" y="1119"/>
                    <a:pt x="4996" y="2498"/>
                  </a:cubicBezTo>
                </a:path>
              </a:pathLst>
            </a:custGeom>
            <a:solidFill>
              <a:srgbClr val="2EB6C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1996046" y="1185863"/>
              <a:ext cx="328081" cy="205978"/>
            </a:xfrm>
            <a:custGeom>
              <a:rect b="b" l="l" r="r" t="t"/>
              <a:pathLst>
                <a:path extrusionOk="0" h="1528" w="2435">
                  <a:moveTo>
                    <a:pt x="2092" y="55"/>
                  </a:moveTo>
                  <a:lnTo>
                    <a:pt x="2092" y="55"/>
                  </a:lnTo>
                  <a:cubicBezTo>
                    <a:pt x="1684" y="306"/>
                    <a:pt x="1684" y="306"/>
                    <a:pt x="1684" y="306"/>
                  </a:cubicBezTo>
                  <a:cubicBezTo>
                    <a:pt x="1240" y="573"/>
                    <a:pt x="1240" y="573"/>
                    <a:pt x="1240" y="573"/>
                  </a:cubicBezTo>
                  <a:cubicBezTo>
                    <a:pt x="1240" y="584"/>
                    <a:pt x="1240" y="584"/>
                    <a:pt x="1240" y="584"/>
                  </a:cubicBezTo>
                  <a:cubicBezTo>
                    <a:pt x="324" y="1129"/>
                    <a:pt x="324" y="1129"/>
                    <a:pt x="324" y="1129"/>
                  </a:cubicBezTo>
                  <a:cubicBezTo>
                    <a:pt x="287" y="1156"/>
                    <a:pt x="260" y="1175"/>
                    <a:pt x="232" y="1202"/>
                  </a:cubicBezTo>
                  <a:cubicBezTo>
                    <a:pt x="223" y="1193"/>
                    <a:pt x="223" y="1193"/>
                    <a:pt x="223" y="1193"/>
                  </a:cubicBezTo>
                  <a:cubicBezTo>
                    <a:pt x="0" y="1397"/>
                    <a:pt x="0" y="1397"/>
                    <a:pt x="0" y="1397"/>
                  </a:cubicBezTo>
                  <a:cubicBezTo>
                    <a:pt x="75" y="1527"/>
                    <a:pt x="75" y="1527"/>
                    <a:pt x="75" y="1527"/>
                  </a:cubicBezTo>
                  <a:cubicBezTo>
                    <a:pt x="361" y="1416"/>
                    <a:pt x="361" y="1416"/>
                    <a:pt x="361" y="1416"/>
                  </a:cubicBezTo>
                  <a:cubicBezTo>
                    <a:pt x="361" y="1407"/>
                    <a:pt x="361" y="1407"/>
                    <a:pt x="361" y="1407"/>
                  </a:cubicBezTo>
                  <a:cubicBezTo>
                    <a:pt x="390" y="1397"/>
                    <a:pt x="426" y="1388"/>
                    <a:pt x="454" y="1370"/>
                  </a:cubicBezTo>
                  <a:cubicBezTo>
                    <a:pt x="1407" y="869"/>
                    <a:pt x="1407" y="869"/>
                    <a:pt x="1407" y="869"/>
                  </a:cubicBezTo>
                  <a:cubicBezTo>
                    <a:pt x="1869" y="639"/>
                    <a:pt x="1869" y="639"/>
                    <a:pt x="1869" y="639"/>
                  </a:cubicBezTo>
                  <a:cubicBezTo>
                    <a:pt x="1869" y="629"/>
                    <a:pt x="1869" y="629"/>
                    <a:pt x="1869" y="629"/>
                  </a:cubicBezTo>
                  <a:cubicBezTo>
                    <a:pt x="2295" y="416"/>
                    <a:pt x="2295" y="416"/>
                    <a:pt x="2295" y="416"/>
                  </a:cubicBezTo>
                  <a:cubicBezTo>
                    <a:pt x="2397" y="361"/>
                    <a:pt x="2434" y="231"/>
                    <a:pt x="2368" y="130"/>
                  </a:cubicBezTo>
                  <a:cubicBezTo>
                    <a:pt x="2313" y="37"/>
                    <a:pt x="2193" y="0"/>
                    <a:pt x="2092" y="55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2037131" y="1138834"/>
              <a:ext cx="185774" cy="125611"/>
            </a:xfrm>
            <a:custGeom>
              <a:rect b="b" l="l" r="r" t="t"/>
              <a:pathLst>
                <a:path extrusionOk="0" h="936" w="1379">
                  <a:moveTo>
                    <a:pt x="1036" y="434"/>
                  </a:moveTo>
                  <a:lnTo>
                    <a:pt x="768" y="267"/>
                  </a:lnTo>
                  <a:lnTo>
                    <a:pt x="647" y="194"/>
                  </a:lnTo>
                  <a:lnTo>
                    <a:pt x="333" y="0"/>
                  </a:lnTo>
                  <a:lnTo>
                    <a:pt x="0" y="176"/>
                  </a:lnTo>
                  <a:lnTo>
                    <a:pt x="916" y="887"/>
                  </a:lnTo>
                  <a:lnTo>
                    <a:pt x="934" y="935"/>
                  </a:lnTo>
                  <a:lnTo>
                    <a:pt x="1378" y="657"/>
                  </a:lnTo>
                  <a:lnTo>
                    <a:pt x="1369" y="638"/>
                  </a:lnTo>
                  <a:lnTo>
                    <a:pt x="1157" y="509"/>
                  </a:lnTo>
                  <a:lnTo>
                    <a:pt x="1036" y="434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2185988" y="1270993"/>
              <a:ext cx="69070" cy="199430"/>
            </a:xfrm>
            <a:custGeom>
              <a:rect b="b" l="l" r="r" t="t"/>
              <a:pathLst>
                <a:path extrusionOk="0" h="1481" w="518">
                  <a:moveTo>
                    <a:pt x="462" y="0"/>
                  </a:moveTo>
                  <a:lnTo>
                    <a:pt x="0" y="240"/>
                  </a:lnTo>
                  <a:lnTo>
                    <a:pt x="18" y="278"/>
                  </a:lnTo>
                  <a:lnTo>
                    <a:pt x="193" y="1480"/>
                  </a:lnTo>
                  <a:lnTo>
                    <a:pt x="517" y="1295"/>
                  </a:lnTo>
                  <a:lnTo>
                    <a:pt x="508" y="1008"/>
                  </a:lnTo>
                  <a:lnTo>
                    <a:pt x="508" y="999"/>
                  </a:lnTo>
                  <a:lnTo>
                    <a:pt x="499" y="860"/>
                  </a:lnTo>
                  <a:lnTo>
                    <a:pt x="490" y="491"/>
                  </a:lnTo>
                  <a:lnTo>
                    <a:pt x="480" y="352"/>
                  </a:lnTo>
                  <a:lnTo>
                    <a:pt x="471" y="19"/>
                  </a:lnTo>
                  <a:lnTo>
                    <a:pt x="462" y="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1957343" y="1319808"/>
              <a:ext cx="69665" cy="54769"/>
            </a:xfrm>
            <a:custGeom>
              <a:rect b="b" l="l" r="r" t="t"/>
              <a:pathLst>
                <a:path extrusionOk="0" h="408" w="520">
                  <a:moveTo>
                    <a:pt x="185" y="0"/>
                  </a:moveTo>
                  <a:lnTo>
                    <a:pt x="0" y="55"/>
                  </a:lnTo>
                  <a:lnTo>
                    <a:pt x="287" y="398"/>
                  </a:lnTo>
                  <a:lnTo>
                    <a:pt x="287" y="407"/>
                  </a:lnTo>
                  <a:lnTo>
                    <a:pt x="519" y="203"/>
                  </a:lnTo>
                  <a:lnTo>
                    <a:pt x="185" y="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2006169" y="1375768"/>
              <a:ext cx="40489" cy="76796"/>
            </a:xfrm>
            <a:custGeom>
              <a:rect b="b" l="l" r="r" t="t"/>
              <a:pathLst>
                <a:path extrusionOk="0" h="573" w="305">
                  <a:moveTo>
                    <a:pt x="0" y="120"/>
                  </a:moveTo>
                  <a:lnTo>
                    <a:pt x="167" y="572"/>
                  </a:lnTo>
                  <a:lnTo>
                    <a:pt x="304" y="444"/>
                  </a:lnTo>
                  <a:lnTo>
                    <a:pt x="286" y="0"/>
                  </a:lnTo>
                  <a:lnTo>
                    <a:pt x="0" y="12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2253272" y="1371006"/>
              <a:ext cx="38107" cy="34528"/>
            </a:xfrm>
            <a:custGeom>
              <a:rect b="b" l="l" r="r" t="t"/>
              <a:pathLst>
                <a:path extrusionOk="0" h="259" w="288">
                  <a:moveTo>
                    <a:pt x="250" y="128"/>
                  </a:moveTo>
                  <a:lnTo>
                    <a:pt x="250" y="128"/>
                  </a:lnTo>
                  <a:cubicBezTo>
                    <a:pt x="278" y="110"/>
                    <a:pt x="287" y="73"/>
                    <a:pt x="269" y="46"/>
                  </a:cubicBezTo>
                  <a:cubicBezTo>
                    <a:pt x="250" y="18"/>
                    <a:pt x="214" y="0"/>
                    <a:pt x="186" y="1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9" y="258"/>
                    <a:pt x="9" y="258"/>
                    <a:pt x="9" y="258"/>
                  </a:cubicBezTo>
                  <a:lnTo>
                    <a:pt x="250" y="128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2250889" y="1300758"/>
              <a:ext cx="39894" cy="35719"/>
            </a:xfrm>
            <a:custGeom>
              <a:rect b="b" l="l" r="r" t="t"/>
              <a:pathLst>
                <a:path extrusionOk="0" h="270" w="298">
                  <a:moveTo>
                    <a:pt x="194" y="18"/>
                  </a:moveTo>
                  <a:lnTo>
                    <a:pt x="194" y="18"/>
                  </a:lnTo>
                  <a:cubicBezTo>
                    <a:pt x="0" y="130"/>
                    <a:pt x="0" y="130"/>
                    <a:pt x="0" y="130"/>
                  </a:cubicBezTo>
                  <a:cubicBezTo>
                    <a:pt x="10" y="269"/>
                    <a:pt x="10" y="269"/>
                    <a:pt x="10" y="269"/>
                  </a:cubicBezTo>
                  <a:cubicBezTo>
                    <a:pt x="251" y="130"/>
                    <a:pt x="251" y="130"/>
                    <a:pt x="251" y="130"/>
                  </a:cubicBezTo>
                  <a:cubicBezTo>
                    <a:pt x="288" y="111"/>
                    <a:pt x="297" y="75"/>
                    <a:pt x="278" y="47"/>
                  </a:cubicBezTo>
                  <a:cubicBezTo>
                    <a:pt x="260" y="9"/>
                    <a:pt x="223" y="0"/>
                    <a:pt x="194" y="18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2177057" y="1177529"/>
              <a:ext cx="43466" cy="29766"/>
            </a:xfrm>
            <a:custGeom>
              <a:rect b="b" l="l" r="r" t="t"/>
              <a:pathLst>
                <a:path extrusionOk="0" h="224" w="325">
                  <a:moveTo>
                    <a:pt x="222" y="20"/>
                  </a:moveTo>
                  <a:lnTo>
                    <a:pt x="222" y="20"/>
                  </a:lnTo>
                  <a:cubicBezTo>
                    <a:pt x="0" y="148"/>
                    <a:pt x="0" y="148"/>
                    <a:pt x="0" y="148"/>
                  </a:cubicBezTo>
                  <a:cubicBezTo>
                    <a:pt x="121" y="223"/>
                    <a:pt x="121" y="223"/>
                    <a:pt x="121" y="223"/>
                  </a:cubicBezTo>
                  <a:cubicBezTo>
                    <a:pt x="287" y="130"/>
                    <a:pt x="287" y="130"/>
                    <a:pt x="287" y="130"/>
                  </a:cubicBezTo>
                  <a:cubicBezTo>
                    <a:pt x="315" y="111"/>
                    <a:pt x="324" y="75"/>
                    <a:pt x="306" y="47"/>
                  </a:cubicBezTo>
                  <a:cubicBezTo>
                    <a:pt x="287" y="9"/>
                    <a:pt x="249" y="0"/>
                    <a:pt x="222" y="20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2124659" y="1144786"/>
              <a:ext cx="45848" cy="29171"/>
            </a:xfrm>
            <a:custGeom>
              <a:rect b="b" l="l" r="r" t="t"/>
              <a:pathLst>
                <a:path extrusionOk="0" h="222" w="343">
                  <a:moveTo>
                    <a:pt x="296" y="121"/>
                  </a:moveTo>
                  <a:lnTo>
                    <a:pt x="296" y="121"/>
                  </a:lnTo>
                  <a:cubicBezTo>
                    <a:pt x="333" y="101"/>
                    <a:pt x="342" y="64"/>
                    <a:pt x="324" y="37"/>
                  </a:cubicBezTo>
                  <a:cubicBezTo>
                    <a:pt x="305" y="9"/>
                    <a:pt x="269" y="0"/>
                    <a:pt x="241" y="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121" y="221"/>
                    <a:pt x="121" y="221"/>
                    <a:pt x="121" y="221"/>
                  </a:cubicBezTo>
                  <a:lnTo>
                    <a:pt x="296" y="121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"/>
          <p:cNvGrpSpPr/>
          <p:nvPr/>
        </p:nvGrpSpPr>
        <p:grpSpPr>
          <a:xfrm>
            <a:off x="2632075" y="962025"/>
            <a:ext cx="674688" cy="674688"/>
            <a:chOff x="2631964" y="962621"/>
            <a:chExt cx="674025" cy="673894"/>
          </a:xfrm>
        </p:grpSpPr>
        <p:sp>
          <p:nvSpPr>
            <p:cNvPr id="203" name="Google Shape;203;p1"/>
            <p:cNvSpPr/>
            <p:nvPr/>
          </p:nvSpPr>
          <p:spPr>
            <a:xfrm>
              <a:off x="2631964" y="962621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6"/>
                    <a:pt x="3877" y="4996"/>
                    <a:pt x="2498" y="4996"/>
                  </a:cubicBezTo>
                  <a:cubicBezTo>
                    <a:pt x="1119" y="4996"/>
                    <a:pt x="0" y="3876"/>
                    <a:pt x="0" y="2498"/>
                  </a:cubicBezTo>
                  <a:cubicBezTo>
                    <a:pt x="0" y="1119"/>
                    <a:pt x="1119" y="0"/>
                    <a:pt x="2498" y="0"/>
                  </a:cubicBezTo>
                  <a:cubicBezTo>
                    <a:pt x="3877" y="0"/>
                    <a:pt x="4996" y="1119"/>
                    <a:pt x="4996" y="2498"/>
                  </a:cubicBezTo>
                </a:path>
              </a:pathLst>
            </a:custGeom>
            <a:solidFill>
              <a:srgbClr val="2EB6C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2829646" y="1150144"/>
              <a:ext cx="380479" cy="238125"/>
            </a:xfrm>
            <a:custGeom>
              <a:rect b="b" l="l" r="r" t="t"/>
              <a:pathLst>
                <a:path extrusionOk="0" h="1767" w="2822">
                  <a:moveTo>
                    <a:pt x="2247" y="574"/>
                  </a:moveTo>
                  <a:lnTo>
                    <a:pt x="2247" y="574"/>
                  </a:lnTo>
                  <a:cubicBezTo>
                    <a:pt x="2229" y="259"/>
                    <a:pt x="1969" y="0"/>
                    <a:pt x="1646" y="0"/>
                  </a:cubicBezTo>
                  <a:cubicBezTo>
                    <a:pt x="1582" y="0"/>
                    <a:pt x="1507" y="9"/>
                    <a:pt x="1452" y="36"/>
                  </a:cubicBezTo>
                  <a:cubicBezTo>
                    <a:pt x="1322" y="84"/>
                    <a:pt x="1212" y="166"/>
                    <a:pt x="1146" y="287"/>
                  </a:cubicBezTo>
                  <a:cubicBezTo>
                    <a:pt x="1064" y="212"/>
                    <a:pt x="952" y="175"/>
                    <a:pt x="841" y="175"/>
                  </a:cubicBezTo>
                  <a:cubicBezTo>
                    <a:pt x="572" y="175"/>
                    <a:pt x="351" y="389"/>
                    <a:pt x="351" y="656"/>
                  </a:cubicBezTo>
                  <a:cubicBezTo>
                    <a:pt x="351" y="684"/>
                    <a:pt x="360" y="722"/>
                    <a:pt x="360" y="749"/>
                  </a:cubicBezTo>
                  <a:cubicBezTo>
                    <a:pt x="157" y="813"/>
                    <a:pt x="0" y="1009"/>
                    <a:pt x="0" y="1239"/>
                  </a:cubicBezTo>
                  <a:cubicBezTo>
                    <a:pt x="0" y="1536"/>
                    <a:pt x="239" y="1766"/>
                    <a:pt x="526" y="1766"/>
                  </a:cubicBezTo>
                  <a:cubicBezTo>
                    <a:pt x="554" y="1766"/>
                    <a:pt x="572" y="1766"/>
                    <a:pt x="601" y="1757"/>
                  </a:cubicBezTo>
                  <a:cubicBezTo>
                    <a:pt x="1452" y="1757"/>
                    <a:pt x="1452" y="1757"/>
                    <a:pt x="1452" y="1757"/>
                  </a:cubicBezTo>
                  <a:cubicBezTo>
                    <a:pt x="2156" y="1757"/>
                    <a:pt x="2156" y="1757"/>
                    <a:pt x="2156" y="1757"/>
                  </a:cubicBezTo>
                  <a:cubicBezTo>
                    <a:pt x="2183" y="1766"/>
                    <a:pt x="2201" y="1766"/>
                    <a:pt x="2220" y="1766"/>
                  </a:cubicBezTo>
                  <a:cubicBezTo>
                    <a:pt x="2553" y="1766"/>
                    <a:pt x="2821" y="1499"/>
                    <a:pt x="2821" y="1166"/>
                  </a:cubicBezTo>
                  <a:cubicBezTo>
                    <a:pt x="2821" y="852"/>
                    <a:pt x="2562" y="583"/>
                    <a:pt x="2247" y="574"/>
                  </a:cubicBezTo>
                  <a:close/>
                  <a:moveTo>
                    <a:pt x="1192" y="980"/>
                  </a:moveTo>
                  <a:lnTo>
                    <a:pt x="1192" y="9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2690912" y="1183482"/>
              <a:ext cx="555535" cy="236934"/>
            </a:xfrm>
            <a:custGeom>
              <a:rect b="b" l="l" r="r" t="t"/>
              <a:pathLst>
                <a:path extrusionOk="0" h="1758" w="4117">
                  <a:moveTo>
                    <a:pt x="4089" y="221"/>
                  </a:moveTo>
                  <a:lnTo>
                    <a:pt x="4089" y="221"/>
                  </a:lnTo>
                  <a:cubicBezTo>
                    <a:pt x="4080" y="176"/>
                    <a:pt x="4080" y="101"/>
                    <a:pt x="3858" y="92"/>
                  </a:cubicBezTo>
                  <a:cubicBezTo>
                    <a:pt x="3803" y="83"/>
                    <a:pt x="3756" y="92"/>
                    <a:pt x="3738" y="92"/>
                  </a:cubicBezTo>
                  <a:cubicBezTo>
                    <a:pt x="3729" y="101"/>
                    <a:pt x="3710" y="101"/>
                    <a:pt x="3701" y="101"/>
                  </a:cubicBezTo>
                  <a:cubicBezTo>
                    <a:pt x="3646" y="119"/>
                    <a:pt x="3646" y="119"/>
                    <a:pt x="3646" y="119"/>
                  </a:cubicBezTo>
                  <a:cubicBezTo>
                    <a:pt x="3487" y="185"/>
                    <a:pt x="3487" y="185"/>
                    <a:pt x="3487" y="185"/>
                  </a:cubicBezTo>
                  <a:cubicBezTo>
                    <a:pt x="3396" y="221"/>
                    <a:pt x="3294" y="176"/>
                    <a:pt x="3266" y="83"/>
                  </a:cubicBezTo>
                  <a:cubicBezTo>
                    <a:pt x="3248" y="37"/>
                    <a:pt x="3284" y="9"/>
                    <a:pt x="3339" y="0"/>
                  </a:cubicBezTo>
                  <a:cubicBezTo>
                    <a:pt x="3248" y="0"/>
                    <a:pt x="3164" y="18"/>
                    <a:pt x="3109" y="37"/>
                  </a:cubicBezTo>
                  <a:cubicBezTo>
                    <a:pt x="2535" y="249"/>
                    <a:pt x="2535" y="249"/>
                    <a:pt x="2535" y="249"/>
                  </a:cubicBezTo>
                  <a:cubicBezTo>
                    <a:pt x="2101" y="148"/>
                    <a:pt x="2101" y="148"/>
                    <a:pt x="2101" y="148"/>
                  </a:cubicBezTo>
                  <a:cubicBezTo>
                    <a:pt x="1776" y="269"/>
                    <a:pt x="1776" y="269"/>
                    <a:pt x="1776" y="269"/>
                  </a:cubicBezTo>
                  <a:cubicBezTo>
                    <a:pt x="1999" y="454"/>
                    <a:pt x="1999" y="454"/>
                    <a:pt x="1999" y="454"/>
                  </a:cubicBezTo>
                  <a:cubicBezTo>
                    <a:pt x="889" y="860"/>
                    <a:pt x="889" y="860"/>
                    <a:pt x="889" y="860"/>
                  </a:cubicBezTo>
                  <a:cubicBezTo>
                    <a:pt x="638" y="759"/>
                    <a:pt x="638" y="759"/>
                    <a:pt x="638" y="759"/>
                  </a:cubicBezTo>
                  <a:cubicBezTo>
                    <a:pt x="499" y="702"/>
                    <a:pt x="499" y="702"/>
                    <a:pt x="499" y="702"/>
                  </a:cubicBezTo>
                  <a:cubicBezTo>
                    <a:pt x="296" y="611"/>
                    <a:pt x="296" y="611"/>
                    <a:pt x="296" y="611"/>
                  </a:cubicBezTo>
                  <a:cubicBezTo>
                    <a:pt x="0" y="721"/>
                    <a:pt x="0" y="721"/>
                    <a:pt x="0" y="721"/>
                  </a:cubicBezTo>
                  <a:cubicBezTo>
                    <a:pt x="28" y="759"/>
                    <a:pt x="28" y="759"/>
                    <a:pt x="28" y="759"/>
                  </a:cubicBezTo>
                  <a:cubicBezTo>
                    <a:pt x="251" y="989"/>
                    <a:pt x="251" y="989"/>
                    <a:pt x="251" y="989"/>
                  </a:cubicBezTo>
                  <a:cubicBezTo>
                    <a:pt x="278" y="1017"/>
                    <a:pt x="278" y="1017"/>
                    <a:pt x="278" y="1017"/>
                  </a:cubicBezTo>
                  <a:cubicBezTo>
                    <a:pt x="185" y="1211"/>
                    <a:pt x="185" y="1211"/>
                    <a:pt x="185" y="1211"/>
                  </a:cubicBezTo>
                  <a:cubicBezTo>
                    <a:pt x="351" y="1147"/>
                    <a:pt x="351" y="1147"/>
                    <a:pt x="351" y="1147"/>
                  </a:cubicBezTo>
                  <a:cubicBezTo>
                    <a:pt x="379" y="1119"/>
                    <a:pt x="379" y="1119"/>
                    <a:pt x="379" y="1119"/>
                  </a:cubicBezTo>
                  <a:cubicBezTo>
                    <a:pt x="399" y="1138"/>
                    <a:pt x="399" y="1138"/>
                    <a:pt x="399" y="1138"/>
                  </a:cubicBezTo>
                  <a:cubicBezTo>
                    <a:pt x="538" y="1276"/>
                    <a:pt x="538" y="1276"/>
                    <a:pt x="538" y="1276"/>
                  </a:cubicBezTo>
                  <a:cubicBezTo>
                    <a:pt x="805" y="1545"/>
                    <a:pt x="805" y="1545"/>
                    <a:pt x="805" y="1545"/>
                  </a:cubicBezTo>
                  <a:cubicBezTo>
                    <a:pt x="953" y="1516"/>
                    <a:pt x="1425" y="1341"/>
                    <a:pt x="1481" y="1313"/>
                  </a:cubicBezTo>
                  <a:cubicBezTo>
                    <a:pt x="1915" y="1156"/>
                    <a:pt x="1915" y="1156"/>
                    <a:pt x="1915" y="1156"/>
                  </a:cubicBezTo>
                  <a:cubicBezTo>
                    <a:pt x="1554" y="1757"/>
                    <a:pt x="1554" y="1757"/>
                    <a:pt x="1554" y="1757"/>
                  </a:cubicBezTo>
                  <a:cubicBezTo>
                    <a:pt x="1990" y="1591"/>
                    <a:pt x="1990" y="1591"/>
                    <a:pt x="1990" y="1591"/>
                  </a:cubicBezTo>
                  <a:cubicBezTo>
                    <a:pt x="2730" y="851"/>
                    <a:pt x="2730" y="851"/>
                    <a:pt x="2730" y="851"/>
                  </a:cubicBezTo>
                  <a:cubicBezTo>
                    <a:pt x="3478" y="573"/>
                    <a:pt x="3478" y="573"/>
                    <a:pt x="3478" y="573"/>
                  </a:cubicBezTo>
                  <a:cubicBezTo>
                    <a:pt x="3571" y="536"/>
                    <a:pt x="3571" y="536"/>
                    <a:pt x="3571" y="536"/>
                  </a:cubicBezTo>
                  <a:cubicBezTo>
                    <a:pt x="3581" y="536"/>
                    <a:pt x="3581" y="527"/>
                    <a:pt x="3581" y="527"/>
                  </a:cubicBezTo>
                  <a:cubicBezTo>
                    <a:pt x="3710" y="481"/>
                    <a:pt x="3590" y="527"/>
                    <a:pt x="3840" y="415"/>
                  </a:cubicBezTo>
                  <a:cubicBezTo>
                    <a:pt x="4116" y="305"/>
                    <a:pt x="4089" y="221"/>
                    <a:pt x="4089" y="221"/>
                  </a:cubicBezTo>
                  <a:lnTo>
                    <a:pt x="1684" y="860"/>
                  </a:lnTo>
                  <a:cubicBezTo>
                    <a:pt x="1463" y="944"/>
                    <a:pt x="1463" y="944"/>
                    <a:pt x="1463" y="944"/>
                  </a:cubicBezTo>
                  <a:cubicBezTo>
                    <a:pt x="1452" y="814"/>
                    <a:pt x="1452" y="814"/>
                    <a:pt x="1452" y="814"/>
                  </a:cubicBezTo>
                  <a:cubicBezTo>
                    <a:pt x="1675" y="730"/>
                    <a:pt x="1675" y="730"/>
                    <a:pt x="1675" y="730"/>
                  </a:cubicBezTo>
                  <a:lnTo>
                    <a:pt x="4089" y="221"/>
                  </a:lnTo>
                  <a:close/>
                  <a:moveTo>
                    <a:pt x="2063" y="721"/>
                  </a:moveTo>
                  <a:lnTo>
                    <a:pt x="2063" y="721"/>
                  </a:lnTo>
                  <a:cubicBezTo>
                    <a:pt x="1832" y="805"/>
                    <a:pt x="1832" y="805"/>
                    <a:pt x="1832" y="805"/>
                  </a:cubicBezTo>
                  <a:cubicBezTo>
                    <a:pt x="1823" y="675"/>
                    <a:pt x="1823" y="675"/>
                    <a:pt x="1823" y="675"/>
                  </a:cubicBezTo>
                  <a:cubicBezTo>
                    <a:pt x="2045" y="591"/>
                    <a:pt x="2045" y="591"/>
                    <a:pt x="2045" y="591"/>
                  </a:cubicBezTo>
                  <a:lnTo>
                    <a:pt x="2063" y="721"/>
                  </a:lnTo>
                  <a:close/>
                  <a:moveTo>
                    <a:pt x="2434" y="582"/>
                  </a:moveTo>
                  <a:lnTo>
                    <a:pt x="2434" y="582"/>
                  </a:lnTo>
                  <a:cubicBezTo>
                    <a:pt x="2211" y="666"/>
                    <a:pt x="2211" y="666"/>
                    <a:pt x="2211" y="666"/>
                  </a:cubicBezTo>
                  <a:cubicBezTo>
                    <a:pt x="2193" y="536"/>
                    <a:pt x="2193" y="536"/>
                    <a:pt x="2193" y="536"/>
                  </a:cubicBezTo>
                  <a:cubicBezTo>
                    <a:pt x="2425" y="454"/>
                    <a:pt x="2425" y="454"/>
                    <a:pt x="2425" y="454"/>
                  </a:cubicBezTo>
                  <a:lnTo>
                    <a:pt x="2434" y="582"/>
                  </a:lnTo>
                  <a:close/>
                  <a:moveTo>
                    <a:pt x="2803" y="434"/>
                  </a:moveTo>
                  <a:lnTo>
                    <a:pt x="2803" y="434"/>
                  </a:lnTo>
                  <a:cubicBezTo>
                    <a:pt x="2582" y="527"/>
                    <a:pt x="2582" y="527"/>
                    <a:pt x="2582" y="527"/>
                  </a:cubicBezTo>
                  <a:cubicBezTo>
                    <a:pt x="2573" y="397"/>
                    <a:pt x="2573" y="397"/>
                    <a:pt x="2573" y="397"/>
                  </a:cubicBezTo>
                  <a:cubicBezTo>
                    <a:pt x="2794" y="315"/>
                    <a:pt x="2794" y="315"/>
                    <a:pt x="2794" y="315"/>
                  </a:cubicBezTo>
                  <a:lnTo>
                    <a:pt x="2803" y="434"/>
                  </a:lnTo>
                  <a:close/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2794516" y="1344811"/>
              <a:ext cx="83360" cy="50602"/>
            </a:xfrm>
            <a:custGeom>
              <a:rect b="b" l="l" r="r" t="t"/>
              <a:pathLst>
                <a:path extrusionOk="0" h="381" w="621">
                  <a:moveTo>
                    <a:pt x="527" y="0"/>
                  </a:moveTo>
                  <a:lnTo>
                    <a:pt x="527" y="0"/>
                  </a:lnTo>
                  <a:cubicBezTo>
                    <a:pt x="518" y="38"/>
                    <a:pt x="518" y="83"/>
                    <a:pt x="547" y="138"/>
                  </a:cubicBezTo>
                  <a:cubicBezTo>
                    <a:pt x="547" y="157"/>
                    <a:pt x="556" y="166"/>
                    <a:pt x="565" y="175"/>
                  </a:cubicBezTo>
                  <a:cubicBezTo>
                    <a:pt x="583" y="213"/>
                    <a:pt x="602" y="241"/>
                    <a:pt x="620" y="259"/>
                  </a:cubicBezTo>
                  <a:cubicBezTo>
                    <a:pt x="370" y="352"/>
                    <a:pt x="157" y="380"/>
                    <a:pt x="66" y="361"/>
                  </a:cubicBezTo>
                  <a:cubicBezTo>
                    <a:pt x="55" y="361"/>
                    <a:pt x="46" y="361"/>
                    <a:pt x="37" y="352"/>
                  </a:cubicBezTo>
                  <a:cubicBezTo>
                    <a:pt x="28" y="352"/>
                    <a:pt x="18" y="343"/>
                    <a:pt x="18" y="334"/>
                  </a:cubicBezTo>
                  <a:cubicBezTo>
                    <a:pt x="0" y="277"/>
                    <a:pt x="203" y="120"/>
                    <a:pt x="527" y="0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2862991" y="1343621"/>
              <a:ext cx="18458" cy="35719"/>
            </a:xfrm>
            <a:custGeom>
              <a:rect b="b" l="l" r="r" t="t"/>
              <a:pathLst>
                <a:path extrusionOk="0" h="270" w="140">
                  <a:moveTo>
                    <a:pt x="38" y="196"/>
                  </a:moveTo>
                  <a:lnTo>
                    <a:pt x="38" y="196"/>
                  </a:lnTo>
                  <a:cubicBezTo>
                    <a:pt x="27" y="185"/>
                    <a:pt x="27" y="167"/>
                    <a:pt x="18" y="158"/>
                  </a:cubicBezTo>
                  <a:cubicBezTo>
                    <a:pt x="0" y="93"/>
                    <a:pt x="0" y="37"/>
                    <a:pt x="9" y="19"/>
                  </a:cubicBezTo>
                  <a:cubicBezTo>
                    <a:pt x="9" y="10"/>
                    <a:pt x="18" y="10"/>
                    <a:pt x="18" y="0"/>
                  </a:cubicBezTo>
                  <a:cubicBezTo>
                    <a:pt x="27" y="0"/>
                    <a:pt x="38" y="10"/>
                    <a:pt x="38" y="10"/>
                  </a:cubicBezTo>
                  <a:cubicBezTo>
                    <a:pt x="65" y="19"/>
                    <a:pt x="93" y="57"/>
                    <a:pt x="120" y="121"/>
                  </a:cubicBezTo>
                  <a:cubicBezTo>
                    <a:pt x="120" y="130"/>
                    <a:pt x="129" y="148"/>
                    <a:pt x="129" y="158"/>
                  </a:cubicBezTo>
                  <a:cubicBezTo>
                    <a:pt x="139" y="205"/>
                    <a:pt x="139" y="232"/>
                    <a:pt x="129" y="251"/>
                  </a:cubicBezTo>
                  <a:cubicBezTo>
                    <a:pt x="129" y="260"/>
                    <a:pt x="120" y="260"/>
                    <a:pt x="120" y="269"/>
                  </a:cubicBezTo>
                  <a:cubicBezTo>
                    <a:pt x="111" y="269"/>
                    <a:pt x="111" y="269"/>
                    <a:pt x="102" y="269"/>
                  </a:cubicBezTo>
                  <a:cubicBezTo>
                    <a:pt x="84" y="260"/>
                    <a:pt x="56" y="232"/>
                    <a:pt x="38" y="196"/>
                  </a:cubicBezTo>
                </a:path>
              </a:pathLst>
            </a:custGeom>
            <a:solidFill>
              <a:srgbClr val="BBDDD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2930274" y="1203722"/>
              <a:ext cx="101818" cy="41077"/>
            </a:xfrm>
            <a:custGeom>
              <a:rect b="b" l="l" r="r" t="t"/>
              <a:pathLst>
                <a:path extrusionOk="0" h="307" w="760">
                  <a:moveTo>
                    <a:pt x="214" y="306"/>
                  </a:moveTo>
                  <a:lnTo>
                    <a:pt x="0" y="121"/>
                  </a:lnTo>
                  <a:lnTo>
                    <a:pt x="325" y="0"/>
                  </a:lnTo>
                  <a:lnTo>
                    <a:pt x="759" y="101"/>
                  </a:lnTo>
                  <a:lnTo>
                    <a:pt x="214" y="306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2930274" y="1203722"/>
              <a:ext cx="101818" cy="41077"/>
            </a:xfrm>
            <a:custGeom>
              <a:rect b="b" l="l" r="r" t="t"/>
              <a:pathLst>
                <a:path extrusionOk="0" h="307" w="760">
                  <a:moveTo>
                    <a:pt x="214" y="306"/>
                  </a:moveTo>
                  <a:lnTo>
                    <a:pt x="0" y="121"/>
                  </a:lnTo>
                  <a:lnTo>
                    <a:pt x="325" y="0"/>
                  </a:lnTo>
                  <a:lnTo>
                    <a:pt x="759" y="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3127956" y="1176338"/>
              <a:ext cx="67879" cy="36909"/>
            </a:xfrm>
            <a:custGeom>
              <a:rect b="b" l="l" r="r" t="t"/>
              <a:pathLst>
                <a:path extrusionOk="0" h="278" w="509">
                  <a:moveTo>
                    <a:pt x="100" y="56"/>
                  </a:moveTo>
                  <a:lnTo>
                    <a:pt x="100" y="56"/>
                  </a:lnTo>
                  <a:cubicBezTo>
                    <a:pt x="45" y="65"/>
                    <a:pt x="0" y="93"/>
                    <a:pt x="18" y="139"/>
                  </a:cubicBezTo>
                  <a:cubicBezTo>
                    <a:pt x="45" y="232"/>
                    <a:pt x="157" y="277"/>
                    <a:pt x="248" y="241"/>
                  </a:cubicBezTo>
                  <a:cubicBezTo>
                    <a:pt x="407" y="186"/>
                    <a:pt x="407" y="186"/>
                    <a:pt x="407" y="186"/>
                  </a:cubicBezTo>
                  <a:cubicBezTo>
                    <a:pt x="453" y="166"/>
                    <a:pt x="453" y="166"/>
                    <a:pt x="453" y="166"/>
                  </a:cubicBezTo>
                  <a:cubicBezTo>
                    <a:pt x="471" y="157"/>
                    <a:pt x="490" y="157"/>
                    <a:pt x="508" y="148"/>
                  </a:cubicBezTo>
                  <a:cubicBezTo>
                    <a:pt x="508" y="148"/>
                    <a:pt x="351" y="0"/>
                    <a:pt x="100" y="56"/>
                  </a:cubicBezTo>
                </a:path>
              </a:pathLst>
            </a:custGeom>
            <a:solidFill>
              <a:srgbClr val="BBDDD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"/>
          <p:cNvGrpSpPr/>
          <p:nvPr/>
        </p:nvGrpSpPr>
        <p:grpSpPr>
          <a:xfrm>
            <a:off x="2632075" y="3284538"/>
            <a:ext cx="674688" cy="673100"/>
            <a:chOff x="2631964" y="3284340"/>
            <a:chExt cx="674025" cy="673894"/>
          </a:xfrm>
        </p:grpSpPr>
        <p:sp>
          <p:nvSpPr>
            <p:cNvPr id="212" name="Google Shape;212;p1"/>
            <p:cNvSpPr/>
            <p:nvPr/>
          </p:nvSpPr>
          <p:spPr>
            <a:xfrm>
              <a:off x="2631964" y="3284340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6"/>
                    <a:pt x="3877" y="4996"/>
                    <a:pt x="2498" y="4996"/>
                  </a:cubicBezTo>
                  <a:cubicBezTo>
                    <a:pt x="1119" y="4996"/>
                    <a:pt x="0" y="3876"/>
                    <a:pt x="0" y="2498"/>
                  </a:cubicBezTo>
                  <a:cubicBezTo>
                    <a:pt x="0" y="1119"/>
                    <a:pt x="1119" y="0"/>
                    <a:pt x="2498" y="0"/>
                  </a:cubicBezTo>
                  <a:cubicBezTo>
                    <a:pt x="3877" y="0"/>
                    <a:pt x="4996" y="1119"/>
                    <a:pt x="4996" y="2498"/>
                  </a:cubicBezTo>
                </a:path>
              </a:pathLst>
            </a:custGeom>
            <a:solidFill>
              <a:srgbClr val="E27A7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2769508" y="3420666"/>
              <a:ext cx="399533" cy="398859"/>
            </a:xfrm>
            <a:custGeom>
              <a:rect b="b" l="l" r="r" t="t"/>
              <a:pathLst>
                <a:path extrusionOk="0" h="2960" w="2962">
                  <a:moveTo>
                    <a:pt x="0" y="1480"/>
                  </a:moveTo>
                  <a:lnTo>
                    <a:pt x="0" y="1480"/>
                  </a:lnTo>
                  <a:cubicBezTo>
                    <a:pt x="0" y="2293"/>
                    <a:pt x="657" y="2959"/>
                    <a:pt x="1480" y="2959"/>
                  </a:cubicBezTo>
                  <a:cubicBezTo>
                    <a:pt x="2295" y="2959"/>
                    <a:pt x="2961" y="2293"/>
                    <a:pt x="2961" y="1480"/>
                  </a:cubicBezTo>
                  <a:cubicBezTo>
                    <a:pt x="2961" y="657"/>
                    <a:pt x="2295" y="0"/>
                    <a:pt x="1480" y="0"/>
                  </a:cubicBezTo>
                  <a:cubicBezTo>
                    <a:pt x="657" y="0"/>
                    <a:pt x="0" y="657"/>
                    <a:pt x="0" y="1480"/>
                  </a:cubicBezTo>
                </a:path>
              </a:pathLst>
            </a:custGeom>
            <a:solidFill>
              <a:srgbClr val="ECECD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2930274" y="3504010"/>
              <a:ext cx="230431" cy="313134"/>
            </a:xfrm>
            <a:custGeom>
              <a:rect b="b" l="l" r="r" t="t"/>
              <a:pathLst>
                <a:path extrusionOk="0" h="2322" w="1712">
                  <a:moveTo>
                    <a:pt x="232" y="18"/>
                  </a:moveTo>
                  <a:lnTo>
                    <a:pt x="232" y="18"/>
                  </a:lnTo>
                  <a:cubicBezTo>
                    <a:pt x="232" y="18"/>
                    <a:pt x="1620" y="582"/>
                    <a:pt x="1711" y="1249"/>
                  </a:cubicBezTo>
                  <a:cubicBezTo>
                    <a:pt x="1711" y="1249"/>
                    <a:pt x="1518" y="2136"/>
                    <a:pt x="528" y="2321"/>
                  </a:cubicBezTo>
                  <a:cubicBezTo>
                    <a:pt x="528" y="2321"/>
                    <a:pt x="66" y="1600"/>
                    <a:pt x="0" y="203"/>
                  </a:cubicBezTo>
                  <a:cubicBezTo>
                    <a:pt x="0" y="203"/>
                    <a:pt x="56" y="0"/>
                    <a:pt x="232" y="18"/>
                  </a:cubicBezTo>
                </a:path>
              </a:pathLst>
            </a:custGeom>
            <a:solidFill>
              <a:srgbClr val="DB595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2755813" y="3480198"/>
              <a:ext cx="147071" cy="230386"/>
            </a:xfrm>
            <a:custGeom>
              <a:rect b="b" l="l" r="r" t="t"/>
              <a:pathLst>
                <a:path extrusionOk="0" h="1712" w="1093">
                  <a:moveTo>
                    <a:pt x="1019" y="333"/>
                  </a:moveTo>
                  <a:lnTo>
                    <a:pt x="1019" y="333"/>
                  </a:lnTo>
                  <a:cubicBezTo>
                    <a:pt x="1019" y="333"/>
                    <a:pt x="157" y="907"/>
                    <a:pt x="269" y="1711"/>
                  </a:cubicBezTo>
                  <a:cubicBezTo>
                    <a:pt x="269" y="1711"/>
                    <a:pt x="0" y="1342"/>
                    <a:pt x="139" y="658"/>
                  </a:cubicBezTo>
                  <a:cubicBezTo>
                    <a:pt x="139" y="658"/>
                    <a:pt x="251" y="0"/>
                    <a:pt x="898" y="84"/>
                  </a:cubicBezTo>
                  <a:cubicBezTo>
                    <a:pt x="898" y="84"/>
                    <a:pt x="1092" y="130"/>
                    <a:pt x="1019" y="333"/>
                  </a:cubicBezTo>
                </a:path>
              </a:pathLst>
            </a:custGeom>
            <a:solidFill>
              <a:srgbClr val="F4BD4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2923129" y="3410546"/>
              <a:ext cx="170888" cy="83344"/>
            </a:xfrm>
            <a:custGeom>
              <a:rect b="b" l="l" r="r" t="t"/>
              <a:pathLst>
                <a:path extrusionOk="0" h="621" w="1268">
                  <a:moveTo>
                    <a:pt x="0" y="399"/>
                  </a:moveTo>
                  <a:lnTo>
                    <a:pt x="0" y="399"/>
                  </a:lnTo>
                  <a:cubicBezTo>
                    <a:pt x="0" y="399"/>
                    <a:pt x="9" y="0"/>
                    <a:pt x="592" y="84"/>
                  </a:cubicBezTo>
                  <a:cubicBezTo>
                    <a:pt x="592" y="84"/>
                    <a:pt x="943" y="148"/>
                    <a:pt x="1267" y="399"/>
                  </a:cubicBezTo>
                  <a:cubicBezTo>
                    <a:pt x="1267" y="399"/>
                    <a:pt x="435" y="222"/>
                    <a:pt x="241" y="518"/>
                  </a:cubicBezTo>
                  <a:cubicBezTo>
                    <a:pt x="241" y="518"/>
                    <a:pt x="9" y="620"/>
                    <a:pt x="0" y="399"/>
                  </a:cubicBezTo>
                </a:path>
              </a:pathLst>
            </a:custGeom>
            <a:solidFill>
              <a:srgbClr val="50C8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2873113" y="3452813"/>
              <a:ext cx="94673" cy="86916"/>
            </a:xfrm>
            <a:custGeom>
              <a:rect b="b" l="l" r="r" t="t"/>
              <a:pathLst>
                <a:path extrusionOk="0" h="648" w="704">
                  <a:moveTo>
                    <a:pt x="74" y="490"/>
                  </a:moveTo>
                  <a:lnTo>
                    <a:pt x="74" y="490"/>
                  </a:lnTo>
                  <a:cubicBezTo>
                    <a:pt x="149" y="620"/>
                    <a:pt x="342" y="647"/>
                    <a:pt x="491" y="556"/>
                  </a:cubicBezTo>
                  <a:cubicBezTo>
                    <a:pt x="639" y="453"/>
                    <a:pt x="703" y="278"/>
                    <a:pt x="620" y="148"/>
                  </a:cubicBezTo>
                  <a:cubicBezTo>
                    <a:pt x="545" y="27"/>
                    <a:pt x="361" y="0"/>
                    <a:pt x="203" y="93"/>
                  </a:cubicBezTo>
                  <a:cubicBezTo>
                    <a:pt x="55" y="185"/>
                    <a:pt x="0" y="360"/>
                    <a:pt x="74" y="49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"/>
          <p:cNvGrpSpPr/>
          <p:nvPr/>
        </p:nvGrpSpPr>
        <p:grpSpPr>
          <a:xfrm>
            <a:off x="2635250" y="4078288"/>
            <a:ext cx="674688" cy="676275"/>
            <a:chOff x="2635537" y="4078487"/>
            <a:chExt cx="674025" cy="675680"/>
          </a:xfrm>
        </p:grpSpPr>
        <p:sp>
          <p:nvSpPr>
            <p:cNvPr id="219" name="Google Shape;219;p1"/>
            <p:cNvSpPr/>
            <p:nvPr/>
          </p:nvSpPr>
          <p:spPr>
            <a:xfrm>
              <a:off x="2635537" y="4078487"/>
              <a:ext cx="674025" cy="675084"/>
            </a:xfrm>
            <a:custGeom>
              <a:rect b="b" l="l" r="r" t="t"/>
              <a:pathLst>
                <a:path extrusionOk="0" h="5006" w="4998">
                  <a:moveTo>
                    <a:pt x="4997" y="2507"/>
                  </a:moveTo>
                  <a:lnTo>
                    <a:pt x="4997" y="2507"/>
                  </a:lnTo>
                  <a:cubicBezTo>
                    <a:pt x="4997" y="3886"/>
                    <a:pt x="3876" y="5005"/>
                    <a:pt x="2499" y="5005"/>
                  </a:cubicBezTo>
                  <a:cubicBezTo>
                    <a:pt x="1120" y="5005"/>
                    <a:pt x="0" y="3886"/>
                    <a:pt x="0" y="2507"/>
                  </a:cubicBezTo>
                  <a:cubicBezTo>
                    <a:pt x="0" y="1119"/>
                    <a:pt x="1120" y="0"/>
                    <a:pt x="2499" y="0"/>
                  </a:cubicBezTo>
                  <a:cubicBezTo>
                    <a:pt x="3876" y="0"/>
                    <a:pt x="4997" y="1119"/>
                    <a:pt x="4997" y="2507"/>
                  </a:cubicBezTo>
                </a:path>
              </a:pathLst>
            </a:custGeom>
            <a:solidFill>
              <a:srgbClr val="B0DDE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2864181" y="4170760"/>
              <a:ext cx="50612" cy="49411"/>
            </a:xfrm>
            <a:custGeom>
              <a:rect b="b" l="l" r="r" t="t"/>
              <a:pathLst>
                <a:path extrusionOk="0" h="371" w="381">
                  <a:moveTo>
                    <a:pt x="186" y="333"/>
                  </a:moveTo>
                  <a:lnTo>
                    <a:pt x="186" y="333"/>
                  </a:lnTo>
                  <a:cubicBezTo>
                    <a:pt x="232" y="370"/>
                    <a:pt x="296" y="370"/>
                    <a:pt x="334" y="333"/>
                  </a:cubicBezTo>
                  <a:cubicBezTo>
                    <a:pt x="380" y="296"/>
                    <a:pt x="380" y="232"/>
                    <a:pt x="334" y="185"/>
                  </a:cubicBezTo>
                  <a:cubicBezTo>
                    <a:pt x="195" y="46"/>
                    <a:pt x="195" y="46"/>
                    <a:pt x="195" y="46"/>
                  </a:cubicBezTo>
                  <a:cubicBezTo>
                    <a:pt x="148" y="0"/>
                    <a:pt x="84" y="0"/>
                    <a:pt x="47" y="37"/>
                  </a:cubicBezTo>
                  <a:cubicBezTo>
                    <a:pt x="0" y="84"/>
                    <a:pt x="0" y="148"/>
                    <a:pt x="47" y="185"/>
                  </a:cubicBezTo>
                  <a:lnTo>
                    <a:pt x="186" y="333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2895739" y="4201121"/>
              <a:ext cx="82169" cy="166688"/>
            </a:xfrm>
            <a:custGeom>
              <a:rect b="b" l="l" r="r" t="t"/>
              <a:pathLst>
                <a:path extrusionOk="0" h="1240" w="612">
                  <a:moveTo>
                    <a:pt x="0" y="619"/>
                  </a:moveTo>
                  <a:lnTo>
                    <a:pt x="0" y="619"/>
                  </a:lnTo>
                  <a:cubicBezTo>
                    <a:pt x="0" y="963"/>
                    <a:pt x="267" y="1239"/>
                    <a:pt x="611" y="1239"/>
                  </a:cubicBezTo>
                  <a:cubicBezTo>
                    <a:pt x="611" y="0"/>
                    <a:pt x="611" y="0"/>
                    <a:pt x="611" y="0"/>
                  </a:cubicBezTo>
                  <a:cubicBezTo>
                    <a:pt x="267" y="0"/>
                    <a:pt x="0" y="277"/>
                    <a:pt x="0" y="619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2977908" y="4201121"/>
              <a:ext cx="83360" cy="166688"/>
            </a:xfrm>
            <a:custGeom>
              <a:rect b="b" l="l" r="r" t="t"/>
              <a:pathLst>
                <a:path extrusionOk="0" h="1240" w="620">
                  <a:moveTo>
                    <a:pt x="0" y="0"/>
                  </a:moveTo>
                  <a:lnTo>
                    <a:pt x="0" y="0"/>
                  </a:lnTo>
                  <a:cubicBezTo>
                    <a:pt x="0" y="1239"/>
                    <a:pt x="0" y="1239"/>
                    <a:pt x="0" y="1239"/>
                  </a:cubicBezTo>
                  <a:cubicBezTo>
                    <a:pt x="342" y="1239"/>
                    <a:pt x="619" y="963"/>
                    <a:pt x="619" y="619"/>
                  </a:cubicBezTo>
                  <a:cubicBezTo>
                    <a:pt x="619" y="277"/>
                    <a:pt x="342" y="0"/>
                    <a:pt x="0" y="0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2825479" y="4270772"/>
              <a:ext cx="54779" cy="26789"/>
            </a:xfrm>
            <a:custGeom>
              <a:rect b="b" l="l" r="r" t="t"/>
              <a:pathLst>
                <a:path extrusionOk="0" h="204" w="408">
                  <a:moveTo>
                    <a:pt x="407" y="100"/>
                  </a:moveTo>
                  <a:lnTo>
                    <a:pt x="407" y="100"/>
                  </a:lnTo>
                  <a:cubicBezTo>
                    <a:pt x="407" y="46"/>
                    <a:pt x="362" y="0"/>
                    <a:pt x="305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47" y="0"/>
                    <a:pt x="0" y="46"/>
                    <a:pt x="0" y="100"/>
                  </a:cubicBezTo>
                  <a:cubicBezTo>
                    <a:pt x="0" y="157"/>
                    <a:pt x="47" y="203"/>
                    <a:pt x="102" y="203"/>
                  </a:cubicBezTo>
                  <a:cubicBezTo>
                    <a:pt x="305" y="203"/>
                    <a:pt x="305" y="203"/>
                    <a:pt x="305" y="203"/>
                  </a:cubicBezTo>
                  <a:cubicBezTo>
                    <a:pt x="362" y="203"/>
                    <a:pt x="407" y="157"/>
                    <a:pt x="407" y="100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3075559" y="4270772"/>
              <a:ext cx="55970" cy="26789"/>
            </a:xfrm>
            <a:custGeom>
              <a:rect b="b" l="l" r="r" t="t"/>
              <a:pathLst>
                <a:path extrusionOk="0" h="204" w="418">
                  <a:moveTo>
                    <a:pt x="315" y="0"/>
                  </a:moveTo>
                  <a:lnTo>
                    <a:pt x="315" y="0"/>
                  </a:lnTo>
                  <a:cubicBezTo>
                    <a:pt x="112" y="0"/>
                    <a:pt x="112" y="0"/>
                    <a:pt x="112" y="0"/>
                  </a:cubicBezTo>
                  <a:cubicBezTo>
                    <a:pt x="48" y="0"/>
                    <a:pt x="0" y="46"/>
                    <a:pt x="0" y="100"/>
                  </a:cubicBezTo>
                  <a:cubicBezTo>
                    <a:pt x="0" y="157"/>
                    <a:pt x="48" y="203"/>
                    <a:pt x="112" y="203"/>
                  </a:cubicBezTo>
                  <a:cubicBezTo>
                    <a:pt x="315" y="203"/>
                    <a:pt x="315" y="203"/>
                    <a:pt x="315" y="203"/>
                  </a:cubicBezTo>
                  <a:cubicBezTo>
                    <a:pt x="371" y="203"/>
                    <a:pt x="417" y="157"/>
                    <a:pt x="417" y="100"/>
                  </a:cubicBezTo>
                  <a:cubicBezTo>
                    <a:pt x="417" y="46"/>
                    <a:pt x="371" y="0"/>
                    <a:pt x="315" y="0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2864181" y="4348163"/>
              <a:ext cx="50612" cy="49411"/>
            </a:xfrm>
            <a:custGeom>
              <a:rect b="b" l="l" r="r" t="t"/>
              <a:pathLst>
                <a:path extrusionOk="0" h="372" w="381">
                  <a:moveTo>
                    <a:pt x="186" y="38"/>
                  </a:moveTo>
                  <a:lnTo>
                    <a:pt x="186" y="38"/>
                  </a:lnTo>
                  <a:cubicBezTo>
                    <a:pt x="47" y="187"/>
                    <a:pt x="47" y="187"/>
                    <a:pt x="47" y="187"/>
                  </a:cubicBezTo>
                  <a:cubicBezTo>
                    <a:pt x="0" y="223"/>
                    <a:pt x="0" y="287"/>
                    <a:pt x="47" y="335"/>
                  </a:cubicBezTo>
                  <a:cubicBezTo>
                    <a:pt x="84" y="371"/>
                    <a:pt x="148" y="371"/>
                    <a:pt x="195" y="335"/>
                  </a:cubicBezTo>
                  <a:cubicBezTo>
                    <a:pt x="334" y="187"/>
                    <a:pt x="334" y="187"/>
                    <a:pt x="334" y="187"/>
                  </a:cubicBezTo>
                  <a:cubicBezTo>
                    <a:pt x="380" y="148"/>
                    <a:pt x="380" y="84"/>
                    <a:pt x="334" y="38"/>
                  </a:cubicBezTo>
                  <a:cubicBezTo>
                    <a:pt x="296" y="0"/>
                    <a:pt x="232" y="0"/>
                    <a:pt x="186" y="38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2964213" y="4132065"/>
              <a:ext cx="13695" cy="54769"/>
            </a:xfrm>
            <a:custGeom>
              <a:rect b="b" l="l" r="r" t="t"/>
              <a:pathLst>
                <a:path extrusionOk="0" h="409" w="104">
                  <a:moveTo>
                    <a:pt x="0" y="102"/>
                  </a:moveTo>
                  <a:lnTo>
                    <a:pt x="0" y="102"/>
                  </a:lnTo>
                  <a:cubicBezTo>
                    <a:pt x="0" y="306"/>
                    <a:pt x="0" y="306"/>
                    <a:pt x="0" y="306"/>
                  </a:cubicBezTo>
                  <a:cubicBezTo>
                    <a:pt x="0" y="360"/>
                    <a:pt x="46" y="408"/>
                    <a:pt x="103" y="408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46" y="0"/>
                    <a:pt x="0" y="47"/>
                    <a:pt x="0" y="102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2977908" y="4132065"/>
              <a:ext cx="14290" cy="54769"/>
            </a:xfrm>
            <a:custGeom>
              <a:rect b="b" l="l" r="r" t="t"/>
              <a:pathLst>
                <a:path extrusionOk="0" h="409" w="112">
                  <a:moveTo>
                    <a:pt x="0" y="0"/>
                  </a:moveTo>
                  <a:lnTo>
                    <a:pt x="0" y="0"/>
                  </a:lnTo>
                  <a:cubicBezTo>
                    <a:pt x="0" y="408"/>
                    <a:pt x="0" y="408"/>
                    <a:pt x="0" y="408"/>
                  </a:cubicBezTo>
                  <a:cubicBezTo>
                    <a:pt x="64" y="408"/>
                    <a:pt x="111" y="360"/>
                    <a:pt x="111" y="306"/>
                  </a:cubicBezTo>
                  <a:cubicBezTo>
                    <a:pt x="111" y="102"/>
                    <a:pt x="111" y="102"/>
                    <a:pt x="111" y="102"/>
                  </a:cubicBezTo>
                  <a:cubicBezTo>
                    <a:pt x="111" y="47"/>
                    <a:pt x="64" y="0"/>
                    <a:pt x="0" y="0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2964213" y="4382096"/>
              <a:ext cx="13695" cy="55959"/>
            </a:xfrm>
            <a:custGeom>
              <a:rect b="b" l="l" r="r" t="t"/>
              <a:pathLst>
                <a:path extrusionOk="0" h="417" w="104">
                  <a:moveTo>
                    <a:pt x="0" y="102"/>
                  </a:moveTo>
                  <a:lnTo>
                    <a:pt x="0" y="102"/>
                  </a:lnTo>
                  <a:cubicBezTo>
                    <a:pt x="0" y="305"/>
                    <a:pt x="0" y="305"/>
                    <a:pt x="0" y="305"/>
                  </a:cubicBezTo>
                  <a:cubicBezTo>
                    <a:pt x="0" y="369"/>
                    <a:pt x="46" y="407"/>
                    <a:pt x="103" y="416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46" y="0"/>
                    <a:pt x="0" y="45"/>
                    <a:pt x="0" y="102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2977908" y="4382096"/>
              <a:ext cx="14290" cy="55959"/>
            </a:xfrm>
            <a:custGeom>
              <a:rect b="b" l="l" r="r" t="t"/>
              <a:pathLst>
                <a:path extrusionOk="0" h="417" w="112">
                  <a:moveTo>
                    <a:pt x="0" y="0"/>
                  </a:moveTo>
                  <a:lnTo>
                    <a:pt x="0" y="0"/>
                  </a:lnTo>
                  <a:cubicBezTo>
                    <a:pt x="0" y="416"/>
                    <a:pt x="0" y="416"/>
                    <a:pt x="0" y="416"/>
                  </a:cubicBezTo>
                  <a:cubicBezTo>
                    <a:pt x="64" y="416"/>
                    <a:pt x="111" y="369"/>
                    <a:pt x="111" y="305"/>
                  </a:cubicBezTo>
                  <a:cubicBezTo>
                    <a:pt x="111" y="102"/>
                    <a:pt x="111" y="102"/>
                    <a:pt x="111" y="102"/>
                  </a:cubicBezTo>
                  <a:cubicBezTo>
                    <a:pt x="111" y="45"/>
                    <a:pt x="64" y="0"/>
                    <a:pt x="0" y="0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3041619" y="4170760"/>
              <a:ext cx="49421" cy="49411"/>
            </a:xfrm>
            <a:custGeom>
              <a:rect b="b" l="l" r="r" t="t"/>
              <a:pathLst>
                <a:path extrusionOk="0" h="371" w="371">
                  <a:moveTo>
                    <a:pt x="185" y="333"/>
                  </a:moveTo>
                  <a:lnTo>
                    <a:pt x="185" y="333"/>
                  </a:lnTo>
                  <a:cubicBezTo>
                    <a:pt x="333" y="185"/>
                    <a:pt x="333" y="185"/>
                    <a:pt x="333" y="185"/>
                  </a:cubicBezTo>
                  <a:cubicBezTo>
                    <a:pt x="370" y="148"/>
                    <a:pt x="370" y="84"/>
                    <a:pt x="333" y="37"/>
                  </a:cubicBezTo>
                  <a:cubicBezTo>
                    <a:pt x="297" y="0"/>
                    <a:pt x="231" y="0"/>
                    <a:pt x="185" y="46"/>
                  </a:cubicBezTo>
                  <a:cubicBezTo>
                    <a:pt x="46" y="185"/>
                    <a:pt x="46" y="185"/>
                    <a:pt x="46" y="185"/>
                  </a:cubicBezTo>
                  <a:cubicBezTo>
                    <a:pt x="0" y="232"/>
                    <a:pt x="0" y="296"/>
                    <a:pt x="46" y="333"/>
                  </a:cubicBezTo>
                  <a:cubicBezTo>
                    <a:pt x="83" y="370"/>
                    <a:pt x="148" y="370"/>
                    <a:pt x="185" y="333"/>
                  </a:cubicBez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3041619" y="4348163"/>
              <a:ext cx="49421" cy="49411"/>
            </a:xfrm>
            <a:custGeom>
              <a:rect b="b" l="l" r="r" t="t"/>
              <a:pathLst>
                <a:path extrusionOk="0" h="372" w="371">
                  <a:moveTo>
                    <a:pt x="185" y="38"/>
                  </a:moveTo>
                  <a:lnTo>
                    <a:pt x="185" y="38"/>
                  </a:lnTo>
                  <a:cubicBezTo>
                    <a:pt x="148" y="0"/>
                    <a:pt x="83" y="0"/>
                    <a:pt x="46" y="38"/>
                  </a:cubicBezTo>
                  <a:cubicBezTo>
                    <a:pt x="0" y="84"/>
                    <a:pt x="0" y="148"/>
                    <a:pt x="46" y="187"/>
                  </a:cubicBezTo>
                  <a:cubicBezTo>
                    <a:pt x="185" y="335"/>
                    <a:pt x="185" y="335"/>
                    <a:pt x="185" y="335"/>
                  </a:cubicBezTo>
                  <a:cubicBezTo>
                    <a:pt x="231" y="371"/>
                    <a:pt x="297" y="371"/>
                    <a:pt x="333" y="335"/>
                  </a:cubicBezTo>
                  <a:cubicBezTo>
                    <a:pt x="370" y="287"/>
                    <a:pt x="370" y="223"/>
                    <a:pt x="333" y="187"/>
                  </a:cubicBezTo>
                  <a:lnTo>
                    <a:pt x="185" y="38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2664713" y="4473179"/>
              <a:ext cx="619246" cy="173236"/>
            </a:xfrm>
            <a:custGeom>
              <a:rect b="b" l="l" r="r" t="t"/>
              <a:pathLst>
                <a:path extrusionOk="0" h="1288" w="4589">
                  <a:moveTo>
                    <a:pt x="2323" y="656"/>
                  </a:moveTo>
                  <a:lnTo>
                    <a:pt x="2323" y="656"/>
                  </a:lnTo>
                  <a:cubicBezTo>
                    <a:pt x="3118" y="656"/>
                    <a:pt x="3811" y="897"/>
                    <a:pt x="4144" y="1239"/>
                  </a:cubicBezTo>
                  <a:cubicBezTo>
                    <a:pt x="4330" y="1036"/>
                    <a:pt x="4478" y="806"/>
                    <a:pt x="4588" y="546"/>
                  </a:cubicBezTo>
                  <a:cubicBezTo>
                    <a:pt x="4043" y="213"/>
                    <a:pt x="3229" y="0"/>
                    <a:pt x="2323" y="0"/>
                  </a:cubicBezTo>
                  <a:cubicBezTo>
                    <a:pt x="1379" y="0"/>
                    <a:pt x="536" y="232"/>
                    <a:pt x="0" y="583"/>
                  </a:cubicBezTo>
                  <a:cubicBezTo>
                    <a:pt x="112" y="851"/>
                    <a:pt x="269" y="1082"/>
                    <a:pt x="463" y="1287"/>
                  </a:cubicBezTo>
                  <a:cubicBezTo>
                    <a:pt x="777" y="916"/>
                    <a:pt x="1489" y="656"/>
                    <a:pt x="2323" y="656"/>
                  </a:cubicBezTo>
                </a:path>
              </a:pathLst>
            </a:custGeom>
            <a:solidFill>
              <a:srgbClr val="42C1C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2727233" y="4561881"/>
              <a:ext cx="496588" cy="192286"/>
            </a:xfrm>
            <a:custGeom>
              <a:rect b="b" l="l" r="r" t="t"/>
              <a:pathLst>
                <a:path extrusionOk="0" h="1427" w="3682">
                  <a:moveTo>
                    <a:pt x="1860" y="0"/>
                  </a:moveTo>
                  <a:lnTo>
                    <a:pt x="1860" y="0"/>
                  </a:lnTo>
                  <a:cubicBezTo>
                    <a:pt x="1026" y="0"/>
                    <a:pt x="314" y="260"/>
                    <a:pt x="0" y="631"/>
                  </a:cubicBezTo>
                  <a:cubicBezTo>
                    <a:pt x="453" y="1121"/>
                    <a:pt x="1101" y="1426"/>
                    <a:pt x="1823" y="1426"/>
                  </a:cubicBezTo>
                  <a:cubicBezTo>
                    <a:pt x="2562" y="1426"/>
                    <a:pt x="3229" y="1101"/>
                    <a:pt x="3681" y="583"/>
                  </a:cubicBezTo>
                  <a:cubicBezTo>
                    <a:pt x="3348" y="241"/>
                    <a:pt x="2655" y="0"/>
                    <a:pt x="1860" y="0"/>
                  </a:cubicBezTo>
                </a:path>
              </a:pathLst>
            </a:custGeom>
            <a:solidFill>
              <a:srgbClr val="F3F4B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2973144" y="4577954"/>
              <a:ext cx="250676" cy="175617"/>
            </a:xfrm>
            <a:custGeom>
              <a:rect b="b" l="l" r="r" t="t"/>
              <a:pathLst>
                <a:path extrusionOk="0" h="1306" w="1859">
                  <a:moveTo>
                    <a:pt x="0" y="1305"/>
                  </a:moveTo>
                  <a:lnTo>
                    <a:pt x="0" y="1305"/>
                  </a:lnTo>
                  <a:cubicBezTo>
                    <a:pt x="739" y="1305"/>
                    <a:pt x="1406" y="980"/>
                    <a:pt x="1858" y="462"/>
                  </a:cubicBezTo>
                  <a:cubicBezTo>
                    <a:pt x="1664" y="268"/>
                    <a:pt x="1359" y="102"/>
                    <a:pt x="971" y="0"/>
                  </a:cubicBezTo>
                  <a:lnTo>
                    <a:pt x="0" y="1305"/>
                  </a:lnTo>
                </a:path>
              </a:pathLst>
            </a:custGeom>
            <a:solidFill>
              <a:srgbClr val="E1E28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"/>
          <p:cNvGrpSpPr/>
          <p:nvPr/>
        </p:nvGrpSpPr>
        <p:grpSpPr>
          <a:xfrm>
            <a:off x="4298950" y="1738313"/>
            <a:ext cx="673100" cy="674687"/>
            <a:chOff x="4298570" y="1738313"/>
            <a:chExt cx="674025" cy="673894"/>
          </a:xfrm>
        </p:grpSpPr>
        <p:sp>
          <p:nvSpPr>
            <p:cNvPr id="236" name="Google Shape;236;p1"/>
            <p:cNvSpPr/>
            <p:nvPr/>
          </p:nvSpPr>
          <p:spPr>
            <a:xfrm>
              <a:off x="4298570" y="1738313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5" y="4996"/>
                    <a:pt x="2496" y="4996"/>
                  </a:cubicBezTo>
                  <a:cubicBezTo>
                    <a:pt x="1119" y="4996"/>
                    <a:pt x="0" y="3877"/>
                    <a:pt x="0" y="2498"/>
                  </a:cubicBezTo>
                  <a:cubicBezTo>
                    <a:pt x="0" y="1119"/>
                    <a:pt x="1119" y="0"/>
                    <a:pt x="2496" y="0"/>
                  </a:cubicBezTo>
                  <a:cubicBezTo>
                    <a:pt x="3875" y="0"/>
                    <a:pt x="4996" y="1119"/>
                    <a:pt x="4996" y="2498"/>
                  </a:cubicBezTo>
                </a:path>
              </a:pathLst>
            </a:custGeom>
            <a:solidFill>
              <a:srgbClr val="B0DDE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4308096" y="2153841"/>
              <a:ext cx="655567" cy="257771"/>
            </a:xfrm>
            <a:custGeom>
              <a:rect b="b" l="l" r="r" t="t"/>
              <a:pathLst>
                <a:path extrusionOk="0" h="1916" w="4858">
                  <a:moveTo>
                    <a:pt x="2423" y="1915"/>
                  </a:moveTo>
                  <a:lnTo>
                    <a:pt x="2423" y="1915"/>
                  </a:lnTo>
                  <a:cubicBezTo>
                    <a:pt x="3608" y="1915"/>
                    <a:pt x="4597" y="1101"/>
                    <a:pt x="48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0" y="1101"/>
                    <a:pt x="1249" y="1915"/>
                    <a:pt x="2423" y="1915"/>
                  </a:cubicBezTo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4327150" y="2263974"/>
              <a:ext cx="9527" cy="3572"/>
            </a:xfrm>
            <a:custGeom>
              <a:rect b="b" l="l" r="r" t="t"/>
              <a:pathLst>
                <a:path extrusionOk="0" h="29" w="74">
                  <a:moveTo>
                    <a:pt x="0" y="28"/>
                  </a:moveTo>
                  <a:lnTo>
                    <a:pt x="73" y="28"/>
                  </a:lnTo>
                  <a:lnTo>
                    <a:pt x="73" y="0"/>
                  </a:lnTo>
                  <a:lnTo>
                    <a:pt x="0" y="0"/>
                  </a:lnTo>
                  <a:lnTo>
                    <a:pt x="0" y="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4327150" y="2263974"/>
              <a:ext cx="9527" cy="3572"/>
            </a:xfrm>
            <a:custGeom>
              <a:rect b="b" l="l" r="r" t="t"/>
              <a:pathLst>
                <a:path extrusionOk="0" h="29" w="74">
                  <a:moveTo>
                    <a:pt x="0" y="28"/>
                  </a:moveTo>
                  <a:lnTo>
                    <a:pt x="73" y="28"/>
                  </a:lnTo>
                  <a:lnTo>
                    <a:pt x="7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4354539" y="2263974"/>
              <a:ext cx="562085" cy="3572"/>
            </a:xfrm>
            <a:custGeom>
              <a:rect b="b" l="l" r="r" t="t"/>
              <a:pathLst>
                <a:path extrusionOk="0" h="29" w="4165">
                  <a:moveTo>
                    <a:pt x="4034" y="28"/>
                  </a:moveTo>
                  <a:lnTo>
                    <a:pt x="4164" y="28"/>
                  </a:lnTo>
                  <a:lnTo>
                    <a:pt x="4164" y="0"/>
                  </a:lnTo>
                  <a:lnTo>
                    <a:pt x="4034" y="0"/>
                  </a:lnTo>
                  <a:lnTo>
                    <a:pt x="4034" y="28"/>
                  </a:lnTo>
                  <a:close/>
                  <a:moveTo>
                    <a:pt x="3765" y="28"/>
                  </a:moveTo>
                  <a:lnTo>
                    <a:pt x="3895" y="28"/>
                  </a:lnTo>
                  <a:lnTo>
                    <a:pt x="3895" y="0"/>
                  </a:lnTo>
                  <a:lnTo>
                    <a:pt x="3765" y="0"/>
                  </a:lnTo>
                  <a:lnTo>
                    <a:pt x="3765" y="28"/>
                  </a:lnTo>
                  <a:close/>
                  <a:moveTo>
                    <a:pt x="3497" y="28"/>
                  </a:moveTo>
                  <a:lnTo>
                    <a:pt x="3626" y="28"/>
                  </a:lnTo>
                  <a:lnTo>
                    <a:pt x="3626" y="0"/>
                  </a:lnTo>
                  <a:lnTo>
                    <a:pt x="3497" y="0"/>
                  </a:lnTo>
                  <a:lnTo>
                    <a:pt x="3497" y="28"/>
                  </a:lnTo>
                  <a:close/>
                  <a:moveTo>
                    <a:pt x="3229" y="28"/>
                  </a:moveTo>
                  <a:lnTo>
                    <a:pt x="3359" y="28"/>
                  </a:lnTo>
                  <a:lnTo>
                    <a:pt x="3359" y="0"/>
                  </a:lnTo>
                  <a:lnTo>
                    <a:pt x="3229" y="0"/>
                  </a:lnTo>
                  <a:lnTo>
                    <a:pt x="3229" y="28"/>
                  </a:lnTo>
                  <a:close/>
                  <a:moveTo>
                    <a:pt x="2961" y="28"/>
                  </a:moveTo>
                  <a:lnTo>
                    <a:pt x="3090" y="28"/>
                  </a:lnTo>
                  <a:lnTo>
                    <a:pt x="3090" y="0"/>
                  </a:lnTo>
                  <a:lnTo>
                    <a:pt x="2961" y="0"/>
                  </a:lnTo>
                  <a:lnTo>
                    <a:pt x="2961" y="28"/>
                  </a:lnTo>
                  <a:close/>
                  <a:moveTo>
                    <a:pt x="2692" y="28"/>
                  </a:moveTo>
                  <a:lnTo>
                    <a:pt x="2822" y="28"/>
                  </a:lnTo>
                  <a:lnTo>
                    <a:pt x="2822" y="0"/>
                  </a:lnTo>
                  <a:lnTo>
                    <a:pt x="2692" y="0"/>
                  </a:lnTo>
                  <a:lnTo>
                    <a:pt x="2692" y="28"/>
                  </a:lnTo>
                  <a:close/>
                  <a:moveTo>
                    <a:pt x="2425" y="28"/>
                  </a:moveTo>
                  <a:lnTo>
                    <a:pt x="2554" y="28"/>
                  </a:lnTo>
                  <a:lnTo>
                    <a:pt x="2554" y="0"/>
                  </a:lnTo>
                  <a:lnTo>
                    <a:pt x="2425" y="0"/>
                  </a:lnTo>
                  <a:lnTo>
                    <a:pt x="2425" y="28"/>
                  </a:lnTo>
                  <a:close/>
                  <a:moveTo>
                    <a:pt x="2147" y="28"/>
                  </a:moveTo>
                  <a:lnTo>
                    <a:pt x="2286" y="28"/>
                  </a:lnTo>
                  <a:lnTo>
                    <a:pt x="2286" y="0"/>
                  </a:lnTo>
                  <a:lnTo>
                    <a:pt x="2147" y="0"/>
                  </a:lnTo>
                  <a:lnTo>
                    <a:pt x="2147" y="28"/>
                  </a:lnTo>
                  <a:close/>
                  <a:moveTo>
                    <a:pt x="1878" y="28"/>
                  </a:moveTo>
                  <a:lnTo>
                    <a:pt x="2017" y="28"/>
                  </a:lnTo>
                  <a:lnTo>
                    <a:pt x="2017" y="0"/>
                  </a:lnTo>
                  <a:lnTo>
                    <a:pt x="1878" y="0"/>
                  </a:lnTo>
                  <a:lnTo>
                    <a:pt x="1878" y="28"/>
                  </a:lnTo>
                  <a:close/>
                  <a:moveTo>
                    <a:pt x="1611" y="28"/>
                  </a:moveTo>
                  <a:lnTo>
                    <a:pt x="1748" y="28"/>
                  </a:lnTo>
                  <a:lnTo>
                    <a:pt x="1748" y="0"/>
                  </a:lnTo>
                  <a:lnTo>
                    <a:pt x="1611" y="0"/>
                  </a:lnTo>
                  <a:lnTo>
                    <a:pt x="1611" y="28"/>
                  </a:lnTo>
                  <a:close/>
                  <a:moveTo>
                    <a:pt x="1342" y="28"/>
                  </a:moveTo>
                  <a:lnTo>
                    <a:pt x="1481" y="28"/>
                  </a:lnTo>
                  <a:lnTo>
                    <a:pt x="1481" y="0"/>
                  </a:lnTo>
                  <a:lnTo>
                    <a:pt x="1342" y="0"/>
                  </a:lnTo>
                  <a:lnTo>
                    <a:pt x="1342" y="28"/>
                  </a:lnTo>
                  <a:close/>
                  <a:moveTo>
                    <a:pt x="1073" y="28"/>
                  </a:moveTo>
                  <a:lnTo>
                    <a:pt x="1212" y="28"/>
                  </a:lnTo>
                  <a:lnTo>
                    <a:pt x="1212" y="0"/>
                  </a:lnTo>
                  <a:lnTo>
                    <a:pt x="1073" y="0"/>
                  </a:lnTo>
                  <a:lnTo>
                    <a:pt x="1073" y="28"/>
                  </a:lnTo>
                  <a:close/>
                  <a:moveTo>
                    <a:pt x="805" y="28"/>
                  </a:moveTo>
                  <a:lnTo>
                    <a:pt x="944" y="28"/>
                  </a:lnTo>
                  <a:lnTo>
                    <a:pt x="944" y="0"/>
                  </a:lnTo>
                  <a:lnTo>
                    <a:pt x="805" y="0"/>
                  </a:lnTo>
                  <a:lnTo>
                    <a:pt x="805" y="28"/>
                  </a:lnTo>
                  <a:close/>
                  <a:moveTo>
                    <a:pt x="536" y="28"/>
                  </a:moveTo>
                  <a:lnTo>
                    <a:pt x="675" y="28"/>
                  </a:lnTo>
                  <a:lnTo>
                    <a:pt x="675" y="0"/>
                  </a:lnTo>
                  <a:lnTo>
                    <a:pt x="536" y="0"/>
                  </a:lnTo>
                  <a:lnTo>
                    <a:pt x="536" y="28"/>
                  </a:lnTo>
                  <a:close/>
                  <a:moveTo>
                    <a:pt x="269" y="28"/>
                  </a:moveTo>
                  <a:lnTo>
                    <a:pt x="408" y="28"/>
                  </a:lnTo>
                  <a:lnTo>
                    <a:pt x="408" y="0"/>
                  </a:lnTo>
                  <a:lnTo>
                    <a:pt x="269" y="0"/>
                  </a:lnTo>
                  <a:lnTo>
                    <a:pt x="269" y="28"/>
                  </a:lnTo>
                  <a:close/>
                  <a:moveTo>
                    <a:pt x="0" y="28"/>
                  </a:moveTo>
                  <a:lnTo>
                    <a:pt x="139" y="28"/>
                  </a:lnTo>
                  <a:lnTo>
                    <a:pt x="139" y="0"/>
                  </a:ln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4935678" y="2263974"/>
              <a:ext cx="8336" cy="3572"/>
            </a:xfrm>
            <a:custGeom>
              <a:rect b="b" l="l" r="r" t="t"/>
              <a:pathLst>
                <a:path extrusionOk="0" h="29" w="65">
                  <a:moveTo>
                    <a:pt x="0" y="28"/>
                  </a:moveTo>
                  <a:lnTo>
                    <a:pt x="64" y="28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4935678" y="2263974"/>
              <a:ext cx="8336" cy="3572"/>
            </a:xfrm>
            <a:custGeom>
              <a:rect b="b" l="l" r="r" t="t"/>
              <a:pathLst>
                <a:path extrusionOk="0" h="29" w="65">
                  <a:moveTo>
                    <a:pt x="0" y="28"/>
                  </a:moveTo>
                  <a:lnTo>
                    <a:pt x="64" y="28"/>
                  </a:lnTo>
                  <a:lnTo>
                    <a:pt x="6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4298570" y="1885355"/>
              <a:ext cx="674025" cy="267891"/>
            </a:xfrm>
            <a:custGeom>
              <a:rect b="b" l="l" r="r" t="t"/>
              <a:pathLst>
                <a:path extrusionOk="0" h="1990" w="4997">
                  <a:moveTo>
                    <a:pt x="4996" y="1304"/>
                  </a:moveTo>
                  <a:lnTo>
                    <a:pt x="4996" y="1304"/>
                  </a:lnTo>
                  <a:cubicBezTo>
                    <a:pt x="4912" y="1295"/>
                    <a:pt x="4709" y="1212"/>
                    <a:pt x="4347" y="879"/>
                  </a:cubicBezTo>
                  <a:cubicBezTo>
                    <a:pt x="3847" y="408"/>
                    <a:pt x="3542" y="879"/>
                    <a:pt x="3460" y="1008"/>
                  </a:cubicBezTo>
                  <a:cubicBezTo>
                    <a:pt x="3385" y="1147"/>
                    <a:pt x="3228" y="435"/>
                    <a:pt x="2922" y="408"/>
                  </a:cubicBezTo>
                  <a:cubicBezTo>
                    <a:pt x="2617" y="369"/>
                    <a:pt x="2311" y="1156"/>
                    <a:pt x="2311" y="1156"/>
                  </a:cubicBezTo>
                  <a:cubicBezTo>
                    <a:pt x="2311" y="1156"/>
                    <a:pt x="1887" y="0"/>
                    <a:pt x="1340" y="64"/>
                  </a:cubicBezTo>
                  <a:cubicBezTo>
                    <a:pt x="905" y="121"/>
                    <a:pt x="276" y="721"/>
                    <a:pt x="46" y="953"/>
                  </a:cubicBezTo>
                  <a:cubicBezTo>
                    <a:pt x="18" y="1101"/>
                    <a:pt x="0" y="1249"/>
                    <a:pt x="0" y="1406"/>
                  </a:cubicBezTo>
                  <a:cubicBezTo>
                    <a:pt x="0" y="1609"/>
                    <a:pt x="27" y="1805"/>
                    <a:pt x="73" y="1989"/>
                  </a:cubicBezTo>
                  <a:cubicBezTo>
                    <a:pt x="4930" y="1989"/>
                    <a:pt x="4930" y="1989"/>
                    <a:pt x="4930" y="1989"/>
                  </a:cubicBezTo>
                  <a:cubicBezTo>
                    <a:pt x="4976" y="1805"/>
                    <a:pt x="4996" y="1609"/>
                    <a:pt x="4996" y="1406"/>
                  </a:cubicBezTo>
                  <a:cubicBezTo>
                    <a:pt x="4996" y="1379"/>
                    <a:pt x="4996" y="1340"/>
                    <a:pt x="4996" y="1304"/>
                  </a:cubicBezTo>
                </a:path>
              </a:pathLst>
            </a:custGeom>
            <a:solidFill>
              <a:srgbClr val="D3B66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4430755" y="2185393"/>
              <a:ext cx="42275" cy="17264"/>
            </a:xfrm>
            <a:custGeom>
              <a:rect b="b" l="l" r="r" t="t"/>
              <a:pathLst>
                <a:path extrusionOk="0" h="131" w="316">
                  <a:moveTo>
                    <a:pt x="287" y="0"/>
                  </a:moveTo>
                  <a:lnTo>
                    <a:pt x="287" y="0"/>
                  </a:lnTo>
                  <a:cubicBezTo>
                    <a:pt x="28" y="0"/>
                    <a:pt x="28" y="0"/>
                    <a:pt x="28" y="0"/>
                  </a:cubicBezTo>
                  <a:cubicBezTo>
                    <a:pt x="9" y="0"/>
                    <a:pt x="0" y="9"/>
                    <a:pt x="0" y="18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20"/>
                    <a:pt x="9" y="130"/>
                    <a:pt x="28" y="130"/>
                  </a:cubicBezTo>
                  <a:cubicBezTo>
                    <a:pt x="287" y="130"/>
                    <a:pt x="287" y="130"/>
                    <a:pt x="287" y="130"/>
                  </a:cubicBezTo>
                  <a:cubicBezTo>
                    <a:pt x="305" y="130"/>
                    <a:pt x="315" y="120"/>
                    <a:pt x="315" y="102"/>
                  </a:cubicBezTo>
                  <a:cubicBezTo>
                    <a:pt x="315" y="18"/>
                    <a:pt x="315" y="18"/>
                    <a:pt x="315" y="18"/>
                  </a:cubicBezTo>
                  <a:cubicBezTo>
                    <a:pt x="315" y="9"/>
                    <a:pt x="305" y="0"/>
                    <a:pt x="287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4673094" y="2169915"/>
              <a:ext cx="88124" cy="88106"/>
            </a:xfrm>
            <a:custGeom>
              <a:rect b="b" l="l" r="r" t="t"/>
              <a:pathLst>
                <a:path extrusionOk="0" h="659" w="659">
                  <a:moveTo>
                    <a:pt x="333" y="0"/>
                  </a:moveTo>
                  <a:lnTo>
                    <a:pt x="333" y="0"/>
                  </a:lnTo>
                  <a:cubicBezTo>
                    <a:pt x="148" y="0"/>
                    <a:pt x="0" y="149"/>
                    <a:pt x="0" y="326"/>
                  </a:cubicBezTo>
                  <a:cubicBezTo>
                    <a:pt x="0" y="510"/>
                    <a:pt x="148" y="658"/>
                    <a:pt x="333" y="658"/>
                  </a:cubicBezTo>
                  <a:cubicBezTo>
                    <a:pt x="508" y="658"/>
                    <a:pt x="658" y="510"/>
                    <a:pt x="658" y="326"/>
                  </a:cubicBezTo>
                  <a:cubicBezTo>
                    <a:pt x="658" y="149"/>
                    <a:pt x="508" y="0"/>
                    <a:pt x="333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4699293" y="2196703"/>
              <a:ext cx="35726" cy="35719"/>
            </a:xfrm>
            <a:custGeom>
              <a:rect b="b" l="l" r="r" t="t"/>
              <a:pathLst>
                <a:path extrusionOk="0" h="268" w="269">
                  <a:moveTo>
                    <a:pt x="138" y="267"/>
                  </a:moveTo>
                  <a:lnTo>
                    <a:pt x="138" y="267"/>
                  </a:lnTo>
                  <a:cubicBezTo>
                    <a:pt x="65" y="267"/>
                    <a:pt x="0" y="203"/>
                    <a:pt x="0" y="130"/>
                  </a:cubicBezTo>
                  <a:cubicBezTo>
                    <a:pt x="0" y="55"/>
                    <a:pt x="65" y="0"/>
                    <a:pt x="138" y="0"/>
                  </a:cubicBezTo>
                  <a:cubicBezTo>
                    <a:pt x="213" y="0"/>
                    <a:pt x="268" y="55"/>
                    <a:pt x="268" y="130"/>
                  </a:cubicBezTo>
                  <a:cubicBezTo>
                    <a:pt x="268" y="203"/>
                    <a:pt x="213" y="267"/>
                    <a:pt x="138" y="2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4489702" y="2169915"/>
              <a:ext cx="88124" cy="88106"/>
            </a:xfrm>
            <a:custGeom>
              <a:rect b="b" l="l" r="r" t="t"/>
              <a:pathLst>
                <a:path extrusionOk="0" h="659" w="658">
                  <a:moveTo>
                    <a:pt x="324" y="0"/>
                  </a:moveTo>
                  <a:lnTo>
                    <a:pt x="324" y="0"/>
                  </a:lnTo>
                  <a:cubicBezTo>
                    <a:pt x="147" y="0"/>
                    <a:pt x="0" y="149"/>
                    <a:pt x="0" y="326"/>
                  </a:cubicBezTo>
                  <a:cubicBezTo>
                    <a:pt x="0" y="510"/>
                    <a:pt x="147" y="658"/>
                    <a:pt x="324" y="658"/>
                  </a:cubicBezTo>
                  <a:cubicBezTo>
                    <a:pt x="509" y="658"/>
                    <a:pt x="657" y="510"/>
                    <a:pt x="657" y="326"/>
                  </a:cubicBezTo>
                  <a:cubicBezTo>
                    <a:pt x="657" y="149"/>
                    <a:pt x="509" y="0"/>
                    <a:pt x="324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4515901" y="2196703"/>
              <a:ext cx="35726" cy="35719"/>
            </a:xfrm>
            <a:custGeom>
              <a:rect b="b" l="l" r="r" t="t"/>
              <a:pathLst>
                <a:path extrusionOk="0" h="268" w="270">
                  <a:moveTo>
                    <a:pt x="130" y="267"/>
                  </a:moveTo>
                  <a:lnTo>
                    <a:pt x="130" y="267"/>
                  </a:lnTo>
                  <a:cubicBezTo>
                    <a:pt x="55" y="267"/>
                    <a:pt x="0" y="203"/>
                    <a:pt x="0" y="130"/>
                  </a:cubicBezTo>
                  <a:cubicBezTo>
                    <a:pt x="0" y="55"/>
                    <a:pt x="55" y="0"/>
                    <a:pt x="130" y="0"/>
                  </a:cubicBezTo>
                  <a:cubicBezTo>
                    <a:pt x="203" y="0"/>
                    <a:pt x="269" y="55"/>
                    <a:pt x="269" y="130"/>
                  </a:cubicBezTo>
                  <a:cubicBezTo>
                    <a:pt x="269" y="203"/>
                    <a:pt x="203" y="267"/>
                    <a:pt x="130" y="2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4826715" y="2151460"/>
              <a:ext cx="14290" cy="23813"/>
            </a:xfrm>
            <a:custGeom>
              <a:rect b="b" l="l" r="r" t="t"/>
              <a:pathLst>
                <a:path extrusionOk="0" h="179" w="112">
                  <a:moveTo>
                    <a:pt x="74" y="0"/>
                  </a:moveTo>
                  <a:lnTo>
                    <a:pt x="74" y="0"/>
                  </a:lnTo>
                  <a:cubicBezTo>
                    <a:pt x="29" y="0"/>
                    <a:pt x="0" y="39"/>
                    <a:pt x="0" y="84"/>
                  </a:cubicBezTo>
                  <a:cubicBezTo>
                    <a:pt x="0" y="139"/>
                    <a:pt x="29" y="178"/>
                    <a:pt x="74" y="178"/>
                  </a:cubicBezTo>
                  <a:cubicBezTo>
                    <a:pt x="84" y="178"/>
                    <a:pt x="102" y="168"/>
                    <a:pt x="111" y="168"/>
                  </a:cubicBezTo>
                  <a:cubicBezTo>
                    <a:pt x="111" y="112"/>
                    <a:pt x="102" y="48"/>
                    <a:pt x="93" y="0"/>
                  </a:cubicBezTo>
                  <a:cubicBezTo>
                    <a:pt x="93" y="0"/>
                    <a:pt x="84" y="0"/>
                    <a:pt x="74" y="0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4442068" y="2043113"/>
              <a:ext cx="398937" cy="172046"/>
            </a:xfrm>
            <a:custGeom>
              <a:rect b="b" l="l" r="r" t="t"/>
              <a:pathLst>
                <a:path extrusionOk="0" h="1279" w="2961">
                  <a:moveTo>
                    <a:pt x="2849" y="888"/>
                  </a:moveTo>
                  <a:lnTo>
                    <a:pt x="2849" y="888"/>
                  </a:lnTo>
                  <a:cubicBezTo>
                    <a:pt x="2849" y="843"/>
                    <a:pt x="2878" y="804"/>
                    <a:pt x="2923" y="804"/>
                  </a:cubicBezTo>
                  <a:cubicBezTo>
                    <a:pt x="2933" y="804"/>
                    <a:pt x="2942" y="804"/>
                    <a:pt x="2942" y="804"/>
                  </a:cubicBezTo>
                  <a:cubicBezTo>
                    <a:pt x="2942" y="786"/>
                    <a:pt x="2933" y="759"/>
                    <a:pt x="2923" y="750"/>
                  </a:cubicBezTo>
                  <a:cubicBezTo>
                    <a:pt x="2859" y="620"/>
                    <a:pt x="2165" y="546"/>
                    <a:pt x="2165" y="546"/>
                  </a:cubicBezTo>
                  <a:cubicBezTo>
                    <a:pt x="2165" y="546"/>
                    <a:pt x="1777" y="84"/>
                    <a:pt x="1720" y="47"/>
                  </a:cubicBezTo>
                  <a:cubicBezTo>
                    <a:pt x="1656" y="11"/>
                    <a:pt x="1471" y="0"/>
                    <a:pt x="1267" y="0"/>
                  </a:cubicBezTo>
                  <a:cubicBezTo>
                    <a:pt x="1073" y="0"/>
                    <a:pt x="804" y="11"/>
                    <a:pt x="758" y="56"/>
                  </a:cubicBezTo>
                  <a:cubicBezTo>
                    <a:pt x="713" y="102"/>
                    <a:pt x="389" y="417"/>
                    <a:pt x="314" y="565"/>
                  </a:cubicBezTo>
                  <a:cubicBezTo>
                    <a:pt x="305" y="583"/>
                    <a:pt x="157" y="574"/>
                    <a:pt x="83" y="574"/>
                  </a:cubicBezTo>
                  <a:cubicBezTo>
                    <a:pt x="9" y="574"/>
                    <a:pt x="0" y="1240"/>
                    <a:pt x="0" y="1240"/>
                  </a:cubicBezTo>
                  <a:cubicBezTo>
                    <a:pt x="0" y="1249"/>
                    <a:pt x="0" y="1258"/>
                    <a:pt x="0" y="1258"/>
                  </a:cubicBezTo>
                  <a:cubicBezTo>
                    <a:pt x="9" y="1269"/>
                    <a:pt x="18" y="1278"/>
                    <a:pt x="27" y="1278"/>
                  </a:cubicBezTo>
                  <a:cubicBezTo>
                    <a:pt x="287" y="1278"/>
                    <a:pt x="287" y="1278"/>
                    <a:pt x="287" y="1278"/>
                  </a:cubicBezTo>
                  <a:cubicBezTo>
                    <a:pt x="287" y="1269"/>
                    <a:pt x="287" y="1269"/>
                    <a:pt x="287" y="1269"/>
                  </a:cubicBezTo>
                  <a:cubicBezTo>
                    <a:pt x="287" y="1055"/>
                    <a:pt x="462" y="879"/>
                    <a:pt x="676" y="879"/>
                  </a:cubicBezTo>
                  <a:cubicBezTo>
                    <a:pt x="897" y="879"/>
                    <a:pt x="1073" y="1055"/>
                    <a:pt x="1073" y="1269"/>
                  </a:cubicBezTo>
                  <a:cubicBezTo>
                    <a:pt x="1073" y="1278"/>
                    <a:pt x="1073" y="1278"/>
                    <a:pt x="1073" y="1278"/>
                  </a:cubicBezTo>
                  <a:cubicBezTo>
                    <a:pt x="1647" y="1278"/>
                    <a:pt x="1647" y="1278"/>
                    <a:pt x="1647" y="1278"/>
                  </a:cubicBezTo>
                  <a:cubicBezTo>
                    <a:pt x="1647" y="1269"/>
                    <a:pt x="1647" y="1269"/>
                    <a:pt x="1647" y="1269"/>
                  </a:cubicBezTo>
                  <a:cubicBezTo>
                    <a:pt x="1647" y="1055"/>
                    <a:pt x="1823" y="879"/>
                    <a:pt x="2044" y="879"/>
                  </a:cubicBezTo>
                  <a:cubicBezTo>
                    <a:pt x="2258" y="879"/>
                    <a:pt x="2433" y="1055"/>
                    <a:pt x="2433" y="1269"/>
                  </a:cubicBezTo>
                  <a:cubicBezTo>
                    <a:pt x="2433" y="1278"/>
                    <a:pt x="2433" y="1278"/>
                    <a:pt x="2433" y="1278"/>
                  </a:cubicBezTo>
                  <a:cubicBezTo>
                    <a:pt x="2914" y="1278"/>
                    <a:pt x="2914" y="1278"/>
                    <a:pt x="2914" y="1278"/>
                  </a:cubicBezTo>
                  <a:cubicBezTo>
                    <a:pt x="2933" y="1278"/>
                    <a:pt x="2942" y="1258"/>
                    <a:pt x="2942" y="1249"/>
                  </a:cubicBezTo>
                  <a:cubicBezTo>
                    <a:pt x="2942" y="1249"/>
                    <a:pt x="2960" y="1110"/>
                    <a:pt x="2960" y="972"/>
                  </a:cubicBezTo>
                  <a:cubicBezTo>
                    <a:pt x="2951" y="972"/>
                    <a:pt x="2933" y="982"/>
                    <a:pt x="2923" y="982"/>
                  </a:cubicBezTo>
                  <a:cubicBezTo>
                    <a:pt x="2878" y="982"/>
                    <a:pt x="2849" y="943"/>
                    <a:pt x="2849" y="888"/>
                  </a:cubicBezTo>
                </a:path>
              </a:pathLst>
            </a:custGeom>
            <a:solidFill>
              <a:srgbClr val="F1672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4503397" y="2057996"/>
              <a:ext cx="100627" cy="61913"/>
            </a:xfrm>
            <a:custGeom>
              <a:rect b="b" l="l" r="r" t="t"/>
              <a:pathLst>
                <a:path extrusionOk="0" h="464" w="751">
                  <a:moveTo>
                    <a:pt x="750" y="445"/>
                  </a:moveTo>
                  <a:lnTo>
                    <a:pt x="750" y="445"/>
                  </a:lnTo>
                  <a:cubicBezTo>
                    <a:pt x="750" y="454"/>
                    <a:pt x="740" y="463"/>
                    <a:pt x="731" y="463"/>
                  </a:cubicBezTo>
                  <a:cubicBezTo>
                    <a:pt x="18" y="463"/>
                    <a:pt x="18" y="463"/>
                    <a:pt x="18" y="463"/>
                  </a:cubicBezTo>
                  <a:cubicBezTo>
                    <a:pt x="9" y="463"/>
                    <a:pt x="0" y="454"/>
                    <a:pt x="0" y="454"/>
                  </a:cubicBezTo>
                  <a:cubicBezTo>
                    <a:pt x="0" y="445"/>
                    <a:pt x="0" y="445"/>
                    <a:pt x="9" y="435"/>
                  </a:cubicBezTo>
                  <a:cubicBezTo>
                    <a:pt x="362" y="9"/>
                    <a:pt x="362" y="9"/>
                    <a:pt x="362" y="9"/>
                  </a:cubicBezTo>
                  <a:lnTo>
                    <a:pt x="371" y="0"/>
                  </a:lnTo>
                  <a:cubicBezTo>
                    <a:pt x="740" y="0"/>
                    <a:pt x="740" y="0"/>
                    <a:pt x="740" y="0"/>
                  </a:cubicBezTo>
                  <a:cubicBezTo>
                    <a:pt x="740" y="0"/>
                    <a:pt x="750" y="9"/>
                    <a:pt x="750" y="19"/>
                  </a:cubicBezTo>
                  <a:lnTo>
                    <a:pt x="750" y="445"/>
                  </a:ln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4615337" y="2059187"/>
              <a:ext cx="97055" cy="60722"/>
            </a:xfrm>
            <a:custGeom>
              <a:rect b="b" l="l" r="r" t="t"/>
              <a:pathLst>
                <a:path extrusionOk="0" h="455" w="723">
                  <a:moveTo>
                    <a:pt x="722" y="445"/>
                  </a:moveTo>
                  <a:lnTo>
                    <a:pt x="722" y="445"/>
                  </a:lnTo>
                  <a:lnTo>
                    <a:pt x="713" y="454"/>
                  </a:lnTo>
                  <a:cubicBezTo>
                    <a:pt x="20" y="454"/>
                    <a:pt x="20" y="454"/>
                    <a:pt x="20" y="454"/>
                  </a:cubicBezTo>
                  <a:cubicBezTo>
                    <a:pt x="11" y="454"/>
                    <a:pt x="11" y="445"/>
                    <a:pt x="11" y="4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11" y="0"/>
                    <a:pt x="11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99" y="0"/>
                    <a:pt x="399" y="0"/>
                    <a:pt x="408" y="0"/>
                  </a:cubicBezTo>
                  <a:cubicBezTo>
                    <a:pt x="722" y="426"/>
                    <a:pt x="722" y="426"/>
                    <a:pt x="722" y="426"/>
                  </a:cubicBezTo>
                  <a:cubicBezTo>
                    <a:pt x="722" y="436"/>
                    <a:pt x="722" y="436"/>
                    <a:pt x="722" y="445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4769553" y="2202656"/>
              <a:ext cx="70856" cy="14288"/>
            </a:xfrm>
            <a:custGeom>
              <a:rect b="b" l="l" r="r" t="t"/>
              <a:pathLst>
                <a:path extrusionOk="0" h="112" w="528">
                  <a:moveTo>
                    <a:pt x="499" y="111"/>
                  </a:moveTo>
                  <a:lnTo>
                    <a:pt x="499" y="111"/>
                  </a:lnTo>
                  <a:cubicBezTo>
                    <a:pt x="9" y="111"/>
                    <a:pt x="9" y="111"/>
                    <a:pt x="9" y="111"/>
                  </a:cubicBezTo>
                  <a:cubicBezTo>
                    <a:pt x="9" y="55"/>
                    <a:pt x="0" y="0"/>
                    <a:pt x="0" y="0"/>
                  </a:cubicBezTo>
                  <a:cubicBezTo>
                    <a:pt x="527" y="0"/>
                    <a:pt x="527" y="0"/>
                    <a:pt x="527" y="0"/>
                  </a:cubicBezTo>
                  <a:cubicBezTo>
                    <a:pt x="527" y="0"/>
                    <a:pt x="527" y="111"/>
                    <a:pt x="499" y="111"/>
                  </a:cubicBezTo>
                </a:path>
              </a:pathLst>
            </a:custGeom>
            <a:solidFill>
              <a:srgbClr val="D4E4E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"/>
          <p:cNvGrpSpPr/>
          <p:nvPr/>
        </p:nvGrpSpPr>
        <p:grpSpPr>
          <a:xfrm>
            <a:off x="2632075" y="1746250"/>
            <a:ext cx="674688" cy="673100"/>
            <a:chOff x="2631964" y="1745457"/>
            <a:chExt cx="674025" cy="673894"/>
          </a:xfrm>
        </p:grpSpPr>
        <p:sp>
          <p:nvSpPr>
            <p:cNvPr id="255" name="Google Shape;255;p1"/>
            <p:cNvSpPr/>
            <p:nvPr/>
          </p:nvSpPr>
          <p:spPr>
            <a:xfrm>
              <a:off x="2631964" y="1745457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7" y="4996"/>
                    <a:pt x="2498" y="4996"/>
                  </a:cubicBezTo>
                  <a:cubicBezTo>
                    <a:pt x="1119" y="4996"/>
                    <a:pt x="0" y="3877"/>
                    <a:pt x="0" y="2498"/>
                  </a:cubicBezTo>
                  <a:cubicBezTo>
                    <a:pt x="0" y="1119"/>
                    <a:pt x="1119" y="0"/>
                    <a:pt x="2498" y="0"/>
                  </a:cubicBezTo>
                  <a:cubicBezTo>
                    <a:pt x="3877" y="0"/>
                    <a:pt x="4996" y="1119"/>
                    <a:pt x="4996" y="2498"/>
                  </a:cubicBezTo>
                </a:path>
              </a:pathLst>
            </a:custGeom>
            <a:solidFill>
              <a:srgbClr val="E27A7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3064246" y="2040137"/>
              <a:ext cx="178033" cy="9525"/>
            </a:xfrm>
            <a:custGeom>
              <a:rect b="b" l="l" r="r" t="t"/>
              <a:pathLst>
                <a:path extrusionOk="0" h="75" w="1323">
                  <a:moveTo>
                    <a:pt x="1285" y="74"/>
                  </a:moveTo>
                  <a:lnTo>
                    <a:pt x="1285" y="74"/>
                  </a:lnTo>
                  <a:cubicBezTo>
                    <a:pt x="36" y="74"/>
                    <a:pt x="36" y="74"/>
                    <a:pt x="36" y="74"/>
                  </a:cubicBezTo>
                  <a:cubicBezTo>
                    <a:pt x="18" y="74"/>
                    <a:pt x="0" y="65"/>
                    <a:pt x="0" y="38"/>
                  </a:cubicBezTo>
                  <a:cubicBezTo>
                    <a:pt x="0" y="18"/>
                    <a:pt x="18" y="0"/>
                    <a:pt x="36" y="0"/>
                  </a:cubicBezTo>
                  <a:cubicBezTo>
                    <a:pt x="1285" y="0"/>
                    <a:pt x="1285" y="0"/>
                    <a:pt x="1285" y="0"/>
                  </a:cubicBezTo>
                  <a:cubicBezTo>
                    <a:pt x="1304" y="0"/>
                    <a:pt x="1322" y="18"/>
                    <a:pt x="1322" y="38"/>
                  </a:cubicBezTo>
                  <a:cubicBezTo>
                    <a:pt x="1322" y="56"/>
                    <a:pt x="1304" y="74"/>
                    <a:pt x="1285" y="74"/>
                  </a:cubicBez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3033879" y="2006799"/>
              <a:ext cx="52993" cy="104180"/>
            </a:xfrm>
            <a:custGeom>
              <a:rect b="b" l="l" r="r" t="t"/>
              <a:pathLst>
                <a:path extrusionOk="0" h="778" w="399">
                  <a:moveTo>
                    <a:pt x="47" y="777"/>
                  </a:moveTo>
                  <a:lnTo>
                    <a:pt x="47" y="777"/>
                  </a:lnTo>
                  <a:cubicBezTo>
                    <a:pt x="38" y="777"/>
                    <a:pt x="38" y="777"/>
                    <a:pt x="29" y="777"/>
                  </a:cubicBezTo>
                  <a:cubicBezTo>
                    <a:pt x="9" y="768"/>
                    <a:pt x="0" y="748"/>
                    <a:pt x="9" y="729"/>
                  </a:cubicBezTo>
                  <a:cubicBezTo>
                    <a:pt x="325" y="27"/>
                    <a:pt x="325" y="27"/>
                    <a:pt x="325" y="27"/>
                  </a:cubicBezTo>
                  <a:cubicBezTo>
                    <a:pt x="334" y="9"/>
                    <a:pt x="353" y="0"/>
                    <a:pt x="371" y="9"/>
                  </a:cubicBezTo>
                  <a:cubicBezTo>
                    <a:pt x="389" y="9"/>
                    <a:pt x="398" y="36"/>
                    <a:pt x="389" y="55"/>
                  </a:cubicBezTo>
                  <a:cubicBezTo>
                    <a:pt x="84" y="758"/>
                    <a:pt x="84" y="758"/>
                    <a:pt x="84" y="758"/>
                  </a:cubicBezTo>
                  <a:cubicBezTo>
                    <a:pt x="75" y="768"/>
                    <a:pt x="56" y="777"/>
                    <a:pt x="47" y="777"/>
                  </a:cubicBez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2680789" y="2061568"/>
              <a:ext cx="201850" cy="203002"/>
            </a:xfrm>
            <a:custGeom>
              <a:rect b="b" l="l" r="r" t="t"/>
              <a:pathLst>
                <a:path extrusionOk="0" h="1509" w="1499">
                  <a:moveTo>
                    <a:pt x="748" y="1508"/>
                  </a:moveTo>
                  <a:lnTo>
                    <a:pt x="748" y="1508"/>
                  </a:lnTo>
                  <a:cubicBezTo>
                    <a:pt x="333" y="1508"/>
                    <a:pt x="0" y="1166"/>
                    <a:pt x="0" y="759"/>
                  </a:cubicBezTo>
                  <a:cubicBezTo>
                    <a:pt x="0" y="342"/>
                    <a:pt x="333" y="9"/>
                    <a:pt x="748" y="0"/>
                  </a:cubicBezTo>
                  <a:cubicBezTo>
                    <a:pt x="1165" y="0"/>
                    <a:pt x="1498" y="342"/>
                    <a:pt x="1498" y="759"/>
                  </a:cubicBezTo>
                  <a:cubicBezTo>
                    <a:pt x="1498" y="1166"/>
                    <a:pt x="1165" y="1508"/>
                    <a:pt x="748" y="1508"/>
                  </a:cubicBezTo>
                  <a:close/>
                  <a:moveTo>
                    <a:pt x="748" y="56"/>
                  </a:moveTo>
                  <a:lnTo>
                    <a:pt x="748" y="56"/>
                  </a:lnTo>
                  <a:cubicBezTo>
                    <a:pt x="360" y="56"/>
                    <a:pt x="55" y="371"/>
                    <a:pt x="55" y="759"/>
                  </a:cubicBezTo>
                  <a:cubicBezTo>
                    <a:pt x="55" y="1139"/>
                    <a:pt x="360" y="1452"/>
                    <a:pt x="748" y="1452"/>
                  </a:cubicBezTo>
                  <a:cubicBezTo>
                    <a:pt x="1137" y="1452"/>
                    <a:pt x="1452" y="1139"/>
                    <a:pt x="1452" y="759"/>
                  </a:cubicBezTo>
                  <a:cubicBezTo>
                    <a:pt x="1452" y="371"/>
                    <a:pt x="1137" y="56"/>
                    <a:pt x="748" y="56"/>
                  </a:cubicBezTo>
                  <a:close/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2704606" y="2043113"/>
              <a:ext cx="199469" cy="166688"/>
            </a:xfrm>
            <a:custGeom>
              <a:rect b="b" l="l" r="r" t="t"/>
              <a:pathLst>
                <a:path extrusionOk="0" h="1241" w="1481">
                  <a:moveTo>
                    <a:pt x="1304" y="1240"/>
                  </a:moveTo>
                  <a:lnTo>
                    <a:pt x="1304" y="1240"/>
                  </a:lnTo>
                  <a:lnTo>
                    <a:pt x="1295" y="1240"/>
                  </a:lnTo>
                  <a:cubicBezTo>
                    <a:pt x="1277" y="1230"/>
                    <a:pt x="1268" y="1212"/>
                    <a:pt x="1277" y="1203"/>
                  </a:cubicBezTo>
                  <a:cubicBezTo>
                    <a:pt x="1425" y="870"/>
                    <a:pt x="1314" y="481"/>
                    <a:pt x="1017" y="269"/>
                  </a:cubicBezTo>
                  <a:cubicBezTo>
                    <a:pt x="721" y="65"/>
                    <a:pt x="315" y="84"/>
                    <a:pt x="55" y="333"/>
                  </a:cubicBezTo>
                  <a:cubicBezTo>
                    <a:pt x="37" y="343"/>
                    <a:pt x="19" y="343"/>
                    <a:pt x="10" y="333"/>
                  </a:cubicBezTo>
                  <a:cubicBezTo>
                    <a:pt x="0" y="324"/>
                    <a:pt x="0" y="305"/>
                    <a:pt x="10" y="296"/>
                  </a:cubicBezTo>
                  <a:cubicBezTo>
                    <a:pt x="297" y="29"/>
                    <a:pt x="732" y="0"/>
                    <a:pt x="1054" y="223"/>
                  </a:cubicBezTo>
                  <a:cubicBezTo>
                    <a:pt x="1370" y="453"/>
                    <a:pt x="1480" y="870"/>
                    <a:pt x="1332" y="1221"/>
                  </a:cubicBezTo>
                  <a:cubicBezTo>
                    <a:pt x="1323" y="1230"/>
                    <a:pt x="1314" y="1240"/>
                    <a:pt x="1304" y="1240"/>
                  </a:cubicBez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2873112" y="2010371"/>
              <a:ext cx="172079" cy="91678"/>
            </a:xfrm>
            <a:custGeom>
              <a:rect b="b" l="l" r="r" t="t"/>
              <a:pathLst>
                <a:path extrusionOk="0" h="685" w="1278">
                  <a:moveTo>
                    <a:pt x="1249" y="684"/>
                  </a:moveTo>
                  <a:lnTo>
                    <a:pt x="1249" y="684"/>
                  </a:lnTo>
                  <a:cubicBezTo>
                    <a:pt x="1240" y="684"/>
                    <a:pt x="1240" y="684"/>
                    <a:pt x="1231" y="68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0" y="55"/>
                    <a:pt x="0" y="37"/>
                    <a:pt x="10" y="18"/>
                  </a:cubicBezTo>
                  <a:cubicBezTo>
                    <a:pt x="10" y="9"/>
                    <a:pt x="28" y="0"/>
                    <a:pt x="46" y="9"/>
                  </a:cubicBezTo>
                  <a:cubicBezTo>
                    <a:pt x="1259" y="638"/>
                    <a:pt x="1259" y="638"/>
                    <a:pt x="1259" y="638"/>
                  </a:cubicBezTo>
                  <a:cubicBezTo>
                    <a:pt x="1277" y="638"/>
                    <a:pt x="1277" y="657"/>
                    <a:pt x="1277" y="675"/>
                  </a:cubicBezTo>
                  <a:cubicBezTo>
                    <a:pt x="1268" y="684"/>
                    <a:pt x="1259" y="684"/>
                    <a:pt x="1249" y="684"/>
                  </a:cubicBez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2859418" y="2034183"/>
              <a:ext cx="111941" cy="130374"/>
            </a:xfrm>
            <a:custGeom>
              <a:rect b="b" l="l" r="r" t="t"/>
              <a:pathLst>
                <a:path extrusionOk="0" h="972" w="833">
                  <a:moveTo>
                    <a:pt x="805" y="971"/>
                  </a:moveTo>
                  <a:lnTo>
                    <a:pt x="805" y="971"/>
                  </a:lnTo>
                  <a:cubicBezTo>
                    <a:pt x="796" y="971"/>
                    <a:pt x="786" y="971"/>
                    <a:pt x="777" y="962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0" y="36"/>
                    <a:pt x="0" y="18"/>
                    <a:pt x="18" y="9"/>
                  </a:cubicBezTo>
                  <a:cubicBezTo>
                    <a:pt x="28" y="0"/>
                    <a:pt x="46" y="0"/>
                    <a:pt x="55" y="18"/>
                  </a:cubicBezTo>
                  <a:cubicBezTo>
                    <a:pt x="823" y="925"/>
                    <a:pt x="823" y="925"/>
                    <a:pt x="823" y="925"/>
                  </a:cubicBezTo>
                  <a:cubicBezTo>
                    <a:pt x="832" y="934"/>
                    <a:pt x="832" y="952"/>
                    <a:pt x="823" y="962"/>
                  </a:cubicBezTo>
                  <a:cubicBezTo>
                    <a:pt x="814" y="971"/>
                    <a:pt x="814" y="971"/>
                    <a:pt x="805" y="971"/>
                  </a:cubicBez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3045192" y="1982987"/>
              <a:ext cx="78001" cy="36909"/>
            </a:xfrm>
            <a:custGeom>
              <a:rect b="b" l="l" r="r" t="t"/>
              <a:pathLst>
                <a:path extrusionOk="0" h="278" w="584">
                  <a:moveTo>
                    <a:pt x="398" y="259"/>
                  </a:moveTo>
                  <a:lnTo>
                    <a:pt x="398" y="259"/>
                  </a:lnTo>
                  <a:cubicBezTo>
                    <a:pt x="296" y="277"/>
                    <a:pt x="64" y="186"/>
                    <a:pt x="9" y="65"/>
                  </a:cubicBezTo>
                  <a:cubicBezTo>
                    <a:pt x="0" y="10"/>
                    <a:pt x="296" y="0"/>
                    <a:pt x="517" y="65"/>
                  </a:cubicBezTo>
                  <a:cubicBezTo>
                    <a:pt x="536" y="65"/>
                    <a:pt x="545" y="74"/>
                    <a:pt x="565" y="84"/>
                  </a:cubicBezTo>
                  <a:cubicBezTo>
                    <a:pt x="583" y="138"/>
                    <a:pt x="527" y="250"/>
                    <a:pt x="398" y="259"/>
                  </a:cubicBezTo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2686743" y="2069307"/>
              <a:ext cx="189346" cy="188119"/>
            </a:xfrm>
            <a:custGeom>
              <a:rect b="b" l="l" r="r" t="t"/>
              <a:pathLst>
                <a:path extrusionOk="0" h="1397" w="1407">
                  <a:moveTo>
                    <a:pt x="702" y="1396"/>
                  </a:moveTo>
                  <a:lnTo>
                    <a:pt x="702" y="1396"/>
                  </a:lnTo>
                  <a:cubicBezTo>
                    <a:pt x="314" y="1396"/>
                    <a:pt x="9" y="1083"/>
                    <a:pt x="0" y="703"/>
                  </a:cubicBezTo>
                  <a:cubicBezTo>
                    <a:pt x="0" y="315"/>
                    <a:pt x="314" y="0"/>
                    <a:pt x="702" y="0"/>
                  </a:cubicBezTo>
                  <a:cubicBezTo>
                    <a:pt x="1091" y="0"/>
                    <a:pt x="1406" y="315"/>
                    <a:pt x="1406" y="703"/>
                  </a:cubicBezTo>
                  <a:cubicBezTo>
                    <a:pt x="1406" y="1083"/>
                    <a:pt x="1091" y="1396"/>
                    <a:pt x="702" y="1396"/>
                  </a:cubicBezTo>
                  <a:close/>
                  <a:moveTo>
                    <a:pt x="702" y="28"/>
                  </a:moveTo>
                  <a:lnTo>
                    <a:pt x="702" y="28"/>
                  </a:lnTo>
                  <a:cubicBezTo>
                    <a:pt x="333" y="28"/>
                    <a:pt x="36" y="333"/>
                    <a:pt x="36" y="703"/>
                  </a:cubicBezTo>
                  <a:cubicBezTo>
                    <a:pt x="36" y="1074"/>
                    <a:pt x="333" y="1368"/>
                    <a:pt x="702" y="1368"/>
                  </a:cubicBezTo>
                  <a:cubicBezTo>
                    <a:pt x="1073" y="1368"/>
                    <a:pt x="1369" y="1063"/>
                    <a:pt x="1369" y="703"/>
                  </a:cubicBezTo>
                  <a:cubicBezTo>
                    <a:pt x="1369" y="333"/>
                    <a:pt x="1073" y="28"/>
                    <a:pt x="702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3033879" y="2047875"/>
              <a:ext cx="229240" cy="229196"/>
            </a:xfrm>
            <a:custGeom>
              <a:rect b="b" l="l" r="r" t="t"/>
              <a:pathLst>
                <a:path extrusionOk="0" h="1702" w="1703">
                  <a:moveTo>
                    <a:pt x="1305" y="1452"/>
                  </a:moveTo>
                  <a:lnTo>
                    <a:pt x="1305" y="1452"/>
                  </a:lnTo>
                  <a:cubicBezTo>
                    <a:pt x="972" y="1701"/>
                    <a:pt x="501" y="1628"/>
                    <a:pt x="250" y="1304"/>
                  </a:cubicBezTo>
                  <a:cubicBezTo>
                    <a:pt x="0" y="971"/>
                    <a:pt x="75" y="499"/>
                    <a:pt x="398" y="249"/>
                  </a:cubicBezTo>
                  <a:cubicBezTo>
                    <a:pt x="731" y="0"/>
                    <a:pt x="1203" y="64"/>
                    <a:pt x="1453" y="397"/>
                  </a:cubicBezTo>
                  <a:cubicBezTo>
                    <a:pt x="1702" y="730"/>
                    <a:pt x="1638" y="1202"/>
                    <a:pt x="1305" y="1452"/>
                  </a:cubicBezTo>
                  <a:close/>
                  <a:moveTo>
                    <a:pt x="435" y="295"/>
                  </a:moveTo>
                  <a:lnTo>
                    <a:pt x="435" y="295"/>
                  </a:lnTo>
                  <a:cubicBezTo>
                    <a:pt x="120" y="527"/>
                    <a:pt x="66" y="962"/>
                    <a:pt x="296" y="1267"/>
                  </a:cubicBezTo>
                  <a:cubicBezTo>
                    <a:pt x="528" y="1582"/>
                    <a:pt x="963" y="1637"/>
                    <a:pt x="1269" y="1406"/>
                  </a:cubicBezTo>
                  <a:cubicBezTo>
                    <a:pt x="1583" y="1174"/>
                    <a:pt x="1638" y="739"/>
                    <a:pt x="1406" y="434"/>
                  </a:cubicBezTo>
                  <a:cubicBezTo>
                    <a:pt x="1176" y="119"/>
                    <a:pt x="740" y="64"/>
                    <a:pt x="435" y="295"/>
                  </a:cubicBezTo>
                  <a:close/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3039237" y="2050257"/>
              <a:ext cx="217927" cy="97036"/>
            </a:xfrm>
            <a:custGeom>
              <a:rect b="b" l="l" r="r" t="t"/>
              <a:pathLst>
                <a:path extrusionOk="0" h="722" w="1619">
                  <a:moveTo>
                    <a:pt x="1600" y="675"/>
                  </a:moveTo>
                  <a:lnTo>
                    <a:pt x="1600" y="675"/>
                  </a:lnTo>
                  <a:cubicBezTo>
                    <a:pt x="1600" y="675"/>
                    <a:pt x="1600" y="675"/>
                    <a:pt x="1591" y="675"/>
                  </a:cubicBezTo>
                  <a:cubicBezTo>
                    <a:pt x="1582" y="684"/>
                    <a:pt x="1563" y="675"/>
                    <a:pt x="1554" y="657"/>
                  </a:cubicBezTo>
                  <a:cubicBezTo>
                    <a:pt x="1470" y="306"/>
                    <a:pt x="1156" y="64"/>
                    <a:pt x="795" y="64"/>
                  </a:cubicBezTo>
                  <a:cubicBezTo>
                    <a:pt x="435" y="74"/>
                    <a:pt x="119" y="342"/>
                    <a:pt x="55" y="694"/>
                  </a:cubicBezTo>
                  <a:cubicBezTo>
                    <a:pt x="55" y="712"/>
                    <a:pt x="37" y="721"/>
                    <a:pt x="28" y="721"/>
                  </a:cubicBezTo>
                  <a:cubicBezTo>
                    <a:pt x="9" y="721"/>
                    <a:pt x="0" y="703"/>
                    <a:pt x="0" y="684"/>
                  </a:cubicBezTo>
                  <a:cubicBezTo>
                    <a:pt x="73" y="306"/>
                    <a:pt x="406" y="19"/>
                    <a:pt x="795" y="9"/>
                  </a:cubicBezTo>
                  <a:cubicBezTo>
                    <a:pt x="1183" y="0"/>
                    <a:pt x="1525" y="268"/>
                    <a:pt x="1609" y="648"/>
                  </a:cubicBezTo>
                  <a:cubicBezTo>
                    <a:pt x="1618" y="657"/>
                    <a:pt x="1609" y="666"/>
                    <a:pt x="1600" y="675"/>
                  </a:cubicBez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3041619" y="2055614"/>
              <a:ext cx="214354" cy="214313"/>
            </a:xfrm>
            <a:custGeom>
              <a:rect b="b" l="l" r="r" t="t"/>
              <a:pathLst>
                <a:path extrusionOk="0" h="1592" w="1592">
                  <a:moveTo>
                    <a:pt x="1213" y="1360"/>
                  </a:moveTo>
                  <a:lnTo>
                    <a:pt x="1213" y="1360"/>
                  </a:lnTo>
                  <a:cubicBezTo>
                    <a:pt x="907" y="1591"/>
                    <a:pt x="463" y="1527"/>
                    <a:pt x="231" y="1212"/>
                  </a:cubicBezTo>
                  <a:cubicBezTo>
                    <a:pt x="0" y="907"/>
                    <a:pt x="64" y="463"/>
                    <a:pt x="379" y="231"/>
                  </a:cubicBezTo>
                  <a:cubicBezTo>
                    <a:pt x="684" y="0"/>
                    <a:pt x="1129" y="64"/>
                    <a:pt x="1359" y="379"/>
                  </a:cubicBezTo>
                  <a:cubicBezTo>
                    <a:pt x="1591" y="684"/>
                    <a:pt x="1527" y="1128"/>
                    <a:pt x="1213" y="1360"/>
                  </a:cubicBezTo>
                  <a:close/>
                  <a:moveTo>
                    <a:pt x="397" y="260"/>
                  </a:moveTo>
                  <a:lnTo>
                    <a:pt x="397" y="260"/>
                  </a:lnTo>
                  <a:cubicBezTo>
                    <a:pt x="101" y="481"/>
                    <a:pt x="37" y="898"/>
                    <a:pt x="258" y="1194"/>
                  </a:cubicBezTo>
                  <a:cubicBezTo>
                    <a:pt x="481" y="1489"/>
                    <a:pt x="898" y="1554"/>
                    <a:pt x="1194" y="1331"/>
                  </a:cubicBezTo>
                  <a:cubicBezTo>
                    <a:pt x="1489" y="1110"/>
                    <a:pt x="1555" y="693"/>
                    <a:pt x="1332" y="398"/>
                  </a:cubicBezTo>
                  <a:cubicBezTo>
                    <a:pt x="1110" y="102"/>
                    <a:pt x="694" y="37"/>
                    <a:pt x="397" y="2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3055314" y="2069307"/>
              <a:ext cx="185774" cy="186928"/>
            </a:xfrm>
            <a:custGeom>
              <a:rect b="b" l="l" r="r" t="t"/>
              <a:pathLst>
                <a:path extrusionOk="0" h="1388" w="1380">
                  <a:moveTo>
                    <a:pt x="1379" y="758"/>
                  </a:moveTo>
                  <a:lnTo>
                    <a:pt x="750" y="703"/>
                  </a:lnTo>
                  <a:lnTo>
                    <a:pt x="1370" y="842"/>
                  </a:lnTo>
                  <a:lnTo>
                    <a:pt x="750" y="712"/>
                  </a:lnTo>
                  <a:lnTo>
                    <a:pt x="1351" y="926"/>
                  </a:lnTo>
                  <a:lnTo>
                    <a:pt x="750" y="712"/>
                  </a:lnTo>
                  <a:lnTo>
                    <a:pt x="1324" y="1008"/>
                  </a:lnTo>
                  <a:lnTo>
                    <a:pt x="741" y="721"/>
                  </a:lnTo>
                  <a:lnTo>
                    <a:pt x="1278" y="1083"/>
                  </a:lnTo>
                  <a:lnTo>
                    <a:pt x="741" y="730"/>
                  </a:lnTo>
                  <a:lnTo>
                    <a:pt x="1231" y="1156"/>
                  </a:lnTo>
                  <a:lnTo>
                    <a:pt x="731" y="730"/>
                  </a:lnTo>
                  <a:lnTo>
                    <a:pt x="1167" y="1211"/>
                  </a:lnTo>
                  <a:lnTo>
                    <a:pt x="731" y="739"/>
                  </a:lnTo>
                  <a:lnTo>
                    <a:pt x="1102" y="1268"/>
                  </a:lnTo>
                  <a:lnTo>
                    <a:pt x="722" y="739"/>
                  </a:lnTo>
                  <a:lnTo>
                    <a:pt x="1028" y="1313"/>
                  </a:lnTo>
                  <a:lnTo>
                    <a:pt x="722" y="748"/>
                  </a:lnTo>
                  <a:lnTo>
                    <a:pt x="722" y="739"/>
                  </a:lnTo>
                  <a:lnTo>
                    <a:pt x="954" y="1350"/>
                  </a:lnTo>
                  <a:lnTo>
                    <a:pt x="713" y="748"/>
                  </a:lnTo>
                  <a:lnTo>
                    <a:pt x="870" y="1368"/>
                  </a:lnTo>
                  <a:lnTo>
                    <a:pt x="704" y="748"/>
                  </a:lnTo>
                  <a:lnTo>
                    <a:pt x="786" y="1387"/>
                  </a:lnTo>
                  <a:lnTo>
                    <a:pt x="695" y="748"/>
                  </a:lnTo>
                  <a:lnTo>
                    <a:pt x="704" y="1387"/>
                  </a:lnTo>
                  <a:lnTo>
                    <a:pt x="695" y="1387"/>
                  </a:lnTo>
                  <a:lnTo>
                    <a:pt x="695" y="748"/>
                  </a:lnTo>
                  <a:lnTo>
                    <a:pt x="611" y="1377"/>
                  </a:lnTo>
                  <a:lnTo>
                    <a:pt x="686" y="748"/>
                  </a:lnTo>
                  <a:lnTo>
                    <a:pt x="528" y="1359"/>
                  </a:lnTo>
                  <a:lnTo>
                    <a:pt x="676" y="748"/>
                  </a:lnTo>
                  <a:lnTo>
                    <a:pt x="444" y="1332"/>
                  </a:lnTo>
                  <a:lnTo>
                    <a:pt x="667" y="739"/>
                  </a:lnTo>
                  <a:lnTo>
                    <a:pt x="676" y="739"/>
                  </a:lnTo>
                  <a:lnTo>
                    <a:pt x="371" y="1295"/>
                  </a:lnTo>
                  <a:lnTo>
                    <a:pt x="362" y="1295"/>
                  </a:lnTo>
                  <a:lnTo>
                    <a:pt x="667" y="739"/>
                  </a:lnTo>
                  <a:lnTo>
                    <a:pt x="296" y="1249"/>
                  </a:lnTo>
                  <a:lnTo>
                    <a:pt x="287" y="1249"/>
                  </a:lnTo>
                  <a:lnTo>
                    <a:pt x="658" y="730"/>
                  </a:lnTo>
                  <a:lnTo>
                    <a:pt x="658" y="739"/>
                  </a:lnTo>
                  <a:lnTo>
                    <a:pt x="223" y="1193"/>
                  </a:lnTo>
                  <a:lnTo>
                    <a:pt x="223" y="1184"/>
                  </a:lnTo>
                  <a:lnTo>
                    <a:pt x="658" y="730"/>
                  </a:lnTo>
                  <a:lnTo>
                    <a:pt x="168" y="1119"/>
                  </a:lnTo>
                  <a:lnTo>
                    <a:pt x="649" y="721"/>
                  </a:lnTo>
                  <a:lnTo>
                    <a:pt x="112" y="1054"/>
                  </a:lnTo>
                  <a:lnTo>
                    <a:pt x="649" y="721"/>
                  </a:lnTo>
                  <a:lnTo>
                    <a:pt x="75" y="971"/>
                  </a:lnTo>
                  <a:lnTo>
                    <a:pt x="638" y="712"/>
                  </a:lnTo>
                  <a:lnTo>
                    <a:pt x="649" y="712"/>
                  </a:lnTo>
                  <a:lnTo>
                    <a:pt x="38" y="887"/>
                  </a:lnTo>
                  <a:lnTo>
                    <a:pt x="638" y="703"/>
                  </a:lnTo>
                  <a:lnTo>
                    <a:pt x="20" y="805"/>
                  </a:lnTo>
                  <a:lnTo>
                    <a:pt x="638" y="693"/>
                  </a:lnTo>
                  <a:lnTo>
                    <a:pt x="638" y="703"/>
                  </a:lnTo>
                  <a:lnTo>
                    <a:pt x="9" y="721"/>
                  </a:lnTo>
                  <a:lnTo>
                    <a:pt x="0" y="721"/>
                  </a:lnTo>
                  <a:lnTo>
                    <a:pt x="9" y="721"/>
                  </a:lnTo>
                  <a:lnTo>
                    <a:pt x="638" y="693"/>
                  </a:lnTo>
                  <a:lnTo>
                    <a:pt x="9" y="629"/>
                  </a:lnTo>
                  <a:lnTo>
                    <a:pt x="0" y="629"/>
                  </a:lnTo>
                  <a:lnTo>
                    <a:pt x="9" y="629"/>
                  </a:lnTo>
                  <a:lnTo>
                    <a:pt x="638" y="684"/>
                  </a:lnTo>
                  <a:lnTo>
                    <a:pt x="20" y="545"/>
                  </a:lnTo>
                  <a:lnTo>
                    <a:pt x="638" y="675"/>
                  </a:lnTo>
                  <a:lnTo>
                    <a:pt x="38" y="463"/>
                  </a:lnTo>
                  <a:lnTo>
                    <a:pt x="638" y="675"/>
                  </a:lnTo>
                  <a:lnTo>
                    <a:pt x="66" y="379"/>
                  </a:lnTo>
                  <a:lnTo>
                    <a:pt x="649" y="666"/>
                  </a:lnTo>
                  <a:lnTo>
                    <a:pt x="112" y="306"/>
                  </a:lnTo>
                  <a:lnTo>
                    <a:pt x="649" y="657"/>
                  </a:lnTo>
                  <a:lnTo>
                    <a:pt x="157" y="240"/>
                  </a:lnTo>
                  <a:lnTo>
                    <a:pt x="157" y="231"/>
                  </a:lnTo>
                  <a:lnTo>
                    <a:pt x="658" y="657"/>
                  </a:lnTo>
                  <a:lnTo>
                    <a:pt x="223" y="176"/>
                  </a:lnTo>
                  <a:lnTo>
                    <a:pt x="658" y="648"/>
                  </a:lnTo>
                  <a:lnTo>
                    <a:pt x="287" y="119"/>
                  </a:lnTo>
                  <a:lnTo>
                    <a:pt x="667" y="648"/>
                  </a:lnTo>
                  <a:lnTo>
                    <a:pt x="362" y="74"/>
                  </a:lnTo>
                  <a:lnTo>
                    <a:pt x="676" y="638"/>
                  </a:lnTo>
                  <a:lnTo>
                    <a:pt x="667" y="648"/>
                  </a:lnTo>
                  <a:lnTo>
                    <a:pt x="435" y="37"/>
                  </a:lnTo>
                  <a:lnTo>
                    <a:pt x="676" y="638"/>
                  </a:lnTo>
                  <a:lnTo>
                    <a:pt x="519" y="19"/>
                  </a:lnTo>
                  <a:lnTo>
                    <a:pt x="519" y="9"/>
                  </a:lnTo>
                  <a:lnTo>
                    <a:pt x="519" y="19"/>
                  </a:lnTo>
                  <a:lnTo>
                    <a:pt x="686" y="638"/>
                  </a:lnTo>
                  <a:lnTo>
                    <a:pt x="602" y="0"/>
                  </a:lnTo>
                  <a:lnTo>
                    <a:pt x="695" y="638"/>
                  </a:lnTo>
                  <a:lnTo>
                    <a:pt x="686" y="0"/>
                  </a:lnTo>
                  <a:lnTo>
                    <a:pt x="695" y="0"/>
                  </a:lnTo>
                  <a:lnTo>
                    <a:pt x="695" y="638"/>
                  </a:lnTo>
                  <a:lnTo>
                    <a:pt x="777" y="9"/>
                  </a:lnTo>
                  <a:lnTo>
                    <a:pt x="777" y="0"/>
                  </a:lnTo>
                  <a:lnTo>
                    <a:pt x="777" y="9"/>
                  </a:lnTo>
                  <a:lnTo>
                    <a:pt x="704" y="638"/>
                  </a:lnTo>
                  <a:lnTo>
                    <a:pt x="861" y="28"/>
                  </a:lnTo>
                  <a:lnTo>
                    <a:pt x="713" y="638"/>
                  </a:lnTo>
                  <a:lnTo>
                    <a:pt x="945" y="55"/>
                  </a:lnTo>
                  <a:lnTo>
                    <a:pt x="722" y="648"/>
                  </a:lnTo>
                  <a:lnTo>
                    <a:pt x="713" y="648"/>
                  </a:lnTo>
                  <a:lnTo>
                    <a:pt x="1019" y="92"/>
                  </a:lnTo>
                  <a:lnTo>
                    <a:pt x="1028" y="92"/>
                  </a:lnTo>
                  <a:lnTo>
                    <a:pt x="722" y="648"/>
                  </a:lnTo>
                  <a:lnTo>
                    <a:pt x="1093" y="138"/>
                  </a:lnTo>
                  <a:lnTo>
                    <a:pt x="731" y="648"/>
                  </a:lnTo>
                  <a:lnTo>
                    <a:pt x="1167" y="194"/>
                  </a:lnTo>
                  <a:lnTo>
                    <a:pt x="1167" y="203"/>
                  </a:lnTo>
                  <a:lnTo>
                    <a:pt x="731" y="657"/>
                  </a:lnTo>
                  <a:lnTo>
                    <a:pt x="1222" y="267"/>
                  </a:lnTo>
                  <a:lnTo>
                    <a:pt x="741" y="666"/>
                  </a:lnTo>
                  <a:lnTo>
                    <a:pt x="1278" y="333"/>
                  </a:lnTo>
                  <a:lnTo>
                    <a:pt x="741" y="666"/>
                  </a:lnTo>
                  <a:lnTo>
                    <a:pt x="1315" y="416"/>
                  </a:lnTo>
                  <a:lnTo>
                    <a:pt x="750" y="675"/>
                  </a:lnTo>
                  <a:lnTo>
                    <a:pt x="1351" y="500"/>
                  </a:lnTo>
                  <a:lnTo>
                    <a:pt x="750" y="684"/>
                  </a:lnTo>
                  <a:lnTo>
                    <a:pt x="1370" y="582"/>
                  </a:lnTo>
                  <a:lnTo>
                    <a:pt x="750" y="684"/>
                  </a:lnTo>
                  <a:lnTo>
                    <a:pt x="1379" y="666"/>
                  </a:lnTo>
                  <a:lnTo>
                    <a:pt x="750" y="693"/>
                  </a:lnTo>
                  <a:lnTo>
                    <a:pt x="1379" y="758"/>
                  </a:lnTo>
                  <a:close/>
                  <a:moveTo>
                    <a:pt x="1379" y="758"/>
                  </a:moveTo>
                  <a:lnTo>
                    <a:pt x="750" y="693"/>
                  </a:lnTo>
                  <a:lnTo>
                    <a:pt x="1379" y="666"/>
                  </a:lnTo>
                  <a:lnTo>
                    <a:pt x="750" y="684"/>
                  </a:lnTo>
                  <a:lnTo>
                    <a:pt x="1370" y="582"/>
                  </a:lnTo>
                  <a:lnTo>
                    <a:pt x="750" y="684"/>
                  </a:lnTo>
                  <a:lnTo>
                    <a:pt x="1351" y="500"/>
                  </a:lnTo>
                  <a:lnTo>
                    <a:pt x="750" y="675"/>
                  </a:lnTo>
                  <a:lnTo>
                    <a:pt x="1315" y="416"/>
                  </a:lnTo>
                  <a:lnTo>
                    <a:pt x="741" y="666"/>
                  </a:lnTo>
                  <a:lnTo>
                    <a:pt x="1278" y="333"/>
                  </a:lnTo>
                  <a:lnTo>
                    <a:pt x="741" y="666"/>
                  </a:lnTo>
                  <a:lnTo>
                    <a:pt x="1222" y="267"/>
                  </a:lnTo>
                  <a:lnTo>
                    <a:pt x="731" y="657"/>
                  </a:lnTo>
                  <a:lnTo>
                    <a:pt x="1167" y="194"/>
                  </a:lnTo>
                  <a:lnTo>
                    <a:pt x="1167" y="203"/>
                  </a:lnTo>
                  <a:lnTo>
                    <a:pt x="731" y="648"/>
                  </a:lnTo>
                  <a:lnTo>
                    <a:pt x="1093" y="138"/>
                  </a:lnTo>
                  <a:lnTo>
                    <a:pt x="722" y="648"/>
                  </a:lnTo>
                  <a:lnTo>
                    <a:pt x="1019" y="92"/>
                  </a:lnTo>
                  <a:lnTo>
                    <a:pt x="1028" y="92"/>
                  </a:lnTo>
                  <a:lnTo>
                    <a:pt x="722" y="648"/>
                  </a:lnTo>
                  <a:lnTo>
                    <a:pt x="713" y="648"/>
                  </a:lnTo>
                  <a:lnTo>
                    <a:pt x="945" y="55"/>
                  </a:lnTo>
                  <a:lnTo>
                    <a:pt x="713" y="638"/>
                  </a:lnTo>
                  <a:lnTo>
                    <a:pt x="861" y="28"/>
                  </a:lnTo>
                  <a:lnTo>
                    <a:pt x="704" y="638"/>
                  </a:lnTo>
                  <a:lnTo>
                    <a:pt x="777" y="9"/>
                  </a:lnTo>
                  <a:lnTo>
                    <a:pt x="695" y="638"/>
                  </a:lnTo>
                  <a:lnTo>
                    <a:pt x="686" y="0"/>
                  </a:lnTo>
                  <a:lnTo>
                    <a:pt x="695" y="0"/>
                  </a:lnTo>
                  <a:lnTo>
                    <a:pt x="695" y="638"/>
                  </a:lnTo>
                  <a:lnTo>
                    <a:pt x="602" y="0"/>
                  </a:lnTo>
                  <a:lnTo>
                    <a:pt x="686" y="638"/>
                  </a:lnTo>
                  <a:lnTo>
                    <a:pt x="519" y="19"/>
                  </a:lnTo>
                  <a:lnTo>
                    <a:pt x="676" y="638"/>
                  </a:lnTo>
                  <a:lnTo>
                    <a:pt x="435" y="37"/>
                  </a:lnTo>
                  <a:lnTo>
                    <a:pt x="676" y="638"/>
                  </a:lnTo>
                  <a:lnTo>
                    <a:pt x="667" y="648"/>
                  </a:lnTo>
                  <a:lnTo>
                    <a:pt x="362" y="74"/>
                  </a:lnTo>
                  <a:lnTo>
                    <a:pt x="667" y="648"/>
                  </a:lnTo>
                  <a:lnTo>
                    <a:pt x="287" y="119"/>
                  </a:lnTo>
                  <a:lnTo>
                    <a:pt x="658" y="648"/>
                  </a:lnTo>
                  <a:lnTo>
                    <a:pt x="223" y="176"/>
                  </a:lnTo>
                  <a:lnTo>
                    <a:pt x="658" y="657"/>
                  </a:lnTo>
                  <a:lnTo>
                    <a:pt x="157" y="240"/>
                  </a:lnTo>
                  <a:lnTo>
                    <a:pt x="157" y="231"/>
                  </a:lnTo>
                  <a:lnTo>
                    <a:pt x="649" y="657"/>
                  </a:lnTo>
                  <a:lnTo>
                    <a:pt x="112" y="306"/>
                  </a:lnTo>
                  <a:lnTo>
                    <a:pt x="649" y="666"/>
                  </a:lnTo>
                  <a:lnTo>
                    <a:pt x="66" y="379"/>
                  </a:lnTo>
                  <a:lnTo>
                    <a:pt x="638" y="675"/>
                  </a:lnTo>
                  <a:lnTo>
                    <a:pt x="649" y="675"/>
                  </a:lnTo>
                  <a:lnTo>
                    <a:pt x="638" y="675"/>
                  </a:lnTo>
                  <a:lnTo>
                    <a:pt x="38" y="463"/>
                  </a:lnTo>
                  <a:lnTo>
                    <a:pt x="638" y="675"/>
                  </a:lnTo>
                  <a:lnTo>
                    <a:pt x="20" y="545"/>
                  </a:lnTo>
                  <a:lnTo>
                    <a:pt x="638" y="684"/>
                  </a:lnTo>
                  <a:lnTo>
                    <a:pt x="9" y="629"/>
                  </a:lnTo>
                  <a:lnTo>
                    <a:pt x="638" y="693"/>
                  </a:lnTo>
                  <a:lnTo>
                    <a:pt x="9" y="721"/>
                  </a:lnTo>
                  <a:lnTo>
                    <a:pt x="638" y="693"/>
                  </a:lnTo>
                  <a:lnTo>
                    <a:pt x="638" y="703"/>
                  </a:lnTo>
                  <a:lnTo>
                    <a:pt x="20" y="805"/>
                  </a:lnTo>
                  <a:lnTo>
                    <a:pt x="638" y="703"/>
                  </a:lnTo>
                  <a:lnTo>
                    <a:pt x="38" y="887"/>
                  </a:lnTo>
                  <a:lnTo>
                    <a:pt x="638" y="712"/>
                  </a:lnTo>
                  <a:lnTo>
                    <a:pt x="649" y="712"/>
                  </a:lnTo>
                  <a:lnTo>
                    <a:pt x="75" y="971"/>
                  </a:lnTo>
                  <a:lnTo>
                    <a:pt x="649" y="721"/>
                  </a:lnTo>
                  <a:lnTo>
                    <a:pt x="112" y="1054"/>
                  </a:lnTo>
                  <a:lnTo>
                    <a:pt x="649" y="721"/>
                  </a:lnTo>
                  <a:lnTo>
                    <a:pt x="168" y="1119"/>
                  </a:lnTo>
                  <a:lnTo>
                    <a:pt x="658" y="730"/>
                  </a:lnTo>
                  <a:lnTo>
                    <a:pt x="223" y="1193"/>
                  </a:lnTo>
                  <a:lnTo>
                    <a:pt x="223" y="1184"/>
                  </a:lnTo>
                  <a:lnTo>
                    <a:pt x="658" y="730"/>
                  </a:lnTo>
                  <a:lnTo>
                    <a:pt x="658" y="739"/>
                  </a:lnTo>
                  <a:lnTo>
                    <a:pt x="296" y="1249"/>
                  </a:lnTo>
                  <a:lnTo>
                    <a:pt x="287" y="1249"/>
                  </a:lnTo>
                  <a:lnTo>
                    <a:pt x="667" y="739"/>
                  </a:lnTo>
                  <a:lnTo>
                    <a:pt x="371" y="1295"/>
                  </a:lnTo>
                  <a:lnTo>
                    <a:pt x="362" y="1295"/>
                  </a:lnTo>
                  <a:lnTo>
                    <a:pt x="667" y="739"/>
                  </a:lnTo>
                  <a:lnTo>
                    <a:pt x="676" y="739"/>
                  </a:lnTo>
                  <a:lnTo>
                    <a:pt x="444" y="1332"/>
                  </a:lnTo>
                  <a:lnTo>
                    <a:pt x="676" y="748"/>
                  </a:lnTo>
                  <a:lnTo>
                    <a:pt x="528" y="1359"/>
                  </a:lnTo>
                  <a:lnTo>
                    <a:pt x="686" y="748"/>
                  </a:lnTo>
                  <a:lnTo>
                    <a:pt x="611" y="1377"/>
                  </a:lnTo>
                  <a:lnTo>
                    <a:pt x="695" y="748"/>
                  </a:lnTo>
                  <a:lnTo>
                    <a:pt x="704" y="1387"/>
                  </a:lnTo>
                  <a:lnTo>
                    <a:pt x="695" y="1387"/>
                  </a:lnTo>
                  <a:lnTo>
                    <a:pt x="695" y="748"/>
                  </a:lnTo>
                  <a:lnTo>
                    <a:pt x="786" y="1387"/>
                  </a:lnTo>
                  <a:lnTo>
                    <a:pt x="704" y="748"/>
                  </a:lnTo>
                  <a:lnTo>
                    <a:pt x="870" y="1368"/>
                  </a:lnTo>
                  <a:lnTo>
                    <a:pt x="713" y="748"/>
                  </a:lnTo>
                  <a:lnTo>
                    <a:pt x="954" y="1350"/>
                  </a:lnTo>
                  <a:lnTo>
                    <a:pt x="722" y="748"/>
                  </a:lnTo>
                  <a:lnTo>
                    <a:pt x="722" y="739"/>
                  </a:lnTo>
                  <a:lnTo>
                    <a:pt x="1028" y="1313"/>
                  </a:lnTo>
                  <a:lnTo>
                    <a:pt x="722" y="739"/>
                  </a:lnTo>
                  <a:lnTo>
                    <a:pt x="1102" y="1268"/>
                  </a:lnTo>
                  <a:lnTo>
                    <a:pt x="731" y="739"/>
                  </a:lnTo>
                  <a:lnTo>
                    <a:pt x="1167" y="1211"/>
                  </a:lnTo>
                  <a:lnTo>
                    <a:pt x="731" y="730"/>
                  </a:lnTo>
                  <a:lnTo>
                    <a:pt x="1231" y="1156"/>
                  </a:lnTo>
                  <a:lnTo>
                    <a:pt x="741" y="730"/>
                  </a:lnTo>
                  <a:lnTo>
                    <a:pt x="1278" y="1083"/>
                  </a:lnTo>
                  <a:lnTo>
                    <a:pt x="741" y="721"/>
                  </a:lnTo>
                  <a:lnTo>
                    <a:pt x="1324" y="1008"/>
                  </a:lnTo>
                  <a:lnTo>
                    <a:pt x="750" y="712"/>
                  </a:lnTo>
                  <a:lnTo>
                    <a:pt x="1351" y="926"/>
                  </a:lnTo>
                  <a:lnTo>
                    <a:pt x="750" y="712"/>
                  </a:lnTo>
                  <a:lnTo>
                    <a:pt x="1370" y="842"/>
                  </a:lnTo>
                  <a:lnTo>
                    <a:pt x="750" y="703"/>
                  </a:lnTo>
                  <a:lnTo>
                    <a:pt x="1379" y="758"/>
                  </a:lnTo>
                  <a:close/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2689125" y="2069307"/>
              <a:ext cx="185774" cy="188119"/>
            </a:xfrm>
            <a:custGeom>
              <a:rect b="b" l="l" r="r" t="t"/>
              <a:pathLst>
                <a:path extrusionOk="0" h="1397" w="1380">
                  <a:moveTo>
                    <a:pt x="1379" y="758"/>
                  </a:moveTo>
                  <a:lnTo>
                    <a:pt x="741" y="712"/>
                  </a:lnTo>
                  <a:lnTo>
                    <a:pt x="1360" y="851"/>
                  </a:lnTo>
                  <a:lnTo>
                    <a:pt x="741" y="712"/>
                  </a:lnTo>
                  <a:lnTo>
                    <a:pt x="1342" y="935"/>
                  </a:lnTo>
                  <a:lnTo>
                    <a:pt x="741" y="721"/>
                  </a:lnTo>
                  <a:lnTo>
                    <a:pt x="1313" y="1017"/>
                  </a:lnTo>
                  <a:lnTo>
                    <a:pt x="731" y="730"/>
                  </a:lnTo>
                  <a:lnTo>
                    <a:pt x="1267" y="1092"/>
                  </a:lnTo>
                  <a:lnTo>
                    <a:pt x="731" y="730"/>
                  </a:lnTo>
                  <a:lnTo>
                    <a:pt x="1221" y="1156"/>
                  </a:lnTo>
                  <a:lnTo>
                    <a:pt x="722" y="739"/>
                  </a:lnTo>
                  <a:lnTo>
                    <a:pt x="731" y="739"/>
                  </a:lnTo>
                  <a:lnTo>
                    <a:pt x="1165" y="1220"/>
                  </a:lnTo>
                  <a:lnTo>
                    <a:pt x="722" y="739"/>
                  </a:lnTo>
                  <a:lnTo>
                    <a:pt x="1092" y="1277"/>
                  </a:lnTo>
                  <a:lnTo>
                    <a:pt x="713" y="748"/>
                  </a:lnTo>
                  <a:lnTo>
                    <a:pt x="1028" y="1322"/>
                  </a:lnTo>
                  <a:lnTo>
                    <a:pt x="1018" y="1322"/>
                  </a:lnTo>
                  <a:lnTo>
                    <a:pt x="713" y="748"/>
                  </a:lnTo>
                  <a:lnTo>
                    <a:pt x="944" y="1350"/>
                  </a:lnTo>
                  <a:lnTo>
                    <a:pt x="704" y="748"/>
                  </a:lnTo>
                  <a:lnTo>
                    <a:pt x="861" y="1377"/>
                  </a:lnTo>
                  <a:lnTo>
                    <a:pt x="693" y="758"/>
                  </a:lnTo>
                  <a:lnTo>
                    <a:pt x="777" y="1396"/>
                  </a:lnTo>
                  <a:lnTo>
                    <a:pt x="684" y="758"/>
                  </a:lnTo>
                  <a:lnTo>
                    <a:pt x="693" y="758"/>
                  </a:lnTo>
                  <a:lnTo>
                    <a:pt x="693" y="1396"/>
                  </a:lnTo>
                  <a:lnTo>
                    <a:pt x="684" y="758"/>
                  </a:lnTo>
                  <a:lnTo>
                    <a:pt x="602" y="1387"/>
                  </a:lnTo>
                  <a:lnTo>
                    <a:pt x="675" y="758"/>
                  </a:lnTo>
                  <a:lnTo>
                    <a:pt x="518" y="1368"/>
                  </a:lnTo>
                  <a:lnTo>
                    <a:pt x="666" y="748"/>
                  </a:lnTo>
                  <a:lnTo>
                    <a:pt x="435" y="1341"/>
                  </a:lnTo>
                  <a:lnTo>
                    <a:pt x="666" y="748"/>
                  </a:lnTo>
                  <a:lnTo>
                    <a:pt x="360" y="1304"/>
                  </a:lnTo>
                  <a:lnTo>
                    <a:pt x="657" y="748"/>
                  </a:lnTo>
                  <a:lnTo>
                    <a:pt x="287" y="1249"/>
                  </a:lnTo>
                  <a:lnTo>
                    <a:pt x="647" y="739"/>
                  </a:lnTo>
                  <a:lnTo>
                    <a:pt x="212" y="1193"/>
                  </a:lnTo>
                  <a:lnTo>
                    <a:pt x="647" y="739"/>
                  </a:lnTo>
                  <a:lnTo>
                    <a:pt x="157" y="1129"/>
                  </a:lnTo>
                  <a:lnTo>
                    <a:pt x="638" y="730"/>
                  </a:lnTo>
                  <a:lnTo>
                    <a:pt x="102" y="1054"/>
                  </a:lnTo>
                  <a:lnTo>
                    <a:pt x="638" y="721"/>
                  </a:lnTo>
                  <a:lnTo>
                    <a:pt x="638" y="730"/>
                  </a:lnTo>
                  <a:lnTo>
                    <a:pt x="66" y="980"/>
                  </a:lnTo>
                  <a:lnTo>
                    <a:pt x="638" y="721"/>
                  </a:lnTo>
                  <a:lnTo>
                    <a:pt x="27" y="897"/>
                  </a:lnTo>
                  <a:lnTo>
                    <a:pt x="629" y="712"/>
                  </a:lnTo>
                  <a:lnTo>
                    <a:pt x="9" y="814"/>
                  </a:lnTo>
                  <a:lnTo>
                    <a:pt x="629" y="703"/>
                  </a:lnTo>
                  <a:lnTo>
                    <a:pt x="0" y="730"/>
                  </a:lnTo>
                  <a:lnTo>
                    <a:pt x="0" y="721"/>
                  </a:lnTo>
                  <a:lnTo>
                    <a:pt x="629" y="693"/>
                  </a:lnTo>
                  <a:lnTo>
                    <a:pt x="629" y="703"/>
                  </a:lnTo>
                  <a:lnTo>
                    <a:pt x="0" y="638"/>
                  </a:lnTo>
                  <a:lnTo>
                    <a:pt x="629" y="693"/>
                  </a:lnTo>
                  <a:lnTo>
                    <a:pt x="9" y="555"/>
                  </a:lnTo>
                  <a:lnTo>
                    <a:pt x="9" y="545"/>
                  </a:lnTo>
                  <a:lnTo>
                    <a:pt x="629" y="684"/>
                  </a:lnTo>
                  <a:lnTo>
                    <a:pt x="27" y="472"/>
                  </a:lnTo>
                  <a:lnTo>
                    <a:pt x="27" y="463"/>
                  </a:lnTo>
                  <a:lnTo>
                    <a:pt x="638" y="675"/>
                  </a:lnTo>
                  <a:lnTo>
                    <a:pt x="55" y="388"/>
                  </a:lnTo>
                  <a:lnTo>
                    <a:pt x="638" y="675"/>
                  </a:lnTo>
                  <a:lnTo>
                    <a:pt x="102" y="315"/>
                  </a:lnTo>
                  <a:lnTo>
                    <a:pt x="638" y="666"/>
                  </a:lnTo>
                  <a:lnTo>
                    <a:pt x="148" y="240"/>
                  </a:lnTo>
                  <a:lnTo>
                    <a:pt x="647" y="657"/>
                  </a:lnTo>
                  <a:lnTo>
                    <a:pt x="212" y="176"/>
                  </a:lnTo>
                  <a:lnTo>
                    <a:pt x="647" y="657"/>
                  </a:lnTo>
                  <a:lnTo>
                    <a:pt x="278" y="129"/>
                  </a:lnTo>
                  <a:lnTo>
                    <a:pt x="278" y="119"/>
                  </a:lnTo>
                  <a:lnTo>
                    <a:pt x="278" y="129"/>
                  </a:lnTo>
                  <a:lnTo>
                    <a:pt x="657" y="648"/>
                  </a:lnTo>
                  <a:lnTo>
                    <a:pt x="657" y="657"/>
                  </a:lnTo>
                  <a:lnTo>
                    <a:pt x="351" y="83"/>
                  </a:lnTo>
                  <a:lnTo>
                    <a:pt x="666" y="648"/>
                  </a:lnTo>
                  <a:lnTo>
                    <a:pt x="657" y="648"/>
                  </a:lnTo>
                  <a:lnTo>
                    <a:pt x="426" y="46"/>
                  </a:lnTo>
                  <a:lnTo>
                    <a:pt x="666" y="648"/>
                  </a:lnTo>
                  <a:lnTo>
                    <a:pt x="508" y="19"/>
                  </a:lnTo>
                  <a:lnTo>
                    <a:pt x="675" y="648"/>
                  </a:lnTo>
                  <a:lnTo>
                    <a:pt x="592" y="9"/>
                  </a:lnTo>
                  <a:lnTo>
                    <a:pt x="684" y="648"/>
                  </a:lnTo>
                  <a:lnTo>
                    <a:pt x="684" y="0"/>
                  </a:lnTo>
                  <a:lnTo>
                    <a:pt x="693" y="648"/>
                  </a:lnTo>
                  <a:lnTo>
                    <a:pt x="684" y="648"/>
                  </a:lnTo>
                  <a:lnTo>
                    <a:pt x="768" y="9"/>
                  </a:lnTo>
                  <a:lnTo>
                    <a:pt x="693" y="648"/>
                  </a:lnTo>
                  <a:lnTo>
                    <a:pt x="852" y="28"/>
                  </a:lnTo>
                  <a:lnTo>
                    <a:pt x="704" y="648"/>
                  </a:lnTo>
                  <a:lnTo>
                    <a:pt x="934" y="55"/>
                  </a:lnTo>
                  <a:lnTo>
                    <a:pt x="713" y="648"/>
                  </a:lnTo>
                  <a:lnTo>
                    <a:pt x="1018" y="101"/>
                  </a:lnTo>
                  <a:lnTo>
                    <a:pt x="713" y="657"/>
                  </a:lnTo>
                  <a:lnTo>
                    <a:pt x="1092" y="148"/>
                  </a:lnTo>
                  <a:lnTo>
                    <a:pt x="722" y="657"/>
                  </a:lnTo>
                  <a:lnTo>
                    <a:pt x="1156" y="203"/>
                  </a:lnTo>
                  <a:lnTo>
                    <a:pt x="722" y="666"/>
                  </a:lnTo>
                  <a:lnTo>
                    <a:pt x="1212" y="267"/>
                  </a:lnTo>
                  <a:lnTo>
                    <a:pt x="731" y="666"/>
                  </a:lnTo>
                  <a:lnTo>
                    <a:pt x="1267" y="342"/>
                  </a:lnTo>
                  <a:lnTo>
                    <a:pt x="731" y="675"/>
                  </a:lnTo>
                  <a:lnTo>
                    <a:pt x="1304" y="416"/>
                  </a:lnTo>
                  <a:lnTo>
                    <a:pt x="741" y="684"/>
                  </a:lnTo>
                  <a:lnTo>
                    <a:pt x="1342" y="500"/>
                  </a:lnTo>
                  <a:lnTo>
                    <a:pt x="741" y="684"/>
                  </a:lnTo>
                  <a:lnTo>
                    <a:pt x="1360" y="591"/>
                  </a:lnTo>
                  <a:lnTo>
                    <a:pt x="741" y="693"/>
                  </a:lnTo>
                  <a:lnTo>
                    <a:pt x="1379" y="675"/>
                  </a:lnTo>
                  <a:lnTo>
                    <a:pt x="741" y="703"/>
                  </a:lnTo>
                  <a:lnTo>
                    <a:pt x="1379" y="758"/>
                  </a:lnTo>
                  <a:close/>
                  <a:moveTo>
                    <a:pt x="1379" y="758"/>
                  </a:moveTo>
                  <a:lnTo>
                    <a:pt x="741" y="703"/>
                  </a:lnTo>
                  <a:lnTo>
                    <a:pt x="1379" y="675"/>
                  </a:lnTo>
                  <a:lnTo>
                    <a:pt x="741" y="693"/>
                  </a:lnTo>
                  <a:lnTo>
                    <a:pt x="1360" y="591"/>
                  </a:lnTo>
                  <a:lnTo>
                    <a:pt x="741" y="684"/>
                  </a:lnTo>
                  <a:lnTo>
                    <a:pt x="1342" y="500"/>
                  </a:lnTo>
                  <a:lnTo>
                    <a:pt x="741" y="684"/>
                  </a:lnTo>
                  <a:lnTo>
                    <a:pt x="1304" y="416"/>
                  </a:lnTo>
                  <a:lnTo>
                    <a:pt x="731" y="675"/>
                  </a:lnTo>
                  <a:lnTo>
                    <a:pt x="1267" y="342"/>
                  </a:lnTo>
                  <a:lnTo>
                    <a:pt x="731" y="666"/>
                  </a:lnTo>
                  <a:lnTo>
                    <a:pt x="1212" y="267"/>
                  </a:lnTo>
                  <a:lnTo>
                    <a:pt x="722" y="666"/>
                  </a:lnTo>
                  <a:lnTo>
                    <a:pt x="1156" y="203"/>
                  </a:lnTo>
                  <a:lnTo>
                    <a:pt x="722" y="657"/>
                  </a:lnTo>
                  <a:lnTo>
                    <a:pt x="1092" y="148"/>
                  </a:lnTo>
                  <a:lnTo>
                    <a:pt x="713" y="657"/>
                  </a:lnTo>
                  <a:lnTo>
                    <a:pt x="1018" y="101"/>
                  </a:lnTo>
                  <a:lnTo>
                    <a:pt x="713" y="648"/>
                  </a:lnTo>
                  <a:lnTo>
                    <a:pt x="934" y="55"/>
                  </a:lnTo>
                  <a:lnTo>
                    <a:pt x="704" y="648"/>
                  </a:lnTo>
                  <a:lnTo>
                    <a:pt x="852" y="28"/>
                  </a:lnTo>
                  <a:lnTo>
                    <a:pt x="693" y="648"/>
                  </a:lnTo>
                  <a:lnTo>
                    <a:pt x="768" y="9"/>
                  </a:lnTo>
                  <a:lnTo>
                    <a:pt x="693" y="648"/>
                  </a:lnTo>
                  <a:lnTo>
                    <a:pt x="684" y="648"/>
                  </a:lnTo>
                  <a:lnTo>
                    <a:pt x="684" y="0"/>
                  </a:lnTo>
                  <a:lnTo>
                    <a:pt x="684" y="648"/>
                  </a:lnTo>
                  <a:lnTo>
                    <a:pt x="592" y="9"/>
                  </a:lnTo>
                  <a:lnTo>
                    <a:pt x="675" y="648"/>
                  </a:lnTo>
                  <a:lnTo>
                    <a:pt x="508" y="19"/>
                  </a:lnTo>
                  <a:lnTo>
                    <a:pt x="666" y="648"/>
                  </a:lnTo>
                  <a:lnTo>
                    <a:pt x="426" y="46"/>
                  </a:lnTo>
                  <a:lnTo>
                    <a:pt x="666" y="648"/>
                  </a:lnTo>
                  <a:lnTo>
                    <a:pt x="657" y="648"/>
                  </a:lnTo>
                  <a:lnTo>
                    <a:pt x="351" y="83"/>
                  </a:lnTo>
                  <a:lnTo>
                    <a:pt x="657" y="648"/>
                  </a:lnTo>
                  <a:lnTo>
                    <a:pt x="657" y="657"/>
                  </a:lnTo>
                  <a:lnTo>
                    <a:pt x="278" y="129"/>
                  </a:lnTo>
                  <a:lnTo>
                    <a:pt x="647" y="657"/>
                  </a:lnTo>
                  <a:lnTo>
                    <a:pt x="212" y="176"/>
                  </a:lnTo>
                  <a:lnTo>
                    <a:pt x="647" y="657"/>
                  </a:lnTo>
                  <a:lnTo>
                    <a:pt x="647" y="666"/>
                  </a:lnTo>
                  <a:lnTo>
                    <a:pt x="148" y="240"/>
                  </a:lnTo>
                  <a:lnTo>
                    <a:pt x="638" y="666"/>
                  </a:lnTo>
                  <a:lnTo>
                    <a:pt x="102" y="315"/>
                  </a:lnTo>
                  <a:lnTo>
                    <a:pt x="638" y="675"/>
                  </a:lnTo>
                  <a:lnTo>
                    <a:pt x="55" y="388"/>
                  </a:lnTo>
                  <a:lnTo>
                    <a:pt x="638" y="675"/>
                  </a:lnTo>
                  <a:lnTo>
                    <a:pt x="27" y="472"/>
                  </a:lnTo>
                  <a:lnTo>
                    <a:pt x="27" y="463"/>
                  </a:lnTo>
                  <a:lnTo>
                    <a:pt x="629" y="684"/>
                  </a:lnTo>
                  <a:lnTo>
                    <a:pt x="9" y="555"/>
                  </a:lnTo>
                  <a:lnTo>
                    <a:pt x="9" y="545"/>
                  </a:lnTo>
                  <a:lnTo>
                    <a:pt x="629" y="693"/>
                  </a:lnTo>
                  <a:lnTo>
                    <a:pt x="0" y="638"/>
                  </a:lnTo>
                  <a:lnTo>
                    <a:pt x="629" y="693"/>
                  </a:lnTo>
                  <a:lnTo>
                    <a:pt x="629" y="703"/>
                  </a:lnTo>
                  <a:lnTo>
                    <a:pt x="0" y="730"/>
                  </a:lnTo>
                  <a:lnTo>
                    <a:pt x="0" y="721"/>
                  </a:lnTo>
                  <a:lnTo>
                    <a:pt x="629" y="703"/>
                  </a:lnTo>
                  <a:lnTo>
                    <a:pt x="9" y="814"/>
                  </a:lnTo>
                  <a:lnTo>
                    <a:pt x="629" y="712"/>
                  </a:lnTo>
                  <a:lnTo>
                    <a:pt x="27" y="897"/>
                  </a:lnTo>
                  <a:lnTo>
                    <a:pt x="638" y="721"/>
                  </a:lnTo>
                  <a:lnTo>
                    <a:pt x="66" y="980"/>
                  </a:lnTo>
                  <a:lnTo>
                    <a:pt x="638" y="721"/>
                  </a:lnTo>
                  <a:lnTo>
                    <a:pt x="638" y="730"/>
                  </a:lnTo>
                  <a:lnTo>
                    <a:pt x="102" y="1054"/>
                  </a:lnTo>
                  <a:lnTo>
                    <a:pt x="638" y="730"/>
                  </a:lnTo>
                  <a:lnTo>
                    <a:pt x="157" y="1129"/>
                  </a:lnTo>
                  <a:lnTo>
                    <a:pt x="647" y="739"/>
                  </a:lnTo>
                  <a:lnTo>
                    <a:pt x="212" y="1193"/>
                  </a:lnTo>
                  <a:lnTo>
                    <a:pt x="647" y="739"/>
                  </a:lnTo>
                  <a:lnTo>
                    <a:pt x="287" y="1249"/>
                  </a:lnTo>
                  <a:lnTo>
                    <a:pt x="657" y="748"/>
                  </a:lnTo>
                  <a:lnTo>
                    <a:pt x="360" y="1304"/>
                  </a:lnTo>
                  <a:lnTo>
                    <a:pt x="666" y="748"/>
                  </a:lnTo>
                  <a:lnTo>
                    <a:pt x="435" y="1341"/>
                  </a:lnTo>
                  <a:lnTo>
                    <a:pt x="666" y="748"/>
                  </a:lnTo>
                  <a:lnTo>
                    <a:pt x="518" y="1368"/>
                  </a:lnTo>
                  <a:lnTo>
                    <a:pt x="675" y="758"/>
                  </a:lnTo>
                  <a:lnTo>
                    <a:pt x="675" y="748"/>
                  </a:lnTo>
                  <a:lnTo>
                    <a:pt x="675" y="758"/>
                  </a:lnTo>
                  <a:lnTo>
                    <a:pt x="602" y="1387"/>
                  </a:lnTo>
                  <a:lnTo>
                    <a:pt x="684" y="758"/>
                  </a:lnTo>
                  <a:lnTo>
                    <a:pt x="693" y="1396"/>
                  </a:lnTo>
                  <a:lnTo>
                    <a:pt x="684" y="758"/>
                  </a:lnTo>
                  <a:lnTo>
                    <a:pt x="693" y="758"/>
                  </a:lnTo>
                  <a:lnTo>
                    <a:pt x="777" y="1396"/>
                  </a:lnTo>
                  <a:lnTo>
                    <a:pt x="693" y="758"/>
                  </a:lnTo>
                  <a:lnTo>
                    <a:pt x="861" y="1377"/>
                  </a:lnTo>
                  <a:lnTo>
                    <a:pt x="704" y="748"/>
                  </a:lnTo>
                  <a:lnTo>
                    <a:pt x="944" y="1350"/>
                  </a:lnTo>
                  <a:lnTo>
                    <a:pt x="713" y="748"/>
                  </a:lnTo>
                  <a:lnTo>
                    <a:pt x="1028" y="1322"/>
                  </a:lnTo>
                  <a:lnTo>
                    <a:pt x="1018" y="1322"/>
                  </a:lnTo>
                  <a:lnTo>
                    <a:pt x="713" y="748"/>
                  </a:lnTo>
                  <a:lnTo>
                    <a:pt x="1092" y="1277"/>
                  </a:lnTo>
                  <a:lnTo>
                    <a:pt x="722" y="739"/>
                  </a:lnTo>
                  <a:lnTo>
                    <a:pt x="1165" y="1220"/>
                  </a:lnTo>
                  <a:lnTo>
                    <a:pt x="722" y="739"/>
                  </a:lnTo>
                  <a:lnTo>
                    <a:pt x="731" y="739"/>
                  </a:lnTo>
                  <a:lnTo>
                    <a:pt x="1221" y="1156"/>
                  </a:lnTo>
                  <a:lnTo>
                    <a:pt x="731" y="730"/>
                  </a:lnTo>
                  <a:lnTo>
                    <a:pt x="1267" y="1092"/>
                  </a:lnTo>
                  <a:lnTo>
                    <a:pt x="731" y="730"/>
                  </a:lnTo>
                  <a:lnTo>
                    <a:pt x="1313" y="1017"/>
                  </a:lnTo>
                  <a:lnTo>
                    <a:pt x="741" y="721"/>
                  </a:lnTo>
                  <a:lnTo>
                    <a:pt x="1342" y="935"/>
                  </a:lnTo>
                  <a:lnTo>
                    <a:pt x="741" y="712"/>
                  </a:lnTo>
                  <a:lnTo>
                    <a:pt x="1360" y="851"/>
                  </a:lnTo>
                  <a:lnTo>
                    <a:pt x="741" y="712"/>
                  </a:lnTo>
                  <a:lnTo>
                    <a:pt x="1379" y="758"/>
                  </a:lnTo>
                  <a:close/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2777844" y="1940719"/>
              <a:ext cx="143498" cy="225624"/>
            </a:xfrm>
            <a:custGeom>
              <a:rect b="b" l="l" r="r" t="t"/>
              <a:pathLst>
                <a:path extrusionOk="0" h="1674" w="1065">
                  <a:moveTo>
                    <a:pt x="36" y="1673"/>
                  </a:moveTo>
                  <a:lnTo>
                    <a:pt x="36" y="1673"/>
                  </a:lnTo>
                  <a:cubicBezTo>
                    <a:pt x="18" y="1673"/>
                    <a:pt x="9" y="1664"/>
                    <a:pt x="9" y="1655"/>
                  </a:cubicBezTo>
                  <a:cubicBezTo>
                    <a:pt x="0" y="1636"/>
                    <a:pt x="9" y="1627"/>
                    <a:pt x="27" y="1618"/>
                  </a:cubicBezTo>
                  <a:cubicBezTo>
                    <a:pt x="84" y="1600"/>
                    <a:pt x="371" y="1424"/>
                    <a:pt x="471" y="1044"/>
                  </a:cubicBezTo>
                  <a:cubicBezTo>
                    <a:pt x="815" y="193"/>
                    <a:pt x="815" y="193"/>
                    <a:pt x="815" y="193"/>
                  </a:cubicBezTo>
                  <a:cubicBezTo>
                    <a:pt x="852" y="73"/>
                    <a:pt x="934" y="0"/>
                    <a:pt x="1036" y="0"/>
                  </a:cubicBezTo>
                  <a:cubicBezTo>
                    <a:pt x="1045" y="0"/>
                    <a:pt x="1064" y="9"/>
                    <a:pt x="1064" y="27"/>
                  </a:cubicBezTo>
                  <a:cubicBezTo>
                    <a:pt x="1064" y="45"/>
                    <a:pt x="1045" y="55"/>
                    <a:pt x="1036" y="55"/>
                  </a:cubicBezTo>
                  <a:cubicBezTo>
                    <a:pt x="963" y="55"/>
                    <a:pt x="897" y="109"/>
                    <a:pt x="870" y="212"/>
                  </a:cubicBezTo>
                  <a:cubicBezTo>
                    <a:pt x="519" y="1062"/>
                    <a:pt x="519" y="1062"/>
                    <a:pt x="519" y="1062"/>
                  </a:cubicBezTo>
                  <a:cubicBezTo>
                    <a:pt x="416" y="1461"/>
                    <a:pt x="120" y="1645"/>
                    <a:pt x="47" y="1673"/>
                  </a:cubicBezTo>
                  <a:cubicBezTo>
                    <a:pt x="36" y="1673"/>
                    <a:pt x="36" y="1673"/>
                    <a:pt x="36" y="1673"/>
                  </a:cubicBez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2915388" y="1935362"/>
              <a:ext cx="54184" cy="18455"/>
            </a:xfrm>
            <a:custGeom>
              <a:rect b="b" l="l" r="r" t="t"/>
              <a:pathLst>
                <a:path extrusionOk="0" h="140" w="407">
                  <a:moveTo>
                    <a:pt x="406" y="66"/>
                  </a:moveTo>
                  <a:lnTo>
                    <a:pt x="406" y="66"/>
                  </a:lnTo>
                  <a:cubicBezTo>
                    <a:pt x="406" y="103"/>
                    <a:pt x="379" y="139"/>
                    <a:pt x="342" y="139"/>
                  </a:cubicBezTo>
                  <a:cubicBezTo>
                    <a:pt x="64" y="139"/>
                    <a:pt x="64" y="139"/>
                    <a:pt x="64" y="139"/>
                  </a:cubicBezTo>
                  <a:cubicBezTo>
                    <a:pt x="27" y="139"/>
                    <a:pt x="0" y="103"/>
                    <a:pt x="0" y="66"/>
                  </a:cubicBezTo>
                  <a:cubicBezTo>
                    <a:pt x="0" y="29"/>
                    <a:pt x="27" y="0"/>
                    <a:pt x="64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79" y="0"/>
                    <a:pt x="406" y="29"/>
                    <a:pt x="406" y="66"/>
                  </a:cubicBezTo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2873112" y="1910358"/>
              <a:ext cx="47039" cy="95846"/>
            </a:xfrm>
            <a:custGeom>
              <a:rect b="b" l="l" r="r" t="t"/>
              <a:pathLst>
                <a:path extrusionOk="0" h="714" w="353">
                  <a:moveTo>
                    <a:pt x="0" y="713"/>
                  </a:moveTo>
                  <a:lnTo>
                    <a:pt x="0" y="713"/>
                  </a:lnTo>
                  <a:cubicBezTo>
                    <a:pt x="130" y="223"/>
                    <a:pt x="130" y="223"/>
                    <a:pt x="130" y="223"/>
                  </a:cubicBezTo>
                  <a:cubicBezTo>
                    <a:pt x="149" y="102"/>
                    <a:pt x="222" y="18"/>
                    <a:pt x="324" y="0"/>
                  </a:cubicBezTo>
                  <a:cubicBezTo>
                    <a:pt x="342" y="0"/>
                    <a:pt x="352" y="9"/>
                    <a:pt x="352" y="27"/>
                  </a:cubicBezTo>
                  <a:cubicBezTo>
                    <a:pt x="352" y="45"/>
                    <a:pt x="342" y="55"/>
                    <a:pt x="333" y="55"/>
                  </a:cubicBezTo>
                  <a:cubicBezTo>
                    <a:pt x="260" y="65"/>
                    <a:pt x="203" y="139"/>
                    <a:pt x="185" y="232"/>
                  </a:cubicBezTo>
                  <a:cubicBezTo>
                    <a:pt x="185" y="241"/>
                    <a:pt x="185" y="241"/>
                    <a:pt x="185" y="241"/>
                  </a:cubicBezTo>
                  <a:cubicBezTo>
                    <a:pt x="55" y="713"/>
                    <a:pt x="55" y="713"/>
                    <a:pt x="55" y="713"/>
                  </a:cubicBezTo>
                  <a:lnTo>
                    <a:pt x="0" y="713"/>
                  </a:ln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2914197" y="1900238"/>
              <a:ext cx="55375" cy="23217"/>
            </a:xfrm>
            <a:custGeom>
              <a:rect b="b" l="l" r="r" t="t"/>
              <a:pathLst>
                <a:path extrusionOk="0" h="177" w="416">
                  <a:moveTo>
                    <a:pt x="406" y="64"/>
                  </a:moveTo>
                  <a:lnTo>
                    <a:pt x="406" y="64"/>
                  </a:lnTo>
                  <a:cubicBezTo>
                    <a:pt x="415" y="101"/>
                    <a:pt x="388" y="129"/>
                    <a:pt x="351" y="139"/>
                  </a:cubicBezTo>
                  <a:cubicBezTo>
                    <a:pt x="73" y="167"/>
                    <a:pt x="73" y="167"/>
                    <a:pt x="73" y="167"/>
                  </a:cubicBezTo>
                  <a:cubicBezTo>
                    <a:pt x="46" y="176"/>
                    <a:pt x="9" y="148"/>
                    <a:pt x="0" y="110"/>
                  </a:cubicBezTo>
                  <a:cubicBezTo>
                    <a:pt x="0" y="74"/>
                    <a:pt x="27" y="46"/>
                    <a:pt x="64" y="37"/>
                  </a:cubicBezTo>
                  <a:cubicBezTo>
                    <a:pt x="333" y="0"/>
                    <a:pt x="333" y="0"/>
                    <a:pt x="333" y="0"/>
                  </a:cubicBezTo>
                  <a:cubicBezTo>
                    <a:pt x="369" y="0"/>
                    <a:pt x="406" y="28"/>
                    <a:pt x="406" y="64"/>
                  </a:cubicBezTo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2943969" y="2134196"/>
              <a:ext cx="55970" cy="55959"/>
            </a:xfrm>
            <a:custGeom>
              <a:rect b="b" l="l" r="r" t="t"/>
              <a:pathLst>
                <a:path extrusionOk="0" h="417" w="418">
                  <a:moveTo>
                    <a:pt x="139" y="9"/>
                  </a:moveTo>
                  <a:lnTo>
                    <a:pt x="194" y="19"/>
                  </a:lnTo>
                  <a:lnTo>
                    <a:pt x="251" y="0"/>
                  </a:lnTo>
                  <a:lnTo>
                    <a:pt x="296" y="37"/>
                  </a:lnTo>
                  <a:lnTo>
                    <a:pt x="351" y="46"/>
                  </a:lnTo>
                  <a:lnTo>
                    <a:pt x="371" y="101"/>
                  </a:lnTo>
                  <a:lnTo>
                    <a:pt x="417" y="139"/>
                  </a:lnTo>
                  <a:lnTo>
                    <a:pt x="399" y="203"/>
                  </a:lnTo>
                  <a:lnTo>
                    <a:pt x="417" y="249"/>
                  </a:lnTo>
                  <a:lnTo>
                    <a:pt x="380" y="296"/>
                  </a:lnTo>
                  <a:lnTo>
                    <a:pt x="371" y="351"/>
                  </a:lnTo>
                  <a:lnTo>
                    <a:pt x="315" y="370"/>
                  </a:lnTo>
                  <a:lnTo>
                    <a:pt x="278" y="416"/>
                  </a:lnTo>
                  <a:lnTo>
                    <a:pt x="223" y="397"/>
                  </a:lnTo>
                  <a:lnTo>
                    <a:pt x="167" y="416"/>
                  </a:lnTo>
                  <a:lnTo>
                    <a:pt x="121" y="379"/>
                  </a:lnTo>
                  <a:lnTo>
                    <a:pt x="66" y="370"/>
                  </a:lnTo>
                  <a:lnTo>
                    <a:pt x="46" y="315"/>
                  </a:lnTo>
                  <a:lnTo>
                    <a:pt x="0" y="277"/>
                  </a:lnTo>
                  <a:lnTo>
                    <a:pt x="18" y="222"/>
                  </a:lnTo>
                  <a:lnTo>
                    <a:pt x="0" y="167"/>
                  </a:lnTo>
                  <a:lnTo>
                    <a:pt x="37" y="119"/>
                  </a:lnTo>
                  <a:lnTo>
                    <a:pt x="46" y="64"/>
                  </a:lnTo>
                  <a:lnTo>
                    <a:pt x="102" y="46"/>
                  </a:lnTo>
                  <a:lnTo>
                    <a:pt x="139" y="9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3126765" y="2141340"/>
              <a:ext cx="45848" cy="44649"/>
            </a:xfrm>
            <a:custGeom>
              <a:rect b="b" l="l" r="r" t="t"/>
              <a:pathLst>
                <a:path extrusionOk="0" h="334" w="343">
                  <a:moveTo>
                    <a:pt x="121" y="0"/>
                  </a:moveTo>
                  <a:lnTo>
                    <a:pt x="167" y="9"/>
                  </a:lnTo>
                  <a:lnTo>
                    <a:pt x="203" y="0"/>
                  </a:lnTo>
                  <a:lnTo>
                    <a:pt x="240" y="28"/>
                  </a:lnTo>
                  <a:lnTo>
                    <a:pt x="287" y="37"/>
                  </a:lnTo>
                  <a:lnTo>
                    <a:pt x="306" y="84"/>
                  </a:lnTo>
                  <a:lnTo>
                    <a:pt x="333" y="112"/>
                  </a:lnTo>
                  <a:lnTo>
                    <a:pt x="324" y="157"/>
                  </a:lnTo>
                  <a:lnTo>
                    <a:pt x="342" y="203"/>
                  </a:lnTo>
                  <a:lnTo>
                    <a:pt x="315" y="241"/>
                  </a:lnTo>
                  <a:lnTo>
                    <a:pt x="306" y="278"/>
                  </a:lnTo>
                  <a:lnTo>
                    <a:pt x="258" y="296"/>
                  </a:lnTo>
                  <a:lnTo>
                    <a:pt x="222" y="333"/>
                  </a:lnTo>
                  <a:lnTo>
                    <a:pt x="185" y="324"/>
                  </a:lnTo>
                  <a:lnTo>
                    <a:pt x="139" y="333"/>
                  </a:lnTo>
                  <a:lnTo>
                    <a:pt x="101" y="306"/>
                  </a:lnTo>
                  <a:lnTo>
                    <a:pt x="55" y="296"/>
                  </a:lnTo>
                  <a:lnTo>
                    <a:pt x="46" y="251"/>
                  </a:lnTo>
                  <a:lnTo>
                    <a:pt x="10" y="222"/>
                  </a:lnTo>
                  <a:lnTo>
                    <a:pt x="19" y="176"/>
                  </a:lnTo>
                  <a:lnTo>
                    <a:pt x="0" y="130"/>
                  </a:lnTo>
                  <a:lnTo>
                    <a:pt x="37" y="93"/>
                  </a:lnTo>
                  <a:lnTo>
                    <a:pt x="46" y="55"/>
                  </a:lnTo>
                  <a:lnTo>
                    <a:pt x="92" y="37"/>
                  </a:lnTo>
                  <a:lnTo>
                    <a:pt x="121" y="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2934442" y="2161581"/>
              <a:ext cx="39298" cy="42267"/>
            </a:xfrm>
            <a:custGeom>
              <a:rect b="b" l="l" r="r" t="t"/>
              <a:pathLst>
                <a:path extrusionOk="0" h="316" w="297">
                  <a:moveTo>
                    <a:pt x="9" y="315"/>
                  </a:moveTo>
                  <a:lnTo>
                    <a:pt x="9" y="315"/>
                  </a:lnTo>
                  <a:cubicBezTo>
                    <a:pt x="0" y="306"/>
                    <a:pt x="0" y="296"/>
                    <a:pt x="9" y="287"/>
                  </a:cubicBezTo>
                  <a:cubicBezTo>
                    <a:pt x="258" y="9"/>
                    <a:pt x="258" y="9"/>
                    <a:pt x="258" y="9"/>
                  </a:cubicBezTo>
                  <a:cubicBezTo>
                    <a:pt x="267" y="0"/>
                    <a:pt x="276" y="0"/>
                    <a:pt x="287" y="9"/>
                  </a:cubicBezTo>
                  <a:cubicBezTo>
                    <a:pt x="287" y="19"/>
                    <a:pt x="296" y="28"/>
                    <a:pt x="287" y="28"/>
                  </a:cubicBezTo>
                  <a:cubicBezTo>
                    <a:pt x="27" y="315"/>
                    <a:pt x="27" y="315"/>
                    <a:pt x="27" y="315"/>
                  </a:cubicBezTo>
                  <a:cubicBezTo>
                    <a:pt x="27" y="315"/>
                    <a:pt x="18" y="315"/>
                    <a:pt x="9" y="315"/>
                  </a:cubicBez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2929083" y="2196704"/>
              <a:ext cx="28581" cy="27980"/>
            </a:xfrm>
            <a:custGeom>
              <a:rect b="b" l="l" r="r" t="t"/>
              <a:pathLst>
                <a:path extrusionOk="0" h="213" w="214">
                  <a:moveTo>
                    <a:pt x="204" y="175"/>
                  </a:moveTo>
                  <a:lnTo>
                    <a:pt x="204" y="175"/>
                  </a:lnTo>
                  <a:cubicBezTo>
                    <a:pt x="195" y="203"/>
                    <a:pt x="166" y="212"/>
                    <a:pt x="148" y="203"/>
                  </a:cubicBezTo>
                  <a:cubicBezTo>
                    <a:pt x="18" y="101"/>
                    <a:pt x="18" y="101"/>
                    <a:pt x="18" y="101"/>
                  </a:cubicBezTo>
                  <a:cubicBezTo>
                    <a:pt x="0" y="91"/>
                    <a:pt x="0" y="55"/>
                    <a:pt x="9" y="36"/>
                  </a:cubicBezTo>
                  <a:cubicBezTo>
                    <a:pt x="29" y="9"/>
                    <a:pt x="56" y="0"/>
                    <a:pt x="65" y="9"/>
                  </a:cubicBezTo>
                  <a:cubicBezTo>
                    <a:pt x="195" y="101"/>
                    <a:pt x="195" y="101"/>
                    <a:pt x="195" y="101"/>
                  </a:cubicBezTo>
                  <a:cubicBezTo>
                    <a:pt x="213" y="119"/>
                    <a:pt x="213" y="148"/>
                    <a:pt x="204" y="175"/>
                  </a:cubicBezTo>
                </a:path>
              </a:pathLst>
            </a:custGeom>
            <a:solidFill>
              <a:srgbClr val="3D39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2965404" y="2138959"/>
              <a:ext cx="185774" cy="18455"/>
            </a:xfrm>
            <a:custGeom>
              <a:rect b="b" l="l" r="r" t="t"/>
              <a:pathLst>
                <a:path extrusionOk="0" h="140" w="1380">
                  <a:moveTo>
                    <a:pt x="0" y="0"/>
                  </a:moveTo>
                  <a:lnTo>
                    <a:pt x="1379" y="139"/>
                  </a:lnTo>
                  <a:lnTo>
                    <a:pt x="0" y="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8" name="Google Shape;278;p1"/>
            <p:cNvCxnSpPr/>
            <p:nvPr/>
          </p:nvCxnSpPr>
          <p:spPr>
            <a:xfrm>
              <a:off x="2965011" y="2139621"/>
              <a:ext cx="185555" cy="17484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79" name="Google Shape;279;p1"/>
            <p:cNvSpPr/>
            <p:nvPr/>
          </p:nvSpPr>
          <p:spPr>
            <a:xfrm>
              <a:off x="2965404" y="2138958"/>
              <a:ext cx="0" cy="596"/>
            </a:xfrm>
            <a:custGeom>
              <a:rect b="b" l="l" r="r" t="t"/>
              <a:pathLst>
                <a:path extrusionOk="0" h="10" w="1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2965404" y="2138958"/>
              <a:ext cx="0" cy="596"/>
            </a:xfrm>
            <a:custGeom>
              <a:rect b="b" l="l" r="r" t="t"/>
              <a:pathLst>
                <a:path extrusionOk="0" h="10" w="1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2965404" y="2138959"/>
              <a:ext cx="184583" cy="18455"/>
            </a:xfrm>
            <a:custGeom>
              <a:rect b="b" l="l" r="r" t="t"/>
              <a:pathLst>
                <a:path extrusionOk="0" h="140" w="1371">
                  <a:moveTo>
                    <a:pt x="1370" y="139"/>
                  </a:moveTo>
                  <a:lnTo>
                    <a:pt x="1370" y="139"/>
                  </a:lnTo>
                  <a:lnTo>
                    <a:pt x="1370" y="130"/>
                  </a:lnTo>
                  <a:lnTo>
                    <a:pt x="1370" y="139"/>
                  </a:lnTo>
                  <a:close/>
                  <a:moveTo>
                    <a:pt x="1361" y="139"/>
                  </a:moveTo>
                  <a:lnTo>
                    <a:pt x="1361" y="139"/>
                  </a:lnTo>
                  <a:lnTo>
                    <a:pt x="1361" y="130"/>
                  </a:lnTo>
                  <a:lnTo>
                    <a:pt x="1361" y="139"/>
                  </a:lnTo>
                  <a:close/>
                  <a:moveTo>
                    <a:pt x="1352" y="139"/>
                  </a:moveTo>
                  <a:lnTo>
                    <a:pt x="1352" y="139"/>
                  </a:lnTo>
                  <a:lnTo>
                    <a:pt x="1352" y="130"/>
                  </a:lnTo>
                  <a:lnTo>
                    <a:pt x="1352" y="139"/>
                  </a:lnTo>
                  <a:close/>
                  <a:moveTo>
                    <a:pt x="1342" y="139"/>
                  </a:moveTo>
                  <a:lnTo>
                    <a:pt x="1342" y="139"/>
                  </a:lnTo>
                  <a:lnTo>
                    <a:pt x="1342" y="130"/>
                  </a:lnTo>
                  <a:lnTo>
                    <a:pt x="1342" y="139"/>
                  </a:lnTo>
                  <a:close/>
                  <a:moveTo>
                    <a:pt x="1333" y="139"/>
                  </a:moveTo>
                  <a:lnTo>
                    <a:pt x="1333" y="139"/>
                  </a:lnTo>
                  <a:lnTo>
                    <a:pt x="1333" y="130"/>
                  </a:lnTo>
                  <a:lnTo>
                    <a:pt x="1333" y="139"/>
                  </a:lnTo>
                  <a:close/>
                  <a:moveTo>
                    <a:pt x="1324" y="130"/>
                  </a:moveTo>
                  <a:lnTo>
                    <a:pt x="1324" y="139"/>
                  </a:lnTo>
                  <a:lnTo>
                    <a:pt x="1324" y="130"/>
                  </a:lnTo>
                  <a:close/>
                  <a:moveTo>
                    <a:pt x="1315" y="130"/>
                  </a:moveTo>
                  <a:lnTo>
                    <a:pt x="1315" y="130"/>
                  </a:lnTo>
                  <a:close/>
                  <a:moveTo>
                    <a:pt x="1304" y="130"/>
                  </a:moveTo>
                  <a:lnTo>
                    <a:pt x="1304" y="130"/>
                  </a:lnTo>
                  <a:close/>
                  <a:moveTo>
                    <a:pt x="1295" y="130"/>
                  </a:moveTo>
                  <a:lnTo>
                    <a:pt x="1295" y="130"/>
                  </a:lnTo>
                  <a:close/>
                  <a:moveTo>
                    <a:pt x="1286" y="130"/>
                  </a:moveTo>
                  <a:lnTo>
                    <a:pt x="1286" y="130"/>
                  </a:lnTo>
                  <a:close/>
                  <a:moveTo>
                    <a:pt x="1277" y="130"/>
                  </a:moveTo>
                  <a:lnTo>
                    <a:pt x="1277" y="130"/>
                  </a:lnTo>
                  <a:close/>
                  <a:moveTo>
                    <a:pt x="1268" y="130"/>
                  </a:moveTo>
                  <a:lnTo>
                    <a:pt x="1268" y="130"/>
                  </a:lnTo>
                  <a:lnTo>
                    <a:pt x="1268" y="120"/>
                  </a:lnTo>
                  <a:lnTo>
                    <a:pt x="1268" y="130"/>
                  </a:lnTo>
                  <a:close/>
                  <a:moveTo>
                    <a:pt x="1259" y="130"/>
                  </a:moveTo>
                  <a:lnTo>
                    <a:pt x="1259" y="130"/>
                  </a:lnTo>
                  <a:lnTo>
                    <a:pt x="1268" y="120"/>
                  </a:lnTo>
                  <a:lnTo>
                    <a:pt x="1259" y="120"/>
                  </a:lnTo>
                  <a:lnTo>
                    <a:pt x="1259" y="130"/>
                  </a:lnTo>
                  <a:close/>
                  <a:moveTo>
                    <a:pt x="1249" y="130"/>
                  </a:moveTo>
                  <a:lnTo>
                    <a:pt x="1249" y="130"/>
                  </a:lnTo>
                  <a:lnTo>
                    <a:pt x="1259" y="120"/>
                  </a:lnTo>
                  <a:lnTo>
                    <a:pt x="1249" y="120"/>
                  </a:lnTo>
                  <a:lnTo>
                    <a:pt x="1249" y="130"/>
                  </a:lnTo>
                  <a:close/>
                  <a:moveTo>
                    <a:pt x="1240" y="130"/>
                  </a:moveTo>
                  <a:lnTo>
                    <a:pt x="1249" y="130"/>
                  </a:lnTo>
                  <a:lnTo>
                    <a:pt x="1249" y="120"/>
                  </a:lnTo>
                  <a:lnTo>
                    <a:pt x="1240" y="120"/>
                  </a:lnTo>
                  <a:lnTo>
                    <a:pt x="1240" y="130"/>
                  </a:lnTo>
                  <a:close/>
                  <a:moveTo>
                    <a:pt x="1231" y="130"/>
                  </a:moveTo>
                  <a:lnTo>
                    <a:pt x="1240" y="130"/>
                  </a:lnTo>
                  <a:lnTo>
                    <a:pt x="1240" y="120"/>
                  </a:lnTo>
                  <a:lnTo>
                    <a:pt x="1231" y="120"/>
                  </a:lnTo>
                  <a:lnTo>
                    <a:pt x="1231" y="130"/>
                  </a:lnTo>
                  <a:close/>
                  <a:moveTo>
                    <a:pt x="1222" y="120"/>
                  </a:moveTo>
                  <a:lnTo>
                    <a:pt x="1231" y="120"/>
                  </a:lnTo>
                  <a:lnTo>
                    <a:pt x="1222" y="120"/>
                  </a:lnTo>
                  <a:close/>
                  <a:moveTo>
                    <a:pt x="1213" y="120"/>
                  </a:moveTo>
                  <a:lnTo>
                    <a:pt x="1222" y="120"/>
                  </a:lnTo>
                  <a:lnTo>
                    <a:pt x="1213" y="120"/>
                  </a:lnTo>
                  <a:close/>
                  <a:moveTo>
                    <a:pt x="1204" y="120"/>
                  </a:moveTo>
                  <a:lnTo>
                    <a:pt x="1213" y="120"/>
                  </a:lnTo>
                  <a:lnTo>
                    <a:pt x="1204" y="120"/>
                  </a:lnTo>
                  <a:close/>
                  <a:moveTo>
                    <a:pt x="1194" y="120"/>
                  </a:moveTo>
                  <a:lnTo>
                    <a:pt x="1204" y="120"/>
                  </a:lnTo>
                  <a:lnTo>
                    <a:pt x="1194" y="120"/>
                  </a:lnTo>
                  <a:close/>
                  <a:moveTo>
                    <a:pt x="1185" y="120"/>
                  </a:moveTo>
                  <a:lnTo>
                    <a:pt x="1194" y="120"/>
                  </a:lnTo>
                  <a:lnTo>
                    <a:pt x="1185" y="120"/>
                  </a:lnTo>
                  <a:close/>
                  <a:moveTo>
                    <a:pt x="1176" y="120"/>
                  </a:moveTo>
                  <a:lnTo>
                    <a:pt x="1185" y="120"/>
                  </a:lnTo>
                  <a:lnTo>
                    <a:pt x="1176" y="111"/>
                  </a:lnTo>
                  <a:lnTo>
                    <a:pt x="1176" y="120"/>
                  </a:lnTo>
                  <a:close/>
                  <a:moveTo>
                    <a:pt x="1167" y="120"/>
                  </a:moveTo>
                  <a:lnTo>
                    <a:pt x="1176" y="120"/>
                  </a:lnTo>
                  <a:lnTo>
                    <a:pt x="1176" y="111"/>
                  </a:lnTo>
                  <a:lnTo>
                    <a:pt x="1167" y="111"/>
                  </a:lnTo>
                  <a:lnTo>
                    <a:pt x="1167" y="120"/>
                  </a:lnTo>
                  <a:close/>
                  <a:moveTo>
                    <a:pt x="1158" y="120"/>
                  </a:moveTo>
                  <a:lnTo>
                    <a:pt x="1167" y="120"/>
                  </a:lnTo>
                  <a:lnTo>
                    <a:pt x="1167" y="111"/>
                  </a:lnTo>
                  <a:lnTo>
                    <a:pt x="1158" y="111"/>
                  </a:lnTo>
                  <a:lnTo>
                    <a:pt x="1158" y="120"/>
                  </a:lnTo>
                  <a:close/>
                  <a:moveTo>
                    <a:pt x="1149" y="120"/>
                  </a:moveTo>
                  <a:lnTo>
                    <a:pt x="1158" y="120"/>
                  </a:lnTo>
                  <a:lnTo>
                    <a:pt x="1158" y="111"/>
                  </a:lnTo>
                  <a:lnTo>
                    <a:pt x="1149" y="111"/>
                  </a:lnTo>
                  <a:lnTo>
                    <a:pt x="1149" y="120"/>
                  </a:lnTo>
                  <a:close/>
                  <a:moveTo>
                    <a:pt x="1138" y="120"/>
                  </a:moveTo>
                  <a:lnTo>
                    <a:pt x="1149" y="120"/>
                  </a:lnTo>
                  <a:lnTo>
                    <a:pt x="1149" y="111"/>
                  </a:lnTo>
                  <a:lnTo>
                    <a:pt x="1138" y="111"/>
                  </a:lnTo>
                  <a:lnTo>
                    <a:pt x="1138" y="120"/>
                  </a:lnTo>
                  <a:close/>
                  <a:moveTo>
                    <a:pt x="1129" y="111"/>
                  </a:moveTo>
                  <a:lnTo>
                    <a:pt x="1138" y="120"/>
                  </a:lnTo>
                  <a:lnTo>
                    <a:pt x="1138" y="111"/>
                  </a:lnTo>
                  <a:lnTo>
                    <a:pt x="1129" y="111"/>
                  </a:lnTo>
                  <a:close/>
                  <a:moveTo>
                    <a:pt x="1120" y="111"/>
                  </a:moveTo>
                  <a:lnTo>
                    <a:pt x="1129" y="111"/>
                  </a:lnTo>
                  <a:lnTo>
                    <a:pt x="1120" y="111"/>
                  </a:lnTo>
                  <a:close/>
                  <a:moveTo>
                    <a:pt x="1110" y="111"/>
                  </a:moveTo>
                  <a:lnTo>
                    <a:pt x="1120" y="111"/>
                  </a:lnTo>
                  <a:lnTo>
                    <a:pt x="1110" y="111"/>
                  </a:lnTo>
                  <a:close/>
                  <a:moveTo>
                    <a:pt x="1110" y="111"/>
                  </a:moveTo>
                  <a:lnTo>
                    <a:pt x="1110" y="111"/>
                  </a:lnTo>
                  <a:close/>
                  <a:moveTo>
                    <a:pt x="1101" y="111"/>
                  </a:moveTo>
                  <a:lnTo>
                    <a:pt x="1101" y="111"/>
                  </a:lnTo>
                  <a:close/>
                  <a:moveTo>
                    <a:pt x="1092" y="111"/>
                  </a:moveTo>
                  <a:lnTo>
                    <a:pt x="1092" y="111"/>
                  </a:lnTo>
                  <a:close/>
                  <a:moveTo>
                    <a:pt x="1083" y="111"/>
                  </a:moveTo>
                  <a:lnTo>
                    <a:pt x="1083" y="111"/>
                  </a:lnTo>
                  <a:lnTo>
                    <a:pt x="1083" y="102"/>
                  </a:lnTo>
                  <a:lnTo>
                    <a:pt x="1083" y="111"/>
                  </a:lnTo>
                  <a:close/>
                  <a:moveTo>
                    <a:pt x="1074" y="111"/>
                  </a:moveTo>
                  <a:lnTo>
                    <a:pt x="1074" y="111"/>
                  </a:lnTo>
                  <a:lnTo>
                    <a:pt x="1074" y="102"/>
                  </a:lnTo>
                  <a:lnTo>
                    <a:pt x="1074" y="111"/>
                  </a:lnTo>
                  <a:close/>
                  <a:moveTo>
                    <a:pt x="1065" y="111"/>
                  </a:moveTo>
                  <a:lnTo>
                    <a:pt x="1065" y="111"/>
                  </a:lnTo>
                  <a:lnTo>
                    <a:pt x="1065" y="102"/>
                  </a:lnTo>
                  <a:lnTo>
                    <a:pt x="1065" y="111"/>
                  </a:lnTo>
                  <a:close/>
                  <a:moveTo>
                    <a:pt x="1055" y="111"/>
                  </a:moveTo>
                  <a:lnTo>
                    <a:pt x="1055" y="111"/>
                  </a:lnTo>
                  <a:lnTo>
                    <a:pt x="1055" y="102"/>
                  </a:lnTo>
                  <a:lnTo>
                    <a:pt x="1055" y="111"/>
                  </a:lnTo>
                  <a:close/>
                  <a:moveTo>
                    <a:pt x="1046" y="111"/>
                  </a:moveTo>
                  <a:lnTo>
                    <a:pt x="1046" y="111"/>
                  </a:lnTo>
                  <a:lnTo>
                    <a:pt x="1046" y="102"/>
                  </a:lnTo>
                  <a:lnTo>
                    <a:pt x="1046" y="111"/>
                  </a:lnTo>
                  <a:close/>
                  <a:moveTo>
                    <a:pt x="1037" y="102"/>
                  </a:moveTo>
                  <a:lnTo>
                    <a:pt x="1037" y="111"/>
                  </a:lnTo>
                  <a:lnTo>
                    <a:pt x="1037" y="102"/>
                  </a:lnTo>
                  <a:close/>
                  <a:moveTo>
                    <a:pt x="1028" y="102"/>
                  </a:moveTo>
                  <a:lnTo>
                    <a:pt x="1028" y="102"/>
                  </a:lnTo>
                  <a:close/>
                  <a:moveTo>
                    <a:pt x="1019" y="102"/>
                  </a:moveTo>
                  <a:lnTo>
                    <a:pt x="1019" y="102"/>
                  </a:lnTo>
                  <a:close/>
                  <a:moveTo>
                    <a:pt x="1010" y="102"/>
                  </a:moveTo>
                  <a:lnTo>
                    <a:pt x="1010" y="102"/>
                  </a:lnTo>
                  <a:close/>
                  <a:moveTo>
                    <a:pt x="1000" y="102"/>
                  </a:moveTo>
                  <a:lnTo>
                    <a:pt x="1000" y="102"/>
                  </a:lnTo>
                  <a:close/>
                  <a:moveTo>
                    <a:pt x="991" y="102"/>
                  </a:moveTo>
                  <a:lnTo>
                    <a:pt x="991" y="102"/>
                  </a:lnTo>
                  <a:close/>
                  <a:moveTo>
                    <a:pt x="982" y="102"/>
                  </a:moveTo>
                  <a:lnTo>
                    <a:pt x="982" y="102"/>
                  </a:lnTo>
                  <a:lnTo>
                    <a:pt x="982" y="91"/>
                  </a:lnTo>
                  <a:lnTo>
                    <a:pt x="982" y="102"/>
                  </a:lnTo>
                  <a:close/>
                  <a:moveTo>
                    <a:pt x="971" y="102"/>
                  </a:moveTo>
                  <a:lnTo>
                    <a:pt x="971" y="102"/>
                  </a:lnTo>
                  <a:lnTo>
                    <a:pt x="982" y="91"/>
                  </a:lnTo>
                  <a:lnTo>
                    <a:pt x="971" y="91"/>
                  </a:lnTo>
                  <a:lnTo>
                    <a:pt x="971" y="102"/>
                  </a:lnTo>
                  <a:close/>
                  <a:moveTo>
                    <a:pt x="962" y="102"/>
                  </a:moveTo>
                  <a:lnTo>
                    <a:pt x="962" y="102"/>
                  </a:lnTo>
                  <a:lnTo>
                    <a:pt x="971" y="91"/>
                  </a:lnTo>
                  <a:lnTo>
                    <a:pt x="962" y="91"/>
                  </a:lnTo>
                  <a:lnTo>
                    <a:pt x="962" y="102"/>
                  </a:lnTo>
                  <a:close/>
                  <a:moveTo>
                    <a:pt x="953" y="102"/>
                  </a:moveTo>
                  <a:lnTo>
                    <a:pt x="962" y="102"/>
                  </a:lnTo>
                  <a:lnTo>
                    <a:pt x="962" y="91"/>
                  </a:lnTo>
                  <a:lnTo>
                    <a:pt x="953" y="91"/>
                  </a:lnTo>
                  <a:lnTo>
                    <a:pt x="953" y="102"/>
                  </a:lnTo>
                  <a:close/>
                  <a:moveTo>
                    <a:pt x="944" y="102"/>
                  </a:moveTo>
                  <a:lnTo>
                    <a:pt x="953" y="102"/>
                  </a:lnTo>
                  <a:lnTo>
                    <a:pt x="953" y="91"/>
                  </a:lnTo>
                  <a:lnTo>
                    <a:pt x="944" y="91"/>
                  </a:lnTo>
                  <a:lnTo>
                    <a:pt x="944" y="102"/>
                  </a:lnTo>
                  <a:close/>
                  <a:moveTo>
                    <a:pt x="935" y="91"/>
                  </a:moveTo>
                  <a:lnTo>
                    <a:pt x="944" y="91"/>
                  </a:lnTo>
                  <a:lnTo>
                    <a:pt x="935" y="91"/>
                  </a:lnTo>
                  <a:close/>
                  <a:moveTo>
                    <a:pt x="926" y="91"/>
                  </a:moveTo>
                  <a:lnTo>
                    <a:pt x="935" y="91"/>
                  </a:lnTo>
                  <a:lnTo>
                    <a:pt x="926" y="91"/>
                  </a:lnTo>
                  <a:close/>
                  <a:moveTo>
                    <a:pt x="917" y="91"/>
                  </a:moveTo>
                  <a:lnTo>
                    <a:pt x="926" y="91"/>
                  </a:lnTo>
                  <a:lnTo>
                    <a:pt x="917" y="91"/>
                  </a:lnTo>
                  <a:close/>
                  <a:moveTo>
                    <a:pt x="907" y="91"/>
                  </a:moveTo>
                  <a:lnTo>
                    <a:pt x="917" y="91"/>
                  </a:lnTo>
                  <a:lnTo>
                    <a:pt x="907" y="91"/>
                  </a:lnTo>
                  <a:close/>
                  <a:moveTo>
                    <a:pt x="898" y="91"/>
                  </a:moveTo>
                  <a:lnTo>
                    <a:pt x="907" y="91"/>
                  </a:lnTo>
                  <a:lnTo>
                    <a:pt x="898" y="91"/>
                  </a:lnTo>
                  <a:close/>
                  <a:moveTo>
                    <a:pt x="889" y="91"/>
                  </a:moveTo>
                  <a:lnTo>
                    <a:pt x="898" y="91"/>
                  </a:lnTo>
                  <a:lnTo>
                    <a:pt x="889" y="82"/>
                  </a:lnTo>
                  <a:lnTo>
                    <a:pt x="889" y="91"/>
                  </a:lnTo>
                  <a:close/>
                  <a:moveTo>
                    <a:pt x="880" y="91"/>
                  </a:moveTo>
                  <a:lnTo>
                    <a:pt x="889" y="91"/>
                  </a:lnTo>
                  <a:lnTo>
                    <a:pt x="889" y="82"/>
                  </a:lnTo>
                  <a:lnTo>
                    <a:pt x="880" y="82"/>
                  </a:lnTo>
                  <a:lnTo>
                    <a:pt x="880" y="91"/>
                  </a:lnTo>
                  <a:close/>
                  <a:moveTo>
                    <a:pt x="871" y="91"/>
                  </a:moveTo>
                  <a:lnTo>
                    <a:pt x="880" y="91"/>
                  </a:lnTo>
                  <a:lnTo>
                    <a:pt x="880" y="82"/>
                  </a:lnTo>
                  <a:lnTo>
                    <a:pt x="871" y="82"/>
                  </a:lnTo>
                  <a:lnTo>
                    <a:pt x="871" y="91"/>
                  </a:lnTo>
                  <a:close/>
                  <a:moveTo>
                    <a:pt x="862" y="91"/>
                  </a:moveTo>
                  <a:lnTo>
                    <a:pt x="871" y="91"/>
                  </a:lnTo>
                  <a:lnTo>
                    <a:pt x="871" y="82"/>
                  </a:lnTo>
                  <a:lnTo>
                    <a:pt x="862" y="82"/>
                  </a:lnTo>
                  <a:lnTo>
                    <a:pt x="862" y="91"/>
                  </a:lnTo>
                  <a:close/>
                  <a:moveTo>
                    <a:pt x="852" y="91"/>
                  </a:moveTo>
                  <a:lnTo>
                    <a:pt x="862" y="91"/>
                  </a:lnTo>
                  <a:lnTo>
                    <a:pt x="862" y="82"/>
                  </a:lnTo>
                  <a:lnTo>
                    <a:pt x="852" y="82"/>
                  </a:lnTo>
                  <a:lnTo>
                    <a:pt x="852" y="91"/>
                  </a:lnTo>
                  <a:close/>
                  <a:moveTo>
                    <a:pt x="843" y="82"/>
                  </a:moveTo>
                  <a:lnTo>
                    <a:pt x="852" y="91"/>
                  </a:lnTo>
                  <a:lnTo>
                    <a:pt x="852" y="82"/>
                  </a:lnTo>
                  <a:lnTo>
                    <a:pt x="843" y="82"/>
                  </a:lnTo>
                  <a:close/>
                  <a:moveTo>
                    <a:pt x="834" y="82"/>
                  </a:moveTo>
                  <a:lnTo>
                    <a:pt x="843" y="82"/>
                  </a:lnTo>
                  <a:lnTo>
                    <a:pt x="834" y="82"/>
                  </a:lnTo>
                  <a:close/>
                  <a:moveTo>
                    <a:pt x="823" y="82"/>
                  </a:moveTo>
                  <a:lnTo>
                    <a:pt x="834" y="82"/>
                  </a:lnTo>
                  <a:lnTo>
                    <a:pt x="823" y="82"/>
                  </a:lnTo>
                  <a:close/>
                  <a:moveTo>
                    <a:pt x="823" y="82"/>
                  </a:moveTo>
                  <a:lnTo>
                    <a:pt x="823" y="82"/>
                  </a:lnTo>
                  <a:close/>
                  <a:moveTo>
                    <a:pt x="814" y="82"/>
                  </a:moveTo>
                  <a:lnTo>
                    <a:pt x="814" y="82"/>
                  </a:lnTo>
                  <a:close/>
                  <a:moveTo>
                    <a:pt x="805" y="82"/>
                  </a:moveTo>
                  <a:lnTo>
                    <a:pt x="805" y="82"/>
                  </a:lnTo>
                  <a:close/>
                  <a:moveTo>
                    <a:pt x="796" y="82"/>
                  </a:moveTo>
                  <a:lnTo>
                    <a:pt x="796" y="82"/>
                  </a:lnTo>
                  <a:lnTo>
                    <a:pt x="796" y="73"/>
                  </a:lnTo>
                  <a:lnTo>
                    <a:pt x="796" y="82"/>
                  </a:lnTo>
                  <a:close/>
                  <a:moveTo>
                    <a:pt x="787" y="82"/>
                  </a:moveTo>
                  <a:lnTo>
                    <a:pt x="787" y="82"/>
                  </a:lnTo>
                  <a:lnTo>
                    <a:pt x="787" y="73"/>
                  </a:lnTo>
                  <a:lnTo>
                    <a:pt x="787" y="82"/>
                  </a:lnTo>
                  <a:close/>
                  <a:moveTo>
                    <a:pt x="778" y="82"/>
                  </a:moveTo>
                  <a:lnTo>
                    <a:pt x="778" y="82"/>
                  </a:lnTo>
                  <a:lnTo>
                    <a:pt x="778" y="73"/>
                  </a:lnTo>
                  <a:lnTo>
                    <a:pt x="778" y="82"/>
                  </a:lnTo>
                  <a:close/>
                  <a:moveTo>
                    <a:pt x="768" y="82"/>
                  </a:moveTo>
                  <a:lnTo>
                    <a:pt x="768" y="82"/>
                  </a:lnTo>
                  <a:lnTo>
                    <a:pt x="768" y="73"/>
                  </a:lnTo>
                  <a:lnTo>
                    <a:pt x="768" y="82"/>
                  </a:lnTo>
                  <a:close/>
                  <a:moveTo>
                    <a:pt x="759" y="82"/>
                  </a:moveTo>
                  <a:lnTo>
                    <a:pt x="759" y="82"/>
                  </a:lnTo>
                  <a:lnTo>
                    <a:pt x="759" y="73"/>
                  </a:lnTo>
                  <a:lnTo>
                    <a:pt x="759" y="82"/>
                  </a:lnTo>
                  <a:close/>
                  <a:moveTo>
                    <a:pt x="750" y="73"/>
                  </a:moveTo>
                  <a:lnTo>
                    <a:pt x="750" y="82"/>
                  </a:lnTo>
                  <a:lnTo>
                    <a:pt x="750" y="73"/>
                  </a:lnTo>
                  <a:close/>
                  <a:moveTo>
                    <a:pt x="741" y="73"/>
                  </a:moveTo>
                  <a:lnTo>
                    <a:pt x="741" y="73"/>
                  </a:lnTo>
                  <a:close/>
                  <a:moveTo>
                    <a:pt x="732" y="73"/>
                  </a:moveTo>
                  <a:lnTo>
                    <a:pt x="732" y="73"/>
                  </a:lnTo>
                  <a:close/>
                  <a:moveTo>
                    <a:pt x="723" y="73"/>
                  </a:moveTo>
                  <a:lnTo>
                    <a:pt x="723" y="73"/>
                  </a:lnTo>
                  <a:close/>
                  <a:moveTo>
                    <a:pt x="713" y="73"/>
                  </a:moveTo>
                  <a:lnTo>
                    <a:pt x="713" y="73"/>
                  </a:lnTo>
                  <a:close/>
                  <a:moveTo>
                    <a:pt x="704" y="73"/>
                  </a:moveTo>
                  <a:lnTo>
                    <a:pt x="704" y="73"/>
                  </a:lnTo>
                  <a:close/>
                  <a:moveTo>
                    <a:pt x="695" y="73"/>
                  </a:moveTo>
                  <a:lnTo>
                    <a:pt x="695" y="73"/>
                  </a:lnTo>
                  <a:lnTo>
                    <a:pt x="695" y="64"/>
                  </a:lnTo>
                  <a:lnTo>
                    <a:pt x="695" y="73"/>
                  </a:lnTo>
                  <a:close/>
                  <a:moveTo>
                    <a:pt x="686" y="73"/>
                  </a:moveTo>
                  <a:lnTo>
                    <a:pt x="686" y="73"/>
                  </a:lnTo>
                  <a:lnTo>
                    <a:pt x="695" y="64"/>
                  </a:lnTo>
                  <a:lnTo>
                    <a:pt x="686" y="64"/>
                  </a:lnTo>
                  <a:lnTo>
                    <a:pt x="686" y="73"/>
                  </a:lnTo>
                  <a:close/>
                  <a:moveTo>
                    <a:pt x="675" y="73"/>
                  </a:moveTo>
                  <a:lnTo>
                    <a:pt x="675" y="73"/>
                  </a:lnTo>
                  <a:lnTo>
                    <a:pt x="686" y="64"/>
                  </a:lnTo>
                  <a:lnTo>
                    <a:pt x="675" y="64"/>
                  </a:lnTo>
                  <a:lnTo>
                    <a:pt x="675" y="73"/>
                  </a:lnTo>
                  <a:close/>
                  <a:moveTo>
                    <a:pt x="666" y="73"/>
                  </a:moveTo>
                  <a:lnTo>
                    <a:pt x="675" y="73"/>
                  </a:lnTo>
                  <a:lnTo>
                    <a:pt x="675" y="64"/>
                  </a:lnTo>
                  <a:lnTo>
                    <a:pt x="666" y="64"/>
                  </a:lnTo>
                  <a:lnTo>
                    <a:pt x="666" y="73"/>
                  </a:lnTo>
                  <a:close/>
                  <a:moveTo>
                    <a:pt x="657" y="73"/>
                  </a:moveTo>
                  <a:lnTo>
                    <a:pt x="666" y="73"/>
                  </a:lnTo>
                  <a:lnTo>
                    <a:pt x="666" y="64"/>
                  </a:lnTo>
                  <a:lnTo>
                    <a:pt x="657" y="64"/>
                  </a:lnTo>
                  <a:lnTo>
                    <a:pt x="657" y="73"/>
                  </a:lnTo>
                  <a:close/>
                  <a:moveTo>
                    <a:pt x="648" y="64"/>
                  </a:moveTo>
                  <a:lnTo>
                    <a:pt x="657" y="64"/>
                  </a:lnTo>
                  <a:lnTo>
                    <a:pt x="648" y="64"/>
                  </a:lnTo>
                  <a:close/>
                  <a:moveTo>
                    <a:pt x="639" y="64"/>
                  </a:moveTo>
                  <a:lnTo>
                    <a:pt x="648" y="64"/>
                  </a:lnTo>
                  <a:lnTo>
                    <a:pt x="639" y="64"/>
                  </a:lnTo>
                  <a:close/>
                  <a:moveTo>
                    <a:pt x="629" y="64"/>
                  </a:moveTo>
                  <a:lnTo>
                    <a:pt x="639" y="64"/>
                  </a:lnTo>
                  <a:lnTo>
                    <a:pt x="629" y="64"/>
                  </a:lnTo>
                  <a:close/>
                  <a:moveTo>
                    <a:pt x="620" y="64"/>
                  </a:moveTo>
                  <a:lnTo>
                    <a:pt x="629" y="64"/>
                  </a:lnTo>
                  <a:lnTo>
                    <a:pt x="620" y="64"/>
                  </a:lnTo>
                  <a:close/>
                  <a:moveTo>
                    <a:pt x="611" y="64"/>
                  </a:moveTo>
                  <a:lnTo>
                    <a:pt x="620" y="64"/>
                  </a:lnTo>
                  <a:lnTo>
                    <a:pt x="611" y="64"/>
                  </a:lnTo>
                  <a:close/>
                  <a:moveTo>
                    <a:pt x="602" y="64"/>
                  </a:moveTo>
                  <a:lnTo>
                    <a:pt x="611" y="64"/>
                  </a:lnTo>
                  <a:lnTo>
                    <a:pt x="602" y="55"/>
                  </a:lnTo>
                  <a:lnTo>
                    <a:pt x="602" y="64"/>
                  </a:lnTo>
                  <a:close/>
                  <a:moveTo>
                    <a:pt x="593" y="64"/>
                  </a:moveTo>
                  <a:lnTo>
                    <a:pt x="602" y="64"/>
                  </a:lnTo>
                  <a:lnTo>
                    <a:pt x="602" y="55"/>
                  </a:lnTo>
                  <a:lnTo>
                    <a:pt x="593" y="55"/>
                  </a:lnTo>
                  <a:lnTo>
                    <a:pt x="593" y="64"/>
                  </a:lnTo>
                  <a:close/>
                  <a:moveTo>
                    <a:pt x="584" y="64"/>
                  </a:moveTo>
                  <a:lnTo>
                    <a:pt x="593" y="64"/>
                  </a:lnTo>
                  <a:lnTo>
                    <a:pt x="593" y="55"/>
                  </a:lnTo>
                  <a:lnTo>
                    <a:pt x="584" y="55"/>
                  </a:lnTo>
                  <a:lnTo>
                    <a:pt x="584" y="64"/>
                  </a:lnTo>
                  <a:close/>
                  <a:moveTo>
                    <a:pt x="575" y="64"/>
                  </a:moveTo>
                  <a:lnTo>
                    <a:pt x="584" y="64"/>
                  </a:lnTo>
                  <a:lnTo>
                    <a:pt x="584" y="55"/>
                  </a:lnTo>
                  <a:lnTo>
                    <a:pt x="575" y="55"/>
                  </a:lnTo>
                  <a:lnTo>
                    <a:pt x="575" y="64"/>
                  </a:lnTo>
                  <a:close/>
                  <a:moveTo>
                    <a:pt x="565" y="64"/>
                  </a:moveTo>
                  <a:lnTo>
                    <a:pt x="575" y="64"/>
                  </a:lnTo>
                  <a:lnTo>
                    <a:pt x="575" y="55"/>
                  </a:lnTo>
                  <a:lnTo>
                    <a:pt x="565" y="55"/>
                  </a:lnTo>
                  <a:lnTo>
                    <a:pt x="565" y="64"/>
                  </a:lnTo>
                  <a:close/>
                  <a:moveTo>
                    <a:pt x="556" y="55"/>
                  </a:moveTo>
                  <a:lnTo>
                    <a:pt x="565" y="64"/>
                  </a:lnTo>
                  <a:lnTo>
                    <a:pt x="565" y="55"/>
                  </a:lnTo>
                  <a:lnTo>
                    <a:pt x="556" y="55"/>
                  </a:lnTo>
                  <a:close/>
                  <a:moveTo>
                    <a:pt x="547" y="55"/>
                  </a:moveTo>
                  <a:lnTo>
                    <a:pt x="556" y="55"/>
                  </a:lnTo>
                  <a:lnTo>
                    <a:pt x="547" y="55"/>
                  </a:lnTo>
                  <a:close/>
                  <a:moveTo>
                    <a:pt x="538" y="55"/>
                  </a:moveTo>
                  <a:lnTo>
                    <a:pt x="547" y="55"/>
                  </a:lnTo>
                  <a:lnTo>
                    <a:pt x="538" y="55"/>
                  </a:lnTo>
                  <a:close/>
                  <a:moveTo>
                    <a:pt x="538" y="55"/>
                  </a:moveTo>
                  <a:lnTo>
                    <a:pt x="538" y="55"/>
                  </a:lnTo>
                  <a:close/>
                  <a:moveTo>
                    <a:pt x="527" y="55"/>
                  </a:moveTo>
                  <a:lnTo>
                    <a:pt x="527" y="55"/>
                  </a:lnTo>
                  <a:close/>
                  <a:moveTo>
                    <a:pt x="518" y="55"/>
                  </a:moveTo>
                  <a:lnTo>
                    <a:pt x="518" y="55"/>
                  </a:lnTo>
                  <a:close/>
                  <a:moveTo>
                    <a:pt x="509" y="55"/>
                  </a:moveTo>
                  <a:lnTo>
                    <a:pt x="509" y="55"/>
                  </a:lnTo>
                  <a:lnTo>
                    <a:pt x="509" y="46"/>
                  </a:lnTo>
                  <a:lnTo>
                    <a:pt x="509" y="55"/>
                  </a:lnTo>
                  <a:close/>
                  <a:moveTo>
                    <a:pt x="500" y="55"/>
                  </a:moveTo>
                  <a:lnTo>
                    <a:pt x="500" y="55"/>
                  </a:lnTo>
                  <a:lnTo>
                    <a:pt x="500" y="46"/>
                  </a:lnTo>
                  <a:lnTo>
                    <a:pt x="500" y="55"/>
                  </a:lnTo>
                  <a:close/>
                  <a:moveTo>
                    <a:pt x="491" y="55"/>
                  </a:moveTo>
                  <a:lnTo>
                    <a:pt x="491" y="55"/>
                  </a:lnTo>
                  <a:lnTo>
                    <a:pt x="491" y="46"/>
                  </a:lnTo>
                  <a:lnTo>
                    <a:pt x="491" y="55"/>
                  </a:lnTo>
                  <a:close/>
                  <a:moveTo>
                    <a:pt x="481" y="55"/>
                  </a:moveTo>
                  <a:lnTo>
                    <a:pt x="481" y="55"/>
                  </a:lnTo>
                  <a:lnTo>
                    <a:pt x="481" y="46"/>
                  </a:lnTo>
                  <a:lnTo>
                    <a:pt x="481" y="55"/>
                  </a:lnTo>
                  <a:close/>
                  <a:moveTo>
                    <a:pt x="472" y="55"/>
                  </a:moveTo>
                  <a:lnTo>
                    <a:pt x="472" y="55"/>
                  </a:lnTo>
                  <a:lnTo>
                    <a:pt x="472" y="46"/>
                  </a:lnTo>
                  <a:lnTo>
                    <a:pt x="472" y="55"/>
                  </a:lnTo>
                  <a:close/>
                  <a:moveTo>
                    <a:pt x="463" y="46"/>
                  </a:moveTo>
                  <a:lnTo>
                    <a:pt x="463" y="55"/>
                  </a:lnTo>
                  <a:lnTo>
                    <a:pt x="463" y="46"/>
                  </a:lnTo>
                  <a:close/>
                  <a:moveTo>
                    <a:pt x="454" y="46"/>
                  </a:moveTo>
                  <a:lnTo>
                    <a:pt x="454" y="46"/>
                  </a:lnTo>
                  <a:close/>
                  <a:moveTo>
                    <a:pt x="445" y="46"/>
                  </a:moveTo>
                  <a:lnTo>
                    <a:pt x="445" y="46"/>
                  </a:lnTo>
                  <a:close/>
                  <a:moveTo>
                    <a:pt x="436" y="46"/>
                  </a:moveTo>
                  <a:lnTo>
                    <a:pt x="436" y="46"/>
                  </a:lnTo>
                  <a:close/>
                  <a:moveTo>
                    <a:pt x="426" y="46"/>
                  </a:moveTo>
                  <a:lnTo>
                    <a:pt x="426" y="46"/>
                  </a:lnTo>
                  <a:close/>
                  <a:moveTo>
                    <a:pt x="417" y="46"/>
                  </a:moveTo>
                  <a:lnTo>
                    <a:pt x="417" y="46"/>
                  </a:lnTo>
                  <a:close/>
                  <a:moveTo>
                    <a:pt x="408" y="46"/>
                  </a:moveTo>
                  <a:lnTo>
                    <a:pt x="408" y="46"/>
                  </a:lnTo>
                  <a:lnTo>
                    <a:pt x="408" y="37"/>
                  </a:lnTo>
                  <a:lnTo>
                    <a:pt x="408" y="46"/>
                  </a:lnTo>
                  <a:close/>
                  <a:moveTo>
                    <a:pt x="399" y="46"/>
                  </a:moveTo>
                  <a:lnTo>
                    <a:pt x="399" y="46"/>
                  </a:lnTo>
                  <a:lnTo>
                    <a:pt x="408" y="37"/>
                  </a:lnTo>
                  <a:lnTo>
                    <a:pt x="399" y="37"/>
                  </a:lnTo>
                  <a:lnTo>
                    <a:pt x="399" y="46"/>
                  </a:lnTo>
                  <a:close/>
                  <a:moveTo>
                    <a:pt x="390" y="46"/>
                  </a:moveTo>
                  <a:lnTo>
                    <a:pt x="390" y="46"/>
                  </a:lnTo>
                  <a:lnTo>
                    <a:pt x="399" y="37"/>
                  </a:lnTo>
                  <a:lnTo>
                    <a:pt x="390" y="37"/>
                  </a:lnTo>
                  <a:lnTo>
                    <a:pt x="390" y="46"/>
                  </a:lnTo>
                  <a:close/>
                  <a:moveTo>
                    <a:pt x="381" y="46"/>
                  </a:moveTo>
                  <a:lnTo>
                    <a:pt x="390" y="46"/>
                  </a:lnTo>
                  <a:lnTo>
                    <a:pt x="390" y="37"/>
                  </a:lnTo>
                  <a:lnTo>
                    <a:pt x="381" y="37"/>
                  </a:lnTo>
                  <a:lnTo>
                    <a:pt x="381" y="46"/>
                  </a:lnTo>
                  <a:close/>
                  <a:moveTo>
                    <a:pt x="371" y="46"/>
                  </a:moveTo>
                  <a:lnTo>
                    <a:pt x="381" y="46"/>
                  </a:lnTo>
                  <a:lnTo>
                    <a:pt x="381" y="37"/>
                  </a:lnTo>
                  <a:lnTo>
                    <a:pt x="371" y="37"/>
                  </a:lnTo>
                  <a:lnTo>
                    <a:pt x="371" y="46"/>
                  </a:lnTo>
                  <a:close/>
                  <a:moveTo>
                    <a:pt x="362" y="37"/>
                  </a:moveTo>
                  <a:lnTo>
                    <a:pt x="371" y="37"/>
                  </a:lnTo>
                  <a:lnTo>
                    <a:pt x="362" y="37"/>
                  </a:lnTo>
                  <a:close/>
                  <a:moveTo>
                    <a:pt x="352" y="37"/>
                  </a:moveTo>
                  <a:lnTo>
                    <a:pt x="362" y="37"/>
                  </a:lnTo>
                  <a:lnTo>
                    <a:pt x="352" y="37"/>
                  </a:lnTo>
                  <a:close/>
                  <a:moveTo>
                    <a:pt x="342" y="37"/>
                  </a:moveTo>
                  <a:lnTo>
                    <a:pt x="352" y="37"/>
                  </a:lnTo>
                  <a:lnTo>
                    <a:pt x="342" y="37"/>
                  </a:lnTo>
                  <a:close/>
                  <a:moveTo>
                    <a:pt x="333" y="37"/>
                  </a:moveTo>
                  <a:lnTo>
                    <a:pt x="342" y="37"/>
                  </a:lnTo>
                  <a:lnTo>
                    <a:pt x="333" y="37"/>
                  </a:lnTo>
                  <a:close/>
                  <a:moveTo>
                    <a:pt x="324" y="37"/>
                  </a:moveTo>
                  <a:lnTo>
                    <a:pt x="333" y="37"/>
                  </a:lnTo>
                  <a:lnTo>
                    <a:pt x="324" y="37"/>
                  </a:lnTo>
                  <a:close/>
                  <a:moveTo>
                    <a:pt x="315" y="37"/>
                  </a:moveTo>
                  <a:lnTo>
                    <a:pt x="324" y="37"/>
                  </a:lnTo>
                  <a:lnTo>
                    <a:pt x="315" y="27"/>
                  </a:lnTo>
                  <a:lnTo>
                    <a:pt x="315" y="37"/>
                  </a:lnTo>
                  <a:close/>
                  <a:moveTo>
                    <a:pt x="306" y="37"/>
                  </a:moveTo>
                  <a:lnTo>
                    <a:pt x="315" y="37"/>
                  </a:lnTo>
                  <a:lnTo>
                    <a:pt x="315" y="27"/>
                  </a:lnTo>
                  <a:lnTo>
                    <a:pt x="306" y="27"/>
                  </a:lnTo>
                  <a:lnTo>
                    <a:pt x="306" y="37"/>
                  </a:lnTo>
                  <a:close/>
                  <a:moveTo>
                    <a:pt x="297" y="37"/>
                  </a:moveTo>
                  <a:lnTo>
                    <a:pt x="306" y="37"/>
                  </a:lnTo>
                  <a:lnTo>
                    <a:pt x="306" y="27"/>
                  </a:lnTo>
                  <a:lnTo>
                    <a:pt x="297" y="27"/>
                  </a:lnTo>
                  <a:lnTo>
                    <a:pt x="297" y="37"/>
                  </a:lnTo>
                  <a:close/>
                  <a:moveTo>
                    <a:pt x="287" y="37"/>
                  </a:moveTo>
                  <a:lnTo>
                    <a:pt x="297" y="37"/>
                  </a:lnTo>
                  <a:lnTo>
                    <a:pt x="297" y="27"/>
                  </a:lnTo>
                  <a:lnTo>
                    <a:pt x="287" y="27"/>
                  </a:lnTo>
                  <a:lnTo>
                    <a:pt x="287" y="37"/>
                  </a:lnTo>
                  <a:close/>
                  <a:moveTo>
                    <a:pt x="278" y="37"/>
                  </a:moveTo>
                  <a:lnTo>
                    <a:pt x="287" y="37"/>
                  </a:lnTo>
                  <a:lnTo>
                    <a:pt x="287" y="27"/>
                  </a:lnTo>
                  <a:lnTo>
                    <a:pt x="278" y="27"/>
                  </a:lnTo>
                  <a:lnTo>
                    <a:pt x="278" y="37"/>
                  </a:lnTo>
                  <a:close/>
                  <a:moveTo>
                    <a:pt x="269" y="27"/>
                  </a:moveTo>
                  <a:lnTo>
                    <a:pt x="278" y="37"/>
                  </a:lnTo>
                  <a:lnTo>
                    <a:pt x="278" y="27"/>
                  </a:lnTo>
                  <a:lnTo>
                    <a:pt x="269" y="27"/>
                  </a:lnTo>
                  <a:close/>
                  <a:moveTo>
                    <a:pt x="260" y="27"/>
                  </a:moveTo>
                  <a:lnTo>
                    <a:pt x="269" y="27"/>
                  </a:lnTo>
                  <a:lnTo>
                    <a:pt x="260" y="27"/>
                  </a:lnTo>
                  <a:close/>
                  <a:moveTo>
                    <a:pt x="251" y="27"/>
                  </a:moveTo>
                  <a:lnTo>
                    <a:pt x="260" y="27"/>
                  </a:lnTo>
                  <a:lnTo>
                    <a:pt x="251" y="27"/>
                  </a:lnTo>
                  <a:close/>
                  <a:moveTo>
                    <a:pt x="251" y="27"/>
                  </a:moveTo>
                  <a:lnTo>
                    <a:pt x="251" y="27"/>
                  </a:lnTo>
                  <a:close/>
                  <a:moveTo>
                    <a:pt x="242" y="27"/>
                  </a:moveTo>
                  <a:lnTo>
                    <a:pt x="242" y="27"/>
                  </a:lnTo>
                  <a:close/>
                  <a:moveTo>
                    <a:pt x="232" y="27"/>
                  </a:moveTo>
                  <a:lnTo>
                    <a:pt x="232" y="27"/>
                  </a:lnTo>
                  <a:close/>
                  <a:moveTo>
                    <a:pt x="223" y="27"/>
                  </a:moveTo>
                  <a:lnTo>
                    <a:pt x="223" y="27"/>
                  </a:lnTo>
                  <a:lnTo>
                    <a:pt x="223" y="18"/>
                  </a:lnTo>
                  <a:lnTo>
                    <a:pt x="223" y="27"/>
                  </a:lnTo>
                  <a:close/>
                  <a:moveTo>
                    <a:pt x="214" y="27"/>
                  </a:moveTo>
                  <a:lnTo>
                    <a:pt x="214" y="27"/>
                  </a:lnTo>
                  <a:lnTo>
                    <a:pt x="214" y="18"/>
                  </a:lnTo>
                  <a:lnTo>
                    <a:pt x="214" y="27"/>
                  </a:lnTo>
                  <a:close/>
                  <a:moveTo>
                    <a:pt x="205" y="27"/>
                  </a:moveTo>
                  <a:lnTo>
                    <a:pt x="205" y="27"/>
                  </a:lnTo>
                  <a:lnTo>
                    <a:pt x="205" y="18"/>
                  </a:lnTo>
                  <a:lnTo>
                    <a:pt x="205" y="27"/>
                  </a:lnTo>
                  <a:close/>
                  <a:moveTo>
                    <a:pt x="194" y="27"/>
                  </a:moveTo>
                  <a:lnTo>
                    <a:pt x="194" y="27"/>
                  </a:lnTo>
                  <a:lnTo>
                    <a:pt x="194" y="18"/>
                  </a:lnTo>
                  <a:lnTo>
                    <a:pt x="194" y="27"/>
                  </a:lnTo>
                  <a:close/>
                  <a:moveTo>
                    <a:pt x="185" y="27"/>
                  </a:moveTo>
                  <a:lnTo>
                    <a:pt x="185" y="27"/>
                  </a:lnTo>
                  <a:lnTo>
                    <a:pt x="185" y="18"/>
                  </a:lnTo>
                  <a:lnTo>
                    <a:pt x="185" y="27"/>
                  </a:lnTo>
                  <a:close/>
                  <a:moveTo>
                    <a:pt x="176" y="18"/>
                  </a:moveTo>
                  <a:lnTo>
                    <a:pt x="176" y="27"/>
                  </a:lnTo>
                  <a:lnTo>
                    <a:pt x="176" y="18"/>
                  </a:lnTo>
                  <a:close/>
                  <a:moveTo>
                    <a:pt x="167" y="18"/>
                  </a:moveTo>
                  <a:lnTo>
                    <a:pt x="167" y="18"/>
                  </a:lnTo>
                  <a:close/>
                  <a:moveTo>
                    <a:pt x="158" y="18"/>
                  </a:moveTo>
                  <a:lnTo>
                    <a:pt x="158" y="18"/>
                  </a:lnTo>
                  <a:close/>
                  <a:moveTo>
                    <a:pt x="149" y="18"/>
                  </a:moveTo>
                  <a:lnTo>
                    <a:pt x="149" y="18"/>
                  </a:lnTo>
                  <a:close/>
                  <a:moveTo>
                    <a:pt x="139" y="18"/>
                  </a:moveTo>
                  <a:lnTo>
                    <a:pt x="139" y="18"/>
                  </a:lnTo>
                  <a:close/>
                  <a:moveTo>
                    <a:pt x="130" y="18"/>
                  </a:moveTo>
                  <a:lnTo>
                    <a:pt x="130" y="18"/>
                  </a:lnTo>
                  <a:close/>
                  <a:moveTo>
                    <a:pt x="121" y="18"/>
                  </a:moveTo>
                  <a:lnTo>
                    <a:pt x="121" y="18"/>
                  </a:lnTo>
                  <a:lnTo>
                    <a:pt x="121" y="9"/>
                  </a:lnTo>
                  <a:lnTo>
                    <a:pt x="121" y="18"/>
                  </a:lnTo>
                  <a:close/>
                  <a:moveTo>
                    <a:pt x="112" y="18"/>
                  </a:moveTo>
                  <a:lnTo>
                    <a:pt x="112" y="18"/>
                  </a:lnTo>
                  <a:lnTo>
                    <a:pt x="121" y="9"/>
                  </a:lnTo>
                  <a:lnTo>
                    <a:pt x="112" y="9"/>
                  </a:lnTo>
                  <a:lnTo>
                    <a:pt x="112" y="18"/>
                  </a:lnTo>
                  <a:close/>
                  <a:moveTo>
                    <a:pt x="103" y="18"/>
                  </a:moveTo>
                  <a:lnTo>
                    <a:pt x="103" y="18"/>
                  </a:lnTo>
                  <a:lnTo>
                    <a:pt x="112" y="9"/>
                  </a:lnTo>
                  <a:lnTo>
                    <a:pt x="103" y="9"/>
                  </a:lnTo>
                  <a:lnTo>
                    <a:pt x="103" y="18"/>
                  </a:lnTo>
                  <a:close/>
                  <a:moveTo>
                    <a:pt x="94" y="18"/>
                  </a:moveTo>
                  <a:lnTo>
                    <a:pt x="103" y="18"/>
                  </a:lnTo>
                  <a:lnTo>
                    <a:pt x="103" y="9"/>
                  </a:lnTo>
                  <a:lnTo>
                    <a:pt x="94" y="9"/>
                  </a:lnTo>
                  <a:lnTo>
                    <a:pt x="94" y="18"/>
                  </a:lnTo>
                  <a:close/>
                  <a:moveTo>
                    <a:pt x="84" y="18"/>
                  </a:moveTo>
                  <a:lnTo>
                    <a:pt x="94" y="18"/>
                  </a:lnTo>
                  <a:lnTo>
                    <a:pt x="94" y="9"/>
                  </a:lnTo>
                  <a:lnTo>
                    <a:pt x="84" y="9"/>
                  </a:lnTo>
                  <a:lnTo>
                    <a:pt x="84" y="18"/>
                  </a:lnTo>
                  <a:close/>
                  <a:moveTo>
                    <a:pt x="75" y="9"/>
                  </a:moveTo>
                  <a:lnTo>
                    <a:pt x="84" y="9"/>
                  </a:lnTo>
                  <a:lnTo>
                    <a:pt x="75" y="9"/>
                  </a:lnTo>
                  <a:close/>
                  <a:moveTo>
                    <a:pt x="66" y="9"/>
                  </a:moveTo>
                  <a:lnTo>
                    <a:pt x="75" y="9"/>
                  </a:lnTo>
                  <a:lnTo>
                    <a:pt x="66" y="9"/>
                  </a:lnTo>
                  <a:close/>
                  <a:moveTo>
                    <a:pt x="57" y="9"/>
                  </a:moveTo>
                  <a:lnTo>
                    <a:pt x="66" y="9"/>
                  </a:lnTo>
                  <a:lnTo>
                    <a:pt x="57" y="9"/>
                  </a:lnTo>
                  <a:close/>
                  <a:moveTo>
                    <a:pt x="46" y="9"/>
                  </a:moveTo>
                  <a:lnTo>
                    <a:pt x="57" y="9"/>
                  </a:lnTo>
                  <a:lnTo>
                    <a:pt x="46" y="9"/>
                  </a:lnTo>
                  <a:close/>
                  <a:moveTo>
                    <a:pt x="37" y="9"/>
                  </a:moveTo>
                  <a:lnTo>
                    <a:pt x="46" y="9"/>
                  </a:lnTo>
                  <a:lnTo>
                    <a:pt x="37" y="9"/>
                  </a:lnTo>
                  <a:close/>
                  <a:moveTo>
                    <a:pt x="28" y="9"/>
                  </a:moveTo>
                  <a:lnTo>
                    <a:pt x="37" y="9"/>
                  </a:lnTo>
                  <a:lnTo>
                    <a:pt x="28" y="0"/>
                  </a:lnTo>
                  <a:lnTo>
                    <a:pt x="28" y="9"/>
                  </a:lnTo>
                  <a:close/>
                  <a:moveTo>
                    <a:pt x="19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19" y="0"/>
                  </a:lnTo>
                  <a:lnTo>
                    <a:pt x="19" y="9"/>
                  </a:lnTo>
                  <a:close/>
                  <a:moveTo>
                    <a:pt x="1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10" y="0"/>
                  </a:lnTo>
                  <a:lnTo>
                    <a:pt x="10" y="9"/>
                  </a:lnTo>
                  <a:close/>
                  <a:moveTo>
                    <a:pt x="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3151773" y="2158008"/>
              <a:ext cx="0" cy="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3151773" y="2158008"/>
              <a:ext cx="0" cy="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2971359" y="2169915"/>
              <a:ext cx="176842" cy="10716"/>
            </a:xfrm>
            <a:custGeom>
              <a:rect b="b" l="l" r="r" t="t"/>
              <a:pathLst>
                <a:path extrusionOk="0" h="85" w="1316">
                  <a:moveTo>
                    <a:pt x="0" y="84"/>
                  </a:moveTo>
                  <a:lnTo>
                    <a:pt x="1315" y="0"/>
                  </a:lnTo>
                  <a:lnTo>
                    <a:pt x="0" y="84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5" name="Google Shape;285;p1"/>
            <p:cNvCxnSpPr/>
            <p:nvPr/>
          </p:nvCxnSpPr>
          <p:spPr>
            <a:xfrm flipH="1" rot="10800000">
              <a:off x="2971355" y="2169820"/>
              <a:ext cx="177625" cy="11125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86" name="Google Shape;286;p1"/>
            <p:cNvSpPr/>
            <p:nvPr/>
          </p:nvSpPr>
          <p:spPr>
            <a:xfrm>
              <a:off x="2971358" y="2181225"/>
              <a:ext cx="0" cy="596"/>
            </a:xfrm>
            <a:custGeom>
              <a:rect b="b" l="l" r="r" t="t"/>
              <a:pathLst>
                <a:path extrusionOk="0" h="11" w="1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2971358" y="2181225"/>
              <a:ext cx="0" cy="596"/>
            </a:xfrm>
            <a:custGeom>
              <a:rect b="b" l="l" r="r" t="t"/>
              <a:pathLst>
                <a:path extrusionOk="0" h="11" w="1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2973145" y="2169915"/>
              <a:ext cx="175651" cy="12502"/>
            </a:xfrm>
            <a:custGeom>
              <a:rect b="b" l="l" r="r" t="t"/>
              <a:pathLst>
                <a:path extrusionOk="0" h="95" w="1305">
                  <a:moveTo>
                    <a:pt x="1295" y="0"/>
                  </a:moveTo>
                  <a:lnTo>
                    <a:pt x="1304" y="0"/>
                  </a:lnTo>
                  <a:lnTo>
                    <a:pt x="1295" y="0"/>
                  </a:lnTo>
                  <a:close/>
                  <a:moveTo>
                    <a:pt x="1285" y="0"/>
                  </a:moveTo>
                  <a:lnTo>
                    <a:pt x="1295" y="0"/>
                  </a:lnTo>
                  <a:lnTo>
                    <a:pt x="1285" y="0"/>
                  </a:lnTo>
                  <a:close/>
                  <a:moveTo>
                    <a:pt x="1276" y="0"/>
                  </a:moveTo>
                  <a:lnTo>
                    <a:pt x="1285" y="0"/>
                  </a:lnTo>
                  <a:lnTo>
                    <a:pt x="1276" y="0"/>
                  </a:lnTo>
                  <a:close/>
                  <a:moveTo>
                    <a:pt x="1267" y="10"/>
                  </a:moveTo>
                  <a:lnTo>
                    <a:pt x="1276" y="0"/>
                  </a:lnTo>
                  <a:lnTo>
                    <a:pt x="1267" y="0"/>
                  </a:lnTo>
                  <a:lnTo>
                    <a:pt x="1267" y="10"/>
                  </a:lnTo>
                  <a:close/>
                  <a:moveTo>
                    <a:pt x="1258" y="10"/>
                  </a:moveTo>
                  <a:lnTo>
                    <a:pt x="1267" y="10"/>
                  </a:lnTo>
                  <a:lnTo>
                    <a:pt x="1267" y="0"/>
                  </a:lnTo>
                  <a:lnTo>
                    <a:pt x="1258" y="0"/>
                  </a:lnTo>
                  <a:lnTo>
                    <a:pt x="1258" y="10"/>
                  </a:lnTo>
                  <a:close/>
                  <a:moveTo>
                    <a:pt x="1247" y="10"/>
                  </a:moveTo>
                  <a:lnTo>
                    <a:pt x="1258" y="10"/>
                  </a:lnTo>
                  <a:lnTo>
                    <a:pt x="1258" y="0"/>
                  </a:lnTo>
                  <a:lnTo>
                    <a:pt x="1247" y="0"/>
                  </a:lnTo>
                  <a:lnTo>
                    <a:pt x="1247" y="10"/>
                  </a:lnTo>
                  <a:close/>
                  <a:moveTo>
                    <a:pt x="1238" y="10"/>
                  </a:moveTo>
                  <a:lnTo>
                    <a:pt x="1247" y="10"/>
                  </a:lnTo>
                  <a:lnTo>
                    <a:pt x="1247" y="0"/>
                  </a:lnTo>
                  <a:lnTo>
                    <a:pt x="1238" y="0"/>
                  </a:lnTo>
                  <a:lnTo>
                    <a:pt x="1238" y="10"/>
                  </a:lnTo>
                  <a:close/>
                  <a:moveTo>
                    <a:pt x="1229" y="10"/>
                  </a:moveTo>
                  <a:lnTo>
                    <a:pt x="1238" y="10"/>
                  </a:lnTo>
                  <a:lnTo>
                    <a:pt x="1238" y="0"/>
                  </a:lnTo>
                  <a:lnTo>
                    <a:pt x="1229" y="0"/>
                  </a:lnTo>
                  <a:lnTo>
                    <a:pt x="1229" y="10"/>
                  </a:lnTo>
                  <a:close/>
                  <a:moveTo>
                    <a:pt x="1220" y="10"/>
                  </a:moveTo>
                  <a:lnTo>
                    <a:pt x="1229" y="10"/>
                  </a:lnTo>
                  <a:lnTo>
                    <a:pt x="1229" y="0"/>
                  </a:lnTo>
                  <a:lnTo>
                    <a:pt x="1220" y="0"/>
                  </a:lnTo>
                  <a:lnTo>
                    <a:pt x="1220" y="10"/>
                  </a:lnTo>
                  <a:close/>
                  <a:moveTo>
                    <a:pt x="1220" y="10"/>
                  </a:moveTo>
                  <a:lnTo>
                    <a:pt x="1220" y="10"/>
                  </a:lnTo>
                  <a:lnTo>
                    <a:pt x="1220" y="0"/>
                  </a:lnTo>
                  <a:lnTo>
                    <a:pt x="1211" y="0"/>
                  </a:lnTo>
                  <a:lnTo>
                    <a:pt x="1220" y="10"/>
                  </a:lnTo>
                  <a:close/>
                  <a:moveTo>
                    <a:pt x="1211" y="10"/>
                  </a:moveTo>
                  <a:lnTo>
                    <a:pt x="1211" y="10"/>
                  </a:lnTo>
                  <a:lnTo>
                    <a:pt x="1211" y="0"/>
                  </a:lnTo>
                  <a:lnTo>
                    <a:pt x="1211" y="10"/>
                  </a:lnTo>
                  <a:close/>
                  <a:moveTo>
                    <a:pt x="1202" y="10"/>
                  </a:moveTo>
                  <a:lnTo>
                    <a:pt x="1202" y="10"/>
                  </a:lnTo>
                  <a:close/>
                  <a:moveTo>
                    <a:pt x="1192" y="10"/>
                  </a:moveTo>
                  <a:lnTo>
                    <a:pt x="1192" y="10"/>
                  </a:lnTo>
                  <a:close/>
                  <a:moveTo>
                    <a:pt x="1183" y="10"/>
                  </a:moveTo>
                  <a:lnTo>
                    <a:pt x="1183" y="10"/>
                  </a:lnTo>
                  <a:close/>
                  <a:moveTo>
                    <a:pt x="1174" y="10"/>
                  </a:moveTo>
                  <a:lnTo>
                    <a:pt x="1174" y="10"/>
                  </a:lnTo>
                  <a:close/>
                  <a:moveTo>
                    <a:pt x="1165" y="10"/>
                  </a:moveTo>
                  <a:lnTo>
                    <a:pt x="1165" y="10"/>
                  </a:lnTo>
                  <a:close/>
                  <a:moveTo>
                    <a:pt x="1156" y="10"/>
                  </a:moveTo>
                  <a:lnTo>
                    <a:pt x="1156" y="10"/>
                  </a:lnTo>
                  <a:close/>
                  <a:moveTo>
                    <a:pt x="1147" y="10"/>
                  </a:moveTo>
                  <a:lnTo>
                    <a:pt x="1147" y="10"/>
                  </a:lnTo>
                  <a:close/>
                  <a:moveTo>
                    <a:pt x="1137" y="10"/>
                  </a:moveTo>
                  <a:lnTo>
                    <a:pt x="1137" y="10"/>
                  </a:lnTo>
                  <a:close/>
                  <a:moveTo>
                    <a:pt x="1128" y="19"/>
                  </a:moveTo>
                  <a:lnTo>
                    <a:pt x="1128" y="19"/>
                  </a:lnTo>
                  <a:lnTo>
                    <a:pt x="1128" y="10"/>
                  </a:lnTo>
                  <a:lnTo>
                    <a:pt x="1128" y="19"/>
                  </a:lnTo>
                  <a:close/>
                  <a:moveTo>
                    <a:pt x="1119" y="19"/>
                  </a:moveTo>
                  <a:lnTo>
                    <a:pt x="1119" y="19"/>
                  </a:lnTo>
                  <a:lnTo>
                    <a:pt x="1119" y="10"/>
                  </a:lnTo>
                  <a:lnTo>
                    <a:pt x="1119" y="19"/>
                  </a:lnTo>
                  <a:close/>
                  <a:moveTo>
                    <a:pt x="1110" y="19"/>
                  </a:moveTo>
                  <a:lnTo>
                    <a:pt x="1110" y="19"/>
                  </a:lnTo>
                  <a:lnTo>
                    <a:pt x="1110" y="10"/>
                  </a:lnTo>
                  <a:lnTo>
                    <a:pt x="1110" y="19"/>
                  </a:lnTo>
                  <a:close/>
                  <a:moveTo>
                    <a:pt x="1101" y="19"/>
                  </a:moveTo>
                  <a:lnTo>
                    <a:pt x="1101" y="19"/>
                  </a:lnTo>
                  <a:lnTo>
                    <a:pt x="1101" y="10"/>
                  </a:lnTo>
                  <a:lnTo>
                    <a:pt x="1101" y="19"/>
                  </a:lnTo>
                  <a:close/>
                  <a:moveTo>
                    <a:pt x="1092" y="19"/>
                  </a:moveTo>
                  <a:lnTo>
                    <a:pt x="1092" y="19"/>
                  </a:lnTo>
                  <a:lnTo>
                    <a:pt x="1092" y="10"/>
                  </a:lnTo>
                  <a:lnTo>
                    <a:pt x="1092" y="19"/>
                  </a:lnTo>
                  <a:close/>
                  <a:moveTo>
                    <a:pt x="1081" y="19"/>
                  </a:moveTo>
                  <a:lnTo>
                    <a:pt x="1081" y="19"/>
                  </a:lnTo>
                  <a:lnTo>
                    <a:pt x="1081" y="10"/>
                  </a:lnTo>
                  <a:lnTo>
                    <a:pt x="1081" y="19"/>
                  </a:lnTo>
                  <a:close/>
                  <a:moveTo>
                    <a:pt x="1072" y="19"/>
                  </a:moveTo>
                  <a:lnTo>
                    <a:pt x="1081" y="19"/>
                  </a:lnTo>
                  <a:lnTo>
                    <a:pt x="1072" y="10"/>
                  </a:lnTo>
                  <a:lnTo>
                    <a:pt x="1072" y="19"/>
                  </a:lnTo>
                  <a:close/>
                  <a:moveTo>
                    <a:pt x="1063" y="19"/>
                  </a:moveTo>
                  <a:lnTo>
                    <a:pt x="1072" y="19"/>
                  </a:lnTo>
                  <a:lnTo>
                    <a:pt x="1072" y="10"/>
                  </a:lnTo>
                  <a:lnTo>
                    <a:pt x="1063" y="10"/>
                  </a:lnTo>
                  <a:lnTo>
                    <a:pt x="1063" y="19"/>
                  </a:lnTo>
                  <a:close/>
                  <a:moveTo>
                    <a:pt x="1053" y="19"/>
                  </a:moveTo>
                  <a:lnTo>
                    <a:pt x="1063" y="19"/>
                  </a:lnTo>
                  <a:lnTo>
                    <a:pt x="1053" y="19"/>
                  </a:lnTo>
                  <a:close/>
                  <a:moveTo>
                    <a:pt x="1044" y="19"/>
                  </a:moveTo>
                  <a:lnTo>
                    <a:pt x="1053" y="19"/>
                  </a:lnTo>
                  <a:lnTo>
                    <a:pt x="1044" y="19"/>
                  </a:lnTo>
                  <a:close/>
                  <a:moveTo>
                    <a:pt x="1035" y="19"/>
                  </a:moveTo>
                  <a:lnTo>
                    <a:pt x="1044" y="19"/>
                  </a:lnTo>
                  <a:lnTo>
                    <a:pt x="1035" y="19"/>
                  </a:lnTo>
                  <a:close/>
                  <a:moveTo>
                    <a:pt x="1026" y="19"/>
                  </a:moveTo>
                  <a:lnTo>
                    <a:pt x="1035" y="19"/>
                  </a:lnTo>
                  <a:lnTo>
                    <a:pt x="1026" y="19"/>
                  </a:lnTo>
                  <a:close/>
                  <a:moveTo>
                    <a:pt x="1017" y="19"/>
                  </a:moveTo>
                  <a:lnTo>
                    <a:pt x="1026" y="19"/>
                  </a:lnTo>
                  <a:lnTo>
                    <a:pt x="1017" y="19"/>
                  </a:lnTo>
                  <a:close/>
                  <a:moveTo>
                    <a:pt x="1008" y="19"/>
                  </a:moveTo>
                  <a:lnTo>
                    <a:pt x="1017" y="19"/>
                  </a:lnTo>
                  <a:lnTo>
                    <a:pt x="1008" y="19"/>
                  </a:lnTo>
                  <a:close/>
                  <a:moveTo>
                    <a:pt x="998" y="19"/>
                  </a:moveTo>
                  <a:lnTo>
                    <a:pt x="1008" y="19"/>
                  </a:lnTo>
                  <a:lnTo>
                    <a:pt x="998" y="19"/>
                  </a:lnTo>
                  <a:close/>
                  <a:moveTo>
                    <a:pt x="989" y="19"/>
                  </a:moveTo>
                  <a:lnTo>
                    <a:pt x="998" y="19"/>
                  </a:lnTo>
                  <a:lnTo>
                    <a:pt x="989" y="19"/>
                  </a:lnTo>
                  <a:close/>
                  <a:moveTo>
                    <a:pt x="980" y="29"/>
                  </a:moveTo>
                  <a:lnTo>
                    <a:pt x="989" y="29"/>
                  </a:lnTo>
                  <a:lnTo>
                    <a:pt x="989" y="19"/>
                  </a:lnTo>
                  <a:lnTo>
                    <a:pt x="980" y="19"/>
                  </a:lnTo>
                  <a:lnTo>
                    <a:pt x="980" y="29"/>
                  </a:lnTo>
                  <a:close/>
                  <a:moveTo>
                    <a:pt x="971" y="29"/>
                  </a:moveTo>
                  <a:lnTo>
                    <a:pt x="980" y="29"/>
                  </a:lnTo>
                  <a:lnTo>
                    <a:pt x="980" y="19"/>
                  </a:lnTo>
                  <a:lnTo>
                    <a:pt x="971" y="19"/>
                  </a:lnTo>
                  <a:lnTo>
                    <a:pt x="971" y="29"/>
                  </a:lnTo>
                  <a:close/>
                  <a:moveTo>
                    <a:pt x="962" y="29"/>
                  </a:moveTo>
                  <a:lnTo>
                    <a:pt x="971" y="29"/>
                  </a:lnTo>
                  <a:lnTo>
                    <a:pt x="971" y="19"/>
                  </a:lnTo>
                  <a:lnTo>
                    <a:pt x="962" y="19"/>
                  </a:lnTo>
                  <a:lnTo>
                    <a:pt x="962" y="29"/>
                  </a:lnTo>
                  <a:close/>
                  <a:moveTo>
                    <a:pt x="953" y="29"/>
                  </a:moveTo>
                  <a:lnTo>
                    <a:pt x="962" y="29"/>
                  </a:lnTo>
                  <a:lnTo>
                    <a:pt x="962" y="19"/>
                  </a:lnTo>
                  <a:lnTo>
                    <a:pt x="953" y="19"/>
                  </a:lnTo>
                  <a:lnTo>
                    <a:pt x="953" y="29"/>
                  </a:lnTo>
                  <a:close/>
                  <a:moveTo>
                    <a:pt x="943" y="29"/>
                  </a:moveTo>
                  <a:lnTo>
                    <a:pt x="953" y="29"/>
                  </a:lnTo>
                  <a:lnTo>
                    <a:pt x="953" y="19"/>
                  </a:lnTo>
                  <a:lnTo>
                    <a:pt x="943" y="19"/>
                  </a:lnTo>
                  <a:lnTo>
                    <a:pt x="943" y="29"/>
                  </a:lnTo>
                  <a:close/>
                  <a:moveTo>
                    <a:pt x="934" y="29"/>
                  </a:moveTo>
                  <a:lnTo>
                    <a:pt x="943" y="29"/>
                  </a:lnTo>
                  <a:lnTo>
                    <a:pt x="943" y="19"/>
                  </a:lnTo>
                  <a:lnTo>
                    <a:pt x="934" y="19"/>
                  </a:lnTo>
                  <a:lnTo>
                    <a:pt x="934" y="29"/>
                  </a:lnTo>
                  <a:close/>
                  <a:moveTo>
                    <a:pt x="934" y="29"/>
                  </a:moveTo>
                  <a:lnTo>
                    <a:pt x="934" y="29"/>
                  </a:lnTo>
                  <a:lnTo>
                    <a:pt x="934" y="19"/>
                  </a:lnTo>
                  <a:lnTo>
                    <a:pt x="925" y="19"/>
                  </a:lnTo>
                  <a:lnTo>
                    <a:pt x="934" y="29"/>
                  </a:lnTo>
                  <a:close/>
                  <a:moveTo>
                    <a:pt x="925" y="29"/>
                  </a:moveTo>
                  <a:lnTo>
                    <a:pt x="925" y="29"/>
                  </a:lnTo>
                  <a:lnTo>
                    <a:pt x="925" y="19"/>
                  </a:lnTo>
                  <a:lnTo>
                    <a:pt x="925" y="29"/>
                  </a:lnTo>
                  <a:close/>
                  <a:moveTo>
                    <a:pt x="914" y="29"/>
                  </a:moveTo>
                  <a:lnTo>
                    <a:pt x="914" y="29"/>
                  </a:lnTo>
                  <a:close/>
                  <a:moveTo>
                    <a:pt x="905" y="29"/>
                  </a:moveTo>
                  <a:lnTo>
                    <a:pt x="905" y="29"/>
                  </a:lnTo>
                  <a:close/>
                  <a:moveTo>
                    <a:pt x="896" y="29"/>
                  </a:moveTo>
                  <a:lnTo>
                    <a:pt x="896" y="29"/>
                  </a:lnTo>
                  <a:close/>
                  <a:moveTo>
                    <a:pt x="887" y="29"/>
                  </a:moveTo>
                  <a:lnTo>
                    <a:pt x="887" y="29"/>
                  </a:lnTo>
                  <a:close/>
                  <a:moveTo>
                    <a:pt x="878" y="29"/>
                  </a:moveTo>
                  <a:lnTo>
                    <a:pt x="878" y="29"/>
                  </a:lnTo>
                  <a:close/>
                  <a:moveTo>
                    <a:pt x="869" y="29"/>
                  </a:moveTo>
                  <a:lnTo>
                    <a:pt x="869" y="29"/>
                  </a:lnTo>
                  <a:close/>
                  <a:moveTo>
                    <a:pt x="860" y="29"/>
                  </a:moveTo>
                  <a:lnTo>
                    <a:pt x="860" y="29"/>
                  </a:lnTo>
                  <a:close/>
                  <a:moveTo>
                    <a:pt x="850" y="39"/>
                  </a:moveTo>
                  <a:lnTo>
                    <a:pt x="850" y="29"/>
                  </a:lnTo>
                  <a:lnTo>
                    <a:pt x="850" y="39"/>
                  </a:lnTo>
                  <a:close/>
                  <a:moveTo>
                    <a:pt x="841" y="39"/>
                  </a:moveTo>
                  <a:lnTo>
                    <a:pt x="841" y="39"/>
                  </a:lnTo>
                  <a:lnTo>
                    <a:pt x="841" y="29"/>
                  </a:lnTo>
                  <a:lnTo>
                    <a:pt x="841" y="39"/>
                  </a:lnTo>
                  <a:close/>
                  <a:moveTo>
                    <a:pt x="832" y="39"/>
                  </a:moveTo>
                  <a:lnTo>
                    <a:pt x="832" y="39"/>
                  </a:lnTo>
                  <a:lnTo>
                    <a:pt x="832" y="29"/>
                  </a:lnTo>
                  <a:lnTo>
                    <a:pt x="832" y="39"/>
                  </a:lnTo>
                  <a:close/>
                  <a:moveTo>
                    <a:pt x="823" y="39"/>
                  </a:moveTo>
                  <a:lnTo>
                    <a:pt x="823" y="39"/>
                  </a:lnTo>
                  <a:lnTo>
                    <a:pt x="823" y="29"/>
                  </a:lnTo>
                  <a:lnTo>
                    <a:pt x="823" y="39"/>
                  </a:lnTo>
                  <a:close/>
                  <a:moveTo>
                    <a:pt x="814" y="39"/>
                  </a:moveTo>
                  <a:lnTo>
                    <a:pt x="814" y="39"/>
                  </a:lnTo>
                  <a:lnTo>
                    <a:pt x="814" y="29"/>
                  </a:lnTo>
                  <a:lnTo>
                    <a:pt x="814" y="39"/>
                  </a:lnTo>
                  <a:close/>
                  <a:moveTo>
                    <a:pt x="805" y="39"/>
                  </a:moveTo>
                  <a:lnTo>
                    <a:pt x="805" y="39"/>
                  </a:lnTo>
                  <a:lnTo>
                    <a:pt x="805" y="29"/>
                  </a:lnTo>
                  <a:lnTo>
                    <a:pt x="805" y="39"/>
                  </a:lnTo>
                  <a:close/>
                  <a:moveTo>
                    <a:pt x="795" y="39"/>
                  </a:moveTo>
                  <a:lnTo>
                    <a:pt x="795" y="39"/>
                  </a:lnTo>
                  <a:lnTo>
                    <a:pt x="795" y="29"/>
                  </a:lnTo>
                  <a:lnTo>
                    <a:pt x="795" y="39"/>
                  </a:lnTo>
                  <a:close/>
                  <a:moveTo>
                    <a:pt x="786" y="39"/>
                  </a:moveTo>
                  <a:lnTo>
                    <a:pt x="795" y="39"/>
                  </a:lnTo>
                  <a:lnTo>
                    <a:pt x="786" y="29"/>
                  </a:lnTo>
                  <a:lnTo>
                    <a:pt x="786" y="39"/>
                  </a:lnTo>
                  <a:close/>
                  <a:moveTo>
                    <a:pt x="777" y="39"/>
                  </a:moveTo>
                  <a:lnTo>
                    <a:pt x="786" y="39"/>
                  </a:lnTo>
                  <a:lnTo>
                    <a:pt x="786" y="29"/>
                  </a:lnTo>
                  <a:lnTo>
                    <a:pt x="777" y="39"/>
                  </a:lnTo>
                  <a:close/>
                  <a:moveTo>
                    <a:pt x="766" y="39"/>
                  </a:moveTo>
                  <a:lnTo>
                    <a:pt x="777" y="39"/>
                  </a:lnTo>
                  <a:lnTo>
                    <a:pt x="766" y="39"/>
                  </a:lnTo>
                  <a:close/>
                  <a:moveTo>
                    <a:pt x="757" y="39"/>
                  </a:moveTo>
                  <a:lnTo>
                    <a:pt x="766" y="39"/>
                  </a:lnTo>
                  <a:lnTo>
                    <a:pt x="757" y="39"/>
                  </a:lnTo>
                  <a:close/>
                  <a:moveTo>
                    <a:pt x="748" y="39"/>
                  </a:moveTo>
                  <a:lnTo>
                    <a:pt x="757" y="39"/>
                  </a:lnTo>
                  <a:lnTo>
                    <a:pt x="748" y="39"/>
                  </a:lnTo>
                  <a:close/>
                  <a:moveTo>
                    <a:pt x="739" y="39"/>
                  </a:moveTo>
                  <a:lnTo>
                    <a:pt x="748" y="39"/>
                  </a:lnTo>
                  <a:lnTo>
                    <a:pt x="739" y="39"/>
                  </a:lnTo>
                  <a:close/>
                  <a:moveTo>
                    <a:pt x="730" y="39"/>
                  </a:moveTo>
                  <a:lnTo>
                    <a:pt x="739" y="39"/>
                  </a:lnTo>
                  <a:lnTo>
                    <a:pt x="730" y="39"/>
                  </a:lnTo>
                  <a:close/>
                  <a:moveTo>
                    <a:pt x="721" y="39"/>
                  </a:moveTo>
                  <a:lnTo>
                    <a:pt x="730" y="39"/>
                  </a:lnTo>
                  <a:lnTo>
                    <a:pt x="721" y="39"/>
                  </a:lnTo>
                  <a:close/>
                  <a:moveTo>
                    <a:pt x="711" y="39"/>
                  </a:moveTo>
                  <a:lnTo>
                    <a:pt x="721" y="39"/>
                  </a:lnTo>
                  <a:lnTo>
                    <a:pt x="711" y="39"/>
                  </a:lnTo>
                  <a:close/>
                  <a:moveTo>
                    <a:pt x="702" y="48"/>
                  </a:moveTo>
                  <a:lnTo>
                    <a:pt x="711" y="39"/>
                  </a:lnTo>
                  <a:lnTo>
                    <a:pt x="702" y="39"/>
                  </a:lnTo>
                  <a:lnTo>
                    <a:pt x="702" y="48"/>
                  </a:lnTo>
                  <a:close/>
                  <a:moveTo>
                    <a:pt x="693" y="48"/>
                  </a:moveTo>
                  <a:lnTo>
                    <a:pt x="702" y="48"/>
                  </a:lnTo>
                  <a:lnTo>
                    <a:pt x="702" y="39"/>
                  </a:lnTo>
                  <a:lnTo>
                    <a:pt x="693" y="39"/>
                  </a:lnTo>
                  <a:lnTo>
                    <a:pt x="693" y="48"/>
                  </a:lnTo>
                  <a:close/>
                  <a:moveTo>
                    <a:pt x="684" y="48"/>
                  </a:moveTo>
                  <a:lnTo>
                    <a:pt x="693" y="48"/>
                  </a:lnTo>
                  <a:lnTo>
                    <a:pt x="693" y="39"/>
                  </a:lnTo>
                  <a:lnTo>
                    <a:pt x="684" y="39"/>
                  </a:lnTo>
                  <a:lnTo>
                    <a:pt x="684" y="48"/>
                  </a:lnTo>
                  <a:close/>
                  <a:moveTo>
                    <a:pt x="675" y="48"/>
                  </a:moveTo>
                  <a:lnTo>
                    <a:pt x="684" y="48"/>
                  </a:lnTo>
                  <a:lnTo>
                    <a:pt x="684" y="39"/>
                  </a:lnTo>
                  <a:lnTo>
                    <a:pt x="675" y="39"/>
                  </a:lnTo>
                  <a:lnTo>
                    <a:pt x="675" y="48"/>
                  </a:lnTo>
                  <a:close/>
                  <a:moveTo>
                    <a:pt x="666" y="48"/>
                  </a:moveTo>
                  <a:lnTo>
                    <a:pt x="675" y="48"/>
                  </a:lnTo>
                  <a:lnTo>
                    <a:pt x="675" y="39"/>
                  </a:lnTo>
                  <a:lnTo>
                    <a:pt x="666" y="39"/>
                  </a:lnTo>
                  <a:lnTo>
                    <a:pt x="666" y="48"/>
                  </a:lnTo>
                  <a:close/>
                  <a:moveTo>
                    <a:pt x="656" y="48"/>
                  </a:moveTo>
                  <a:lnTo>
                    <a:pt x="666" y="48"/>
                  </a:lnTo>
                  <a:lnTo>
                    <a:pt x="666" y="39"/>
                  </a:lnTo>
                  <a:lnTo>
                    <a:pt x="656" y="39"/>
                  </a:lnTo>
                  <a:lnTo>
                    <a:pt x="656" y="48"/>
                  </a:lnTo>
                  <a:close/>
                  <a:moveTo>
                    <a:pt x="656" y="48"/>
                  </a:moveTo>
                  <a:lnTo>
                    <a:pt x="656" y="48"/>
                  </a:lnTo>
                  <a:lnTo>
                    <a:pt x="656" y="39"/>
                  </a:lnTo>
                  <a:lnTo>
                    <a:pt x="647" y="39"/>
                  </a:lnTo>
                  <a:lnTo>
                    <a:pt x="656" y="48"/>
                  </a:lnTo>
                  <a:close/>
                  <a:moveTo>
                    <a:pt x="647" y="48"/>
                  </a:moveTo>
                  <a:lnTo>
                    <a:pt x="647" y="48"/>
                  </a:lnTo>
                  <a:lnTo>
                    <a:pt x="647" y="39"/>
                  </a:lnTo>
                  <a:lnTo>
                    <a:pt x="647" y="48"/>
                  </a:lnTo>
                  <a:close/>
                  <a:moveTo>
                    <a:pt x="638" y="48"/>
                  </a:moveTo>
                  <a:lnTo>
                    <a:pt x="638" y="48"/>
                  </a:lnTo>
                  <a:close/>
                  <a:moveTo>
                    <a:pt x="629" y="48"/>
                  </a:moveTo>
                  <a:lnTo>
                    <a:pt x="629" y="48"/>
                  </a:lnTo>
                  <a:close/>
                  <a:moveTo>
                    <a:pt x="618" y="48"/>
                  </a:moveTo>
                  <a:lnTo>
                    <a:pt x="618" y="48"/>
                  </a:lnTo>
                  <a:close/>
                  <a:moveTo>
                    <a:pt x="609" y="48"/>
                  </a:moveTo>
                  <a:lnTo>
                    <a:pt x="609" y="48"/>
                  </a:lnTo>
                  <a:close/>
                  <a:moveTo>
                    <a:pt x="600" y="48"/>
                  </a:moveTo>
                  <a:lnTo>
                    <a:pt x="600" y="48"/>
                  </a:lnTo>
                  <a:close/>
                  <a:moveTo>
                    <a:pt x="591" y="48"/>
                  </a:moveTo>
                  <a:lnTo>
                    <a:pt x="591" y="48"/>
                  </a:lnTo>
                  <a:close/>
                  <a:moveTo>
                    <a:pt x="582" y="48"/>
                  </a:moveTo>
                  <a:lnTo>
                    <a:pt x="582" y="48"/>
                  </a:lnTo>
                  <a:close/>
                  <a:moveTo>
                    <a:pt x="572" y="48"/>
                  </a:moveTo>
                  <a:lnTo>
                    <a:pt x="572" y="48"/>
                  </a:lnTo>
                  <a:close/>
                  <a:moveTo>
                    <a:pt x="563" y="57"/>
                  </a:moveTo>
                  <a:lnTo>
                    <a:pt x="563" y="57"/>
                  </a:lnTo>
                  <a:lnTo>
                    <a:pt x="563" y="48"/>
                  </a:lnTo>
                  <a:lnTo>
                    <a:pt x="563" y="57"/>
                  </a:lnTo>
                  <a:close/>
                  <a:moveTo>
                    <a:pt x="554" y="57"/>
                  </a:moveTo>
                  <a:lnTo>
                    <a:pt x="554" y="57"/>
                  </a:lnTo>
                  <a:lnTo>
                    <a:pt x="554" y="48"/>
                  </a:lnTo>
                  <a:lnTo>
                    <a:pt x="554" y="57"/>
                  </a:lnTo>
                  <a:close/>
                  <a:moveTo>
                    <a:pt x="545" y="57"/>
                  </a:moveTo>
                  <a:lnTo>
                    <a:pt x="545" y="57"/>
                  </a:lnTo>
                  <a:lnTo>
                    <a:pt x="545" y="48"/>
                  </a:lnTo>
                  <a:lnTo>
                    <a:pt x="545" y="57"/>
                  </a:lnTo>
                  <a:close/>
                  <a:moveTo>
                    <a:pt x="536" y="57"/>
                  </a:moveTo>
                  <a:lnTo>
                    <a:pt x="536" y="57"/>
                  </a:lnTo>
                  <a:lnTo>
                    <a:pt x="536" y="48"/>
                  </a:lnTo>
                  <a:lnTo>
                    <a:pt x="536" y="57"/>
                  </a:lnTo>
                  <a:close/>
                  <a:moveTo>
                    <a:pt x="527" y="57"/>
                  </a:moveTo>
                  <a:lnTo>
                    <a:pt x="527" y="57"/>
                  </a:lnTo>
                  <a:lnTo>
                    <a:pt x="527" y="48"/>
                  </a:lnTo>
                  <a:lnTo>
                    <a:pt x="527" y="57"/>
                  </a:lnTo>
                  <a:close/>
                  <a:moveTo>
                    <a:pt x="518" y="57"/>
                  </a:moveTo>
                  <a:lnTo>
                    <a:pt x="518" y="57"/>
                  </a:lnTo>
                  <a:lnTo>
                    <a:pt x="518" y="48"/>
                  </a:lnTo>
                  <a:lnTo>
                    <a:pt x="518" y="57"/>
                  </a:lnTo>
                  <a:close/>
                  <a:moveTo>
                    <a:pt x="508" y="57"/>
                  </a:moveTo>
                  <a:lnTo>
                    <a:pt x="518" y="57"/>
                  </a:lnTo>
                  <a:lnTo>
                    <a:pt x="508" y="48"/>
                  </a:lnTo>
                  <a:lnTo>
                    <a:pt x="508" y="57"/>
                  </a:lnTo>
                  <a:close/>
                  <a:moveTo>
                    <a:pt x="499" y="57"/>
                  </a:moveTo>
                  <a:lnTo>
                    <a:pt x="508" y="57"/>
                  </a:lnTo>
                  <a:lnTo>
                    <a:pt x="508" y="48"/>
                  </a:lnTo>
                  <a:lnTo>
                    <a:pt x="499" y="48"/>
                  </a:lnTo>
                  <a:lnTo>
                    <a:pt x="499" y="57"/>
                  </a:lnTo>
                  <a:close/>
                  <a:moveTo>
                    <a:pt x="490" y="57"/>
                  </a:moveTo>
                  <a:lnTo>
                    <a:pt x="499" y="57"/>
                  </a:lnTo>
                  <a:lnTo>
                    <a:pt x="490" y="57"/>
                  </a:lnTo>
                  <a:close/>
                  <a:moveTo>
                    <a:pt x="481" y="57"/>
                  </a:moveTo>
                  <a:lnTo>
                    <a:pt x="490" y="57"/>
                  </a:lnTo>
                  <a:lnTo>
                    <a:pt x="481" y="57"/>
                  </a:lnTo>
                  <a:close/>
                  <a:moveTo>
                    <a:pt x="470" y="57"/>
                  </a:moveTo>
                  <a:lnTo>
                    <a:pt x="481" y="57"/>
                  </a:lnTo>
                  <a:lnTo>
                    <a:pt x="470" y="57"/>
                  </a:lnTo>
                  <a:close/>
                  <a:moveTo>
                    <a:pt x="461" y="57"/>
                  </a:moveTo>
                  <a:lnTo>
                    <a:pt x="470" y="57"/>
                  </a:lnTo>
                  <a:lnTo>
                    <a:pt x="461" y="57"/>
                  </a:lnTo>
                  <a:close/>
                  <a:moveTo>
                    <a:pt x="452" y="57"/>
                  </a:moveTo>
                  <a:lnTo>
                    <a:pt x="461" y="57"/>
                  </a:lnTo>
                  <a:lnTo>
                    <a:pt x="452" y="57"/>
                  </a:lnTo>
                  <a:close/>
                  <a:moveTo>
                    <a:pt x="443" y="57"/>
                  </a:moveTo>
                  <a:lnTo>
                    <a:pt x="452" y="57"/>
                  </a:lnTo>
                  <a:lnTo>
                    <a:pt x="443" y="57"/>
                  </a:lnTo>
                  <a:close/>
                  <a:moveTo>
                    <a:pt x="434" y="57"/>
                  </a:moveTo>
                  <a:lnTo>
                    <a:pt x="443" y="57"/>
                  </a:lnTo>
                  <a:lnTo>
                    <a:pt x="434" y="57"/>
                  </a:lnTo>
                  <a:close/>
                  <a:moveTo>
                    <a:pt x="424" y="57"/>
                  </a:moveTo>
                  <a:lnTo>
                    <a:pt x="434" y="57"/>
                  </a:lnTo>
                  <a:lnTo>
                    <a:pt x="424" y="57"/>
                  </a:lnTo>
                  <a:close/>
                  <a:moveTo>
                    <a:pt x="415" y="66"/>
                  </a:moveTo>
                  <a:lnTo>
                    <a:pt x="424" y="66"/>
                  </a:lnTo>
                  <a:lnTo>
                    <a:pt x="424" y="57"/>
                  </a:lnTo>
                  <a:lnTo>
                    <a:pt x="415" y="57"/>
                  </a:lnTo>
                  <a:lnTo>
                    <a:pt x="415" y="66"/>
                  </a:lnTo>
                  <a:close/>
                  <a:moveTo>
                    <a:pt x="406" y="66"/>
                  </a:moveTo>
                  <a:lnTo>
                    <a:pt x="415" y="66"/>
                  </a:lnTo>
                  <a:lnTo>
                    <a:pt x="415" y="57"/>
                  </a:lnTo>
                  <a:lnTo>
                    <a:pt x="406" y="57"/>
                  </a:lnTo>
                  <a:lnTo>
                    <a:pt x="406" y="66"/>
                  </a:lnTo>
                  <a:close/>
                  <a:moveTo>
                    <a:pt x="397" y="66"/>
                  </a:moveTo>
                  <a:lnTo>
                    <a:pt x="406" y="66"/>
                  </a:lnTo>
                  <a:lnTo>
                    <a:pt x="406" y="57"/>
                  </a:lnTo>
                  <a:lnTo>
                    <a:pt x="397" y="57"/>
                  </a:lnTo>
                  <a:lnTo>
                    <a:pt x="397" y="66"/>
                  </a:lnTo>
                  <a:close/>
                  <a:moveTo>
                    <a:pt x="388" y="66"/>
                  </a:moveTo>
                  <a:lnTo>
                    <a:pt x="397" y="66"/>
                  </a:lnTo>
                  <a:lnTo>
                    <a:pt x="397" y="57"/>
                  </a:lnTo>
                  <a:lnTo>
                    <a:pt x="388" y="57"/>
                  </a:lnTo>
                  <a:lnTo>
                    <a:pt x="388" y="66"/>
                  </a:lnTo>
                  <a:close/>
                  <a:moveTo>
                    <a:pt x="379" y="66"/>
                  </a:moveTo>
                  <a:lnTo>
                    <a:pt x="388" y="66"/>
                  </a:lnTo>
                  <a:lnTo>
                    <a:pt x="388" y="57"/>
                  </a:lnTo>
                  <a:lnTo>
                    <a:pt x="379" y="57"/>
                  </a:lnTo>
                  <a:lnTo>
                    <a:pt x="379" y="66"/>
                  </a:lnTo>
                  <a:close/>
                  <a:moveTo>
                    <a:pt x="369" y="66"/>
                  </a:moveTo>
                  <a:lnTo>
                    <a:pt x="379" y="66"/>
                  </a:lnTo>
                  <a:lnTo>
                    <a:pt x="379" y="57"/>
                  </a:lnTo>
                  <a:lnTo>
                    <a:pt x="369" y="57"/>
                  </a:lnTo>
                  <a:lnTo>
                    <a:pt x="369" y="66"/>
                  </a:lnTo>
                  <a:close/>
                  <a:moveTo>
                    <a:pt x="369" y="66"/>
                  </a:moveTo>
                  <a:lnTo>
                    <a:pt x="369" y="66"/>
                  </a:lnTo>
                  <a:lnTo>
                    <a:pt x="369" y="57"/>
                  </a:lnTo>
                  <a:lnTo>
                    <a:pt x="360" y="57"/>
                  </a:lnTo>
                  <a:lnTo>
                    <a:pt x="369" y="66"/>
                  </a:lnTo>
                  <a:close/>
                  <a:moveTo>
                    <a:pt x="360" y="66"/>
                  </a:moveTo>
                  <a:lnTo>
                    <a:pt x="360" y="66"/>
                  </a:lnTo>
                  <a:lnTo>
                    <a:pt x="360" y="57"/>
                  </a:lnTo>
                  <a:lnTo>
                    <a:pt x="360" y="66"/>
                  </a:lnTo>
                  <a:close/>
                  <a:moveTo>
                    <a:pt x="351" y="66"/>
                  </a:moveTo>
                  <a:lnTo>
                    <a:pt x="351" y="66"/>
                  </a:lnTo>
                  <a:close/>
                  <a:moveTo>
                    <a:pt x="342" y="66"/>
                  </a:moveTo>
                  <a:lnTo>
                    <a:pt x="342" y="66"/>
                  </a:lnTo>
                  <a:close/>
                  <a:moveTo>
                    <a:pt x="333" y="66"/>
                  </a:moveTo>
                  <a:lnTo>
                    <a:pt x="333" y="66"/>
                  </a:lnTo>
                  <a:close/>
                  <a:moveTo>
                    <a:pt x="324" y="66"/>
                  </a:moveTo>
                  <a:lnTo>
                    <a:pt x="324" y="66"/>
                  </a:lnTo>
                  <a:close/>
                  <a:moveTo>
                    <a:pt x="314" y="66"/>
                  </a:moveTo>
                  <a:lnTo>
                    <a:pt x="314" y="66"/>
                  </a:lnTo>
                  <a:close/>
                  <a:moveTo>
                    <a:pt x="305" y="66"/>
                  </a:moveTo>
                  <a:lnTo>
                    <a:pt x="305" y="66"/>
                  </a:lnTo>
                  <a:close/>
                  <a:moveTo>
                    <a:pt x="295" y="66"/>
                  </a:moveTo>
                  <a:lnTo>
                    <a:pt x="295" y="66"/>
                  </a:lnTo>
                  <a:close/>
                  <a:moveTo>
                    <a:pt x="285" y="75"/>
                  </a:moveTo>
                  <a:lnTo>
                    <a:pt x="285" y="66"/>
                  </a:lnTo>
                  <a:lnTo>
                    <a:pt x="285" y="75"/>
                  </a:lnTo>
                  <a:close/>
                  <a:moveTo>
                    <a:pt x="276" y="75"/>
                  </a:moveTo>
                  <a:lnTo>
                    <a:pt x="276" y="75"/>
                  </a:lnTo>
                  <a:lnTo>
                    <a:pt x="276" y="66"/>
                  </a:lnTo>
                  <a:lnTo>
                    <a:pt x="276" y="75"/>
                  </a:lnTo>
                  <a:close/>
                  <a:moveTo>
                    <a:pt x="267" y="75"/>
                  </a:moveTo>
                  <a:lnTo>
                    <a:pt x="267" y="75"/>
                  </a:lnTo>
                  <a:lnTo>
                    <a:pt x="267" y="66"/>
                  </a:lnTo>
                  <a:lnTo>
                    <a:pt x="267" y="75"/>
                  </a:lnTo>
                  <a:close/>
                  <a:moveTo>
                    <a:pt x="258" y="75"/>
                  </a:moveTo>
                  <a:lnTo>
                    <a:pt x="258" y="75"/>
                  </a:lnTo>
                  <a:lnTo>
                    <a:pt x="258" y="66"/>
                  </a:lnTo>
                  <a:lnTo>
                    <a:pt x="258" y="75"/>
                  </a:lnTo>
                  <a:close/>
                  <a:moveTo>
                    <a:pt x="249" y="75"/>
                  </a:moveTo>
                  <a:lnTo>
                    <a:pt x="249" y="75"/>
                  </a:lnTo>
                  <a:lnTo>
                    <a:pt x="249" y="66"/>
                  </a:lnTo>
                  <a:lnTo>
                    <a:pt x="249" y="75"/>
                  </a:lnTo>
                  <a:close/>
                  <a:moveTo>
                    <a:pt x="240" y="75"/>
                  </a:moveTo>
                  <a:lnTo>
                    <a:pt x="240" y="75"/>
                  </a:lnTo>
                  <a:lnTo>
                    <a:pt x="240" y="66"/>
                  </a:lnTo>
                  <a:lnTo>
                    <a:pt x="240" y="75"/>
                  </a:lnTo>
                  <a:close/>
                  <a:moveTo>
                    <a:pt x="230" y="75"/>
                  </a:moveTo>
                  <a:lnTo>
                    <a:pt x="230" y="75"/>
                  </a:lnTo>
                  <a:lnTo>
                    <a:pt x="230" y="66"/>
                  </a:lnTo>
                  <a:lnTo>
                    <a:pt x="230" y="75"/>
                  </a:lnTo>
                  <a:close/>
                  <a:moveTo>
                    <a:pt x="221" y="75"/>
                  </a:moveTo>
                  <a:lnTo>
                    <a:pt x="230" y="75"/>
                  </a:lnTo>
                  <a:lnTo>
                    <a:pt x="221" y="66"/>
                  </a:lnTo>
                  <a:lnTo>
                    <a:pt x="221" y="75"/>
                  </a:lnTo>
                  <a:close/>
                  <a:moveTo>
                    <a:pt x="212" y="75"/>
                  </a:moveTo>
                  <a:lnTo>
                    <a:pt x="221" y="75"/>
                  </a:lnTo>
                  <a:lnTo>
                    <a:pt x="221" y="66"/>
                  </a:lnTo>
                  <a:lnTo>
                    <a:pt x="212" y="75"/>
                  </a:lnTo>
                  <a:close/>
                  <a:moveTo>
                    <a:pt x="203" y="75"/>
                  </a:moveTo>
                  <a:lnTo>
                    <a:pt x="212" y="75"/>
                  </a:lnTo>
                  <a:lnTo>
                    <a:pt x="203" y="75"/>
                  </a:lnTo>
                  <a:close/>
                  <a:moveTo>
                    <a:pt x="194" y="75"/>
                  </a:moveTo>
                  <a:lnTo>
                    <a:pt x="203" y="75"/>
                  </a:lnTo>
                  <a:lnTo>
                    <a:pt x="194" y="75"/>
                  </a:lnTo>
                  <a:close/>
                  <a:moveTo>
                    <a:pt x="185" y="75"/>
                  </a:moveTo>
                  <a:lnTo>
                    <a:pt x="194" y="75"/>
                  </a:lnTo>
                  <a:lnTo>
                    <a:pt x="185" y="75"/>
                  </a:lnTo>
                  <a:close/>
                  <a:moveTo>
                    <a:pt x="175" y="75"/>
                  </a:moveTo>
                  <a:lnTo>
                    <a:pt x="185" y="75"/>
                  </a:lnTo>
                  <a:lnTo>
                    <a:pt x="175" y="75"/>
                  </a:lnTo>
                  <a:close/>
                  <a:moveTo>
                    <a:pt x="166" y="75"/>
                  </a:moveTo>
                  <a:lnTo>
                    <a:pt x="175" y="75"/>
                  </a:lnTo>
                  <a:lnTo>
                    <a:pt x="166" y="75"/>
                  </a:lnTo>
                  <a:close/>
                  <a:moveTo>
                    <a:pt x="157" y="75"/>
                  </a:moveTo>
                  <a:lnTo>
                    <a:pt x="166" y="75"/>
                  </a:lnTo>
                  <a:lnTo>
                    <a:pt x="157" y="75"/>
                  </a:lnTo>
                  <a:close/>
                  <a:moveTo>
                    <a:pt x="148" y="75"/>
                  </a:moveTo>
                  <a:lnTo>
                    <a:pt x="157" y="75"/>
                  </a:lnTo>
                  <a:lnTo>
                    <a:pt x="148" y="75"/>
                  </a:lnTo>
                  <a:close/>
                  <a:moveTo>
                    <a:pt x="137" y="84"/>
                  </a:moveTo>
                  <a:lnTo>
                    <a:pt x="148" y="75"/>
                  </a:lnTo>
                  <a:lnTo>
                    <a:pt x="137" y="75"/>
                  </a:lnTo>
                  <a:lnTo>
                    <a:pt x="137" y="84"/>
                  </a:lnTo>
                  <a:close/>
                  <a:moveTo>
                    <a:pt x="128" y="84"/>
                  </a:moveTo>
                  <a:lnTo>
                    <a:pt x="137" y="84"/>
                  </a:lnTo>
                  <a:lnTo>
                    <a:pt x="137" y="75"/>
                  </a:lnTo>
                  <a:lnTo>
                    <a:pt x="128" y="75"/>
                  </a:lnTo>
                  <a:lnTo>
                    <a:pt x="128" y="84"/>
                  </a:lnTo>
                  <a:close/>
                  <a:moveTo>
                    <a:pt x="119" y="84"/>
                  </a:moveTo>
                  <a:lnTo>
                    <a:pt x="128" y="84"/>
                  </a:lnTo>
                  <a:lnTo>
                    <a:pt x="128" y="75"/>
                  </a:lnTo>
                  <a:lnTo>
                    <a:pt x="119" y="75"/>
                  </a:lnTo>
                  <a:lnTo>
                    <a:pt x="119" y="84"/>
                  </a:lnTo>
                  <a:close/>
                  <a:moveTo>
                    <a:pt x="110" y="84"/>
                  </a:moveTo>
                  <a:lnTo>
                    <a:pt x="119" y="84"/>
                  </a:lnTo>
                  <a:lnTo>
                    <a:pt x="119" y="75"/>
                  </a:lnTo>
                  <a:lnTo>
                    <a:pt x="110" y="75"/>
                  </a:lnTo>
                  <a:lnTo>
                    <a:pt x="110" y="84"/>
                  </a:lnTo>
                  <a:close/>
                  <a:moveTo>
                    <a:pt x="101" y="84"/>
                  </a:moveTo>
                  <a:lnTo>
                    <a:pt x="110" y="84"/>
                  </a:lnTo>
                  <a:lnTo>
                    <a:pt x="110" y="75"/>
                  </a:lnTo>
                  <a:lnTo>
                    <a:pt x="101" y="75"/>
                  </a:lnTo>
                  <a:lnTo>
                    <a:pt x="101" y="84"/>
                  </a:lnTo>
                  <a:close/>
                  <a:moveTo>
                    <a:pt x="92" y="84"/>
                  </a:moveTo>
                  <a:lnTo>
                    <a:pt x="101" y="84"/>
                  </a:lnTo>
                  <a:lnTo>
                    <a:pt x="101" y="75"/>
                  </a:lnTo>
                  <a:lnTo>
                    <a:pt x="92" y="75"/>
                  </a:lnTo>
                  <a:lnTo>
                    <a:pt x="92" y="84"/>
                  </a:lnTo>
                  <a:close/>
                  <a:moveTo>
                    <a:pt x="92" y="84"/>
                  </a:moveTo>
                  <a:lnTo>
                    <a:pt x="92" y="84"/>
                  </a:lnTo>
                  <a:lnTo>
                    <a:pt x="92" y="75"/>
                  </a:lnTo>
                  <a:lnTo>
                    <a:pt x="82" y="75"/>
                  </a:lnTo>
                  <a:lnTo>
                    <a:pt x="92" y="84"/>
                  </a:lnTo>
                  <a:close/>
                  <a:moveTo>
                    <a:pt x="82" y="84"/>
                  </a:moveTo>
                  <a:lnTo>
                    <a:pt x="82" y="84"/>
                  </a:lnTo>
                  <a:lnTo>
                    <a:pt x="82" y="75"/>
                  </a:lnTo>
                  <a:lnTo>
                    <a:pt x="82" y="84"/>
                  </a:lnTo>
                  <a:close/>
                  <a:moveTo>
                    <a:pt x="73" y="84"/>
                  </a:moveTo>
                  <a:lnTo>
                    <a:pt x="73" y="84"/>
                  </a:lnTo>
                  <a:close/>
                  <a:moveTo>
                    <a:pt x="64" y="84"/>
                  </a:moveTo>
                  <a:lnTo>
                    <a:pt x="64" y="84"/>
                  </a:lnTo>
                  <a:close/>
                  <a:moveTo>
                    <a:pt x="55" y="84"/>
                  </a:moveTo>
                  <a:lnTo>
                    <a:pt x="55" y="84"/>
                  </a:lnTo>
                  <a:close/>
                  <a:moveTo>
                    <a:pt x="46" y="84"/>
                  </a:moveTo>
                  <a:lnTo>
                    <a:pt x="46" y="84"/>
                  </a:lnTo>
                  <a:close/>
                  <a:moveTo>
                    <a:pt x="37" y="84"/>
                  </a:moveTo>
                  <a:lnTo>
                    <a:pt x="37" y="84"/>
                  </a:lnTo>
                  <a:close/>
                  <a:moveTo>
                    <a:pt x="27" y="84"/>
                  </a:moveTo>
                  <a:lnTo>
                    <a:pt x="27" y="84"/>
                  </a:lnTo>
                  <a:close/>
                  <a:moveTo>
                    <a:pt x="18" y="84"/>
                  </a:moveTo>
                  <a:lnTo>
                    <a:pt x="18" y="84"/>
                  </a:lnTo>
                  <a:close/>
                  <a:moveTo>
                    <a:pt x="9" y="84"/>
                  </a:moveTo>
                  <a:lnTo>
                    <a:pt x="9" y="84"/>
                  </a:lnTo>
                  <a:close/>
                  <a:moveTo>
                    <a:pt x="0" y="94"/>
                  </a:moveTo>
                  <a:lnTo>
                    <a:pt x="0" y="8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3149392" y="2169915"/>
              <a:ext cx="0" cy="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3149392" y="2169915"/>
              <a:ext cx="0" cy="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2770699" y="2151460"/>
              <a:ext cx="20840" cy="20836"/>
            </a:xfrm>
            <a:custGeom>
              <a:rect b="b" l="l" r="r" t="t"/>
              <a:pathLst>
                <a:path extrusionOk="0" h="159" w="158">
                  <a:moveTo>
                    <a:pt x="148" y="57"/>
                  </a:moveTo>
                  <a:lnTo>
                    <a:pt x="148" y="57"/>
                  </a:lnTo>
                  <a:cubicBezTo>
                    <a:pt x="157" y="94"/>
                    <a:pt x="139" y="139"/>
                    <a:pt x="102" y="149"/>
                  </a:cubicBezTo>
                  <a:cubicBezTo>
                    <a:pt x="64" y="158"/>
                    <a:pt x="18" y="139"/>
                    <a:pt x="9" y="103"/>
                  </a:cubicBezTo>
                  <a:cubicBezTo>
                    <a:pt x="0" y="66"/>
                    <a:pt x="18" y="20"/>
                    <a:pt x="55" y="11"/>
                  </a:cubicBezTo>
                  <a:cubicBezTo>
                    <a:pt x="91" y="0"/>
                    <a:pt x="139" y="20"/>
                    <a:pt x="148" y="57"/>
                  </a:cubicBezTo>
                </a:path>
              </a:pathLst>
            </a:custGeom>
            <a:solidFill>
              <a:srgbClr val="1BA9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3079131" y="2041328"/>
              <a:ext cx="116704" cy="113109"/>
            </a:xfrm>
            <a:custGeom>
              <a:rect b="b" l="l" r="r" t="t"/>
              <a:pathLst>
                <a:path extrusionOk="0" h="843" w="870">
                  <a:moveTo>
                    <a:pt x="518" y="842"/>
                  </a:moveTo>
                  <a:lnTo>
                    <a:pt x="518" y="842"/>
                  </a:lnTo>
                  <a:cubicBezTo>
                    <a:pt x="509" y="842"/>
                    <a:pt x="499" y="842"/>
                    <a:pt x="499" y="833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0" y="38"/>
                    <a:pt x="0" y="20"/>
                    <a:pt x="9" y="9"/>
                  </a:cubicBezTo>
                  <a:cubicBezTo>
                    <a:pt x="28" y="0"/>
                    <a:pt x="37" y="0"/>
                    <a:pt x="46" y="20"/>
                  </a:cubicBezTo>
                  <a:cubicBezTo>
                    <a:pt x="518" y="759"/>
                    <a:pt x="518" y="759"/>
                    <a:pt x="518" y="759"/>
                  </a:cubicBezTo>
                  <a:cubicBezTo>
                    <a:pt x="814" y="29"/>
                    <a:pt x="814" y="29"/>
                    <a:pt x="814" y="29"/>
                  </a:cubicBezTo>
                  <a:cubicBezTo>
                    <a:pt x="823" y="9"/>
                    <a:pt x="832" y="9"/>
                    <a:pt x="851" y="20"/>
                  </a:cubicBezTo>
                  <a:cubicBezTo>
                    <a:pt x="860" y="20"/>
                    <a:pt x="869" y="38"/>
                    <a:pt x="860" y="56"/>
                  </a:cubicBezTo>
                  <a:cubicBezTo>
                    <a:pt x="545" y="824"/>
                    <a:pt x="545" y="824"/>
                    <a:pt x="545" y="824"/>
                  </a:cubicBezTo>
                  <a:cubicBezTo>
                    <a:pt x="536" y="833"/>
                    <a:pt x="527" y="842"/>
                    <a:pt x="518" y="842"/>
                  </a:cubicBezTo>
                </a:path>
              </a:pathLst>
            </a:custGeom>
            <a:solidFill>
              <a:srgbClr val="0730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"/>
          <p:cNvGrpSpPr/>
          <p:nvPr/>
        </p:nvGrpSpPr>
        <p:grpSpPr>
          <a:xfrm>
            <a:off x="4298950" y="955675"/>
            <a:ext cx="673100" cy="674688"/>
            <a:chOff x="4298570" y="956072"/>
            <a:chExt cx="674025" cy="673894"/>
          </a:xfrm>
        </p:grpSpPr>
        <p:sp>
          <p:nvSpPr>
            <p:cNvPr id="294" name="Google Shape;294;p1"/>
            <p:cNvSpPr/>
            <p:nvPr/>
          </p:nvSpPr>
          <p:spPr>
            <a:xfrm>
              <a:off x="4298570" y="956072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5" y="4996"/>
                    <a:pt x="2496" y="4996"/>
                  </a:cubicBezTo>
                  <a:cubicBezTo>
                    <a:pt x="1119" y="4996"/>
                    <a:pt x="0" y="3877"/>
                    <a:pt x="0" y="2498"/>
                  </a:cubicBezTo>
                  <a:cubicBezTo>
                    <a:pt x="0" y="1119"/>
                    <a:pt x="1119" y="0"/>
                    <a:pt x="2496" y="0"/>
                  </a:cubicBezTo>
                  <a:cubicBezTo>
                    <a:pt x="3875" y="0"/>
                    <a:pt x="4996" y="1119"/>
                    <a:pt x="4996" y="2498"/>
                  </a:cubicBezTo>
                </a:path>
              </a:pathLst>
            </a:custGeom>
            <a:solidFill>
              <a:srgbClr val="FCD97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4420632" y="1412082"/>
              <a:ext cx="130994" cy="122039"/>
            </a:xfrm>
            <a:custGeom>
              <a:rect b="b" l="l" r="r" t="t"/>
              <a:pathLst>
                <a:path extrusionOk="0" h="907" w="974">
                  <a:moveTo>
                    <a:pt x="19" y="805"/>
                  </a:moveTo>
                  <a:lnTo>
                    <a:pt x="19" y="805"/>
                  </a:lnTo>
                  <a:cubicBezTo>
                    <a:pt x="0" y="832"/>
                    <a:pt x="9" y="869"/>
                    <a:pt x="46" y="897"/>
                  </a:cubicBezTo>
                  <a:cubicBezTo>
                    <a:pt x="46" y="897"/>
                    <a:pt x="57" y="897"/>
                    <a:pt x="66" y="897"/>
                  </a:cubicBezTo>
                  <a:cubicBezTo>
                    <a:pt x="93" y="906"/>
                    <a:pt x="112" y="897"/>
                    <a:pt x="130" y="869"/>
                  </a:cubicBezTo>
                  <a:cubicBezTo>
                    <a:pt x="380" y="481"/>
                    <a:pt x="686" y="203"/>
                    <a:pt x="973" y="19"/>
                  </a:cubicBezTo>
                  <a:cubicBezTo>
                    <a:pt x="777" y="0"/>
                    <a:pt x="777" y="0"/>
                    <a:pt x="777" y="0"/>
                  </a:cubicBezTo>
                  <a:cubicBezTo>
                    <a:pt x="519" y="194"/>
                    <a:pt x="251" y="443"/>
                    <a:pt x="19" y="805"/>
                  </a:cubicBezTo>
                </a:path>
              </a:pathLst>
            </a:custGeom>
            <a:solidFill>
              <a:srgbClr val="05454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4431945" y="1129903"/>
              <a:ext cx="333440" cy="305396"/>
            </a:xfrm>
            <a:custGeom>
              <a:rect b="b" l="l" r="r" t="t"/>
              <a:pathLst>
                <a:path extrusionOk="0" h="2268" w="2472">
                  <a:moveTo>
                    <a:pt x="2035" y="175"/>
                  </a:moveTo>
                  <a:lnTo>
                    <a:pt x="2035" y="175"/>
                  </a:lnTo>
                  <a:cubicBezTo>
                    <a:pt x="1924" y="102"/>
                    <a:pt x="1785" y="0"/>
                    <a:pt x="1609" y="18"/>
                  </a:cubicBezTo>
                  <a:cubicBezTo>
                    <a:pt x="1425" y="27"/>
                    <a:pt x="823" y="65"/>
                    <a:pt x="583" y="56"/>
                  </a:cubicBezTo>
                  <a:cubicBezTo>
                    <a:pt x="342" y="36"/>
                    <a:pt x="296" y="259"/>
                    <a:pt x="287" y="332"/>
                  </a:cubicBezTo>
                  <a:cubicBezTo>
                    <a:pt x="278" y="416"/>
                    <a:pt x="64" y="1305"/>
                    <a:pt x="37" y="1684"/>
                  </a:cubicBezTo>
                  <a:cubicBezTo>
                    <a:pt x="0" y="2062"/>
                    <a:pt x="351" y="2247"/>
                    <a:pt x="583" y="2258"/>
                  </a:cubicBezTo>
                  <a:cubicBezTo>
                    <a:pt x="823" y="2267"/>
                    <a:pt x="1767" y="2201"/>
                    <a:pt x="1851" y="2201"/>
                  </a:cubicBezTo>
                  <a:cubicBezTo>
                    <a:pt x="1906" y="2201"/>
                    <a:pt x="1942" y="2110"/>
                    <a:pt x="2184" y="1971"/>
                  </a:cubicBezTo>
                  <a:cubicBezTo>
                    <a:pt x="2471" y="462"/>
                    <a:pt x="2471" y="462"/>
                    <a:pt x="2471" y="462"/>
                  </a:cubicBezTo>
                  <a:cubicBezTo>
                    <a:pt x="2332" y="389"/>
                    <a:pt x="2193" y="296"/>
                    <a:pt x="2035" y="175"/>
                  </a:cubicBezTo>
                </a:path>
              </a:pathLst>
            </a:custGeom>
            <a:solidFill>
              <a:srgbClr val="A0D2C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4726682" y="1192411"/>
              <a:ext cx="179224" cy="203002"/>
            </a:xfrm>
            <a:custGeom>
              <a:rect b="b" l="l" r="r" t="t"/>
              <a:pathLst>
                <a:path extrusionOk="0" h="1510" w="1332">
                  <a:moveTo>
                    <a:pt x="1285" y="324"/>
                  </a:moveTo>
                  <a:lnTo>
                    <a:pt x="1285" y="324"/>
                  </a:lnTo>
                  <a:cubicBezTo>
                    <a:pt x="1174" y="296"/>
                    <a:pt x="786" y="278"/>
                    <a:pt x="287" y="0"/>
                  </a:cubicBezTo>
                  <a:cubicBezTo>
                    <a:pt x="0" y="1509"/>
                    <a:pt x="0" y="1509"/>
                    <a:pt x="0" y="1509"/>
                  </a:cubicBezTo>
                  <a:cubicBezTo>
                    <a:pt x="221" y="1379"/>
                    <a:pt x="610" y="1222"/>
                    <a:pt x="1313" y="1064"/>
                  </a:cubicBezTo>
                  <a:cubicBezTo>
                    <a:pt x="1303" y="935"/>
                    <a:pt x="1331" y="463"/>
                    <a:pt x="1285" y="324"/>
                  </a:cubicBezTo>
                </a:path>
              </a:pathLst>
            </a:custGeom>
            <a:solidFill>
              <a:srgbClr val="88B4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4469457" y="1343621"/>
              <a:ext cx="49421" cy="49411"/>
            </a:xfrm>
            <a:custGeom>
              <a:rect b="b" l="l" r="r" t="t"/>
              <a:pathLst>
                <a:path extrusionOk="0" h="372" w="371">
                  <a:moveTo>
                    <a:pt x="351" y="214"/>
                  </a:moveTo>
                  <a:lnTo>
                    <a:pt x="351" y="214"/>
                  </a:lnTo>
                  <a:cubicBezTo>
                    <a:pt x="333" y="306"/>
                    <a:pt x="249" y="371"/>
                    <a:pt x="157" y="353"/>
                  </a:cubicBezTo>
                  <a:cubicBezTo>
                    <a:pt x="64" y="333"/>
                    <a:pt x="0" y="242"/>
                    <a:pt x="18" y="148"/>
                  </a:cubicBezTo>
                  <a:cubicBezTo>
                    <a:pt x="37" y="57"/>
                    <a:pt x="119" y="0"/>
                    <a:pt x="212" y="19"/>
                  </a:cubicBezTo>
                  <a:cubicBezTo>
                    <a:pt x="305" y="28"/>
                    <a:pt x="370" y="121"/>
                    <a:pt x="351" y="214"/>
                  </a:cubicBezTo>
                </a:path>
              </a:pathLst>
            </a:custGeom>
            <a:solidFill>
              <a:srgbClr val="F3F4B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4603428" y="1337073"/>
              <a:ext cx="49421" cy="49411"/>
            </a:xfrm>
            <a:custGeom>
              <a:rect b="b" l="l" r="r" t="t"/>
              <a:pathLst>
                <a:path extrusionOk="0" h="370" w="371">
                  <a:moveTo>
                    <a:pt x="352" y="212"/>
                  </a:moveTo>
                  <a:lnTo>
                    <a:pt x="352" y="212"/>
                  </a:lnTo>
                  <a:cubicBezTo>
                    <a:pt x="342" y="305"/>
                    <a:pt x="249" y="369"/>
                    <a:pt x="158" y="351"/>
                  </a:cubicBezTo>
                  <a:cubicBezTo>
                    <a:pt x="65" y="332"/>
                    <a:pt x="0" y="250"/>
                    <a:pt x="19" y="157"/>
                  </a:cubicBezTo>
                  <a:cubicBezTo>
                    <a:pt x="37" y="64"/>
                    <a:pt x="130" y="0"/>
                    <a:pt x="222" y="18"/>
                  </a:cubicBezTo>
                  <a:cubicBezTo>
                    <a:pt x="315" y="36"/>
                    <a:pt x="370" y="120"/>
                    <a:pt x="352" y="212"/>
                  </a:cubicBezTo>
                </a:path>
              </a:pathLst>
            </a:custGeom>
            <a:solidFill>
              <a:srgbClr val="F3F4B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4488511" y="1176338"/>
              <a:ext cx="166720" cy="89297"/>
            </a:xfrm>
            <a:custGeom>
              <a:rect b="b" l="l" r="r" t="t"/>
              <a:pathLst>
                <a:path extrusionOk="0" h="668" w="1239">
                  <a:moveTo>
                    <a:pt x="240" y="38"/>
                  </a:moveTo>
                  <a:lnTo>
                    <a:pt x="240" y="38"/>
                  </a:lnTo>
                  <a:cubicBezTo>
                    <a:pt x="128" y="38"/>
                    <a:pt x="101" y="102"/>
                    <a:pt x="92" y="166"/>
                  </a:cubicBezTo>
                  <a:cubicBezTo>
                    <a:pt x="92" y="222"/>
                    <a:pt x="64" y="380"/>
                    <a:pt x="37" y="528"/>
                  </a:cubicBezTo>
                  <a:cubicBezTo>
                    <a:pt x="0" y="667"/>
                    <a:pt x="166" y="667"/>
                    <a:pt x="258" y="658"/>
                  </a:cubicBezTo>
                  <a:cubicBezTo>
                    <a:pt x="351" y="658"/>
                    <a:pt x="924" y="638"/>
                    <a:pt x="1081" y="629"/>
                  </a:cubicBezTo>
                  <a:cubicBezTo>
                    <a:pt x="1238" y="610"/>
                    <a:pt x="1220" y="490"/>
                    <a:pt x="1211" y="435"/>
                  </a:cubicBezTo>
                  <a:cubicBezTo>
                    <a:pt x="1202" y="371"/>
                    <a:pt x="1165" y="232"/>
                    <a:pt x="1147" y="139"/>
                  </a:cubicBezTo>
                  <a:cubicBezTo>
                    <a:pt x="1119" y="29"/>
                    <a:pt x="1090" y="18"/>
                    <a:pt x="989" y="9"/>
                  </a:cubicBezTo>
                  <a:cubicBezTo>
                    <a:pt x="887" y="0"/>
                    <a:pt x="360" y="29"/>
                    <a:pt x="240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4519474" y="1145977"/>
              <a:ext cx="95268" cy="18455"/>
            </a:xfrm>
            <a:custGeom>
              <a:rect b="b" l="l" r="r" t="t"/>
              <a:pathLst>
                <a:path extrusionOk="0" h="140" w="712">
                  <a:moveTo>
                    <a:pt x="82" y="28"/>
                  </a:moveTo>
                  <a:lnTo>
                    <a:pt x="82" y="28"/>
                  </a:lnTo>
                  <a:cubicBezTo>
                    <a:pt x="0" y="46"/>
                    <a:pt x="64" y="139"/>
                    <a:pt x="102" y="139"/>
                  </a:cubicBezTo>
                  <a:cubicBezTo>
                    <a:pt x="148" y="130"/>
                    <a:pt x="537" y="121"/>
                    <a:pt x="629" y="112"/>
                  </a:cubicBezTo>
                  <a:cubicBezTo>
                    <a:pt x="711" y="102"/>
                    <a:pt x="693" y="9"/>
                    <a:pt x="638" y="0"/>
                  </a:cubicBezTo>
                  <a:cubicBezTo>
                    <a:pt x="583" y="0"/>
                    <a:pt x="166" y="9"/>
                    <a:pt x="82" y="28"/>
                  </a:cubicBezTo>
                </a:path>
              </a:pathLst>
            </a:custGeom>
            <a:solidFill>
              <a:srgbClr val="05454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4707034" y="1190030"/>
              <a:ext cx="44657" cy="95846"/>
            </a:xfrm>
            <a:custGeom>
              <a:rect b="b" l="l" r="r" t="t"/>
              <a:pathLst>
                <a:path extrusionOk="0" h="714" w="334">
                  <a:moveTo>
                    <a:pt x="0" y="0"/>
                  </a:moveTo>
                  <a:lnTo>
                    <a:pt x="0" y="0"/>
                  </a:lnTo>
                  <a:cubicBezTo>
                    <a:pt x="37" y="0"/>
                    <a:pt x="240" y="111"/>
                    <a:pt x="258" y="120"/>
                  </a:cubicBezTo>
                  <a:cubicBezTo>
                    <a:pt x="333" y="157"/>
                    <a:pt x="297" y="666"/>
                    <a:pt x="269" y="684"/>
                  </a:cubicBezTo>
                  <a:cubicBezTo>
                    <a:pt x="249" y="704"/>
                    <a:pt x="28" y="704"/>
                    <a:pt x="0" y="713"/>
                  </a:cubicBezTo>
                  <a:cubicBezTo>
                    <a:pt x="10" y="601"/>
                    <a:pt x="10" y="24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4760622" y="1215033"/>
              <a:ext cx="34535" cy="69652"/>
            </a:xfrm>
            <a:custGeom>
              <a:rect b="b" l="l" r="r" t="t"/>
              <a:pathLst>
                <a:path extrusionOk="0" h="520" w="261">
                  <a:moveTo>
                    <a:pt x="20" y="0"/>
                  </a:moveTo>
                  <a:lnTo>
                    <a:pt x="20" y="0"/>
                  </a:lnTo>
                  <a:cubicBezTo>
                    <a:pt x="48" y="0"/>
                    <a:pt x="187" y="65"/>
                    <a:pt x="205" y="74"/>
                  </a:cubicBezTo>
                  <a:cubicBezTo>
                    <a:pt x="260" y="93"/>
                    <a:pt x="233" y="490"/>
                    <a:pt x="214" y="499"/>
                  </a:cubicBezTo>
                  <a:cubicBezTo>
                    <a:pt x="196" y="519"/>
                    <a:pt x="20" y="508"/>
                    <a:pt x="0" y="508"/>
                  </a:cubicBezTo>
                  <a:cubicBezTo>
                    <a:pt x="29" y="380"/>
                    <a:pt x="29" y="184"/>
                    <a:pt x="20" y="0"/>
                  </a:cubicBez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4805874" y="1229916"/>
              <a:ext cx="29176" cy="55959"/>
            </a:xfrm>
            <a:custGeom>
              <a:rect b="b" l="l" r="r" t="t"/>
              <a:pathLst>
                <a:path extrusionOk="0" h="418" w="222">
                  <a:moveTo>
                    <a:pt x="18" y="0"/>
                  </a:moveTo>
                  <a:lnTo>
                    <a:pt x="18" y="0"/>
                  </a:lnTo>
                  <a:cubicBezTo>
                    <a:pt x="36" y="0"/>
                    <a:pt x="166" y="46"/>
                    <a:pt x="175" y="55"/>
                  </a:cubicBezTo>
                  <a:cubicBezTo>
                    <a:pt x="221" y="64"/>
                    <a:pt x="194" y="397"/>
                    <a:pt x="175" y="408"/>
                  </a:cubicBezTo>
                  <a:cubicBezTo>
                    <a:pt x="166" y="417"/>
                    <a:pt x="18" y="397"/>
                    <a:pt x="0" y="397"/>
                  </a:cubicBezTo>
                  <a:cubicBezTo>
                    <a:pt x="27" y="305"/>
                    <a:pt x="27" y="139"/>
                    <a:pt x="18" y="0"/>
                  </a:cubicBez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4846959" y="1239441"/>
              <a:ext cx="26794" cy="48221"/>
            </a:xfrm>
            <a:custGeom>
              <a:rect b="b" l="l" r="r" t="t"/>
              <a:pathLst>
                <a:path extrusionOk="0" h="363" w="204">
                  <a:moveTo>
                    <a:pt x="18" y="0"/>
                  </a:moveTo>
                  <a:lnTo>
                    <a:pt x="18" y="0"/>
                  </a:lnTo>
                  <a:cubicBezTo>
                    <a:pt x="37" y="0"/>
                    <a:pt x="148" y="39"/>
                    <a:pt x="167" y="39"/>
                  </a:cubicBezTo>
                  <a:cubicBezTo>
                    <a:pt x="203" y="57"/>
                    <a:pt x="176" y="344"/>
                    <a:pt x="157" y="353"/>
                  </a:cubicBezTo>
                  <a:cubicBezTo>
                    <a:pt x="148" y="362"/>
                    <a:pt x="18" y="335"/>
                    <a:pt x="0" y="344"/>
                  </a:cubicBezTo>
                  <a:cubicBezTo>
                    <a:pt x="28" y="251"/>
                    <a:pt x="28" y="121"/>
                    <a:pt x="18" y="0"/>
                  </a:cubicBez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4716560" y="1347193"/>
              <a:ext cx="197087" cy="105371"/>
            </a:xfrm>
            <a:custGeom>
              <a:rect b="b" l="l" r="r" t="t"/>
              <a:pathLst>
                <a:path extrusionOk="0" h="787" w="1463">
                  <a:moveTo>
                    <a:pt x="1453" y="56"/>
                  </a:moveTo>
                  <a:lnTo>
                    <a:pt x="1453" y="56"/>
                  </a:lnTo>
                  <a:cubicBezTo>
                    <a:pt x="1453" y="29"/>
                    <a:pt x="1424" y="0"/>
                    <a:pt x="1388" y="0"/>
                  </a:cubicBezTo>
                  <a:cubicBezTo>
                    <a:pt x="1351" y="0"/>
                    <a:pt x="685" y="65"/>
                    <a:pt x="38" y="592"/>
                  </a:cubicBezTo>
                  <a:cubicBezTo>
                    <a:pt x="0" y="786"/>
                    <a:pt x="0" y="786"/>
                    <a:pt x="0" y="786"/>
                  </a:cubicBezTo>
                  <a:cubicBezTo>
                    <a:pt x="658" y="195"/>
                    <a:pt x="1388" y="130"/>
                    <a:pt x="1397" y="130"/>
                  </a:cubicBezTo>
                  <a:cubicBezTo>
                    <a:pt x="1433" y="120"/>
                    <a:pt x="1462" y="93"/>
                    <a:pt x="1453" y="56"/>
                  </a:cubicBezTo>
                </a:path>
              </a:pathLst>
            </a:custGeom>
            <a:solidFill>
              <a:srgbClr val="05454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"/>
            <p:cNvSpPr/>
            <p:nvPr/>
          </p:nvSpPr>
          <p:spPr>
            <a:xfrm>
              <a:off x="4634391" y="1426965"/>
              <a:ext cx="86933" cy="108347"/>
            </a:xfrm>
            <a:custGeom>
              <a:rect b="b" l="l" r="r" t="t"/>
              <a:pathLst>
                <a:path extrusionOk="0" h="806" w="650">
                  <a:moveTo>
                    <a:pt x="18" y="704"/>
                  </a:moveTo>
                  <a:lnTo>
                    <a:pt x="18" y="704"/>
                  </a:lnTo>
                  <a:cubicBezTo>
                    <a:pt x="0" y="732"/>
                    <a:pt x="9" y="768"/>
                    <a:pt x="38" y="787"/>
                  </a:cubicBezTo>
                  <a:cubicBezTo>
                    <a:pt x="47" y="796"/>
                    <a:pt x="57" y="796"/>
                    <a:pt x="66" y="796"/>
                  </a:cubicBezTo>
                  <a:cubicBezTo>
                    <a:pt x="84" y="805"/>
                    <a:pt x="111" y="796"/>
                    <a:pt x="130" y="768"/>
                  </a:cubicBezTo>
                  <a:cubicBezTo>
                    <a:pt x="278" y="538"/>
                    <a:pt x="435" y="353"/>
                    <a:pt x="611" y="194"/>
                  </a:cubicBezTo>
                  <a:cubicBezTo>
                    <a:pt x="649" y="0"/>
                    <a:pt x="649" y="0"/>
                    <a:pt x="649" y="0"/>
                  </a:cubicBezTo>
                  <a:cubicBezTo>
                    <a:pt x="426" y="176"/>
                    <a:pt x="214" y="408"/>
                    <a:pt x="18" y="704"/>
                  </a:cubicBezTo>
                </a:path>
              </a:pathLst>
            </a:custGeom>
            <a:solidFill>
              <a:srgbClr val="05454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"/>
            <p:cNvSpPr/>
            <p:nvPr/>
          </p:nvSpPr>
          <p:spPr>
            <a:xfrm>
              <a:off x="4468266" y="1447205"/>
              <a:ext cx="230431" cy="30956"/>
            </a:xfrm>
            <a:custGeom>
              <a:rect b="b" l="l" r="r" t="t"/>
              <a:pathLst>
                <a:path extrusionOk="0" h="233" w="1712">
                  <a:moveTo>
                    <a:pt x="139" y="57"/>
                  </a:moveTo>
                  <a:lnTo>
                    <a:pt x="1711" y="0"/>
                  </a:lnTo>
                  <a:lnTo>
                    <a:pt x="1563" y="205"/>
                  </a:lnTo>
                  <a:lnTo>
                    <a:pt x="0" y="232"/>
                  </a:lnTo>
                  <a:lnTo>
                    <a:pt x="139" y="57"/>
                  </a:lnTo>
                </a:path>
              </a:pathLst>
            </a:custGeom>
            <a:solidFill>
              <a:srgbClr val="05454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"/>
          <p:cNvGrpSpPr/>
          <p:nvPr/>
        </p:nvGrpSpPr>
        <p:grpSpPr>
          <a:xfrm>
            <a:off x="3452813" y="1738313"/>
            <a:ext cx="673100" cy="674687"/>
            <a:chOff x="3452465" y="1738313"/>
            <a:chExt cx="674025" cy="673894"/>
          </a:xfrm>
        </p:grpSpPr>
        <p:sp>
          <p:nvSpPr>
            <p:cNvPr id="310" name="Google Shape;310;p1"/>
            <p:cNvSpPr/>
            <p:nvPr/>
          </p:nvSpPr>
          <p:spPr>
            <a:xfrm>
              <a:off x="3452465" y="1738313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7" y="4996"/>
                    <a:pt x="2498" y="4996"/>
                  </a:cubicBezTo>
                  <a:cubicBezTo>
                    <a:pt x="1121" y="4996"/>
                    <a:pt x="0" y="3877"/>
                    <a:pt x="0" y="2498"/>
                  </a:cubicBezTo>
                  <a:cubicBezTo>
                    <a:pt x="0" y="1119"/>
                    <a:pt x="1121" y="0"/>
                    <a:pt x="2498" y="0"/>
                  </a:cubicBezTo>
                  <a:cubicBezTo>
                    <a:pt x="3877" y="0"/>
                    <a:pt x="4996" y="1119"/>
                    <a:pt x="4996" y="2498"/>
                  </a:cubicBezTo>
                </a:path>
              </a:pathLst>
            </a:custGeom>
            <a:solidFill>
              <a:srgbClr val="8FCA7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"/>
            <p:cNvSpPr/>
            <p:nvPr/>
          </p:nvSpPr>
          <p:spPr>
            <a:xfrm>
              <a:off x="3554879" y="1906786"/>
              <a:ext cx="473366" cy="305396"/>
            </a:xfrm>
            <a:custGeom>
              <a:rect b="b" l="l" r="r" t="t"/>
              <a:pathLst>
                <a:path extrusionOk="0" h="2267" w="3508">
                  <a:moveTo>
                    <a:pt x="3155" y="0"/>
                  </a:moveTo>
                  <a:lnTo>
                    <a:pt x="3155" y="0"/>
                  </a:lnTo>
                  <a:cubicBezTo>
                    <a:pt x="342" y="0"/>
                    <a:pt x="342" y="0"/>
                    <a:pt x="342" y="0"/>
                  </a:cubicBezTo>
                  <a:cubicBezTo>
                    <a:pt x="205" y="0"/>
                    <a:pt x="84" y="83"/>
                    <a:pt x="28" y="203"/>
                  </a:cubicBezTo>
                  <a:lnTo>
                    <a:pt x="565" y="203"/>
                  </a:lnTo>
                  <a:cubicBezTo>
                    <a:pt x="565" y="602"/>
                    <a:pt x="565" y="602"/>
                    <a:pt x="565" y="602"/>
                  </a:cubicBezTo>
                  <a:cubicBezTo>
                    <a:pt x="0" y="602"/>
                    <a:pt x="0" y="602"/>
                    <a:pt x="0" y="602"/>
                  </a:cubicBezTo>
                  <a:cubicBezTo>
                    <a:pt x="0" y="1470"/>
                    <a:pt x="0" y="1470"/>
                    <a:pt x="0" y="1470"/>
                  </a:cubicBezTo>
                  <a:cubicBezTo>
                    <a:pt x="611" y="1470"/>
                    <a:pt x="611" y="1470"/>
                    <a:pt x="611" y="1470"/>
                  </a:cubicBezTo>
                  <a:cubicBezTo>
                    <a:pt x="611" y="1869"/>
                    <a:pt x="611" y="1869"/>
                    <a:pt x="611" y="1869"/>
                  </a:cubicBezTo>
                  <a:cubicBezTo>
                    <a:pt x="0" y="1869"/>
                    <a:pt x="0" y="1869"/>
                    <a:pt x="0" y="1869"/>
                  </a:cubicBezTo>
                  <a:cubicBezTo>
                    <a:pt x="0" y="2248"/>
                    <a:pt x="0" y="2248"/>
                    <a:pt x="0" y="2248"/>
                  </a:cubicBezTo>
                  <a:cubicBezTo>
                    <a:pt x="102" y="2248"/>
                    <a:pt x="102" y="2248"/>
                    <a:pt x="102" y="2248"/>
                  </a:cubicBezTo>
                  <a:cubicBezTo>
                    <a:pt x="148" y="2129"/>
                    <a:pt x="260" y="2035"/>
                    <a:pt x="399" y="2035"/>
                  </a:cubicBezTo>
                  <a:cubicBezTo>
                    <a:pt x="547" y="2035"/>
                    <a:pt x="657" y="2129"/>
                    <a:pt x="704" y="2248"/>
                  </a:cubicBezTo>
                  <a:cubicBezTo>
                    <a:pt x="750" y="2257"/>
                    <a:pt x="750" y="2257"/>
                    <a:pt x="750" y="2257"/>
                  </a:cubicBezTo>
                  <a:cubicBezTo>
                    <a:pt x="750" y="1489"/>
                    <a:pt x="750" y="1489"/>
                    <a:pt x="750" y="1489"/>
                  </a:cubicBezTo>
                  <a:cubicBezTo>
                    <a:pt x="1267" y="1489"/>
                    <a:pt x="1267" y="1489"/>
                    <a:pt x="1267" y="1489"/>
                  </a:cubicBezTo>
                  <a:cubicBezTo>
                    <a:pt x="1267" y="2257"/>
                    <a:pt x="1267" y="2257"/>
                    <a:pt x="1267" y="2257"/>
                  </a:cubicBezTo>
                  <a:cubicBezTo>
                    <a:pt x="2646" y="2257"/>
                    <a:pt x="2646" y="2257"/>
                    <a:pt x="2646" y="2257"/>
                  </a:cubicBezTo>
                  <a:cubicBezTo>
                    <a:pt x="2683" y="2129"/>
                    <a:pt x="2803" y="2035"/>
                    <a:pt x="2942" y="2035"/>
                  </a:cubicBezTo>
                  <a:cubicBezTo>
                    <a:pt x="3090" y="2035"/>
                    <a:pt x="3211" y="2129"/>
                    <a:pt x="3248" y="2266"/>
                  </a:cubicBezTo>
                  <a:cubicBezTo>
                    <a:pt x="3507" y="2266"/>
                    <a:pt x="3507" y="2266"/>
                    <a:pt x="3507" y="2266"/>
                  </a:cubicBezTo>
                  <a:cubicBezTo>
                    <a:pt x="3507" y="342"/>
                    <a:pt x="3507" y="342"/>
                    <a:pt x="3507" y="342"/>
                  </a:cubicBezTo>
                  <a:cubicBezTo>
                    <a:pt x="3507" y="148"/>
                    <a:pt x="3350" y="0"/>
                    <a:pt x="3155" y="0"/>
                  </a:cubicBezTo>
                  <a:lnTo>
                    <a:pt x="2730" y="203"/>
                  </a:lnTo>
                  <a:cubicBezTo>
                    <a:pt x="3341" y="203"/>
                    <a:pt x="3341" y="203"/>
                    <a:pt x="3341" y="203"/>
                  </a:cubicBezTo>
                  <a:cubicBezTo>
                    <a:pt x="3341" y="602"/>
                    <a:pt x="3341" y="602"/>
                    <a:pt x="3341" y="602"/>
                  </a:cubicBezTo>
                  <a:cubicBezTo>
                    <a:pt x="2730" y="602"/>
                    <a:pt x="2730" y="602"/>
                    <a:pt x="2730" y="602"/>
                  </a:cubicBezTo>
                  <a:lnTo>
                    <a:pt x="3155" y="0"/>
                  </a:lnTo>
                  <a:close/>
                  <a:moveTo>
                    <a:pt x="2035" y="203"/>
                  </a:moveTo>
                  <a:lnTo>
                    <a:pt x="2035" y="203"/>
                  </a:lnTo>
                  <a:cubicBezTo>
                    <a:pt x="2646" y="203"/>
                    <a:pt x="2646" y="203"/>
                    <a:pt x="2646" y="203"/>
                  </a:cubicBezTo>
                  <a:cubicBezTo>
                    <a:pt x="2646" y="602"/>
                    <a:pt x="2646" y="602"/>
                    <a:pt x="2646" y="602"/>
                  </a:cubicBezTo>
                  <a:cubicBezTo>
                    <a:pt x="2035" y="602"/>
                    <a:pt x="2035" y="602"/>
                    <a:pt x="2035" y="602"/>
                  </a:cubicBezTo>
                  <a:lnTo>
                    <a:pt x="2035" y="203"/>
                  </a:lnTo>
                  <a:close/>
                  <a:moveTo>
                    <a:pt x="1342" y="203"/>
                  </a:moveTo>
                  <a:lnTo>
                    <a:pt x="1342" y="203"/>
                  </a:lnTo>
                  <a:cubicBezTo>
                    <a:pt x="1953" y="203"/>
                    <a:pt x="1953" y="203"/>
                    <a:pt x="1953" y="203"/>
                  </a:cubicBezTo>
                  <a:cubicBezTo>
                    <a:pt x="1953" y="602"/>
                    <a:pt x="1953" y="602"/>
                    <a:pt x="1953" y="602"/>
                  </a:cubicBezTo>
                  <a:cubicBezTo>
                    <a:pt x="1342" y="602"/>
                    <a:pt x="1342" y="602"/>
                    <a:pt x="1342" y="602"/>
                  </a:cubicBezTo>
                  <a:lnTo>
                    <a:pt x="1342" y="203"/>
                  </a:lnTo>
                  <a:close/>
                  <a:moveTo>
                    <a:pt x="647" y="203"/>
                  </a:moveTo>
                  <a:lnTo>
                    <a:pt x="647" y="203"/>
                  </a:lnTo>
                  <a:cubicBezTo>
                    <a:pt x="1258" y="203"/>
                    <a:pt x="1258" y="203"/>
                    <a:pt x="1258" y="203"/>
                  </a:cubicBezTo>
                  <a:cubicBezTo>
                    <a:pt x="1258" y="602"/>
                    <a:pt x="1258" y="602"/>
                    <a:pt x="1258" y="602"/>
                  </a:cubicBezTo>
                  <a:cubicBezTo>
                    <a:pt x="647" y="602"/>
                    <a:pt x="647" y="602"/>
                    <a:pt x="647" y="602"/>
                  </a:cubicBezTo>
                  <a:lnTo>
                    <a:pt x="647" y="203"/>
                  </a:lnTo>
                  <a:close/>
                  <a:moveTo>
                    <a:pt x="1953" y="1869"/>
                  </a:moveTo>
                  <a:lnTo>
                    <a:pt x="1953" y="1869"/>
                  </a:lnTo>
                  <a:cubicBezTo>
                    <a:pt x="1342" y="1869"/>
                    <a:pt x="1342" y="1869"/>
                    <a:pt x="1342" y="1869"/>
                  </a:cubicBezTo>
                  <a:cubicBezTo>
                    <a:pt x="1342" y="1470"/>
                    <a:pt x="1342" y="1470"/>
                    <a:pt x="1342" y="1470"/>
                  </a:cubicBezTo>
                  <a:cubicBezTo>
                    <a:pt x="1953" y="1470"/>
                    <a:pt x="1953" y="1470"/>
                    <a:pt x="1953" y="1470"/>
                  </a:cubicBezTo>
                  <a:lnTo>
                    <a:pt x="1953" y="1869"/>
                  </a:lnTo>
                  <a:close/>
                  <a:moveTo>
                    <a:pt x="2646" y="1869"/>
                  </a:moveTo>
                  <a:lnTo>
                    <a:pt x="2646" y="1869"/>
                  </a:lnTo>
                  <a:cubicBezTo>
                    <a:pt x="2035" y="1869"/>
                    <a:pt x="2035" y="1869"/>
                    <a:pt x="2035" y="1869"/>
                  </a:cubicBezTo>
                  <a:cubicBezTo>
                    <a:pt x="2035" y="1470"/>
                    <a:pt x="2035" y="1470"/>
                    <a:pt x="2035" y="1470"/>
                  </a:cubicBezTo>
                  <a:cubicBezTo>
                    <a:pt x="2646" y="1470"/>
                    <a:pt x="2646" y="1470"/>
                    <a:pt x="2646" y="1470"/>
                  </a:cubicBezTo>
                  <a:lnTo>
                    <a:pt x="2646" y="1869"/>
                  </a:lnTo>
                  <a:close/>
                  <a:moveTo>
                    <a:pt x="3341" y="1869"/>
                  </a:moveTo>
                  <a:lnTo>
                    <a:pt x="3341" y="1869"/>
                  </a:lnTo>
                  <a:cubicBezTo>
                    <a:pt x="2730" y="1869"/>
                    <a:pt x="2730" y="1869"/>
                    <a:pt x="2730" y="1869"/>
                  </a:cubicBezTo>
                  <a:cubicBezTo>
                    <a:pt x="2730" y="1470"/>
                    <a:pt x="2730" y="1470"/>
                    <a:pt x="2730" y="1470"/>
                  </a:cubicBezTo>
                  <a:cubicBezTo>
                    <a:pt x="3341" y="1470"/>
                    <a:pt x="3341" y="1470"/>
                    <a:pt x="3341" y="1470"/>
                  </a:cubicBezTo>
                  <a:lnTo>
                    <a:pt x="3341" y="1869"/>
                  </a:lnTo>
                  <a:close/>
                  <a:moveTo>
                    <a:pt x="3432" y="1379"/>
                  </a:moveTo>
                  <a:lnTo>
                    <a:pt x="3432" y="1379"/>
                  </a:lnTo>
                  <a:cubicBezTo>
                    <a:pt x="37" y="1379"/>
                    <a:pt x="37" y="1379"/>
                    <a:pt x="37" y="1379"/>
                  </a:cubicBezTo>
                  <a:cubicBezTo>
                    <a:pt x="37" y="796"/>
                    <a:pt x="37" y="796"/>
                    <a:pt x="37" y="796"/>
                  </a:cubicBezTo>
                  <a:cubicBezTo>
                    <a:pt x="3432" y="796"/>
                    <a:pt x="3432" y="796"/>
                    <a:pt x="3432" y="796"/>
                  </a:cubicBezTo>
                  <a:lnTo>
                    <a:pt x="3432" y="1379"/>
                  </a:lnTo>
                  <a:close/>
                </a:path>
              </a:pathLst>
            </a:custGeom>
            <a:solidFill>
              <a:srgbClr val="C8422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"/>
            <p:cNvSpPr/>
            <p:nvPr/>
          </p:nvSpPr>
          <p:spPr>
            <a:xfrm>
              <a:off x="3554879" y="1934171"/>
              <a:ext cx="75619" cy="53578"/>
            </a:xfrm>
            <a:custGeom>
              <a:rect b="b" l="l" r="r" t="t"/>
              <a:pathLst>
                <a:path extrusionOk="0" h="400" w="566">
                  <a:moveTo>
                    <a:pt x="565" y="0"/>
                  </a:moveTo>
                  <a:lnTo>
                    <a:pt x="565" y="0"/>
                  </a:lnTo>
                  <a:cubicBezTo>
                    <a:pt x="565" y="399"/>
                    <a:pt x="565" y="399"/>
                    <a:pt x="565" y="399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93"/>
                    <a:pt x="9" y="38"/>
                    <a:pt x="28" y="0"/>
                  </a:cubicBezTo>
                  <a:lnTo>
                    <a:pt x="565" y="0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"/>
            <p:cNvSpPr/>
            <p:nvPr/>
          </p:nvSpPr>
          <p:spPr>
            <a:xfrm>
              <a:off x="3925831" y="2196704"/>
              <a:ext cx="52993" cy="52983"/>
            </a:xfrm>
            <a:custGeom>
              <a:rect b="b" l="l" r="r" t="t"/>
              <a:pathLst>
                <a:path extrusionOk="0" h="398" w="398">
                  <a:moveTo>
                    <a:pt x="397" y="203"/>
                  </a:moveTo>
                  <a:lnTo>
                    <a:pt x="397" y="203"/>
                  </a:lnTo>
                  <a:cubicBezTo>
                    <a:pt x="397" y="314"/>
                    <a:pt x="306" y="397"/>
                    <a:pt x="194" y="397"/>
                  </a:cubicBezTo>
                  <a:cubicBezTo>
                    <a:pt x="92" y="397"/>
                    <a:pt x="0" y="314"/>
                    <a:pt x="0" y="203"/>
                  </a:cubicBezTo>
                  <a:cubicBezTo>
                    <a:pt x="0" y="166"/>
                    <a:pt x="10" y="139"/>
                    <a:pt x="19" y="110"/>
                  </a:cubicBezTo>
                  <a:cubicBezTo>
                    <a:pt x="55" y="46"/>
                    <a:pt x="121" y="0"/>
                    <a:pt x="194" y="0"/>
                  </a:cubicBezTo>
                  <a:cubicBezTo>
                    <a:pt x="278" y="0"/>
                    <a:pt x="342" y="46"/>
                    <a:pt x="379" y="119"/>
                  </a:cubicBezTo>
                  <a:cubicBezTo>
                    <a:pt x="388" y="139"/>
                    <a:pt x="397" y="175"/>
                    <a:pt x="397" y="20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"/>
            <p:cNvSpPr/>
            <p:nvPr/>
          </p:nvSpPr>
          <p:spPr>
            <a:xfrm>
              <a:off x="3909754" y="2181226"/>
              <a:ext cx="84551" cy="84534"/>
            </a:xfrm>
            <a:custGeom>
              <a:rect b="b" l="l" r="r" t="t"/>
              <a:pathLst>
                <a:path extrusionOk="0" h="630" w="630">
                  <a:moveTo>
                    <a:pt x="620" y="231"/>
                  </a:moveTo>
                  <a:lnTo>
                    <a:pt x="620" y="231"/>
                  </a:lnTo>
                  <a:cubicBezTo>
                    <a:pt x="583" y="94"/>
                    <a:pt x="462" y="0"/>
                    <a:pt x="314" y="0"/>
                  </a:cubicBezTo>
                  <a:cubicBezTo>
                    <a:pt x="175" y="0"/>
                    <a:pt x="55" y="94"/>
                    <a:pt x="18" y="222"/>
                  </a:cubicBezTo>
                  <a:cubicBezTo>
                    <a:pt x="9" y="251"/>
                    <a:pt x="0" y="287"/>
                    <a:pt x="0" y="315"/>
                  </a:cubicBezTo>
                  <a:cubicBezTo>
                    <a:pt x="0" y="490"/>
                    <a:pt x="148" y="629"/>
                    <a:pt x="314" y="629"/>
                  </a:cubicBezTo>
                  <a:cubicBezTo>
                    <a:pt x="490" y="629"/>
                    <a:pt x="629" y="490"/>
                    <a:pt x="629" y="315"/>
                  </a:cubicBezTo>
                  <a:cubicBezTo>
                    <a:pt x="629" y="287"/>
                    <a:pt x="629" y="260"/>
                    <a:pt x="620" y="231"/>
                  </a:cubicBezTo>
                  <a:lnTo>
                    <a:pt x="314" y="509"/>
                  </a:lnTo>
                  <a:cubicBezTo>
                    <a:pt x="212" y="509"/>
                    <a:pt x="120" y="426"/>
                    <a:pt x="120" y="315"/>
                  </a:cubicBezTo>
                  <a:cubicBezTo>
                    <a:pt x="120" y="278"/>
                    <a:pt x="130" y="251"/>
                    <a:pt x="139" y="222"/>
                  </a:cubicBezTo>
                  <a:cubicBezTo>
                    <a:pt x="175" y="158"/>
                    <a:pt x="241" y="112"/>
                    <a:pt x="314" y="112"/>
                  </a:cubicBezTo>
                  <a:cubicBezTo>
                    <a:pt x="398" y="112"/>
                    <a:pt x="462" y="158"/>
                    <a:pt x="499" y="231"/>
                  </a:cubicBezTo>
                  <a:cubicBezTo>
                    <a:pt x="508" y="251"/>
                    <a:pt x="517" y="287"/>
                    <a:pt x="517" y="315"/>
                  </a:cubicBezTo>
                  <a:cubicBezTo>
                    <a:pt x="517" y="426"/>
                    <a:pt x="426" y="509"/>
                    <a:pt x="314" y="509"/>
                  </a:cubicBezTo>
                  <a:lnTo>
                    <a:pt x="620" y="231"/>
                  </a:lnTo>
                </a:path>
              </a:pathLst>
            </a:custGeom>
            <a:solidFill>
              <a:srgbClr val="1127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"/>
            <p:cNvSpPr/>
            <p:nvPr/>
          </p:nvSpPr>
          <p:spPr>
            <a:xfrm>
              <a:off x="3567383" y="2181226"/>
              <a:ext cx="83360" cy="84534"/>
            </a:xfrm>
            <a:custGeom>
              <a:rect b="b" l="l" r="r" t="t"/>
              <a:pathLst>
                <a:path extrusionOk="0" h="630" w="621">
                  <a:moveTo>
                    <a:pt x="611" y="231"/>
                  </a:moveTo>
                  <a:lnTo>
                    <a:pt x="611" y="231"/>
                  </a:lnTo>
                  <a:cubicBezTo>
                    <a:pt x="573" y="94"/>
                    <a:pt x="454" y="0"/>
                    <a:pt x="315" y="0"/>
                  </a:cubicBezTo>
                  <a:cubicBezTo>
                    <a:pt x="167" y="0"/>
                    <a:pt x="46" y="94"/>
                    <a:pt x="9" y="222"/>
                  </a:cubicBezTo>
                  <a:cubicBezTo>
                    <a:pt x="0" y="251"/>
                    <a:pt x="0" y="287"/>
                    <a:pt x="0" y="315"/>
                  </a:cubicBezTo>
                  <a:cubicBezTo>
                    <a:pt x="0" y="490"/>
                    <a:pt x="139" y="629"/>
                    <a:pt x="315" y="629"/>
                  </a:cubicBezTo>
                  <a:cubicBezTo>
                    <a:pt x="481" y="629"/>
                    <a:pt x="620" y="490"/>
                    <a:pt x="620" y="315"/>
                  </a:cubicBezTo>
                  <a:cubicBezTo>
                    <a:pt x="620" y="287"/>
                    <a:pt x="620" y="260"/>
                    <a:pt x="611" y="231"/>
                  </a:cubicBezTo>
                  <a:lnTo>
                    <a:pt x="315" y="509"/>
                  </a:lnTo>
                  <a:cubicBezTo>
                    <a:pt x="203" y="509"/>
                    <a:pt x="112" y="426"/>
                    <a:pt x="112" y="315"/>
                  </a:cubicBezTo>
                  <a:cubicBezTo>
                    <a:pt x="112" y="278"/>
                    <a:pt x="121" y="251"/>
                    <a:pt x="130" y="222"/>
                  </a:cubicBezTo>
                  <a:cubicBezTo>
                    <a:pt x="167" y="158"/>
                    <a:pt x="231" y="112"/>
                    <a:pt x="315" y="112"/>
                  </a:cubicBezTo>
                  <a:cubicBezTo>
                    <a:pt x="388" y="112"/>
                    <a:pt x="454" y="158"/>
                    <a:pt x="490" y="231"/>
                  </a:cubicBezTo>
                  <a:cubicBezTo>
                    <a:pt x="500" y="251"/>
                    <a:pt x="509" y="287"/>
                    <a:pt x="509" y="315"/>
                  </a:cubicBezTo>
                  <a:cubicBezTo>
                    <a:pt x="509" y="426"/>
                    <a:pt x="416" y="509"/>
                    <a:pt x="315" y="509"/>
                  </a:cubicBezTo>
                  <a:lnTo>
                    <a:pt x="611" y="231"/>
                  </a:lnTo>
                </a:path>
              </a:pathLst>
            </a:custGeom>
            <a:solidFill>
              <a:srgbClr val="1127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"/>
            <p:cNvSpPr/>
            <p:nvPr/>
          </p:nvSpPr>
          <p:spPr>
            <a:xfrm>
              <a:off x="3656101" y="2108002"/>
              <a:ext cx="69070" cy="102989"/>
            </a:xfrm>
            <a:custGeom>
              <a:rect b="b" l="l" r="r" t="t"/>
              <a:pathLst>
                <a:path extrusionOk="0" h="769" w="518">
                  <a:moveTo>
                    <a:pt x="517" y="0"/>
                  </a:moveTo>
                  <a:lnTo>
                    <a:pt x="517" y="768"/>
                  </a:lnTo>
                  <a:lnTo>
                    <a:pt x="499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517" y="0"/>
                  </a:lnTo>
                </a:path>
              </a:pathLst>
            </a:custGeom>
            <a:solidFill>
              <a:srgbClr val="1127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"/>
            <p:cNvSpPr/>
            <p:nvPr/>
          </p:nvSpPr>
          <p:spPr>
            <a:xfrm>
              <a:off x="3642407" y="1934171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"/>
            <p:cNvSpPr/>
            <p:nvPr/>
          </p:nvSpPr>
          <p:spPr>
            <a:xfrm>
              <a:off x="3554879" y="2105026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"/>
            <p:cNvSpPr/>
            <p:nvPr/>
          </p:nvSpPr>
          <p:spPr>
            <a:xfrm>
              <a:off x="3736485" y="2105026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"/>
            <p:cNvSpPr/>
            <p:nvPr/>
          </p:nvSpPr>
          <p:spPr>
            <a:xfrm>
              <a:off x="3736485" y="1934171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"/>
            <p:cNvSpPr/>
            <p:nvPr/>
          </p:nvSpPr>
          <p:spPr>
            <a:xfrm>
              <a:off x="3829967" y="1934171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"/>
            <p:cNvSpPr/>
            <p:nvPr/>
          </p:nvSpPr>
          <p:spPr>
            <a:xfrm>
              <a:off x="3829967" y="2105026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"/>
            <p:cNvSpPr/>
            <p:nvPr/>
          </p:nvSpPr>
          <p:spPr>
            <a:xfrm>
              <a:off x="3923449" y="1934171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"/>
            <p:cNvSpPr/>
            <p:nvPr/>
          </p:nvSpPr>
          <p:spPr>
            <a:xfrm>
              <a:off x="3923449" y="2105026"/>
              <a:ext cx="82169" cy="53578"/>
            </a:xfrm>
            <a:custGeom>
              <a:rect b="b" l="l" r="r" t="t"/>
              <a:pathLst>
                <a:path extrusionOk="0" h="400" w="612">
                  <a:moveTo>
                    <a:pt x="611" y="399"/>
                  </a:moveTo>
                  <a:lnTo>
                    <a:pt x="0" y="399"/>
                  </a:lnTo>
                  <a:lnTo>
                    <a:pt x="0" y="0"/>
                  </a:lnTo>
                  <a:lnTo>
                    <a:pt x="611" y="0"/>
                  </a:lnTo>
                  <a:lnTo>
                    <a:pt x="611" y="399"/>
                  </a:lnTo>
                </a:path>
              </a:pathLst>
            </a:custGeom>
            <a:solidFill>
              <a:srgbClr val="95D3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3560237" y="2013943"/>
              <a:ext cx="457885" cy="77986"/>
            </a:xfrm>
            <a:custGeom>
              <a:rect b="b" l="l" r="r" t="t"/>
              <a:pathLst>
                <a:path extrusionOk="0" h="584" w="3396">
                  <a:moveTo>
                    <a:pt x="3395" y="583"/>
                  </a:moveTo>
                  <a:lnTo>
                    <a:pt x="0" y="583"/>
                  </a:lnTo>
                  <a:lnTo>
                    <a:pt x="0" y="0"/>
                  </a:lnTo>
                  <a:lnTo>
                    <a:pt x="3395" y="0"/>
                  </a:lnTo>
                  <a:lnTo>
                    <a:pt x="3395" y="583"/>
                  </a:lnTo>
                </a:path>
              </a:pathLst>
            </a:custGeom>
            <a:solidFill>
              <a:srgbClr val="1127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"/>
          <p:cNvGrpSpPr/>
          <p:nvPr/>
        </p:nvGrpSpPr>
        <p:grpSpPr>
          <a:xfrm>
            <a:off x="4305300" y="2516188"/>
            <a:ext cx="673100" cy="674687"/>
            <a:chOff x="4304524" y="2516386"/>
            <a:chExt cx="674025" cy="673894"/>
          </a:xfrm>
        </p:grpSpPr>
        <p:sp>
          <p:nvSpPr>
            <p:cNvPr id="327" name="Google Shape;327;p1"/>
            <p:cNvSpPr/>
            <p:nvPr/>
          </p:nvSpPr>
          <p:spPr>
            <a:xfrm>
              <a:off x="4304524" y="2516386"/>
              <a:ext cx="674025" cy="673894"/>
            </a:xfrm>
            <a:custGeom>
              <a:rect b="b" l="l" r="r" t="t"/>
              <a:pathLst>
                <a:path extrusionOk="0" h="4997" w="4996">
                  <a:moveTo>
                    <a:pt x="4995" y="2498"/>
                  </a:moveTo>
                  <a:lnTo>
                    <a:pt x="4995" y="2498"/>
                  </a:lnTo>
                  <a:cubicBezTo>
                    <a:pt x="4995" y="3877"/>
                    <a:pt x="3876" y="4996"/>
                    <a:pt x="2498" y="4996"/>
                  </a:cubicBezTo>
                  <a:cubicBezTo>
                    <a:pt x="1119" y="4996"/>
                    <a:pt x="0" y="3877"/>
                    <a:pt x="0" y="2498"/>
                  </a:cubicBezTo>
                  <a:cubicBezTo>
                    <a:pt x="0" y="1119"/>
                    <a:pt x="1119" y="0"/>
                    <a:pt x="2498" y="0"/>
                  </a:cubicBezTo>
                  <a:cubicBezTo>
                    <a:pt x="3876" y="0"/>
                    <a:pt x="4995" y="1119"/>
                    <a:pt x="4995" y="2498"/>
                  </a:cubicBezTo>
                </a:path>
              </a:pathLst>
            </a:custGeom>
            <a:solidFill>
              <a:srgbClr val="8FCA7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4718347" y="2724746"/>
              <a:ext cx="39298" cy="10716"/>
            </a:xfrm>
            <a:custGeom>
              <a:rect b="b" l="l" r="r" t="t"/>
              <a:pathLst>
                <a:path extrusionOk="0" h="84" w="297">
                  <a:moveTo>
                    <a:pt x="296" y="83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296" y="0"/>
                  </a:lnTo>
                  <a:lnTo>
                    <a:pt x="296" y="83"/>
                  </a:lnTo>
                </a:path>
              </a:pathLst>
            </a:custGeom>
            <a:solidFill>
              <a:srgbClr val="FCBC1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4531977" y="2724746"/>
              <a:ext cx="39894" cy="10716"/>
            </a:xfrm>
            <a:custGeom>
              <a:rect b="b" l="l" r="r" t="t"/>
              <a:pathLst>
                <a:path extrusionOk="0" h="84" w="299">
                  <a:moveTo>
                    <a:pt x="298" y="83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298" y="83"/>
                  </a:lnTo>
                </a:path>
              </a:pathLst>
            </a:custGeom>
            <a:solidFill>
              <a:srgbClr val="E2AA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4643323" y="2739629"/>
              <a:ext cx="595" cy="10716"/>
            </a:xfrm>
            <a:custGeom>
              <a:rect b="b" l="l" r="r" t="t"/>
              <a:pathLst>
                <a:path extrusionOk="0" h="85" w="10">
                  <a:moveTo>
                    <a:pt x="9" y="84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0" y="84"/>
                  </a:lnTo>
                  <a:lnTo>
                    <a:pt x="9" y="84"/>
                  </a:lnTo>
                </a:path>
              </a:pathLst>
            </a:custGeom>
            <a:solidFill>
              <a:srgbClr val="50505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4571871" y="2683670"/>
              <a:ext cx="72047" cy="70842"/>
            </a:xfrm>
            <a:custGeom>
              <a:rect b="b" l="l" r="r" t="t"/>
              <a:pathLst>
                <a:path extrusionOk="0" h="527" w="537">
                  <a:moveTo>
                    <a:pt x="536" y="166"/>
                  </a:moveTo>
                  <a:lnTo>
                    <a:pt x="536" y="166"/>
                  </a:lnTo>
                  <a:cubicBezTo>
                    <a:pt x="536" y="0"/>
                    <a:pt x="536" y="0"/>
                    <a:pt x="536" y="0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64" y="0"/>
                    <a:pt x="0" y="64"/>
                    <a:pt x="0" y="137"/>
                  </a:cubicBezTo>
                  <a:cubicBezTo>
                    <a:pt x="0" y="481"/>
                    <a:pt x="0" y="481"/>
                    <a:pt x="0" y="481"/>
                  </a:cubicBezTo>
                  <a:cubicBezTo>
                    <a:pt x="0" y="508"/>
                    <a:pt x="18" y="526"/>
                    <a:pt x="46" y="526"/>
                  </a:cubicBezTo>
                  <a:cubicBezTo>
                    <a:pt x="64" y="526"/>
                    <a:pt x="82" y="517"/>
                    <a:pt x="92" y="499"/>
                  </a:cubicBezTo>
                  <a:cubicBezTo>
                    <a:pt x="230" y="499"/>
                    <a:pt x="230" y="499"/>
                    <a:pt x="230" y="499"/>
                  </a:cubicBezTo>
                  <a:cubicBezTo>
                    <a:pt x="230" y="499"/>
                    <a:pt x="230" y="499"/>
                    <a:pt x="240" y="499"/>
                  </a:cubicBezTo>
                  <a:cubicBezTo>
                    <a:pt x="527" y="499"/>
                    <a:pt x="527" y="499"/>
                    <a:pt x="527" y="499"/>
                  </a:cubicBezTo>
                  <a:cubicBezTo>
                    <a:pt x="527" y="415"/>
                    <a:pt x="527" y="415"/>
                    <a:pt x="527" y="415"/>
                  </a:cubicBezTo>
                  <a:cubicBezTo>
                    <a:pt x="194" y="415"/>
                    <a:pt x="194" y="415"/>
                    <a:pt x="194" y="415"/>
                  </a:cubicBezTo>
                  <a:cubicBezTo>
                    <a:pt x="194" y="415"/>
                    <a:pt x="194" y="203"/>
                    <a:pt x="203" y="157"/>
                  </a:cubicBezTo>
                  <a:lnTo>
                    <a:pt x="536" y="166"/>
                  </a:lnTo>
                </a:path>
              </a:pathLst>
            </a:custGeom>
            <a:solidFill>
              <a:srgbClr val="50505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4644513" y="2683670"/>
              <a:ext cx="74429" cy="70842"/>
            </a:xfrm>
            <a:custGeom>
              <a:rect b="b" l="l" r="r" t="t"/>
              <a:pathLst>
                <a:path extrusionOk="0" h="527" w="555">
                  <a:moveTo>
                    <a:pt x="417" y="0"/>
                  </a:moveTo>
                  <a:lnTo>
                    <a:pt x="417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78" y="166"/>
                    <a:pt x="378" y="166"/>
                    <a:pt x="378" y="166"/>
                  </a:cubicBezTo>
                  <a:cubicBezTo>
                    <a:pt x="378" y="212"/>
                    <a:pt x="378" y="415"/>
                    <a:pt x="378" y="415"/>
                  </a:cubicBezTo>
                  <a:cubicBezTo>
                    <a:pt x="0" y="415"/>
                    <a:pt x="0" y="415"/>
                    <a:pt x="0" y="415"/>
                  </a:cubicBezTo>
                  <a:cubicBezTo>
                    <a:pt x="0" y="499"/>
                    <a:pt x="0" y="499"/>
                    <a:pt x="0" y="499"/>
                  </a:cubicBezTo>
                  <a:cubicBezTo>
                    <a:pt x="324" y="499"/>
                    <a:pt x="324" y="499"/>
                    <a:pt x="324" y="499"/>
                  </a:cubicBezTo>
                  <a:cubicBezTo>
                    <a:pt x="333" y="499"/>
                    <a:pt x="333" y="499"/>
                    <a:pt x="333" y="499"/>
                  </a:cubicBezTo>
                  <a:cubicBezTo>
                    <a:pt x="472" y="499"/>
                    <a:pt x="472" y="499"/>
                    <a:pt x="472" y="499"/>
                  </a:cubicBezTo>
                  <a:cubicBezTo>
                    <a:pt x="472" y="517"/>
                    <a:pt x="490" y="526"/>
                    <a:pt x="508" y="526"/>
                  </a:cubicBezTo>
                  <a:cubicBezTo>
                    <a:pt x="536" y="526"/>
                    <a:pt x="545" y="517"/>
                    <a:pt x="554" y="499"/>
                  </a:cubicBezTo>
                  <a:cubicBezTo>
                    <a:pt x="554" y="490"/>
                    <a:pt x="554" y="490"/>
                    <a:pt x="554" y="490"/>
                  </a:cubicBezTo>
                  <a:lnTo>
                    <a:pt x="554" y="481"/>
                  </a:lnTo>
                  <a:cubicBezTo>
                    <a:pt x="554" y="137"/>
                    <a:pt x="554" y="137"/>
                    <a:pt x="554" y="137"/>
                  </a:cubicBezTo>
                  <a:cubicBezTo>
                    <a:pt x="554" y="64"/>
                    <a:pt x="490" y="0"/>
                    <a:pt x="417" y="0"/>
                  </a:cubicBezTo>
                </a:path>
              </a:pathLst>
            </a:custGeom>
            <a:solidFill>
              <a:srgbClr val="5B5B5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4459335" y="2734866"/>
              <a:ext cx="183392" cy="269677"/>
            </a:xfrm>
            <a:custGeom>
              <a:rect b="b" l="l" r="r" t="t"/>
              <a:pathLst>
                <a:path extrusionOk="0" h="2000" w="1362">
                  <a:moveTo>
                    <a:pt x="472" y="0"/>
                  </a:moveTo>
                  <a:lnTo>
                    <a:pt x="472" y="0"/>
                  </a:lnTo>
                  <a:cubicBezTo>
                    <a:pt x="75" y="0"/>
                    <a:pt x="75" y="0"/>
                    <a:pt x="75" y="0"/>
                  </a:cubicBezTo>
                  <a:cubicBezTo>
                    <a:pt x="28" y="0"/>
                    <a:pt x="0" y="28"/>
                    <a:pt x="0" y="75"/>
                  </a:cubicBezTo>
                  <a:cubicBezTo>
                    <a:pt x="0" y="463"/>
                    <a:pt x="0" y="463"/>
                    <a:pt x="0" y="463"/>
                  </a:cubicBezTo>
                  <a:cubicBezTo>
                    <a:pt x="0" y="1555"/>
                    <a:pt x="0" y="1555"/>
                    <a:pt x="0" y="1555"/>
                  </a:cubicBezTo>
                  <a:cubicBezTo>
                    <a:pt x="0" y="1924"/>
                    <a:pt x="0" y="1924"/>
                    <a:pt x="0" y="1924"/>
                  </a:cubicBezTo>
                  <a:cubicBezTo>
                    <a:pt x="0" y="1962"/>
                    <a:pt x="28" y="1999"/>
                    <a:pt x="75" y="1999"/>
                  </a:cubicBezTo>
                  <a:cubicBezTo>
                    <a:pt x="435" y="1999"/>
                    <a:pt x="435" y="1999"/>
                    <a:pt x="435" y="1999"/>
                  </a:cubicBezTo>
                  <a:cubicBezTo>
                    <a:pt x="1361" y="1999"/>
                    <a:pt x="1361" y="1999"/>
                    <a:pt x="1361" y="1999"/>
                  </a:cubicBezTo>
                  <a:cubicBezTo>
                    <a:pt x="1361" y="0"/>
                    <a:pt x="1361" y="0"/>
                    <a:pt x="1361" y="0"/>
                  </a:cubicBezTo>
                  <a:lnTo>
                    <a:pt x="472" y="0"/>
                  </a:lnTo>
                </a:path>
              </a:pathLst>
            </a:custGeom>
            <a:solidFill>
              <a:srgbClr val="6A472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"/>
            <p:cNvSpPr/>
            <p:nvPr/>
          </p:nvSpPr>
          <p:spPr>
            <a:xfrm>
              <a:off x="4643323" y="2734866"/>
              <a:ext cx="180415" cy="269677"/>
            </a:xfrm>
            <a:custGeom>
              <a:rect b="b" l="l" r="r" t="t"/>
              <a:pathLst>
                <a:path extrusionOk="0" h="2000" w="1341">
                  <a:moveTo>
                    <a:pt x="1267" y="0"/>
                  </a:moveTo>
                  <a:lnTo>
                    <a:pt x="1267" y="0"/>
                  </a:lnTo>
                  <a:cubicBezTo>
                    <a:pt x="897" y="0"/>
                    <a:pt x="897" y="0"/>
                    <a:pt x="8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99"/>
                    <a:pt x="0" y="1999"/>
                    <a:pt x="0" y="1999"/>
                  </a:cubicBezTo>
                  <a:cubicBezTo>
                    <a:pt x="897" y="1999"/>
                    <a:pt x="897" y="1999"/>
                    <a:pt x="897" y="1999"/>
                  </a:cubicBezTo>
                  <a:cubicBezTo>
                    <a:pt x="1267" y="1999"/>
                    <a:pt x="1267" y="1999"/>
                    <a:pt x="1267" y="1999"/>
                  </a:cubicBezTo>
                  <a:cubicBezTo>
                    <a:pt x="1304" y="1999"/>
                    <a:pt x="1340" y="1962"/>
                    <a:pt x="1340" y="1924"/>
                  </a:cubicBezTo>
                  <a:cubicBezTo>
                    <a:pt x="1340" y="1555"/>
                    <a:pt x="1340" y="1555"/>
                    <a:pt x="1340" y="1555"/>
                  </a:cubicBezTo>
                  <a:cubicBezTo>
                    <a:pt x="1340" y="436"/>
                    <a:pt x="1340" y="436"/>
                    <a:pt x="1340" y="436"/>
                  </a:cubicBezTo>
                  <a:cubicBezTo>
                    <a:pt x="1340" y="75"/>
                    <a:pt x="1340" y="75"/>
                    <a:pt x="1340" y="75"/>
                  </a:cubicBezTo>
                  <a:cubicBezTo>
                    <a:pt x="1340" y="28"/>
                    <a:pt x="1304" y="0"/>
                    <a:pt x="1267" y="0"/>
                  </a:cubicBezTo>
                </a:path>
              </a:pathLst>
            </a:custGeom>
            <a:solidFill>
              <a:srgbClr val="78523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"/>
            <p:cNvSpPr/>
            <p:nvPr/>
          </p:nvSpPr>
          <p:spPr>
            <a:xfrm>
              <a:off x="4459335" y="2734866"/>
              <a:ext cx="49421" cy="49411"/>
            </a:xfrm>
            <a:custGeom>
              <a:rect b="b" l="l" r="r" t="t"/>
              <a:pathLst>
                <a:path extrusionOk="0" h="371" w="371">
                  <a:moveTo>
                    <a:pt x="370" y="19"/>
                  </a:moveTo>
                  <a:lnTo>
                    <a:pt x="370" y="19"/>
                  </a:lnTo>
                  <a:cubicBezTo>
                    <a:pt x="370" y="10"/>
                    <a:pt x="370" y="0"/>
                    <a:pt x="37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8" y="0"/>
                    <a:pt x="0" y="19"/>
                    <a:pt x="0" y="55"/>
                  </a:cubicBezTo>
                  <a:cubicBezTo>
                    <a:pt x="0" y="361"/>
                    <a:pt x="0" y="361"/>
                    <a:pt x="0" y="361"/>
                  </a:cubicBezTo>
                  <a:cubicBezTo>
                    <a:pt x="9" y="370"/>
                    <a:pt x="9" y="370"/>
                    <a:pt x="19" y="370"/>
                  </a:cubicBezTo>
                  <a:cubicBezTo>
                    <a:pt x="214" y="370"/>
                    <a:pt x="370" y="214"/>
                    <a:pt x="370" y="19"/>
                  </a:cubicBezTo>
                </a:path>
              </a:pathLst>
            </a:custGeom>
            <a:solidFill>
              <a:srgbClr val="D02A2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4773126" y="2734866"/>
              <a:ext cx="50612" cy="49411"/>
            </a:xfrm>
            <a:custGeom>
              <a:rect b="b" l="l" r="r" t="t"/>
              <a:pathLst>
                <a:path extrusionOk="0" h="371" w="379">
                  <a:moveTo>
                    <a:pt x="378" y="370"/>
                  </a:moveTo>
                  <a:lnTo>
                    <a:pt x="378" y="370"/>
                  </a:lnTo>
                  <a:cubicBezTo>
                    <a:pt x="378" y="55"/>
                    <a:pt x="378" y="55"/>
                    <a:pt x="378" y="55"/>
                  </a:cubicBezTo>
                  <a:cubicBezTo>
                    <a:pt x="378" y="28"/>
                    <a:pt x="351" y="0"/>
                    <a:pt x="3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3"/>
                    <a:pt x="166" y="370"/>
                    <a:pt x="378" y="370"/>
                  </a:cubicBezTo>
                </a:path>
              </a:pathLst>
            </a:custGeom>
            <a:solidFill>
              <a:srgbClr val="E3322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4773126" y="2953346"/>
              <a:ext cx="50612" cy="50602"/>
            </a:xfrm>
            <a:custGeom>
              <a:rect b="b" l="l" r="r" t="t"/>
              <a:pathLst>
                <a:path extrusionOk="0" h="380" w="379">
                  <a:moveTo>
                    <a:pt x="378" y="313"/>
                  </a:moveTo>
                  <a:lnTo>
                    <a:pt x="378" y="313"/>
                  </a:lnTo>
                  <a:cubicBezTo>
                    <a:pt x="378" y="0"/>
                    <a:pt x="378" y="0"/>
                    <a:pt x="378" y="0"/>
                  </a:cubicBezTo>
                  <a:cubicBezTo>
                    <a:pt x="166" y="0"/>
                    <a:pt x="0" y="165"/>
                    <a:pt x="0" y="379"/>
                  </a:cubicBezTo>
                  <a:cubicBezTo>
                    <a:pt x="314" y="379"/>
                    <a:pt x="314" y="379"/>
                    <a:pt x="314" y="379"/>
                  </a:cubicBezTo>
                  <a:cubicBezTo>
                    <a:pt x="351" y="379"/>
                    <a:pt x="378" y="351"/>
                    <a:pt x="378" y="313"/>
                  </a:cubicBezTo>
                </a:path>
              </a:pathLst>
            </a:custGeom>
            <a:solidFill>
              <a:srgbClr val="E3322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4459335" y="2953346"/>
              <a:ext cx="49421" cy="50602"/>
            </a:xfrm>
            <a:custGeom>
              <a:rect b="b" l="l" r="r" t="t"/>
              <a:pathLst>
                <a:path extrusionOk="0" h="380" w="371">
                  <a:moveTo>
                    <a:pt x="0" y="0"/>
                  </a:moveTo>
                  <a:lnTo>
                    <a:pt x="0" y="0"/>
                  </a:lnTo>
                  <a:cubicBezTo>
                    <a:pt x="0" y="313"/>
                    <a:pt x="0" y="313"/>
                    <a:pt x="0" y="313"/>
                  </a:cubicBezTo>
                  <a:cubicBezTo>
                    <a:pt x="0" y="351"/>
                    <a:pt x="28" y="379"/>
                    <a:pt x="66" y="379"/>
                  </a:cubicBezTo>
                  <a:cubicBezTo>
                    <a:pt x="370" y="379"/>
                    <a:pt x="370" y="379"/>
                    <a:pt x="370" y="379"/>
                  </a:cubicBezTo>
                  <a:cubicBezTo>
                    <a:pt x="370" y="165"/>
                    <a:pt x="205" y="0"/>
                    <a:pt x="0" y="0"/>
                  </a:cubicBezTo>
                </a:path>
              </a:pathLst>
            </a:custGeom>
            <a:solidFill>
              <a:srgbClr val="D02A2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4542100" y="2734866"/>
              <a:ext cx="20840" cy="269677"/>
            </a:xfrm>
            <a:custGeom>
              <a:rect b="b" l="l" r="r" t="t"/>
              <a:pathLst>
                <a:path extrusionOk="0" h="2000" w="158">
                  <a:moveTo>
                    <a:pt x="157" y="1999"/>
                  </a:moveTo>
                  <a:lnTo>
                    <a:pt x="0" y="1999"/>
                  </a:lnTo>
                  <a:lnTo>
                    <a:pt x="0" y="0"/>
                  </a:lnTo>
                  <a:lnTo>
                    <a:pt x="157" y="0"/>
                  </a:lnTo>
                  <a:lnTo>
                    <a:pt x="157" y="1999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4728469" y="2734866"/>
              <a:ext cx="22031" cy="269677"/>
            </a:xfrm>
            <a:custGeom>
              <a:rect b="b" l="l" r="r" t="t"/>
              <a:pathLst>
                <a:path extrusionOk="0" h="2000" w="167">
                  <a:moveTo>
                    <a:pt x="166" y="1999"/>
                  </a:moveTo>
                  <a:lnTo>
                    <a:pt x="0" y="1999"/>
                  </a:lnTo>
                  <a:lnTo>
                    <a:pt x="0" y="0"/>
                  </a:lnTo>
                  <a:lnTo>
                    <a:pt x="166" y="0"/>
                  </a:lnTo>
                  <a:lnTo>
                    <a:pt x="166" y="1999"/>
                  </a:lnTo>
                </a:path>
              </a:pathLst>
            </a:custGeom>
            <a:solidFill>
              <a:srgbClr val="FCBB1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4521855" y="2853334"/>
              <a:ext cx="61925" cy="36909"/>
            </a:xfrm>
            <a:custGeom>
              <a:rect b="b" l="l" r="r" t="t"/>
              <a:pathLst>
                <a:path extrusionOk="0" h="277" w="464">
                  <a:moveTo>
                    <a:pt x="463" y="276"/>
                  </a:moveTo>
                  <a:lnTo>
                    <a:pt x="0" y="276"/>
                  </a:lnTo>
                  <a:lnTo>
                    <a:pt x="0" y="0"/>
                  </a:lnTo>
                  <a:lnTo>
                    <a:pt x="463" y="0"/>
                  </a:lnTo>
                  <a:lnTo>
                    <a:pt x="463" y="276"/>
                  </a:ln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4708224" y="2853334"/>
              <a:ext cx="61925" cy="36909"/>
            </a:xfrm>
            <a:custGeom>
              <a:rect b="b" l="l" r="r" t="t"/>
              <a:pathLst>
                <a:path extrusionOk="0" h="277" w="463">
                  <a:moveTo>
                    <a:pt x="462" y="276"/>
                  </a:moveTo>
                  <a:lnTo>
                    <a:pt x="0" y="276"/>
                  </a:lnTo>
                  <a:lnTo>
                    <a:pt x="0" y="0"/>
                  </a:lnTo>
                  <a:lnTo>
                    <a:pt x="462" y="0"/>
                  </a:lnTo>
                  <a:lnTo>
                    <a:pt x="462" y="27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1"/>
          <p:cNvGrpSpPr/>
          <p:nvPr/>
        </p:nvGrpSpPr>
        <p:grpSpPr>
          <a:xfrm>
            <a:off x="3479800" y="3311525"/>
            <a:ext cx="674688" cy="674688"/>
            <a:chOff x="3480450" y="3311724"/>
            <a:chExt cx="674025" cy="675084"/>
          </a:xfrm>
        </p:grpSpPr>
        <p:sp>
          <p:nvSpPr>
            <p:cNvPr id="344" name="Google Shape;344;p1"/>
            <p:cNvSpPr/>
            <p:nvPr/>
          </p:nvSpPr>
          <p:spPr>
            <a:xfrm>
              <a:off x="3480450" y="3311724"/>
              <a:ext cx="674025" cy="675084"/>
            </a:xfrm>
            <a:custGeom>
              <a:rect b="b" l="l" r="r" t="t"/>
              <a:pathLst>
                <a:path extrusionOk="0" h="5006" w="4997">
                  <a:moveTo>
                    <a:pt x="4996" y="2507"/>
                  </a:moveTo>
                  <a:lnTo>
                    <a:pt x="4996" y="2507"/>
                  </a:lnTo>
                  <a:cubicBezTo>
                    <a:pt x="4996" y="3886"/>
                    <a:pt x="3876" y="5005"/>
                    <a:pt x="2498" y="5005"/>
                  </a:cubicBezTo>
                  <a:cubicBezTo>
                    <a:pt x="1110" y="5005"/>
                    <a:pt x="0" y="3886"/>
                    <a:pt x="0" y="2507"/>
                  </a:cubicBezTo>
                  <a:cubicBezTo>
                    <a:pt x="0" y="1121"/>
                    <a:pt x="1110" y="0"/>
                    <a:pt x="2498" y="0"/>
                  </a:cubicBezTo>
                  <a:cubicBezTo>
                    <a:pt x="3876" y="0"/>
                    <a:pt x="4996" y="1121"/>
                    <a:pt x="4996" y="2507"/>
                  </a:cubicBezTo>
                </a:path>
              </a:pathLst>
            </a:custGeom>
            <a:solidFill>
              <a:srgbClr val="FEF06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3638835" y="3449241"/>
              <a:ext cx="389410" cy="138113"/>
            </a:xfrm>
            <a:custGeom>
              <a:rect b="b" l="l" r="r" t="t"/>
              <a:pathLst>
                <a:path extrusionOk="0" h="1029" w="2888">
                  <a:moveTo>
                    <a:pt x="0" y="74"/>
                  </a:moveTo>
                  <a:lnTo>
                    <a:pt x="1545" y="0"/>
                  </a:lnTo>
                  <a:lnTo>
                    <a:pt x="2887" y="796"/>
                  </a:lnTo>
                  <a:lnTo>
                    <a:pt x="2867" y="953"/>
                  </a:lnTo>
                  <a:lnTo>
                    <a:pt x="2683" y="971"/>
                  </a:lnTo>
                  <a:lnTo>
                    <a:pt x="2525" y="1028"/>
                  </a:lnTo>
                  <a:lnTo>
                    <a:pt x="2072" y="990"/>
                  </a:lnTo>
                  <a:lnTo>
                    <a:pt x="1757" y="851"/>
                  </a:lnTo>
                  <a:lnTo>
                    <a:pt x="1203" y="814"/>
                  </a:lnTo>
                  <a:lnTo>
                    <a:pt x="750" y="564"/>
                  </a:lnTo>
                  <a:lnTo>
                    <a:pt x="260" y="435"/>
                  </a:lnTo>
                  <a:lnTo>
                    <a:pt x="84" y="222"/>
                  </a:lnTo>
                  <a:lnTo>
                    <a:pt x="0" y="74"/>
                  </a:lnTo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3637643" y="3449241"/>
              <a:ext cx="390601" cy="139303"/>
            </a:xfrm>
            <a:custGeom>
              <a:rect b="b" l="l" r="r" t="t"/>
              <a:pathLst>
                <a:path extrusionOk="0" h="1038" w="2897">
                  <a:moveTo>
                    <a:pt x="9" y="74"/>
                  </a:moveTo>
                  <a:lnTo>
                    <a:pt x="9" y="74"/>
                  </a:lnTo>
                  <a:lnTo>
                    <a:pt x="1545" y="0"/>
                  </a:lnTo>
                  <a:lnTo>
                    <a:pt x="2896" y="796"/>
                  </a:lnTo>
                  <a:lnTo>
                    <a:pt x="2876" y="953"/>
                  </a:lnTo>
                  <a:lnTo>
                    <a:pt x="2692" y="971"/>
                  </a:lnTo>
                  <a:lnTo>
                    <a:pt x="2534" y="1028"/>
                  </a:lnTo>
                  <a:lnTo>
                    <a:pt x="2081" y="990"/>
                  </a:lnTo>
                  <a:lnTo>
                    <a:pt x="1766" y="842"/>
                  </a:lnTo>
                  <a:lnTo>
                    <a:pt x="1212" y="814"/>
                  </a:lnTo>
                  <a:lnTo>
                    <a:pt x="759" y="564"/>
                  </a:lnTo>
                  <a:lnTo>
                    <a:pt x="269" y="435"/>
                  </a:lnTo>
                  <a:lnTo>
                    <a:pt x="93" y="222"/>
                  </a:lnTo>
                  <a:lnTo>
                    <a:pt x="9" y="74"/>
                  </a:lnTo>
                  <a:lnTo>
                    <a:pt x="84" y="222"/>
                  </a:lnTo>
                  <a:lnTo>
                    <a:pt x="259" y="435"/>
                  </a:lnTo>
                  <a:lnTo>
                    <a:pt x="759" y="564"/>
                  </a:lnTo>
                  <a:lnTo>
                    <a:pt x="1212" y="814"/>
                  </a:lnTo>
                  <a:lnTo>
                    <a:pt x="1766" y="851"/>
                  </a:lnTo>
                  <a:lnTo>
                    <a:pt x="2081" y="990"/>
                  </a:lnTo>
                  <a:lnTo>
                    <a:pt x="2534" y="1037"/>
                  </a:lnTo>
                  <a:lnTo>
                    <a:pt x="2692" y="971"/>
                  </a:lnTo>
                  <a:lnTo>
                    <a:pt x="2876" y="962"/>
                  </a:lnTo>
                  <a:lnTo>
                    <a:pt x="2896" y="796"/>
                  </a:lnTo>
                  <a:lnTo>
                    <a:pt x="1554" y="0"/>
                  </a:lnTo>
                  <a:lnTo>
                    <a:pt x="0" y="74"/>
                  </a:lnTo>
                  <a:lnTo>
                    <a:pt x="9" y="74"/>
                  </a:ln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3619781" y="3457576"/>
              <a:ext cx="119681" cy="78581"/>
            </a:xfrm>
            <a:custGeom>
              <a:rect b="b" l="l" r="r" t="t"/>
              <a:pathLst>
                <a:path extrusionOk="0" h="585" w="890">
                  <a:moveTo>
                    <a:pt x="148" y="0"/>
                  </a:moveTo>
                  <a:lnTo>
                    <a:pt x="148" y="0"/>
                  </a:lnTo>
                  <a:cubicBezTo>
                    <a:pt x="148" y="0"/>
                    <a:pt x="0" y="103"/>
                    <a:pt x="84" y="205"/>
                  </a:cubicBezTo>
                  <a:cubicBezTo>
                    <a:pt x="84" y="205"/>
                    <a:pt x="166" y="269"/>
                    <a:pt x="223" y="158"/>
                  </a:cubicBezTo>
                  <a:cubicBezTo>
                    <a:pt x="223" y="158"/>
                    <a:pt x="157" y="353"/>
                    <a:pt x="399" y="481"/>
                  </a:cubicBezTo>
                  <a:cubicBezTo>
                    <a:pt x="399" y="481"/>
                    <a:pt x="611" y="584"/>
                    <a:pt x="889" y="500"/>
                  </a:cubicBezTo>
                  <a:cubicBezTo>
                    <a:pt x="889" y="500"/>
                    <a:pt x="176" y="278"/>
                    <a:pt x="148" y="0"/>
                  </a:cubicBezTo>
                </a:path>
              </a:pathLst>
            </a:custGeom>
            <a:solidFill>
              <a:srgbClr val="F1636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3619780" y="3457575"/>
              <a:ext cx="29772" cy="35719"/>
            </a:xfrm>
            <a:custGeom>
              <a:rect b="b" l="l" r="r" t="t"/>
              <a:pathLst>
                <a:path extrusionOk="0" h="270" w="224">
                  <a:moveTo>
                    <a:pt x="223" y="149"/>
                  </a:moveTo>
                  <a:lnTo>
                    <a:pt x="223" y="149"/>
                  </a:lnTo>
                  <a:cubicBezTo>
                    <a:pt x="205" y="112"/>
                    <a:pt x="157" y="66"/>
                    <a:pt x="148" y="0"/>
                  </a:cubicBezTo>
                  <a:cubicBezTo>
                    <a:pt x="148" y="0"/>
                    <a:pt x="0" y="103"/>
                    <a:pt x="84" y="205"/>
                  </a:cubicBezTo>
                  <a:cubicBezTo>
                    <a:pt x="84" y="205"/>
                    <a:pt x="166" y="269"/>
                    <a:pt x="223" y="158"/>
                  </a:cubicBezTo>
                  <a:lnTo>
                    <a:pt x="223" y="149"/>
                  </a:ln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3627521" y="3456385"/>
              <a:ext cx="23222" cy="30956"/>
            </a:xfrm>
            <a:custGeom>
              <a:rect b="b" l="l" r="r" t="t"/>
              <a:pathLst>
                <a:path extrusionOk="0" h="233" w="176">
                  <a:moveTo>
                    <a:pt x="166" y="158"/>
                  </a:moveTo>
                  <a:lnTo>
                    <a:pt x="166" y="158"/>
                  </a:lnTo>
                  <a:cubicBezTo>
                    <a:pt x="175" y="148"/>
                    <a:pt x="175" y="148"/>
                    <a:pt x="175" y="148"/>
                  </a:cubicBezTo>
                  <a:cubicBezTo>
                    <a:pt x="148" y="112"/>
                    <a:pt x="100" y="75"/>
                    <a:pt x="91" y="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0"/>
                    <a:pt x="73" y="19"/>
                    <a:pt x="45" y="48"/>
                  </a:cubicBezTo>
                  <a:cubicBezTo>
                    <a:pt x="27" y="66"/>
                    <a:pt x="0" y="103"/>
                    <a:pt x="0" y="139"/>
                  </a:cubicBezTo>
                  <a:cubicBezTo>
                    <a:pt x="0" y="167"/>
                    <a:pt x="9" y="185"/>
                    <a:pt x="27" y="214"/>
                  </a:cubicBezTo>
                  <a:cubicBezTo>
                    <a:pt x="27" y="214"/>
                    <a:pt x="55" y="232"/>
                    <a:pt x="82" y="232"/>
                  </a:cubicBezTo>
                  <a:cubicBezTo>
                    <a:pt x="109" y="232"/>
                    <a:pt x="137" y="223"/>
                    <a:pt x="166" y="167"/>
                  </a:cubicBezTo>
                  <a:cubicBezTo>
                    <a:pt x="175" y="158"/>
                    <a:pt x="175" y="158"/>
                    <a:pt x="175" y="158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66" y="158"/>
                    <a:pt x="166" y="158"/>
                    <a:pt x="166" y="158"/>
                  </a:cubicBezTo>
                  <a:cubicBezTo>
                    <a:pt x="157" y="167"/>
                    <a:pt x="157" y="167"/>
                    <a:pt x="157" y="167"/>
                  </a:cubicBezTo>
                  <a:cubicBezTo>
                    <a:pt x="137" y="214"/>
                    <a:pt x="109" y="232"/>
                    <a:pt x="82" y="232"/>
                  </a:cubicBezTo>
                  <a:cubicBezTo>
                    <a:pt x="73" y="232"/>
                    <a:pt x="55" y="223"/>
                    <a:pt x="45" y="223"/>
                  </a:cubicBezTo>
                  <a:cubicBezTo>
                    <a:pt x="45" y="214"/>
                    <a:pt x="36" y="214"/>
                    <a:pt x="36" y="214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36" y="214"/>
                    <a:pt x="36" y="214"/>
                    <a:pt x="36" y="214"/>
                  </a:cubicBezTo>
                  <a:cubicBezTo>
                    <a:pt x="18" y="185"/>
                    <a:pt x="9" y="167"/>
                    <a:pt x="9" y="139"/>
                  </a:cubicBezTo>
                  <a:cubicBezTo>
                    <a:pt x="9" y="103"/>
                    <a:pt x="27" y="75"/>
                    <a:pt x="55" y="48"/>
                  </a:cubicBezTo>
                  <a:cubicBezTo>
                    <a:pt x="64" y="37"/>
                    <a:pt x="73" y="28"/>
                    <a:pt x="82" y="19"/>
                  </a:cubicBezTo>
                  <a:lnTo>
                    <a:pt x="91" y="9"/>
                  </a:lnTo>
                  <a:cubicBezTo>
                    <a:pt x="100" y="75"/>
                    <a:pt x="137" y="121"/>
                    <a:pt x="166" y="158"/>
                  </a:cubicBez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3740057" y="3525441"/>
              <a:ext cx="135758" cy="79177"/>
            </a:xfrm>
            <a:custGeom>
              <a:rect b="b" l="l" r="r" t="t"/>
              <a:pathLst>
                <a:path extrusionOk="0" h="593" w="100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601" y="241"/>
                    <a:pt x="1007" y="287"/>
                  </a:cubicBezTo>
                  <a:cubicBezTo>
                    <a:pt x="1007" y="287"/>
                    <a:pt x="351" y="592"/>
                    <a:pt x="0" y="0"/>
                  </a:cubicBez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3740057" y="3525441"/>
              <a:ext cx="136949" cy="48221"/>
            </a:xfrm>
            <a:custGeom>
              <a:rect b="b" l="l" r="r" t="t"/>
              <a:pathLst>
                <a:path extrusionOk="0" h="363" w="1019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601" y="250"/>
                    <a:pt x="1007" y="287"/>
                  </a:cubicBezTo>
                  <a:cubicBezTo>
                    <a:pt x="1007" y="278"/>
                    <a:pt x="1007" y="278"/>
                    <a:pt x="1007" y="278"/>
                  </a:cubicBezTo>
                  <a:cubicBezTo>
                    <a:pt x="1007" y="278"/>
                    <a:pt x="1007" y="278"/>
                    <a:pt x="998" y="287"/>
                  </a:cubicBezTo>
                  <a:cubicBezTo>
                    <a:pt x="962" y="296"/>
                    <a:pt x="813" y="362"/>
                    <a:pt x="620" y="362"/>
                  </a:cubicBezTo>
                  <a:cubicBezTo>
                    <a:pt x="417" y="362"/>
                    <a:pt x="175" y="287"/>
                    <a:pt x="0" y="0"/>
                  </a:cubicBezTo>
                  <a:cubicBezTo>
                    <a:pt x="166" y="287"/>
                    <a:pt x="417" y="362"/>
                    <a:pt x="620" y="362"/>
                  </a:cubicBezTo>
                  <a:cubicBezTo>
                    <a:pt x="841" y="362"/>
                    <a:pt x="1007" y="287"/>
                    <a:pt x="1007" y="287"/>
                  </a:cubicBezTo>
                  <a:cubicBezTo>
                    <a:pt x="1018" y="278"/>
                    <a:pt x="1018" y="278"/>
                    <a:pt x="1018" y="278"/>
                  </a:cubicBezTo>
                  <a:cubicBezTo>
                    <a:pt x="1007" y="278"/>
                    <a:pt x="1007" y="278"/>
                    <a:pt x="1007" y="278"/>
                  </a:cubicBezTo>
                  <a:cubicBezTo>
                    <a:pt x="804" y="259"/>
                    <a:pt x="554" y="195"/>
                    <a:pt x="351" y="120"/>
                  </a:cubicBezTo>
                  <a:cubicBezTo>
                    <a:pt x="250" y="93"/>
                    <a:pt x="166" y="56"/>
                    <a:pt x="102" y="38"/>
                  </a:cubicBezTo>
                  <a:cubicBezTo>
                    <a:pt x="73" y="29"/>
                    <a:pt x="45" y="20"/>
                    <a:pt x="27" y="9"/>
                  </a:cubicBezTo>
                  <a:cubicBezTo>
                    <a:pt x="9" y="0"/>
                    <a:pt x="0" y="0"/>
                    <a:pt x="0" y="0"/>
                  </a:cubicBez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3875815" y="3564137"/>
              <a:ext cx="160766" cy="41672"/>
            </a:xfrm>
            <a:custGeom>
              <a:rect b="b" l="l" r="r" t="t"/>
              <a:pathLst>
                <a:path extrusionOk="0" h="315" w="1195">
                  <a:moveTo>
                    <a:pt x="1158" y="0"/>
                  </a:moveTo>
                  <a:lnTo>
                    <a:pt x="1158" y="0"/>
                  </a:lnTo>
                  <a:cubicBezTo>
                    <a:pt x="1158" y="0"/>
                    <a:pt x="1194" y="195"/>
                    <a:pt x="1037" y="241"/>
                  </a:cubicBezTo>
                  <a:cubicBezTo>
                    <a:pt x="1037" y="241"/>
                    <a:pt x="898" y="259"/>
                    <a:pt x="926" y="139"/>
                  </a:cubicBezTo>
                  <a:cubicBezTo>
                    <a:pt x="926" y="139"/>
                    <a:pt x="768" y="314"/>
                    <a:pt x="472" y="268"/>
                  </a:cubicBezTo>
                  <a:cubicBezTo>
                    <a:pt x="472" y="268"/>
                    <a:pt x="103" y="223"/>
                    <a:pt x="0" y="0"/>
                  </a:cubicBezTo>
                  <a:cubicBezTo>
                    <a:pt x="0" y="0"/>
                    <a:pt x="732" y="305"/>
                    <a:pt x="1158" y="0"/>
                  </a:cubicBezTo>
                </a:path>
              </a:pathLst>
            </a:custGeom>
            <a:solidFill>
              <a:srgbClr val="F1636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3738866" y="3506391"/>
              <a:ext cx="95268" cy="301824"/>
            </a:xfrm>
            <a:custGeom>
              <a:rect b="b" l="l" r="r" t="t"/>
              <a:pathLst>
                <a:path extrusionOk="0" h="2240" w="712">
                  <a:moveTo>
                    <a:pt x="64" y="2211"/>
                  </a:moveTo>
                  <a:lnTo>
                    <a:pt x="64" y="2211"/>
                  </a:lnTo>
                  <a:cubicBezTo>
                    <a:pt x="277" y="1489"/>
                    <a:pt x="490" y="767"/>
                    <a:pt x="702" y="46"/>
                  </a:cubicBezTo>
                  <a:cubicBezTo>
                    <a:pt x="702" y="37"/>
                    <a:pt x="702" y="37"/>
                    <a:pt x="702" y="37"/>
                  </a:cubicBezTo>
                  <a:cubicBezTo>
                    <a:pt x="711" y="9"/>
                    <a:pt x="665" y="0"/>
                    <a:pt x="656" y="28"/>
                  </a:cubicBezTo>
                  <a:cubicBezTo>
                    <a:pt x="444" y="748"/>
                    <a:pt x="221" y="1471"/>
                    <a:pt x="9" y="2193"/>
                  </a:cubicBezTo>
                  <a:cubicBezTo>
                    <a:pt x="0" y="2229"/>
                    <a:pt x="54" y="2239"/>
                    <a:pt x="64" y="2211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3719813" y="3470672"/>
              <a:ext cx="104200" cy="69056"/>
            </a:xfrm>
            <a:custGeom>
              <a:rect b="b" l="l" r="r" t="t"/>
              <a:pathLst>
                <a:path extrusionOk="0" h="518" w="778">
                  <a:moveTo>
                    <a:pt x="768" y="481"/>
                  </a:moveTo>
                  <a:lnTo>
                    <a:pt x="768" y="481"/>
                  </a:lnTo>
                  <a:cubicBezTo>
                    <a:pt x="517" y="323"/>
                    <a:pt x="268" y="166"/>
                    <a:pt x="27" y="9"/>
                  </a:cubicBezTo>
                  <a:cubicBezTo>
                    <a:pt x="9" y="0"/>
                    <a:pt x="0" y="18"/>
                    <a:pt x="9" y="27"/>
                  </a:cubicBezTo>
                  <a:cubicBezTo>
                    <a:pt x="259" y="184"/>
                    <a:pt x="508" y="342"/>
                    <a:pt x="749" y="508"/>
                  </a:cubicBezTo>
                  <a:cubicBezTo>
                    <a:pt x="768" y="517"/>
                    <a:pt x="777" y="490"/>
                    <a:pt x="768" y="481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3751370" y="3466505"/>
              <a:ext cx="73238" cy="73224"/>
            </a:xfrm>
            <a:custGeom>
              <a:rect b="b" l="l" r="r" t="t"/>
              <a:pathLst>
                <a:path extrusionOk="0" h="546" w="548">
                  <a:moveTo>
                    <a:pt x="11" y="28"/>
                  </a:moveTo>
                  <a:lnTo>
                    <a:pt x="11" y="28"/>
                  </a:lnTo>
                  <a:cubicBezTo>
                    <a:pt x="186" y="194"/>
                    <a:pt x="353" y="360"/>
                    <a:pt x="519" y="527"/>
                  </a:cubicBezTo>
                  <a:cubicBezTo>
                    <a:pt x="528" y="545"/>
                    <a:pt x="547" y="527"/>
                    <a:pt x="538" y="518"/>
                  </a:cubicBezTo>
                  <a:cubicBezTo>
                    <a:pt x="371" y="342"/>
                    <a:pt x="196" y="176"/>
                    <a:pt x="29" y="9"/>
                  </a:cubicBezTo>
                  <a:cubicBezTo>
                    <a:pt x="20" y="0"/>
                    <a:pt x="0" y="18"/>
                    <a:pt x="11" y="28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3810913" y="3498057"/>
              <a:ext cx="13695" cy="41672"/>
            </a:xfrm>
            <a:custGeom>
              <a:rect b="b" l="l" r="r" t="t"/>
              <a:pathLst>
                <a:path extrusionOk="0" h="315" w="104">
                  <a:moveTo>
                    <a:pt x="10" y="27"/>
                  </a:moveTo>
                  <a:lnTo>
                    <a:pt x="10" y="27"/>
                  </a:lnTo>
                  <a:cubicBezTo>
                    <a:pt x="28" y="111"/>
                    <a:pt x="48" y="203"/>
                    <a:pt x="75" y="296"/>
                  </a:cubicBezTo>
                  <a:cubicBezTo>
                    <a:pt x="75" y="314"/>
                    <a:pt x="103" y="305"/>
                    <a:pt x="94" y="287"/>
                  </a:cubicBezTo>
                  <a:cubicBezTo>
                    <a:pt x="75" y="194"/>
                    <a:pt x="57" y="111"/>
                    <a:pt x="28" y="18"/>
                  </a:cubicBezTo>
                  <a:cubicBezTo>
                    <a:pt x="28" y="0"/>
                    <a:pt x="0" y="9"/>
                    <a:pt x="10" y="27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3824013" y="3512940"/>
              <a:ext cx="36917" cy="23217"/>
            </a:xfrm>
            <a:custGeom>
              <a:rect b="b" l="l" r="r" t="t"/>
              <a:pathLst>
                <a:path extrusionOk="0" h="177" w="278">
                  <a:moveTo>
                    <a:pt x="27" y="176"/>
                  </a:moveTo>
                  <a:lnTo>
                    <a:pt x="27" y="176"/>
                  </a:lnTo>
                  <a:cubicBezTo>
                    <a:pt x="102" y="130"/>
                    <a:pt x="184" y="83"/>
                    <a:pt x="259" y="37"/>
                  </a:cubicBezTo>
                  <a:cubicBezTo>
                    <a:pt x="277" y="28"/>
                    <a:pt x="268" y="0"/>
                    <a:pt x="250" y="9"/>
                  </a:cubicBezTo>
                  <a:cubicBezTo>
                    <a:pt x="175" y="55"/>
                    <a:pt x="91" y="101"/>
                    <a:pt x="18" y="148"/>
                  </a:cubicBezTo>
                  <a:cubicBezTo>
                    <a:pt x="0" y="157"/>
                    <a:pt x="9" y="176"/>
                    <a:pt x="27" y="176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3824012" y="3520084"/>
              <a:ext cx="104200" cy="18455"/>
            </a:xfrm>
            <a:custGeom>
              <a:rect b="b" l="l" r="r" t="t"/>
              <a:pathLst>
                <a:path extrusionOk="0" h="140" w="778">
                  <a:moveTo>
                    <a:pt x="18" y="139"/>
                  </a:moveTo>
                  <a:lnTo>
                    <a:pt x="18" y="139"/>
                  </a:lnTo>
                  <a:cubicBezTo>
                    <a:pt x="268" y="102"/>
                    <a:pt x="517" y="66"/>
                    <a:pt x="768" y="28"/>
                  </a:cubicBezTo>
                  <a:cubicBezTo>
                    <a:pt x="777" y="28"/>
                    <a:pt x="777" y="0"/>
                    <a:pt x="758" y="9"/>
                  </a:cubicBezTo>
                  <a:cubicBezTo>
                    <a:pt x="508" y="37"/>
                    <a:pt x="259" y="75"/>
                    <a:pt x="9" y="112"/>
                  </a:cubicBezTo>
                  <a:cubicBezTo>
                    <a:pt x="0" y="112"/>
                    <a:pt x="0" y="139"/>
                    <a:pt x="18" y="139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3824013" y="3536752"/>
              <a:ext cx="128017" cy="5358"/>
            </a:xfrm>
            <a:custGeom>
              <a:rect b="b" l="l" r="r" t="t"/>
              <a:pathLst>
                <a:path extrusionOk="0" h="46" w="953">
                  <a:moveTo>
                    <a:pt x="18" y="27"/>
                  </a:moveTo>
                  <a:lnTo>
                    <a:pt x="18" y="27"/>
                  </a:lnTo>
                  <a:cubicBezTo>
                    <a:pt x="323" y="36"/>
                    <a:pt x="629" y="36"/>
                    <a:pt x="943" y="45"/>
                  </a:cubicBezTo>
                  <a:cubicBezTo>
                    <a:pt x="952" y="45"/>
                    <a:pt x="952" y="18"/>
                    <a:pt x="943" y="18"/>
                  </a:cubicBezTo>
                  <a:cubicBezTo>
                    <a:pt x="629" y="18"/>
                    <a:pt x="323" y="9"/>
                    <a:pt x="18" y="0"/>
                  </a:cubicBezTo>
                  <a:cubicBezTo>
                    <a:pt x="0" y="0"/>
                    <a:pt x="0" y="27"/>
                    <a:pt x="18" y="27"/>
                  </a:cubicBezTo>
                </a:path>
              </a:pathLst>
            </a:custGeom>
            <a:solidFill>
              <a:srgbClr val="85753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3634070" y="3434359"/>
              <a:ext cx="221500" cy="36909"/>
            </a:xfrm>
            <a:custGeom>
              <a:rect b="b" l="l" r="r" t="t"/>
              <a:pathLst>
                <a:path extrusionOk="0" h="279" w="1647">
                  <a:moveTo>
                    <a:pt x="1646" y="0"/>
                  </a:moveTo>
                  <a:lnTo>
                    <a:pt x="1646" y="0"/>
                  </a:lnTo>
                  <a:cubicBezTo>
                    <a:pt x="74" y="84"/>
                    <a:pt x="74" y="84"/>
                    <a:pt x="74" y="84"/>
                  </a:cubicBezTo>
                  <a:cubicBezTo>
                    <a:pt x="74" y="84"/>
                    <a:pt x="0" y="203"/>
                    <a:pt x="103" y="250"/>
                  </a:cubicBezTo>
                  <a:cubicBezTo>
                    <a:pt x="103" y="250"/>
                    <a:pt x="213" y="278"/>
                    <a:pt x="240" y="175"/>
                  </a:cubicBezTo>
                  <a:lnTo>
                    <a:pt x="1646" y="0"/>
                  </a:lnTo>
                </a:path>
              </a:pathLst>
            </a:custGeom>
            <a:solidFill>
              <a:srgbClr val="F1636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3666224" y="3434359"/>
              <a:ext cx="189346" cy="65484"/>
            </a:xfrm>
            <a:custGeom>
              <a:rect b="b" l="l" r="r" t="t"/>
              <a:pathLst>
                <a:path extrusionOk="0" h="491" w="1407">
                  <a:moveTo>
                    <a:pt x="1406" y="0"/>
                  </a:moveTo>
                  <a:lnTo>
                    <a:pt x="1406" y="0"/>
                  </a:lnTo>
                  <a:cubicBezTo>
                    <a:pt x="777" y="278"/>
                    <a:pt x="777" y="278"/>
                    <a:pt x="777" y="278"/>
                  </a:cubicBezTo>
                  <a:cubicBezTo>
                    <a:pt x="777" y="278"/>
                    <a:pt x="223" y="490"/>
                    <a:pt x="0" y="175"/>
                  </a:cubicBezTo>
                  <a:lnTo>
                    <a:pt x="1406" y="0"/>
                  </a:ln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3665033" y="3433168"/>
              <a:ext cx="193514" cy="48221"/>
            </a:xfrm>
            <a:custGeom>
              <a:rect b="b" l="l" r="r" t="t"/>
              <a:pathLst>
                <a:path extrusionOk="0" h="361" w="1436">
                  <a:moveTo>
                    <a:pt x="1415" y="9"/>
                  </a:moveTo>
                  <a:lnTo>
                    <a:pt x="1415" y="9"/>
                  </a:lnTo>
                  <a:cubicBezTo>
                    <a:pt x="786" y="278"/>
                    <a:pt x="786" y="278"/>
                    <a:pt x="786" y="278"/>
                  </a:cubicBezTo>
                  <a:cubicBezTo>
                    <a:pt x="786" y="287"/>
                    <a:pt x="786" y="287"/>
                    <a:pt x="786" y="287"/>
                  </a:cubicBezTo>
                  <a:cubicBezTo>
                    <a:pt x="786" y="278"/>
                    <a:pt x="786" y="278"/>
                    <a:pt x="786" y="278"/>
                  </a:cubicBezTo>
                  <a:cubicBezTo>
                    <a:pt x="786" y="278"/>
                    <a:pt x="777" y="278"/>
                    <a:pt x="777" y="287"/>
                  </a:cubicBezTo>
                  <a:cubicBezTo>
                    <a:pt x="740" y="296"/>
                    <a:pt x="574" y="351"/>
                    <a:pt x="398" y="351"/>
                  </a:cubicBezTo>
                  <a:cubicBezTo>
                    <a:pt x="250" y="351"/>
                    <a:pt x="102" y="314"/>
                    <a:pt x="9" y="184"/>
                  </a:cubicBezTo>
                  <a:cubicBezTo>
                    <a:pt x="1415" y="9"/>
                    <a:pt x="1415" y="9"/>
                    <a:pt x="1415" y="9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102" y="323"/>
                    <a:pt x="250" y="360"/>
                    <a:pt x="398" y="360"/>
                  </a:cubicBezTo>
                  <a:cubicBezTo>
                    <a:pt x="601" y="360"/>
                    <a:pt x="786" y="287"/>
                    <a:pt x="786" y="287"/>
                  </a:cubicBezTo>
                  <a:cubicBezTo>
                    <a:pt x="1435" y="0"/>
                    <a:pt x="1435" y="0"/>
                    <a:pt x="1435" y="0"/>
                  </a:cubicBezTo>
                  <a:cubicBezTo>
                    <a:pt x="1415" y="9"/>
                    <a:pt x="1415" y="9"/>
                    <a:pt x="1415" y="9"/>
                  </a:cubicBez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3769829" y="3434359"/>
              <a:ext cx="147071" cy="107156"/>
            </a:xfrm>
            <a:custGeom>
              <a:rect b="b" l="l" r="r" t="t"/>
              <a:pathLst>
                <a:path extrusionOk="0" h="796" w="1093">
                  <a:moveTo>
                    <a:pt x="1092" y="574"/>
                  </a:moveTo>
                  <a:lnTo>
                    <a:pt x="1092" y="574"/>
                  </a:lnTo>
                  <a:cubicBezTo>
                    <a:pt x="1092" y="574"/>
                    <a:pt x="426" y="795"/>
                    <a:pt x="0" y="278"/>
                  </a:cubicBezTo>
                  <a:cubicBezTo>
                    <a:pt x="638" y="0"/>
                    <a:pt x="638" y="0"/>
                    <a:pt x="638" y="0"/>
                  </a:cubicBezTo>
                  <a:lnTo>
                    <a:pt x="1092" y="574"/>
                  </a:lnTo>
                </a:path>
              </a:pathLst>
            </a:custGeom>
            <a:solidFill>
              <a:srgbClr val="F1636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3856166" y="3434359"/>
              <a:ext cx="166720" cy="135731"/>
            </a:xfrm>
            <a:custGeom>
              <a:rect b="b" l="l" r="r" t="t"/>
              <a:pathLst>
                <a:path extrusionOk="0" h="1010" w="1241">
                  <a:moveTo>
                    <a:pt x="1240" y="879"/>
                  </a:moveTo>
                  <a:lnTo>
                    <a:pt x="1240" y="879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454" y="574"/>
                    <a:pt x="454" y="574"/>
                    <a:pt x="454" y="574"/>
                  </a:cubicBezTo>
                  <a:cubicBezTo>
                    <a:pt x="454" y="574"/>
                    <a:pt x="741" y="1009"/>
                    <a:pt x="1240" y="879"/>
                  </a:cubicBez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3853784" y="3433168"/>
              <a:ext cx="169697" cy="123230"/>
            </a:xfrm>
            <a:custGeom>
              <a:rect b="b" l="l" r="r" t="t"/>
              <a:pathLst>
                <a:path extrusionOk="0" h="917" w="1259">
                  <a:moveTo>
                    <a:pt x="1258" y="888"/>
                  </a:moveTo>
                  <a:lnTo>
                    <a:pt x="1258" y="888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463" y="583"/>
                    <a:pt x="463" y="583"/>
                    <a:pt x="463" y="583"/>
                  </a:cubicBezTo>
                  <a:cubicBezTo>
                    <a:pt x="472" y="583"/>
                    <a:pt x="472" y="583"/>
                    <a:pt x="472" y="583"/>
                  </a:cubicBezTo>
                  <a:cubicBezTo>
                    <a:pt x="463" y="583"/>
                    <a:pt x="463" y="583"/>
                    <a:pt x="463" y="583"/>
                  </a:cubicBezTo>
                  <a:cubicBezTo>
                    <a:pt x="463" y="583"/>
                    <a:pt x="686" y="916"/>
                    <a:pt x="1073" y="916"/>
                  </a:cubicBezTo>
                  <a:cubicBezTo>
                    <a:pt x="1130" y="916"/>
                    <a:pt x="1194" y="907"/>
                    <a:pt x="1258" y="888"/>
                  </a:cubicBezTo>
                  <a:cubicBezTo>
                    <a:pt x="1249" y="888"/>
                    <a:pt x="1249" y="888"/>
                    <a:pt x="1249" y="888"/>
                  </a:cubicBezTo>
                  <a:cubicBezTo>
                    <a:pt x="1194" y="907"/>
                    <a:pt x="1130" y="907"/>
                    <a:pt x="1073" y="907"/>
                  </a:cubicBezTo>
                  <a:cubicBezTo>
                    <a:pt x="879" y="907"/>
                    <a:pt x="731" y="832"/>
                    <a:pt x="629" y="749"/>
                  </a:cubicBezTo>
                  <a:cubicBezTo>
                    <a:pt x="574" y="704"/>
                    <a:pt x="537" y="665"/>
                    <a:pt x="510" y="629"/>
                  </a:cubicBezTo>
                  <a:cubicBezTo>
                    <a:pt x="499" y="620"/>
                    <a:pt x="490" y="601"/>
                    <a:pt x="481" y="592"/>
                  </a:cubicBezTo>
                  <a:cubicBezTo>
                    <a:pt x="472" y="583"/>
                    <a:pt x="472" y="583"/>
                    <a:pt x="472" y="58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1249" y="888"/>
                    <a:pt x="1249" y="888"/>
                    <a:pt x="1249" y="888"/>
                  </a:cubicBezTo>
                  <a:lnTo>
                    <a:pt x="1258" y="888"/>
                  </a:lnTo>
                </a:path>
              </a:pathLst>
            </a:custGeom>
            <a:solidFill>
              <a:srgbClr val="F6F7F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3856165" y="3434359"/>
              <a:ext cx="185774" cy="139303"/>
            </a:xfrm>
            <a:custGeom>
              <a:rect b="b" l="l" r="r" t="t"/>
              <a:pathLst>
                <a:path extrusionOk="0" h="1038" w="1380">
                  <a:moveTo>
                    <a:pt x="0" y="0"/>
                  </a:moveTo>
                  <a:lnTo>
                    <a:pt x="0" y="0"/>
                  </a:lnTo>
                  <a:cubicBezTo>
                    <a:pt x="1352" y="916"/>
                    <a:pt x="1352" y="916"/>
                    <a:pt x="1352" y="916"/>
                  </a:cubicBezTo>
                  <a:cubicBezTo>
                    <a:pt x="1352" y="916"/>
                    <a:pt x="1379" y="1037"/>
                    <a:pt x="1269" y="1027"/>
                  </a:cubicBezTo>
                  <a:cubicBezTo>
                    <a:pt x="1269" y="1027"/>
                    <a:pt x="1213" y="980"/>
                    <a:pt x="1240" y="879"/>
                  </a:cubicBezTo>
                  <a:lnTo>
                    <a:pt x="0" y="0"/>
                  </a:lnTo>
                </a:path>
              </a:pathLst>
            </a:custGeom>
            <a:solidFill>
              <a:srgbClr val="F1636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3683491" y="3608785"/>
              <a:ext cx="184583" cy="228005"/>
            </a:xfrm>
            <a:custGeom>
              <a:rect b="b" l="l" r="r" t="t"/>
              <a:pathLst>
                <a:path extrusionOk="0" h="1694" w="1370">
                  <a:moveTo>
                    <a:pt x="38" y="93"/>
                  </a:moveTo>
                  <a:lnTo>
                    <a:pt x="38" y="93"/>
                  </a:lnTo>
                  <a:cubicBezTo>
                    <a:pt x="408" y="565"/>
                    <a:pt x="777" y="1036"/>
                    <a:pt x="1148" y="1499"/>
                  </a:cubicBezTo>
                  <a:cubicBezTo>
                    <a:pt x="1185" y="1554"/>
                    <a:pt x="1221" y="1601"/>
                    <a:pt x="1258" y="1647"/>
                  </a:cubicBezTo>
                  <a:cubicBezTo>
                    <a:pt x="1296" y="1693"/>
                    <a:pt x="1369" y="1638"/>
                    <a:pt x="1333" y="1601"/>
                  </a:cubicBezTo>
                  <a:cubicBezTo>
                    <a:pt x="962" y="1129"/>
                    <a:pt x="592" y="658"/>
                    <a:pt x="223" y="186"/>
                  </a:cubicBezTo>
                  <a:cubicBezTo>
                    <a:pt x="186" y="139"/>
                    <a:pt x="148" y="93"/>
                    <a:pt x="111" y="47"/>
                  </a:cubicBezTo>
                  <a:cubicBezTo>
                    <a:pt x="75" y="0"/>
                    <a:pt x="0" y="47"/>
                    <a:pt x="38" y="93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3712668" y="3671293"/>
              <a:ext cx="51802" cy="127992"/>
            </a:xfrm>
            <a:custGeom>
              <a:rect b="b" l="l" r="r" t="t"/>
              <a:pathLst>
                <a:path extrusionOk="0" h="954" w="388">
                  <a:moveTo>
                    <a:pt x="276" y="57"/>
                  </a:moveTo>
                  <a:lnTo>
                    <a:pt x="276" y="57"/>
                  </a:lnTo>
                  <a:cubicBezTo>
                    <a:pt x="194" y="333"/>
                    <a:pt x="110" y="602"/>
                    <a:pt x="18" y="880"/>
                  </a:cubicBezTo>
                  <a:cubicBezTo>
                    <a:pt x="0" y="935"/>
                    <a:pt x="91" y="953"/>
                    <a:pt x="110" y="898"/>
                  </a:cubicBezTo>
                  <a:cubicBezTo>
                    <a:pt x="194" y="629"/>
                    <a:pt x="276" y="353"/>
                    <a:pt x="369" y="75"/>
                  </a:cubicBezTo>
                  <a:cubicBezTo>
                    <a:pt x="387" y="20"/>
                    <a:pt x="296" y="0"/>
                    <a:pt x="276" y="57"/>
                  </a:cubicBez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3750180" y="3671293"/>
              <a:ext cx="14290" cy="19646"/>
            </a:xfrm>
            <a:custGeom>
              <a:rect b="b" l="l" r="r" t="t"/>
              <a:pathLst>
                <a:path extrusionOk="0" h="149" w="112">
                  <a:moveTo>
                    <a:pt x="0" y="66"/>
                  </a:moveTo>
                  <a:lnTo>
                    <a:pt x="0" y="66"/>
                  </a:lnTo>
                  <a:cubicBezTo>
                    <a:pt x="0" y="66"/>
                    <a:pt x="0" y="57"/>
                    <a:pt x="0" y="66"/>
                  </a:cubicBezTo>
                  <a:cubicBezTo>
                    <a:pt x="29" y="20"/>
                    <a:pt x="102" y="48"/>
                    <a:pt x="66" y="148"/>
                  </a:cubicBezTo>
                  <a:cubicBezTo>
                    <a:pt x="75" y="139"/>
                    <a:pt x="84" y="84"/>
                    <a:pt x="93" y="84"/>
                  </a:cubicBezTo>
                  <a:cubicBezTo>
                    <a:pt x="111" y="20"/>
                    <a:pt x="20" y="0"/>
                    <a:pt x="0" y="66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3833539" y="3732610"/>
              <a:ext cx="20840" cy="15478"/>
            </a:xfrm>
            <a:custGeom>
              <a:rect b="b" l="l" r="r" t="t"/>
              <a:pathLst>
                <a:path extrusionOk="0" h="121" w="158">
                  <a:moveTo>
                    <a:pt x="130" y="27"/>
                  </a:moveTo>
                  <a:lnTo>
                    <a:pt x="130" y="27"/>
                  </a:lnTo>
                  <a:cubicBezTo>
                    <a:pt x="130" y="27"/>
                    <a:pt x="111" y="0"/>
                    <a:pt x="75" y="1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7" y="120"/>
                    <a:pt x="47" y="120"/>
                    <a:pt x="47" y="120"/>
                  </a:cubicBezTo>
                  <a:cubicBezTo>
                    <a:pt x="120" y="93"/>
                    <a:pt x="120" y="93"/>
                    <a:pt x="120" y="93"/>
                  </a:cubicBezTo>
                  <a:cubicBezTo>
                    <a:pt x="120" y="93"/>
                    <a:pt x="157" y="65"/>
                    <a:pt x="130" y="27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3686469" y="3612952"/>
              <a:ext cx="175651" cy="220266"/>
            </a:xfrm>
            <a:custGeom>
              <a:rect b="b" l="l" r="r" t="t"/>
              <a:pathLst>
                <a:path extrusionOk="0" h="1637" w="1307">
                  <a:moveTo>
                    <a:pt x="38" y="0"/>
                  </a:moveTo>
                  <a:lnTo>
                    <a:pt x="38" y="0"/>
                  </a:lnTo>
                  <a:cubicBezTo>
                    <a:pt x="11" y="9"/>
                    <a:pt x="0" y="36"/>
                    <a:pt x="11" y="55"/>
                  </a:cubicBezTo>
                  <a:cubicBezTo>
                    <a:pt x="353" y="526"/>
                    <a:pt x="732" y="961"/>
                    <a:pt x="1083" y="1415"/>
                  </a:cubicBezTo>
                  <a:cubicBezTo>
                    <a:pt x="1139" y="1488"/>
                    <a:pt x="1194" y="1554"/>
                    <a:pt x="1240" y="1618"/>
                  </a:cubicBezTo>
                  <a:cubicBezTo>
                    <a:pt x="1258" y="1636"/>
                    <a:pt x="1287" y="1636"/>
                    <a:pt x="1306" y="1627"/>
                  </a:cubicBezTo>
                  <a:lnTo>
                    <a:pt x="38" y="0"/>
                  </a:ln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"/>
            <p:cNvSpPr/>
            <p:nvPr/>
          </p:nvSpPr>
          <p:spPr>
            <a:xfrm>
              <a:off x="3603704" y="3623668"/>
              <a:ext cx="103009" cy="29766"/>
            </a:xfrm>
            <a:custGeom>
              <a:rect b="b" l="l" r="r" t="t"/>
              <a:pathLst>
                <a:path extrusionOk="0" h="224" w="767">
                  <a:moveTo>
                    <a:pt x="64" y="214"/>
                  </a:moveTo>
                  <a:lnTo>
                    <a:pt x="64" y="214"/>
                  </a:lnTo>
                  <a:cubicBezTo>
                    <a:pt x="276" y="176"/>
                    <a:pt x="490" y="139"/>
                    <a:pt x="711" y="102"/>
                  </a:cubicBezTo>
                  <a:cubicBezTo>
                    <a:pt x="766" y="93"/>
                    <a:pt x="757" y="0"/>
                    <a:pt x="702" y="9"/>
                  </a:cubicBezTo>
                  <a:cubicBezTo>
                    <a:pt x="490" y="46"/>
                    <a:pt x="267" y="84"/>
                    <a:pt x="55" y="130"/>
                  </a:cubicBezTo>
                  <a:cubicBezTo>
                    <a:pt x="0" y="139"/>
                    <a:pt x="0" y="223"/>
                    <a:pt x="64" y="214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"/>
            <p:cNvSpPr/>
            <p:nvPr/>
          </p:nvSpPr>
          <p:spPr>
            <a:xfrm>
              <a:off x="3606085" y="3631407"/>
              <a:ext cx="98246" cy="23217"/>
            </a:xfrm>
            <a:custGeom>
              <a:rect b="b" l="l" r="r" t="t"/>
              <a:pathLst>
                <a:path extrusionOk="0" h="178" w="731">
                  <a:moveTo>
                    <a:pt x="0" y="139"/>
                  </a:moveTo>
                  <a:lnTo>
                    <a:pt x="0" y="139"/>
                  </a:lnTo>
                  <a:cubicBezTo>
                    <a:pt x="0" y="159"/>
                    <a:pt x="19" y="177"/>
                    <a:pt x="46" y="177"/>
                  </a:cubicBezTo>
                  <a:cubicBezTo>
                    <a:pt x="258" y="130"/>
                    <a:pt x="481" y="84"/>
                    <a:pt x="693" y="47"/>
                  </a:cubicBezTo>
                  <a:cubicBezTo>
                    <a:pt x="721" y="38"/>
                    <a:pt x="730" y="20"/>
                    <a:pt x="730" y="0"/>
                  </a:cubicBezTo>
                  <a:lnTo>
                    <a:pt x="0" y="139"/>
                  </a:ln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"/>
            <p:cNvSpPr/>
            <p:nvPr/>
          </p:nvSpPr>
          <p:spPr>
            <a:xfrm>
              <a:off x="3747203" y="3797499"/>
              <a:ext cx="101818" cy="45839"/>
            </a:xfrm>
            <a:custGeom>
              <a:rect b="b" l="l" r="r" t="t"/>
              <a:pathLst>
                <a:path extrusionOk="0" h="344" w="759">
                  <a:moveTo>
                    <a:pt x="74" y="323"/>
                  </a:moveTo>
                  <a:lnTo>
                    <a:pt x="74" y="323"/>
                  </a:lnTo>
                  <a:cubicBezTo>
                    <a:pt x="278" y="250"/>
                    <a:pt x="481" y="175"/>
                    <a:pt x="694" y="102"/>
                  </a:cubicBezTo>
                  <a:cubicBezTo>
                    <a:pt x="704" y="102"/>
                    <a:pt x="713" y="93"/>
                    <a:pt x="722" y="93"/>
                  </a:cubicBezTo>
                  <a:cubicBezTo>
                    <a:pt x="758" y="74"/>
                    <a:pt x="713" y="0"/>
                    <a:pt x="676" y="18"/>
                  </a:cubicBezTo>
                  <a:cubicBezTo>
                    <a:pt x="462" y="93"/>
                    <a:pt x="259" y="166"/>
                    <a:pt x="56" y="241"/>
                  </a:cubicBezTo>
                  <a:cubicBezTo>
                    <a:pt x="0" y="259"/>
                    <a:pt x="27" y="343"/>
                    <a:pt x="74" y="323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"/>
            <p:cNvSpPr/>
            <p:nvPr/>
          </p:nvSpPr>
          <p:spPr>
            <a:xfrm>
              <a:off x="3751371" y="3805238"/>
              <a:ext cx="93482" cy="39291"/>
            </a:xfrm>
            <a:custGeom>
              <a:rect b="b" l="l" r="r" t="t"/>
              <a:pathLst>
                <a:path extrusionOk="0" h="297" w="696">
                  <a:moveTo>
                    <a:pt x="0" y="258"/>
                  </a:moveTo>
                  <a:lnTo>
                    <a:pt x="0" y="258"/>
                  </a:lnTo>
                  <a:cubicBezTo>
                    <a:pt x="20" y="278"/>
                    <a:pt x="29" y="296"/>
                    <a:pt x="47" y="287"/>
                  </a:cubicBezTo>
                  <a:cubicBezTo>
                    <a:pt x="251" y="203"/>
                    <a:pt x="463" y="130"/>
                    <a:pt x="667" y="46"/>
                  </a:cubicBezTo>
                  <a:cubicBezTo>
                    <a:pt x="677" y="46"/>
                    <a:pt x="695" y="37"/>
                    <a:pt x="695" y="37"/>
                  </a:cubicBezTo>
                  <a:cubicBezTo>
                    <a:pt x="695" y="28"/>
                    <a:pt x="686" y="18"/>
                    <a:pt x="677" y="0"/>
                  </a:cubicBezTo>
                  <a:lnTo>
                    <a:pt x="0" y="258"/>
                  </a:ln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"/>
            <p:cNvSpPr/>
            <p:nvPr/>
          </p:nvSpPr>
          <p:spPr>
            <a:xfrm>
              <a:off x="3616208" y="3626644"/>
              <a:ext cx="194110" cy="154781"/>
            </a:xfrm>
            <a:custGeom>
              <a:rect b="b" l="l" r="r" t="t"/>
              <a:pathLst>
                <a:path extrusionOk="0" h="1150" w="1443">
                  <a:moveTo>
                    <a:pt x="471" y="0"/>
                  </a:moveTo>
                  <a:lnTo>
                    <a:pt x="471" y="0"/>
                  </a:lnTo>
                  <a:cubicBezTo>
                    <a:pt x="471" y="0"/>
                    <a:pt x="647" y="66"/>
                    <a:pt x="758" y="454"/>
                  </a:cubicBezTo>
                  <a:cubicBezTo>
                    <a:pt x="758" y="454"/>
                    <a:pt x="943" y="898"/>
                    <a:pt x="1442" y="889"/>
                  </a:cubicBezTo>
                  <a:cubicBezTo>
                    <a:pt x="998" y="1046"/>
                    <a:pt x="998" y="1046"/>
                    <a:pt x="998" y="1046"/>
                  </a:cubicBezTo>
                  <a:cubicBezTo>
                    <a:pt x="998" y="1046"/>
                    <a:pt x="499" y="1149"/>
                    <a:pt x="277" y="547"/>
                  </a:cubicBezTo>
                  <a:cubicBezTo>
                    <a:pt x="277" y="547"/>
                    <a:pt x="212" y="232"/>
                    <a:pt x="0" y="103"/>
                  </a:cubicBezTo>
                  <a:lnTo>
                    <a:pt x="471" y="0"/>
                  </a:lnTo>
                </a:path>
              </a:pathLst>
            </a:custGeom>
            <a:solidFill>
              <a:srgbClr val="88D0C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"/>
            <p:cNvSpPr/>
            <p:nvPr/>
          </p:nvSpPr>
          <p:spPr>
            <a:xfrm>
              <a:off x="3767447" y="3736182"/>
              <a:ext cx="74429" cy="35719"/>
            </a:xfrm>
            <a:custGeom>
              <a:rect b="b" l="l" r="r" t="t"/>
              <a:pathLst>
                <a:path extrusionOk="0" h="270" w="557">
                  <a:moveTo>
                    <a:pt x="0" y="186"/>
                  </a:moveTo>
                  <a:lnTo>
                    <a:pt x="0" y="186"/>
                  </a:lnTo>
                  <a:cubicBezTo>
                    <a:pt x="0" y="186"/>
                    <a:pt x="75" y="148"/>
                    <a:pt x="93" y="205"/>
                  </a:cubicBezTo>
                  <a:cubicBezTo>
                    <a:pt x="93" y="205"/>
                    <a:pt x="93" y="251"/>
                    <a:pt x="27" y="269"/>
                  </a:cubicBezTo>
                  <a:cubicBezTo>
                    <a:pt x="537" y="93"/>
                    <a:pt x="537" y="93"/>
                    <a:pt x="537" y="93"/>
                  </a:cubicBezTo>
                  <a:cubicBezTo>
                    <a:pt x="537" y="93"/>
                    <a:pt x="556" y="66"/>
                    <a:pt x="546" y="47"/>
                  </a:cubicBezTo>
                  <a:cubicBezTo>
                    <a:pt x="546" y="47"/>
                    <a:pt x="537" y="0"/>
                    <a:pt x="472" y="20"/>
                  </a:cubicBezTo>
                  <a:lnTo>
                    <a:pt x="0" y="186"/>
                  </a:lnTo>
                </a:path>
              </a:pathLst>
            </a:custGeom>
            <a:solidFill>
              <a:srgbClr val="B1DFD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"/>
            <p:cNvSpPr/>
            <p:nvPr/>
          </p:nvSpPr>
          <p:spPr>
            <a:xfrm>
              <a:off x="3592391" y="3629025"/>
              <a:ext cx="191728" cy="239316"/>
            </a:xfrm>
            <a:custGeom>
              <a:rect b="b" l="l" r="r" t="t"/>
              <a:pathLst>
                <a:path extrusionOk="0" h="1778" w="1426">
                  <a:moveTo>
                    <a:pt x="27" y="93"/>
                  </a:moveTo>
                  <a:lnTo>
                    <a:pt x="27" y="93"/>
                  </a:lnTo>
                  <a:cubicBezTo>
                    <a:pt x="408" y="574"/>
                    <a:pt x="777" y="1046"/>
                    <a:pt x="1147" y="1517"/>
                  </a:cubicBezTo>
                  <a:cubicBezTo>
                    <a:pt x="1203" y="1592"/>
                    <a:pt x="1258" y="1665"/>
                    <a:pt x="1304" y="1731"/>
                  </a:cubicBezTo>
                  <a:cubicBezTo>
                    <a:pt x="1342" y="1777"/>
                    <a:pt x="1425" y="1731"/>
                    <a:pt x="1388" y="1684"/>
                  </a:cubicBezTo>
                  <a:cubicBezTo>
                    <a:pt x="1017" y="1212"/>
                    <a:pt x="647" y="731"/>
                    <a:pt x="269" y="259"/>
                  </a:cubicBezTo>
                  <a:cubicBezTo>
                    <a:pt x="221" y="186"/>
                    <a:pt x="166" y="120"/>
                    <a:pt x="111" y="47"/>
                  </a:cubicBezTo>
                  <a:cubicBezTo>
                    <a:pt x="75" y="0"/>
                    <a:pt x="0" y="47"/>
                    <a:pt x="27" y="93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"/>
            <p:cNvSpPr/>
            <p:nvPr/>
          </p:nvSpPr>
          <p:spPr>
            <a:xfrm>
              <a:off x="3593581" y="3633788"/>
              <a:ext cx="183392" cy="232172"/>
            </a:xfrm>
            <a:custGeom>
              <a:rect b="b" l="l" r="r" t="t"/>
              <a:pathLst>
                <a:path extrusionOk="0" h="1722" w="1362">
                  <a:moveTo>
                    <a:pt x="28" y="0"/>
                  </a:moveTo>
                  <a:lnTo>
                    <a:pt x="28" y="0"/>
                  </a:lnTo>
                  <a:cubicBezTo>
                    <a:pt x="9" y="18"/>
                    <a:pt x="0" y="36"/>
                    <a:pt x="18" y="64"/>
                  </a:cubicBezTo>
                  <a:cubicBezTo>
                    <a:pt x="388" y="536"/>
                    <a:pt x="759" y="1008"/>
                    <a:pt x="1138" y="1479"/>
                  </a:cubicBezTo>
                  <a:cubicBezTo>
                    <a:pt x="1194" y="1554"/>
                    <a:pt x="1249" y="1627"/>
                    <a:pt x="1304" y="1693"/>
                  </a:cubicBezTo>
                  <a:cubicBezTo>
                    <a:pt x="1313" y="1721"/>
                    <a:pt x="1342" y="1721"/>
                    <a:pt x="1361" y="1702"/>
                  </a:cubicBezTo>
                  <a:lnTo>
                    <a:pt x="28" y="0"/>
                  </a:ln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"/>
            <p:cNvSpPr/>
            <p:nvPr/>
          </p:nvSpPr>
          <p:spPr>
            <a:xfrm>
              <a:off x="3616207" y="3701654"/>
              <a:ext cx="49421" cy="130374"/>
            </a:xfrm>
            <a:custGeom>
              <a:rect b="b" l="l" r="r" t="t"/>
              <a:pathLst>
                <a:path extrusionOk="0" h="972" w="370">
                  <a:moveTo>
                    <a:pt x="111" y="916"/>
                  </a:moveTo>
                  <a:lnTo>
                    <a:pt x="111" y="916"/>
                  </a:lnTo>
                  <a:cubicBezTo>
                    <a:pt x="184" y="629"/>
                    <a:pt x="268" y="351"/>
                    <a:pt x="351" y="73"/>
                  </a:cubicBezTo>
                  <a:cubicBezTo>
                    <a:pt x="369" y="18"/>
                    <a:pt x="277" y="0"/>
                    <a:pt x="259" y="55"/>
                  </a:cubicBezTo>
                  <a:cubicBezTo>
                    <a:pt x="184" y="333"/>
                    <a:pt x="102" y="611"/>
                    <a:pt x="18" y="898"/>
                  </a:cubicBezTo>
                  <a:cubicBezTo>
                    <a:pt x="0" y="953"/>
                    <a:pt x="93" y="971"/>
                    <a:pt x="111" y="916"/>
                  </a:cubicBez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"/>
            <p:cNvSpPr/>
            <p:nvPr/>
          </p:nvSpPr>
          <p:spPr>
            <a:xfrm>
              <a:off x="3601322" y="3756422"/>
              <a:ext cx="182201" cy="80963"/>
            </a:xfrm>
            <a:custGeom>
              <a:rect b="b" l="l" r="r" t="t"/>
              <a:pathLst>
                <a:path extrusionOk="0" h="603" w="1352">
                  <a:moveTo>
                    <a:pt x="84" y="583"/>
                  </a:moveTo>
                  <a:lnTo>
                    <a:pt x="84" y="583"/>
                  </a:lnTo>
                  <a:cubicBezTo>
                    <a:pt x="492" y="426"/>
                    <a:pt x="889" y="269"/>
                    <a:pt x="1296" y="112"/>
                  </a:cubicBezTo>
                  <a:cubicBezTo>
                    <a:pt x="1351" y="84"/>
                    <a:pt x="1324" y="0"/>
                    <a:pt x="1269" y="20"/>
                  </a:cubicBezTo>
                  <a:cubicBezTo>
                    <a:pt x="861" y="177"/>
                    <a:pt x="463" y="333"/>
                    <a:pt x="57" y="492"/>
                  </a:cubicBezTo>
                  <a:cubicBezTo>
                    <a:pt x="0" y="519"/>
                    <a:pt x="29" y="602"/>
                    <a:pt x="84" y="583"/>
                  </a:cubicBezTo>
                </a:path>
              </a:pathLst>
            </a:custGeom>
            <a:solidFill>
              <a:srgbClr val="F5BA8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"/>
            <p:cNvSpPr/>
            <p:nvPr/>
          </p:nvSpPr>
          <p:spPr>
            <a:xfrm>
              <a:off x="3604895" y="3764162"/>
              <a:ext cx="174461" cy="72033"/>
            </a:xfrm>
            <a:custGeom>
              <a:rect b="b" l="l" r="r" t="t"/>
              <a:pathLst>
                <a:path extrusionOk="0" h="537" w="1296">
                  <a:moveTo>
                    <a:pt x="0" y="499"/>
                  </a:moveTo>
                  <a:lnTo>
                    <a:pt x="0" y="499"/>
                  </a:lnTo>
                  <a:cubicBezTo>
                    <a:pt x="9" y="517"/>
                    <a:pt x="28" y="536"/>
                    <a:pt x="55" y="526"/>
                  </a:cubicBezTo>
                  <a:cubicBezTo>
                    <a:pt x="463" y="369"/>
                    <a:pt x="860" y="212"/>
                    <a:pt x="1267" y="55"/>
                  </a:cubicBezTo>
                  <a:cubicBezTo>
                    <a:pt x="1295" y="46"/>
                    <a:pt x="1295" y="18"/>
                    <a:pt x="1295" y="0"/>
                  </a:cubicBezTo>
                  <a:lnTo>
                    <a:pt x="0" y="499"/>
                  </a:lnTo>
                </a:path>
              </a:pathLst>
            </a:custGeom>
            <a:solidFill>
              <a:srgbClr val="BD885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"/>
          <p:cNvGrpSpPr/>
          <p:nvPr/>
        </p:nvGrpSpPr>
        <p:grpSpPr>
          <a:xfrm>
            <a:off x="1801813" y="2535238"/>
            <a:ext cx="673100" cy="674687"/>
            <a:chOff x="1801341" y="2534841"/>
            <a:chExt cx="674025" cy="675084"/>
          </a:xfrm>
        </p:grpSpPr>
        <p:sp>
          <p:nvSpPr>
            <p:cNvPr id="384" name="Google Shape;384;p1"/>
            <p:cNvSpPr/>
            <p:nvPr/>
          </p:nvSpPr>
          <p:spPr>
            <a:xfrm>
              <a:off x="1801341" y="2534841"/>
              <a:ext cx="674025" cy="675084"/>
            </a:xfrm>
            <a:custGeom>
              <a:rect b="b" l="l" r="r" t="t"/>
              <a:pathLst>
                <a:path extrusionOk="0" h="5006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84"/>
                    <a:pt x="3877" y="5005"/>
                    <a:pt x="2498" y="5005"/>
                  </a:cubicBezTo>
                  <a:cubicBezTo>
                    <a:pt x="1110" y="5005"/>
                    <a:pt x="0" y="3884"/>
                    <a:pt x="0" y="2498"/>
                  </a:cubicBezTo>
                  <a:cubicBezTo>
                    <a:pt x="0" y="1119"/>
                    <a:pt x="1110" y="0"/>
                    <a:pt x="2498" y="0"/>
                  </a:cubicBezTo>
                  <a:cubicBezTo>
                    <a:pt x="3877" y="0"/>
                    <a:pt x="4996" y="1119"/>
                    <a:pt x="4996" y="2498"/>
                  </a:cubicBezTo>
                </a:path>
              </a:pathLst>
            </a:custGeom>
            <a:solidFill>
              <a:srgbClr val="E27A7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"/>
            <p:cNvSpPr/>
            <p:nvPr/>
          </p:nvSpPr>
          <p:spPr>
            <a:xfrm>
              <a:off x="1854930" y="2763441"/>
              <a:ext cx="565657" cy="217884"/>
            </a:xfrm>
            <a:custGeom>
              <a:rect b="b" l="l" r="r" t="t"/>
              <a:pathLst>
                <a:path extrusionOk="0" h="1620" w="4193">
                  <a:moveTo>
                    <a:pt x="4192" y="1516"/>
                  </a:moveTo>
                  <a:lnTo>
                    <a:pt x="4192" y="1516"/>
                  </a:lnTo>
                  <a:cubicBezTo>
                    <a:pt x="4192" y="92"/>
                    <a:pt x="4192" y="92"/>
                    <a:pt x="4192" y="92"/>
                  </a:cubicBezTo>
                  <a:cubicBezTo>
                    <a:pt x="4192" y="37"/>
                    <a:pt x="4146" y="0"/>
                    <a:pt x="4100" y="0"/>
                  </a:cubicBezTo>
                  <a:cubicBezTo>
                    <a:pt x="2111" y="9"/>
                    <a:pt x="2111" y="9"/>
                    <a:pt x="2111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39" y="18"/>
                    <a:pt x="0" y="55"/>
                    <a:pt x="0" y="101"/>
                  </a:cubicBezTo>
                  <a:cubicBezTo>
                    <a:pt x="0" y="1525"/>
                    <a:pt x="0" y="1525"/>
                    <a:pt x="0" y="1525"/>
                  </a:cubicBezTo>
                  <a:cubicBezTo>
                    <a:pt x="0" y="1571"/>
                    <a:pt x="48" y="1619"/>
                    <a:pt x="94" y="1619"/>
                  </a:cubicBezTo>
                  <a:cubicBezTo>
                    <a:pt x="1546" y="1609"/>
                    <a:pt x="1546" y="1609"/>
                    <a:pt x="1546" y="1609"/>
                  </a:cubicBezTo>
                  <a:cubicBezTo>
                    <a:pt x="1546" y="1600"/>
                    <a:pt x="1546" y="1600"/>
                    <a:pt x="1546" y="1600"/>
                  </a:cubicBezTo>
                  <a:cubicBezTo>
                    <a:pt x="1555" y="1600"/>
                    <a:pt x="1555" y="1600"/>
                    <a:pt x="1555" y="1600"/>
                  </a:cubicBezTo>
                  <a:cubicBezTo>
                    <a:pt x="1555" y="1609"/>
                    <a:pt x="1555" y="1609"/>
                    <a:pt x="1555" y="1609"/>
                  </a:cubicBezTo>
                  <a:cubicBezTo>
                    <a:pt x="2111" y="1609"/>
                    <a:pt x="2111" y="1609"/>
                    <a:pt x="2111" y="1609"/>
                  </a:cubicBezTo>
                  <a:cubicBezTo>
                    <a:pt x="4109" y="1600"/>
                    <a:pt x="4109" y="1600"/>
                    <a:pt x="4109" y="1600"/>
                  </a:cubicBezTo>
                  <a:cubicBezTo>
                    <a:pt x="4155" y="1600"/>
                    <a:pt x="4192" y="1562"/>
                    <a:pt x="4192" y="1516"/>
                  </a:cubicBezTo>
                  <a:close/>
                  <a:moveTo>
                    <a:pt x="1536" y="64"/>
                  </a:moveTo>
                  <a:lnTo>
                    <a:pt x="1536" y="64"/>
                  </a:lnTo>
                  <a:cubicBezTo>
                    <a:pt x="1536" y="28"/>
                    <a:pt x="1536" y="28"/>
                    <a:pt x="1536" y="28"/>
                  </a:cubicBezTo>
                  <a:cubicBezTo>
                    <a:pt x="1555" y="28"/>
                    <a:pt x="1555" y="28"/>
                    <a:pt x="1555" y="28"/>
                  </a:cubicBezTo>
                  <a:cubicBezTo>
                    <a:pt x="1555" y="64"/>
                    <a:pt x="1555" y="64"/>
                    <a:pt x="1555" y="64"/>
                  </a:cubicBezTo>
                  <a:lnTo>
                    <a:pt x="1536" y="64"/>
                  </a:lnTo>
                  <a:close/>
                  <a:moveTo>
                    <a:pt x="1536" y="147"/>
                  </a:moveTo>
                  <a:lnTo>
                    <a:pt x="1536" y="147"/>
                  </a:lnTo>
                  <a:cubicBezTo>
                    <a:pt x="1536" y="110"/>
                    <a:pt x="1536" y="110"/>
                    <a:pt x="1536" y="110"/>
                  </a:cubicBezTo>
                  <a:cubicBezTo>
                    <a:pt x="1555" y="110"/>
                    <a:pt x="1555" y="110"/>
                    <a:pt x="1555" y="110"/>
                  </a:cubicBezTo>
                  <a:cubicBezTo>
                    <a:pt x="1555" y="147"/>
                    <a:pt x="1555" y="147"/>
                    <a:pt x="1555" y="147"/>
                  </a:cubicBezTo>
                  <a:lnTo>
                    <a:pt x="1536" y="147"/>
                  </a:lnTo>
                  <a:close/>
                  <a:moveTo>
                    <a:pt x="1536" y="222"/>
                  </a:moveTo>
                  <a:lnTo>
                    <a:pt x="1536" y="222"/>
                  </a:lnTo>
                  <a:cubicBezTo>
                    <a:pt x="1536" y="185"/>
                    <a:pt x="1536" y="185"/>
                    <a:pt x="1536" y="185"/>
                  </a:cubicBezTo>
                  <a:cubicBezTo>
                    <a:pt x="1555" y="185"/>
                    <a:pt x="1555" y="185"/>
                    <a:pt x="1555" y="185"/>
                  </a:cubicBezTo>
                  <a:cubicBezTo>
                    <a:pt x="1555" y="222"/>
                    <a:pt x="1555" y="222"/>
                    <a:pt x="1555" y="222"/>
                  </a:cubicBezTo>
                  <a:lnTo>
                    <a:pt x="1536" y="222"/>
                  </a:lnTo>
                  <a:close/>
                  <a:moveTo>
                    <a:pt x="1536" y="304"/>
                  </a:moveTo>
                  <a:lnTo>
                    <a:pt x="1536" y="304"/>
                  </a:lnTo>
                  <a:cubicBezTo>
                    <a:pt x="1536" y="267"/>
                    <a:pt x="1536" y="267"/>
                    <a:pt x="1536" y="267"/>
                  </a:cubicBezTo>
                  <a:cubicBezTo>
                    <a:pt x="1555" y="267"/>
                    <a:pt x="1555" y="267"/>
                    <a:pt x="1555" y="267"/>
                  </a:cubicBezTo>
                  <a:cubicBezTo>
                    <a:pt x="1555" y="304"/>
                    <a:pt x="1555" y="304"/>
                    <a:pt x="1555" y="304"/>
                  </a:cubicBezTo>
                  <a:lnTo>
                    <a:pt x="1536" y="304"/>
                  </a:lnTo>
                  <a:close/>
                  <a:moveTo>
                    <a:pt x="1536" y="379"/>
                  </a:moveTo>
                  <a:lnTo>
                    <a:pt x="1536" y="379"/>
                  </a:lnTo>
                  <a:cubicBezTo>
                    <a:pt x="1536" y="342"/>
                    <a:pt x="1536" y="342"/>
                    <a:pt x="1536" y="342"/>
                  </a:cubicBezTo>
                  <a:cubicBezTo>
                    <a:pt x="1555" y="342"/>
                    <a:pt x="1555" y="342"/>
                    <a:pt x="1555" y="342"/>
                  </a:cubicBezTo>
                  <a:cubicBezTo>
                    <a:pt x="1555" y="379"/>
                    <a:pt x="1555" y="379"/>
                    <a:pt x="1555" y="379"/>
                  </a:cubicBezTo>
                  <a:lnTo>
                    <a:pt x="1536" y="379"/>
                  </a:lnTo>
                  <a:close/>
                  <a:moveTo>
                    <a:pt x="1536" y="461"/>
                  </a:moveTo>
                  <a:lnTo>
                    <a:pt x="1536" y="461"/>
                  </a:lnTo>
                  <a:cubicBezTo>
                    <a:pt x="1536" y="425"/>
                    <a:pt x="1536" y="425"/>
                    <a:pt x="1536" y="425"/>
                  </a:cubicBezTo>
                  <a:cubicBezTo>
                    <a:pt x="1555" y="425"/>
                    <a:pt x="1555" y="425"/>
                    <a:pt x="1555" y="425"/>
                  </a:cubicBezTo>
                  <a:cubicBezTo>
                    <a:pt x="1555" y="461"/>
                    <a:pt x="1555" y="461"/>
                    <a:pt x="1555" y="461"/>
                  </a:cubicBezTo>
                  <a:lnTo>
                    <a:pt x="1536" y="461"/>
                  </a:lnTo>
                  <a:close/>
                  <a:moveTo>
                    <a:pt x="1536" y="536"/>
                  </a:moveTo>
                  <a:lnTo>
                    <a:pt x="1536" y="536"/>
                  </a:lnTo>
                  <a:cubicBezTo>
                    <a:pt x="1536" y="499"/>
                    <a:pt x="1536" y="499"/>
                    <a:pt x="1536" y="499"/>
                  </a:cubicBezTo>
                  <a:cubicBezTo>
                    <a:pt x="1555" y="499"/>
                    <a:pt x="1555" y="499"/>
                    <a:pt x="1555" y="499"/>
                  </a:cubicBezTo>
                  <a:cubicBezTo>
                    <a:pt x="1555" y="536"/>
                    <a:pt x="1555" y="536"/>
                    <a:pt x="1555" y="536"/>
                  </a:cubicBezTo>
                  <a:lnTo>
                    <a:pt x="1536" y="536"/>
                  </a:lnTo>
                  <a:close/>
                  <a:moveTo>
                    <a:pt x="1536" y="618"/>
                  </a:moveTo>
                  <a:lnTo>
                    <a:pt x="1536" y="618"/>
                  </a:lnTo>
                  <a:cubicBezTo>
                    <a:pt x="1536" y="582"/>
                    <a:pt x="1536" y="582"/>
                    <a:pt x="1536" y="582"/>
                  </a:cubicBezTo>
                  <a:cubicBezTo>
                    <a:pt x="1555" y="582"/>
                    <a:pt x="1555" y="582"/>
                    <a:pt x="1555" y="582"/>
                  </a:cubicBezTo>
                  <a:cubicBezTo>
                    <a:pt x="1555" y="618"/>
                    <a:pt x="1555" y="618"/>
                    <a:pt x="1555" y="618"/>
                  </a:cubicBezTo>
                  <a:lnTo>
                    <a:pt x="1536" y="618"/>
                  </a:lnTo>
                  <a:close/>
                  <a:moveTo>
                    <a:pt x="1536" y="693"/>
                  </a:moveTo>
                  <a:lnTo>
                    <a:pt x="1536" y="693"/>
                  </a:lnTo>
                  <a:cubicBezTo>
                    <a:pt x="1536" y="657"/>
                    <a:pt x="1536" y="657"/>
                    <a:pt x="1536" y="657"/>
                  </a:cubicBezTo>
                  <a:cubicBezTo>
                    <a:pt x="1555" y="657"/>
                    <a:pt x="1555" y="657"/>
                    <a:pt x="1555" y="657"/>
                  </a:cubicBezTo>
                  <a:cubicBezTo>
                    <a:pt x="1555" y="693"/>
                    <a:pt x="1555" y="693"/>
                    <a:pt x="1555" y="693"/>
                  </a:cubicBezTo>
                  <a:lnTo>
                    <a:pt x="1536" y="693"/>
                  </a:lnTo>
                  <a:close/>
                  <a:moveTo>
                    <a:pt x="1536" y="776"/>
                  </a:moveTo>
                  <a:lnTo>
                    <a:pt x="1536" y="776"/>
                  </a:lnTo>
                  <a:cubicBezTo>
                    <a:pt x="1536" y="739"/>
                    <a:pt x="1536" y="739"/>
                    <a:pt x="1536" y="739"/>
                  </a:cubicBezTo>
                  <a:cubicBezTo>
                    <a:pt x="1555" y="739"/>
                    <a:pt x="1555" y="739"/>
                    <a:pt x="1555" y="739"/>
                  </a:cubicBezTo>
                  <a:cubicBezTo>
                    <a:pt x="1555" y="776"/>
                    <a:pt x="1555" y="776"/>
                    <a:pt x="1555" y="776"/>
                  </a:cubicBezTo>
                  <a:lnTo>
                    <a:pt x="1536" y="776"/>
                  </a:lnTo>
                  <a:close/>
                  <a:moveTo>
                    <a:pt x="1536" y="851"/>
                  </a:moveTo>
                  <a:lnTo>
                    <a:pt x="1536" y="851"/>
                  </a:lnTo>
                  <a:cubicBezTo>
                    <a:pt x="1536" y="814"/>
                    <a:pt x="1536" y="814"/>
                    <a:pt x="1536" y="814"/>
                  </a:cubicBezTo>
                  <a:cubicBezTo>
                    <a:pt x="1555" y="814"/>
                    <a:pt x="1555" y="814"/>
                    <a:pt x="1555" y="814"/>
                  </a:cubicBezTo>
                  <a:cubicBezTo>
                    <a:pt x="1555" y="851"/>
                    <a:pt x="1555" y="851"/>
                    <a:pt x="1555" y="851"/>
                  </a:cubicBezTo>
                  <a:lnTo>
                    <a:pt x="1536" y="851"/>
                  </a:lnTo>
                  <a:close/>
                  <a:moveTo>
                    <a:pt x="1536" y="933"/>
                  </a:moveTo>
                  <a:lnTo>
                    <a:pt x="1536" y="933"/>
                  </a:lnTo>
                  <a:cubicBezTo>
                    <a:pt x="1536" y="896"/>
                    <a:pt x="1536" y="896"/>
                    <a:pt x="1536" y="896"/>
                  </a:cubicBezTo>
                  <a:cubicBezTo>
                    <a:pt x="1555" y="896"/>
                    <a:pt x="1555" y="896"/>
                    <a:pt x="1555" y="896"/>
                  </a:cubicBezTo>
                  <a:cubicBezTo>
                    <a:pt x="1555" y="933"/>
                    <a:pt x="1555" y="933"/>
                    <a:pt x="1555" y="933"/>
                  </a:cubicBezTo>
                  <a:lnTo>
                    <a:pt x="1536" y="933"/>
                  </a:lnTo>
                  <a:close/>
                  <a:moveTo>
                    <a:pt x="1536" y="1017"/>
                  </a:moveTo>
                  <a:lnTo>
                    <a:pt x="1536" y="1017"/>
                  </a:lnTo>
                  <a:cubicBezTo>
                    <a:pt x="1536" y="971"/>
                    <a:pt x="1536" y="971"/>
                    <a:pt x="1536" y="971"/>
                  </a:cubicBezTo>
                  <a:cubicBezTo>
                    <a:pt x="1555" y="971"/>
                    <a:pt x="1555" y="971"/>
                    <a:pt x="1555" y="971"/>
                  </a:cubicBezTo>
                  <a:cubicBezTo>
                    <a:pt x="1555" y="1017"/>
                    <a:pt x="1555" y="1017"/>
                    <a:pt x="1555" y="1017"/>
                  </a:cubicBezTo>
                  <a:lnTo>
                    <a:pt x="1536" y="1017"/>
                  </a:lnTo>
                  <a:close/>
                  <a:moveTo>
                    <a:pt x="1546" y="1090"/>
                  </a:moveTo>
                  <a:lnTo>
                    <a:pt x="1546" y="1090"/>
                  </a:lnTo>
                  <a:cubicBezTo>
                    <a:pt x="1536" y="1054"/>
                    <a:pt x="1536" y="1054"/>
                    <a:pt x="1536" y="1054"/>
                  </a:cubicBezTo>
                  <a:cubicBezTo>
                    <a:pt x="1555" y="1054"/>
                    <a:pt x="1555" y="1054"/>
                    <a:pt x="1555" y="1054"/>
                  </a:cubicBezTo>
                  <a:cubicBezTo>
                    <a:pt x="1555" y="1090"/>
                    <a:pt x="1555" y="1090"/>
                    <a:pt x="1555" y="1090"/>
                  </a:cubicBezTo>
                  <a:lnTo>
                    <a:pt x="1546" y="1090"/>
                  </a:lnTo>
                  <a:close/>
                  <a:moveTo>
                    <a:pt x="1546" y="1174"/>
                  </a:moveTo>
                  <a:lnTo>
                    <a:pt x="1546" y="1174"/>
                  </a:lnTo>
                  <a:cubicBezTo>
                    <a:pt x="1546" y="1128"/>
                    <a:pt x="1546" y="1128"/>
                    <a:pt x="1546" y="1128"/>
                  </a:cubicBezTo>
                  <a:cubicBezTo>
                    <a:pt x="1555" y="1128"/>
                    <a:pt x="1555" y="1128"/>
                    <a:pt x="1555" y="1128"/>
                  </a:cubicBezTo>
                  <a:cubicBezTo>
                    <a:pt x="1555" y="1174"/>
                    <a:pt x="1555" y="1174"/>
                    <a:pt x="1555" y="1174"/>
                  </a:cubicBezTo>
                  <a:lnTo>
                    <a:pt x="1546" y="1174"/>
                  </a:lnTo>
                  <a:close/>
                  <a:moveTo>
                    <a:pt x="1546" y="1248"/>
                  </a:moveTo>
                  <a:lnTo>
                    <a:pt x="1546" y="1248"/>
                  </a:lnTo>
                  <a:cubicBezTo>
                    <a:pt x="1546" y="1211"/>
                    <a:pt x="1546" y="1211"/>
                    <a:pt x="1546" y="1211"/>
                  </a:cubicBezTo>
                  <a:cubicBezTo>
                    <a:pt x="1555" y="1211"/>
                    <a:pt x="1555" y="1211"/>
                    <a:pt x="1555" y="1211"/>
                  </a:cubicBezTo>
                  <a:cubicBezTo>
                    <a:pt x="1555" y="1248"/>
                    <a:pt x="1555" y="1248"/>
                    <a:pt x="1555" y="1248"/>
                  </a:cubicBezTo>
                  <a:lnTo>
                    <a:pt x="1546" y="1248"/>
                  </a:lnTo>
                  <a:close/>
                  <a:moveTo>
                    <a:pt x="1546" y="1331"/>
                  </a:moveTo>
                  <a:lnTo>
                    <a:pt x="1546" y="1331"/>
                  </a:lnTo>
                  <a:cubicBezTo>
                    <a:pt x="1546" y="1286"/>
                    <a:pt x="1546" y="1286"/>
                    <a:pt x="1546" y="1286"/>
                  </a:cubicBezTo>
                  <a:cubicBezTo>
                    <a:pt x="1555" y="1286"/>
                    <a:pt x="1555" y="1286"/>
                    <a:pt x="1555" y="1286"/>
                  </a:cubicBezTo>
                  <a:cubicBezTo>
                    <a:pt x="1555" y="1331"/>
                    <a:pt x="1555" y="1331"/>
                    <a:pt x="1555" y="1331"/>
                  </a:cubicBezTo>
                  <a:lnTo>
                    <a:pt x="1546" y="1331"/>
                  </a:lnTo>
                  <a:close/>
                  <a:moveTo>
                    <a:pt x="1546" y="1406"/>
                  </a:moveTo>
                  <a:lnTo>
                    <a:pt x="1546" y="1406"/>
                  </a:lnTo>
                  <a:cubicBezTo>
                    <a:pt x="1546" y="1368"/>
                    <a:pt x="1546" y="1368"/>
                    <a:pt x="1546" y="1368"/>
                  </a:cubicBezTo>
                  <a:cubicBezTo>
                    <a:pt x="1555" y="1368"/>
                    <a:pt x="1555" y="1368"/>
                    <a:pt x="1555" y="1368"/>
                  </a:cubicBezTo>
                  <a:cubicBezTo>
                    <a:pt x="1555" y="1406"/>
                    <a:pt x="1555" y="1406"/>
                    <a:pt x="1555" y="1406"/>
                  </a:cubicBezTo>
                  <a:lnTo>
                    <a:pt x="1546" y="1406"/>
                  </a:lnTo>
                  <a:close/>
                  <a:moveTo>
                    <a:pt x="1546" y="1489"/>
                  </a:moveTo>
                  <a:lnTo>
                    <a:pt x="1546" y="1489"/>
                  </a:lnTo>
                  <a:cubicBezTo>
                    <a:pt x="1546" y="1443"/>
                    <a:pt x="1546" y="1443"/>
                    <a:pt x="1546" y="1443"/>
                  </a:cubicBezTo>
                  <a:cubicBezTo>
                    <a:pt x="1555" y="1443"/>
                    <a:pt x="1555" y="1443"/>
                    <a:pt x="1555" y="1443"/>
                  </a:cubicBezTo>
                  <a:cubicBezTo>
                    <a:pt x="1555" y="1489"/>
                    <a:pt x="1555" y="1489"/>
                    <a:pt x="1555" y="1489"/>
                  </a:cubicBezTo>
                  <a:lnTo>
                    <a:pt x="1546" y="1489"/>
                  </a:lnTo>
                  <a:close/>
                  <a:moveTo>
                    <a:pt x="1546" y="1562"/>
                  </a:moveTo>
                  <a:lnTo>
                    <a:pt x="1546" y="1562"/>
                  </a:lnTo>
                  <a:cubicBezTo>
                    <a:pt x="1546" y="1525"/>
                    <a:pt x="1546" y="1525"/>
                    <a:pt x="1546" y="1525"/>
                  </a:cubicBezTo>
                  <a:cubicBezTo>
                    <a:pt x="1555" y="1525"/>
                    <a:pt x="1555" y="1525"/>
                    <a:pt x="1555" y="1525"/>
                  </a:cubicBezTo>
                  <a:cubicBezTo>
                    <a:pt x="1555" y="1562"/>
                    <a:pt x="1555" y="1562"/>
                    <a:pt x="1555" y="1562"/>
                  </a:cubicBezTo>
                  <a:lnTo>
                    <a:pt x="1546" y="1562"/>
                  </a:lnTo>
                  <a:close/>
                </a:path>
              </a:pathLst>
            </a:custGeom>
            <a:solidFill>
              <a:srgbClr val="A0D2C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"/>
            <p:cNvSpPr/>
            <p:nvPr/>
          </p:nvSpPr>
          <p:spPr>
            <a:xfrm>
              <a:off x="1879937" y="2788444"/>
              <a:ext cx="161957" cy="172046"/>
            </a:xfrm>
            <a:custGeom>
              <a:rect b="b" l="l" r="r" t="t"/>
              <a:pathLst>
                <a:path extrusionOk="0" h="1277" w="1202">
                  <a:moveTo>
                    <a:pt x="1201" y="1230"/>
                  </a:moveTo>
                  <a:lnTo>
                    <a:pt x="1201" y="1230"/>
                  </a:lnTo>
                  <a:cubicBezTo>
                    <a:pt x="1201" y="1258"/>
                    <a:pt x="1183" y="1276"/>
                    <a:pt x="1156" y="1276"/>
                  </a:cubicBezTo>
                  <a:cubicBezTo>
                    <a:pt x="46" y="1276"/>
                    <a:pt x="46" y="1276"/>
                    <a:pt x="46" y="1276"/>
                  </a:cubicBezTo>
                  <a:cubicBezTo>
                    <a:pt x="27" y="1276"/>
                    <a:pt x="0" y="1258"/>
                    <a:pt x="0" y="123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7"/>
                    <a:pt x="18" y="0"/>
                    <a:pt x="46" y="0"/>
                  </a:cubicBezTo>
                  <a:cubicBezTo>
                    <a:pt x="1156" y="0"/>
                    <a:pt x="1156" y="0"/>
                    <a:pt x="1156" y="0"/>
                  </a:cubicBezTo>
                  <a:cubicBezTo>
                    <a:pt x="1183" y="0"/>
                    <a:pt x="1201" y="18"/>
                    <a:pt x="1201" y="46"/>
                  </a:cubicBezTo>
                  <a:lnTo>
                    <a:pt x="1201" y="12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"/>
            <p:cNvSpPr/>
            <p:nvPr/>
          </p:nvSpPr>
          <p:spPr>
            <a:xfrm>
              <a:off x="1872197" y="2780706"/>
              <a:ext cx="176842" cy="186928"/>
            </a:xfrm>
            <a:custGeom>
              <a:rect b="b" l="l" r="r" t="t"/>
              <a:pathLst>
                <a:path extrusionOk="0" h="1389" w="1316">
                  <a:moveTo>
                    <a:pt x="1213" y="1379"/>
                  </a:moveTo>
                  <a:lnTo>
                    <a:pt x="1213" y="1379"/>
                  </a:lnTo>
                  <a:cubicBezTo>
                    <a:pt x="103" y="1388"/>
                    <a:pt x="103" y="1388"/>
                    <a:pt x="103" y="1388"/>
                  </a:cubicBezTo>
                  <a:cubicBezTo>
                    <a:pt x="57" y="1388"/>
                    <a:pt x="9" y="1342"/>
                    <a:pt x="9" y="12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57"/>
                    <a:pt x="48" y="10"/>
                    <a:pt x="103" y="10"/>
                  </a:cubicBezTo>
                  <a:cubicBezTo>
                    <a:pt x="1213" y="0"/>
                    <a:pt x="1213" y="0"/>
                    <a:pt x="1213" y="0"/>
                  </a:cubicBezTo>
                  <a:cubicBezTo>
                    <a:pt x="1267" y="0"/>
                    <a:pt x="1306" y="48"/>
                    <a:pt x="1306" y="103"/>
                  </a:cubicBezTo>
                  <a:cubicBezTo>
                    <a:pt x="1315" y="1287"/>
                    <a:pt x="1315" y="1287"/>
                    <a:pt x="1315" y="1287"/>
                  </a:cubicBezTo>
                  <a:cubicBezTo>
                    <a:pt x="1315" y="1342"/>
                    <a:pt x="1267" y="1379"/>
                    <a:pt x="1213" y="1379"/>
                  </a:cubicBezTo>
                  <a:close/>
                  <a:moveTo>
                    <a:pt x="112" y="1287"/>
                  </a:moveTo>
                  <a:lnTo>
                    <a:pt x="112" y="1287"/>
                  </a:lnTo>
                  <a:cubicBezTo>
                    <a:pt x="1213" y="1278"/>
                    <a:pt x="1213" y="1278"/>
                    <a:pt x="1213" y="1278"/>
                  </a:cubicBezTo>
                  <a:cubicBezTo>
                    <a:pt x="1203" y="103"/>
                    <a:pt x="1203" y="103"/>
                    <a:pt x="1203" y="103"/>
                  </a:cubicBezTo>
                  <a:cubicBezTo>
                    <a:pt x="112" y="112"/>
                    <a:pt x="112" y="112"/>
                    <a:pt x="112" y="112"/>
                  </a:cubicBezTo>
                  <a:lnTo>
                    <a:pt x="112" y="1287"/>
                  </a:lnTo>
                  <a:close/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"/>
            <p:cNvSpPr/>
            <p:nvPr/>
          </p:nvSpPr>
          <p:spPr>
            <a:xfrm>
              <a:off x="2162171" y="2789635"/>
              <a:ext cx="20840" cy="20836"/>
            </a:xfrm>
            <a:custGeom>
              <a:rect b="b" l="l" r="r" t="t"/>
              <a:pathLst>
                <a:path extrusionOk="0" h="158" w="158">
                  <a:moveTo>
                    <a:pt x="121" y="157"/>
                  </a:moveTo>
                  <a:lnTo>
                    <a:pt x="37" y="157"/>
                  </a:lnTo>
                  <a:lnTo>
                    <a:pt x="37" y="119"/>
                  </a:lnTo>
                  <a:lnTo>
                    <a:pt x="46" y="119"/>
                  </a:lnTo>
                  <a:lnTo>
                    <a:pt x="46" y="37"/>
                  </a:lnTo>
                  <a:lnTo>
                    <a:pt x="27" y="37"/>
                  </a:lnTo>
                  <a:lnTo>
                    <a:pt x="27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157" y="0"/>
                  </a:lnTo>
                  <a:lnTo>
                    <a:pt x="157" y="64"/>
                  </a:lnTo>
                  <a:lnTo>
                    <a:pt x="130" y="64"/>
                  </a:lnTo>
                  <a:lnTo>
                    <a:pt x="130" y="37"/>
                  </a:lnTo>
                  <a:lnTo>
                    <a:pt x="111" y="37"/>
                  </a:lnTo>
                  <a:lnTo>
                    <a:pt x="111" y="119"/>
                  </a:lnTo>
                  <a:lnTo>
                    <a:pt x="121" y="119"/>
                  </a:lnTo>
                  <a:lnTo>
                    <a:pt x="121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"/>
            <p:cNvSpPr/>
            <p:nvPr/>
          </p:nvSpPr>
          <p:spPr>
            <a:xfrm>
              <a:off x="2185988" y="2789635"/>
              <a:ext cx="10718" cy="20836"/>
            </a:xfrm>
            <a:custGeom>
              <a:rect b="b" l="l" r="r" t="t"/>
              <a:pathLst>
                <a:path extrusionOk="0" h="158" w="84">
                  <a:moveTo>
                    <a:pt x="83" y="157"/>
                  </a:moveTo>
                  <a:lnTo>
                    <a:pt x="0" y="157"/>
                  </a:lnTo>
                  <a:lnTo>
                    <a:pt x="0" y="119"/>
                  </a:lnTo>
                  <a:lnTo>
                    <a:pt x="9" y="119"/>
                  </a:lnTo>
                  <a:lnTo>
                    <a:pt x="9" y="37"/>
                  </a:lnTo>
                  <a:lnTo>
                    <a:pt x="0" y="37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37"/>
                  </a:lnTo>
                  <a:lnTo>
                    <a:pt x="74" y="37"/>
                  </a:lnTo>
                  <a:lnTo>
                    <a:pt x="74" y="119"/>
                  </a:lnTo>
                  <a:lnTo>
                    <a:pt x="83" y="119"/>
                  </a:lnTo>
                  <a:lnTo>
                    <a:pt x="83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"/>
            <p:cNvSpPr/>
            <p:nvPr/>
          </p:nvSpPr>
          <p:spPr>
            <a:xfrm>
              <a:off x="2199683" y="2789635"/>
              <a:ext cx="22031" cy="20836"/>
            </a:xfrm>
            <a:custGeom>
              <a:rect b="b" l="l" r="r" t="t"/>
              <a:pathLst>
                <a:path extrusionOk="0" h="158" w="167">
                  <a:moveTo>
                    <a:pt x="130" y="92"/>
                  </a:moveTo>
                  <a:lnTo>
                    <a:pt x="130" y="92"/>
                  </a:lnTo>
                  <a:cubicBezTo>
                    <a:pt x="166" y="101"/>
                    <a:pt x="166" y="101"/>
                    <a:pt x="166" y="101"/>
                  </a:cubicBezTo>
                  <a:cubicBezTo>
                    <a:pt x="166" y="119"/>
                    <a:pt x="157" y="128"/>
                    <a:pt x="148" y="148"/>
                  </a:cubicBezTo>
                  <a:cubicBezTo>
                    <a:pt x="130" y="157"/>
                    <a:pt x="111" y="157"/>
                    <a:pt x="91" y="157"/>
                  </a:cubicBezTo>
                  <a:cubicBezTo>
                    <a:pt x="64" y="157"/>
                    <a:pt x="36" y="157"/>
                    <a:pt x="27" y="139"/>
                  </a:cubicBezTo>
                  <a:cubicBezTo>
                    <a:pt x="9" y="119"/>
                    <a:pt x="0" y="101"/>
                    <a:pt x="0" y="82"/>
                  </a:cubicBezTo>
                  <a:cubicBezTo>
                    <a:pt x="0" y="55"/>
                    <a:pt x="9" y="37"/>
                    <a:pt x="27" y="18"/>
                  </a:cubicBezTo>
                  <a:cubicBezTo>
                    <a:pt x="36" y="9"/>
                    <a:pt x="55" y="0"/>
                    <a:pt x="82" y="0"/>
                  </a:cubicBezTo>
                  <a:cubicBezTo>
                    <a:pt x="102" y="0"/>
                    <a:pt x="111" y="0"/>
                    <a:pt x="130" y="9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20" y="55"/>
                    <a:pt x="120" y="55"/>
                    <a:pt x="120" y="55"/>
                  </a:cubicBezTo>
                  <a:cubicBezTo>
                    <a:pt x="120" y="55"/>
                    <a:pt x="120" y="46"/>
                    <a:pt x="111" y="37"/>
                  </a:cubicBezTo>
                  <a:lnTo>
                    <a:pt x="102" y="37"/>
                  </a:lnTo>
                  <a:cubicBezTo>
                    <a:pt x="82" y="37"/>
                    <a:pt x="73" y="46"/>
                    <a:pt x="73" y="82"/>
                  </a:cubicBezTo>
                  <a:cubicBezTo>
                    <a:pt x="73" y="110"/>
                    <a:pt x="82" y="119"/>
                    <a:pt x="102" y="119"/>
                  </a:cubicBezTo>
                  <a:cubicBezTo>
                    <a:pt x="111" y="119"/>
                    <a:pt x="120" y="110"/>
                    <a:pt x="130" y="92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"/>
            <p:cNvSpPr/>
            <p:nvPr/>
          </p:nvSpPr>
          <p:spPr>
            <a:xfrm>
              <a:off x="2224691" y="2789635"/>
              <a:ext cx="24412" cy="20836"/>
            </a:xfrm>
            <a:custGeom>
              <a:rect b="b" l="l" r="r" t="t"/>
              <a:pathLst>
                <a:path extrusionOk="0" h="158" w="185">
                  <a:moveTo>
                    <a:pt x="93" y="157"/>
                  </a:moveTo>
                  <a:lnTo>
                    <a:pt x="0" y="157"/>
                  </a:lnTo>
                  <a:lnTo>
                    <a:pt x="0" y="119"/>
                  </a:lnTo>
                  <a:lnTo>
                    <a:pt x="18" y="119"/>
                  </a:lnTo>
                  <a:lnTo>
                    <a:pt x="18" y="37"/>
                  </a:lnTo>
                  <a:lnTo>
                    <a:pt x="0" y="37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37"/>
                  </a:lnTo>
                  <a:lnTo>
                    <a:pt x="73" y="37"/>
                  </a:lnTo>
                  <a:lnTo>
                    <a:pt x="73" y="119"/>
                  </a:lnTo>
                  <a:lnTo>
                    <a:pt x="93" y="119"/>
                  </a:lnTo>
                  <a:lnTo>
                    <a:pt x="93" y="157"/>
                  </a:lnTo>
                  <a:close/>
                  <a:moveTo>
                    <a:pt x="184" y="157"/>
                  </a:moveTo>
                  <a:lnTo>
                    <a:pt x="102" y="157"/>
                  </a:lnTo>
                  <a:lnTo>
                    <a:pt x="102" y="119"/>
                  </a:lnTo>
                  <a:lnTo>
                    <a:pt x="111" y="119"/>
                  </a:lnTo>
                  <a:lnTo>
                    <a:pt x="82" y="73"/>
                  </a:lnTo>
                  <a:lnTo>
                    <a:pt x="120" y="37"/>
                  </a:lnTo>
                  <a:lnTo>
                    <a:pt x="102" y="37"/>
                  </a:lnTo>
                  <a:lnTo>
                    <a:pt x="102" y="0"/>
                  </a:lnTo>
                  <a:lnTo>
                    <a:pt x="184" y="0"/>
                  </a:lnTo>
                  <a:lnTo>
                    <a:pt x="184" y="37"/>
                  </a:lnTo>
                  <a:lnTo>
                    <a:pt x="175" y="37"/>
                  </a:lnTo>
                  <a:lnTo>
                    <a:pt x="138" y="64"/>
                  </a:lnTo>
                  <a:lnTo>
                    <a:pt x="175" y="119"/>
                  </a:lnTo>
                  <a:lnTo>
                    <a:pt x="184" y="119"/>
                  </a:lnTo>
                  <a:lnTo>
                    <a:pt x="184" y="157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"/>
            <p:cNvSpPr/>
            <p:nvPr/>
          </p:nvSpPr>
          <p:spPr>
            <a:xfrm>
              <a:off x="2252081" y="2789635"/>
              <a:ext cx="19649" cy="20836"/>
            </a:xfrm>
            <a:custGeom>
              <a:rect b="b" l="l" r="r" t="t"/>
              <a:pathLst>
                <a:path extrusionOk="0" h="158" w="149">
                  <a:moveTo>
                    <a:pt x="148" y="157"/>
                  </a:moveTo>
                  <a:lnTo>
                    <a:pt x="0" y="157"/>
                  </a:lnTo>
                  <a:lnTo>
                    <a:pt x="0" y="119"/>
                  </a:lnTo>
                  <a:lnTo>
                    <a:pt x="9" y="119"/>
                  </a:lnTo>
                  <a:lnTo>
                    <a:pt x="9" y="37"/>
                  </a:lnTo>
                  <a:lnTo>
                    <a:pt x="0" y="37"/>
                  </a:lnTo>
                  <a:lnTo>
                    <a:pt x="0" y="0"/>
                  </a:lnTo>
                  <a:lnTo>
                    <a:pt x="148" y="0"/>
                  </a:lnTo>
                  <a:lnTo>
                    <a:pt x="148" y="46"/>
                  </a:lnTo>
                  <a:lnTo>
                    <a:pt x="111" y="46"/>
                  </a:lnTo>
                  <a:lnTo>
                    <a:pt x="111" y="37"/>
                  </a:lnTo>
                  <a:lnTo>
                    <a:pt x="74" y="37"/>
                  </a:lnTo>
                  <a:lnTo>
                    <a:pt x="74" y="64"/>
                  </a:lnTo>
                  <a:lnTo>
                    <a:pt x="102" y="64"/>
                  </a:lnTo>
                  <a:lnTo>
                    <a:pt x="102" y="92"/>
                  </a:lnTo>
                  <a:lnTo>
                    <a:pt x="74" y="92"/>
                  </a:lnTo>
                  <a:lnTo>
                    <a:pt x="74" y="119"/>
                  </a:lnTo>
                  <a:lnTo>
                    <a:pt x="111" y="119"/>
                  </a:lnTo>
                  <a:lnTo>
                    <a:pt x="111" y="110"/>
                  </a:lnTo>
                  <a:lnTo>
                    <a:pt x="148" y="110"/>
                  </a:lnTo>
                  <a:lnTo>
                    <a:pt x="148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"/>
            <p:cNvSpPr/>
            <p:nvPr/>
          </p:nvSpPr>
          <p:spPr>
            <a:xfrm>
              <a:off x="2274707" y="2789635"/>
              <a:ext cx="20840" cy="20836"/>
            </a:xfrm>
            <a:custGeom>
              <a:rect b="b" l="l" r="r" t="t"/>
              <a:pathLst>
                <a:path extrusionOk="0" h="158" w="158">
                  <a:moveTo>
                    <a:pt x="130" y="157"/>
                  </a:moveTo>
                  <a:lnTo>
                    <a:pt x="38" y="157"/>
                  </a:lnTo>
                  <a:lnTo>
                    <a:pt x="38" y="119"/>
                  </a:lnTo>
                  <a:lnTo>
                    <a:pt x="57" y="119"/>
                  </a:lnTo>
                  <a:lnTo>
                    <a:pt x="57" y="37"/>
                  </a:lnTo>
                  <a:lnTo>
                    <a:pt x="38" y="37"/>
                  </a:lnTo>
                  <a:lnTo>
                    <a:pt x="38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157" y="0"/>
                  </a:lnTo>
                  <a:lnTo>
                    <a:pt x="157" y="64"/>
                  </a:lnTo>
                  <a:lnTo>
                    <a:pt x="130" y="64"/>
                  </a:lnTo>
                  <a:lnTo>
                    <a:pt x="130" y="37"/>
                  </a:lnTo>
                  <a:lnTo>
                    <a:pt x="112" y="37"/>
                  </a:lnTo>
                  <a:lnTo>
                    <a:pt x="112" y="119"/>
                  </a:lnTo>
                  <a:lnTo>
                    <a:pt x="130" y="119"/>
                  </a:lnTo>
                  <a:lnTo>
                    <a:pt x="130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"/>
            <p:cNvSpPr/>
            <p:nvPr/>
          </p:nvSpPr>
          <p:spPr>
            <a:xfrm>
              <a:off x="2091315" y="2852143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2159789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2178843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"/>
            <p:cNvSpPr/>
            <p:nvPr/>
          </p:nvSpPr>
          <p:spPr>
            <a:xfrm>
              <a:off x="2184797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"/>
            <p:cNvSpPr/>
            <p:nvPr/>
          </p:nvSpPr>
          <p:spPr>
            <a:xfrm>
              <a:off x="2165743" y="2852143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"/>
            <p:cNvSpPr/>
            <p:nvPr/>
          </p:nvSpPr>
          <p:spPr>
            <a:xfrm>
              <a:off x="2172293" y="2852143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"/>
            <p:cNvSpPr/>
            <p:nvPr/>
          </p:nvSpPr>
          <p:spPr>
            <a:xfrm>
              <a:off x="2203255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2210996" y="2852143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2197301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2190751" y="2852143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>
              <a:off x="2153835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"/>
            <p:cNvSpPr/>
            <p:nvPr/>
          </p:nvSpPr>
          <p:spPr>
            <a:xfrm>
              <a:off x="2108582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"/>
            <p:cNvSpPr/>
            <p:nvPr/>
          </p:nvSpPr>
          <p:spPr>
            <a:xfrm>
              <a:off x="2115132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"/>
            <p:cNvSpPr/>
            <p:nvPr/>
          </p:nvSpPr>
          <p:spPr>
            <a:xfrm>
              <a:off x="2096078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"/>
            <p:cNvSpPr/>
            <p:nvPr/>
          </p:nvSpPr>
          <p:spPr>
            <a:xfrm>
              <a:off x="2217546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"/>
            <p:cNvSpPr/>
            <p:nvPr/>
          </p:nvSpPr>
          <p:spPr>
            <a:xfrm>
              <a:off x="2121087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"/>
            <p:cNvSpPr/>
            <p:nvPr/>
          </p:nvSpPr>
          <p:spPr>
            <a:xfrm>
              <a:off x="2102033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"/>
            <p:cNvSpPr/>
            <p:nvPr/>
          </p:nvSpPr>
          <p:spPr>
            <a:xfrm>
              <a:off x="2140140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"/>
            <p:cNvSpPr/>
            <p:nvPr/>
          </p:nvSpPr>
          <p:spPr>
            <a:xfrm>
              <a:off x="2147285" y="2852143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"/>
            <p:cNvSpPr/>
            <p:nvPr/>
          </p:nvSpPr>
          <p:spPr>
            <a:xfrm>
              <a:off x="2133590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"/>
            <p:cNvSpPr/>
            <p:nvPr/>
          </p:nvSpPr>
          <p:spPr>
            <a:xfrm>
              <a:off x="2127040" y="2852143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"/>
            <p:cNvSpPr/>
            <p:nvPr/>
          </p:nvSpPr>
          <p:spPr>
            <a:xfrm>
              <a:off x="2229454" y="2852143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"/>
            <p:cNvSpPr/>
            <p:nvPr/>
          </p:nvSpPr>
          <p:spPr>
            <a:xfrm>
              <a:off x="2312219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"/>
            <p:cNvSpPr/>
            <p:nvPr/>
          </p:nvSpPr>
          <p:spPr>
            <a:xfrm>
              <a:off x="2305669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"/>
            <p:cNvSpPr/>
            <p:nvPr/>
          </p:nvSpPr>
          <p:spPr>
            <a:xfrm>
              <a:off x="2293165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"/>
            <p:cNvSpPr/>
            <p:nvPr/>
          </p:nvSpPr>
          <p:spPr>
            <a:xfrm>
              <a:off x="2318769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"/>
            <p:cNvSpPr/>
            <p:nvPr/>
          </p:nvSpPr>
          <p:spPr>
            <a:xfrm>
              <a:off x="2299715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"/>
            <p:cNvSpPr/>
            <p:nvPr/>
          </p:nvSpPr>
          <p:spPr>
            <a:xfrm>
              <a:off x="2344968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18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"/>
            <p:cNvSpPr/>
            <p:nvPr/>
          </p:nvSpPr>
          <p:spPr>
            <a:xfrm>
              <a:off x="2324723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"/>
            <p:cNvSpPr/>
            <p:nvPr/>
          </p:nvSpPr>
          <p:spPr>
            <a:xfrm>
              <a:off x="2338418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"/>
            <p:cNvSpPr/>
            <p:nvPr/>
          </p:nvSpPr>
          <p:spPr>
            <a:xfrm>
              <a:off x="2330677" y="2852143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"/>
            <p:cNvSpPr/>
            <p:nvPr/>
          </p:nvSpPr>
          <p:spPr>
            <a:xfrm>
              <a:off x="2248508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"/>
            <p:cNvSpPr/>
            <p:nvPr/>
          </p:nvSpPr>
          <p:spPr>
            <a:xfrm>
              <a:off x="2241958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"/>
            <p:cNvSpPr/>
            <p:nvPr/>
          </p:nvSpPr>
          <p:spPr>
            <a:xfrm>
              <a:off x="2223500" y="2852143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"/>
            <p:cNvSpPr/>
            <p:nvPr/>
          </p:nvSpPr>
          <p:spPr>
            <a:xfrm>
              <a:off x="2287211" y="2852143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"/>
            <p:cNvSpPr/>
            <p:nvPr/>
          </p:nvSpPr>
          <p:spPr>
            <a:xfrm>
              <a:off x="2236004" y="2852143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"/>
            <p:cNvSpPr/>
            <p:nvPr/>
          </p:nvSpPr>
          <p:spPr>
            <a:xfrm>
              <a:off x="2254462" y="2852143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"/>
            <p:cNvSpPr/>
            <p:nvPr/>
          </p:nvSpPr>
          <p:spPr>
            <a:xfrm>
              <a:off x="2280661" y="2852143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"/>
            <p:cNvSpPr/>
            <p:nvPr/>
          </p:nvSpPr>
          <p:spPr>
            <a:xfrm>
              <a:off x="2274707" y="2852143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"/>
            <p:cNvSpPr/>
            <p:nvPr/>
          </p:nvSpPr>
          <p:spPr>
            <a:xfrm>
              <a:off x="2261012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"/>
            <p:cNvSpPr/>
            <p:nvPr/>
          </p:nvSpPr>
          <p:spPr>
            <a:xfrm>
              <a:off x="2266966" y="2852143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"/>
            <p:cNvSpPr/>
            <p:nvPr/>
          </p:nvSpPr>
          <p:spPr>
            <a:xfrm>
              <a:off x="2350922" y="2852143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"/>
            <p:cNvSpPr/>
            <p:nvPr/>
          </p:nvSpPr>
          <p:spPr>
            <a:xfrm>
              <a:off x="2091315" y="2875955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"/>
            <p:cNvSpPr/>
            <p:nvPr/>
          </p:nvSpPr>
          <p:spPr>
            <a:xfrm>
              <a:off x="2172293" y="2875955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"/>
            <p:cNvSpPr/>
            <p:nvPr/>
          </p:nvSpPr>
          <p:spPr>
            <a:xfrm>
              <a:off x="2178843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"/>
            <p:cNvSpPr/>
            <p:nvPr/>
          </p:nvSpPr>
          <p:spPr>
            <a:xfrm>
              <a:off x="2165743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"/>
            <p:cNvSpPr/>
            <p:nvPr/>
          </p:nvSpPr>
          <p:spPr>
            <a:xfrm>
              <a:off x="2217546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2152049" y="2875955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11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"/>
            <p:cNvSpPr/>
            <p:nvPr/>
          </p:nvSpPr>
          <p:spPr>
            <a:xfrm>
              <a:off x="2184797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"/>
            <p:cNvSpPr/>
            <p:nvPr/>
          </p:nvSpPr>
          <p:spPr>
            <a:xfrm>
              <a:off x="2209805" y="2875955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"/>
            <p:cNvSpPr/>
            <p:nvPr/>
          </p:nvSpPr>
          <p:spPr>
            <a:xfrm>
              <a:off x="2203255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"/>
            <p:cNvSpPr/>
            <p:nvPr/>
          </p:nvSpPr>
          <p:spPr>
            <a:xfrm>
              <a:off x="2190751" y="2875955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"/>
            <p:cNvSpPr/>
            <p:nvPr/>
          </p:nvSpPr>
          <p:spPr>
            <a:xfrm>
              <a:off x="2197301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"/>
            <p:cNvSpPr/>
            <p:nvPr/>
          </p:nvSpPr>
          <p:spPr>
            <a:xfrm>
              <a:off x="2159789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"/>
            <p:cNvSpPr/>
            <p:nvPr/>
          </p:nvSpPr>
          <p:spPr>
            <a:xfrm>
              <a:off x="2115132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"/>
            <p:cNvSpPr/>
            <p:nvPr/>
          </p:nvSpPr>
          <p:spPr>
            <a:xfrm>
              <a:off x="2102033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"/>
            <p:cNvSpPr/>
            <p:nvPr/>
          </p:nvSpPr>
          <p:spPr>
            <a:xfrm>
              <a:off x="2108582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"/>
            <p:cNvSpPr/>
            <p:nvPr/>
          </p:nvSpPr>
          <p:spPr>
            <a:xfrm>
              <a:off x="2096078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"/>
            <p:cNvSpPr/>
            <p:nvPr/>
          </p:nvSpPr>
          <p:spPr>
            <a:xfrm>
              <a:off x="2127040" y="2875955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"/>
            <p:cNvSpPr/>
            <p:nvPr/>
          </p:nvSpPr>
          <p:spPr>
            <a:xfrm>
              <a:off x="2140140" y="2875955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"/>
            <p:cNvSpPr/>
            <p:nvPr/>
          </p:nvSpPr>
          <p:spPr>
            <a:xfrm>
              <a:off x="2121087" y="2875955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"/>
            <p:cNvSpPr/>
            <p:nvPr/>
          </p:nvSpPr>
          <p:spPr>
            <a:xfrm>
              <a:off x="2133590" y="2875955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"/>
            <p:cNvSpPr/>
            <p:nvPr/>
          </p:nvSpPr>
          <p:spPr>
            <a:xfrm>
              <a:off x="2146094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"/>
            <p:cNvSpPr/>
            <p:nvPr/>
          </p:nvSpPr>
          <p:spPr>
            <a:xfrm>
              <a:off x="2266966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"/>
            <p:cNvSpPr/>
            <p:nvPr/>
          </p:nvSpPr>
          <p:spPr>
            <a:xfrm>
              <a:off x="2305669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"/>
            <p:cNvSpPr/>
            <p:nvPr/>
          </p:nvSpPr>
          <p:spPr>
            <a:xfrm>
              <a:off x="2299715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"/>
            <p:cNvSpPr/>
            <p:nvPr/>
          </p:nvSpPr>
          <p:spPr>
            <a:xfrm>
              <a:off x="2287211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"/>
            <p:cNvSpPr/>
            <p:nvPr/>
          </p:nvSpPr>
          <p:spPr>
            <a:xfrm>
              <a:off x="2312219" y="2874765"/>
              <a:ext cx="2977" cy="1786"/>
            </a:xfrm>
            <a:custGeom>
              <a:rect b="b" l="l" r="r" t="t"/>
              <a:pathLst>
                <a:path extrusionOk="0" h="19" w="28">
                  <a:moveTo>
                    <a:pt x="0" y="9"/>
                  </a:moveTo>
                  <a:lnTo>
                    <a:pt x="0" y="18"/>
                  </a:lnTo>
                  <a:lnTo>
                    <a:pt x="27" y="18"/>
                  </a:lnTo>
                  <a:lnTo>
                    <a:pt x="27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"/>
            <p:cNvSpPr/>
            <p:nvPr/>
          </p:nvSpPr>
          <p:spPr>
            <a:xfrm>
              <a:off x="2293165" y="2875955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"/>
            <p:cNvSpPr/>
            <p:nvPr/>
          </p:nvSpPr>
          <p:spPr>
            <a:xfrm>
              <a:off x="2223500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"/>
            <p:cNvSpPr/>
            <p:nvPr/>
          </p:nvSpPr>
          <p:spPr>
            <a:xfrm>
              <a:off x="2337227" y="287476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"/>
            <p:cNvSpPr/>
            <p:nvPr/>
          </p:nvSpPr>
          <p:spPr>
            <a:xfrm>
              <a:off x="2324723" y="2874765"/>
              <a:ext cx="3572" cy="1786"/>
            </a:xfrm>
            <a:custGeom>
              <a:rect b="b" l="l" r="r" t="t"/>
              <a:pathLst>
                <a:path extrusionOk="0" h="19" w="29">
                  <a:moveTo>
                    <a:pt x="0" y="0"/>
                  </a:moveTo>
                  <a:lnTo>
                    <a:pt x="0" y="18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"/>
            <p:cNvSpPr/>
            <p:nvPr/>
          </p:nvSpPr>
          <p:spPr>
            <a:xfrm>
              <a:off x="2318769" y="2874765"/>
              <a:ext cx="3572" cy="1786"/>
            </a:xfrm>
            <a:custGeom>
              <a:rect b="b" l="l" r="r" t="t"/>
              <a:pathLst>
                <a:path extrusionOk="0" h="19" w="29">
                  <a:moveTo>
                    <a:pt x="0" y="18"/>
                  </a:moveTo>
                  <a:lnTo>
                    <a:pt x="28" y="18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"/>
            <p:cNvSpPr/>
            <p:nvPr/>
          </p:nvSpPr>
          <p:spPr>
            <a:xfrm>
              <a:off x="2330677" y="287476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"/>
            <p:cNvSpPr/>
            <p:nvPr/>
          </p:nvSpPr>
          <p:spPr>
            <a:xfrm>
              <a:off x="2241958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"/>
            <p:cNvSpPr/>
            <p:nvPr/>
          </p:nvSpPr>
          <p:spPr>
            <a:xfrm>
              <a:off x="2236004" y="2875955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9"/>
                  </a:move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"/>
            <p:cNvSpPr/>
            <p:nvPr/>
          </p:nvSpPr>
          <p:spPr>
            <a:xfrm>
              <a:off x="2229454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"/>
            <p:cNvSpPr/>
            <p:nvPr/>
          </p:nvSpPr>
          <p:spPr>
            <a:xfrm>
              <a:off x="2248508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"/>
            <p:cNvSpPr/>
            <p:nvPr/>
          </p:nvSpPr>
          <p:spPr>
            <a:xfrm>
              <a:off x="2254462" y="2875955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"/>
            <p:cNvSpPr/>
            <p:nvPr/>
          </p:nvSpPr>
          <p:spPr>
            <a:xfrm>
              <a:off x="2344968" y="287476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18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"/>
            <p:cNvSpPr/>
            <p:nvPr/>
          </p:nvSpPr>
          <p:spPr>
            <a:xfrm>
              <a:off x="2273516" y="2875955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2280661" y="2875955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2261012" y="2875955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2350922" y="2874764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2091315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1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2153835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2185988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2180034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2159789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2165743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2173484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2217546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2191942" y="2898577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2204446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2198492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2210996" y="289857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2108582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"/>
            <p:cNvSpPr/>
            <p:nvPr/>
          </p:nvSpPr>
          <p:spPr>
            <a:xfrm>
              <a:off x="2116323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"/>
            <p:cNvSpPr/>
            <p:nvPr/>
          </p:nvSpPr>
          <p:spPr>
            <a:xfrm>
              <a:off x="2102033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"/>
            <p:cNvSpPr/>
            <p:nvPr/>
          </p:nvSpPr>
          <p:spPr>
            <a:xfrm>
              <a:off x="2096078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"/>
            <p:cNvSpPr/>
            <p:nvPr/>
          </p:nvSpPr>
          <p:spPr>
            <a:xfrm>
              <a:off x="2344968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28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2122277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2141331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2134781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2128231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2147285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2313410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2300905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2306860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>
              <a:off x="2293165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"/>
            <p:cNvSpPr/>
            <p:nvPr/>
          </p:nvSpPr>
          <p:spPr>
            <a:xfrm>
              <a:off x="2319959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"/>
            <p:cNvSpPr/>
            <p:nvPr/>
          </p:nvSpPr>
          <p:spPr>
            <a:xfrm>
              <a:off x="2223500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2331868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"/>
            <p:cNvSpPr/>
            <p:nvPr/>
          </p:nvSpPr>
          <p:spPr>
            <a:xfrm>
              <a:off x="2338418" y="289857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"/>
            <p:cNvSpPr/>
            <p:nvPr/>
          </p:nvSpPr>
          <p:spPr>
            <a:xfrm>
              <a:off x="2325914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"/>
            <p:cNvSpPr/>
            <p:nvPr/>
          </p:nvSpPr>
          <p:spPr>
            <a:xfrm>
              <a:off x="2287211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"/>
            <p:cNvSpPr/>
            <p:nvPr/>
          </p:nvSpPr>
          <p:spPr>
            <a:xfrm>
              <a:off x="2243149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"/>
            <p:cNvSpPr/>
            <p:nvPr/>
          </p:nvSpPr>
          <p:spPr>
            <a:xfrm>
              <a:off x="2249699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"/>
            <p:cNvSpPr/>
            <p:nvPr/>
          </p:nvSpPr>
          <p:spPr>
            <a:xfrm>
              <a:off x="2237195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2229454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"/>
            <p:cNvSpPr/>
            <p:nvPr/>
          </p:nvSpPr>
          <p:spPr>
            <a:xfrm>
              <a:off x="2255653" y="2898577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"/>
            <p:cNvSpPr/>
            <p:nvPr/>
          </p:nvSpPr>
          <p:spPr>
            <a:xfrm>
              <a:off x="2274707" y="289857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"/>
            <p:cNvSpPr/>
            <p:nvPr/>
          </p:nvSpPr>
          <p:spPr>
            <a:xfrm>
              <a:off x="2268157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"/>
            <p:cNvSpPr/>
            <p:nvPr/>
          </p:nvSpPr>
          <p:spPr>
            <a:xfrm>
              <a:off x="2280661" y="289857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"/>
            <p:cNvSpPr/>
            <p:nvPr/>
          </p:nvSpPr>
          <p:spPr>
            <a:xfrm>
              <a:off x="2262203" y="289857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"/>
            <p:cNvSpPr/>
            <p:nvPr/>
          </p:nvSpPr>
          <p:spPr>
            <a:xfrm>
              <a:off x="2350922" y="289857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18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"/>
            <p:cNvSpPr/>
            <p:nvPr/>
          </p:nvSpPr>
          <p:spPr>
            <a:xfrm>
              <a:off x="2091315" y="2923580"/>
              <a:ext cx="595" cy="596"/>
            </a:xfrm>
            <a:custGeom>
              <a:rect b="b" l="l" r="r" t="t"/>
              <a:pathLst>
                <a:path extrusionOk="0" h="11" w="10">
                  <a:moveTo>
                    <a:pt x="9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"/>
            <p:cNvSpPr/>
            <p:nvPr/>
          </p:nvSpPr>
          <p:spPr>
            <a:xfrm>
              <a:off x="2172293" y="2921794"/>
              <a:ext cx="2382" cy="2381"/>
            </a:xfrm>
            <a:custGeom>
              <a:rect b="b" l="l" r="r" t="t"/>
              <a:pathLst>
                <a:path extrusionOk="0" h="20" w="21">
                  <a:moveTo>
                    <a:pt x="0" y="0"/>
                  </a:moveTo>
                  <a:lnTo>
                    <a:pt x="0" y="19"/>
                  </a:lnTo>
                  <a:lnTo>
                    <a:pt x="20" y="1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"/>
            <p:cNvSpPr/>
            <p:nvPr/>
          </p:nvSpPr>
          <p:spPr>
            <a:xfrm>
              <a:off x="2178843" y="2921794"/>
              <a:ext cx="1786" cy="2381"/>
            </a:xfrm>
            <a:custGeom>
              <a:rect b="b" l="l" r="r" t="t"/>
              <a:pathLst>
                <a:path extrusionOk="0" h="20" w="19">
                  <a:moveTo>
                    <a:pt x="0" y="0"/>
                  </a:moveTo>
                  <a:lnTo>
                    <a:pt x="0" y="19"/>
                  </a:lnTo>
                  <a:lnTo>
                    <a:pt x="18" y="1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2165743" y="2921794"/>
              <a:ext cx="2382" cy="2381"/>
            </a:xfrm>
            <a:custGeom>
              <a:rect b="b" l="l" r="r" t="t"/>
              <a:pathLst>
                <a:path extrusionOk="0" h="20" w="20">
                  <a:moveTo>
                    <a:pt x="0" y="9"/>
                  </a:moveTo>
                  <a:lnTo>
                    <a:pt x="0" y="19"/>
                  </a:lnTo>
                  <a:lnTo>
                    <a:pt x="19" y="19"/>
                  </a:lnTo>
                  <a:lnTo>
                    <a:pt x="19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"/>
            <p:cNvSpPr/>
            <p:nvPr/>
          </p:nvSpPr>
          <p:spPr>
            <a:xfrm>
              <a:off x="2184797" y="292179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2209805" y="292179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"/>
            <p:cNvSpPr/>
            <p:nvPr/>
          </p:nvSpPr>
          <p:spPr>
            <a:xfrm>
              <a:off x="2203255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"/>
            <p:cNvSpPr/>
            <p:nvPr/>
          </p:nvSpPr>
          <p:spPr>
            <a:xfrm>
              <a:off x="2152049" y="2923580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0" y="0"/>
                  </a:moveTo>
                  <a:lnTo>
                    <a:pt x="0" y="10"/>
                  </a:lnTo>
                  <a:lnTo>
                    <a:pt x="29" y="10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"/>
            <p:cNvSpPr/>
            <p:nvPr/>
          </p:nvSpPr>
          <p:spPr>
            <a:xfrm>
              <a:off x="2197301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"/>
            <p:cNvSpPr/>
            <p:nvPr/>
          </p:nvSpPr>
          <p:spPr>
            <a:xfrm>
              <a:off x="2190751" y="292179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9"/>
                  </a:move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"/>
            <p:cNvSpPr/>
            <p:nvPr/>
          </p:nvSpPr>
          <p:spPr>
            <a:xfrm>
              <a:off x="2159789" y="2923580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"/>
            <p:cNvSpPr/>
            <p:nvPr/>
          </p:nvSpPr>
          <p:spPr>
            <a:xfrm>
              <a:off x="2108582" y="2923580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"/>
            <p:cNvSpPr/>
            <p:nvPr/>
          </p:nvSpPr>
          <p:spPr>
            <a:xfrm>
              <a:off x="2102033" y="2923580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"/>
            <p:cNvSpPr/>
            <p:nvPr/>
          </p:nvSpPr>
          <p:spPr>
            <a:xfrm>
              <a:off x="2115132" y="2923580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"/>
            <p:cNvSpPr/>
            <p:nvPr/>
          </p:nvSpPr>
          <p:spPr>
            <a:xfrm>
              <a:off x="2094887" y="2923580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"/>
            <p:cNvSpPr/>
            <p:nvPr/>
          </p:nvSpPr>
          <p:spPr>
            <a:xfrm>
              <a:off x="2133590" y="2923580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"/>
            <p:cNvSpPr/>
            <p:nvPr/>
          </p:nvSpPr>
          <p:spPr>
            <a:xfrm>
              <a:off x="2140140" y="2923580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"/>
            <p:cNvSpPr/>
            <p:nvPr/>
          </p:nvSpPr>
          <p:spPr>
            <a:xfrm>
              <a:off x="2121086" y="2923580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"/>
            <p:cNvSpPr/>
            <p:nvPr/>
          </p:nvSpPr>
          <p:spPr>
            <a:xfrm>
              <a:off x="2146094" y="2923580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0" y="10"/>
                  </a:ln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"/>
            <p:cNvSpPr/>
            <p:nvPr/>
          </p:nvSpPr>
          <p:spPr>
            <a:xfrm>
              <a:off x="2127040" y="2923580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0" y="0"/>
                  </a:moveTo>
                  <a:lnTo>
                    <a:pt x="0" y="10"/>
                  </a:lnTo>
                  <a:lnTo>
                    <a:pt x="29" y="10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"/>
            <p:cNvSpPr/>
            <p:nvPr/>
          </p:nvSpPr>
          <p:spPr>
            <a:xfrm>
              <a:off x="2215760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"/>
            <p:cNvSpPr/>
            <p:nvPr/>
          </p:nvSpPr>
          <p:spPr>
            <a:xfrm>
              <a:off x="2305669" y="292179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"/>
            <p:cNvSpPr/>
            <p:nvPr/>
          </p:nvSpPr>
          <p:spPr>
            <a:xfrm>
              <a:off x="2312219" y="292179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"/>
            <p:cNvSpPr/>
            <p:nvPr/>
          </p:nvSpPr>
          <p:spPr>
            <a:xfrm>
              <a:off x="2318769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"/>
            <p:cNvSpPr/>
            <p:nvPr/>
          </p:nvSpPr>
          <p:spPr>
            <a:xfrm>
              <a:off x="2299715" y="292179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"/>
            <p:cNvSpPr/>
            <p:nvPr/>
          </p:nvSpPr>
          <p:spPr>
            <a:xfrm>
              <a:off x="2293165" y="292179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"/>
            <p:cNvSpPr/>
            <p:nvPr/>
          </p:nvSpPr>
          <p:spPr>
            <a:xfrm>
              <a:off x="2287211" y="292179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"/>
            <p:cNvSpPr/>
            <p:nvPr/>
          </p:nvSpPr>
          <p:spPr>
            <a:xfrm>
              <a:off x="2337227" y="292179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"/>
            <p:cNvSpPr/>
            <p:nvPr/>
          </p:nvSpPr>
          <p:spPr>
            <a:xfrm>
              <a:off x="2343181" y="292179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"/>
            <p:cNvSpPr/>
            <p:nvPr/>
          </p:nvSpPr>
          <p:spPr>
            <a:xfrm>
              <a:off x="2330677" y="292179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"/>
            <p:cNvSpPr/>
            <p:nvPr/>
          </p:nvSpPr>
          <p:spPr>
            <a:xfrm>
              <a:off x="2324723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"/>
            <p:cNvSpPr/>
            <p:nvPr/>
          </p:nvSpPr>
          <p:spPr>
            <a:xfrm>
              <a:off x="2223500" y="292179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"/>
            <p:cNvSpPr/>
            <p:nvPr/>
          </p:nvSpPr>
          <p:spPr>
            <a:xfrm>
              <a:off x="2248508" y="292179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"/>
            <p:cNvSpPr/>
            <p:nvPr/>
          </p:nvSpPr>
          <p:spPr>
            <a:xfrm>
              <a:off x="2241958" y="292179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"/>
            <p:cNvSpPr/>
            <p:nvPr/>
          </p:nvSpPr>
          <p:spPr>
            <a:xfrm>
              <a:off x="2236004" y="2921794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"/>
            <p:cNvSpPr/>
            <p:nvPr/>
          </p:nvSpPr>
          <p:spPr>
            <a:xfrm>
              <a:off x="2229454" y="292179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"/>
            <p:cNvSpPr/>
            <p:nvPr/>
          </p:nvSpPr>
          <p:spPr>
            <a:xfrm>
              <a:off x="2279470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"/>
            <p:cNvSpPr/>
            <p:nvPr/>
          </p:nvSpPr>
          <p:spPr>
            <a:xfrm>
              <a:off x="2273516" y="292179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"/>
            <p:cNvSpPr/>
            <p:nvPr/>
          </p:nvSpPr>
          <p:spPr>
            <a:xfrm>
              <a:off x="2266966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"/>
            <p:cNvSpPr/>
            <p:nvPr/>
          </p:nvSpPr>
          <p:spPr>
            <a:xfrm>
              <a:off x="2254462" y="292179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"/>
            <p:cNvSpPr/>
            <p:nvPr/>
          </p:nvSpPr>
          <p:spPr>
            <a:xfrm>
              <a:off x="2261012" y="292179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"/>
            <p:cNvSpPr/>
            <p:nvPr/>
          </p:nvSpPr>
          <p:spPr>
            <a:xfrm>
              <a:off x="2350922" y="2921794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"/>
            <p:cNvSpPr/>
            <p:nvPr/>
          </p:nvSpPr>
          <p:spPr>
            <a:xfrm>
              <a:off x="2090124" y="2817019"/>
              <a:ext cx="49421" cy="1786"/>
            </a:xfrm>
            <a:custGeom>
              <a:rect b="b" l="l" r="r" t="t"/>
              <a:pathLst>
                <a:path extrusionOk="0" h="19" w="371">
                  <a:moveTo>
                    <a:pt x="0" y="0"/>
                  </a:moveTo>
                  <a:lnTo>
                    <a:pt x="0" y="18"/>
                  </a:lnTo>
                  <a:lnTo>
                    <a:pt x="370" y="18"/>
                  </a:lnTo>
                  <a:lnTo>
                    <a:pt x="37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"/>
            <p:cNvSpPr/>
            <p:nvPr/>
          </p:nvSpPr>
          <p:spPr>
            <a:xfrm>
              <a:off x="2140139" y="2817019"/>
              <a:ext cx="213164" cy="1786"/>
            </a:xfrm>
            <a:custGeom>
              <a:rect b="b" l="l" r="r" t="t"/>
              <a:pathLst>
                <a:path extrusionOk="0" h="19" w="1582">
                  <a:moveTo>
                    <a:pt x="1581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1581" y="9"/>
                  </a:lnTo>
                  <a:lnTo>
                    <a:pt x="1581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"/>
            <p:cNvSpPr/>
            <p:nvPr/>
          </p:nvSpPr>
          <p:spPr>
            <a:xfrm>
              <a:off x="2092505" y="2940845"/>
              <a:ext cx="5954" cy="8334"/>
            </a:xfrm>
            <a:custGeom>
              <a:rect b="b" l="l" r="r" t="t"/>
              <a:pathLst>
                <a:path extrusionOk="0" h="65" w="47">
                  <a:moveTo>
                    <a:pt x="0" y="0"/>
                  </a:moveTo>
                  <a:lnTo>
                    <a:pt x="10" y="0"/>
                  </a:lnTo>
                  <a:lnTo>
                    <a:pt x="10" y="55"/>
                  </a:lnTo>
                  <a:lnTo>
                    <a:pt x="46" y="55"/>
                  </a:lnTo>
                  <a:lnTo>
                    <a:pt x="46" y="64"/>
                  </a:lnTo>
                  <a:lnTo>
                    <a:pt x="0" y="64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"/>
            <p:cNvSpPr/>
            <p:nvPr/>
          </p:nvSpPr>
          <p:spPr>
            <a:xfrm>
              <a:off x="2098460" y="2942035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28" y="0"/>
                  </a:moveTo>
                  <a:lnTo>
                    <a:pt x="28" y="0"/>
                  </a:lnTo>
                  <a:cubicBezTo>
                    <a:pt x="28" y="0"/>
                    <a:pt x="28" y="9"/>
                    <a:pt x="37" y="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46"/>
                    <a:pt x="46" y="46"/>
                    <a:pt x="37" y="46"/>
                  </a:cubicBezTo>
                  <a:lnTo>
                    <a:pt x="37" y="55"/>
                  </a:lnTo>
                  <a:cubicBezTo>
                    <a:pt x="28" y="55"/>
                    <a:pt x="28" y="55"/>
                    <a:pt x="28" y="55"/>
                  </a:cubicBezTo>
                  <a:cubicBezTo>
                    <a:pt x="18" y="55"/>
                    <a:pt x="18" y="55"/>
                    <a:pt x="9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9" y="9"/>
                  </a:cubicBezTo>
                  <a:cubicBezTo>
                    <a:pt x="18" y="9"/>
                    <a:pt x="18" y="0"/>
                    <a:pt x="28" y="0"/>
                  </a:cubicBezTo>
                  <a:close/>
                  <a:moveTo>
                    <a:pt x="28" y="9"/>
                  </a:moveTo>
                  <a:lnTo>
                    <a:pt x="28" y="9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cubicBezTo>
                    <a:pt x="9" y="46"/>
                    <a:pt x="9" y="46"/>
                    <a:pt x="18" y="46"/>
                  </a:cubicBezTo>
                  <a:cubicBezTo>
                    <a:pt x="18" y="46"/>
                    <a:pt x="18" y="55"/>
                    <a:pt x="28" y="55"/>
                  </a:cubicBezTo>
                  <a:lnTo>
                    <a:pt x="28" y="46"/>
                  </a:lnTo>
                  <a:cubicBezTo>
                    <a:pt x="37" y="46"/>
                    <a:pt x="37" y="46"/>
                    <a:pt x="37" y="46"/>
                  </a:cubicBezTo>
                  <a:lnTo>
                    <a:pt x="37" y="37"/>
                  </a:lnTo>
                  <a:cubicBezTo>
                    <a:pt x="37" y="37"/>
                    <a:pt x="37" y="37"/>
                    <a:pt x="37" y="28"/>
                  </a:cubicBezTo>
                  <a:cubicBezTo>
                    <a:pt x="37" y="28"/>
                    <a:pt x="37" y="28"/>
                    <a:pt x="37" y="19"/>
                  </a:cubicBezTo>
                  <a:cubicBezTo>
                    <a:pt x="37" y="9"/>
                    <a:pt x="37" y="9"/>
                    <a:pt x="28" y="9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"/>
            <p:cNvSpPr/>
            <p:nvPr/>
          </p:nvSpPr>
          <p:spPr>
            <a:xfrm>
              <a:off x="2106201" y="2942035"/>
              <a:ext cx="3572" cy="7144"/>
            </a:xfrm>
            <a:custGeom>
              <a:rect b="b" l="l" r="r" t="t"/>
              <a:pathLst>
                <a:path extrusionOk="0" h="56" w="30">
                  <a:moveTo>
                    <a:pt x="0" y="9"/>
                  </a:moveTo>
                  <a:lnTo>
                    <a:pt x="0" y="9"/>
                  </a:lnTo>
                  <a:cubicBezTo>
                    <a:pt x="9" y="9"/>
                    <a:pt x="9" y="9"/>
                    <a:pt x="9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20" y="9"/>
                    <a:pt x="20" y="0"/>
                    <a:pt x="29" y="9"/>
                  </a:cubicBezTo>
                  <a:cubicBezTo>
                    <a:pt x="20" y="9"/>
                    <a:pt x="20" y="9"/>
                    <a:pt x="20" y="9"/>
                  </a:cubicBezTo>
                  <a:lnTo>
                    <a:pt x="9" y="19"/>
                  </a:lnTo>
                  <a:cubicBezTo>
                    <a:pt x="9" y="28"/>
                    <a:pt x="9" y="28"/>
                    <a:pt x="9" y="28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"/>
            <p:cNvSpPr/>
            <p:nvPr/>
          </p:nvSpPr>
          <p:spPr>
            <a:xfrm>
              <a:off x="2109773" y="2942035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0" y="28"/>
                  </a:moveTo>
                  <a:lnTo>
                    <a:pt x="0" y="28"/>
                  </a:lnTo>
                  <a:cubicBezTo>
                    <a:pt x="0" y="37"/>
                    <a:pt x="0" y="37"/>
                    <a:pt x="9" y="37"/>
                  </a:cubicBezTo>
                  <a:lnTo>
                    <a:pt x="9" y="46"/>
                  </a:lnTo>
                  <a:cubicBezTo>
                    <a:pt x="18" y="46"/>
                    <a:pt x="18" y="55"/>
                    <a:pt x="18" y="55"/>
                  </a:cubicBezTo>
                  <a:cubicBezTo>
                    <a:pt x="28" y="55"/>
                    <a:pt x="28" y="46"/>
                    <a:pt x="28" y="46"/>
                  </a:cubicBezTo>
                  <a:cubicBezTo>
                    <a:pt x="37" y="46"/>
                    <a:pt x="37" y="46"/>
                    <a:pt x="37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37" y="46"/>
                    <a:pt x="37" y="46"/>
                    <a:pt x="37" y="55"/>
                  </a:cubicBezTo>
                  <a:cubicBezTo>
                    <a:pt x="28" y="55"/>
                    <a:pt x="28" y="55"/>
                    <a:pt x="18" y="55"/>
                  </a:cubicBezTo>
                  <a:lnTo>
                    <a:pt x="9" y="55"/>
                  </a:lnTo>
                  <a:cubicBezTo>
                    <a:pt x="9" y="55"/>
                    <a:pt x="9" y="46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9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18" y="0"/>
                  </a:lnTo>
                  <a:cubicBezTo>
                    <a:pt x="28" y="0"/>
                    <a:pt x="28" y="9"/>
                    <a:pt x="28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46" y="28"/>
                    <a:pt x="46" y="28"/>
                    <a:pt x="46" y="28"/>
                  </a:cubicBezTo>
                  <a:lnTo>
                    <a:pt x="0" y="28"/>
                  </a:lnTo>
                  <a:close/>
                  <a:moveTo>
                    <a:pt x="37" y="28"/>
                  </a:moveTo>
                  <a:lnTo>
                    <a:pt x="37" y="28"/>
                  </a:lnTo>
                  <a:lnTo>
                    <a:pt x="37" y="19"/>
                  </a:lnTo>
                  <a:cubicBezTo>
                    <a:pt x="37" y="19"/>
                    <a:pt x="37" y="19"/>
                    <a:pt x="28" y="19"/>
                  </a:cubicBezTo>
                  <a:cubicBezTo>
                    <a:pt x="28" y="9"/>
                    <a:pt x="28" y="9"/>
                    <a:pt x="28" y="9"/>
                  </a:cubicBezTo>
                  <a:lnTo>
                    <a:pt x="18" y="9"/>
                  </a:ln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lnTo>
                    <a:pt x="0" y="28"/>
                  </a:lnTo>
                  <a:lnTo>
                    <a:pt x="37" y="2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"/>
            <p:cNvSpPr/>
            <p:nvPr/>
          </p:nvSpPr>
          <p:spPr>
            <a:xfrm>
              <a:off x="2116322" y="2942035"/>
              <a:ext cx="9527" cy="7144"/>
            </a:xfrm>
            <a:custGeom>
              <a:rect b="b" l="l" r="r" t="t"/>
              <a:pathLst>
                <a:path extrusionOk="0" h="56" w="74">
                  <a:moveTo>
                    <a:pt x="0" y="9"/>
                  </a:moveTo>
                  <a:lnTo>
                    <a:pt x="0" y="9"/>
                  </a:ln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18" y="9"/>
                  </a:cubicBezTo>
                  <a:cubicBezTo>
                    <a:pt x="18" y="9"/>
                    <a:pt x="18" y="0"/>
                    <a:pt x="27" y="0"/>
                  </a:cubicBezTo>
                  <a:cubicBezTo>
                    <a:pt x="27" y="0"/>
                    <a:pt x="27" y="0"/>
                    <a:pt x="37" y="9"/>
                  </a:cubicBezTo>
                  <a:lnTo>
                    <a:pt x="46" y="9"/>
                  </a:lnTo>
                  <a:cubicBezTo>
                    <a:pt x="46" y="0"/>
                    <a:pt x="55" y="0"/>
                    <a:pt x="55" y="0"/>
                  </a:cubicBezTo>
                  <a:cubicBezTo>
                    <a:pt x="64" y="0"/>
                    <a:pt x="73" y="9"/>
                    <a:pt x="73" y="19"/>
                  </a:cubicBezTo>
                  <a:cubicBezTo>
                    <a:pt x="73" y="55"/>
                    <a:pt x="73" y="55"/>
                    <a:pt x="73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9"/>
                    <a:pt x="64" y="19"/>
                    <a:pt x="64" y="9"/>
                  </a:cubicBezTo>
                  <a:lnTo>
                    <a:pt x="55" y="9"/>
                  </a:lnTo>
                  <a:lnTo>
                    <a:pt x="46" y="9"/>
                  </a:lnTo>
                  <a:cubicBezTo>
                    <a:pt x="46" y="9"/>
                    <a:pt x="46" y="9"/>
                    <a:pt x="46" y="19"/>
                  </a:cubicBezTo>
                  <a:cubicBezTo>
                    <a:pt x="46" y="19"/>
                    <a:pt x="46" y="19"/>
                    <a:pt x="37" y="19"/>
                  </a:cubicBezTo>
                  <a:lnTo>
                    <a:pt x="37" y="28"/>
                  </a:lnTo>
                  <a:cubicBezTo>
                    <a:pt x="37" y="55"/>
                    <a:pt x="37" y="55"/>
                    <a:pt x="37" y="55"/>
                  </a:cubicBezTo>
                  <a:cubicBezTo>
                    <a:pt x="37" y="19"/>
                    <a:pt x="37" y="19"/>
                    <a:pt x="37" y="19"/>
                  </a:cubicBezTo>
                  <a:lnTo>
                    <a:pt x="37" y="9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9" y="19"/>
                  </a:cubicBezTo>
                  <a:lnTo>
                    <a:pt x="9" y="28"/>
                  </a:ln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"/>
            <p:cNvSpPr/>
            <p:nvPr/>
          </p:nvSpPr>
          <p:spPr>
            <a:xfrm>
              <a:off x="2131209" y="2939654"/>
              <a:ext cx="595" cy="9525"/>
            </a:xfrm>
            <a:custGeom>
              <a:rect b="b" l="l" r="r" t="t"/>
              <a:pathLst>
                <a:path extrusionOk="0" h="74" w="11">
                  <a:moveTo>
                    <a:pt x="0" y="0"/>
                  </a:moveTo>
                  <a:lnTo>
                    <a:pt x="10" y="0"/>
                  </a:lnTo>
                  <a:lnTo>
                    <a:pt x="10" y="18"/>
                  </a:ln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27"/>
                  </a:moveTo>
                  <a:lnTo>
                    <a:pt x="10" y="27"/>
                  </a:lnTo>
                  <a:lnTo>
                    <a:pt x="10" y="73"/>
                  </a:lnTo>
                  <a:lnTo>
                    <a:pt x="0" y="7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1"/>
            <p:cNvSpPr/>
            <p:nvPr/>
          </p:nvSpPr>
          <p:spPr>
            <a:xfrm>
              <a:off x="2133590" y="2942035"/>
              <a:ext cx="5954" cy="9525"/>
            </a:xfrm>
            <a:custGeom>
              <a:rect b="b" l="l" r="r" t="t"/>
              <a:pathLst>
                <a:path extrusionOk="0" h="75" w="47">
                  <a:moveTo>
                    <a:pt x="36" y="9"/>
                  </a:moveTo>
                  <a:lnTo>
                    <a:pt x="36" y="9"/>
                  </a:lnTo>
                  <a:cubicBezTo>
                    <a:pt x="36" y="9"/>
                    <a:pt x="36" y="9"/>
                    <a:pt x="27" y="9"/>
                  </a:cubicBezTo>
                  <a:cubicBezTo>
                    <a:pt x="27" y="0"/>
                    <a:pt x="27" y="0"/>
                    <a:pt x="18" y="0"/>
                  </a:cubicBezTo>
                  <a:cubicBezTo>
                    <a:pt x="18" y="0"/>
                    <a:pt x="9" y="0"/>
                    <a:pt x="9" y="9"/>
                  </a:cubicBezTo>
                  <a:cubicBezTo>
                    <a:pt x="9" y="9"/>
                    <a:pt x="9" y="9"/>
                    <a:pt x="0" y="1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9" y="46"/>
                    <a:pt x="9" y="46"/>
                    <a:pt x="9" y="46"/>
                  </a:cubicBezTo>
                  <a:lnTo>
                    <a:pt x="9" y="55"/>
                  </a:lnTo>
                  <a:lnTo>
                    <a:pt x="18" y="55"/>
                  </a:lnTo>
                  <a:cubicBezTo>
                    <a:pt x="27" y="55"/>
                    <a:pt x="27" y="55"/>
                    <a:pt x="27" y="55"/>
                  </a:cubicBezTo>
                  <a:cubicBezTo>
                    <a:pt x="36" y="55"/>
                    <a:pt x="36" y="46"/>
                    <a:pt x="36" y="46"/>
                  </a:cubicBezTo>
                  <a:cubicBezTo>
                    <a:pt x="36" y="46"/>
                    <a:pt x="36" y="46"/>
                    <a:pt x="46" y="37"/>
                  </a:cubicBezTo>
                  <a:cubicBezTo>
                    <a:pt x="46" y="37"/>
                    <a:pt x="46" y="37"/>
                    <a:pt x="46" y="28"/>
                  </a:cubicBezTo>
                  <a:lnTo>
                    <a:pt x="46" y="19"/>
                  </a:lnTo>
                  <a:cubicBezTo>
                    <a:pt x="36" y="19"/>
                    <a:pt x="36" y="9"/>
                    <a:pt x="36" y="9"/>
                  </a:cubicBezTo>
                  <a:close/>
                  <a:moveTo>
                    <a:pt x="36" y="37"/>
                  </a:moveTo>
                  <a:lnTo>
                    <a:pt x="36" y="37"/>
                  </a:lnTo>
                  <a:lnTo>
                    <a:pt x="36" y="46"/>
                  </a:lnTo>
                  <a:lnTo>
                    <a:pt x="27" y="46"/>
                  </a:lnTo>
                  <a:cubicBezTo>
                    <a:pt x="27" y="46"/>
                    <a:pt x="27" y="46"/>
                    <a:pt x="18" y="46"/>
                  </a:cubicBezTo>
                  <a:cubicBezTo>
                    <a:pt x="18" y="46"/>
                    <a:pt x="18" y="46"/>
                    <a:pt x="9" y="46"/>
                  </a:cubicBezTo>
                  <a:lnTo>
                    <a:pt x="9" y="37"/>
                  </a:lnTo>
                  <a:cubicBezTo>
                    <a:pt x="0" y="37"/>
                    <a:pt x="0" y="28"/>
                    <a:pt x="0" y="28"/>
                  </a:cubicBezTo>
                  <a:cubicBezTo>
                    <a:pt x="0" y="28"/>
                    <a:pt x="0" y="28"/>
                    <a:pt x="9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36" y="9"/>
                    <a:pt x="36" y="19"/>
                  </a:cubicBezTo>
                  <a:cubicBezTo>
                    <a:pt x="36" y="28"/>
                    <a:pt x="36" y="28"/>
                    <a:pt x="36" y="28"/>
                  </a:cubicBezTo>
                  <a:lnTo>
                    <a:pt x="36" y="3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"/>
            <p:cNvSpPr/>
            <p:nvPr/>
          </p:nvSpPr>
          <p:spPr>
            <a:xfrm>
              <a:off x="2140140" y="2942035"/>
              <a:ext cx="5359" cy="7144"/>
            </a:xfrm>
            <a:custGeom>
              <a:rect b="b" l="l" r="r" t="t"/>
              <a:pathLst>
                <a:path extrusionOk="0" h="56" w="46">
                  <a:moveTo>
                    <a:pt x="36" y="19"/>
                  </a:moveTo>
                  <a:lnTo>
                    <a:pt x="36" y="19"/>
                  </a:lnTo>
                  <a:cubicBezTo>
                    <a:pt x="36" y="9"/>
                    <a:pt x="36" y="9"/>
                    <a:pt x="27" y="9"/>
                  </a:cubicBezTo>
                  <a:cubicBezTo>
                    <a:pt x="18" y="9"/>
                    <a:pt x="18" y="9"/>
                    <a:pt x="18" y="9"/>
                  </a:cubicBezTo>
                  <a:lnTo>
                    <a:pt x="9" y="9"/>
                  </a:lnTo>
                  <a:lnTo>
                    <a:pt x="9" y="19"/>
                  </a:lnTo>
                  <a:cubicBezTo>
                    <a:pt x="18" y="19"/>
                    <a:pt x="18" y="19"/>
                    <a:pt x="18" y="1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7" y="28"/>
                    <a:pt x="27" y="28"/>
                    <a:pt x="27" y="28"/>
                  </a:cubicBezTo>
                  <a:lnTo>
                    <a:pt x="36" y="28"/>
                  </a:lnTo>
                  <a:lnTo>
                    <a:pt x="45" y="37"/>
                  </a:lnTo>
                  <a:cubicBezTo>
                    <a:pt x="45" y="46"/>
                    <a:pt x="45" y="46"/>
                    <a:pt x="45" y="46"/>
                  </a:cubicBezTo>
                  <a:cubicBezTo>
                    <a:pt x="36" y="46"/>
                    <a:pt x="36" y="46"/>
                    <a:pt x="36" y="55"/>
                  </a:cubicBezTo>
                  <a:cubicBezTo>
                    <a:pt x="36" y="55"/>
                    <a:pt x="36" y="55"/>
                    <a:pt x="27" y="55"/>
                  </a:cubicBezTo>
                  <a:cubicBezTo>
                    <a:pt x="18" y="55"/>
                    <a:pt x="9" y="55"/>
                    <a:pt x="9" y="55"/>
                  </a:cubicBezTo>
                  <a:cubicBezTo>
                    <a:pt x="9" y="46"/>
                    <a:pt x="0" y="46"/>
                    <a:pt x="0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9" y="46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cubicBezTo>
                    <a:pt x="27" y="46"/>
                    <a:pt x="27" y="46"/>
                    <a:pt x="36" y="46"/>
                  </a:cubicBezTo>
                  <a:cubicBezTo>
                    <a:pt x="36" y="46"/>
                    <a:pt x="36" y="46"/>
                    <a:pt x="36" y="37"/>
                  </a:cubicBezTo>
                  <a:lnTo>
                    <a:pt x="27" y="37"/>
                  </a:lnTo>
                  <a:lnTo>
                    <a:pt x="27" y="28"/>
                  </a:ln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9" y="28"/>
                  </a:cubicBezTo>
                  <a:cubicBezTo>
                    <a:pt x="9" y="28"/>
                    <a:pt x="9" y="28"/>
                    <a:pt x="9" y="19"/>
                  </a:cubicBezTo>
                  <a:lnTo>
                    <a:pt x="9" y="9"/>
                  </a:lnTo>
                  <a:lnTo>
                    <a:pt x="18" y="0"/>
                  </a:lnTo>
                  <a:cubicBezTo>
                    <a:pt x="18" y="0"/>
                    <a:pt x="18" y="0"/>
                    <a:pt x="27" y="0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19"/>
                    <a:pt x="45" y="19"/>
                    <a:pt x="45" y="19"/>
                  </a:cubicBezTo>
                  <a:lnTo>
                    <a:pt x="36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"/>
            <p:cNvSpPr/>
            <p:nvPr/>
          </p:nvSpPr>
          <p:spPr>
            <a:xfrm>
              <a:off x="2147285" y="2942035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37" y="55"/>
                  </a:moveTo>
                  <a:lnTo>
                    <a:pt x="37" y="55"/>
                  </a:lnTo>
                  <a:cubicBezTo>
                    <a:pt x="28" y="55"/>
                    <a:pt x="28" y="55"/>
                    <a:pt x="28" y="55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46"/>
                    <a:pt x="28" y="46"/>
                    <a:pt x="2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0" y="55"/>
                    <a:pt x="0" y="55"/>
                    <a:pt x="0" y="46"/>
                  </a:cubicBezTo>
                  <a:lnTo>
                    <a:pt x="0" y="37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46"/>
                    <a:pt x="10" y="46"/>
                  </a:cubicBezTo>
                  <a:cubicBezTo>
                    <a:pt x="10" y="46"/>
                    <a:pt x="10" y="46"/>
                    <a:pt x="19" y="46"/>
                  </a:cubicBezTo>
                  <a:cubicBezTo>
                    <a:pt x="28" y="46"/>
                    <a:pt x="28" y="46"/>
                    <a:pt x="28" y="46"/>
                  </a:cubicBezTo>
                  <a:lnTo>
                    <a:pt x="28" y="37"/>
                  </a:lnTo>
                  <a:cubicBezTo>
                    <a:pt x="28" y="37"/>
                    <a:pt x="28" y="37"/>
                    <a:pt x="28" y="28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55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"/>
            <p:cNvSpPr/>
            <p:nvPr/>
          </p:nvSpPr>
          <p:spPr>
            <a:xfrm>
              <a:off x="2153834" y="2942035"/>
              <a:ext cx="9527" cy="7144"/>
            </a:xfrm>
            <a:custGeom>
              <a:rect b="b" l="l" r="r" t="t"/>
              <a:pathLst>
                <a:path extrusionOk="0" h="56" w="74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18" y="9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6" y="9"/>
                  </a:cubicBezTo>
                  <a:cubicBezTo>
                    <a:pt x="36" y="9"/>
                    <a:pt x="36" y="9"/>
                    <a:pt x="46" y="9"/>
                  </a:cubicBezTo>
                  <a:cubicBezTo>
                    <a:pt x="46" y="0"/>
                    <a:pt x="46" y="0"/>
                    <a:pt x="55" y="0"/>
                  </a:cubicBezTo>
                  <a:cubicBezTo>
                    <a:pt x="64" y="0"/>
                    <a:pt x="73" y="9"/>
                    <a:pt x="73" y="19"/>
                  </a:cubicBezTo>
                  <a:cubicBezTo>
                    <a:pt x="73" y="55"/>
                    <a:pt x="73" y="55"/>
                    <a:pt x="73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19"/>
                    <a:pt x="64" y="19"/>
                    <a:pt x="64" y="19"/>
                  </a:cubicBezTo>
                  <a:lnTo>
                    <a:pt x="64" y="9"/>
                  </a:lnTo>
                  <a:cubicBezTo>
                    <a:pt x="55" y="9"/>
                    <a:pt x="55" y="9"/>
                    <a:pt x="55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36" y="19"/>
                    <a:pt x="36" y="19"/>
                    <a:pt x="36" y="19"/>
                  </a:cubicBezTo>
                  <a:lnTo>
                    <a:pt x="36" y="28"/>
                  </a:lnTo>
                  <a:cubicBezTo>
                    <a:pt x="36" y="55"/>
                    <a:pt x="36" y="55"/>
                    <a:pt x="36" y="55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lnTo>
                    <a:pt x="9" y="9"/>
                  </a:lnTo>
                  <a:cubicBezTo>
                    <a:pt x="9" y="19"/>
                    <a:pt x="9" y="19"/>
                    <a:pt x="9" y="19"/>
                  </a:cubicBezTo>
                  <a:lnTo>
                    <a:pt x="9" y="28"/>
                  </a:ln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"/>
            <p:cNvSpPr/>
            <p:nvPr/>
          </p:nvSpPr>
          <p:spPr>
            <a:xfrm>
              <a:off x="2167529" y="2939654"/>
              <a:ext cx="5954" cy="9525"/>
            </a:xfrm>
            <a:custGeom>
              <a:rect b="b" l="l" r="r" t="t"/>
              <a:pathLst>
                <a:path extrusionOk="0" h="74" w="48">
                  <a:moveTo>
                    <a:pt x="47" y="73"/>
                  </a:moveTo>
                  <a:lnTo>
                    <a:pt x="47" y="73"/>
                  </a:lnTo>
                  <a:cubicBezTo>
                    <a:pt x="47" y="64"/>
                    <a:pt x="47" y="64"/>
                    <a:pt x="47" y="64"/>
                  </a:cubicBezTo>
                  <a:cubicBezTo>
                    <a:pt x="47" y="64"/>
                    <a:pt x="47" y="64"/>
                    <a:pt x="36" y="64"/>
                  </a:cubicBezTo>
                  <a:cubicBezTo>
                    <a:pt x="36" y="64"/>
                    <a:pt x="36" y="64"/>
                    <a:pt x="36" y="73"/>
                  </a:cubicBezTo>
                  <a:cubicBezTo>
                    <a:pt x="36" y="73"/>
                    <a:pt x="36" y="73"/>
                    <a:pt x="27" y="73"/>
                  </a:cubicBezTo>
                  <a:cubicBezTo>
                    <a:pt x="18" y="73"/>
                    <a:pt x="18" y="73"/>
                    <a:pt x="18" y="73"/>
                  </a:cubicBezTo>
                  <a:cubicBezTo>
                    <a:pt x="9" y="73"/>
                    <a:pt x="9" y="64"/>
                    <a:pt x="9" y="64"/>
                  </a:cubicBezTo>
                  <a:cubicBezTo>
                    <a:pt x="9" y="64"/>
                    <a:pt x="9" y="64"/>
                    <a:pt x="9" y="55"/>
                  </a:cubicBezTo>
                  <a:cubicBezTo>
                    <a:pt x="0" y="55"/>
                    <a:pt x="0" y="46"/>
                    <a:pt x="0" y="46"/>
                  </a:cubicBezTo>
                  <a:cubicBezTo>
                    <a:pt x="0" y="46"/>
                    <a:pt x="0" y="37"/>
                    <a:pt x="9" y="37"/>
                  </a:cubicBezTo>
                  <a:lnTo>
                    <a:pt x="9" y="27"/>
                  </a:lnTo>
                  <a:cubicBezTo>
                    <a:pt x="9" y="27"/>
                    <a:pt x="9" y="27"/>
                    <a:pt x="18" y="27"/>
                  </a:cubicBezTo>
                  <a:cubicBezTo>
                    <a:pt x="18" y="18"/>
                    <a:pt x="18" y="18"/>
                    <a:pt x="27" y="18"/>
                  </a:cubicBezTo>
                  <a:cubicBezTo>
                    <a:pt x="36" y="18"/>
                    <a:pt x="36" y="18"/>
                    <a:pt x="36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47" y="73"/>
                  </a:lnTo>
                  <a:close/>
                  <a:moveTo>
                    <a:pt x="9" y="46"/>
                  </a:moveTo>
                  <a:lnTo>
                    <a:pt x="9" y="46"/>
                  </a:lnTo>
                  <a:lnTo>
                    <a:pt x="9" y="55"/>
                  </a:lnTo>
                  <a:cubicBezTo>
                    <a:pt x="9" y="55"/>
                    <a:pt x="9" y="55"/>
                    <a:pt x="18" y="64"/>
                  </a:cubicBezTo>
                  <a:lnTo>
                    <a:pt x="27" y="64"/>
                  </a:lnTo>
                  <a:cubicBezTo>
                    <a:pt x="27" y="64"/>
                    <a:pt x="27" y="64"/>
                    <a:pt x="36" y="64"/>
                  </a:cubicBezTo>
                  <a:cubicBezTo>
                    <a:pt x="36" y="55"/>
                    <a:pt x="47" y="55"/>
                    <a:pt x="47" y="55"/>
                  </a:cubicBezTo>
                  <a:lnTo>
                    <a:pt x="47" y="46"/>
                  </a:lnTo>
                  <a:cubicBezTo>
                    <a:pt x="47" y="46"/>
                    <a:pt x="47" y="46"/>
                    <a:pt x="47" y="37"/>
                  </a:cubicBezTo>
                  <a:lnTo>
                    <a:pt x="36" y="37"/>
                  </a:lnTo>
                  <a:cubicBezTo>
                    <a:pt x="36" y="27"/>
                    <a:pt x="36" y="27"/>
                    <a:pt x="36" y="27"/>
                  </a:cubicBezTo>
                  <a:cubicBezTo>
                    <a:pt x="27" y="27"/>
                    <a:pt x="27" y="27"/>
                    <a:pt x="27" y="27"/>
                  </a:cubicBezTo>
                  <a:lnTo>
                    <a:pt x="18" y="27"/>
                  </a:lnTo>
                  <a:cubicBezTo>
                    <a:pt x="18" y="27"/>
                    <a:pt x="18" y="27"/>
                    <a:pt x="9" y="37"/>
                  </a:cubicBezTo>
                  <a:cubicBezTo>
                    <a:pt x="9" y="46"/>
                    <a:pt x="9" y="46"/>
                    <a:pt x="9" y="46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"/>
            <p:cNvSpPr/>
            <p:nvPr/>
          </p:nvSpPr>
          <p:spPr>
            <a:xfrm>
              <a:off x="2174675" y="2942035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28" y="0"/>
                  </a:moveTo>
                  <a:lnTo>
                    <a:pt x="28" y="0"/>
                  </a:lnTo>
                  <a:lnTo>
                    <a:pt x="37" y="0"/>
                  </a:lnTo>
                  <a:cubicBezTo>
                    <a:pt x="37" y="9"/>
                    <a:pt x="37" y="9"/>
                    <a:pt x="46" y="9"/>
                  </a:cubicBezTo>
                  <a:lnTo>
                    <a:pt x="46" y="19"/>
                  </a:lnTo>
                  <a:lnTo>
                    <a:pt x="46" y="28"/>
                  </a:lnTo>
                  <a:lnTo>
                    <a:pt x="46" y="37"/>
                  </a:lnTo>
                  <a:lnTo>
                    <a:pt x="46" y="46"/>
                  </a:lnTo>
                  <a:cubicBezTo>
                    <a:pt x="37" y="46"/>
                    <a:pt x="37" y="55"/>
                    <a:pt x="37" y="55"/>
                  </a:cubicBezTo>
                  <a:lnTo>
                    <a:pt x="28" y="55"/>
                  </a:ln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46"/>
                    <a:pt x="9" y="46"/>
                  </a:cubicBezTo>
                  <a:cubicBezTo>
                    <a:pt x="9" y="46"/>
                    <a:pt x="9" y="46"/>
                    <a:pt x="0" y="37"/>
                  </a:cubicBezTo>
                  <a:lnTo>
                    <a:pt x="0" y="28"/>
                  </a:lnTo>
                  <a:lnTo>
                    <a:pt x="0" y="19"/>
                  </a:lnTo>
                  <a:cubicBezTo>
                    <a:pt x="9" y="19"/>
                    <a:pt x="9" y="9"/>
                    <a:pt x="9" y="9"/>
                  </a:cubicBezTo>
                  <a:cubicBezTo>
                    <a:pt x="9" y="9"/>
                    <a:pt x="9" y="9"/>
                    <a:pt x="18" y="0"/>
                  </a:cubicBezTo>
                  <a:cubicBezTo>
                    <a:pt x="18" y="0"/>
                    <a:pt x="18" y="0"/>
                    <a:pt x="28" y="0"/>
                  </a:cubicBezTo>
                  <a:close/>
                  <a:moveTo>
                    <a:pt x="28" y="9"/>
                  </a:moveTo>
                  <a:lnTo>
                    <a:pt x="28" y="9"/>
                  </a:lnTo>
                  <a:lnTo>
                    <a:pt x="18" y="9"/>
                  </a:lnTo>
                  <a:cubicBezTo>
                    <a:pt x="18" y="9"/>
                    <a:pt x="18" y="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9" y="37"/>
                  </a:lnTo>
                  <a:cubicBezTo>
                    <a:pt x="9" y="37"/>
                    <a:pt x="9" y="37"/>
                    <a:pt x="9" y="46"/>
                  </a:cubicBezTo>
                  <a:cubicBezTo>
                    <a:pt x="18" y="46"/>
                    <a:pt x="18" y="46"/>
                    <a:pt x="18" y="46"/>
                  </a:cubicBezTo>
                  <a:lnTo>
                    <a:pt x="28" y="46"/>
                  </a:lnTo>
                  <a:cubicBezTo>
                    <a:pt x="28" y="46"/>
                    <a:pt x="28" y="46"/>
                    <a:pt x="37" y="46"/>
                  </a:cubicBezTo>
                  <a:cubicBezTo>
                    <a:pt x="37" y="37"/>
                    <a:pt x="46" y="37"/>
                    <a:pt x="46" y="37"/>
                  </a:cubicBezTo>
                  <a:lnTo>
                    <a:pt x="46" y="28"/>
                  </a:lnTo>
                  <a:cubicBezTo>
                    <a:pt x="46" y="28"/>
                    <a:pt x="46" y="28"/>
                    <a:pt x="46" y="19"/>
                  </a:cubicBezTo>
                  <a:lnTo>
                    <a:pt x="37" y="19"/>
                  </a:lnTo>
                  <a:cubicBezTo>
                    <a:pt x="37" y="9"/>
                    <a:pt x="37" y="9"/>
                    <a:pt x="37" y="9"/>
                  </a:cubicBezTo>
                  <a:cubicBezTo>
                    <a:pt x="28" y="9"/>
                    <a:pt x="28" y="9"/>
                    <a:pt x="28" y="9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"/>
            <p:cNvSpPr/>
            <p:nvPr/>
          </p:nvSpPr>
          <p:spPr>
            <a:xfrm>
              <a:off x="2182415" y="2939654"/>
              <a:ext cx="595" cy="9525"/>
            </a:xfrm>
            <a:custGeom>
              <a:rect b="b" l="l" r="r" t="t"/>
              <a:pathLst>
                <a:path extrusionOk="0" h="74" w="10">
                  <a:moveTo>
                    <a:pt x="0" y="0"/>
                  </a:moveTo>
                  <a:lnTo>
                    <a:pt x="9" y="0"/>
                  </a:lnTo>
                  <a:lnTo>
                    <a:pt x="9" y="73"/>
                  </a:lnTo>
                  <a:lnTo>
                    <a:pt x="0" y="73"/>
                  </a:ln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"/>
            <p:cNvSpPr/>
            <p:nvPr/>
          </p:nvSpPr>
          <p:spPr>
            <a:xfrm>
              <a:off x="2184797" y="2942035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19" y="0"/>
                  </a:moveTo>
                  <a:lnTo>
                    <a:pt x="19" y="0"/>
                  </a:lnTo>
                  <a:cubicBezTo>
                    <a:pt x="28" y="0"/>
                    <a:pt x="28" y="0"/>
                    <a:pt x="37" y="0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46" y="9"/>
                    <a:pt x="46" y="19"/>
                    <a:pt x="46" y="19"/>
                  </a:cubicBezTo>
                  <a:lnTo>
                    <a:pt x="46" y="28"/>
                  </a:lnTo>
                  <a:lnTo>
                    <a:pt x="46" y="37"/>
                  </a:lnTo>
                  <a:cubicBezTo>
                    <a:pt x="46" y="37"/>
                    <a:pt x="46" y="46"/>
                    <a:pt x="37" y="46"/>
                  </a:cubicBezTo>
                  <a:cubicBezTo>
                    <a:pt x="37" y="46"/>
                    <a:pt x="37" y="46"/>
                    <a:pt x="37" y="55"/>
                  </a:cubicBezTo>
                  <a:cubicBezTo>
                    <a:pt x="28" y="55"/>
                    <a:pt x="28" y="55"/>
                    <a:pt x="19" y="55"/>
                  </a:cubicBezTo>
                  <a:cubicBezTo>
                    <a:pt x="19" y="55"/>
                    <a:pt x="19" y="55"/>
                    <a:pt x="10" y="55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0" y="46"/>
                    <a:pt x="0" y="37"/>
                    <a:pt x="0" y="37"/>
                  </a:cubicBezTo>
                  <a:lnTo>
                    <a:pt x="0" y="28"/>
                  </a:lnTo>
                  <a:lnTo>
                    <a:pt x="0" y="19"/>
                  </a:lnTo>
                  <a:cubicBezTo>
                    <a:pt x="0" y="19"/>
                    <a:pt x="0" y="9"/>
                    <a:pt x="10" y="9"/>
                  </a:cubicBezTo>
                  <a:cubicBezTo>
                    <a:pt x="10" y="9"/>
                    <a:pt x="10" y="9"/>
                    <a:pt x="10" y="0"/>
                  </a:cubicBezTo>
                  <a:cubicBezTo>
                    <a:pt x="19" y="0"/>
                    <a:pt x="19" y="0"/>
                    <a:pt x="19" y="0"/>
                  </a:cubicBezTo>
                  <a:close/>
                  <a:moveTo>
                    <a:pt x="19" y="9"/>
                  </a:moveTo>
                  <a:lnTo>
                    <a:pt x="19" y="9"/>
                  </a:lnTo>
                  <a:cubicBezTo>
                    <a:pt x="10" y="9"/>
                    <a:pt x="10" y="9"/>
                    <a:pt x="10" y="9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10" y="28"/>
                  </a:lnTo>
                  <a:lnTo>
                    <a:pt x="10" y="37"/>
                  </a:lnTo>
                  <a:cubicBezTo>
                    <a:pt x="10" y="37"/>
                    <a:pt x="10" y="37"/>
                    <a:pt x="10" y="46"/>
                  </a:cubicBezTo>
                  <a:cubicBezTo>
                    <a:pt x="10" y="46"/>
                    <a:pt x="10" y="46"/>
                    <a:pt x="19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28"/>
                  </a:lnTo>
                  <a:lnTo>
                    <a:pt x="37" y="19"/>
                  </a:lnTo>
                  <a:cubicBezTo>
                    <a:pt x="37" y="19"/>
                    <a:pt x="37" y="19"/>
                    <a:pt x="37" y="9"/>
                  </a:cubicBezTo>
                  <a:cubicBezTo>
                    <a:pt x="37" y="9"/>
                    <a:pt x="37" y="9"/>
                    <a:pt x="28" y="9"/>
                  </a:cubicBezTo>
                  <a:cubicBezTo>
                    <a:pt x="28" y="9"/>
                    <a:pt x="28" y="9"/>
                    <a:pt x="19" y="9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"/>
            <p:cNvSpPr/>
            <p:nvPr/>
          </p:nvSpPr>
          <p:spPr>
            <a:xfrm>
              <a:off x="2191942" y="2942035"/>
              <a:ext cx="3572" cy="7144"/>
            </a:xfrm>
            <a:custGeom>
              <a:rect b="b" l="l" r="r" t="t"/>
              <a:pathLst>
                <a:path extrusionOk="0" h="56" w="3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11" y="0"/>
                    <a:pt x="11" y="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0" y="0"/>
                    <a:pt x="20" y="0"/>
                    <a:pt x="29" y="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0" y="9"/>
                    <a:pt x="20" y="9"/>
                    <a:pt x="20" y="9"/>
                  </a:cubicBezTo>
                  <a:lnTo>
                    <a:pt x="11" y="9"/>
                  </a:lnTo>
                  <a:cubicBezTo>
                    <a:pt x="11" y="19"/>
                    <a:pt x="11" y="19"/>
                    <a:pt x="11" y="19"/>
                  </a:cubicBezTo>
                  <a:lnTo>
                    <a:pt x="11" y="28"/>
                  </a:lnTo>
                  <a:cubicBezTo>
                    <a:pt x="11" y="55"/>
                    <a:pt x="11" y="55"/>
                    <a:pt x="11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"/>
            <p:cNvSpPr/>
            <p:nvPr/>
          </p:nvSpPr>
          <p:spPr>
            <a:xfrm>
              <a:off x="2199683" y="2942035"/>
              <a:ext cx="4168" cy="7144"/>
            </a:xfrm>
            <a:custGeom>
              <a:rect b="b" l="l" r="r" t="t"/>
              <a:pathLst>
                <a:path extrusionOk="0" h="56" w="37">
                  <a:moveTo>
                    <a:pt x="27" y="19"/>
                  </a:moveTo>
                  <a:lnTo>
                    <a:pt x="27" y="19"/>
                  </a:lnTo>
                  <a:cubicBezTo>
                    <a:pt x="27" y="19"/>
                    <a:pt x="27" y="1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28"/>
                    <a:pt x="18" y="28"/>
                    <a:pt x="18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8"/>
                    <a:pt x="27" y="28"/>
                    <a:pt x="36" y="28"/>
                  </a:cubicBezTo>
                  <a:cubicBezTo>
                    <a:pt x="36" y="28"/>
                    <a:pt x="36" y="28"/>
                    <a:pt x="36" y="3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46"/>
                    <a:pt x="36" y="46"/>
                    <a:pt x="27" y="46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55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lnTo>
                    <a:pt x="9" y="46"/>
                  </a:lnTo>
                  <a:lnTo>
                    <a:pt x="18" y="46"/>
                  </a:lnTo>
                  <a:cubicBezTo>
                    <a:pt x="27" y="46"/>
                    <a:pt x="27" y="46"/>
                    <a:pt x="27" y="46"/>
                  </a:cubicBezTo>
                  <a:lnTo>
                    <a:pt x="27" y="37"/>
                  </a:lnTo>
                  <a:lnTo>
                    <a:pt x="27" y="28"/>
                  </a:lnTo>
                  <a:lnTo>
                    <a:pt x="18" y="28"/>
                  </a:ln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0" y="28"/>
                  </a:cubicBezTo>
                  <a:lnTo>
                    <a:pt x="0" y="19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27" y="9"/>
                  </a:cubicBezTo>
                  <a:lnTo>
                    <a:pt x="36" y="9"/>
                  </a:lnTo>
                  <a:lnTo>
                    <a:pt x="36" y="19"/>
                  </a:lnTo>
                  <a:lnTo>
                    <a:pt x="27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"/>
            <p:cNvSpPr/>
            <p:nvPr/>
          </p:nvSpPr>
          <p:spPr>
            <a:xfrm>
              <a:off x="2206233" y="2939654"/>
              <a:ext cx="595" cy="9525"/>
            </a:xfrm>
            <a:custGeom>
              <a:rect b="b" l="l" r="r" t="t"/>
              <a:pathLst>
                <a:path extrusionOk="0" h="74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73"/>
                  </a:lnTo>
                  <a:lnTo>
                    <a:pt x="0" y="73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"/>
            <p:cNvSpPr/>
            <p:nvPr/>
          </p:nvSpPr>
          <p:spPr>
            <a:xfrm>
              <a:off x="2207423" y="2940845"/>
              <a:ext cx="2977" cy="8334"/>
            </a:xfrm>
            <a:custGeom>
              <a:rect b="b" l="l" r="r" t="t"/>
              <a:pathLst>
                <a:path extrusionOk="0" h="65" w="28">
                  <a:moveTo>
                    <a:pt x="18" y="9"/>
                  </a:moveTo>
                  <a:lnTo>
                    <a:pt x="18" y="9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8" y="55"/>
                    <a:pt x="18" y="55"/>
                    <a:pt x="27" y="55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4"/>
                    <a:pt x="18" y="64"/>
                    <a:pt x="18" y="55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8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"/>
            <p:cNvSpPr/>
            <p:nvPr/>
          </p:nvSpPr>
          <p:spPr>
            <a:xfrm>
              <a:off x="2215760" y="2942035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0" y="19"/>
                  </a:moveTo>
                  <a:lnTo>
                    <a:pt x="0" y="19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10" y="0"/>
                    <a:pt x="10" y="0"/>
                    <a:pt x="19" y="0"/>
                  </a:cubicBezTo>
                  <a:cubicBezTo>
                    <a:pt x="19" y="0"/>
                    <a:pt x="19" y="0"/>
                    <a:pt x="28" y="0"/>
                  </a:cubicBezTo>
                  <a:cubicBezTo>
                    <a:pt x="28" y="9"/>
                    <a:pt x="37" y="9"/>
                    <a:pt x="37" y="9"/>
                  </a:cubicBezTo>
                  <a:lnTo>
                    <a:pt x="37" y="19"/>
                  </a:lnTo>
                  <a:cubicBezTo>
                    <a:pt x="37" y="46"/>
                    <a:pt x="37" y="46"/>
                    <a:pt x="37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46"/>
                    <a:pt x="28" y="46"/>
                    <a:pt x="2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0" y="55"/>
                  </a:cubicBezTo>
                  <a:cubicBezTo>
                    <a:pt x="0" y="55"/>
                    <a:pt x="0" y="55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8" y="28"/>
                    <a:pt x="28" y="19"/>
                    <a:pt x="28" y="19"/>
                  </a:cubicBezTo>
                  <a:lnTo>
                    <a:pt x="28" y="9"/>
                  </a:lnTo>
                  <a:cubicBezTo>
                    <a:pt x="28" y="9"/>
                    <a:pt x="28" y="9"/>
                    <a:pt x="19" y="9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0" y="19"/>
                  </a:lnTo>
                  <a:close/>
                  <a:moveTo>
                    <a:pt x="28" y="28"/>
                  </a:moveTo>
                  <a:lnTo>
                    <a:pt x="28" y="28"/>
                  </a:lnTo>
                  <a:cubicBezTo>
                    <a:pt x="19" y="28"/>
                    <a:pt x="19" y="28"/>
                    <a:pt x="19" y="28"/>
                  </a:cubicBezTo>
                  <a:lnTo>
                    <a:pt x="10" y="28"/>
                  </a:lnTo>
                  <a:cubicBezTo>
                    <a:pt x="10" y="28"/>
                    <a:pt x="10" y="28"/>
                    <a:pt x="0" y="37"/>
                  </a:cubicBezTo>
                  <a:lnTo>
                    <a:pt x="0" y="46"/>
                  </a:lnTo>
                  <a:cubicBezTo>
                    <a:pt x="0" y="46"/>
                    <a:pt x="0" y="46"/>
                    <a:pt x="10" y="46"/>
                  </a:cubicBezTo>
                  <a:cubicBezTo>
                    <a:pt x="19" y="46"/>
                    <a:pt x="19" y="46"/>
                    <a:pt x="19" y="46"/>
                  </a:cubicBezTo>
                  <a:lnTo>
                    <a:pt x="28" y="46"/>
                  </a:lnTo>
                  <a:lnTo>
                    <a:pt x="28" y="37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"/>
            <p:cNvSpPr/>
            <p:nvPr/>
          </p:nvSpPr>
          <p:spPr>
            <a:xfrm>
              <a:off x="2222309" y="2942035"/>
              <a:ext cx="9527" cy="7144"/>
            </a:xfrm>
            <a:custGeom>
              <a:rect b="b" l="l" r="r" t="t"/>
              <a:pathLst>
                <a:path extrusionOk="0" h="56" w="75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19" y="0"/>
                  </a:cubicBez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0"/>
                    <a:pt x="37" y="0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46" y="0"/>
                  </a:cubicBezTo>
                  <a:cubicBezTo>
                    <a:pt x="46" y="0"/>
                    <a:pt x="46" y="0"/>
                    <a:pt x="55" y="0"/>
                  </a:cubicBezTo>
                  <a:cubicBezTo>
                    <a:pt x="64" y="0"/>
                    <a:pt x="74" y="9"/>
                    <a:pt x="74" y="19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19"/>
                    <a:pt x="64" y="19"/>
                    <a:pt x="64" y="19"/>
                  </a:cubicBezTo>
                  <a:lnTo>
                    <a:pt x="64" y="9"/>
                  </a:lnTo>
                  <a:cubicBezTo>
                    <a:pt x="55" y="9"/>
                    <a:pt x="55" y="9"/>
                    <a:pt x="55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37" y="9"/>
                    <a:pt x="37" y="19"/>
                    <a:pt x="37" y="19"/>
                  </a:cubicBezTo>
                  <a:cubicBezTo>
                    <a:pt x="37" y="19"/>
                    <a:pt x="37" y="19"/>
                    <a:pt x="37" y="28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9"/>
                    <a:pt x="37" y="19"/>
                    <a:pt x="28" y="9"/>
                  </a:cubicBezTo>
                  <a:cubicBezTo>
                    <a:pt x="28" y="9"/>
                    <a:pt x="28" y="9"/>
                    <a:pt x="19" y="9"/>
                  </a:cubicBezTo>
                  <a:lnTo>
                    <a:pt x="9" y="9"/>
                  </a:lnTo>
                  <a:lnTo>
                    <a:pt x="9" y="19"/>
                  </a:lnTo>
                  <a:cubicBezTo>
                    <a:pt x="9" y="19"/>
                    <a:pt x="9" y="19"/>
                    <a:pt x="9" y="28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"/>
            <p:cNvSpPr/>
            <p:nvPr/>
          </p:nvSpPr>
          <p:spPr>
            <a:xfrm>
              <a:off x="2233622" y="2942035"/>
              <a:ext cx="4763" cy="7144"/>
            </a:xfrm>
            <a:custGeom>
              <a:rect b="b" l="l" r="r" t="t"/>
              <a:pathLst>
                <a:path extrusionOk="0" h="56" w="39">
                  <a:moveTo>
                    <a:pt x="0" y="28"/>
                  </a:moveTo>
                  <a:lnTo>
                    <a:pt x="0" y="28"/>
                  </a:lnTo>
                  <a:lnTo>
                    <a:pt x="0" y="37"/>
                  </a:lnTo>
                  <a:cubicBezTo>
                    <a:pt x="0" y="37"/>
                    <a:pt x="0" y="37"/>
                    <a:pt x="9" y="46"/>
                  </a:cubicBezTo>
                  <a:lnTo>
                    <a:pt x="18" y="46"/>
                  </a:lnTo>
                  <a:lnTo>
                    <a:pt x="29" y="46"/>
                  </a:lnTo>
                  <a:lnTo>
                    <a:pt x="38" y="37"/>
                  </a:lnTo>
                  <a:lnTo>
                    <a:pt x="38" y="46"/>
                  </a:lnTo>
                  <a:cubicBezTo>
                    <a:pt x="29" y="55"/>
                    <a:pt x="29" y="55"/>
                    <a:pt x="18" y="55"/>
                  </a:cubicBezTo>
                  <a:lnTo>
                    <a:pt x="9" y="55"/>
                  </a:lnTo>
                  <a:cubicBezTo>
                    <a:pt x="9" y="46"/>
                    <a:pt x="0" y="46"/>
                    <a:pt x="0" y="46"/>
                  </a:cubicBezTo>
                  <a:lnTo>
                    <a:pt x="0" y="37"/>
                  </a:lnTo>
                  <a:lnTo>
                    <a:pt x="0" y="28"/>
                  </a:lnTo>
                  <a:lnTo>
                    <a:pt x="0" y="19"/>
                  </a:lnTo>
                  <a:lnTo>
                    <a:pt x="0" y="9"/>
                  </a:lnTo>
                  <a:cubicBezTo>
                    <a:pt x="0" y="9"/>
                    <a:pt x="9" y="9"/>
                    <a:pt x="9" y="0"/>
                  </a:cubicBezTo>
                  <a:lnTo>
                    <a:pt x="18" y="0"/>
                  </a:lnTo>
                  <a:lnTo>
                    <a:pt x="29" y="0"/>
                  </a:lnTo>
                  <a:cubicBezTo>
                    <a:pt x="29" y="9"/>
                    <a:pt x="38" y="9"/>
                    <a:pt x="38" y="9"/>
                  </a:cubicBezTo>
                  <a:lnTo>
                    <a:pt x="38" y="19"/>
                  </a:lnTo>
                  <a:lnTo>
                    <a:pt x="38" y="28"/>
                  </a:lnTo>
                  <a:lnTo>
                    <a:pt x="0" y="28"/>
                  </a:lnTo>
                  <a:close/>
                  <a:moveTo>
                    <a:pt x="38" y="28"/>
                  </a:moveTo>
                  <a:lnTo>
                    <a:pt x="38" y="28"/>
                  </a:lnTo>
                  <a:cubicBezTo>
                    <a:pt x="38" y="19"/>
                    <a:pt x="38" y="19"/>
                    <a:pt x="29" y="19"/>
                  </a:cubicBezTo>
                  <a:lnTo>
                    <a:pt x="29" y="9"/>
                  </a:lnTo>
                  <a:cubicBezTo>
                    <a:pt x="18" y="9"/>
                    <a:pt x="18" y="9"/>
                    <a:pt x="18" y="9"/>
                  </a:cubicBezTo>
                  <a:lnTo>
                    <a:pt x="9" y="9"/>
                  </a:lnTo>
                  <a:lnTo>
                    <a:pt x="0" y="19"/>
                  </a:lnTo>
                  <a:cubicBezTo>
                    <a:pt x="0" y="19"/>
                    <a:pt x="0" y="19"/>
                    <a:pt x="0" y="28"/>
                  </a:cubicBezTo>
                  <a:lnTo>
                    <a:pt x="38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"/>
            <p:cNvSpPr/>
            <p:nvPr/>
          </p:nvSpPr>
          <p:spPr>
            <a:xfrm>
              <a:off x="2239576" y="2940845"/>
              <a:ext cx="1786" cy="8334"/>
            </a:xfrm>
            <a:custGeom>
              <a:rect b="b" l="l" r="r" t="t"/>
              <a:pathLst>
                <a:path extrusionOk="0" h="65" w="19">
                  <a:moveTo>
                    <a:pt x="9" y="9"/>
                  </a:moveTo>
                  <a:lnTo>
                    <a:pt x="9" y="9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9" y="55"/>
                    <a:pt x="18" y="5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9" y="64"/>
                    <a:pt x="9" y="64"/>
                    <a:pt x="9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"/>
            <p:cNvSpPr/>
            <p:nvPr/>
          </p:nvSpPr>
          <p:spPr>
            <a:xfrm>
              <a:off x="2244935" y="2946797"/>
              <a:ext cx="0" cy="2977"/>
            </a:xfrm>
            <a:custGeom>
              <a:rect b="b" l="l" r="r" t="t"/>
              <a:pathLst>
                <a:path extrusionOk="0" h="28" w="1">
                  <a:moveTo>
                    <a:pt x="0" y="0"/>
                  </a:moveTo>
                  <a:lnTo>
                    <a:pt x="0" y="0"/>
                  </a:lnTo>
                  <a:cubicBezTo>
                    <a:pt x="0" y="18"/>
                    <a:pt x="0" y="18"/>
                    <a:pt x="0" y="1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"/>
            <p:cNvSpPr/>
            <p:nvPr/>
          </p:nvSpPr>
          <p:spPr>
            <a:xfrm>
              <a:off x="2250890" y="2942035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37" y="19"/>
                  </a:moveTo>
                  <a:lnTo>
                    <a:pt x="37" y="19"/>
                  </a:lnTo>
                  <a:cubicBezTo>
                    <a:pt x="37" y="9"/>
                    <a:pt x="28" y="9"/>
                    <a:pt x="28" y="9"/>
                  </a:cubicBezTo>
                  <a:cubicBezTo>
                    <a:pt x="28" y="9"/>
                    <a:pt x="28" y="9"/>
                    <a:pt x="19" y="9"/>
                  </a:cubicBezTo>
                  <a:cubicBezTo>
                    <a:pt x="19" y="9"/>
                    <a:pt x="19" y="9"/>
                    <a:pt x="10" y="9"/>
                  </a:cubicBezTo>
                  <a:cubicBezTo>
                    <a:pt x="10" y="19"/>
                    <a:pt x="10" y="19"/>
                    <a:pt x="0" y="19"/>
                  </a:cubicBezTo>
                  <a:lnTo>
                    <a:pt x="0" y="28"/>
                  </a:lnTo>
                  <a:cubicBezTo>
                    <a:pt x="0" y="28"/>
                    <a:pt x="0" y="28"/>
                    <a:pt x="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9" y="46"/>
                    <a:pt x="19" y="46"/>
                    <a:pt x="19" y="46"/>
                  </a:cubicBezTo>
                  <a:lnTo>
                    <a:pt x="28" y="46"/>
                  </a:lnTo>
                  <a:cubicBezTo>
                    <a:pt x="28" y="46"/>
                    <a:pt x="28" y="37"/>
                    <a:pt x="37" y="37"/>
                  </a:cubicBezTo>
                  <a:lnTo>
                    <a:pt x="37" y="46"/>
                  </a:lnTo>
                  <a:cubicBezTo>
                    <a:pt x="28" y="55"/>
                    <a:pt x="28" y="55"/>
                    <a:pt x="19" y="55"/>
                  </a:cubicBezTo>
                  <a:cubicBezTo>
                    <a:pt x="19" y="55"/>
                    <a:pt x="10" y="55"/>
                    <a:pt x="10" y="46"/>
                  </a:cubicBezTo>
                  <a:cubicBezTo>
                    <a:pt x="10" y="46"/>
                    <a:pt x="10" y="46"/>
                    <a:pt x="0" y="46"/>
                  </a:cubicBezTo>
                  <a:lnTo>
                    <a:pt x="0" y="37"/>
                  </a:lnTo>
                  <a:lnTo>
                    <a:pt x="0" y="28"/>
                  </a:lnTo>
                  <a:lnTo>
                    <a:pt x="0" y="19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10" y="9"/>
                    <a:pt x="10" y="0"/>
                    <a:pt x="10" y="0"/>
                  </a:cubicBezTo>
                  <a:lnTo>
                    <a:pt x="19" y="0"/>
                  </a:lnTo>
                  <a:cubicBezTo>
                    <a:pt x="28" y="0"/>
                    <a:pt x="28" y="0"/>
                    <a:pt x="37" y="9"/>
                  </a:cubicBezTo>
                  <a:cubicBezTo>
                    <a:pt x="37" y="9"/>
                    <a:pt x="37" y="9"/>
                    <a:pt x="37" y="19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"/>
            <p:cNvSpPr/>
            <p:nvPr/>
          </p:nvSpPr>
          <p:spPr>
            <a:xfrm>
              <a:off x="2256844" y="2942035"/>
              <a:ext cx="5954" cy="7144"/>
            </a:xfrm>
            <a:custGeom>
              <a:rect b="b" l="l" r="r" t="t"/>
              <a:pathLst>
                <a:path extrusionOk="0" h="56" w="49">
                  <a:moveTo>
                    <a:pt x="29" y="0"/>
                  </a:moveTo>
                  <a:lnTo>
                    <a:pt x="29" y="0"/>
                  </a:lnTo>
                  <a:cubicBezTo>
                    <a:pt x="29" y="0"/>
                    <a:pt x="29" y="0"/>
                    <a:pt x="38" y="0"/>
                  </a:cubicBezTo>
                  <a:lnTo>
                    <a:pt x="38" y="9"/>
                  </a:lnTo>
                  <a:cubicBezTo>
                    <a:pt x="48" y="9"/>
                    <a:pt x="48" y="9"/>
                    <a:pt x="48" y="19"/>
                  </a:cubicBezTo>
                  <a:cubicBezTo>
                    <a:pt x="48" y="19"/>
                    <a:pt x="48" y="19"/>
                    <a:pt x="48" y="28"/>
                  </a:cubicBezTo>
                  <a:lnTo>
                    <a:pt x="48" y="37"/>
                  </a:lnTo>
                  <a:cubicBezTo>
                    <a:pt x="48" y="37"/>
                    <a:pt x="48" y="46"/>
                    <a:pt x="38" y="46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0" y="55"/>
                    <a:pt x="20" y="55"/>
                    <a:pt x="11" y="46"/>
                  </a:cubicBezTo>
                  <a:cubicBezTo>
                    <a:pt x="0" y="46"/>
                    <a:pt x="0" y="37"/>
                    <a:pt x="0" y="37"/>
                  </a:cubicBezTo>
                  <a:lnTo>
                    <a:pt x="0" y="28"/>
                  </a:ln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0" y="9"/>
                    <a:pt x="11" y="9"/>
                  </a:cubicBezTo>
                  <a:lnTo>
                    <a:pt x="11" y="0"/>
                  </a:lnTo>
                  <a:cubicBezTo>
                    <a:pt x="20" y="0"/>
                    <a:pt x="20" y="0"/>
                    <a:pt x="29" y="0"/>
                  </a:cubicBezTo>
                  <a:close/>
                  <a:moveTo>
                    <a:pt x="29" y="9"/>
                  </a:moveTo>
                  <a:lnTo>
                    <a:pt x="29" y="9"/>
                  </a:lnTo>
                  <a:cubicBezTo>
                    <a:pt x="20" y="9"/>
                    <a:pt x="20" y="9"/>
                    <a:pt x="20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9"/>
                    <a:pt x="11" y="19"/>
                    <a:pt x="11" y="19"/>
                  </a:cubicBezTo>
                  <a:lnTo>
                    <a:pt x="11" y="28"/>
                  </a:lnTo>
                  <a:cubicBezTo>
                    <a:pt x="11" y="28"/>
                    <a:pt x="11" y="28"/>
                    <a:pt x="11" y="37"/>
                  </a:cubicBezTo>
                  <a:cubicBezTo>
                    <a:pt x="11" y="46"/>
                    <a:pt x="11" y="46"/>
                    <a:pt x="20" y="46"/>
                  </a:cubicBezTo>
                  <a:cubicBezTo>
                    <a:pt x="20" y="46"/>
                    <a:pt x="20" y="46"/>
                    <a:pt x="29" y="46"/>
                  </a:cubicBezTo>
                  <a:cubicBezTo>
                    <a:pt x="38" y="46"/>
                    <a:pt x="38" y="46"/>
                    <a:pt x="38" y="37"/>
                  </a:cubicBezTo>
                  <a:cubicBezTo>
                    <a:pt x="38" y="28"/>
                    <a:pt x="38" y="28"/>
                    <a:pt x="38" y="28"/>
                  </a:cubicBezTo>
                  <a:lnTo>
                    <a:pt x="38" y="19"/>
                  </a:lnTo>
                  <a:cubicBezTo>
                    <a:pt x="38" y="19"/>
                    <a:pt x="38" y="19"/>
                    <a:pt x="38" y="9"/>
                  </a:cubicBezTo>
                  <a:cubicBezTo>
                    <a:pt x="38" y="9"/>
                    <a:pt x="38" y="9"/>
                    <a:pt x="29" y="9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"/>
            <p:cNvSpPr/>
            <p:nvPr/>
          </p:nvSpPr>
          <p:spPr>
            <a:xfrm>
              <a:off x="2264584" y="2942035"/>
              <a:ext cx="4168" cy="7144"/>
            </a:xfrm>
            <a:custGeom>
              <a:rect b="b" l="l" r="r" t="t"/>
              <a:pathLst>
                <a:path extrusionOk="0" h="56" w="37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9" y="0"/>
                  </a:lnTo>
                  <a:lnTo>
                    <a:pt x="18" y="0"/>
                  </a:lnTo>
                  <a:cubicBezTo>
                    <a:pt x="27" y="0"/>
                    <a:pt x="27" y="0"/>
                    <a:pt x="27" y="0"/>
                  </a:cubicBezTo>
                  <a:cubicBezTo>
                    <a:pt x="36" y="0"/>
                    <a:pt x="36" y="0"/>
                    <a:pt x="36" y="9"/>
                  </a:cubicBezTo>
                  <a:lnTo>
                    <a:pt x="36" y="19"/>
                  </a:lnTo>
                  <a:cubicBezTo>
                    <a:pt x="36" y="55"/>
                    <a:pt x="36" y="55"/>
                    <a:pt x="36" y="55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6" y="9"/>
                    <a:pt x="36" y="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"/>
            <p:cNvSpPr/>
            <p:nvPr/>
          </p:nvSpPr>
          <p:spPr>
            <a:xfrm>
              <a:off x="2271134" y="2942035"/>
              <a:ext cx="5359" cy="7144"/>
            </a:xfrm>
            <a:custGeom>
              <a:rect b="b" l="l" r="r" t="t"/>
              <a:pathLst>
                <a:path extrusionOk="0" h="56" w="46">
                  <a:moveTo>
                    <a:pt x="36" y="19"/>
                  </a:moveTo>
                  <a:lnTo>
                    <a:pt x="36" y="19"/>
                  </a:lnTo>
                  <a:lnTo>
                    <a:pt x="36" y="9"/>
                  </a:lnTo>
                  <a:lnTo>
                    <a:pt x="27" y="9"/>
                  </a:lnTo>
                  <a:cubicBezTo>
                    <a:pt x="27" y="9"/>
                    <a:pt x="27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8"/>
                    <a:pt x="27" y="28"/>
                    <a:pt x="36" y="2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5" y="37"/>
                    <a:pt x="45" y="46"/>
                    <a:pt x="36" y="46"/>
                  </a:cubicBezTo>
                  <a:lnTo>
                    <a:pt x="27" y="55"/>
                  </a:lnTo>
                  <a:cubicBezTo>
                    <a:pt x="27" y="55"/>
                    <a:pt x="27" y="55"/>
                    <a:pt x="18" y="55"/>
                  </a:cubicBezTo>
                  <a:cubicBezTo>
                    <a:pt x="18" y="55"/>
                    <a:pt x="9" y="55"/>
                    <a:pt x="9" y="46"/>
                  </a:cubicBezTo>
                  <a:lnTo>
                    <a:pt x="0" y="37"/>
                  </a:ln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cubicBezTo>
                    <a:pt x="18" y="46"/>
                    <a:pt x="18" y="46"/>
                    <a:pt x="18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9" y="28"/>
                  </a:cubicBezTo>
                  <a:cubicBezTo>
                    <a:pt x="9" y="28"/>
                    <a:pt x="9" y="28"/>
                    <a:pt x="9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9"/>
                    <a:pt x="9" y="9"/>
                  </a:cubicBezTo>
                  <a:lnTo>
                    <a:pt x="9" y="0"/>
                  </a:lnTo>
                  <a:cubicBezTo>
                    <a:pt x="9" y="0"/>
                    <a:pt x="9" y="0"/>
                    <a:pt x="18" y="0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36" y="0"/>
                  </a:ln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19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"/>
            <p:cNvSpPr/>
            <p:nvPr/>
          </p:nvSpPr>
          <p:spPr>
            <a:xfrm>
              <a:off x="2277088" y="2942035"/>
              <a:ext cx="5954" cy="7144"/>
            </a:xfrm>
            <a:custGeom>
              <a:rect b="b" l="l" r="r" t="t"/>
              <a:pathLst>
                <a:path extrusionOk="0" h="56" w="49">
                  <a:moveTo>
                    <a:pt x="11" y="28"/>
                  </a:moveTo>
                  <a:lnTo>
                    <a:pt x="11" y="28"/>
                  </a:lnTo>
                  <a:cubicBezTo>
                    <a:pt x="11" y="28"/>
                    <a:pt x="11" y="28"/>
                    <a:pt x="11" y="37"/>
                  </a:cubicBezTo>
                  <a:cubicBezTo>
                    <a:pt x="11" y="46"/>
                    <a:pt x="20" y="46"/>
                    <a:pt x="20" y="46"/>
                  </a:cubicBezTo>
                  <a:cubicBezTo>
                    <a:pt x="20" y="46"/>
                    <a:pt x="20" y="46"/>
                    <a:pt x="29" y="46"/>
                  </a:cubicBezTo>
                  <a:lnTo>
                    <a:pt x="39" y="46"/>
                  </a:lnTo>
                  <a:cubicBezTo>
                    <a:pt x="39" y="37"/>
                    <a:pt x="39" y="37"/>
                    <a:pt x="39" y="37"/>
                  </a:cubicBezTo>
                  <a:cubicBezTo>
                    <a:pt x="48" y="37"/>
                    <a:pt x="48" y="37"/>
                    <a:pt x="48" y="37"/>
                  </a:cubicBezTo>
                  <a:cubicBezTo>
                    <a:pt x="48" y="37"/>
                    <a:pt x="48" y="46"/>
                    <a:pt x="39" y="46"/>
                  </a:cubicBezTo>
                  <a:lnTo>
                    <a:pt x="29" y="55"/>
                  </a:lnTo>
                  <a:cubicBezTo>
                    <a:pt x="20" y="55"/>
                    <a:pt x="20" y="55"/>
                    <a:pt x="20" y="46"/>
                  </a:cubicBezTo>
                  <a:cubicBezTo>
                    <a:pt x="11" y="46"/>
                    <a:pt x="11" y="46"/>
                    <a:pt x="11" y="46"/>
                  </a:cubicBezTo>
                  <a:lnTo>
                    <a:pt x="0" y="37"/>
                  </a:lnTo>
                  <a:lnTo>
                    <a:pt x="0" y="28"/>
                  </a:ln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11" y="9"/>
                    <a:pt x="11" y="9"/>
                  </a:cubicBezTo>
                  <a:cubicBezTo>
                    <a:pt x="11" y="9"/>
                    <a:pt x="11" y="0"/>
                    <a:pt x="20" y="0"/>
                  </a:cubicBezTo>
                  <a:cubicBezTo>
                    <a:pt x="20" y="0"/>
                    <a:pt x="20" y="0"/>
                    <a:pt x="29" y="0"/>
                  </a:cubicBezTo>
                  <a:cubicBezTo>
                    <a:pt x="29" y="0"/>
                    <a:pt x="29" y="0"/>
                    <a:pt x="39" y="0"/>
                  </a:cubicBezTo>
                  <a:lnTo>
                    <a:pt x="39" y="9"/>
                  </a:lnTo>
                  <a:cubicBezTo>
                    <a:pt x="48" y="9"/>
                    <a:pt x="48" y="19"/>
                    <a:pt x="48" y="19"/>
                  </a:cubicBezTo>
                  <a:lnTo>
                    <a:pt x="48" y="28"/>
                  </a:lnTo>
                  <a:lnTo>
                    <a:pt x="11" y="28"/>
                  </a:lnTo>
                  <a:close/>
                  <a:moveTo>
                    <a:pt x="39" y="19"/>
                  </a:moveTo>
                  <a:lnTo>
                    <a:pt x="39" y="19"/>
                  </a:lnTo>
                  <a:cubicBezTo>
                    <a:pt x="39" y="9"/>
                    <a:pt x="39" y="9"/>
                    <a:pt x="39" y="9"/>
                  </a:cubicBezTo>
                  <a:cubicBezTo>
                    <a:pt x="39" y="9"/>
                    <a:pt x="39" y="9"/>
                    <a:pt x="2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11" y="9"/>
                  </a:cubicBezTo>
                  <a:lnTo>
                    <a:pt x="11" y="19"/>
                  </a:lnTo>
                  <a:lnTo>
                    <a:pt x="39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"/>
            <p:cNvSpPr/>
            <p:nvPr/>
          </p:nvSpPr>
          <p:spPr>
            <a:xfrm>
              <a:off x="2284830" y="2942035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37" y="19"/>
                  </a:moveTo>
                  <a:lnTo>
                    <a:pt x="37" y="19"/>
                  </a:lnTo>
                  <a:cubicBezTo>
                    <a:pt x="37" y="9"/>
                    <a:pt x="27" y="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lnTo>
                    <a:pt x="0" y="19"/>
                  </a:lnTo>
                  <a:lnTo>
                    <a:pt x="0" y="28"/>
                  </a:lnTo>
                  <a:cubicBezTo>
                    <a:pt x="0" y="28"/>
                    <a:pt x="0" y="28"/>
                    <a:pt x="0" y="37"/>
                  </a:cubicBezTo>
                  <a:lnTo>
                    <a:pt x="9" y="37"/>
                  </a:lnTo>
                  <a:cubicBezTo>
                    <a:pt x="9" y="46"/>
                    <a:pt x="9" y="46"/>
                    <a:pt x="9" y="46"/>
                  </a:cubicBezTo>
                  <a:cubicBezTo>
                    <a:pt x="18" y="46"/>
                    <a:pt x="18" y="46"/>
                    <a:pt x="18" y="46"/>
                  </a:cubicBezTo>
                  <a:lnTo>
                    <a:pt x="27" y="46"/>
                  </a:lnTo>
                  <a:cubicBezTo>
                    <a:pt x="27" y="46"/>
                    <a:pt x="27" y="37"/>
                    <a:pt x="37" y="37"/>
                  </a:cubicBezTo>
                  <a:lnTo>
                    <a:pt x="37" y="46"/>
                  </a:lnTo>
                  <a:cubicBezTo>
                    <a:pt x="27" y="46"/>
                    <a:pt x="27" y="55"/>
                    <a:pt x="18" y="55"/>
                  </a:cubicBezTo>
                  <a:cubicBezTo>
                    <a:pt x="18" y="55"/>
                    <a:pt x="9" y="55"/>
                    <a:pt x="9" y="46"/>
                  </a:cubicBezTo>
                  <a:lnTo>
                    <a:pt x="0" y="46"/>
                  </a:lnTo>
                  <a:lnTo>
                    <a:pt x="0" y="37"/>
                  </a:lnTo>
                  <a:lnTo>
                    <a:pt x="0" y="28"/>
                  </a:ln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0" y="9"/>
                    <a:pt x="0" y="9"/>
                  </a:cubicBezTo>
                  <a:lnTo>
                    <a:pt x="9" y="0"/>
                  </a:lnTo>
                  <a:lnTo>
                    <a:pt x="18" y="0"/>
                  </a:lnTo>
                  <a:cubicBezTo>
                    <a:pt x="27" y="0"/>
                    <a:pt x="27" y="0"/>
                    <a:pt x="37" y="0"/>
                  </a:cubicBezTo>
                  <a:cubicBezTo>
                    <a:pt x="37" y="9"/>
                    <a:pt x="37" y="9"/>
                    <a:pt x="37" y="19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"/>
            <p:cNvSpPr/>
            <p:nvPr/>
          </p:nvSpPr>
          <p:spPr>
            <a:xfrm>
              <a:off x="2290784" y="2940845"/>
              <a:ext cx="1786" cy="8334"/>
            </a:xfrm>
            <a:custGeom>
              <a:rect b="b" l="l" r="r" t="t"/>
              <a:pathLst>
                <a:path extrusionOk="0" h="65" w="19">
                  <a:moveTo>
                    <a:pt x="9" y="9"/>
                  </a:moveTo>
                  <a:lnTo>
                    <a:pt x="9" y="9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46"/>
                    <a:pt x="9" y="46"/>
                    <a:pt x="9" y="46"/>
                  </a:cubicBezTo>
                  <a:lnTo>
                    <a:pt x="9" y="55"/>
                  </a:lnTo>
                  <a:lnTo>
                    <a:pt x="18" y="55"/>
                  </a:lnTo>
                  <a:cubicBezTo>
                    <a:pt x="18" y="64"/>
                    <a:pt x="18" y="64"/>
                    <a:pt x="18" y="64"/>
                  </a:cubicBezTo>
                  <a:cubicBezTo>
                    <a:pt x="9" y="64"/>
                    <a:pt x="9" y="55"/>
                    <a:pt x="9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"/>
            <p:cNvSpPr/>
            <p:nvPr/>
          </p:nvSpPr>
          <p:spPr>
            <a:xfrm>
              <a:off x="2294356" y="2942035"/>
              <a:ext cx="5954" cy="7144"/>
            </a:xfrm>
            <a:custGeom>
              <a:rect b="b" l="l" r="r" t="t"/>
              <a:pathLst>
                <a:path extrusionOk="0" h="56" w="48">
                  <a:moveTo>
                    <a:pt x="9" y="28"/>
                  </a:moveTo>
                  <a:lnTo>
                    <a:pt x="9" y="28"/>
                  </a:lnTo>
                  <a:cubicBezTo>
                    <a:pt x="9" y="28"/>
                    <a:pt x="9" y="28"/>
                    <a:pt x="9" y="37"/>
                  </a:cubicBezTo>
                  <a:cubicBezTo>
                    <a:pt x="9" y="46"/>
                    <a:pt x="9" y="46"/>
                    <a:pt x="18" y="46"/>
                  </a:cubicBezTo>
                  <a:cubicBezTo>
                    <a:pt x="29" y="46"/>
                    <a:pt x="29" y="46"/>
                    <a:pt x="38" y="46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47" y="37"/>
                    <a:pt x="47" y="37"/>
                    <a:pt x="47" y="37"/>
                  </a:cubicBezTo>
                  <a:lnTo>
                    <a:pt x="38" y="46"/>
                  </a:lnTo>
                  <a:cubicBezTo>
                    <a:pt x="38" y="46"/>
                    <a:pt x="29" y="55"/>
                    <a:pt x="18" y="55"/>
                  </a:cubicBezTo>
                  <a:cubicBezTo>
                    <a:pt x="18" y="55"/>
                    <a:pt x="18" y="55"/>
                    <a:pt x="9" y="46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0" y="28"/>
                  </a:ln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0" y="9"/>
                    <a:pt x="9" y="9"/>
                  </a:cubicBezTo>
                  <a:lnTo>
                    <a:pt x="9" y="0"/>
                  </a:ln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8" y="0"/>
                    <a:pt x="38" y="9"/>
                    <a:pt x="38" y="9"/>
                  </a:cubicBezTo>
                  <a:cubicBezTo>
                    <a:pt x="38" y="9"/>
                    <a:pt x="47" y="9"/>
                    <a:pt x="47" y="19"/>
                  </a:cubicBezTo>
                  <a:lnTo>
                    <a:pt x="47" y="28"/>
                  </a:lnTo>
                  <a:lnTo>
                    <a:pt x="9" y="28"/>
                  </a:lnTo>
                  <a:close/>
                  <a:moveTo>
                    <a:pt x="38" y="19"/>
                  </a:moveTo>
                  <a:lnTo>
                    <a:pt x="38" y="19"/>
                  </a:lnTo>
                  <a:cubicBezTo>
                    <a:pt x="38" y="9"/>
                    <a:pt x="38" y="9"/>
                    <a:pt x="3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lnTo>
                    <a:pt x="38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"/>
            <p:cNvSpPr/>
            <p:nvPr/>
          </p:nvSpPr>
          <p:spPr>
            <a:xfrm>
              <a:off x="2300906" y="2940844"/>
              <a:ext cx="3572" cy="7144"/>
            </a:xfrm>
            <a:custGeom>
              <a:rect b="b" l="l" r="r" t="t"/>
              <a:pathLst>
                <a:path extrusionOk="0" h="56" w="29">
                  <a:moveTo>
                    <a:pt x="19" y="9"/>
                  </a:moveTo>
                  <a:lnTo>
                    <a:pt x="19" y="9"/>
                  </a:lnTo>
                  <a:cubicBezTo>
                    <a:pt x="28" y="9"/>
                    <a:pt x="28" y="9"/>
                    <a:pt x="28" y="9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46"/>
                    <a:pt x="19" y="46"/>
                    <a:pt x="19" y="46"/>
                  </a:cubicBezTo>
                  <a:lnTo>
                    <a:pt x="19" y="55"/>
                  </a:lnTo>
                  <a:lnTo>
                    <a:pt x="28" y="55"/>
                  </a:lnTo>
                  <a:cubicBezTo>
                    <a:pt x="19" y="55"/>
                    <a:pt x="19" y="55"/>
                    <a:pt x="19" y="55"/>
                  </a:cubicBezTo>
                  <a:lnTo>
                    <a:pt x="10" y="55"/>
                  </a:lnTo>
                  <a:cubicBezTo>
                    <a:pt x="10" y="55"/>
                    <a:pt x="10" y="55"/>
                    <a:pt x="10" y="46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9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"/>
            <p:cNvSpPr/>
            <p:nvPr/>
          </p:nvSpPr>
          <p:spPr>
            <a:xfrm>
              <a:off x="2305669" y="2942035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37" y="46"/>
                  </a:moveTo>
                  <a:lnTo>
                    <a:pt x="37" y="46"/>
                  </a:lnTo>
                  <a:cubicBezTo>
                    <a:pt x="28" y="46"/>
                    <a:pt x="28" y="46"/>
                    <a:pt x="28" y="46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18" y="46"/>
                    <a:pt x="18" y="55"/>
                    <a:pt x="18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7"/>
                    <a:pt x="9" y="46"/>
                  </a:cubicBezTo>
                  <a:cubicBezTo>
                    <a:pt x="9" y="46"/>
                    <a:pt x="9" y="46"/>
                    <a:pt x="18" y="46"/>
                  </a:cubicBezTo>
                  <a:cubicBezTo>
                    <a:pt x="28" y="46"/>
                    <a:pt x="28" y="46"/>
                    <a:pt x="28" y="37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46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"/>
            <p:cNvSpPr/>
            <p:nvPr/>
          </p:nvSpPr>
          <p:spPr>
            <a:xfrm>
              <a:off x="2312219" y="2942035"/>
              <a:ext cx="2977" cy="5953"/>
            </a:xfrm>
            <a:custGeom>
              <a:rect b="b" l="l" r="r" t="t"/>
              <a:pathLst>
                <a:path extrusionOk="0" h="47" w="2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9"/>
                    <a:pt x="27" y="9"/>
                    <a:pt x="27" y="9"/>
                  </a:cubicBezTo>
                  <a:lnTo>
                    <a:pt x="18" y="9"/>
                  </a:lnTo>
                  <a:cubicBezTo>
                    <a:pt x="18" y="9"/>
                    <a:pt x="18" y="9"/>
                    <a:pt x="9" y="9"/>
                  </a:cubicBezTo>
                  <a:lnTo>
                    <a:pt x="9" y="19"/>
                  </a:lnTo>
                  <a:cubicBezTo>
                    <a:pt x="9" y="19"/>
                    <a:pt x="9" y="19"/>
                    <a:pt x="9" y="28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"/>
            <p:cNvSpPr/>
            <p:nvPr/>
          </p:nvSpPr>
          <p:spPr>
            <a:xfrm>
              <a:off x="2319959" y="2942035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0" y="19"/>
                  </a:moveTo>
                  <a:lnTo>
                    <a:pt x="0" y="19"/>
                  </a:lnTo>
                  <a:cubicBezTo>
                    <a:pt x="0" y="9"/>
                    <a:pt x="10" y="9"/>
                    <a:pt x="10" y="0"/>
                  </a:cubicBezTo>
                  <a:lnTo>
                    <a:pt x="19" y="0"/>
                  </a:lnTo>
                  <a:cubicBezTo>
                    <a:pt x="28" y="0"/>
                    <a:pt x="28" y="0"/>
                    <a:pt x="28" y="0"/>
                  </a:cubicBezTo>
                  <a:lnTo>
                    <a:pt x="37" y="0"/>
                  </a:lnTo>
                  <a:lnTo>
                    <a:pt x="37" y="9"/>
                  </a:lnTo>
                  <a:cubicBezTo>
                    <a:pt x="37" y="9"/>
                    <a:pt x="37" y="9"/>
                    <a:pt x="37" y="1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46"/>
                    <a:pt x="46" y="46"/>
                    <a:pt x="4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7" y="46"/>
                    <a:pt x="37" y="37"/>
                  </a:cubicBezTo>
                  <a:cubicBezTo>
                    <a:pt x="37" y="46"/>
                    <a:pt x="37" y="46"/>
                    <a:pt x="28" y="46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0" y="55"/>
                    <a:pt x="1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0" y="28"/>
                  </a:lnTo>
                  <a:lnTo>
                    <a:pt x="10" y="28"/>
                  </a:lnTo>
                  <a:lnTo>
                    <a:pt x="19" y="19"/>
                  </a:lnTo>
                  <a:lnTo>
                    <a:pt x="28" y="19"/>
                  </a:lnTo>
                  <a:cubicBezTo>
                    <a:pt x="37" y="19"/>
                    <a:pt x="37" y="19"/>
                    <a:pt x="37" y="19"/>
                  </a:cubicBezTo>
                  <a:cubicBezTo>
                    <a:pt x="37" y="9"/>
                    <a:pt x="37" y="9"/>
                    <a:pt x="37" y="9"/>
                  </a:cubicBezTo>
                  <a:lnTo>
                    <a:pt x="28" y="9"/>
                  </a:lnTo>
                  <a:cubicBezTo>
                    <a:pt x="28" y="9"/>
                    <a:pt x="28" y="9"/>
                    <a:pt x="28" y="0"/>
                  </a:cubicBezTo>
                  <a:cubicBezTo>
                    <a:pt x="28" y="0"/>
                    <a:pt x="28" y="0"/>
                    <a:pt x="19" y="0"/>
                  </a:cubicBezTo>
                  <a:cubicBezTo>
                    <a:pt x="19" y="0"/>
                    <a:pt x="19" y="9"/>
                    <a:pt x="10" y="9"/>
                  </a:cubicBezTo>
                  <a:cubicBezTo>
                    <a:pt x="10" y="9"/>
                    <a:pt x="10" y="9"/>
                    <a:pt x="10" y="19"/>
                  </a:cubicBezTo>
                  <a:lnTo>
                    <a:pt x="0" y="19"/>
                  </a:lnTo>
                  <a:close/>
                  <a:moveTo>
                    <a:pt x="37" y="19"/>
                  </a:moveTo>
                  <a:lnTo>
                    <a:pt x="37" y="19"/>
                  </a:ln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8" y="28"/>
                    <a:pt x="19" y="28"/>
                  </a:cubicBezTo>
                  <a:cubicBezTo>
                    <a:pt x="10" y="28"/>
                    <a:pt x="10" y="28"/>
                    <a:pt x="10" y="28"/>
                  </a:cubicBezTo>
                  <a:lnTo>
                    <a:pt x="10" y="37"/>
                  </a:lnTo>
                  <a:cubicBezTo>
                    <a:pt x="10" y="46"/>
                    <a:pt x="10" y="46"/>
                    <a:pt x="10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28" y="46"/>
                  </a:cubicBezTo>
                  <a:cubicBezTo>
                    <a:pt x="28" y="37"/>
                    <a:pt x="28" y="37"/>
                    <a:pt x="37" y="37"/>
                  </a:cubicBezTo>
                  <a:cubicBezTo>
                    <a:pt x="37" y="37"/>
                    <a:pt x="37" y="37"/>
                    <a:pt x="37" y="28"/>
                  </a:cubicBezTo>
                  <a:lnTo>
                    <a:pt x="37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"/>
            <p:cNvSpPr/>
            <p:nvPr/>
          </p:nvSpPr>
          <p:spPr>
            <a:xfrm>
              <a:off x="2325914" y="2939654"/>
              <a:ext cx="5954" cy="9525"/>
            </a:xfrm>
            <a:custGeom>
              <a:rect b="b" l="l" r="r" t="t"/>
              <a:pathLst>
                <a:path extrusionOk="0" h="74" w="47">
                  <a:moveTo>
                    <a:pt x="46" y="64"/>
                  </a:moveTo>
                  <a:lnTo>
                    <a:pt x="46" y="64"/>
                  </a:lnTo>
                  <a:cubicBezTo>
                    <a:pt x="46" y="55"/>
                    <a:pt x="46" y="55"/>
                    <a:pt x="46" y="55"/>
                  </a:cubicBezTo>
                  <a:cubicBezTo>
                    <a:pt x="46" y="64"/>
                    <a:pt x="46" y="64"/>
                    <a:pt x="37" y="64"/>
                  </a:cubicBezTo>
                  <a:cubicBezTo>
                    <a:pt x="37" y="64"/>
                    <a:pt x="37" y="64"/>
                    <a:pt x="28" y="64"/>
                  </a:cubicBezTo>
                  <a:lnTo>
                    <a:pt x="28" y="73"/>
                  </a:lnTo>
                  <a:cubicBezTo>
                    <a:pt x="19" y="73"/>
                    <a:pt x="19" y="64"/>
                    <a:pt x="19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46"/>
                    <a:pt x="0" y="46"/>
                    <a:pt x="0" y="46"/>
                  </a:cubicBezTo>
                  <a:cubicBezTo>
                    <a:pt x="0" y="37"/>
                    <a:pt x="9" y="37"/>
                    <a:pt x="9" y="3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18"/>
                    <a:pt x="9" y="18"/>
                    <a:pt x="19" y="18"/>
                  </a:cubicBezTo>
                  <a:cubicBezTo>
                    <a:pt x="19" y="18"/>
                    <a:pt x="19" y="18"/>
                    <a:pt x="28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46" y="64"/>
                  </a:lnTo>
                  <a:close/>
                  <a:moveTo>
                    <a:pt x="9" y="46"/>
                  </a:moveTo>
                  <a:lnTo>
                    <a:pt x="9" y="46"/>
                  </a:lnTo>
                  <a:cubicBezTo>
                    <a:pt x="9" y="46"/>
                    <a:pt x="9" y="46"/>
                    <a:pt x="9" y="55"/>
                  </a:cubicBezTo>
                  <a:cubicBezTo>
                    <a:pt x="9" y="55"/>
                    <a:pt x="9" y="55"/>
                    <a:pt x="19" y="55"/>
                  </a:cubicBezTo>
                  <a:lnTo>
                    <a:pt x="19" y="64"/>
                  </a:lnTo>
                  <a:lnTo>
                    <a:pt x="28" y="64"/>
                  </a:lnTo>
                  <a:cubicBezTo>
                    <a:pt x="28" y="64"/>
                    <a:pt x="28" y="64"/>
                    <a:pt x="37" y="64"/>
                  </a:cubicBezTo>
                  <a:lnTo>
                    <a:pt x="37" y="55"/>
                  </a:lnTo>
                  <a:lnTo>
                    <a:pt x="46" y="55"/>
                  </a:lnTo>
                  <a:cubicBezTo>
                    <a:pt x="46" y="46"/>
                    <a:pt x="46" y="46"/>
                    <a:pt x="46" y="46"/>
                  </a:cubicBezTo>
                  <a:cubicBezTo>
                    <a:pt x="46" y="37"/>
                    <a:pt x="46" y="37"/>
                    <a:pt x="46" y="37"/>
                  </a:cubicBezTo>
                  <a:lnTo>
                    <a:pt x="37" y="27"/>
                  </a:ln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19" y="18"/>
                    <a:pt x="19" y="27"/>
                  </a:cubicBezTo>
                  <a:cubicBezTo>
                    <a:pt x="9" y="27"/>
                    <a:pt x="9" y="37"/>
                    <a:pt x="9" y="37"/>
                  </a:cubicBezTo>
                  <a:cubicBezTo>
                    <a:pt x="9" y="37"/>
                    <a:pt x="9" y="37"/>
                    <a:pt x="9" y="46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"/>
            <p:cNvSpPr/>
            <p:nvPr/>
          </p:nvSpPr>
          <p:spPr>
            <a:xfrm>
              <a:off x="2334845" y="2939654"/>
              <a:ext cx="0" cy="8334"/>
            </a:xfrm>
            <a:custGeom>
              <a:rect b="b" l="l" r="r" t="t"/>
              <a:pathLst>
                <a:path extrusionOk="0" h="65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"/>
            <p:cNvSpPr/>
            <p:nvPr/>
          </p:nvSpPr>
          <p:spPr>
            <a:xfrm>
              <a:off x="2337227" y="2942035"/>
              <a:ext cx="4168" cy="8334"/>
            </a:xfrm>
            <a:custGeom>
              <a:rect b="b" l="l" r="r" t="t"/>
              <a:pathLst>
                <a:path extrusionOk="0" h="65" w="37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lnTo>
                    <a:pt x="9" y="0"/>
                  </a:lnTo>
                  <a:lnTo>
                    <a:pt x="18" y="0"/>
                  </a:lnTo>
                  <a:lnTo>
                    <a:pt x="27" y="0"/>
                  </a:lnTo>
                  <a:cubicBezTo>
                    <a:pt x="27" y="0"/>
                    <a:pt x="36" y="0"/>
                    <a:pt x="36" y="9"/>
                  </a:cubicBezTo>
                  <a:cubicBezTo>
                    <a:pt x="36" y="9"/>
                    <a:pt x="36" y="9"/>
                    <a:pt x="36" y="19"/>
                  </a:cubicBezTo>
                  <a:cubicBezTo>
                    <a:pt x="36" y="19"/>
                    <a:pt x="36" y="19"/>
                    <a:pt x="36" y="28"/>
                  </a:cubicBezTo>
                  <a:cubicBezTo>
                    <a:pt x="36" y="28"/>
                    <a:pt x="36" y="28"/>
                    <a:pt x="36" y="37"/>
                  </a:cubicBezTo>
                  <a:cubicBezTo>
                    <a:pt x="36" y="37"/>
                    <a:pt x="36" y="37"/>
                    <a:pt x="36" y="46"/>
                  </a:cubicBezTo>
                  <a:lnTo>
                    <a:pt x="27" y="46"/>
                  </a:lnTo>
                  <a:lnTo>
                    <a:pt x="18" y="46"/>
                  </a:lnTo>
                  <a:cubicBezTo>
                    <a:pt x="18" y="46"/>
                    <a:pt x="18" y="46"/>
                    <a:pt x="9" y="46"/>
                  </a:cubicBezTo>
                  <a:cubicBezTo>
                    <a:pt x="9" y="46"/>
                    <a:pt x="9" y="46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64"/>
                    <a:pt x="0" y="64"/>
                    <a:pt x="0" y="64"/>
                  </a:cubicBezTo>
                  <a:lnTo>
                    <a:pt x="0" y="0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cubicBezTo>
                    <a:pt x="36" y="19"/>
                    <a:pt x="36" y="19"/>
                    <a:pt x="36" y="19"/>
                  </a:cubicBezTo>
                  <a:lnTo>
                    <a:pt x="27" y="9"/>
                  </a:lnTo>
                  <a:cubicBezTo>
                    <a:pt x="27" y="0"/>
                    <a:pt x="18" y="0"/>
                    <a:pt x="18" y="0"/>
                  </a:cubicBezTo>
                  <a:cubicBezTo>
                    <a:pt x="18" y="0"/>
                    <a:pt x="9" y="0"/>
                    <a:pt x="9" y="9"/>
                  </a:cubicBezTo>
                  <a:cubicBezTo>
                    <a:pt x="0" y="9"/>
                    <a:pt x="0" y="19"/>
                    <a:pt x="0" y="19"/>
                  </a:cubicBezTo>
                  <a:cubicBezTo>
                    <a:pt x="0" y="19"/>
                    <a:pt x="0" y="19"/>
                    <a:pt x="0" y="28"/>
                  </a:cubicBezTo>
                  <a:cubicBezTo>
                    <a:pt x="0" y="37"/>
                    <a:pt x="0" y="37"/>
                    <a:pt x="9" y="37"/>
                  </a:cubicBezTo>
                  <a:lnTo>
                    <a:pt x="9" y="46"/>
                  </a:lnTo>
                  <a:lnTo>
                    <a:pt x="18" y="46"/>
                  </a:lnTo>
                  <a:lnTo>
                    <a:pt x="27" y="46"/>
                  </a:lnTo>
                  <a:lnTo>
                    <a:pt x="27" y="37"/>
                  </a:lnTo>
                  <a:cubicBezTo>
                    <a:pt x="36" y="37"/>
                    <a:pt x="36" y="37"/>
                    <a:pt x="36" y="28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"/>
            <p:cNvSpPr/>
            <p:nvPr/>
          </p:nvSpPr>
          <p:spPr>
            <a:xfrm>
              <a:off x="2343181" y="2939654"/>
              <a:ext cx="595" cy="8334"/>
            </a:xfrm>
            <a:custGeom>
              <a:rect b="b" l="l" r="r" t="t"/>
              <a:pathLst>
                <a:path extrusionOk="0" h="65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64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"/>
            <p:cNvSpPr/>
            <p:nvPr/>
          </p:nvSpPr>
          <p:spPr>
            <a:xfrm>
              <a:off x="2346158" y="2942035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37" y="19"/>
                  </a:moveTo>
                  <a:lnTo>
                    <a:pt x="37" y="19"/>
                  </a:lnTo>
                  <a:cubicBezTo>
                    <a:pt x="37" y="9"/>
                    <a:pt x="28" y="9"/>
                    <a:pt x="28" y="9"/>
                  </a:cubicBezTo>
                  <a:lnTo>
                    <a:pt x="28" y="0"/>
                  </a:lnTo>
                  <a:cubicBezTo>
                    <a:pt x="19" y="0"/>
                    <a:pt x="19" y="0"/>
                    <a:pt x="19" y="0"/>
                  </a:cubicBezTo>
                  <a:lnTo>
                    <a:pt x="9" y="9"/>
                  </a:lnTo>
                  <a:lnTo>
                    <a:pt x="9" y="19"/>
                  </a:lnTo>
                  <a:cubicBezTo>
                    <a:pt x="9" y="19"/>
                    <a:pt x="9" y="19"/>
                    <a:pt x="1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28"/>
                  </a:cubicBezTo>
                  <a:cubicBezTo>
                    <a:pt x="37" y="28"/>
                    <a:pt x="37" y="28"/>
                    <a:pt x="37" y="28"/>
                  </a:cubicBezTo>
                  <a:lnTo>
                    <a:pt x="37" y="37"/>
                  </a:lnTo>
                  <a:cubicBezTo>
                    <a:pt x="37" y="37"/>
                    <a:pt x="37" y="37"/>
                    <a:pt x="37" y="46"/>
                  </a:cubicBezTo>
                  <a:cubicBezTo>
                    <a:pt x="28" y="46"/>
                    <a:pt x="28" y="46"/>
                    <a:pt x="28" y="46"/>
                  </a:cubicBezTo>
                  <a:lnTo>
                    <a:pt x="19" y="46"/>
                  </a:lnTo>
                  <a:lnTo>
                    <a:pt x="9" y="46"/>
                  </a:lnTo>
                  <a:cubicBezTo>
                    <a:pt x="0" y="46"/>
                    <a:pt x="0" y="37"/>
                    <a:pt x="0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9" y="37"/>
                    <a:pt x="9" y="46"/>
                  </a:cubicBezTo>
                  <a:lnTo>
                    <a:pt x="19" y="46"/>
                  </a:lnTo>
                  <a:lnTo>
                    <a:pt x="28" y="46"/>
                  </a:lnTo>
                  <a:cubicBezTo>
                    <a:pt x="28" y="46"/>
                    <a:pt x="28" y="37"/>
                    <a:pt x="37" y="37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19"/>
                    <a:pt x="9" y="19"/>
                    <a:pt x="9" y="19"/>
                  </a:cubicBezTo>
                  <a:lnTo>
                    <a:pt x="0" y="19"/>
                  </a:lnTo>
                  <a:cubicBezTo>
                    <a:pt x="0" y="19"/>
                    <a:pt x="0" y="19"/>
                    <a:pt x="0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19" y="0"/>
                  </a:cubicBezTo>
                  <a:lnTo>
                    <a:pt x="28" y="0"/>
                  </a:lnTo>
                  <a:cubicBezTo>
                    <a:pt x="28" y="0"/>
                    <a:pt x="28" y="0"/>
                    <a:pt x="37" y="0"/>
                  </a:cubicBezTo>
                  <a:lnTo>
                    <a:pt x="37" y="9"/>
                  </a:lnTo>
                  <a:cubicBezTo>
                    <a:pt x="37" y="9"/>
                    <a:pt x="37" y="9"/>
                    <a:pt x="37" y="19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"/>
            <p:cNvSpPr/>
            <p:nvPr/>
          </p:nvSpPr>
          <p:spPr>
            <a:xfrm>
              <a:off x="2352113" y="2939654"/>
              <a:ext cx="595" cy="8334"/>
            </a:xfrm>
            <a:custGeom>
              <a:rect b="b" l="l" r="r" t="t"/>
              <a:pathLst>
                <a:path extrusionOk="0" h="65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64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"/>
            <p:cNvSpPr/>
            <p:nvPr/>
          </p:nvSpPr>
          <p:spPr>
            <a:xfrm>
              <a:off x="2354494" y="2942035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37" y="19"/>
                  </a:moveTo>
                  <a:lnTo>
                    <a:pt x="37" y="19"/>
                  </a:lnTo>
                  <a:cubicBezTo>
                    <a:pt x="37" y="9"/>
                    <a:pt x="37" y="9"/>
                    <a:pt x="28" y="9"/>
                  </a:cubicBezTo>
                  <a:cubicBezTo>
                    <a:pt x="28" y="0"/>
                    <a:pt x="28" y="0"/>
                    <a:pt x="19" y="0"/>
                  </a:cubicBezTo>
                  <a:cubicBezTo>
                    <a:pt x="19" y="0"/>
                    <a:pt x="19" y="0"/>
                    <a:pt x="19" y="9"/>
                  </a:cubicBezTo>
                  <a:cubicBezTo>
                    <a:pt x="10" y="9"/>
                    <a:pt x="10" y="9"/>
                    <a:pt x="10" y="9"/>
                  </a:cubicBezTo>
                  <a:lnTo>
                    <a:pt x="10" y="19"/>
                  </a:lnTo>
                  <a:cubicBezTo>
                    <a:pt x="10" y="19"/>
                    <a:pt x="10" y="19"/>
                    <a:pt x="10" y="28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46"/>
                    <a:pt x="19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46"/>
                    <a:pt x="28" y="46"/>
                    <a:pt x="37" y="37"/>
                  </a:cubicBezTo>
                  <a:cubicBezTo>
                    <a:pt x="37" y="37"/>
                    <a:pt x="37" y="37"/>
                    <a:pt x="37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37"/>
                    <a:pt x="37" y="46"/>
                    <a:pt x="37" y="46"/>
                  </a:cubicBezTo>
                  <a:cubicBezTo>
                    <a:pt x="37" y="46"/>
                    <a:pt x="28" y="46"/>
                    <a:pt x="19" y="46"/>
                  </a:cubicBezTo>
                  <a:cubicBezTo>
                    <a:pt x="19" y="46"/>
                    <a:pt x="19" y="46"/>
                    <a:pt x="10" y="4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0" y="9"/>
                    <a:pt x="1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8" y="0"/>
                    <a:pt x="37" y="0"/>
                    <a:pt x="37" y="0"/>
                  </a:cubicBezTo>
                  <a:cubicBezTo>
                    <a:pt x="37" y="9"/>
                    <a:pt x="46" y="9"/>
                    <a:pt x="46" y="19"/>
                  </a:cubicBezTo>
                  <a:lnTo>
                    <a:pt x="37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"/>
            <p:cNvSpPr/>
            <p:nvPr/>
          </p:nvSpPr>
          <p:spPr>
            <a:xfrm>
              <a:off x="2362235" y="2939654"/>
              <a:ext cx="0" cy="8334"/>
            </a:xfrm>
            <a:custGeom>
              <a:rect b="b" l="l" r="r" t="t"/>
              <a:pathLst>
                <a:path extrusionOk="0" h="65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"/>
            <p:cNvSpPr/>
            <p:nvPr/>
          </p:nvSpPr>
          <p:spPr>
            <a:xfrm>
              <a:off x="2363426" y="2942035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0"/>
                  </a:cubicBezTo>
                  <a:lnTo>
                    <a:pt x="18" y="0"/>
                  </a:lnTo>
                  <a:lnTo>
                    <a:pt x="28" y="0"/>
                  </a:lnTo>
                  <a:lnTo>
                    <a:pt x="37" y="0"/>
                  </a:lnTo>
                  <a:cubicBezTo>
                    <a:pt x="46" y="9"/>
                    <a:pt x="46" y="9"/>
                    <a:pt x="46" y="9"/>
                  </a:cubicBezTo>
                  <a:lnTo>
                    <a:pt x="46" y="19"/>
                  </a:lnTo>
                  <a:cubicBezTo>
                    <a:pt x="46" y="46"/>
                    <a:pt x="46" y="46"/>
                    <a:pt x="4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19"/>
                    <a:pt x="37" y="19"/>
                    <a:pt x="37" y="19"/>
                  </a:cubicBezTo>
                  <a:lnTo>
                    <a:pt x="37" y="9"/>
                  </a:lnTo>
                  <a:cubicBezTo>
                    <a:pt x="37" y="9"/>
                    <a:pt x="37" y="9"/>
                    <a:pt x="28" y="0"/>
                  </a:cubicBezTo>
                  <a:lnTo>
                    <a:pt x="18" y="0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"/>
            <p:cNvSpPr/>
            <p:nvPr/>
          </p:nvSpPr>
          <p:spPr>
            <a:xfrm>
              <a:off x="2091315" y="2840832"/>
              <a:ext cx="8336" cy="8334"/>
            </a:xfrm>
            <a:custGeom>
              <a:rect b="b" l="l" r="r" t="t"/>
              <a:pathLst>
                <a:path extrusionOk="0" h="66" w="65">
                  <a:moveTo>
                    <a:pt x="28" y="36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37" y="36"/>
                  </a:lnTo>
                  <a:lnTo>
                    <a:pt x="55" y="0"/>
                  </a:lnTo>
                  <a:lnTo>
                    <a:pt x="64" y="0"/>
                  </a:lnTo>
                  <a:lnTo>
                    <a:pt x="37" y="36"/>
                  </a:lnTo>
                  <a:lnTo>
                    <a:pt x="37" y="65"/>
                  </a:lnTo>
                  <a:lnTo>
                    <a:pt x="28" y="65"/>
                  </a:lnTo>
                  <a:lnTo>
                    <a:pt x="28" y="36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"/>
            <p:cNvSpPr/>
            <p:nvPr/>
          </p:nvSpPr>
          <p:spPr>
            <a:xfrm>
              <a:off x="2098460" y="2843213"/>
              <a:ext cx="5954" cy="5953"/>
            </a:xfrm>
            <a:custGeom>
              <a:rect b="b" l="l" r="r" t="t"/>
              <a:pathLst>
                <a:path extrusionOk="0" h="48" w="47">
                  <a:moveTo>
                    <a:pt x="28" y="0"/>
                  </a:moveTo>
                  <a:lnTo>
                    <a:pt x="28" y="0"/>
                  </a:lnTo>
                  <a:cubicBezTo>
                    <a:pt x="28" y="0"/>
                    <a:pt x="28" y="0"/>
                    <a:pt x="37" y="0"/>
                  </a:cubicBezTo>
                  <a:cubicBezTo>
                    <a:pt x="37" y="0"/>
                    <a:pt x="37" y="0"/>
                    <a:pt x="37" y="9"/>
                  </a:cubicBezTo>
                  <a:cubicBezTo>
                    <a:pt x="46" y="9"/>
                    <a:pt x="46" y="9"/>
                    <a:pt x="46" y="18"/>
                  </a:cubicBezTo>
                  <a:cubicBezTo>
                    <a:pt x="46" y="18"/>
                    <a:pt x="46" y="18"/>
                    <a:pt x="46" y="27"/>
                  </a:cubicBezTo>
                  <a:cubicBezTo>
                    <a:pt x="46" y="27"/>
                    <a:pt x="46" y="27"/>
                    <a:pt x="46" y="38"/>
                  </a:cubicBezTo>
                  <a:cubicBezTo>
                    <a:pt x="46" y="38"/>
                    <a:pt x="46" y="38"/>
                    <a:pt x="37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38"/>
                    <a:pt x="0" y="38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9" y="9"/>
                    <a:pt x="9" y="9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8" y="0"/>
                  </a:cubicBezTo>
                  <a:close/>
                  <a:moveTo>
                    <a:pt x="28" y="0"/>
                  </a:moveTo>
                  <a:lnTo>
                    <a:pt x="28" y="0"/>
                  </a:lnTo>
                  <a:cubicBezTo>
                    <a:pt x="18" y="0"/>
                    <a:pt x="18" y="0"/>
                    <a:pt x="18" y="9"/>
                  </a:cubicBezTo>
                  <a:lnTo>
                    <a:pt x="9" y="9"/>
                  </a:lnTo>
                  <a:lnTo>
                    <a:pt x="9" y="18"/>
                  </a:lnTo>
                  <a:cubicBezTo>
                    <a:pt x="9" y="18"/>
                    <a:pt x="9" y="18"/>
                    <a:pt x="9" y="27"/>
                  </a:cubicBezTo>
                  <a:cubicBezTo>
                    <a:pt x="9" y="27"/>
                    <a:pt x="9" y="27"/>
                    <a:pt x="9" y="38"/>
                  </a:cubicBezTo>
                  <a:lnTo>
                    <a:pt x="18" y="47"/>
                  </a:lnTo>
                  <a:cubicBezTo>
                    <a:pt x="18" y="47"/>
                    <a:pt x="18" y="47"/>
                    <a:pt x="28" y="47"/>
                  </a:cubicBezTo>
                  <a:cubicBezTo>
                    <a:pt x="37" y="47"/>
                    <a:pt x="37" y="38"/>
                    <a:pt x="37" y="38"/>
                  </a:cubicBezTo>
                  <a:cubicBezTo>
                    <a:pt x="37" y="38"/>
                    <a:pt x="37" y="38"/>
                    <a:pt x="37" y="27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37" y="9"/>
                  </a:lnTo>
                  <a:cubicBezTo>
                    <a:pt x="37" y="9"/>
                    <a:pt x="37" y="9"/>
                    <a:pt x="28" y="9"/>
                  </a:cubicBezTo>
                  <a:cubicBezTo>
                    <a:pt x="28" y="0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"/>
            <p:cNvSpPr/>
            <p:nvPr/>
          </p:nvSpPr>
          <p:spPr>
            <a:xfrm>
              <a:off x="2106201" y="2843213"/>
              <a:ext cx="4763" cy="5953"/>
            </a:xfrm>
            <a:custGeom>
              <a:rect b="b" l="l" r="r" t="t"/>
              <a:pathLst>
                <a:path extrusionOk="0" h="48" w="39">
                  <a:moveTo>
                    <a:pt x="38" y="47"/>
                  </a:moveTo>
                  <a:lnTo>
                    <a:pt x="38" y="47"/>
                  </a:lnTo>
                  <a:cubicBezTo>
                    <a:pt x="38" y="38"/>
                    <a:pt x="38" y="38"/>
                    <a:pt x="38" y="38"/>
                  </a:cubicBezTo>
                  <a:cubicBezTo>
                    <a:pt x="38" y="47"/>
                    <a:pt x="29" y="47"/>
                    <a:pt x="29" y="47"/>
                  </a:cubicBezTo>
                  <a:lnTo>
                    <a:pt x="20" y="47"/>
                  </a:lnTo>
                  <a:lnTo>
                    <a:pt x="9" y="47"/>
                  </a:lnTo>
                  <a:cubicBezTo>
                    <a:pt x="0" y="47"/>
                    <a:pt x="0" y="47"/>
                    <a:pt x="0" y="38"/>
                  </a:cubicBezTo>
                  <a:cubicBezTo>
                    <a:pt x="0" y="38"/>
                    <a:pt x="0" y="38"/>
                    <a:pt x="0" y="2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38"/>
                    <a:pt x="9" y="38"/>
                    <a:pt x="9" y="47"/>
                  </a:cubicBezTo>
                  <a:lnTo>
                    <a:pt x="20" y="47"/>
                  </a:lnTo>
                  <a:lnTo>
                    <a:pt x="29" y="47"/>
                  </a:lnTo>
                  <a:lnTo>
                    <a:pt x="29" y="38"/>
                  </a:ln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0"/>
                    <a:pt x="38" y="0"/>
                    <a:pt x="38" y="0"/>
                  </a:cubicBezTo>
                  <a:lnTo>
                    <a:pt x="38" y="47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"/>
            <p:cNvSpPr/>
            <p:nvPr/>
          </p:nvSpPr>
          <p:spPr>
            <a:xfrm>
              <a:off x="2113941" y="2843213"/>
              <a:ext cx="1786" cy="5953"/>
            </a:xfrm>
            <a:custGeom>
              <a:rect b="b" l="l" r="r" t="t"/>
              <a:pathLst>
                <a:path extrusionOk="0" h="48" w="19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lnTo>
                    <a:pt x="9" y="0"/>
                  </a:lnTo>
                  <a:lnTo>
                    <a:pt x="18" y="0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0" y="18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"/>
            <p:cNvSpPr/>
            <p:nvPr/>
          </p:nvSpPr>
          <p:spPr>
            <a:xfrm>
              <a:off x="2121086" y="2843213"/>
              <a:ext cx="4168" cy="5953"/>
            </a:xfrm>
            <a:custGeom>
              <a:rect b="b" l="l" r="r" t="t"/>
              <a:pathLst>
                <a:path extrusionOk="0" h="48" w="37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9" y="9"/>
                    <a:pt x="9" y="0"/>
                  </a:cubicBezTo>
                  <a:cubicBezTo>
                    <a:pt x="9" y="0"/>
                    <a:pt x="9" y="0"/>
                    <a:pt x="18" y="0"/>
                  </a:cubicBezTo>
                  <a:lnTo>
                    <a:pt x="27" y="0"/>
                  </a:lnTo>
                  <a:lnTo>
                    <a:pt x="36" y="0"/>
                  </a:lnTo>
                  <a:cubicBezTo>
                    <a:pt x="36" y="9"/>
                    <a:pt x="36" y="9"/>
                    <a:pt x="36" y="9"/>
                  </a:cubicBezTo>
                  <a:lnTo>
                    <a:pt x="36" y="18"/>
                  </a:lnTo>
                  <a:cubicBezTo>
                    <a:pt x="36" y="47"/>
                    <a:pt x="36" y="47"/>
                    <a:pt x="36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9"/>
                  </a:cubicBezTo>
                  <a:cubicBezTo>
                    <a:pt x="27" y="9"/>
                    <a:pt x="27" y="9"/>
                    <a:pt x="27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"/>
            <p:cNvSpPr/>
            <p:nvPr/>
          </p:nvSpPr>
          <p:spPr>
            <a:xfrm>
              <a:off x="2127040" y="2843213"/>
              <a:ext cx="5954" cy="5953"/>
            </a:xfrm>
            <a:custGeom>
              <a:rect b="b" l="l" r="r" t="t"/>
              <a:pathLst>
                <a:path extrusionOk="0" h="48" w="49">
                  <a:moveTo>
                    <a:pt x="0" y="18"/>
                  </a:moveTo>
                  <a:lnTo>
                    <a:pt x="0" y="18"/>
                  </a:lnTo>
                  <a:cubicBezTo>
                    <a:pt x="0" y="9"/>
                    <a:pt x="0" y="0"/>
                    <a:pt x="10" y="0"/>
                  </a:cubicBezTo>
                  <a:lnTo>
                    <a:pt x="19" y="0"/>
                  </a:lnTo>
                  <a:cubicBezTo>
                    <a:pt x="29" y="0"/>
                    <a:pt x="29" y="0"/>
                    <a:pt x="29" y="0"/>
                  </a:cubicBezTo>
                  <a:lnTo>
                    <a:pt x="39" y="0"/>
                  </a:lnTo>
                  <a:cubicBezTo>
                    <a:pt x="39" y="0"/>
                    <a:pt x="39" y="0"/>
                    <a:pt x="39" y="9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9" y="47"/>
                    <a:pt x="39" y="47"/>
                    <a:pt x="48" y="47"/>
                  </a:cubicBezTo>
                  <a:cubicBezTo>
                    <a:pt x="39" y="47"/>
                    <a:pt x="39" y="47"/>
                    <a:pt x="39" y="47"/>
                  </a:cubicBezTo>
                  <a:lnTo>
                    <a:pt x="39" y="38"/>
                  </a:lnTo>
                  <a:cubicBezTo>
                    <a:pt x="39" y="38"/>
                    <a:pt x="39" y="47"/>
                    <a:pt x="29" y="47"/>
                  </a:cubicBezTo>
                  <a:cubicBezTo>
                    <a:pt x="29" y="47"/>
                    <a:pt x="29" y="47"/>
                    <a:pt x="19" y="47"/>
                  </a:cubicBezTo>
                  <a:lnTo>
                    <a:pt x="10" y="47"/>
                  </a:lnTo>
                  <a:cubicBezTo>
                    <a:pt x="0" y="47"/>
                    <a:pt x="0" y="47"/>
                    <a:pt x="0" y="4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lnTo>
                    <a:pt x="10" y="27"/>
                  </a:lnTo>
                  <a:cubicBezTo>
                    <a:pt x="10" y="18"/>
                    <a:pt x="10" y="18"/>
                    <a:pt x="19" y="18"/>
                  </a:cubicBezTo>
                  <a:lnTo>
                    <a:pt x="29" y="18"/>
                  </a:lnTo>
                  <a:cubicBezTo>
                    <a:pt x="39" y="18"/>
                    <a:pt x="39" y="18"/>
                    <a:pt x="39" y="18"/>
                  </a:cubicBezTo>
                  <a:cubicBezTo>
                    <a:pt x="39" y="18"/>
                    <a:pt x="39" y="18"/>
                    <a:pt x="39" y="9"/>
                  </a:cubicBezTo>
                  <a:lnTo>
                    <a:pt x="29" y="9"/>
                  </a:lnTo>
                  <a:cubicBezTo>
                    <a:pt x="29" y="0"/>
                    <a:pt x="29" y="0"/>
                    <a:pt x="29" y="0"/>
                  </a:cubicBezTo>
                  <a:lnTo>
                    <a:pt x="19" y="0"/>
                  </a:lnTo>
                  <a:cubicBezTo>
                    <a:pt x="19" y="0"/>
                    <a:pt x="19" y="0"/>
                    <a:pt x="10" y="9"/>
                  </a:cubicBezTo>
                  <a:cubicBezTo>
                    <a:pt x="10" y="9"/>
                    <a:pt x="10" y="9"/>
                    <a:pt x="10" y="18"/>
                  </a:cubicBezTo>
                  <a:lnTo>
                    <a:pt x="0" y="18"/>
                  </a:lnTo>
                  <a:close/>
                  <a:moveTo>
                    <a:pt x="39" y="18"/>
                  </a:moveTo>
                  <a:lnTo>
                    <a:pt x="39" y="18"/>
                  </a:lnTo>
                  <a:cubicBezTo>
                    <a:pt x="29" y="27"/>
                    <a:pt x="29" y="27"/>
                    <a:pt x="29" y="27"/>
                  </a:cubicBezTo>
                  <a:cubicBezTo>
                    <a:pt x="29" y="27"/>
                    <a:pt x="29" y="27"/>
                    <a:pt x="19" y="27"/>
                  </a:cubicBezTo>
                  <a:cubicBezTo>
                    <a:pt x="19" y="27"/>
                    <a:pt x="19" y="27"/>
                    <a:pt x="10" y="27"/>
                  </a:cubicBezTo>
                  <a:lnTo>
                    <a:pt x="10" y="38"/>
                  </a:lnTo>
                  <a:cubicBezTo>
                    <a:pt x="10" y="38"/>
                    <a:pt x="10" y="38"/>
                    <a:pt x="10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29" y="47"/>
                  </a:cubicBezTo>
                  <a:cubicBezTo>
                    <a:pt x="29" y="47"/>
                    <a:pt x="29" y="47"/>
                    <a:pt x="29" y="38"/>
                  </a:cubicBezTo>
                  <a:cubicBezTo>
                    <a:pt x="29" y="38"/>
                    <a:pt x="29" y="38"/>
                    <a:pt x="39" y="38"/>
                  </a:cubicBezTo>
                  <a:lnTo>
                    <a:pt x="39" y="27"/>
                  </a:lnTo>
                  <a:lnTo>
                    <a:pt x="39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"/>
            <p:cNvSpPr/>
            <p:nvPr/>
          </p:nvSpPr>
          <p:spPr>
            <a:xfrm>
              <a:off x="2134781" y="2843213"/>
              <a:ext cx="4763" cy="5953"/>
            </a:xfrm>
            <a:custGeom>
              <a:rect b="b" l="l" r="r" t="t"/>
              <a:pathLst>
                <a:path extrusionOk="0" h="48" w="38">
                  <a:moveTo>
                    <a:pt x="37" y="9"/>
                  </a:moveTo>
                  <a:lnTo>
                    <a:pt x="37" y="9"/>
                  </a:lnTo>
                  <a:cubicBezTo>
                    <a:pt x="27" y="0"/>
                    <a:pt x="27" y="0"/>
                    <a:pt x="27" y="0"/>
                  </a:cubicBezTo>
                  <a:lnTo>
                    <a:pt x="18" y="0"/>
                  </a:lnTo>
                  <a:lnTo>
                    <a:pt x="9" y="0"/>
                  </a:lnTo>
                  <a:cubicBezTo>
                    <a:pt x="9" y="0"/>
                    <a:pt x="0" y="0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9"/>
                  </a:cubicBezTo>
                  <a:lnTo>
                    <a:pt x="9" y="9"/>
                  </a:lnTo>
                  <a:cubicBezTo>
                    <a:pt x="9" y="9"/>
                    <a:pt x="9" y="9"/>
                    <a:pt x="9" y="0"/>
                  </a:cubicBezTo>
                  <a:lnTo>
                    <a:pt x="18" y="0"/>
                  </a:lnTo>
                  <a:cubicBezTo>
                    <a:pt x="27" y="0"/>
                    <a:pt x="27" y="9"/>
                    <a:pt x="27" y="9"/>
                  </a:cubicBezTo>
                  <a:cubicBezTo>
                    <a:pt x="27" y="9"/>
                    <a:pt x="27" y="9"/>
                    <a:pt x="27" y="18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"/>
            <p:cNvSpPr/>
            <p:nvPr/>
          </p:nvSpPr>
          <p:spPr>
            <a:xfrm>
              <a:off x="2140140" y="2843213"/>
              <a:ext cx="2977" cy="5953"/>
            </a:xfrm>
            <a:custGeom>
              <a:rect b="b" l="l" r="r" t="t"/>
              <a:pathLst>
                <a:path extrusionOk="0" h="48" w="28">
                  <a:moveTo>
                    <a:pt x="27" y="18"/>
                  </a:moveTo>
                  <a:lnTo>
                    <a:pt x="27" y="18"/>
                  </a:lnTo>
                  <a:cubicBezTo>
                    <a:pt x="27" y="0"/>
                    <a:pt x="18" y="0"/>
                    <a:pt x="9" y="0"/>
                  </a:cubicBezTo>
                  <a:cubicBezTo>
                    <a:pt x="9" y="0"/>
                    <a:pt x="9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9"/>
                  </a:cubicBezTo>
                  <a:cubicBezTo>
                    <a:pt x="18" y="9"/>
                    <a:pt x="18" y="9"/>
                    <a:pt x="18" y="1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27" y="47"/>
                    <a:pt x="27" y="47"/>
                    <a:pt x="27" y="47"/>
                  </a:cubicBezTo>
                  <a:lnTo>
                    <a:pt x="27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1"/>
            <p:cNvSpPr/>
            <p:nvPr/>
          </p:nvSpPr>
          <p:spPr>
            <a:xfrm>
              <a:off x="2144903" y="2843213"/>
              <a:ext cx="5954" cy="5953"/>
            </a:xfrm>
            <a:custGeom>
              <a:rect b="b" l="l" r="r" t="t"/>
              <a:pathLst>
                <a:path extrusionOk="0" h="48" w="47">
                  <a:moveTo>
                    <a:pt x="9" y="27"/>
                  </a:moveTo>
                  <a:lnTo>
                    <a:pt x="9" y="27"/>
                  </a:lnTo>
                  <a:cubicBezTo>
                    <a:pt x="9" y="38"/>
                    <a:pt x="9" y="38"/>
                    <a:pt x="9" y="38"/>
                  </a:cubicBezTo>
                  <a:cubicBezTo>
                    <a:pt x="9" y="38"/>
                    <a:pt x="9" y="38"/>
                    <a:pt x="18" y="47"/>
                  </a:cubicBezTo>
                  <a:cubicBezTo>
                    <a:pt x="28" y="47"/>
                    <a:pt x="28" y="47"/>
                    <a:pt x="37" y="38"/>
                  </a:cubicBezTo>
                  <a:cubicBezTo>
                    <a:pt x="37" y="38"/>
                    <a:pt x="37" y="38"/>
                    <a:pt x="37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38"/>
                    <a:pt x="37" y="47"/>
                    <a:pt x="37" y="47"/>
                  </a:cubicBezTo>
                  <a:cubicBezTo>
                    <a:pt x="37" y="47"/>
                    <a:pt x="28" y="47"/>
                    <a:pt x="18" y="47"/>
                  </a:cubicBezTo>
                  <a:cubicBezTo>
                    <a:pt x="18" y="47"/>
                    <a:pt x="18" y="47"/>
                    <a:pt x="9" y="4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0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7" y="0"/>
                    <a:pt x="37" y="0"/>
                    <a:pt x="37" y="9"/>
                  </a:cubicBezTo>
                  <a:cubicBezTo>
                    <a:pt x="37" y="9"/>
                    <a:pt x="46" y="9"/>
                    <a:pt x="46" y="18"/>
                  </a:cubicBezTo>
                  <a:cubicBezTo>
                    <a:pt x="46" y="18"/>
                    <a:pt x="46" y="18"/>
                    <a:pt x="46" y="27"/>
                  </a:cubicBezTo>
                  <a:lnTo>
                    <a:pt x="9" y="27"/>
                  </a:lnTo>
                  <a:close/>
                  <a:moveTo>
                    <a:pt x="37" y="18"/>
                  </a:moveTo>
                  <a:lnTo>
                    <a:pt x="37" y="18"/>
                  </a:lnTo>
                  <a:cubicBezTo>
                    <a:pt x="37" y="18"/>
                    <a:pt x="37" y="18"/>
                    <a:pt x="37" y="9"/>
                  </a:cubicBezTo>
                  <a:cubicBezTo>
                    <a:pt x="28" y="9"/>
                    <a:pt x="28" y="9"/>
                    <a:pt x="28" y="0"/>
                  </a:cubicBezTo>
                  <a:cubicBezTo>
                    <a:pt x="28" y="0"/>
                    <a:pt x="28" y="0"/>
                    <a:pt x="18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8"/>
                    <a:pt x="9" y="18"/>
                    <a:pt x="9" y="18"/>
                  </a:cubicBezTo>
                  <a:lnTo>
                    <a:pt x="37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"/>
            <p:cNvSpPr/>
            <p:nvPr/>
          </p:nvSpPr>
          <p:spPr>
            <a:xfrm>
              <a:off x="2092505" y="2864645"/>
              <a:ext cx="5954" cy="8334"/>
            </a:xfrm>
            <a:custGeom>
              <a:rect b="b" l="l" r="r" t="t"/>
              <a:pathLst>
                <a:path extrusionOk="0" h="67" w="47">
                  <a:moveTo>
                    <a:pt x="0" y="0"/>
                  </a:moveTo>
                  <a:lnTo>
                    <a:pt x="10" y="0"/>
                  </a:lnTo>
                  <a:lnTo>
                    <a:pt x="10" y="57"/>
                  </a:lnTo>
                  <a:lnTo>
                    <a:pt x="46" y="57"/>
                  </a:lnTo>
                  <a:lnTo>
                    <a:pt x="46" y="66"/>
                  </a:ln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"/>
            <p:cNvSpPr/>
            <p:nvPr/>
          </p:nvSpPr>
          <p:spPr>
            <a:xfrm>
              <a:off x="2098460" y="2865835"/>
              <a:ext cx="5954" cy="7144"/>
            </a:xfrm>
            <a:custGeom>
              <a:rect b="b" l="l" r="r" t="t"/>
              <a:pathLst>
                <a:path extrusionOk="0" h="58" w="47">
                  <a:moveTo>
                    <a:pt x="9" y="19"/>
                  </a:moveTo>
                  <a:lnTo>
                    <a:pt x="9" y="19"/>
                  </a:lnTo>
                  <a:lnTo>
                    <a:pt x="9" y="10"/>
                  </a:lnTo>
                  <a:cubicBezTo>
                    <a:pt x="18" y="10"/>
                    <a:pt x="18" y="0"/>
                    <a:pt x="28" y="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6" y="10"/>
                    <a:pt x="46" y="19"/>
                    <a:pt x="46" y="1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46" y="57"/>
                    <a:pt x="46" y="57"/>
                    <a:pt x="37" y="57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57"/>
                    <a:pt x="28" y="57"/>
                    <a:pt x="28" y="57"/>
                  </a:cubicBezTo>
                  <a:lnTo>
                    <a:pt x="18" y="57"/>
                  </a:lnTo>
                  <a:cubicBezTo>
                    <a:pt x="18" y="57"/>
                    <a:pt x="18" y="57"/>
                    <a:pt x="9" y="57"/>
                  </a:cubicBezTo>
                  <a:cubicBezTo>
                    <a:pt x="9" y="57"/>
                    <a:pt x="9" y="48"/>
                    <a:pt x="0" y="48"/>
                  </a:cubicBezTo>
                  <a:cubicBezTo>
                    <a:pt x="0" y="48"/>
                    <a:pt x="0" y="48"/>
                    <a:pt x="0" y="39"/>
                  </a:cubicBezTo>
                  <a:cubicBezTo>
                    <a:pt x="0" y="39"/>
                    <a:pt x="0" y="39"/>
                    <a:pt x="9" y="3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8" y="29"/>
                    <a:pt x="18" y="29"/>
                    <a:pt x="18" y="29"/>
                  </a:cubicBezTo>
                  <a:lnTo>
                    <a:pt x="28" y="29"/>
                  </a:lnTo>
                  <a:cubicBezTo>
                    <a:pt x="28" y="29"/>
                    <a:pt x="28" y="29"/>
                    <a:pt x="37" y="2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9" y="10"/>
                    <a:pt x="9" y="19"/>
                    <a:pt x="9" y="19"/>
                  </a:cubicBezTo>
                  <a:close/>
                  <a:moveTo>
                    <a:pt x="37" y="29"/>
                  </a:moveTo>
                  <a:lnTo>
                    <a:pt x="37" y="29"/>
                  </a:lnTo>
                  <a:cubicBezTo>
                    <a:pt x="28" y="29"/>
                    <a:pt x="28" y="29"/>
                    <a:pt x="28" y="29"/>
                  </a:cubicBezTo>
                  <a:cubicBezTo>
                    <a:pt x="18" y="29"/>
                    <a:pt x="18" y="29"/>
                    <a:pt x="18" y="39"/>
                  </a:cubicBezTo>
                  <a:lnTo>
                    <a:pt x="9" y="39"/>
                  </a:lnTo>
                  <a:cubicBezTo>
                    <a:pt x="9" y="48"/>
                    <a:pt x="9" y="48"/>
                    <a:pt x="9" y="48"/>
                  </a:cubicBezTo>
                  <a:lnTo>
                    <a:pt x="18" y="48"/>
                  </a:lnTo>
                  <a:lnTo>
                    <a:pt x="28" y="48"/>
                  </a:lnTo>
                  <a:cubicBezTo>
                    <a:pt x="37" y="48"/>
                    <a:pt x="37" y="48"/>
                    <a:pt x="37" y="48"/>
                  </a:cubicBezTo>
                  <a:cubicBezTo>
                    <a:pt x="37" y="39"/>
                    <a:pt x="37" y="39"/>
                    <a:pt x="37" y="39"/>
                  </a:cubicBezTo>
                  <a:lnTo>
                    <a:pt x="37" y="2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"/>
            <p:cNvSpPr/>
            <p:nvPr/>
          </p:nvSpPr>
          <p:spPr>
            <a:xfrm>
              <a:off x="2106201" y="2865835"/>
              <a:ext cx="4763" cy="7144"/>
            </a:xfrm>
            <a:custGeom>
              <a:rect b="b" l="l" r="r" t="t"/>
              <a:pathLst>
                <a:path extrusionOk="0" h="58" w="39">
                  <a:moveTo>
                    <a:pt x="29" y="19"/>
                  </a:moveTo>
                  <a:lnTo>
                    <a:pt x="29" y="19"/>
                  </a:lnTo>
                  <a:cubicBezTo>
                    <a:pt x="29" y="10"/>
                    <a:pt x="29" y="10"/>
                    <a:pt x="29" y="10"/>
                  </a:cubicBezTo>
                  <a:lnTo>
                    <a:pt x="20" y="10"/>
                  </a:lnTo>
                  <a:lnTo>
                    <a:pt x="9" y="10"/>
                  </a:lnTo>
                  <a:cubicBezTo>
                    <a:pt x="9" y="19"/>
                    <a:pt x="9" y="19"/>
                    <a:pt x="9" y="19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20" y="29"/>
                  </a:lnTo>
                  <a:cubicBezTo>
                    <a:pt x="29" y="29"/>
                    <a:pt x="29" y="29"/>
                    <a:pt x="29" y="29"/>
                  </a:cubicBezTo>
                  <a:cubicBezTo>
                    <a:pt x="29" y="29"/>
                    <a:pt x="29" y="29"/>
                    <a:pt x="38" y="29"/>
                  </a:cubicBezTo>
                  <a:lnTo>
                    <a:pt x="38" y="39"/>
                  </a:lnTo>
                  <a:cubicBezTo>
                    <a:pt x="38" y="48"/>
                    <a:pt x="38" y="48"/>
                    <a:pt x="38" y="48"/>
                  </a:cubicBezTo>
                  <a:cubicBezTo>
                    <a:pt x="38" y="48"/>
                    <a:pt x="38" y="57"/>
                    <a:pt x="2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9" y="57"/>
                    <a:pt x="9" y="57"/>
                    <a:pt x="0" y="57"/>
                  </a:cubicBezTo>
                  <a:cubicBezTo>
                    <a:pt x="0" y="48"/>
                    <a:pt x="0" y="48"/>
                    <a:pt x="0" y="39"/>
                  </a:cubicBezTo>
                  <a:cubicBezTo>
                    <a:pt x="0" y="48"/>
                    <a:pt x="9" y="48"/>
                    <a:pt x="9" y="48"/>
                  </a:cubicBezTo>
                  <a:cubicBezTo>
                    <a:pt x="9" y="48"/>
                    <a:pt x="9" y="48"/>
                    <a:pt x="20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29" y="48"/>
                    <a:pt x="29" y="48"/>
                    <a:pt x="29" y="39"/>
                  </a:cubicBezTo>
                  <a:cubicBezTo>
                    <a:pt x="20" y="39"/>
                    <a:pt x="20" y="39"/>
                    <a:pt x="20" y="29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0" y="29"/>
                  </a:lnTo>
                  <a:cubicBezTo>
                    <a:pt x="0" y="29"/>
                    <a:pt x="0" y="29"/>
                    <a:pt x="0" y="19"/>
                  </a:cubicBezTo>
                  <a:lnTo>
                    <a:pt x="0" y="10"/>
                  </a:lnTo>
                  <a:cubicBezTo>
                    <a:pt x="0" y="10"/>
                    <a:pt x="0" y="10"/>
                    <a:pt x="9" y="10"/>
                  </a:cubicBezTo>
                  <a:cubicBezTo>
                    <a:pt x="9" y="10"/>
                    <a:pt x="9" y="10"/>
                    <a:pt x="9" y="0"/>
                  </a:cubicBezTo>
                  <a:lnTo>
                    <a:pt x="20" y="0"/>
                  </a:lnTo>
                  <a:cubicBezTo>
                    <a:pt x="20" y="0"/>
                    <a:pt x="20" y="0"/>
                    <a:pt x="29" y="0"/>
                  </a:cubicBezTo>
                  <a:cubicBezTo>
                    <a:pt x="29" y="10"/>
                    <a:pt x="29" y="10"/>
                    <a:pt x="29" y="10"/>
                  </a:cubicBezTo>
                  <a:lnTo>
                    <a:pt x="38" y="10"/>
                  </a:lnTo>
                  <a:cubicBezTo>
                    <a:pt x="38" y="19"/>
                    <a:pt x="38" y="19"/>
                    <a:pt x="38" y="19"/>
                  </a:cubicBezTo>
                  <a:lnTo>
                    <a:pt x="29" y="1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"/>
            <p:cNvSpPr/>
            <p:nvPr/>
          </p:nvSpPr>
          <p:spPr>
            <a:xfrm>
              <a:off x="2110964" y="2864645"/>
              <a:ext cx="3572" cy="8334"/>
            </a:xfrm>
            <a:custGeom>
              <a:rect b="b" l="l" r="r" t="t"/>
              <a:pathLst>
                <a:path extrusionOk="0" h="67" w="29">
                  <a:moveTo>
                    <a:pt x="19" y="19"/>
                  </a:moveTo>
                  <a:lnTo>
                    <a:pt x="19" y="19"/>
                  </a:lnTo>
                  <a:cubicBezTo>
                    <a:pt x="28" y="19"/>
                    <a:pt x="28" y="19"/>
                    <a:pt x="28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9" y="1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"/>
            <p:cNvSpPr/>
            <p:nvPr/>
          </p:nvSpPr>
          <p:spPr>
            <a:xfrm>
              <a:off x="2119896" y="2865835"/>
              <a:ext cx="4763" cy="7144"/>
            </a:xfrm>
            <a:custGeom>
              <a:rect b="b" l="l" r="r" t="t"/>
              <a:pathLst>
                <a:path extrusionOk="0" h="58" w="38">
                  <a:moveTo>
                    <a:pt x="0" y="10"/>
                  </a:moveTo>
                  <a:lnTo>
                    <a:pt x="0" y="10"/>
                  </a:ln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9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0"/>
                  </a:cubicBezTo>
                  <a:lnTo>
                    <a:pt x="19" y="10"/>
                  </a:lnTo>
                  <a:cubicBezTo>
                    <a:pt x="19" y="10"/>
                    <a:pt x="19" y="10"/>
                    <a:pt x="10" y="1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0" y="29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"/>
            <p:cNvSpPr/>
            <p:nvPr/>
          </p:nvSpPr>
          <p:spPr>
            <a:xfrm>
              <a:off x="2125850" y="2865835"/>
              <a:ext cx="5954" cy="7144"/>
            </a:xfrm>
            <a:custGeom>
              <a:rect b="b" l="l" r="r" t="t"/>
              <a:pathLst>
                <a:path extrusionOk="0" h="58" w="49">
                  <a:moveTo>
                    <a:pt x="0" y="19"/>
                  </a:moveTo>
                  <a:lnTo>
                    <a:pt x="0" y="19"/>
                  </a:lnTo>
                  <a:lnTo>
                    <a:pt x="9" y="10"/>
                  </a:lnTo>
                  <a:cubicBezTo>
                    <a:pt x="9" y="0"/>
                    <a:pt x="19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38" y="10"/>
                  </a:lnTo>
                  <a:lnTo>
                    <a:pt x="38" y="19"/>
                  </a:lnTo>
                  <a:cubicBezTo>
                    <a:pt x="38" y="48"/>
                    <a:pt x="38" y="48"/>
                    <a:pt x="38" y="48"/>
                  </a:cubicBezTo>
                  <a:lnTo>
                    <a:pt x="48" y="48"/>
                  </a:lnTo>
                  <a:cubicBezTo>
                    <a:pt x="48" y="57"/>
                    <a:pt x="48" y="57"/>
                    <a:pt x="48" y="57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8"/>
                    <a:pt x="38" y="48"/>
                    <a:pt x="28" y="48"/>
                  </a:cubicBezTo>
                  <a:lnTo>
                    <a:pt x="28" y="57"/>
                  </a:lnTo>
                  <a:cubicBezTo>
                    <a:pt x="19" y="57"/>
                    <a:pt x="19" y="57"/>
                    <a:pt x="19" y="57"/>
                  </a:cubicBezTo>
                  <a:lnTo>
                    <a:pt x="9" y="57"/>
                  </a:ln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0" y="48"/>
                    <a:pt x="0" y="39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19" y="29"/>
                  </a:lnTo>
                  <a:lnTo>
                    <a:pt x="28" y="29"/>
                  </a:lnTo>
                  <a:cubicBezTo>
                    <a:pt x="38" y="29"/>
                    <a:pt x="38" y="29"/>
                    <a:pt x="38" y="2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19"/>
                    <a:pt x="38" y="19"/>
                    <a:pt x="38" y="10"/>
                  </a:cubicBezTo>
                  <a:cubicBezTo>
                    <a:pt x="38" y="10"/>
                    <a:pt x="38" y="10"/>
                    <a:pt x="28" y="10"/>
                  </a:cubicBezTo>
                  <a:cubicBezTo>
                    <a:pt x="28" y="10"/>
                    <a:pt x="28" y="10"/>
                    <a:pt x="19" y="10"/>
                  </a:cubicBezTo>
                  <a:cubicBezTo>
                    <a:pt x="19" y="10"/>
                    <a:pt x="19" y="10"/>
                    <a:pt x="9" y="10"/>
                  </a:cubicBezTo>
                  <a:lnTo>
                    <a:pt x="9" y="19"/>
                  </a:lnTo>
                  <a:lnTo>
                    <a:pt x="0" y="19"/>
                  </a:lnTo>
                  <a:close/>
                  <a:moveTo>
                    <a:pt x="38" y="29"/>
                  </a:moveTo>
                  <a:lnTo>
                    <a:pt x="38" y="29"/>
                  </a:ln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8" y="29"/>
                    <a:pt x="19" y="2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19" y="48"/>
                  </a:cubicBezTo>
                  <a:cubicBezTo>
                    <a:pt x="19" y="48"/>
                    <a:pt x="19" y="48"/>
                    <a:pt x="28" y="48"/>
                  </a:cubicBezTo>
                  <a:cubicBezTo>
                    <a:pt x="28" y="48"/>
                    <a:pt x="38" y="48"/>
                    <a:pt x="38" y="39"/>
                  </a:cubicBezTo>
                  <a:lnTo>
                    <a:pt x="38" y="2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"/>
            <p:cNvSpPr/>
            <p:nvPr/>
          </p:nvSpPr>
          <p:spPr>
            <a:xfrm>
              <a:off x="2140140" y="2865835"/>
              <a:ext cx="1786" cy="7144"/>
            </a:xfrm>
            <a:custGeom>
              <a:rect b="b" l="l" r="r" t="t"/>
              <a:pathLst>
                <a:path extrusionOk="0" h="58" w="19">
                  <a:moveTo>
                    <a:pt x="18" y="19"/>
                  </a:moveTo>
                  <a:lnTo>
                    <a:pt x="18" y="19"/>
                  </a:lnTo>
                  <a:cubicBezTo>
                    <a:pt x="18" y="10"/>
                    <a:pt x="9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9" y="10"/>
                    <a:pt x="9" y="10"/>
                    <a:pt x="9" y="10"/>
                  </a:cubicBezTo>
                  <a:lnTo>
                    <a:pt x="9" y="19"/>
                  </a:lnTo>
                  <a:cubicBezTo>
                    <a:pt x="9" y="57"/>
                    <a:pt x="9" y="57"/>
                    <a:pt x="9" y="57"/>
                  </a:cubicBezTo>
                  <a:cubicBezTo>
                    <a:pt x="18" y="57"/>
                    <a:pt x="18" y="57"/>
                    <a:pt x="18" y="57"/>
                  </a:cubicBezTo>
                  <a:lnTo>
                    <a:pt x="18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"/>
            <p:cNvSpPr/>
            <p:nvPr/>
          </p:nvSpPr>
          <p:spPr>
            <a:xfrm>
              <a:off x="2133590" y="2865835"/>
              <a:ext cx="5954" cy="7144"/>
            </a:xfrm>
            <a:custGeom>
              <a:rect b="b" l="l" r="r" t="t"/>
              <a:pathLst>
                <a:path extrusionOk="0" h="58" w="47">
                  <a:moveTo>
                    <a:pt x="36" y="10"/>
                  </a:moveTo>
                  <a:lnTo>
                    <a:pt x="36" y="10"/>
                  </a:lnTo>
                  <a:lnTo>
                    <a:pt x="27" y="10"/>
                  </a:lnTo>
                  <a:cubicBezTo>
                    <a:pt x="27" y="0"/>
                    <a:pt x="18" y="0"/>
                    <a:pt x="18" y="0"/>
                  </a:cubicBezTo>
                  <a:cubicBezTo>
                    <a:pt x="18" y="0"/>
                    <a:pt x="9" y="0"/>
                    <a:pt x="9" y="10"/>
                  </a:cubicBezTo>
                  <a:cubicBezTo>
                    <a:pt x="9" y="10"/>
                    <a:pt x="9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9"/>
                    <a:pt x="0" y="29"/>
                    <a:pt x="0" y="29"/>
                  </a:cubicBezTo>
                  <a:lnTo>
                    <a:pt x="0" y="19"/>
                  </a:lnTo>
                  <a:cubicBezTo>
                    <a:pt x="9" y="19"/>
                    <a:pt x="9" y="19"/>
                    <a:pt x="9" y="10"/>
                  </a:cubicBezTo>
                  <a:lnTo>
                    <a:pt x="18" y="10"/>
                  </a:lnTo>
                  <a:cubicBezTo>
                    <a:pt x="18" y="10"/>
                    <a:pt x="18" y="10"/>
                    <a:pt x="27" y="10"/>
                  </a:cubicBezTo>
                  <a:lnTo>
                    <a:pt x="27" y="19"/>
                  </a:lnTo>
                  <a:cubicBezTo>
                    <a:pt x="27" y="57"/>
                    <a:pt x="27" y="57"/>
                    <a:pt x="27" y="57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6" y="29"/>
                    <a:pt x="36" y="29"/>
                    <a:pt x="36" y="29"/>
                  </a:cubicBezTo>
                  <a:lnTo>
                    <a:pt x="36" y="19"/>
                  </a:lnTo>
                  <a:cubicBezTo>
                    <a:pt x="36" y="19"/>
                    <a:pt x="36" y="19"/>
                    <a:pt x="3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0"/>
                    <a:pt x="46" y="0"/>
                    <a:pt x="36" y="1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"/>
            <p:cNvSpPr/>
            <p:nvPr/>
          </p:nvSpPr>
          <p:spPr>
            <a:xfrm>
              <a:off x="2143713" y="2865835"/>
              <a:ext cx="5954" cy="7144"/>
            </a:xfrm>
            <a:custGeom>
              <a:rect b="b" l="l" r="r" t="t"/>
              <a:pathLst>
                <a:path extrusionOk="0" h="58" w="47">
                  <a:moveTo>
                    <a:pt x="9" y="29"/>
                  </a:moveTo>
                  <a:lnTo>
                    <a:pt x="9" y="29"/>
                  </a:lnTo>
                  <a:cubicBezTo>
                    <a:pt x="9" y="39"/>
                    <a:pt x="9" y="39"/>
                    <a:pt x="9" y="39"/>
                  </a:cubicBezTo>
                  <a:cubicBezTo>
                    <a:pt x="9" y="39"/>
                    <a:pt x="9" y="39"/>
                    <a:pt x="9" y="48"/>
                  </a:cubicBezTo>
                  <a:cubicBezTo>
                    <a:pt x="9" y="48"/>
                    <a:pt x="9" y="48"/>
                    <a:pt x="18" y="48"/>
                  </a:cubicBezTo>
                  <a:cubicBezTo>
                    <a:pt x="27" y="48"/>
                    <a:pt x="27" y="48"/>
                    <a:pt x="37" y="48"/>
                  </a:cubicBezTo>
                  <a:lnTo>
                    <a:pt x="37" y="39"/>
                  </a:lnTo>
                  <a:cubicBezTo>
                    <a:pt x="46" y="39"/>
                    <a:pt x="46" y="39"/>
                    <a:pt x="46" y="39"/>
                  </a:cubicBezTo>
                  <a:cubicBezTo>
                    <a:pt x="46" y="48"/>
                    <a:pt x="37" y="48"/>
                    <a:pt x="37" y="48"/>
                  </a:cubicBezTo>
                  <a:cubicBezTo>
                    <a:pt x="37" y="57"/>
                    <a:pt x="27" y="57"/>
                    <a:pt x="18" y="57"/>
                  </a:cubicBezTo>
                  <a:cubicBezTo>
                    <a:pt x="18" y="57"/>
                    <a:pt x="18" y="57"/>
                    <a:pt x="9" y="57"/>
                  </a:cubicBezTo>
                  <a:lnTo>
                    <a:pt x="9" y="48"/>
                  </a:lnTo>
                  <a:cubicBezTo>
                    <a:pt x="0" y="48"/>
                    <a:pt x="0" y="48"/>
                    <a:pt x="0" y="39"/>
                  </a:cubicBezTo>
                  <a:lnTo>
                    <a:pt x="0" y="29"/>
                  </a:lnTo>
                  <a:lnTo>
                    <a:pt x="0" y="19"/>
                  </a:lnTo>
                  <a:cubicBezTo>
                    <a:pt x="0" y="19"/>
                    <a:pt x="0" y="10"/>
                    <a:pt x="9" y="1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27" y="0"/>
                    <a:pt x="37" y="10"/>
                  </a:cubicBezTo>
                  <a:cubicBezTo>
                    <a:pt x="37" y="19"/>
                    <a:pt x="46" y="19"/>
                    <a:pt x="46" y="19"/>
                  </a:cubicBezTo>
                  <a:cubicBezTo>
                    <a:pt x="46" y="29"/>
                    <a:pt x="46" y="29"/>
                    <a:pt x="46" y="29"/>
                  </a:cubicBezTo>
                  <a:lnTo>
                    <a:pt x="9" y="29"/>
                  </a:lnTo>
                  <a:close/>
                  <a:moveTo>
                    <a:pt x="37" y="29"/>
                  </a:moveTo>
                  <a:lnTo>
                    <a:pt x="37" y="29"/>
                  </a:lnTo>
                  <a:cubicBezTo>
                    <a:pt x="37" y="19"/>
                    <a:pt x="37" y="19"/>
                    <a:pt x="37" y="19"/>
                  </a:cubicBezTo>
                  <a:cubicBezTo>
                    <a:pt x="37" y="19"/>
                    <a:pt x="37" y="19"/>
                    <a:pt x="37" y="10"/>
                  </a:cubicBezTo>
                  <a:lnTo>
                    <a:pt x="27" y="10"/>
                  </a:lnTo>
                  <a:cubicBezTo>
                    <a:pt x="27" y="10"/>
                    <a:pt x="27" y="10"/>
                    <a:pt x="18" y="10"/>
                  </a:cubicBezTo>
                  <a:lnTo>
                    <a:pt x="9" y="10"/>
                  </a:lnTo>
                  <a:cubicBezTo>
                    <a:pt x="9" y="19"/>
                    <a:pt x="9" y="19"/>
                    <a:pt x="9" y="19"/>
                  </a:cubicBezTo>
                  <a:lnTo>
                    <a:pt x="9" y="29"/>
                  </a:lnTo>
                  <a:lnTo>
                    <a:pt x="37" y="2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"/>
            <p:cNvSpPr/>
            <p:nvPr/>
          </p:nvSpPr>
          <p:spPr>
            <a:xfrm>
              <a:off x="2091315" y="2887266"/>
              <a:ext cx="8336" cy="8334"/>
            </a:xfrm>
            <a:custGeom>
              <a:rect b="b" l="l" r="r" t="t"/>
              <a:pathLst>
                <a:path extrusionOk="0" h="66" w="65">
                  <a:moveTo>
                    <a:pt x="28" y="0"/>
                  </a:moveTo>
                  <a:lnTo>
                    <a:pt x="37" y="0"/>
                  </a:lnTo>
                  <a:lnTo>
                    <a:pt x="64" y="65"/>
                  </a:lnTo>
                  <a:lnTo>
                    <a:pt x="55" y="65"/>
                  </a:lnTo>
                  <a:lnTo>
                    <a:pt x="46" y="47"/>
                  </a:lnTo>
                  <a:lnTo>
                    <a:pt x="19" y="47"/>
                  </a:lnTo>
                  <a:lnTo>
                    <a:pt x="9" y="65"/>
                  </a:lnTo>
                  <a:lnTo>
                    <a:pt x="0" y="65"/>
                  </a:lnTo>
                  <a:lnTo>
                    <a:pt x="28" y="0"/>
                  </a:lnTo>
                  <a:close/>
                  <a:moveTo>
                    <a:pt x="19" y="47"/>
                  </a:moveTo>
                  <a:lnTo>
                    <a:pt x="46" y="47"/>
                  </a:lnTo>
                  <a:lnTo>
                    <a:pt x="37" y="9"/>
                  </a:lnTo>
                  <a:lnTo>
                    <a:pt x="19" y="4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"/>
            <p:cNvSpPr/>
            <p:nvPr/>
          </p:nvSpPr>
          <p:spPr>
            <a:xfrm>
              <a:off x="2099651" y="2887266"/>
              <a:ext cx="5954" cy="9525"/>
            </a:xfrm>
            <a:custGeom>
              <a:rect b="b" l="l" r="r" t="t"/>
              <a:pathLst>
                <a:path extrusionOk="0" h="75" w="47">
                  <a:moveTo>
                    <a:pt x="46" y="65"/>
                  </a:moveTo>
                  <a:lnTo>
                    <a:pt x="46" y="65"/>
                  </a:lnTo>
                  <a:cubicBezTo>
                    <a:pt x="46" y="56"/>
                    <a:pt x="46" y="56"/>
                    <a:pt x="46" y="56"/>
                  </a:cubicBezTo>
                  <a:cubicBezTo>
                    <a:pt x="46" y="65"/>
                    <a:pt x="46" y="65"/>
                    <a:pt x="37" y="65"/>
                  </a:cubicBezTo>
                  <a:cubicBezTo>
                    <a:pt x="37" y="65"/>
                    <a:pt x="37" y="65"/>
                    <a:pt x="28" y="74"/>
                  </a:cubicBezTo>
                  <a:cubicBezTo>
                    <a:pt x="19" y="74"/>
                    <a:pt x="19" y="74"/>
                    <a:pt x="19" y="65"/>
                  </a:cubicBezTo>
                  <a:cubicBezTo>
                    <a:pt x="9" y="65"/>
                    <a:pt x="9" y="65"/>
                    <a:pt x="9" y="65"/>
                  </a:cubicBezTo>
                  <a:lnTo>
                    <a:pt x="9" y="56"/>
                  </a:lnTo>
                  <a:cubicBezTo>
                    <a:pt x="0" y="56"/>
                    <a:pt x="0" y="47"/>
                    <a:pt x="0" y="47"/>
                  </a:cubicBezTo>
                  <a:cubicBezTo>
                    <a:pt x="0" y="36"/>
                    <a:pt x="0" y="36"/>
                    <a:pt x="9" y="36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7"/>
                    <a:pt x="9" y="18"/>
                    <a:pt x="19" y="18"/>
                  </a:cubicBezTo>
                  <a:cubicBezTo>
                    <a:pt x="19" y="18"/>
                    <a:pt x="19" y="18"/>
                    <a:pt x="28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27"/>
                  </a:cubicBezTo>
                  <a:lnTo>
                    <a:pt x="46" y="27"/>
                  </a:lnTo>
                  <a:cubicBezTo>
                    <a:pt x="46" y="0"/>
                    <a:pt x="46" y="0"/>
                    <a:pt x="46" y="0"/>
                  </a:cubicBezTo>
                  <a:lnTo>
                    <a:pt x="46" y="65"/>
                  </a:lnTo>
                  <a:close/>
                  <a:moveTo>
                    <a:pt x="9" y="47"/>
                  </a:moveTo>
                  <a:lnTo>
                    <a:pt x="9" y="47"/>
                  </a:lnTo>
                  <a:cubicBezTo>
                    <a:pt x="9" y="47"/>
                    <a:pt x="9" y="47"/>
                    <a:pt x="9" y="56"/>
                  </a:cubicBezTo>
                  <a:cubicBezTo>
                    <a:pt x="19" y="65"/>
                    <a:pt x="19" y="65"/>
                    <a:pt x="19" y="65"/>
                  </a:cubicBezTo>
                  <a:lnTo>
                    <a:pt x="28" y="65"/>
                  </a:lnTo>
                  <a:cubicBezTo>
                    <a:pt x="28" y="65"/>
                    <a:pt x="28" y="65"/>
                    <a:pt x="37" y="65"/>
                  </a:cubicBezTo>
                  <a:cubicBezTo>
                    <a:pt x="37" y="65"/>
                    <a:pt x="37" y="65"/>
                    <a:pt x="37" y="56"/>
                  </a:cubicBezTo>
                  <a:lnTo>
                    <a:pt x="46" y="56"/>
                  </a:lnTo>
                  <a:cubicBezTo>
                    <a:pt x="46" y="47"/>
                    <a:pt x="46" y="47"/>
                    <a:pt x="46" y="47"/>
                  </a:cubicBezTo>
                  <a:cubicBezTo>
                    <a:pt x="46" y="36"/>
                    <a:pt x="46" y="36"/>
                    <a:pt x="46" y="36"/>
                  </a:cubicBezTo>
                  <a:lnTo>
                    <a:pt x="37" y="27"/>
                  </a:lnTo>
                  <a:cubicBezTo>
                    <a:pt x="28" y="27"/>
                    <a:pt x="28" y="27"/>
                    <a:pt x="2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9" y="27"/>
                  </a:cubicBezTo>
                  <a:lnTo>
                    <a:pt x="9" y="36"/>
                  </a:lnTo>
                  <a:lnTo>
                    <a:pt x="9" y="4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"/>
            <p:cNvSpPr/>
            <p:nvPr/>
          </p:nvSpPr>
          <p:spPr>
            <a:xfrm>
              <a:off x="2107391" y="2887266"/>
              <a:ext cx="5954" cy="9525"/>
            </a:xfrm>
            <a:custGeom>
              <a:rect b="b" l="l" r="r" t="t"/>
              <a:pathLst>
                <a:path extrusionOk="0" h="75" w="49">
                  <a:moveTo>
                    <a:pt x="48" y="65"/>
                  </a:moveTo>
                  <a:lnTo>
                    <a:pt x="48" y="65"/>
                  </a:lnTo>
                  <a:cubicBezTo>
                    <a:pt x="48" y="56"/>
                    <a:pt x="48" y="56"/>
                    <a:pt x="48" y="56"/>
                  </a:cubicBezTo>
                  <a:cubicBezTo>
                    <a:pt x="48" y="65"/>
                    <a:pt x="38" y="65"/>
                    <a:pt x="38" y="65"/>
                  </a:cubicBezTo>
                  <a:cubicBezTo>
                    <a:pt x="38" y="65"/>
                    <a:pt x="38" y="65"/>
                    <a:pt x="29" y="6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0" y="74"/>
                    <a:pt x="20" y="74"/>
                    <a:pt x="20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1" y="56"/>
                    <a:pt x="11" y="56"/>
                    <a:pt x="0" y="56"/>
                  </a:cubicBezTo>
                  <a:lnTo>
                    <a:pt x="0" y="47"/>
                  </a:lnTo>
                  <a:cubicBezTo>
                    <a:pt x="0" y="36"/>
                    <a:pt x="0" y="36"/>
                    <a:pt x="0" y="3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18"/>
                    <a:pt x="20" y="18"/>
                  </a:cubicBezTo>
                  <a:cubicBezTo>
                    <a:pt x="20" y="18"/>
                    <a:pt x="20" y="18"/>
                    <a:pt x="29" y="18"/>
                  </a:cubicBezTo>
                  <a:lnTo>
                    <a:pt x="38" y="18"/>
                  </a:lnTo>
                  <a:cubicBezTo>
                    <a:pt x="38" y="18"/>
                    <a:pt x="38" y="18"/>
                    <a:pt x="38" y="27"/>
                  </a:cubicBezTo>
                  <a:cubicBezTo>
                    <a:pt x="38" y="27"/>
                    <a:pt x="38" y="27"/>
                    <a:pt x="48" y="27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48" y="65"/>
                  </a:lnTo>
                  <a:close/>
                  <a:moveTo>
                    <a:pt x="11" y="47"/>
                  </a:moveTo>
                  <a:lnTo>
                    <a:pt x="11" y="47"/>
                  </a:lnTo>
                  <a:cubicBezTo>
                    <a:pt x="11" y="47"/>
                    <a:pt x="11" y="47"/>
                    <a:pt x="11" y="5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0" y="65"/>
                    <a:pt x="20" y="65"/>
                    <a:pt x="29" y="65"/>
                  </a:cubicBezTo>
                  <a:cubicBezTo>
                    <a:pt x="29" y="65"/>
                    <a:pt x="29" y="65"/>
                    <a:pt x="38" y="65"/>
                  </a:cubicBezTo>
                  <a:cubicBezTo>
                    <a:pt x="38" y="65"/>
                    <a:pt x="38" y="65"/>
                    <a:pt x="38" y="56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6"/>
                    <a:pt x="48" y="36"/>
                    <a:pt x="38" y="36"/>
                  </a:cubicBezTo>
                  <a:lnTo>
                    <a:pt x="38" y="27"/>
                  </a:lnTo>
                  <a:cubicBezTo>
                    <a:pt x="29" y="27"/>
                    <a:pt x="29" y="18"/>
                    <a:pt x="29" y="18"/>
                  </a:cubicBezTo>
                  <a:cubicBezTo>
                    <a:pt x="20" y="18"/>
                    <a:pt x="20" y="27"/>
                    <a:pt x="20" y="27"/>
                  </a:cubicBezTo>
                  <a:cubicBezTo>
                    <a:pt x="20" y="27"/>
                    <a:pt x="20" y="27"/>
                    <a:pt x="11" y="27"/>
                  </a:cubicBezTo>
                  <a:lnTo>
                    <a:pt x="11" y="36"/>
                  </a:lnTo>
                  <a:cubicBezTo>
                    <a:pt x="11" y="36"/>
                    <a:pt x="11" y="36"/>
                    <a:pt x="11" y="47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"/>
            <p:cNvSpPr/>
            <p:nvPr/>
          </p:nvSpPr>
          <p:spPr>
            <a:xfrm>
              <a:off x="2115132" y="2889648"/>
              <a:ext cx="2977" cy="5953"/>
            </a:xfrm>
            <a:custGeom>
              <a:rect b="b" l="l" r="r" t="t"/>
              <a:pathLst>
                <a:path extrusionOk="0" h="48" w="2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18" y="9"/>
                    <a:pt x="18" y="0"/>
                  </a:cubicBezTo>
                  <a:lnTo>
                    <a:pt x="27" y="0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lnTo>
                    <a:pt x="9" y="18"/>
                  </a:lnTo>
                  <a:cubicBezTo>
                    <a:pt x="9" y="18"/>
                    <a:pt x="9" y="18"/>
                    <a:pt x="9" y="29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0" y="47"/>
                    <a:pt x="0" y="47"/>
                    <a:pt x="0" y="47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"/>
            <p:cNvSpPr/>
            <p:nvPr/>
          </p:nvSpPr>
          <p:spPr>
            <a:xfrm>
              <a:off x="2118705" y="2889647"/>
              <a:ext cx="5954" cy="7144"/>
            </a:xfrm>
            <a:custGeom>
              <a:rect b="b" l="l" r="r" t="t"/>
              <a:pathLst>
                <a:path extrusionOk="0" h="57" w="47">
                  <a:moveTo>
                    <a:pt x="9" y="29"/>
                  </a:moveTo>
                  <a:lnTo>
                    <a:pt x="9" y="29"/>
                  </a:lnTo>
                  <a:cubicBezTo>
                    <a:pt x="9" y="29"/>
                    <a:pt x="9" y="29"/>
                    <a:pt x="9" y="38"/>
                  </a:cubicBezTo>
                  <a:cubicBezTo>
                    <a:pt x="9" y="47"/>
                    <a:pt x="19" y="47"/>
                    <a:pt x="19" y="47"/>
                  </a:cubicBezTo>
                  <a:cubicBezTo>
                    <a:pt x="19" y="47"/>
                    <a:pt x="19" y="47"/>
                    <a:pt x="28" y="47"/>
                  </a:cubicBezTo>
                  <a:lnTo>
                    <a:pt x="37" y="47"/>
                  </a:lnTo>
                  <a:cubicBezTo>
                    <a:pt x="37" y="38"/>
                    <a:pt x="37" y="38"/>
                    <a:pt x="37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47"/>
                    <a:pt x="37" y="47"/>
                  </a:cubicBezTo>
                  <a:lnTo>
                    <a:pt x="28" y="56"/>
                  </a:lnTo>
                  <a:cubicBezTo>
                    <a:pt x="19" y="56"/>
                    <a:pt x="19" y="47"/>
                    <a:pt x="1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38"/>
                    <a:pt x="9" y="38"/>
                    <a:pt x="0" y="3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0"/>
                    <a:pt x="19" y="0"/>
                  </a:cubicBez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0"/>
                    <a:pt x="37" y="0"/>
                  </a:cubicBezTo>
                  <a:lnTo>
                    <a:pt x="37" y="9"/>
                  </a:lnTo>
                  <a:cubicBezTo>
                    <a:pt x="46" y="9"/>
                    <a:pt x="46" y="9"/>
                    <a:pt x="46" y="18"/>
                  </a:cubicBezTo>
                  <a:lnTo>
                    <a:pt x="46" y="29"/>
                  </a:lnTo>
                  <a:lnTo>
                    <a:pt x="9" y="29"/>
                  </a:lnTo>
                  <a:close/>
                  <a:moveTo>
                    <a:pt x="37" y="18"/>
                  </a:moveTo>
                  <a:lnTo>
                    <a:pt x="37" y="18"/>
                  </a:ln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28" y="9"/>
                  </a:cubicBezTo>
                  <a:lnTo>
                    <a:pt x="28" y="0"/>
                  </a:lnTo>
                  <a:cubicBezTo>
                    <a:pt x="19" y="0"/>
                    <a:pt x="19" y="9"/>
                    <a:pt x="19" y="9"/>
                  </a:cubicBezTo>
                  <a:cubicBezTo>
                    <a:pt x="19" y="9"/>
                    <a:pt x="19" y="9"/>
                    <a:pt x="9" y="9"/>
                  </a:cubicBezTo>
                  <a:cubicBezTo>
                    <a:pt x="9" y="9"/>
                    <a:pt x="9" y="9"/>
                    <a:pt x="9" y="18"/>
                  </a:cubicBezTo>
                  <a:lnTo>
                    <a:pt x="37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"/>
            <p:cNvSpPr/>
            <p:nvPr/>
          </p:nvSpPr>
          <p:spPr>
            <a:xfrm>
              <a:off x="2125850" y="2889647"/>
              <a:ext cx="4763" cy="7144"/>
            </a:xfrm>
            <a:custGeom>
              <a:rect b="b" l="l" r="r" t="t"/>
              <a:pathLst>
                <a:path extrusionOk="0" h="57" w="39">
                  <a:moveTo>
                    <a:pt x="28" y="18"/>
                  </a:moveTo>
                  <a:lnTo>
                    <a:pt x="28" y="18"/>
                  </a:lnTo>
                  <a:cubicBezTo>
                    <a:pt x="28" y="9"/>
                    <a:pt x="28" y="9"/>
                    <a:pt x="28" y="9"/>
                  </a:cubicBezTo>
                  <a:lnTo>
                    <a:pt x="19" y="9"/>
                  </a:ln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9" y="0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8"/>
                    <a:pt x="0" y="18"/>
                    <a:pt x="9" y="18"/>
                  </a:cubicBezTo>
                  <a:cubicBezTo>
                    <a:pt x="9" y="18"/>
                    <a:pt x="9" y="18"/>
                    <a:pt x="19" y="18"/>
                  </a:cubicBezTo>
                  <a:cubicBezTo>
                    <a:pt x="28" y="18"/>
                    <a:pt x="28" y="29"/>
                    <a:pt x="2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47"/>
                  </a:cubicBezTo>
                  <a:lnTo>
                    <a:pt x="28" y="47"/>
                  </a:lnTo>
                  <a:cubicBezTo>
                    <a:pt x="19" y="56"/>
                    <a:pt x="19" y="56"/>
                    <a:pt x="19" y="56"/>
                  </a:cubicBezTo>
                  <a:cubicBezTo>
                    <a:pt x="9" y="56"/>
                    <a:pt x="9" y="47"/>
                    <a:pt x="0" y="47"/>
                  </a:cubicBezTo>
                  <a:lnTo>
                    <a:pt x="0" y="38"/>
                  </a:lnTo>
                  <a:cubicBezTo>
                    <a:pt x="0" y="38"/>
                    <a:pt x="0" y="38"/>
                    <a:pt x="9" y="47"/>
                  </a:cubicBezTo>
                  <a:cubicBezTo>
                    <a:pt x="9" y="47"/>
                    <a:pt x="9" y="47"/>
                    <a:pt x="19" y="47"/>
                  </a:cubicBezTo>
                  <a:lnTo>
                    <a:pt x="28" y="47"/>
                  </a:lnTo>
                  <a:cubicBezTo>
                    <a:pt x="28" y="47"/>
                    <a:pt x="28" y="47"/>
                    <a:pt x="28" y="38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0" y="29"/>
                    <a:pt x="0" y="18"/>
                    <a:pt x="0" y="18"/>
                  </a:cubicBezTo>
                  <a:cubicBezTo>
                    <a:pt x="0" y="18"/>
                    <a:pt x="0" y="18"/>
                    <a:pt x="0" y="9"/>
                  </a:cubicBez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lnTo>
                    <a:pt x="19" y="0"/>
                  </a:ln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9"/>
                    <a:pt x="38" y="9"/>
                  </a:cubicBezTo>
                  <a:cubicBezTo>
                    <a:pt x="38" y="9"/>
                    <a:pt x="38" y="9"/>
                    <a:pt x="38" y="18"/>
                  </a:cubicBezTo>
                  <a:lnTo>
                    <a:pt x="28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"/>
            <p:cNvSpPr/>
            <p:nvPr/>
          </p:nvSpPr>
          <p:spPr>
            <a:xfrm>
              <a:off x="2132399" y="2889647"/>
              <a:ext cx="4168" cy="7144"/>
            </a:xfrm>
            <a:custGeom>
              <a:rect b="b" l="l" r="r" t="t"/>
              <a:pathLst>
                <a:path extrusionOk="0" h="57" w="37">
                  <a:moveTo>
                    <a:pt x="27" y="18"/>
                  </a:moveTo>
                  <a:lnTo>
                    <a:pt x="27" y="18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18" y="9"/>
                    <a:pt x="18" y="9"/>
                    <a:pt x="1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7" y="18"/>
                    <a:pt x="27" y="29"/>
                    <a:pt x="27" y="29"/>
                  </a:cubicBezTo>
                  <a:cubicBezTo>
                    <a:pt x="36" y="29"/>
                    <a:pt x="36" y="29"/>
                    <a:pt x="36" y="29"/>
                  </a:cubicBezTo>
                  <a:lnTo>
                    <a:pt x="36" y="38"/>
                  </a:lnTo>
                  <a:cubicBezTo>
                    <a:pt x="36" y="38"/>
                    <a:pt x="36" y="38"/>
                    <a:pt x="36" y="47"/>
                  </a:cubicBezTo>
                  <a:lnTo>
                    <a:pt x="27" y="47"/>
                  </a:lnTo>
                  <a:cubicBezTo>
                    <a:pt x="18" y="47"/>
                    <a:pt x="18" y="56"/>
                    <a:pt x="18" y="56"/>
                  </a:cubicBezTo>
                  <a:cubicBezTo>
                    <a:pt x="9" y="56"/>
                    <a:pt x="9" y="47"/>
                    <a:pt x="0" y="47"/>
                  </a:cubicBezTo>
                  <a:lnTo>
                    <a:pt x="0" y="38"/>
                  </a:lnTo>
                  <a:cubicBezTo>
                    <a:pt x="0" y="38"/>
                    <a:pt x="0" y="38"/>
                    <a:pt x="9" y="47"/>
                  </a:cubicBezTo>
                  <a:cubicBezTo>
                    <a:pt x="9" y="47"/>
                    <a:pt x="9" y="47"/>
                    <a:pt x="18" y="47"/>
                  </a:cubicBezTo>
                  <a:lnTo>
                    <a:pt x="27" y="47"/>
                  </a:lnTo>
                  <a:cubicBezTo>
                    <a:pt x="27" y="47"/>
                    <a:pt x="27" y="47"/>
                    <a:pt x="27" y="38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0" y="29"/>
                    <a:pt x="0" y="18"/>
                    <a:pt x="0" y="18"/>
                  </a:cubicBezTo>
                  <a:cubicBezTo>
                    <a:pt x="0" y="18"/>
                    <a:pt x="0" y="18"/>
                    <a:pt x="0" y="9"/>
                  </a:cubicBez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9"/>
                    <a:pt x="36" y="9"/>
                  </a:cubicBezTo>
                  <a:cubicBezTo>
                    <a:pt x="36" y="9"/>
                    <a:pt x="36" y="9"/>
                    <a:pt x="36" y="18"/>
                  </a:cubicBezTo>
                  <a:lnTo>
                    <a:pt x="27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2092506" y="2910484"/>
              <a:ext cx="7145" cy="8334"/>
            </a:xfrm>
            <a:custGeom>
              <a:rect b="b" l="l" r="r" t="t"/>
              <a:pathLst>
                <a:path extrusionOk="0" h="67" w="56">
                  <a:moveTo>
                    <a:pt x="10" y="48"/>
                  </a:moveTo>
                  <a:lnTo>
                    <a:pt x="10" y="48"/>
                  </a:lnTo>
                  <a:cubicBezTo>
                    <a:pt x="10" y="48"/>
                    <a:pt x="10" y="48"/>
                    <a:pt x="10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66"/>
                    <a:pt x="28" y="66"/>
                    <a:pt x="28" y="66"/>
                  </a:cubicBezTo>
                  <a:cubicBezTo>
                    <a:pt x="28" y="66"/>
                    <a:pt x="28" y="66"/>
                    <a:pt x="37" y="57"/>
                  </a:cubicBezTo>
                  <a:cubicBezTo>
                    <a:pt x="46" y="57"/>
                    <a:pt x="46" y="57"/>
                    <a:pt x="46" y="57"/>
                  </a:cubicBezTo>
                  <a:lnTo>
                    <a:pt x="46" y="48"/>
                  </a:lnTo>
                  <a:cubicBezTo>
                    <a:pt x="46" y="38"/>
                    <a:pt x="46" y="38"/>
                    <a:pt x="46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28" y="38"/>
                  </a:cubicBezTo>
                  <a:cubicBezTo>
                    <a:pt x="19" y="29"/>
                    <a:pt x="19" y="29"/>
                    <a:pt x="19" y="29"/>
                  </a:cubicBezTo>
                  <a:lnTo>
                    <a:pt x="10" y="29"/>
                  </a:lnTo>
                  <a:cubicBezTo>
                    <a:pt x="10" y="29"/>
                    <a:pt x="0" y="29"/>
                    <a:pt x="0" y="2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0"/>
                    <a:pt x="10" y="0"/>
                  </a:cubicBez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0"/>
                    <a:pt x="37" y="0"/>
                  </a:cubicBezTo>
                  <a:cubicBezTo>
                    <a:pt x="37" y="0"/>
                    <a:pt x="37" y="0"/>
                    <a:pt x="46" y="0"/>
                  </a:cubicBezTo>
                  <a:lnTo>
                    <a:pt x="46" y="9"/>
                  </a:lnTo>
                  <a:cubicBezTo>
                    <a:pt x="46" y="9"/>
                    <a:pt x="46" y="9"/>
                    <a:pt x="46" y="20"/>
                  </a:cubicBezTo>
                  <a:lnTo>
                    <a:pt x="46" y="9"/>
                  </a:lnTo>
                  <a:cubicBezTo>
                    <a:pt x="37" y="9"/>
                    <a:pt x="37" y="9"/>
                    <a:pt x="37" y="9"/>
                  </a:cubicBezTo>
                  <a:cubicBezTo>
                    <a:pt x="37" y="0"/>
                    <a:pt x="37" y="0"/>
                    <a:pt x="2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0" y="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9"/>
                    <a:pt x="10" y="20"/>
                  </a:cubicBezTo>
                  <a:cubicBezTo>
                    <a:pt x="10" y="20"/>
                    <a:pt x="10" y="20"/>
                    <a:pt x="19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46" y="29"/>
                  </a:cubicBezTo>
                  <a:lnTo>
                    <a:pt x="46" y="38"/>
                  </a:lnTo>
                  <a:cubicBezTo>
                    <a:pt x="46" y="38"/>
                    <a:pt x="46" y="38"/>
                    <a:pt x="55" y="38"/>
                  </a:cubicBezTo>
                  <a:cubicBezTo>
                    <a:pt x="55" y="48"/>
                    <a:pt x="55" y="48"/>
                    <a:pt x="55" y="48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46" y="57"/>
                    <a:pt x="46" y="57"/>
                    <a:pt x="46" y="57"/>
                  </a:cubicBezTo>
                  <a:lnTo>
                    <a:pt x="46" y="66"/>
                  </a:lnTo>
                  <a:lnTo>
                    <a:pt x="37" y="66"/>
                  </a:lnTo>
                  <a:lnTo>
                    <a:pt x="28" y="66"/>
                  </a:lnTo>
                  <a:cubicBezTo>
                    <a:pt x="19" y="66"/>
                    <a:pt x="19" y="66"/>
                    <a:pt x="19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10" y="4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"/>
            <p:cNvSpPr/>
            <p:nvPr/>
          </p:nvSpPr>
          <p:spPr>
            <a:xfrm>
              <a:off x="2100841" y="2910484"/>
              <a:ext cx="0" cy="8334"/>
            </a:xfrm>
            <a:custGeom>
              <a:rect b="b" l="l" r="r" t="t"/>
              <a:pathLst>
                <a:path extrusionOk="0" h="67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20"/>
                  </a:moveTo>
                  <a:lnTo>
                    <a:pt x="0" y="20"/>
                  </a:lnTo>
                  <a:lnTo>
                    <a:pt x="0" y="6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"/>
            <p:cNvSpPr/>
            <p:nvPr/>
          </p:nvSpPr>
          <p:spPr>
            <a:xfrm>
              <a:off x="2102033" y="2910484"/>
              <a:ext cx="2977" cy="8334"/>
            </a:xfrm>
            <a:custGeom>
              <a:rect b="b" l="l" r="r" t="t"/>
              <a:pathLst>
                <a:path extrusionOk="0" h="67" w="28">
                  <a:moveTo>
                    <a:pt x="18" y="20"/>
                  </a:moveTo>
                  <a:lnTo>
                    <a:pt x="18" y="20"/>
                  </a:lnTo>
                  <a:cubicBezTo>
                    <a:pt x="27" y="20"/>
                    <a:pt x="27" y="20"/>
                    <a:pt x="27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7"/>
                    <a:pt x="18" y="66"/>
                  </a:cubicBezTo>
                  <a:lnTo>
                    <a:pt x="27" y="57"/>
                  </a:lnTo>
                  <a:cubicBezTo>
                    <a:pt x="27" y="66"/>
                    <a:pt x="27" y="66"/>
                    <a:pt x="27" y="66"/>
                  </a:cubicBezTo>
                  <a:cubicBezTo>
                    <a:pt x="18" y="66"/>
                    <a:pt x="18" y="66"/>
                    <a:pt x="18" y="66"/>
                  </a:cubicBezTo>
                  <a:lnTo>
                    <a:pt x="9" y="66"/>
                  </a:lnTo>
                  <a:lnTo>
                    <a:pt x="9" y="57"/>
                  </a:lnTo>
                  <a:cubicBezTo>
                    <a:pt x="9" y="20"/>
                    <a:pt x="9" y="20"/>
                    <a:pt x="9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8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"/>
            <p:cNvSpPr/>
            <p:nvPr/>
          </p:nvSpPr>
          <p:spPr>
            <a:xfrm>
              <a:off x="2106201" y="2913460"/>
              <a:ext cx="5954" cy="5953"/>
            </a:xfrm>
            <a:custGeom>
              <a:rect b="b" l="l" r="r" t="t"/>
              <a:pathLst>
                <a:path extrusionOk="0" h="47" w="48">
                  <a:moveTo>
                    <a:pt x="9" y="28"/>
                  </a:moveTo>
                  <a:lnTo>
                    <a:pt x="9" y="28"/>
                  </a:lnTo>
                  <a:lnTo>
                    <a:pt x="9" y="37"/>
                  </a:lnTo>
                  <a:cubicBezTo>
                    <a:pt x="20" y="37"/>
                    <a:pt x="20" y="37"/>
                    <a:pt x="20" y="37"/>
                  </a:cubicBezTo>
                  <a:cubicBezTo>
                    <a:pt x="20" y="46"/>
                    <a:pt x="20" y="46"/>
                    <a:pt x="29" y="46"/>
                  </a:cubicBezTo>
                  <a:lnTo>
                    <a:pt x="38" y="37"/>
                  </a:lnTo>
                  <a:cubicBezTo>
                    <a:pt x="38" y="37"/>
                    <a:pt x="38" y="37"/>
                    <a:pt x="38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37"/>
                    <a:pt x="47" y="37"/>
                    <a:pt x="38" y="46"/>
                  </a:cubicBezTo>
                  <a:lnTo>
                    <a:pt x="29" y="46"/>
                  </a:lnTo>
                  <a:cubicBezTo>
                    <a:pt x="20" y="46"/>
                    <a:pt x="20" y="46"/>
                    <a:pt x="20" y="46"/>
                  </a:cubicBezTo>
                  <a:cubicBezTo>
                    <a:pt x="9" y="46"/>
                    <a:pt x="9" y="46"/>
                    <a:pt x="9" y="37"/>
                  </a:cubicBezTo>
                  <a:cubicBezTo>
                    <a:pt x="9" y="37"/>
                    <a:pt x="9" y="37"/>
                    <a:pt x="9" y="28"/>
                  </a:cubicBezTo>
                  <a:cubicBezTo>
                    <a:pt x="0" y="28"/>
                    <a:pt x="0" y="28"/>
                    <a:pt x="0" y="18"/>
                  </a:cubicBezTo>
                  <a:cubicBezTo>
                    <a:pt x="0" y="18"/>
                    <a:pt x="0" y="18"/>
                    <a:pt x="9" y="9"/>
                  </a:cubicBezTo>
                  <a:cubicBezTo>
                    <a:pt x="9" y="9"/>
                    <a:pt x="9" y="9"/>
                    <a:pt x="9" y="0"/>
                  </a:cubicBezTo>
                  <a:cubicBezTo>
                    <a:pt x="9" y="0"/>
                    <a:pt x="9" y="0"/>
                    <a:pt x="20" y="0"/>
                  </a:cubicBezTo>
                  <a:cubicBezTo>
                    <a:pt x="20" y="0"/>
                    <a:pt x="20" y="0"/>
                    <a:pt x="29" y="0"/>
                  </a:cubicBezTo>
                  <a:lnTo>
                    <a:pt x="38" y="0"/>
                  </a:lnTo>
                  <a:cubicBezTo>
                    <a:pt x="38" y="0"/>
                    <a:pt x="38" y="0"/>
                    <a:pt x="47" y="0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18"/>
                    <a:pt x="47" y="18"/>
                    <a:pt x="47" y="18"/>
                  </a:cubicBezTo>
                  <a:lnTo>
                    <a:pt x="9" y="28"/>
                  </a:lnTo>
                  <a:close/>
                  <a:moveTo>
                    <a:pt x="38" y="18"/>
                  </a:moveTo>
                  <a:lnTo>
                    <a:pt x="38" y="18"/>
                  </a:lnTo>
                  <a:lnTo>
                    <a:pt x="38" y="9"/>
                  </a:lnTo>
                  <a:cubicBezTo>
                    <a:pt x="38" y="0"/>
                    <a:pt x="38" y="0"/>
                    <a:pt x="29" y="0"/>
                  </a:cubicBezTo>
                  <a:lnTo>
                    <a:pt x="20" y="0"/>
                  </a:lnTo>
                  <a:cubicBezTo>
                    <a:pt x="20" y="0"/>
                    <a:pt x="20" y="0"/>
                    <a:pt x="20" y="9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9" y="18"/>
                  </a:lnTo>
                  <a:lnTo>
                    <a:pt x="38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"/>
            <p:cNvSpPr/>
            <p:nvPr/>
          </p:nvSpPr>
          <p:spPr>
            <a:xfrm>
              <a:off x="2113941" y="2911674"/>
              <a:ext cx="4168" cy="7144"/>
            </a:xfrm>
            <a:custGeom>
              <a:rect b="b" l="l" r="r" t="t"/>
              <a:pathLst>
                <a:path extrusionOk="0" h="58" w="37">
                  <a:moveTo>
                    <a:pt x="27" y="20"/>
                  </a:moveTo>
                  <a:lnTo>
                    <a:pt x="27" y="20"/>
                  </a:lnTo>
                  <a:lnTo>
                    <a:pt x="27" y="11"/>
                  </a:lnTo>
                  <a:lnTo>
                    <a:pt x="18" y="11"/>
                  </a:lnTo>
                  <a:cubicBezTo>
                    <a:pt x="18" y="11"/>
                    <a:pt x="18" y="11"/>
                    <a:pt x="9" y="11"/>
                  </a:cubicBezTo>
                  <a:cubicBezTo>
                    <a:pt x="9" y="11"/>
                    <a:pt x="9" y="11"/>
                    <a:pt x="9" y="20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18" y="29"/>
                  </a:ln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36" y="2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39"/>
                    <a:pt x="36" y="39"/>
                    <a:pt x="36" y="48"/>
                  </a:cubicBezTo>
                  <a:cubicBezTo>
                    <a:pt x="36" y="48"/>
                    <a:pt x="36" y="57"/>
                    <a:pt x="27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9" y="57"/>
                    <a:pt x="9" y="57"/>
                    <a:pt x="0" y="57"/>
                  </a:cubicBezTo>
                  <a:cubicBezTo>
                    <a:pt x="0" y="48"/>
                    <a:pt x="0" y="48"/>
                    <a:pt x="0" y="39"/>
                  </a:cubicBezTo>
                  <a:cubicBezTo>
                    <a:pt x="0" y="48"/>
                    <a:pt x="9" y="48"/>
                    <a:pt x="9" y="48"/>
                  </a:cubicBezTo>
                  <a:lnTo>
                    <a:pt x="18" y="57"/>
                  </a:lnTo>
                  <a:cubicBezTo>
                    <a:pt x="27" y="48"/>
                    <a:pt x="27" y="48"/>
                    <a:pt x="27" y="48"/>
                  </a:cubicBezTo>
                  <a:cubicBezTo>
                    <a:pt x="27" y="39"/>
                    <a:pt x="27" y="39"/>
                    <a:pt x="27" y="39"/>
                  </a:cubicBezTo>
                  <a:lnTo>
                    <a:pt x="18" y="39"/>
                  </a:lnTo>
                  <a:cubicBezTo>
                    <a:pt x="9" y="29"/>
                    <a:pt x="9" y="29"/>
                    <a:pt x="9" y="29"/>
                  </a:cubicBezTo>
                  <a:lnTo>
                    <a:pt x="0" y="29"/>
                  </a:ln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11"/>
                  </a:cubicBezTo>
                  <a:cubicBezTo>
                    <a:pt x="0" y="11"/>
                    <a:pt x="0" y="11"/>
                    <a:pt x="9" y="11"/>
                  </a:cubicBezTo>
                  <a:lnTo>
                    <a:pt x="18" y="0"/>
                  </a:lnTo>
                  <a:cubicBezTo>
                    <a:pt x="18" y="0"/>
                    <a:pt x="18" y="11"/>
                    <a:pt x="27" y="11"/>
                  </a:cubicBezTo>
                  <a:lnTo>
                    <a:pt x="36" y="11"/>
                  </a:lnTo>
                  <a:cubicBezTo>
                    <a:pt x="36" y="20"/>
                    <a:pt x="36" y="20"/>
                    <a:pt x="36" y="20"/>
                  </a:cubicBezTo>
                  <a:lnTo>
                    <a:pt x="27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"/>
            <p:cNvSpPr/>
            <p:nvPr/>
          </p:nvSpPr>
          <p:spPr>
            <a:xfrm>
              <a:off x="2389625" y="2819400"/>
              <a:ext cx="30962" cy="126802"/>
            </a:xfrm>
            <a:custGeom>
              <a:rect b="b" l="l" r="r" t="t"/>
              <a:pathLst>
                <a:path extrusionOk="0" h="945" w="232">
                  <a:moveTo>
                    <a:pt x="231" y="944"/>
                  </a:moveTo>
                  <a:lnTo>
                    <a:pt x="0" y="944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31" y="944"/>
                  </a:lnTo>
                </a:path>
              </a:pathLst>
            </a:custGeom>
            <a:solidFill>
              <a:srgbClr val="D7D6D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"/>
            <p:cNvSpPr/>
            <p:nvPr/>
          </p:nvSpPr>
          <p:spPr>
            <a:xfrm>
              <a:off x="1950793" y="2819400"/>
              <a:ext cx="17268" cy="111919"/>
            </a:xfrm>
            <a:custGeom>
              <a:rect b="b" l="l" r="r" t="t"/>
              <a:pathLst>
                <a:path extrusionOk="0" h="834" w="131">
                  <a:moveTo>
                    <a:pt x="0" y="66"/>
                  </a:moveTo>
                  <a:lnTo>
                    <a:pt x="0" y="66"/>
                  </a:lnTo>
                  <a:cubicBezTo>
                    <a:pt x="10" y="214"/>
                    <a:pt x="10" y="214"/>
                    <a:pt x="10" y="214"/>
                  </a:cubicBezTo>
                  <a:cubicBezTo>
                    <a:pt x="10" y="371"/>
                    <a:pt x="10" y="371"/>
                    <a:pt x="10" y="371"/>
                  </a:cubicBezTo>
                  <a:cubicBezTo>
                    <a:pt x="19" y="371"/>
                    <a:pt x="19" y="371"/>
                    <a:pt x="19" y="371"/>
                  </a:cubicBezTo>
                  <a:cubicBezTo>
                    <a:pt x="19" y="704"/>
                    <a:pt x="19" y="704"/>
                    <a:pt x="19" y="704"/>
                  </a:cubicBezTo>
                  <a:cubicBezTo>
                    <a:pt x="19" y="713"/>
                    <a:pt x="19" y="732"/>
                    <a:pt x="28" y="741"/>
                  </a:cubicBezTo>
                  <a:cubicBezTo>
                    <a:pt x="37" y="833"/>
                    <a:pt x="37" y="833"/>
                    <a:pt x="37" y="833"/>
                  </a:cubicBezTo>
                  <a:cubicBezTo>
                    <a:pt x="94" y="833"/>
                    <a:pt x="94" y="833"/>
                    <a:pt x="94" y="833"/>
                  </a:cubicBezTo>
                  <a:cubicBezTo>
                    <a:pt x="103" y="732"/>
                    <a:pt x="103" y="732"/>
                    <a:pt x="103" y="732"/>
                  </a:cubicBezTo>
                  <a:cubicBezTo>
                    <a:pt x="103" y="723"/>
                    <a:pt x="103" y="713"/>
                    <a:pt x="103" y="704"/>
                  </a:cubicBezTo>
                  <a:cubicBezTo>
                    <a:pt x="121" y="371"/>
                    <a:pt x="121" y="371"/>
                    <a:pt x="121" y="371"/>
                  </a:cubicBezTo>
                  <a:cubicBezTo>
                    <a:pt x="130" y="214"/>
                    <a:pt x="130" y="214"/>
                    <a:pt x="130" y="214"/>
                  </a:cubicBezTo>
                  <a:cubicBezTo>
                    <a:pt x="121" y="214"/>
                    <a:pt x="121" y="214"/>
                    <a:pt x="121" y="214"/>
                  </a:cubicBezTo>
                  <a:cubicBezTo>
                    <a:pt x="130" y="66"/>
                    <a:pt x="130" y="66"/>
                    <a:pt x="130" y="66"/>
                  </a:cubicBezTo>
                  <a:cubicBezTo>
                    <a:pt x="130" y="28"/>
                    <a:pt x="103" y="0"/>
                    <a:pt x="65" y="0"/>
                  </a:cubicBezTo>
                  <a:cubicBezTo>
                    <a:pt x="28" y="0"/>
                    <a:pt x="0" y="28"/>
                    <a:pt x="0" y="66"/>
                  </a:cubicBez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"/>
            <p:cNvSpPr/>
            <p:nvPr/>
          </p:nvSpPr>
          <p:spPr>
            <a:xfrm>
              <a:off x="1906136" y="2848571"/>
              <a:ext cx="47039" cy="39291"/>
            </a:xfrm>
            <a:custGeom>
              <a:rect b="b" l="l" r="r" t="t"/>
              <a:pathLst>
                <a:path extrusionOk="0" h="296" w="352">
                  <a:moveTo>
                    <a:pt x="230" y="55"/>
                  </a:moveTo>
                  <a:lnTo>
                    <a:pt x="139" y="101"/>
                  </a:lnTo>
                  <a:lnTo>
                    <a:pt x="102" y="119"/>
                  </a:lnTo>
                  <a:lnTo>
                    <a:pt x="0" y="176"/>
                  </a:lnTo>
                  <a:lnTo>
                    <a:pt x="0" y="295"/>
                  </a:lnTo>
                  <a:lnTo>
                    <a:pt x="332" y="157"/>
                  </a:lnTo>
                  <a:lnTo>
                    <a:pt x="351" y="157"/>
                  </a:lnTo>
                  <a:lnTo>
                    <a:pt x="342" y="0"/>
                  </a:lnTo>
                  <a:lnTo>
                    <a:pt x="332" y="0"/>
                  </a:lnTo>
                  <a:lnTo>
                    <a:pt x="267" y="37"/>
                  </a:lnTo>
                  <a:lnTo>
                    <a:pt x="230" y="55"/>
                  </a:ln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1967465" y="2848571"/>
              <a:ext cx="48230" cy="39291"/>
            </a:xfrm>
            <a:custGeom>
              <a:rect b="b" l="l" r="r" t="t"/>
              <a:pathLst>
                <a:path extrusionOk="0" h="296" w="361">
                  <a:moveTo>
                    <a:pt x="0" y="0"/>
                  </a:moveTo>
                  <a:lnTo>
                    <a:pt x="0" y="157"/>
                  </a:lnTo>
                  <a:lnTo>
                    <a:pt x="9" y="157"/>
                  </a:lnTo>
                  <a:lnTo>
                    <a:pt x="360" y="295"/>
                  </a:lnTo>
                  <a:lnTo>
                    <a:pt x="360" y="185"/>
                  </a:lnTo>
                  <a:lnTo>
                    <a:pt x="278" y="138"/>
                  </a:lnTo>
                  <a:lnTo>
                    <a:pt x="240" y="119"/>
                  </a:lnTo>
                  <a:lnTo>
                    <a:pt x="139" y="64"/>
                  </a:lnTo>
                  <a:lnTo>
                    <a:pt x="101" y="4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"/>
            <p:cNvSpPr/>
            <p:nvPr/>
          </p:nvSpPr>
          <p:spPr>
            <a:xfrm>
              <a:off x="1938290" y="2919413"/>
              <a:ext cx="17268" cy="14288"/>
            </a:xfrm>
            <a:custGeom>
              <a:rect b="b" l="l" r="r" t="t"/>
              <a:pathLst>
                <a:path extrusionOk="0" h="112" w="131">
                  <a:moveTo>
                    <a:pt x="9" y="55"/>
                  </a:moveTo>
                  <a:lnTo>
                    <a:pt x="0" y="111"/>
                  </a:lnTo>
                  <a:lnTo>
                    <a:pt x="130" y="92"/>
                  </a:lnTo>
                  <a:lnTo>
                    <a:pt x="121" y="0"/>
                  </a:lnTo>
                  <a:lnTo>
                    <a:pt x="9" y="55"/>
                  </a:ln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"/>
            <p:cNvSpPr/>
            <p:nvPr/>
          </p:nvSpPr>
          <p:spPr>
            <a:xfrm>
              <a:off x="1963893" y="2918223"/>
              <a:ext cx="17863" cy="15478"/>
            </a:xfrm>
            <a:custGeom>
              <a:rect b="b" l="l" r="r" t="t"/>
              <a:pathLst>
                <a:path extrusionOk="0" h="121" w="138">
                  <a:moveTo>
                    <a:pt x="0" y="101"/>
                  </a:moveTo>
                  <a:lnTo>
                    <a:pt x="137" y="120"/>
                  </a:lnTo>
                  <a:lnTo>
                    <a:pt x="128" y="64"/>
                  </a:lnTo>
                  <a:lnTo>
                    <a:pt x="9" y="0"/>
                  </a:lnTo>
                  <a:lnTo>
                    <a:pt x="0" y="101"/>
                  </a:ln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1999619" y="2853334"/>
              <a:ext cx="4763" cy="13097"/>
            </a:xfrm>
            <a:custGeom>
              <a:rect b="b" l="l" r="r" t="t"/>
              <a:pathLst>
                <a:path extrusionOk="0" h="102" w="39">
                  <a:moveTo>
                    <a:pt x="38" y="18"/>
                  </a:moveTo>
                  <a:lnTo>
                    <a:pt x="38" y="18"/>
                  </a:lnTo>
                  <a:cubicBezTo>
                    <a:pt x="38" y="9"/>
                    <a:pt x="29" y="0"/>
                    <a:pt x="18" y="0"/>
                  </a:cubicBezTo>
                  <a:cubicBezTo>
                    <a:pt x="9" y="0"/>
                    <a:pt x="0" y="9"/>
                    <a:pt x="0" y="18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38" y="101"/>
                    <a:pt x="38" y="101"/>
                    <a:pt x="38" y="101"/>
                  </a:cubicBezTo>
                  <a:lnTo>
                    <a:pt x="38" y="18"/>
                  </a:ln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"/>
            <p:cNvSpPr/>
            <p:nvPr/>
          </p:nvSpPr>
          <p:spPr>
            <a:xfrm>
              <a:off x="1981161" y="2842022"/>
              <a:ext cx="4763" cy="14288"/>
            </a:xfrm>
            <a:custGeom>
              <a:rect b="b" l="l" r="r" t="t"/>
              <a:pathLst>
                <a:path extrusionOk="0" h="112" w="39">
                  <a:moveTo>
                    <a:pt x="0" y="18"/>
                  </a:moveTo>
                  <a:lnTo>
                    <a:pt x="0" y="18"/>
                  </a:lnTo>
                  <a:cubicBezTo>
                    <a:pt x="0" y="93"/>
                    <a:pt x="0" y="93"/>
                    <a:pt x="0" y="93"/>
                  </a:cubicBezTo>
                  <a:cubicBezTo>
                    <a:pt x="38" y="111"/>
                    <a:pt x="38" y="111"/>
                    <a:pt x="38" y="111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9"/>
                    <a:pt x="29" y="0"/>
                    <a:pt x="20" y="0"/>
                  </a:cubicBezTo>
                  <a:cubicBezTo>
                    <a:pt x="9" y="0"/>
                    <a:pt x="0" y="9"/>
                    <a:pt x="0" y="18"/>
                  </a:cubicBez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"/>
            <p:cNvSpPr/>
            <p:nvPr/>
          </p:nvSpPr>
          <p:spPr>
            <a:xfrm>
              <a:off x="1937099" y="2842022"/>
              <a:ext cx="4763" cy="13097"/>
            </a:xfrm>
            <a:custGeom>
              <a:rect b="b" l="l" r="r" t="t"/>
              <a:pathLst>
                <a:path extrusionOk="0" h="103" w="38">
                  <a:moveTo>
                    <a:pt x="0" y="18"/>
                  </a:moveTo>
                  <a:lnTo>
                    <a:pt x="0" y="18"/>
                  </a:lnTo>
                  <a:cubicBezTo>
                    <a:pt x="0" y="102"/>
                    <a:pt x="0" y="102"/>
                    <a:pt x="0" y="102"/>
                  </a:cubicBezTo>
                  <a:cubicBezTo>
                    <a:pt x="37" y="84"/>
                    <a:pt x="37" y="84"/>
                    <a:pt x="37" y="84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9"/>
                    <a:pt x="28" y="0"/>
                    <a:pt x="18" y="0"/>
                  </a:cubicBezTo>
                  <a:cubicBezTo>
                    <a:pt x="9" y="0"/>
                    <a:pt x="0" y="9"/>
                    <a:pt x="0" y="18"/>
                  </a:cubicBez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"/>
            <p:cNvSpPr/>
            <p:nvPr/>
          </p:nvSpPr>
          <p:spPr>
            <a:xfrm>
              <a:off x="1919831" y="2850952"/>
              <a:ext cx="4763" cy="13097"/>
            </a:xfrm>
            <a:custGeom>
              <a:rect b="b" l="l" r="r" t="t"/>
              <a:pathLst>
                <a:path extrusionOk="0" h="102" w="38">
                  <a:moveTo>
                    <a:pt x="37" y="19"/>
                  </a:moveTo>
                  <a:lnTo>
                    <a:pt x="37" y="19"/>
                  </a:lnTo>
                  <a:cubicBezTo>
                    <a:pt x="37" y="10"/>
                    <a:pt x="37" y="0"/>
                    <a:pt x="18" y="0"/>
                  </a:cubicBezTo>
                  <a:cubicBezTo>
                    <a:pt x="9" y="0"/>
                    <a:pt x="0" y="10"/>
                    <a:pt x="0" y="19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37" y="83"/>
                    <a:pt x="37" y="83"/>
                    <a:pt x="37" y="83"/>
                  </a:cubicBezTo>
                  <a:lnTo>
                    <a:pt x="37" y="19"/>
                  </a:lnTo>
                </a:path>
              </a:pathLst>
            </a:custGeom>
            <a:solidFill>
              <a:srgbClr val="85B0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8" name="Google Shape;648;p1"/>
          <p:cNvGrpSpPr/>
          <p:nvPr/>
        </p:nvGrpSpPr>
        <p:grpSpPr>
          <a:xfrm>
            <a:off x="2635250" y="2514600"/>
            <a:ext cx="674688" cy="674688"/>
            <a:chOff x="2635537" y="2515196"/>
            <a:chExt cx="674025" cy="673894"/>
          </a:xfrm>
        </p:grpSpPr>
        <p:sp>
          <p:nvSpPr>
            <p:cNvPr id="649" name="Google Shape;649;p1"/>
            <p:cNvSpPr/>
            <p:nvPr/>
          </p:nvSpPr>
          <p:spPr>
            <a:xfrm>
              <a:off x="2635537" y="2515196"/>
              <a:ext cx="674025" cy="673894"/>
            </a:xfrm>
            <a:custGeom>
              <a:rect b="b" l="l" r="r" t="t"/>
              <a:pathLst>
                <a:path extrusionOk="0" h="4997" w="4998">
                  <a:moveTo>
                    <a:pt x="4997" y="2498"/>
                  </a:moveTo>
                  <a:lnTo>
                    <a:pt x="4997" y="2498"/>
                  </a:lnTo>
                  <a:cubicBezTo>
                    <a:pt x="4997" y="3876"/>
                    <a:pt x="3876" y="4996"/>
                    <a:pt x="2499" y="4996"/>
                  </a:cubicBezTo>
                  <a:cubicBezTo>
                    <a:pt x="1120" y="4996"/>
                    <a:pt x="0" y="3876"/>
                    <a:pt x="0" y="2498"/>
                  </a:cubicBezTo>
                  <a:cubicBezTo>
                    <a:pt x="0" y="1119"/>
                    <a:pt x="1120" y="0"/>
                    <a:pt x="2499" y="0"/>
                  </a:cubicBezTo>
                  <a:cubicBezTo>
                    <a:pt x="3876" y="0"/>
                    <a:pt x="4997" y="1119"/>
                    <a:pt x="4997" y="2498"/>
                  </a:cubicBezTo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"/>
            <p:cNvSpPr/>
            <p:nvPr/>
          </p:nvSpPr>
          <p:spPr>
            <a:xfrm>
              <a:off x="2689125" y="2743200"/>
              <a:ext cx="566848" cy="217289"/>
            </a:xfrm>
            <a:custGeom>
              <a:rect b="b" l="l" r="r" t="t"/>
              <a:pathLst>
                <a:path extrusionOk="0" h="1612" w="4201">
                  <a:moveTo>
                    <a:pt x="4191" y="1509"/>
                  </a:moveTo>
                  <a:lnTo>
                    <a:pt x="4191" y="1509"/>
                  </a:lnTo>
                  <a:cubicBezTo>
                    <a:pt x="4191" y="84"/>
                    <a:pt x="4191" y="84"/>
                    <a:pt x="4191" y="84"/>
                  </a:cubicBezTo>
                  <a:cubicBezTo>
                    <a:pt x="4191" y="39"/>
                    <a:pt x="4154" y="0"/>
                    <a:pt x="4098" y="0"/>
                  </a:cubicBezTo>
                  <a:cubicBezTo>
                    <a:pt x="2110" y="0"/>
                    <a:pt x="2110" y="0"/>
                    <a:pt x="2110" y="0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37" y="11"/>
                    <a:pt x="0" y="48"/>
                    <a:pt x="0" y="103"/>
                  </a:cubicBezTo>
                  <a:cubicBezTo>
                    <a:pt x="9" y="1527"/>
                    <a:pt x="9" y="1527"/>
                    <a:pt x="9" y="1527"/>
                  </a:cubicBezTo>
                  <a:cubicBezTo>
                    <a:pt x="9" y="1575"/>
                    <a:pt x="46" y="1611"/>
                    <a:pt x="93" y="1611"/>
                  </a:cubicBezTo>
                  <a:cubicBezTo>
                    <a:pt x="1545" y="1611"/>
                    <a:pt x="1545" y="1611"/>
                    <a:pt x="1545" y="1611"/>
                  </a:cubicBezTo>
                  <a:cubicBezTo>
                    <a:pt x="1545" y="1602"/>
                    <a:pt x="1545" y="1602"/>
                    <a:pt x="1545" y="1602"/>
                  </a:cubicBezTo>
                  <a:cubicBezTo>
                    <a:pt x="1554" y="1602"/>
                    <a:pt x="1554" y="1602"/>
                    <a:pt x="1554" y="1602"/>
                  </a:cubicBezTo>
                  <a:cubicBezTo>
                    <a:pt x="1554" y="1611"/>
                    <a:pt x="1554" y="1611"/>
                    <a:pt x="1554" y="1611"/>
                  </a:cubicBezTo>
                  <a:cubicBezTo>
                    <a:pt x="2110" y="1611"/>
                    <a:pt x="2110" y="1611"/>
                    <a:pt x="2110" y="1611"/>
                  </a:cubicBezTo>
                  <a:cubicBezTo>
                    <a:pt x="4107" y="1602"/>
                    <a:pt x="4107" y="1602"/>
                    <a:pt x="4107" y="1602"/>
                  </a:cubicBezTo>
                  <a:cubicBezTo>
                    <a:pt x="4154" y="1602"/>
                    <a:pt x="4200" y="1565"/>
                    <a:pt x="4191" y="1509"/>
                  </a:cubicBezTo>
                  <a:close/>
                  <a:moveTo>
                    <a:pt x="1545" y="66"/>
                  </a:moveTo>
                  <a:lnTo>
                    <a:pt x="1545" y="66"/>
                  </a:lnTo>
                  <a:cubicBezTo>
                    <a:pt x="1545" y="29"/>
                    <a:pt x="1545" y="29"/>
                    <a:pt x="1545" y="29"/>
                  </a:cubicBezTo>
                  <a:cubicBezTo>
                    <a:pt x="1554" y="29"/>
                    <a:pt x="1554" y="29"/>
                    <a:pt x="1554" y="29"/>
                  </a:cubicBezTo>
                  <a:cubicBezTo>
                    <a:pt x="1554" y="66"/>
                    <a:pt x="1554" y="66"/>
                    <a:pt x="1554" y="66"/>
                  </a:cubicBezTo>
                  <a:lnTo>
                    <a:pt x="1545" y="66"/>
                  </a:lnTo>
                  <a:close/>
                  <a:moveTo>
                    <a:pt x="1545" y="139"/>
                  </a:moveTo>
                  <a:lnTo>
                    <a:pt x="1545" y="139"/>
                  </a:lnTo>
                  <a:cubicBezTo>
                    <a:pt x="1545" y="103"/>
                    <a:pt x="1545" y="103"/>
                    <a:pt x="1545" y="103"/>
                  </a:cubicBezTo>
                  <a:cubicBezTo>
                    <a:pt x="1554" y="103"/>
                    <a:pt x="1554" y="103"/>
                    <a:pt x="1554" y="103"/>
                  </a:cubicBezTo>
                  <a:cubicBezTo>
                    <a:pt x="1554" y="139"/>
                    <a:pt x="1554" y="139"/>
                    <a:pt x="1554" y="139"/>
                  </a:cubicBezTo>
                  <a:lnTo>
                    <a:pt x="1545" y="139"/>
                  </a:lnTo>
                  <a:close/>
                  <a:moveTo>
                    <a:pt x="1545" y="223"/>
                  </a:moveTo>
                  <a:lnTo>
                    <a:pt x="1545" y="223"/>
                  </a:lnTo>
                  <a:cubicBezTo>
                    <a:pt x="1545" y="187"/>
                    <a:pt x="1545" y="187"/>
                    <a:pt x="1545" y="187"/>
                  </a:cubicBezTo>
                  <a:cubicBezTo>
                    <a:pt x="1554" y="187"/>
                    <a:pt x="1554" y="187"/>
                    <a:pt x="1554" y="187"/>
                  </a:cubicBezTo>
                  <a:cubicBezTo>
                    <a:pt x="1554" y="223"/>
                    <a:pt x="1554" y="223"/>
                    <a:pt x="1554" y="223"/>
                  </a:cubicBezTo>
                  <a:lnTo>
                    <a:pt x="1545" y="223"/>
                  </a:lnTo>
                  <a:close/>
                  <a:moveTo>
                    <a:pt x="1545" y="297"/>
                  </a:moveTo>
                  <a:lnTo>
                    <a:pt x="1545" y="297"/>
                  </a:lnTo>
                  <a:cubicBezTo>
                    <a:pt x="1545" y="260"/>
                    <a:pt x="1545" y="260"/>
                    <a:pt x="1545" y="260"/>
                  </a:cubicBezTo>
                  <a:cubicBezTo>
                    <a:pt x="1554" y="260"/>
                    <a:pt x="1554" y="260"/>
                    <a:pt x="1554" y="260"/>
                  </a:cubicBezTo>
                  <a:cubicBezTo>
                    <a:pt x="1554" y="297"/>
                    <a:pt x="1554" y="297"/>
                    <a:pt x="1554" y="297"/>
                  </a:cubicBezTo>
                  <a:lnTo>
                    <a:pt x="1545" y="297"/>
                  </a:lnTo>
                  <a:close/>
                  <a:moveTo>
                    <a:pt x="1545" y="381"/>
                  </a:moveTo>
                  <a:lnTo>
                    <a:pt x="1545" y="381"/>
                  </a:lnTo>
                  <a:cubicBezTo>
                    <a:pt x="1545" y="344"/>
                    <a:pt x="1545" y="344"/>
                    <a:pt x="1545" y="344"/>
                  </a:cubicBezTo>
                  <a:cubicBezTo>
                    <a:pt x="1554" y="344"/>
                    <a:pt x="1554" y="344"/>
                    <a:pt x="1554" y="344"/>
                  </a:cubicBezTo>
                  <a:cubicBezTo>
                    <a:pt x="1554" y="381"/>
                    <a:pt x="1554" y="381"/>
                    <a:pt x="1554" y="381"/>
                  </a:cubicBezTo>
                  <a:lnTo>
                    <a:pt x="1545" y="381"/>
                  </a:lnTo>
                  <a:close/>
                  <a:moveTo>
                    <a:pt x="1545" y="454"/>
                  </a:moveTo>
                  <a:lnTo>
                    <a:pt x="1545" y="454"/>
                  </a:lnTo>
                  <a:cubicBezTo>
                    <a:pt x="1545" y="417"/>
                    <a:pt x="1545" y="417"/>
                    <a:pt x="1545" y="417"/>
                  </a:cubicBezTo>
                  <a:cubicBezTo>
                    <a:pt x="1554" y="417"/>
                    <a:pt x="1554" y="417"/>
                    <a:pt x="1554" y="417"/>
                  </a:cubicBezTo>
                  <a:cubicBezTo>
                    <a:pt x="1554" y="454"/>
                    <a:pt x="1554" y="454"/>
                    <a:pt x="1554" y="454"/>
                  </a:cubicBezTo>
                  <a:lnTo>
                    <a:pt x="1545" y="454"/>
                  </a:lnTo>
                  <a:close/>
                  <a:moveTo>
                    <a:pt x="1545" y="538"/>
                  </a:moveTo>
                  <a:lnTo>
                    <a:pt x="1545" y="538"/>
                  </a:lnTo>
                  <a:cubicBezTo>
                    <a:pt x="1545" y="501"/>
                    <a:pt x="1545" y="501"/>
                    <a:pt x="1545" y="501"/>
                  </a:cubicBezTo>
                  <a:cubicBezTo>
                    <a:pt x="1554" y="501"/>
                    <a:pt x="1554" y="501"/>
                    <a:pt x="1554" y="501"/>
                  </a:cubicBezTo>
                  <a:cubicBezTo>
                    <a:pt x="1554" y="538"/>
                    <a:pt x="1554" y="538"/>
                    <a:pt x="1554" y="538"/>
                  </a:cubicBezTo>
                  <a:lnTo>
                    <a:pt x="1545" y="538"/>
                  </a:lnTo>
                  <a:close/>
                  <a:moveTo>
                    <a:pt x="1545" y="611"/>
                  </a:moveTo>
                  <a:lnTo>
                    <a:pt x="1545" y="611"/>
                  </a:lnTo>
                  <a:cubicBezTo>
                    <a:pt x="1545" y="575"/>
                    <a:pt x="1545" y="575"/>
                    <a:pt x="1545" y="575"/>
                  </a:cubicBezTo>
                  <a:cubicBezTo>
                    <a:pt x="1554" y="575"/>
                    <a:pt x="1554" y="575"/>
                    <a:pt x="1554" y="575"/>
                  </a:cubicBezTo>
                  <a:cubicBezTo>
                    <a:pt x="1554" y="611"/>
                    <a:pt x="1554" y="611"/>
                    <a:pt x="1554" y="611"/>
                  </a:cubicBezTo>
                  <a:lnTo>
                    <a:pt x="1545" y="611"/>
                  </a:lnTo>
                  <a:close/>
                  <a:moveTo>
                    <a:pt x="1545" y="695"/>
                  </a:moveTo>
                  <a:lnTo>
                    <a:pt x="1545" y="695"/>
                  </a:lnTo>
                  <a:cubicBezTo>
                    <a:pt x="1545" y="659"/>
                    <a:pt x="1545" y="659"/>
                    <a:pt x="1545" y="659"/>
                  </a:cubicBezTo>
                  <a:cubicBezTo>
                    <a:pt x="1554" y="659"/>
                    <a:pt x="1554" y="659"/>
                    <a:pt x="1554" y="659"/>
                  </a:cubicBezTo>
                  <a:cubicBezTo>
                    <a:pt x="1554" y="695"/>
                    <a:pt x="1554" y="695"/>
                    <a:pt x="1554" y="695"/>
                  </a:cubicBezTo>
                  <a:lnTo>
                    <a:pt x="1545" y="695"/>
                  </a:lnTo>
                  <a:close/>
                  <a:moveTo>
                    <a:pt x="1545" y="768"/>
                  </a:moveTo>
                  <a:lnTo>
                    <a:pt x="1545" y="768"/>
                  </a:lnTo>
                  <a:cubicBezTo>
                    <a:pt x="1545" y="732"/>
                    <a:pt x="1545" y="732"/>
                    <a:pt x="1545" y="732"/>
                  </a:cubicBezTo>
                  <a:cubicBezTo>
                    <a:pt x="1554" y="732"/>
                    <a:pt x="1554" y="732"/>
                    <a:pt x="1554" y="732"/>
                  </a:cubicBezTo>
                  <a:cubicBezTo>
                    <a:pt x="1554" y="768"/>
                    <a:pt x="1554" y="768"/>
                    <a:pt x="1554" y="768"/>
                  </a:cubicBezTo>
                  <a:lnTo>
                    <a:pt x="1545" y="768"/>
                  </a:lnTo>
                  <a:close/>
                  <a:moveTo>
                    <a:pt x="1545" y="852"/>
                  </a:moveTo>
                  <a:lnTo>
                    <a:pt x="1545" y="852"/>
                  </a:lnTo>
                  <a:cubicBezTo>
                    <a:pt x="1545" y="816"/>
                    <a:pt x="1545" y="816"/>
                    <a:pt x="1545" y="816"/>
                  </a:cubicBezTo>
                  <a:cubicBezTo>
                    <a:pt x="1554" y="816"/>
                    <a:pt x="1554" y="816"/>
                    <a:pt x="1554" y="816"/>
                  </a:cubicBezTo>
                  <a:cubicBezTo>
                    <a:pt x="1554" y="852"/>
                    <a:pt x="1554" y="852"/>
                    <a:pt x="1554" y="852"/>
                  </a:cubicBezTo>
                  <a:lnTo>
                    <a:pt x="1545" y="852"/>
                  </a:lnTo>
                  <a:close/>
                  <a:moveTo>
                    <a:pt x="1545" y="926"/>
                  </a:moveTo>
                  <a:lnTo>
                    <a:pt x="1545" y="926"/>
                  </a:lnTo>
                  <a:cubicBezTo>
                    <a:pt x="1545" y="889"/>
                    <a:pt x="1545" y="889"/>
                    <a:pt x="1545" y="889"/>
                  </a:cubicBezTo>
                  <a:cubicBezTo>
                    <a:pt x="1554" y="889"/>
                    <a:pt x="1554" y="889"/>
                    <a:pt x="1554" y="889"/>
                  </a:cubicBezTo>
                  <a:cubicBezTo>
                    <a:pt x="1554" y="926"/>
                    <a:pt x="1554" y="926"/>
                    <a:pt x="1554" y="926"/>
                  </a:cubicBezTo>
                  <a:lnTo>
                    <a:pt x="1545" y="926"/>
                  </a:lnTo>
                  <a:close/>
                  <a:moveTo>
                    <a:pt x="1545" y="1010"/>
                  </a:moveTo>
                  <a:lnTo>
                    <a:pt x="1545" y="1010"/>
                  </a:lnTo>
                  <a:cubicBezTo>
                    <a:pt x="1545" y="973"/>
                    <a:pt x="1545" y="973"/>
                    <a:pt x="1545" y="973"/>
                  </a:cubicBezTo>
                  <a:cubicBezTo>
                    <a:pt x="1554" y="973"/>
                    <a:pt x="1554" y="973"/>
                    <a:pt x="1554" y="973"/>
                  </a:cubicBezTo>
                  <a:cubicBezTo>
                    <a:pt x="1554" y="1010"/>
                    <a:pt x="1554" y="1010"/>
                    <a:pt x="1554" y="1010"/>
                  </a:cubicBezTo>
                  <a:lnTo>
                    <a:pt x="1545" y="1010"/>
                  </a:lnTo>
                  <a:close/>
                  <a:moveTo>
                    <a:pt x="1545" y="1092"/>
                  </a:moveTo>
                  <a:lnTo>
                    <a:pt x="1545" y="1092"/>
                  </a:lnTo>
                  <a:cubicBezTo>
                    <a:pt x="1545" y="1046"/>
                    <a:pt x="1545" y="1046"/>
                    <a:pt x="1545" y="1046"/>
                  </a:cubicBezTo>
                  <a:cubicBezTo>
                    <a:pt x="1554" y="1046"/>
                    <a:pt x="1554" y="1046"/>
                    <a:pt x="1554" y="1046"/>
                  </a:cubicBezTo>
                  <a:cubicBezTo>
                    <a:pt x="1554" y="1092"/>
                    <a:pt x="1554" y="1092"/>
                    <a:pt x="1554" y="1092"/>
                  </a:cubicBezTo>
                  <a:lnTo>
                    <a:pt x="1545" y="1092"/>
                  </a:lnTo>
                  <a:close/>
                  <a:moveTo>
                    <a:pt x="1545" y="1167"/>
                  </a:moveTo>
                  <a:lnTo>
                    <a:pt x="1545" y="1167"/>
                  </a:lnTo>
                  <a:cubicBezTo>
                    <a:pt x="1545" y="1130"/>
                    <a:pt x="1545" y="1130"/>
                    <a:pt x="1545" y="1130"/>
                  </a:cubicBezTo>
                  <a:cubicBezTo>
                    <a:pt x="1554" y="1130"/>
                    <a:pt x="1554" y="1130"/>
                    <a:pt x="1554" y="1130"/>
                  </a:cubicBezTo>
                  <a:cubicBezTo>
                    <a:pt x="1554" y="1167"/>
                    <a:pt x="1554" y="1167"/>
                    <a:pt x="1554" y="1167"/>
                  </a:cubicBezTo>
                  <a:lnTo>
                    <a:pt x="1545" y="1167"/>
                  </a:lnTo>
                  <a:close/>
                  <a:moveTo>
                    <a:pt x="1545" y="1249"/>
                  </a:moveTo>
                  <a:lnTo>
                    <a:pt x="1545" y="1249"/>
                  </a:lnTo>
                  <a:cubicBezTo>
                    <a:pt x="1545" y="1204"/>
                    <a:pt x="1545" y="1204"/>
                    <a:pt x="1545" y="1204"/>
                  </a:cubicBezTo>
                  <a:cubicBezTo>
                    <a:pt x="1554" y="1204"/>
                    <a:pt x="1554" y="1204"/>
                    <a:pt x="1554" y="1204"/>
                  </a:cubicBezTo>
                  <a:cubicBezTo>
                    <a:pt x="1554" y="1249"/>
                    <a:pt x="1554" y="1249"/>
                    <a:pt x="1554" y="1249"/>
                  </a:cubicBezTo>
                  <a:lnTo>
                    <a:pt x="1545" y="1249"/>
                  </a:lnTo>
                  <a:close/>
                  <a:moveTo>
                    <a:pt x="1545" y="1324"/>
                  </a:moveTo>
                  <a:lnTo>
                    <a:pt x="1545" y="1324"/>
                  </a:lnTo>
                  <a:cubicBezTo>
                    <a:pt x="1545" y="1288"/>
                    <a:pt x="1545" y="1288"/>
                    <a:pt x="1545" y="1288"/>
                  </a:cubicBezTo>
                  <a:cubicBezTo>
                    <a:pt x="1554" y="1288"/>
                    <a:pt x="1554" y="1288"/>
                    <a:pt x="1554" y="1288"/>
                  </a:cubicBezTo>
                  <a:cubicBezTo>
                    <a:pt x="1554" y="1324"/>
                    <a:pt x="1554" y="1324"/>
                    <a:pt x="1554" y="1324"/>
                  </a:cubicBezTo>
                  <a:lnTo>
                    <a:pt x="1545" y="1324"/>
                  </a:lnTo>
                  <a:close/>
                  <a:moveTo>
                    <a:pt x="1545" y="1408"/>
                  </a:moveTo>
                  <a:lnTo>
                    <a:pt x="1545" y="1408"/>
                  </a:lnTo>
                  <a:cubicBezTo>
                    <a:pt x="1545" y="1361"/>
                    <a:pt x="1545" y="1361"/>
                    <a:pt x="1545" y="1361"/>
                  </a:cubicBezTo>
                  <a:cubicBezTo>
                    <a:pt x="1554" y="1361"/>
                    <a:pt x="1554" y="1361"/>
                    <a:pt x="1554" y="1361"/>
                  </a:cubicBezTo>
                  <a:cubicBezTo>
                    <a:pt x="1554" y="1408"/>
                    <a:pt x="1554" y="1408"/>
                    <a:pt x="1554" y="1408"/>
                  </a:cubicBezTo>
                  <a:lnTo>
                    <a:pt x="1545" y="1408"/>
                  </a:lnTo>
                  <a:close/>
                  <a:moveTo>
                    <a:pt x="1545" y="1481"/>
                  </a:moveTo>
                  <a:lnTo>
                    <a:pt x="1545" y="1481"/>
                  </a:lnTo>
                  <a:cubicBezTo>
                    <a:pt x="1545" y="1445"/>
                    <a:pt x="1545" y="1445"/>
                    <a:pt x="1545" y="1445"/>
                  </a:cubicBezTo>
                  <a:cubicBezTo>
                    <a:pt x="1554" y="1445"/>
                    <a:pt x="1554" y="1445"/>
                    <a:pt x="1554" y="1445"/>
                  </a:cubicBezTo>
                  <a:cubicBezTo>
                    <a:pt x="1554" y="1481"/>
                    <a:pt x="1554" y="1481"/>
                    <a:pt x="1554" y="1481"/>
                  </a:cubicBezTo>
                  <a:lnTo>
                    <a:pt x="1545" y="1481"/>
                  </a:lnTo>
                  <a:close/>
                  <a:moveTo>
                    <a:pt x="1545" y="1565"/>
                  </a:moveTo>
                  <a:lnTo>
                    <a:pt x="1545" y="1565"/>
                  </a:lnTo>
                  <a:cubicBezTo>
                    <a:pt x="1545" y="1518"/>
                    <a:pt x="1545" y="1518"/>
                    <a:pt x="1545" y="1518"/>
                  </a:cubicBezTo>
                  <a:cubicBezTo>
                    <a:pt x="1554" y="1518"/>
                    <a:pt x="1554" y="1518"/>
                    <a:pt x="1554" y="1518"/>
                  </a:cubicBezTo>
                  <a:cubicBezTo>
                    <a:pt x="1554" y="1565"/>
                    <a:pt x="1554" y="1565"/>
                    <a:pt x="1554" y="1565"/>
                  </a:cubicBezTo>
                  <a:lnTo>
                    <a:pt x="1545" y="1565"/>
                  </a:lnTo>
                  <a:close/>
                </a:path>
              </a:pathLst>
            </a:custGeom>
            <a:solidFill>
              <a:srgbClr val="2EB6C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"/>
            <p:cNvSpPr/>
            <p:nvPr/>
          </p:nvSpPr>
          <p:spPr>
            <a:xfrm>
              <a:off x="2714133" y="2767609"/>
              <a:ext cx="161957" cy="173236"/>
            </a:xfrm>
            <a:custGeom>
              <a:rect b="b" l="l" r="r" t="t"/>
              <a:pathLst>
                <a:path extrusionOk="0" h="1286" w="1204">
                  <a:moveTo>
                    <a:pt x="1203" y="1230"/>
                  </a:moveTo>
                  <a:lnTo>
                    <a:pt x="1203" y="1230"/>
                  </a:lnTo>
                  <a:cubicBezTo>
                    <a:pt x="1203" y="1258"/>
                    <a:pt x="1185" y="1276"/>
                    <a:pt x="1166" y="1276"/>
                  </a:cubicBezTo>
                  <a:cubicBezTo>
                    <a:pt x="47" y="1285"/>
                    <a:pt x="47" y="1285"/>
                    <a:pt x="47" y="1285"/>
                  </a:cubicBezTo>
                  <a:cubicBezTo>
                    <a:pt x="27" y="1285"/>
                    <a:pt x="9" y="1258"/>
                    <a:pt x="9" y="1239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27"/>
                    <a:pt x="18" y="9"/>
                    <a:pt x="47" y="9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185" y="0"/>
                    <a:pt x="1203" y="27"/>
                    <a:pt x="1203" y="45"/>
                  </a:cubicBezTo>
                  <a:lnTo>
                    <a:pt x="1203" y="12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"/>
            <p:cNvSpPr/>
            <p:nvPr/>
          </p:nvSpPr>
          <p:spPr>
            <a:xfrm>
              <a:off x="2708179" y="2761060"/>
              <a:ext cx="175651" cy="185738"/>
            </a:xfrm>
            <a:custGeom>
              <a:rect b="b" l="l" r="r" t="t"/>
              <a:pathLst>
                <a:path extrusionOk="0" h="1380" w="1305">
                  <a:moveTo>
                    <a:pt x="1212" y="1379"/>
                  </a:moveTo>
                  <a:lnTo>
                    <a:pt x="1212" y="1379"/>
                  </a:lnTo>
                  <a:cubicBezTo>
                    <a:pt x="93" y="1379"/>
                    <a:pt x="93" y="1379"/>
                    <a:pt x="93" y="1379"/>
                  </a:cubicBezTo>
                  <a:cubicBezTo>
                    <a:pt x="46" y="1379"/>
                    <a:pt x="0" y="1333"/>
                    <a:pt x="0" y="12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48"/>
                    <a:pt x="37" y="0"/>
                    <a:pt x="93" y="0"/>
                  </a:cubicBezTo>
                  <a:cubicBezTo>
                    <a:pt x="1203" y="0"/>
                    <a:pt x="1203" y="0"/>
                    <a:pt x="1203" y="0"/>
                  </a:cubicBezTo>
                  <a:cubicBezTo>
                    <a:pt x="1258" y="0"/>
                    <a:pt x="1304" y="48"/>
                    <a:pt x="1304" y="93"/>
                  </a:cubicBezTo>
                  <a:cubicBezTo>
                    <a:pt x="1304" y="1278"/>
                    <a:pt x="1304" y="1278"/>
                    <a:pt x="1304" y="1278"/>
                  </a:cubicBezTo>
                  <a:cubicBezTo>
                    <a:pt x="1304" y="1333"/>
                    <a:pt x="1258" y="1379"/>
                    <a:pt x="1212" y="1379"/>
                  </a:cubicBezTo>
                  <a:close/>
                  <a:moveTo>
                    <a:pt x="102" y="1278"/>
                  </a:moveTo>
                  <a:lnTo>
                    <a:pt x="102" y="1278"/>
                  </a:lnTo>
                  <a:cubicBezTo>
                    <a:pt x="1203" y="1278"/>
                    <a:pt x="1203" y="1278"/>
                    <a:pt x="1203" y="1278"/>
                  </a:cubicBezTo>
                  <a:cubicBezTo>
                    <a:pt x="1194" y="103"/>
                    <a:pt x="1194" y="103"/>
                    <a:pt x="1194" y="103"/>
                  </a:cubicBezTo>
                  <a:cubicBezTo>
                    <a:pt x="102" y="103"/>
                    <a:pt x="102" y="103"/>
                    <a:pt x="102" y="103"/>
                  </a:cubicBezTo>
                  <a:lnTo>
                    <a:pt x="102" y="1278"/>
                  </a:lnTo>
                  <a:close/>
                </a:path>
              </a:pathLst>
            </a:custGeom>
            <a:solidFill>
              <a:srgbClr val="26889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"/>
            <p:cNvSpPr/>
            <p:nvPr/>
          </p:nvSpPr>
          <p:spPr>
            <a:xfrm>
              <a:off x="2996962" y="2769990"/>
              <a:ext cx="20840" cy="20836"/>
            </a:xfrm>
            <a:custGeom>
              <a:rect b="b" l="l" r="r" t="t"/>
              <a:pathLst>
                <a:path extrusionOk="0" h="158" w="159">
                  <a:moveTo>
                    <a:pt x="120" y="157"/>
                  </a:moveTo>
                  <a:lnTo>
                    <a:pt x="37" y="157"/>
                  </a:lnTo>
                  <a:lnTo>
                    <a:pt x="37" y="121"/>
                  </a:lnTo>
                  <a:lnTo>
                    <a:pt x="46" y="121"/>
                  </a:lnTo>
                  <a:lnTo>
                    <a:pt x="46" y="37"/>
                  </a:lnTo>
                  <a:lnTo>
                    <a:pt x="28" y="37"/>
                  </a:lnTo>
                  <a:lnTo>
                    <a:pt x="28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158" y="64"/>
                  </a:lnTo>
                  <a:lnTo>
                    <a:pt x="130" y="64"/>
                  </a:lnTo>
                  <a:lnTo>
                    <a:pt x="130" y="37"/>
                  </a:lnTo>
                  <a:lnTo>
                    <a:pt x="110" y="37"/>
                  </a:lnTo>
                  <a:lnTo>
                    <a:pt x="110" y="121"/>
                  </a:lnTo>
                  <a:lnTo>
                    <a:pt x="120" y="121"/>
                  </a:lnTo>
                  <a:lnTo>
                    <a:pt x="120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"/>
            <p:cNvSpPr/>
            <p:nvPr/>
          </p:nvSpPr>
          <p:spPr>
            <a:xfrm>
              <a:off x="3020779" y="2769990"/>
              <a:ext cx="11909" cy="20836"/>
            </a:xfrm>
            <a:custGeom>
              <a:rect b="b" l="l" r="r" t="t"/>
              <a:pathLst>
                <a:path extrusionOk="0" h="158" w="93">
                  <a:moveTo>
                    <a:pt x="92" y="157"/>
                  </a:moveTo>
                  <a:lnTo>
                    <a:pt x="0" y="157"/>
                  </a:lnTo>
                  <a:lnTo>
                    <a:pt x="0" y="121"/>
                  </a:lnTo>
                  <a:lnTo>
                    <a:pt x="9" y="121"/>
                  </a:lnTo>
                  <a:lnTo>
                    <a:pt x="9" y="37"/>
                  </a:lnTo>
                  <a:lnTo>
                    <a:pt x="0" y="37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37"/>
                  </a:lnTo>
                  <a:lnTo>
                    <a:pt x="73" y="37"/>
                  </a:lnTo>
                  <a:lnTo>
                    <a:pt x="73" y="121"/>
                  </a:lnTo>
                  <a:lnTo>
                    <a:pt x="83" y="121"/>
                  </a:lnTo>
                  <a:lnTo>
                    <a:pt x="92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"/>
            <p:cNvSpPr/>
            <p:nvPr/>
          </p:nvSpPr>
          <p:spPr>
            <a:xfrm>
              <a:off x="3035069" y="2768799"/>
              <a:ext cx="20840" cy="22027"/>
            </a:xfrm>
            <a:custGeom>
              <a:rect b="b" l="l" r="r" t="t"/>
              <a:pathLst>
                <a:path extrusionOk="0" h="167" w="158">
                  <a:moveTo>
                    <a:pt x="121" y="91"/>
                  </a:moveTo>
                  <a:lnTo>
                    <a:pt x="121" y="91"/>
                  </a:lnTo>
                  <a:cubicBezTo>
                    <a:pt x="157" y="110"/>
                    <a:pt x="157" y="110"/>
                    <a:pt x="157" y="110"/>
                  </a:cubicBezTo>
                  <a:cubicBezTo>
                    <a:pt x="157" y="119"/>
                    <a:pt x="148" y="139"/>
                    <a:pt x="139" y="148"/>
                  </a:cubicBezTo>
                  <a:cubicBezTo>
                    <a:pt x="121" y="157"/>
                    <a:pt x="111" y="166"/>
                    <a:pt x="84" y="166"/>
                  </a:cubicBezTo>
                  <a:cubicBezTo>
                    <a:pt x="57" y="166"/>
                    <a:pt x="38" y="157"/>
                    <a:pt x="20" y="139"/>
                  </a:cubicBezTo>
                  <a:cubicBezTo>
                    <a:pt x="0" y="130"/>
                    <a:pt x="0" y="110"/>
                    <a:pt x="0" y="82"/>
                  </a:cubicBezTo>
                  <a:cubicBezTo>
                    <a:pt x="0" y="64"/>
                    <a:pt x="0" y="46"/>
                    <a:pt x="20" y="27"/>
                  </a:cubicBezTo>
                  <a:cubicBezTo>
                    <a:pt x="29" y="9"/>
                    <a:pt x="47" y="0"/>
                    <a:pt x="75" y="0"/>
                  </a:cubicBezTo>
                  <a:cubicBezTo>
                    <a:pt x="93" y="0"/>
                    <a:pt x="111" y="9"/>
                    <a:pt x="121" y="18"/>
                  </a:cubicBezTo>
                  <a:cubicBezTo>
                    <a:pt x="121" y="9"/>
                    <a:pt x="121" y="9"/>
                    <a:pt x="121" y="9"/>
                  </a:cubicBezTo>
                  <a:cubicBezTo>
                    <a:pt x="157" y="9"/>
                    <a:pt x="157" y="9"/>
                    <a:pt x="157" y="9"/>
                  </a:cubicBezTo>
                  <a:cubicBezTo>
                    <a:pt x="157" y="64"/>
                    <a:pt x="157" y="64"/>
                    <a:pt x="157" y="64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11" y="55"/>
                    <a:pt x="111" y="46"/>
                    <a:pt x="111" y="46"/>
                  </a:cubicBezTo>
                  <a:cubicBezTo>
                    <a:pt x="102" y="46"/>
                    <a:pt x="93" y="36"/>
                    <a:pt x="93" y="36"/>
                  </a:cubicBezTo>
                  <a:cubicBezTo>
                    <a:pt x="75" y="36"/>
                    <a:pt x="66" y="55"/>
                    <a:pt x="66" y="82"/>
                  </a:cubicBezTo>
                  <a:cubicBezTo>
                    <a:pt x="66" y="110"/>
                    <a:pt x="75" y="130"/>
                    <a:pt x="93" y="130"/>
                  </a:cubicBezTo>
                  <a:cubicBezTo>
                    <a:pt x="111" y="130"/>
                    <a:pt x="121" y="119"/>
                    <a:pt x="121" y="91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"/>
            <p:cNvSpPr/>
            <p:nvPr/>
          </p:nvSpPr>
          <p:spPr>
            <a:xfrm>
              <a:off x="3060672" y="2768799"/>
              <a:ext cx="23222" cy="22027"/>
            </a:xfrm>
            <a:custGeom>
              <a:rect b="b" l="l" r="r" t="t"/>
              <a:pathLst>
                <a:path extrusionOk="0" h="167" w="177">
                  <a:moveTo>
                    <a:pt x="83" y="166"/>
                  </a:moveTo>
                  <a:lnTo>
                    <a:pt x="0" y="166"/>
                  </a:lnTo>
                  <a:lnTo>
                    <a:pt x="0" y="119"/>
                  </a:lnTo>
                  <a:lnTo>
                    <a:pt x="9" y="119"/>
                  </a:lnTo>
                  <a:lnTo>
                    <a:pt x="9" y="46"/>
                  </a:lnTo>
                  <a:lnTo>
                    <a:pt x="0" y="46"/>
                  </a:lnTo>
                  <a:lnTo>
                    <a:pt x="0" y="9"/>
                  </a:lnTo>
                  <a:lnTo>
                    <a:pt x="83" y="9"/>
                  </a:lnTo>
                  <a:lnTo>
                    <a:pt x="83" y="46"/>
                  </a:lnTo>
                  <a:lnTo>
                    <a:pt x="64" y="46"/>
                  </a:lnTo>
                  <a:lnTo>
                    <a:pt x="74" y="119"/>
                  </a:lnTo>
                  <a:lnTo>
                    <a:pt x="83" y="119"/>
                  </a:lnTo>
                  <a:lnTo>
                    <a:pt x="83" y="166"/>
                  </a:lnTo>
                  <a:close/>
                  <a:moveTo>
                    <a:pt x="176" y="166"/>
                  </a:moveTo>
                  <a:lnTo>
                    <a:pt x="101" y="166"/>
                  </a:lnTo>
                  <a:lnTo>
                    <a:pt x="101" y="119"/>
                  </a:lnTo>
                  <a:lnTo>
                    <a:pt x="74" y="82"/>
                  </a:lnTo>
                  <a:lnTo>
                    <a:pt x="110" y="46"/>
                  </a:lnTo>
                  <a:lnTo>
                    <a:pt x="101" y="46"/>
                  </a:lnTo>
                  <a:lnTo>
                    <a:pt x="101" y="9"/>
                  </a:lnTo>
                  <a:lnTo>
                    <a:pt x="176" y="0"/>
                  </a:lnTo>
                  <a:lnTo>
                    <a:pt x="176" y="46"/>
                  </a:lnTo>
                  <a:lnTo>
                    <a:pt x="167" y="46"/>
                  </a:lnTo>
                  <a:lnTo>
                    <a:pt x="130" y="73"/>
                  </a:lnTo>
                  <a:lnTo>
                    <a:pt x="176" y="119"/>
                  </a:lnTo>
                  <a:lnTo>
                    <a:pt x="176" y="166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"/>
            <p:cNvSpPr/>
            <p:nvPr/>
          </p:nvSpPr>
          <p:spPr>
            <a:xfrm>
              <a:off x="3086872" y="2768799"/>
              <a:ext cx="19649" cy="20836"/>
            </a:xfrm>
            <a:custGeom>
              <a:rect b="b" l="l" r="r" t="t"/>
              <a:pathLst>
                <a:path extrusionOk="0" h="158" w="149">
                  <a:moveTo>
                    <a:pt x="148" y="157"/>
                  </a:moveTo>
                  <a:lnTo>
                    <a:pt x="0" y="157"/>
                  </a:lnTo>
                  <a:lnTo>
                    <a:pt x="0" y="119"/>
                  </a:lnTo>
                  <a:lnTo>
                    <a:pt x="9" y="119"/>
                  </a:lnTo>
                  <a:lnTo>
                    <a:pt x="9" y="46"/>
                  </a:lnTo>
                  <a:lnTo>
                    <a:pt x="0" y="46"/>
                  </a:lnTo>
                  <a:lnTo>
                    <a:pt x="0" y="0"/>
                  </a:lnTo>
                  <a:lnTo>
                    <a:pt x="148" y="0"/>
                  </a:lnTo>
                  <a:lnTo>
                    <a:pt x="148" y="55"/>
                  </a:lnTo>
                  <a:lnTo>
                    <a:pt x="112" y="55"/>
                  </a:lnTo>
                  <a:lnTo>
                    <a:pt x="112" y="46"/>
                  </a:lnTo>
                  <a:lnTo>
                    <a:pt x="73" y="46"/>
                  </a:lnTo>
                  <a:lnTo>
                    <a:pt x="73" y="64"/>
                  </a:lnTo>
                  <a:lnTo>
                    <a:pt x="102" y="64"/>
                  </a:lnTo>
                  <a:lnTo>
                    <a:pt x="102" y="101"/>
                  </a:lnTo>
                  <a:lnTo>
                    <a:pt x="73" y="101"/>
                  </a:lnTo>
                  <a:lnTo>
                    <a:pt x="73" y="119"/>
                  </a:lnTo>
                  <a:lnTo>
                    <a:pt x="112" y="119"/>
                  </a:lnTo>
                  <a:lnTo>
                    <a:pt x="112" y="110"/>
                  </a:lnTo>
                  <a:lnTo>
                    <a:pt x="148" y="110"/>
                  </a:lnTo>
                  <a:lnTo>
                    <a:pt x="148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"/>
            <p:cNvSpPr/>
            <p:nvPr/>
          </p:nvSpPr>
          <p:spPr>
            <a:xfrm>
              <a:off x="3110689" y="2768799"/>
              <a:ext cx="19649" cy="20836"/>
            </a:xfrm>
            <a:custGeom>
              <a:rect b="b" l="l" r="r" t="t"/>
              <a:pathLst>
                <a:path extrusionOk="0" h="158" w="149">
                  <a:moveTo>
                    <a:pt x="120" y="157"/>
                  </a:moveTo>
                  <a:lnTo>
                    <a:pt x="27" y="157"/>
                  </a:lnTo>
                  <a:lnTo>
                    <a:pt x="27" y="119"/>
                  </a:lnTo>
                  <a:lnTo>
                    <a:pt x="46" y="119"/>
                  </a:lnTo>
                  <a:lnTo>
                    <a:pt x="46" y="36"/>
                  </a:lnTo>
                  <a:lnTo>
                    <a:pt x="27" y="36"/>
                  </a:lnTo>
                  <a:lnTo>
                    <a:pt x="27" y="73"/>
                  </a:lnTo>
                  <a:lnTo>
                    <a:pt x="0" y="73"/>
                  </a:lnTo>
                  <a:lnTo>
                    <a:pt x="0" y="0"/>
                  </a:lnTo>
                  <a:lnTo>
                    <a:pt x="148" y="0"/>
                  </a:lnTo>
                  <a:lnTo>
                    <a:pt x="148" y="73"/>
                  </a:lnTo>
                  <a:lnTo>
                    <a:pt x="120" y="73"/>
                  </a:lnTo>
                  <a:lnTo>
                    <a:pt x="120" y="36"/>
                  </a:lnTo>
                  <a:lnTo>
                    <a:pt x="102" y="36"/>
                  </a:lnTo>
                  <a:lnTo>
                    <a:pt x="102" y="119"/>
                  </a:lnTo>
                  <a:lnTo>
                    <a:pt x="120" y="119"/>
                  </a:lnTo>
                  <a:lnTo>
                    <a:pt x="120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"/>
            <p:cNvSpPr/>
            <p:nvPr/>
          </p:nvSpPr>
          <p:spPr>
            <a:xfrm>
              <a:off x="2925511" y="2832497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"/>
            <p:cNvSpPr/>
            <p:nvPr/>
          </p:nvSpPr>
          <p:spPr>
            <a:xfrm>
              <a:off x="2994580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"/>
            <p:cNvSpPr/>
            <p:nvPr/>
          </p:nvSpPr>
          <p:spPr>
            <a:xfrm>
              <a:off x="3013039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"/>
            <p:cNvSpPr/>
            <p:nvPr/>
          </p:nvSpPr>
          <p:spPr>
            <a:xfrm>
              <a:off x="3018993" y="2830712"/>
              <a:ext cx="2977" cy="2381"/>
            </a:xfrm>
            <a:custGeom>
              <a:rect b="b" l="l" r="r" t="t"/>
              <a:pathLst>
                <a:path extrusionOk="0" h="20" w="28">
                  <a:moveTo>
                    <a:pt x="0" y="0"/>
                  </a:moveTo>
                  <a:lnTo>
                    <a:pt x="0" y="19"/>
                  </a:lnTo>
                  <a:lnTo>
                    <a:pt x="27" y="1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"/>
            <p:cNvSpPr/>
            <p:nvPr/>
          </p:nvSpPr>
          <p:spPr>
            <a:xfrm>
              <a:off x="3000535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"/>
            <p:cNvSpPr/>
            <p:nvPr/>
          </p:nvSpPr>
          <p:spPr>
            <a:xfrm>
              <a:off x="3006489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"/>
            <p:cNvSpPr/>
            <p:nvPr/>
          </p:nvSpPr>
          <p:spPr>
            <a:xfrm>
              <a:off x="3039237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"/>
            <p:cNvSpPr/>
            <p:nvPr/>
          </p:nvSpPr>
          <p:spPr>
            <a:xfrm>
              <a:off x="3045192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"/>
            <p:cNvSpPr/>
            <p:nvPr/>
          </p:nvSpPr>
          <p:spPr>
            <a:xfrm>
              <a:off x="3032688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"/>
            <p:cNvSpPr/>
            <p:nvPr/>
          </p:nvSpPr>
          <p:spPr>
            <a:xfrm>
              <a:off x="3025543" y="2830712"/>
              <a:ext cx="2977" cy="2381"/>
            </a:xfrm>
            <a:custGeom>
              <a:rect b="b" l="l" r="r" t="t"/>
              <a:pathLst>
                <a:path extrusionOk="0" h="20" w="28">
                  <a:moveTo>
                    <a:pt x="0" y="0"/>
                  </a:moveTo>
                  <a:lnTo>
                    <a:pt x="0" y="19"/>
                  </a:lnTo>
                  <a:lnTo>
                    <a:pt x="27" y="1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"/>
            <p:cNvSpPr/>
            <p:nvPr/>
          </p:nvSpPr>
          <p:spPr>
            <a:xfrm>
              <a:off x="2988030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"/>
            <p:cNvSpPr/>
            <p:nvPr/>
          </p:nvSpPr>
          <p:spPr>
            <a:xfrm>
              <a:off x="2942778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"/>
            <p:cNvSpPr/>
            <p:nvPr/>
          </p:nvSpPr>
          <p:spPr>
            <a:xfrm>
              <a:off x="2949328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"/>
            <p:cNvSpPr/>
            <p:nvPr/>
          </p:nvSpPr>
          <p:spPr>
            <a:xfrm>
              <a:off x="2930274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"/>
            <p:cNvSpPr/>
            <p:nvPr/>
          </p:nvSpPr>
          <p:spPr>
            <a:xfrm>
              <a:off x="3051741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"/>
            <p:cNvSpPr/>
            <p:nvPr/>
          </p:nvSpPr>
          <p:spPr>
            <a:xfrm>
              <a:off x="2955282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"/>
            <p:cNvSpPr/>
            <p:nvPr/>
          </p:nvSpPr>
          <p:spPr>
            <a:xfrm>
              <a:off x="2936824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"/>
            <p:cNvSpPr/>
            <p:nvPr/>
          </p:nvSpPr>
          <p:spPr>
            <a:xfrm>
              <a:off x="2975526" y="283249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"/>
            <p:cNvSpPr/>
            <p:nvPr/>
          </p:nvSpPr>
          <p:spPr>
            <a:xfrm>
              <a:off x="2981481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"/>
            <p:cNvSpPr/>
            <p:nvPr/>
          </p:nvSpPr>
          <p:spPr>
            <a:xfrm>
              <a:off x="2968977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"/>
            <p:cNvSpPr/>
            <p:nvPr/>
          </p:nvSpPr>
          <p:spPr>
            <a:xfrm>
              <a:off x="2961832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"/>
            <p:cNvSpPr/>
            <p:nvPr/>
          </p:nvSpPr>
          <p:spPr>
            <a:xfrm>
              <a:off x="3064246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"/>
            <p:cNvSpPr/>
            <p:nvPr/>
          </p:nvSpPr>
          <p:spPr>
            <a:xfrm>
              <a:off x="3146415" y="2830711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0" y="10"/>
                  </a:ln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"/>
            <p:cNvSpPr/>
            <p:nvPr/>
          </p:nvSpPr>
          <p:spPr>
            <a:xfrm>
              <a:off x="3140461" y="2830711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0" y="0"/>
                  </a:moveTo>
                  <a:lnTo>
                    <a:pt x="0" y="10"/>
                  </a:lnTo>
                  <a:lnTo>
                    <a:pt x="29" y="10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"/>
            <p:cNvSpPr/>
            <p:nvPr/>
          </p:nvSpPr>
          <p:spPr>
            <a:xfrm>
              <a:off x="3127956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"/>
            <p:cNvSpPr/>
            <p:nvPr/>
          </p:nvSpPr>
          <p:spPr>
            <a:xfrm>
              <a:off x="3152964" y="2830711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0" y="10"/>
                  </a:ln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"/>
            <p:cNvSpPr/>
            <p:nvPr/>
          </p:nvSpPr>
          <p:spPr>
            <a:xfrm>
              <a:off x="3133911" y="2830711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0" y="10"/>
                  </a:ln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"/>
            <p:cNvSpPr/>
            <p:nvPr/>
          </p:nvSpPr>
          <p:spPr>
            <a:xfrm>
              <a:off x="3179163" y="2830711"/>
              <a:ext cx="2382" cy="596"/>
            </a:xfrm>
            <a:custGeom>
              <a:rect b="b" l="l" r="r" t="t"/>
              <a:pathLst>
                <a:path extrusionOk="0" h="11" w="20">
                  <a:moveTo>
                    <a:pt x="19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9" y="10"/>
                  </a:lnTo>
                  <a:lnTo>
                    <a:pt x="19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"/>
            <p:cNvSpPr/>
            <p:nvPr/>
          </p:nvSpPr>
          <p:spPr>
            <a:xfrm>
              <a:off x="3160109" y="2830711"/>
              <a:ext cx="2382" cy="596"/>
            </a:xfrm>
            <a:custGeom>
              <a:rect b="b" l="l" r="r" t="t"/>
              <a:pathLst>
                <a:path extrusionOk="0" h="11" w="21">
                  <a:moveTo>
                    <a:pt x="0" y="0"/>
                  </a:moveTo>
                  <a:lnTo>
                    <a:pt x="0" y="10"/>
                  </a:lnTo>
                  <a:lnTo>
                    <a:pt x="20" y="10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1"/>
            <p:cNvSpPr/>
            <p:nvPr/>
          </p:nvSpPr>
          <p:spPr>
            <a:xfrm>
              <a:off x="3172613" y="2830711"/>
              <a:ext cx="2382" cy="596"/>
            </a:xfrm>
            <a:custGeom>
              <a:rect b="b" l="l" r="r" t="t"/>
              <a:pathLst>
                <a:path extrusionOk="0" h="11" w="20">
                  <a:moveTo>
                    <a:pt x="0" y="0"/>
                  </a:moveTo>
                  <a:lnTo>
                    <a:pt x="0" y="10"/>
                  </a:lnTo>
                  <a:lnTo>
                    <a:pt x="19" y="10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"/>
            <p:cNvSpPr/>
            <p:nvPr/>
          </p:nvSpPr>
          <p:spPr>
            <a:xfrm>
              <a:off x="3166659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10"/>
                  </a:move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1"/>
            <p:cNvSpPr/>
            <p:nvPr/>
          </p:nvSpPr>
          <p:spPr>
            <a:xfrm>
              <a:off x="3083299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1"/>
            <p:cNvSpPr/>
            <p:nvPr/>
          </p:nvSpPr>
          <p:spPr>
            <a:xfrm>
              <a:off x="3076749" y="2830711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0" y="0"/>
                  </a:moveTo>
                  <a:lnTo>
                    <a:pt x="0" y="10"/>
                  </a:lnTo>
                  <a:lnTo>
                    <a:pt x="29" y="10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"/>
            <p:cNvSpPr/>
            <p:nvPr/>
          </p:nvSpPr>
          <p:spPr>
            <a:xfrm>
              <a:off x="3058291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"/>
            <p:cNvSpPr/>
            <p:nvPr/>
          </p:nvSpPr>
          <p:spPr>
            <a:xfrm>
              <a:off x="3122002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"/>
            <p:cNvSpPr/>
            <p:nvPr/>
          </p:nvSpPr>
          <p:spPr>
            <a:xfrm>
              <a:off x="3070200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"/>
            <p:cNvSpPr/>
            <p:nvPr/>
          </p:nvSpPr>
          <p:spPr>
            <a:xfrm>
              <a:off x="3089253" y="2830711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"/>
            <p:cNvSpPr/>
            <p:nvPr/>
          </p:nvSpPr>
          <p:spPr>
            <a:xfrm>
              <a:off x="3115452" y="2830711"/>
              <a:ext cx="2382" cy="596"/>
            </a:xfrm>
            <a:custGeom>
              <a:rect b="b" l="l" r="r" t="t"/>
              <a:pathLst>
                <a:path extrusionOk="0" h="11" w="20">
                  <a:moveTo>
                    <a:pt x="0" y="0"/>
                  </a:moveTo>
                  <a:lnTo>
                    <a:pt x="0" y="10"/>
                  </a:lnTo>
                  <a:lnTo>
                    <a:pt x="19" y="10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"/>
            <p:cNvSpPr/>
            <p:nvPr/>
          </p:nvSpPr>
          <p:spPr>
            <a:xfrm>
              <a:off x="3109498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"/>
            <p:cNvSpPr/>
            <p:nvPr/>
          </p:nvSpPr>
          <p:spPr>
            <a:xfrm>
              <a:off x="3096398" y="2830711"/>
              <a:ext cx="2382" cy="596"/>
            </a:xfrm>
            <a:custGeom>
              <a:rect b="b" l="l" r="r" t="t"/>
              <a:pathLst>
                <a:path extrusionOk="0" h="11" w="21">
                  <a:moveTo>
                    <a:pt x="0" y="0"/>
                  </a:moveTo>
                  <a:lnTo>
                    <a:pt x="0" y="10"/>
                  </a:lnTo>
                  <a:lnTo>
                    <a:pt x="20" y="10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"/>
            <p:cNvSpPr/>
            <p:nvPr/>
          </p:nvSpPr>
          <p:spPr>
            <a:xfrm>
              <a:off x="3102948" y="2830711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"/>
            <p:cNvSpPr/>
            <p:nvPr/>
          </p:nvSpPr>
          <p:spPr>
            <a:xfrm>
              <a:off x="3185713" y="2830711"/>
              <a:ext cx="595" cy="596"/>
            </a:xfrm>
            <a:custGeom>
              <a:rect b="b" l="l" r="r" t="t"/>
              <a:pathLst>
                <a:path extrusionOk="0" h="11" w="10">
                  <a:moveTo>
                    <a:pt x="9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"/>
            <p:cNvSpPr/>
            <p:nvPr/>
          </p:nvSpPr>
          <p:spPr>
            <a:xfrm>
              <a:off x="2925511" y="2855714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"/>
            <p:cNvSpPr/>
            <p:nvPr/>
          </p:nvSpPr>
          <p:spPr>
            <a:xfrm>
              <a:off x="3006489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"/>
            <p:cNvSpPr/>
            <p:nvPr/>
          </p:nvSpPr>
          <p:spPr>
            <a:xfrm>
              <a:off x="3013039" y="285452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"/>
            <p:cNvSpPr/>
            <p:nvPr/>
          </p:nvSpPr>
          <p:spPr>
            <a:xfrm>
              <a:off x="3000534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"/>
            <p:cNvSpPr/>
            <p:nvPr/>
          </p:nvSpPr>
          <p:spPr>
            <a:xfrm>
              <a:off x="3051741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"/>
            <p:cNvSpPr/>
            <p:nvPr/>
          </p:nvSpPr>
          <p:spPr>
            <a:xfrm>
              <a:off x="2988030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"/>
            <p:cNvSpPr/>
            <p:nvPr/>
          </p:nvSpPr>
          <p:spPr>
            <a:xfrm>
              <a:off x="3018993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"/>
            <p:cNvSpPr/>
            <p:nvPr/>
          </p:nvSpPr>
          <p:spPr>
            <a:xfrm>
              <a:off x="3045192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"/>
            <p:cNvSpPr/>
            <p:nvPr/>
          </p:nvSpPr>
          <p:spPr>
            <a:xfrm>
              <a:off x="3039237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"/>
            <p:cNvSpPr/>
            <p:nvPr/>
          </p:nvSpPr>
          <p:spPr>
            <a:xfrm>
              <a:off x="3025543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"/>
            <p:cNvSpPr/>
            <p:nvPr/>
          </p:nvSpPr>
          <p:spPr>
            <a:xfrm>
              <a:off x="3031497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"/>
            <p:cNvSpPr/>
            <p:nvPr/>
          </p:nvSpPr>
          <p:spPr>
            <a:xfrm>
              <a:off x="2994580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"/>
            <p:cNvSpPr/>
            <p:nvPr/>
          </p:nvSpPr>
          <p:spPr>
            <a:xfrm>
              <a:off x="2949328" y="2854524"/>
              <a:ext cx="3572" cy="1786"/>
            </a:xfrm>
            <a:custGeom>
              <a:rect b="b" l="l" r="r" t="t"/>
              <a:pathLst>
                <a:path extrusionOk="0" h="19" w="30">
                  <a:moveTo>
                    <a:pt x="0" y="0"/>
                  </a:moveTo>
                  <a:lnTo>
                    <a:pt x="0" y="18"/>
                  </a:lnTo>
                  <a:lnTo>
                    <a:pt x="29" y="18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"/>
            <p:cNvSpPr/>
            <p:nvPr/>
          </p:nvSpPr>
          <p:spPr>
            <a:xfrm>
              <a:off x="2936823" y="285571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"/>
            <p:cNvSpPr/>
            <p:nvPr/>
          </p:nvSpPr>
          <p:spPr>
            <a:xfrm>
              <a:off x="2942778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"/>
            <p:cNvSpPr/>
            <p:nvPr/>
          </p:nvSpPr>
          <p:spPr>
            <a:xfrm>
              <a:off x="2930274" y="2855714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"/>
            <p:cNvSpPr/>
            <p:nvPr/>
          </p:nvSpPr>
          <p:spPr>
            <a:xfrm>
              <a:off x="2961832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"/>
            <p:cNvSpPr/>
            <p:nvPr/>
          </p:nvSpPr>
          <p:spPr>
            <a:xfrm>
              <a:off x="2974336" y="285452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"/>
            <p:cNvSpPr/>
            <p:nvPr/>
          </p:nvSpPr>
          <p:spPr>
            <a:xfrm>
              <a:off x="2955282" y="2854524"/>
              <a:ext cx="3572" cy="1786"/>
            </a:xfrm>
            <a:custGeom>
              <a:rect b="b" l="l" r="r" t="t"/>
              <a:pathLst>
                <a:path extrusionOk="0" h="19" w="29">
                  <a:moveTo>
                    <a:pt x="0" y="0"/>
                  </a:moveTo>
                  <a:lnTo>
                    <a:pt x="0" y="18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"/>
            <p:cNvSpPr/>
            <p:nvPr/>
          </p:nvSpPr>
          <p:spPr>
            <a:xfrm>
              <a:off x="2967786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"/>
            <p:cNvSpPr/>
            <p:nvPr/>
          </p:nvSpPr>
          <p:spPr>
            <a:xfrm>
              <a:off x="2981481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"/>
            <p:cNvSpPr/>
            <p:nvPr/>
          </p:nvSpPr>
          <p:spPr>
            <a:xfrm>
              <a:off x="3102948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"/>
            <p:cNvSpPr/>
            <p:nvPr/>
          </p:nvSpPr>
          <p:spPr>
            <a:xfrm>
              <a:off x="3140461" y="285452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"/>
            <p:cNvSpPr/>
            <p:nvPr/>
          </p:nvSpPr>
          <p:spPr>
            <a:xfrm>
              <a:off x="3133911" y="285452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"/>
            <p:cNvSpPr/>
            <p:nvPr/>
          </p:nvSpPr>
          <p:spPr>
            <a:xfrm>
              <a:off x="3122002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"/>
            <p:cNvSpPr/>
            <p:nvPr/>
          </p:nvSpPr>
          <p:spPr>
            <a:xfrm>
              <a:off x="3146415" y="285452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"/>
            <p:cNvSpPr/>
            <p:nvPr/>
          </p:nvSpPr>
          <p:spPr>
            <a:xfrm>
              <a:off x="3127956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"/>
            <p:cNvSpPr/>
            <p:nvPr/>
          </p:nvSpPr>
          <p:spPr>
            <a:xfrm>
              <a:off x="3058291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"/>
            <p:cNvSpPr/>
            <p:nvPr/>
          </p:nvSpPr>
          <p:spPr>
            <a:xfrm>
              <a:off x="3172613" y="285452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"/>
            <p:cNvSpPr/>
            <p:nvPr/>
          </p:nvSpPr>
          <p:spPr>
            <a:xfrm>
              <a:off x="3158919" y="285452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"/>
            <p:cNvSpPr/>
            <p:nvPr/>
          </p:nvSpPr>
          <p:spPr>
            <a:xfrm>
              <a:off x="3152964" y="285452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1"/>
            <p:cNvSpPr/>
            <p:nvPr/>
          </p:nvSpPr>
          <p:spPr>
            <a:xfrm>
              <a:off x="3166659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"/>
            <p:cNvSpPr/>
            <p:nvPr/>
          </p:nvSpPr>
          <p:spPr>
            <a:xfrm>
              <a:off x="3076749" y="285452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1"/>
            <p:cNvSpPr/>
            <p:nvPr/>
          </p:nvSpPr>
          <p:spPr>
            <a:xfrm>
              <a:off x="3070200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1"/>
            <p:cNvSpPr/>
            <p:nvPr/>
          </p:nvSpPr>
          <p:spPr>
            <a:xfrm>
              <a:off x="3064245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"/>
            <p:cNvSpPr/>
            <p:nvPr/>
          </p:nvSpPr>
          <p:spPr>
            <a:xfrm>
              <a:off x="3083299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1"/>
            <p:cNvSpPr/>
            <p:nvPr/>
          </p:nvSpPr>
          <p:spPr>
            <a:xfrm>
              <a:off x="3089253" y="285452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1"/>
            <p:cNvSpPr/>
            <p:nvPr/>
          </p:nvSpPr>
          <p:spPr>
            <a:xfrm>
              <a:off x="3179163" y="285452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19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"/>
            <p:cNvSpPr/>
            <p:nvPr/>
          </p:nvSpPr>
          <p:spPr>
            <a:xfrm>
              <a:off x="3109498" y="285452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1"/>
            <p:cNvSpPr/>
            <p:nvPr/>
          </p:nvSpPr>
          <p:spPr>
            <a:xfrm>
              <a:off x="3115452" y="285452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"/>
            <p:cNvSpPr/>
            <p:nvPr/>
          </p:nvSpPr>
          <p:spPr>
            <a:xfrm>
              <a:off x="3095208" y="285452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"/>
            <p:cNvSpPr/>
            <p:nvPr/>
          </p:nvSpPr>
          <p:spPr>
            <a:xfrm>
              <a:off x="3185713" y="2854524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"/>
            <p:cNvSpPr/>
            <p:nvPr/>
          </p:nvSpPr>
          <p:spPr>
            <a:xfrm>
              <a:off x="2926701" y="2878336"/>
              <a:ext cx="595" cy="596"/>
            </a:xfrm>
            <a:custGeom>
              <a:rect b="b" l="l" r="r" t="t"/>
              <a:pathLst>
                <a:path extrusionOk="0" h="10" w="11">
                  <a:moveTo>
                    <a:pt x="1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1"/>
            <p:cNvSpPr/>
            <p:nvPr/>
          </p:nvSpPr>
          <p:spPr>
            <a:xfrm>
              <a:off x="2988031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1"/>
            <p:cNvSpPr/>
            <p:nvPr/>
          </p:nvSpPr>
          <p:spPr>
            <a:xfrm>
              <a:off x="3020779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"/>
            <p:cNvSpPr/>
            <p:nvPr/>
          </p:nvSpPr>
          <p:spPr>
            <a:xfrm>
              <a:off x="3014229" y="2878336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"/>
            <p:cNvSpPr/>
            <p:nvPr/>
          </p:nvSpPr>
          <p:spPr>
            <a:xfrm>
              <a:off x="2995771" y="2878336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"/>
            <p:cNvSpPr/>
            <p:nvPr/>
          </p:nvSpPr>
          <p:spPr>
            <a:xfrm>
              <a:off x="3001725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1"/>
            <p:cNvSpPr/>
            <p:nvPr/>
          </p:nvSpPr>
          <p:spPr>
            <a:xfrm>
              <a:off x="3007680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"/>
            <p:cNvSpPr/>
            <p:nvPr/>
          </p:nvSpPr>
          <p:spPr>
            <a:xfrm>
              <a:off x="3051741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1"/>
            <p:cNvSpPr/>
            <p:nvPr/>
          </p:nvSpPr>
          <p:spPr>
            <a:xfrm>
              <a:off x="3026734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1"/>
            <p:cNvSpPr/>
            <p:nvPr/>
          </p:nvSpPr>
          <p:spPr>
            <a:xfrm>
              <a:off x="3039237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"/>
            <p:cNvSpPr/>
            <p:nvPr/>
          </p:nvSpPr>
          <p:spPr>
            <a:xfrm>
              <a:off x="3032688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1"/>
            <p:cNvSpPr/>
            <p:nvPr/>
          </p:nvSpPr>
          <p:spPr>
            <a:xfrm>
              <a:off x="3045192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1"/>
            <p:cNvSpPr/>
            <p:nvPr/>
          </p:nvSpPr>
          <p:spPr>
            <a:xfrm>
              <a:off x="2943969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1"/>
            <p:cNvSpPr/>
            <p:nvPr/>
          </p:nvSpPr>
          <p:spPr>
            <a:xfrm>
              <a:off x="2950518" y="2878336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1"/>
            <p:cNvSpPr/>
            <p:nvPr/>
          </p:nvSpPr>
          <p:spPr>
            <a:xfrm>
              <a:off x="2938014" y="2878336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"/>
            <p:cNvSpPr/>
            <p:nvPr/>
          </p:nvSpPr>
          <p:spPr>
            <a:xfrm>
              <a:off x="2930274" y="2878336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"/>
            <p:cNvSpPr/>
            <p:nvPr/>
          </p:nvSpPr>
          <p:spPr>
            <a:xfrm>
              <a:off x="3179163" y="2877146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29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29" y="10"/>
                  </a:lnTo>
                  <a:lnTo>
                    <a:pt x="29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"/>
            <p:cNvSpPr/>
            <p:nvPr/>
          </p:nvSpPr>
          <p:spPr>
            <a:xfrm>
              <a:off x="2956473" y="2878336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"/>
            <p:cNvSpPr/>
            <p:nvPr/>
          </p:nvSpPr>
          <p:spPr>
            <a:xfrm>
              <a:off x="2975527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"/>
            <p:cNvSpPr/>
            <p:nvPr/>
          </p:nvSpPr>
          <p:spPr>
            <a:xfrm>
              <a:off x="2968977" y="2878336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1"/>
            <p:cNvSpPr/>
            <p:nvPr/>
          </p:nvSpPr>
          <p:spPr>
            <a:xfrm>
              <a:off x="2963022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1"/>
            <p:cNvSpPr/>
            <p:nvPr/>
          </p:nvSpPr>
          <p:spPr>
            <a:xfrm>
              <a:off x="2981481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1"/>
            <p:cNvSpPr/>
            <p:nvPr/>
          </p:nvSpPr>
          <p:spPr>
            <a:xfrm>
              <a:off x="3148201" y="2877146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"/>
            <p:cNvSpPr/>
            <p:nvPr/>
          </p:nvSpPr>
          <p:spPr>
            <a:xfrm>
              <a:off x="3135697" y="2877146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"/>
            <p:cNvSpPr/>
            <p:nvPr/>
          </p:nvSpPr>
          <p:spPr>
            <a:xfrm>
              <a:off x="3141651" y="2877146"/>
              <a:ext cx="2382" cy="596"/>
            </a:xfrm>
            <a:custGeom>
              <a:rect b="b" l="l" r="r" t="t"/>
              <a:pathLst>
                <a:path extrusionOk="0" h="11" w="21">
                  <a:moveTo>
                    <a:pt x="0" y="0"/>
                  </a:moveTo>
                  <a:lnTo>
                    <a:pt x="0" y="10"/>
                  </a:lnTo>
                  <a:lnTo>
                    <a:pt x="20" y="10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"/>
            <p:cNvSpPr/>
            <p:nvPr/>
          </p:nvSpPr>
          <p:spPr>
            <a:xfrm>
              <a:off x="3129147" y="2877146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"/>
            <p:cNvSpPr/>
            <p:nvPr/>
          </p:nvSpPr>
          <p:spPr>
            <a:xfrm>
              <a:off x="3154155" y="2877146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0" y="10"/>
                  </a:ln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1"/>
            <p:cNvSpPr/>
            <p:nvPr/>
          </p:nvSpPr>
          <p:spPr>
            <a:xfrm>
              <a:off x="3059482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1"/>
            <p:cNvSpPr/>
            <p:nvPr/>
          </p:nvSpPr>
          <p:spPr>
            <a:xfrm>
              <a:off x="3166659" y="2877146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"/>
            <p:cNvSpPr/>
            <p:nvPr/>
          </p:nvSpPr>
          <p:spPr>
            <a:xfrm>
              <a:off x="3172614" y="2877146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0" y="10"/>
                  </a:ln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"/>
            <p:cNvSpPr/>
            <p:nvPr/>
          </p:nvSpPr>
          <p:spPr>
            <a:xfrm>
              <a:off x="3160110" y="2877146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0" y="10"/>
                  </a:moveTo>
                  <a:lnTo>
                    <a:pt x="29" y="10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"/>
            <p:cNvSpPr/>
            <p:nvPr/>
          </p:nvSpPr>
          <p:spPr>
            <a:xfrm>
              <a:off x="3123193" y="2877146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"/>
            <p:cNvSpPr/>
            <p:nvPr/>
          </p:nvSpPr>
          <p:spPr>
            <a:xfrm>
              <a:off x="3077940" y="2877146"/>
              <a:ext cx="1786" cy="2381"/>
            </a:xfrm>
            <a:custGeom>
              <a:rect b="b" l="l" r="r" t="t"/>
              <a:pathLst>
                <a:path extrusionOk="0" h="20" w="19">
                  <a:moveTo>
                    <a:pt x="0" y="0"/>
                  </a:moveTo>
                  <a:lnTo>
                    <a:pt x="0" y="19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"/>
            <p:cNvSpPr/>
            <p:nvPr/>
          </p:nvSpPr>
          <p:spPr>
            <a:xfrm>
              <a:off x="3084490" y="2877146"/>
              <a:ext cx="1786" cy="596"/>
            </a:xfrm>
            <a:custGeom>
              <a:rect b="b" l="l" r="r" t="t"/>
              <a:pathLst>
                <a:path extrusionOk="0" h="11" w="19">
                  <a:moveTo>
                    <a:pt x="0" y="0"/>
                  </a:moveTo>
                  <a:lnTo>
                    <a:pt x="0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1"/>
            <p:cNvSpPr/>
            <p:nvPr/>
          </p:nvSpPr>
          <p:spPr>
            <a:xfrm>
              <a:off x="3071391" y="2877146"/>
              <a:ext cx="1786" cy="2381"/>
            </a:xfrm>
            <a:custGeom>
              <a:rect b="b" l="l" r="r" t="t"/>
              <a:pathLst>
                <a:path extrusionOk="0" h="20" w="19">
                  <a:moveTo>
                    <a:pt x="0" y="0"/>
                  </a:moveTo>
                  <a:lnTo>
                    <a:pt x="0" y="19"/>
                  </a:lnTo>
                  <a:lnTo>
                    <a:pt x="18" y="1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"/>
            <p:cNvSpPr/>
            <p:nvPr/>
          </p:nvSpPr>
          <p:spPr>
            <a:xfrm>
              <a:off x="3065436" y="2877146"/>
              <a:ext cx="1786" cy="2381"/>
            </a:xfrm>
            <a:custGeom>
              <a:rect b="b" l="l" r="r" t="t"/>
              <a:pathLst>
                <a:path extrusionOk="0" h="20" w="19">
                  <a:moveTo>
                    <a:pt x="0" y="10"/>
                  </a:moveTo>
                  <a:lnTo>
                    <a:pt x="0" y="19"/>
                  </a:lnTo>
                  <a:lnTo>
                    <a:pt x="18" y="19"/>
                  </a:lnTo>
                  <a:lnTo>
                    <a:pt x="18" y="0"/>
                  </a:ln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"/>
            <p:cNvSpPr/>
            <p:nvPr/>
          </p:nvSpPr>
          <p:spPr>
            <a:xfrm>
              <a:off x="3090444" y="2877146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"/>
            <p:cNvSpPr/>
            <p:nvPr/>
          </p:nvSpPr>
          <p:spPr>
            <a:xfrm>
              <a:off x="3109498" y="2877146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lnTo>
                    <a:pt x="0" y="10"/>
                  </a:ln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"/>
            <p:cNvSpPr/>
            <p:nvPr/>
          </p:nvSpPr>
          <p:spPr>
            <a:xfrm>
              <a:off x="3102949" y="2877146"/>
              <a:ext cx="2977" cy="596"/>
            </a:xfrm>
            <a:custGeom>
              <a:rect b="b" l="l" r="r" t="t"/>
              <a:pathLst>
                <a:path extrusionOk="0" h="11" w="28">
                  <a:moveTo>
                    <a:pt x="0" y="10"/>
                  </a:moveTo>
                  <a:lnTo>
                    <a:pt x="27" y="10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"/>
            <p:cNvSpPr/>
            <p:nvPr/>
          </p:nvSpPr>
          <p:spPr>
            <a:xfrm>
              <a:off x="3115452" y="2877146"/>
              <a:ext cx="3572" cy="596"/>
            </a:xfrm>
            <a:custGeom>
              <a:rect b="b" l="l" r="r" t="t"/>
              <a:pathLst>
                <a:path extrusionOk="0" h="11" w="29">
                  <a:moveTo>
                    <a:pt x="0" y="10"/>
                  </a:moveTo>
                  <a:lnTo>
                    <a:pt x="28" y="10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"/>
            <p:cNvSpPr/>
            <p:nvPr/>
          </p:nvSpPr>
          <p:spPr>
            <a:xfrm>
              <a:off x="3096399" y="2877146"/>
              <a:ext cx="3572" cy="596"/>
            </a:xfrm>
            <a:custGeom>
              <a:rect b="b" l="l" r="r" t="t"/>
              <a:pathLst>
                <a:path extrusionOk="0" h="11" w="30">
                  <a:moveTo>
                    <a:pt x="0" y="0"/>
                  </a:moveTo>
                  <a:lnTo>
                    <a:pt x="0" y="10"/>
                  </a:lnTo>
                  <a:lnTo>
                    <a:pt x="29" y="10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"/>
            <p:cNvSpPr/>
            <p:nvPr/>
          </p:nvSpPr>
          <p:spPr>
            <a:xfrm>
              <a:off x="3186904" y="2877146"/>
              <a:ext cx="595" cy="596"/>
            </a:xfrm>
            <a:custGeom>
              <a:rect b="b" l="l" r="r" t="t"/>
              <a:pathLst>
                <a:path extrusionOk="0" h="11" w="10">
                  <a:moveTo>
                    <a:pt x="9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"/>
            <p:cNvSpPr/>
            <p:nvPr/>
          </p:nvSpPr>
          <p:spPr>
            <a:xfrm>
              <a:off x="2925511" y="2902149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"/>
            <p:cNvSpPr/>
            <p:nvPr/>
          </p:nvSpPr>
          <p:spPr>
            <a:xfrm>
              <a:off x="3006489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"/>
            <p:cNvSpPr/>
            <p:nvPr/>
          </p:nvSpPr>
          <p:spPr>
            <a:xfrm>
              <a:off x="3013039" y="290214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"/>
            <p:cNvSpPr/>
            <p:nvPr/>
          </p:nvSpPr>
          <p:spPr>
            <a:xfrm>
              <a:off x="3000534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"/>
            <p:cNvSpPr/>
            <p:nvPr/>
          </p:nvSpPr>
          <p:spPr>
            <a:xfrm>
              <a:off x="3018993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1"/>
            <p:cNvSpPr/>
            <p:nvPr/>
          </p:nvSpPr>
          <p:spPr>
            <a:xfrm>
              <a:off x="3045192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1"/>
            <p:cNvSpPr/>
            <p:nvPr/>
          </p:nvSpPr>
          <p:spPr>
            <a:xfrm>
              <a:off x="3038047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1"/>
            <p:cNvSpPr/>
            <p:nvPr/>
          </p:nvSpPr>
          <p:spPr>
            <a:xfrm>
              <a:off x="2988030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"/>
            <p:cNvSpPr/>
            <p:nvPr/>
          </p:nvSpPr>
          <p:spPr>
            <a:xfrm>
              <a:off x="3031497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1"/>
            <p:cNvSpPr/>
            <p:nvPr/>
          </p:nvSpPr>
          <p:spPr>
            <a:xfrm>
              <a:off x="3025543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1"/>
            <p:cNvSpPr/>
            <p:nvPr/>
          </p:nvSpPr>
          <p:spPr>
            <a:xfrm>
              <a:off x="2994580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"/>
            <p:cNvSpPr/>
            <p:nvPr/>
          </p:nvSpPr>
          <p:spPr>
            <a:xfrm>
              <a:off x="2942778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1"/>
            <p:cNvSpPr/>
            <p:nvPr/>
          </p:nvSpPr>
          <p:spPr>
            <a:xfrm>
              <a:off x="2936823" y="290214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1"/>
            <p:cNvSpPr/>
            <p:nvPr/>
          </p:nvSpPr>
          <p:spPr>
            <a:xfrm>
              <a:off x="2949328" y="290214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"/>
            <p:cNvSpPr/>
            <p:nvPr/>
          </p:nvSpPr>
          <p:spPr>
            <a:xfrm>
              <a:off x="2930274" y="2902149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"/>
            <p:cNvSpPr/>
            <p:nvPr/>
          </p:nvSpPr>
          <p:spPr>
            <a:xfrm>
              <a:off x="2967786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"/>
            <p:cNvSpPr/>
            <p:nvPr/>
          </p:nvSpPr>
          <p:spPr>
            <a:xfrm>
              <a:off x="2974336" y="290214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"/>
            <p:cNvSpPr/>
            <p:nvPr/>
          </p:nvSpPr>
          <p:spPr>
            <a:xfrm>
              <a:off x="2955282" y="290214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"/>
            <p:cNvSpPr/>
            <p:nvPr/>
          </p:nvSpPr>
          <p:spPr>
            <a:xfrm>
              <a:off x="2981481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"/>
            <p:cNvSpPr/>
            <p:nvPr/>
          </p:nvSpPr>
          <p:spPr>
            <a:xfrm>
              <a:off x="2961832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"/>
            <p:cNvSpPr/>
            <p:nvPr/>
          </p:nvSpPr>
          <p:spPr>
            <a:xfrm>
              <a:off x="3051741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"/>
            <p:cNvSpPr/>
            <p:nvPr/>
          </p:nvSpPr>
          <p:spPr>
            <a:xfrm>
              <a:off x="3140461" y="290214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"/>
            <p:cNvSpPr/>
            <p:nvPr/>
          </p:nvSpPr>
          <p:spPr>
            <a:xfrm>
              <a:off x="3146415" y="290214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1"/>
            <p:cNvSpPr/>
            <p:nvPr/>
          </p:nvSpPr>
          <p:spPr>
            <a:xfrm>
              <a:off x="3152964" y="290214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"/>
            <p:cNvSpPr/>
            <p:nvPr/>
          </p:nvSpPr>
          <p:spPr>
            <a:xfrm>
              <a:off x="3133910" y="290214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"/>
            <p:cNvSpPr/>
            <p:nvPr/>
          </p:nvSpPr>
          <p:spPr>
            <a:xfrm>
              <a:off x="3127956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1"/>
            <p:cNvSpPr/>
            <p:nvPr/>
          </p:nvSpPr>
          <p:spPr>
            <a:xfrm>
              <a:off x="3122002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"/>
            <p:cNvSpPr/>
            <p:nvPr/>
          </p:nvSpPr>
          <p:spPr>
            <a:xfrm>
              <a:off x="3172613" y="290214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"/>
            <p:cNvSpPr/>
            <p:nvPr/>
          </p:nvSpPr>
          <p:spPr>
            <a:xfrm>
              <a:off x="3179163" y="290214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"/>
            <p:cNvSpPr/>
            <p:nvPr/>
          </p:nvSpPr>
          <p:spPr>
            <a:xfrm>
              <a:off x="3165468" y="290214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"/>
            <p:cNvSpPr/>
            <p:nvPr/>
          </p:nvSpPr>
          <p:spPr>
            <a:xfrm>
              <a:off x="3158919" y="290214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1"/>
            <p:cNvSpPr/>
            <p:nvPr/>
          </p:nvSpPr>
          <p:spPr>
            <a:xfrm>
              <a:off x="3058291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1"/>
            <p:cNvSpPr/>
            <p:nvPr/>
          </p:nvSpPr>
          <p:spPr>
            <a:xfrm>
              <a:off x="3083299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"/>
            <p:cNvSpPr/>
            <p:nvPr/>
          </p:nvSpPr>
          <p:spPr>
            <a:xfrm>
              <a:off x="3076749" y="290214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1"/>
            <p:cNvSpPr/>
            <p:nvPr/>
          </p:nvSpPr>
          <p:spPr>
            <a:xfrm>
              <a:off x="3070200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1"/>
            <p:cNvSpPr/>
            <p:nvPr/>
          </p:nvSpPr>
          <p:spPr>
            <a:xfrm>
              <a:off x="3064245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1"/>
            <p:cNvSpPr/>
            <p:nvPr/>
          </p:nvSpPr>
          <p:spPr>
            <a:xfrm>
              <a:off x="3115452" y="290214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1"/>
            <p:cNvSpPr/>
            <p:nvPr/>
          </p:nvSpPr>
          <p:spPr>
            <a:xfrm>
              <a:off x="3109498" y="290214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1"/>
            <p:cNvSpPr/>
            <p:nvPr/>
          </p:nvSpPr>
          <p:spPr>
            <a:xfrm>
              <a:off x="3101758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1"/>
            <p:cNvSpPr/>
            <p:nvPr/>
          </p:nvSpPr>
          <p:spPr>
            <a:xfrm>
              <a:off x="3089253" y="290214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1"/>
            <p:cNvSpPr/>
            <p:nvPr/>
          </p:nvSpPr>
          <p:spPr>
            <a:xfrm>
              <a:off x="3095208" y="290214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1"/>
            <p:cNvSpPr/>
            <p:nvPr/>
          </p:nvSpPr>
          <p:spPr>
            <a:xfrm>
              <a:off x="3185713" y="2902149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1"/>
            <p:cNvSpPr/>
            <p:nvPr/>
          </p:nvSpPr>
          <p:spPr>
            <a:xfrm>
              <a:off x="2924319" y="2797374"/>
              <a:ext cx="49421" cy="1786"/>
            </a:xfrm>
            <a:custGeom>
              <a:rect b="b" l="l" r="r" t="t"/>
              <a:pathLst>
                <a:path extrusionOk="0" h="19" w="372">
                  <a:moveTo>
                    <a:pt x="0" y="0"/>
                  </a:moveTo>
                  <a:lnTo>
                    <a:pt x="0" y="18"/>
                  </a:lnTo>
                  <a:lnTo>
                    <a:pt x="371" y="18"/>
                  </a:lnTo>
                  <a:lnTo>
                    <a:pt x="371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1"/>
            <p:cNvSpPr/>
            <p:nvPr/>
          </p:nvSpPr>
          <p:spPr>
            <a:xfrm>
              <a:off x="2974336" y="2796183"/>
              <a:ext cx="214354" cy="2977"/>
            </a:xfrm>
            <a:custGeom>
              <a:rect b="b" l="l" r="r" t="t"/>
              <a:pathLst>
                <a:path extrusionOk="0" h="28" w="1592">
                  <a:moveTo>
                    <a:pt x="1591" y="0"/>
                  </a:moveTo>
                  <a:lnTo>
                    <a:pt x="0" y="9"/>
                  </a:lnTo>
                  <a:lnTo>
                    <a:pt x="0" y="27"/>
                  </a:lnTo>
                  <a:lnTo>
                    <a:pt x="1591" y="18"/>
                  </a:lnTo>
                  <a:lnTo>
                    <a:pt x="1591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1"/>
            <p:cNvSpPr/>
            <p:nvPr/>
          </p:nvSpPr>
          <p:spPr>
            <a:xfrm>
              <a:off x="2926701" y="2919413"/>
              <a:ext cx="5954" cy="8334"/>
            </a:xfrm>
            <a:custGeom>
              <a:rect b="b" l="l" r="r" t="t"/>
              <a:pathLst>
                <a:path extrusionOk="0" h="65" w="49">
                  <a:moveTo>
                    <a:pt x="0" y="0"/>
                  </a:moveTo>
                  <a:lnTo>
                    <a:pt x="10" y="0"/>
                  </a:lnTo>
                  <a:lnTo>
                    <a:pt x="10" y="64"/>
                  </a:lnTo>
                  <a:lnTo>
                    <a:pt x="48" y="64"/>
                  </a:lnTo>
                  <a:lnTo>
                    <a:pt x="0" y="64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1"/>
            <p:cNvSpPr/>
            <p:nvPr/>
          </p:nvSpPr>
          <p:spPr>
            <a:xfrm>
              <a:off x="2933251" y="2921794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27" y="0"/>
                    <a:pt x="36" y="0"/>
                  </a:cubicBezTo>
                  <a:cubicBezTo>
                    <a:pt x="36" y="0"/>
                    <a:pt x="36" y="9"/>
                    <a:pt x="46" y="9"/>
                  </a:cubicBezTo>
                  <a:cubicBezTo>
                    <a:pt x="46" y="9"/>
                    <a:pt x="46" y="9"/>
                    <a:pt x="46" y="19"/>
                  </a:cubicBezTo>
                  <a:cubicBezTo>
                    <a:pt x="46" y="19"/>
                    <a:pt x="46" y="19"/>
                    <a:pt x="46" y="28"/>
                  </a:cubicBezTo>
                  <a:cubicBezTo>
                    <a:pt x="46" y="28"/>
                    <a:pt x="46" y="28"/>
                    <a:pt x="46" y="37"/>
                  </a:cubicBezTo>
                  <a:cubicBezTo>
                    <a:pt x="46" y="37"/>
                    <a:pt x="46" y="37"/>
                    <a:pt x="4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27" y="46"/>
                    <a:pt x="27" y="55"/>
                    <a:pt x="27" y="55"/>
                  </a:cubicBezTo>
                  <a:cubicBezTo>
                    <a:pt x="18" y="55"/>
                    <a:pt x="18" y="46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37"/>
                    <a:pt x="0" y="37"/>
                    <a:pt x="0" y="37"/>
                  </a:cubicBezTo>
                  <a:lnTo>
                    <a:pt x="0" y="28"/>
                  </a:ln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9"/>
                    <a:pt x="9" y="9"/>
                  </a:cubicBezTo>
                  <a:cubicBezTo>
                    <a:pt x="9" y="9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lose/>
                  <a:moveTo>
                    <a:pt x="27" y="0"/>
                  </a:moveTo>
                  <a:lnTo>
                    <a:pt x="27" y="0"/>
                  </a:lnTo>
                  <a:cubicBezTo>
                    <a:pt x="18" y="0"/>
                    <a:pt x="18" y="9"/>
                    <a:pt x="18" y="9"/>
                  </a:cubicBezTo>
                  <a:lnTo>
                    <a:pt x="9" y="9"/>
                  </a:lnTo>
                  <a:lnTo>
                    <a:pt x="9" y="19"/>
                  </a:lnTo>
                  <a:cubicBezTo>
                    <a:pt x="9" y="19"/>
                    <a:pt x="9" y="19"/>
                    <a:pt x="9" y="28"/>
                  </a:cubicBezTo>
                  <a:cubicBezTo>
                    <a:pt x="9" y="28"/>
                    <a:pt x="9" y="28"/>
                    <a:pt x="9" y="37"/>
                  </a:cubicBezTo>
                  <a:cubicBezTo>
                    <a:pt x="9" y="46"/>
                    <a:pt x="18" y="46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cubicBezTo>
                    <a:pt x="27" y="46"/>
                    <a:pt x="27" y="46"/>
                    <a:pt x="36" y="46"/>
                  </a:cubicBezTo>
                  <a:cubicBezTo>
                    <a:pt x="36" y="46"/>
                    <a:pt x="36" y="46"/>
                    <a:pt x="36" y="37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19"/>
                    <a:pt x="46" y="19"/>
                    <a:pt x="36" y="19"/>
                  </a:cubicBezTo>
                  <a:lnTo>
                    <a:pt x="36" y="9"/>
                  </a:lnTo>
                  <a:cubicBezTo>
                    <a:pt x="27" y="9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1"/>
            <p:cNvSpPr/>
            <p:nvPr/>
          </p:nvSpPr>
          <p:spPr>
            <a:xfrm>
              <a:off x="2940396" y="2921794"/>
              <a:ext cx="2977" cy="5953"/>
            </a:xfrm>
            <a:custGeom>
              <a:rect b="b" l="l" r="r" t="t"/>
              <a:pathLst>
                <a:path extrusionOk="0" h="47" w="2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9"/>
                    <a:pt x="27" y="9"/>
                    <a:pt x="27" y="9"/>
                  </a:cubicBezTo>
                  <a:lnTo>
                    <a:pt x="18" y="9"/>
                  </a:lnTo>
                  <a:cubicBezTo>
                    <a:pt x="18" y="9"/>
                    <a:pt x="18" y="9"/>
                    <a:pt x="9" y="9"/>
                  </a:cubicBezTo>
                  <a:lnTo>
                    <a:pt x="9" y="19"/>
                  </a:lnTo>
                  <a:cubicBezTo>
                    <a:pt x="9" y="19"/>
                    <a:pt x="9" y="19"/>
                    <a:pt x="9" y="28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1"/>
            <p:cNvSpPr/>
            <p:nvPr/>
          </p:nvSpPr>
          <p:spPr>
            <a:xfrm>
              <a:off x="2943969" y="2921794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9" y="28"/>
                  </a:moveTo>
                  <a:lnTo>
                    <a:pt x="9" y="28"/>
                  </a:lnTo>
                  <a:cubicBezTo>
                    <a:pt x="9" y="28"/>
                    <a:pt x="9" y="28"/>
                    <a:pt x="9" y="37"/>
                  </a:cubicBezTo>
                  <a:cubicBezTo>
                    <a:pt x="9" y="46"/>
                    <a:pt x="9" y="46"/>
                    <a:pt x="18" y="46"/>
                  </a:cubicBezTo>
                  <a:cubicBezTo>
                    <a:pt x="28" y="46"/>
                    <a:pt x="28" y="46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46" y="37"/>
                    <a:pt x="46" y="37"/>
                    <a:pt x="46" y="37"/>
                  </a:cubicBezTo>
                  <a:lnTo>
                    <a:pt x="37" y="46"/>
                  </a:lnTo>
                  <a:cubicBezTo>
                    <a:pt x="37" y="46"/>
                    <a:pt x="28" y="55"/>
                    <a:pt x="18" y="55"/>
                  </a:cubicBezTo>
                  <a:cubicBezTo>
                    <a:pt x="18" y="55"/>
                    <a:pt x="18" y="46"/>
                    <a:pt x="9" y="4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0" y="9"/>
                    <a:pt x="9" y="9"/>
                  </a:cubicBezTo>
                  <a:lnTo>
                    <a:pt x="9" y="0"/>
                  </a:ln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7" y="0"/>
                    <a:pt x="37" y="9"/>
                    <a:pt x="37" y="9"/>
                  </a:cubicBezTo>
                  <a:cubicBezTo>
                    <a:pt x="37" y="9"/>
                    <a:pt x="46" y="9"/>
                    <a:pt x="46" y="19"/>
                  </a:cubicBezTo>
                  <a:lnTo>
                    <a:pt x="46" y="28"/>
                  </a:lnTo>
                  <a:lnTo>
                    <a:pt x="9" y="28"/>
                  </a:lnTo>
                  <a:close/>
                  <a:moveTo>
                    <a:pt x="37" y="19"/>
                  </a:moveTo>
                  <a:lnTo>
                    <a:pt x="37" y="19"/>
                  </a:lnTo>
                  <a:cubicBezTo>
                    <a:pt x="37" y="9"/>
                    <a:pt x="37" y="9"/>
                    <a:pt x="37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0"/>
                    <a:pt x="18" y="0"/>
                  </a:cubicBezTo>
                  <a:lnTo>
                    <a:pt x="18" y="9"/>
                  </a:ln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lnTo>
                    <a:pt x="37" y="1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"/>
            <p:cNvSpPr/>
            <p:nvPr/>
          </p:nvSpPr>
          <p:spPr>
            <a:xfrm>
              <a:off x="2951709" y="2921794"/>
              <a:ext cx="8336" cy="5953"/>
            </a:xfrm>
            <a:custGeom>
              <a:rect b="b" l="l" r="r" t="t"/>
              <a:pathLst>
                <a:path extrusionOk="0" h="47" w="67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lnTo>
                    <a:pt x="11" y="0"/>
                  </a:lnTo>
                  <a:lnTo>
                    <a:pt x="20" y="0"/>
                  </a:lnTo>
                  <a:lnTo>
                    <a:pt x="29" y="0"/>
                  </a:lnTo>
                  <a:cubicBezTo>
                    <a:pt x="29" y="0"/>
                    <a:pt x="29" y="9"/>
                    <a:pt x="38" y="9"/>
                  </a:cubicBezTo>
                  <a:lnTo>
                    <a:pt x="38" y="0"/>
                  </a:lnTo>
                  <a:cubicBezTo>
                    <a:pt x="47" y="0"/>
                    <a:pt x="47" y="0"/>
                    <a:pt x="47" y="0"/>
                  </a:cubicBezTo>
                  <a:cubicBezTo>
                    <a:pt x="57" y="0"/>
                    <a:pt x="66" y="9"/>
                    <a:pt x="66" y="19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7" y="0"/>
                    <a:pt x="47" y="0"/>
                  </a:cubicBezTo>
                  <a:cubicBezTo>
                    <a:pt x="47" y="0"/>
                    <a:pt x="47" y="0"/>
                    <a:pt x="38" y="9"/>
                  </a:cubicBezTo>
                  <a:cubicBezTo>
                    <a:pt x="38" y="9"/>
                    <a:pt x="38" y="9"/>
                    <a:pt x="38" y="19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19"/>
                    <a:pt x="29" y="19"/>
                    <a:pt x="29" y="19"/>
                  </a:cubicBezTo>
                  <a:lnTo>
                    <a:pt x="29" y="9"/>
                  </a:lnTo>
                  <a:cubicBezTo>
                    <a:pt x="29" y="9"/>
                    <a:pt x="29" y="9"/>
                    <a:pt x="20" y="9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11" y="0"/>
                    <a:pt x="11" y="9"/>
                  </a:cubicBezTo>
                  <a:cubicBezTo>
                    <a:pt x="11" y="9"/>
                    <a:pt x="0" y="9"/>
                    <a:pt x="0" y="19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"/>
            <p:cNvSpPr/>
            <p:nvPr/>
          </p:nvSpPr>
          <p:spPr>
            <a:xfrm>
              <a:off x="2965404" y="2919413"/>
              <a:ext cx="595" cy="8334"/>
            </a:xfrm>
            <a:custGeom>
              <a:rect b="b" l="l" r="r" t="t"/>
              <a:pathLst>
                <a:path extrusionOk="0" h="65" w="11">
                  <a:moveTo>
                    <a:pt x="0" y="0"/>
                  </a:moveTo>
                  <a:lnTo>
                    <a:pt x="10" y="0"/>
                  </a:lnTo>
                  <a:lnTo>
                    <a:pt x="10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10" y="18"/>
                  </a:lnTo>
                  <a:lnTo>
                    <a:pt x="10" y="64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"/>
            <p:cNvSpPr/>
            <p:nvPr/>
          </p:nvSpPr>
          <p:spPr>
            <a:xfrm>
              <a:off x="2967786" y="2921795"/>
              <a:ext cx="5954" cy="8334"/>
            </a:xfrm>
            <a:custGeom>
              <a:rect b="b" l="l" r="r" t="t"/>
              <a:pathLst>
                <a:path extrusionOk="0" h="65" w="48">
                  <a:moveTo>
                    <a:pt x="38" y="9"/>
                  </a:moveTo>
                  <a:lnTo>
                    <a:pt x="38" y="9"/>
                  </a:lnTo>
                  <a:cubicBezTo>
                    <a:pt x="38" y="0"/>
                    <a:pt x="38" y="0"/>
                    <a:pt x="38" y="0"/>
                  </a:cubicBezTo>
                  <a:cubicBezTo>
                    <a:pt x="27" y="0"/>
                    <a:pt x="27" y="0"/>
                    <a:pt x="18" y="0"/>
                  </a:cubicBezTo>
                  <a:cubicBezTo>
                    <a:pt x="18" y="0"/>
                    <a:pt x="18" y="0"/>
                    <a:pt x="9" y="0"/>
                  </a:cubicBezTo>
                  <a:lnTo>
                    <a:pt x="9" y="9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cubicBezTo>
                    <a:pt x="27" y="46"/>
                    <a:pt x="27" y="46"/>
                    <a:pt x="38" y="4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9"/>
                    <a:pt x="47" y="9"/>
                    <a:pt x="38" y="9"/>
                  </a:cubicBezTo>
                  <a:close/>
                  <a:moveTo>
                    <a:pt x="38" y="28"/>
                  </a:moveTo>
                  <a:lnTo>
                    <a:pt x="38" y="28"/>
                  </a:ln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46"/>
                    <a:pt x="27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37"/>
                    <a:pt x="9" y="37"/>
                  </a:cubicBezTo>
                  <a:cubicBezTo>
                    <a:pt x="9" y="37"/>
                    <a:pt x="9" y="37"/>
                    <a:pt x="9" y="28"/>
                  </a:cubicBezTo>
                  <a:cubicBezTo>
                    <a:pt x="9" y="19"/>
                    <a:pt x="9" y="19"/>
                    <a:pt x="9" y="19"/>
                  </a:cubicBezTo>
                  <a:lnTo>
                    <a:pt x="9" y="9"/>
                  </a:lnTo>
                  <a:cubicBezTo>
                    <a:pt x="9" y="9"/>
                    <a:pt x="9" y="9"/>
                    <a:pt x="18" y="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27" y="0"/>
                    <a:pt x="27" y="9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8" y="19"/>
                  </a:lnTo>
                  <a:cubicBezTo>
                    <a:pt x="38" y="19"/>
                    <a:pt x="38" y="19"/>
                    <a:pt x="38" y="28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"/>
            <p:cNvSpPr/>
            <p:nvPr/>
          </p:nvSpPr>
          <p:spPr>
            <a:xfrm>
              <a:off x="2975527" y="2921794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28" y="19"/>
                  </a:moveTo>
                  <a:lnTo>
                    <a:pt x="28" y="19"/>
                  </a:lnTo>
                  <a:cubicBezTo>
                    <a:pt x="28" y="9"/>
                    <a:pt x="28" y="9"/>
                    <a:pt x="28" y="9"/>
                  </a:cubicBezTo>
                  <a:lnTo>
                    <a:pt x="19" y="0"/>
                  </a:lnTo>
                  <a:lnTo>
                    <a:pt x="9" y="0"/>
                  </a:lnTo>
                  <a:lnTo>
                    <a:pt x="9" y="9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19"/>
                    <a:pt x="9" y="19"/>
                  </a:cubicBezTo>
                  <a:cubicBezTo>
                    <a:pt x="9" y="19"/>
                    <a:pt x="9" y="19"/>
                    <a:pt x="19" y="19"/>
                  </a:cubicBezTo>
                  <a:cubicBezTo>
                    <a:pt x="28" y="19"/>
                    <a:pt x="28" y="19"/>
                    <a:pt x="28" y="28"/>
                  </a:cubicBezTo>
                  <a:cubicBezTo>
                    <a:pt x="37" y="28"/>
                    <a:pt x="37" y="28"/>
                    <a:pt x="37" y="28"/>
                  </a:cubicBezTo>
                  <a:lnTo>
                    <a:pt x="37" y="37"/>
                  </a:lnTo>
                  <a:cubicBezTo>
                    <a:pt x="37" y="37"/>
                    <a:pt x="37" y="37"/>
                    <a:pt x="37" y="46"/>
                  </a:cubicBezTo>
                  <a:lnTo>
                    <a:pt x="28" y="46"/>
                  </a:lnTo>
                  <a:cubicBezTo>
                    <a:pt x="19" y="46"/>
                    <a:pt x="19" y="46"/>
                    <a:pt x="19" y="46"/>
                  </a:cubicBezTo>
                  <a:cubicBezTo>
                    <a:pt x="9" y="46"/>
                    <a:pt x="9" y="46"/>
                    <a:pt x="0" y="46"/>
                  </a:cubicBezTo>
                  <a:lnTo>
                    <a:pt x="0" y="37"/>
                  </a:lnTo>
                  <a:cubicBezTo>
                    <a:pt x="0" y="37"/>
                    <a:pt x="0" y="37"/>
                    <a:pt x="9" y="46"/>
                  </a:cubicBezTo>
                  <a:cubicBezTo>
                    <a:pt x="9" y="46"/>
                    <a:pt x="9" y="46"/>
                    <a:pt x="19" y="46"/>
                  </a:cubicBezTo>
                  <a:lnTo>
                    <a:pt x="28" y="46"/>
                  </a:lnTo>
                  <a:cubicBezTo>
                    <a:pt x="28" y="46"/>
                    <a:pt x="28" y="46"/>
                    <a:pt x="28" y="37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19"/>
                    <a:pt x="0" y="19"/>
                    <a:pt x="0" y="19"/>
                  </a:cubicBezTo>
                  <a:cubicBezTo>
                    <a:pt x="0" y="19"/>
                    <a:pt x="0" y="1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19" y="0"/>
                  </a:ln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9"/>
                    <a:pt x="37" y="9"/>
                  </a:cubicBezTo>
                  <a:cubicBezTo>
                    <a:pt x="37" y="9"/>
                    <a:pt x="37" y="9"/>
                    <a:pt x="37" y="19"/>
                  </a:cubicBezTo>
                  <a:lnTo>
                    <a:pt x="28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"/>
            <p:cNvSpPr/>
            <p:nvPr/>
          </p:nvSpPr>
          <p:spPr>
            <a:xfrm>
              <a:off x="2981481" y="2921794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37" y="46"/>
                  </a:moveTo>
                  <a:lnTo>
                    <a:pt x="37" y="46"/>
                  </a:lnTo>
                  <a:cubicBezTo>
                    <a:pt x="37" y="37"/>
                    <a:pt x="37" y="37"/>
                    <a:pt x="37" y="37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lnTo>
                    <a:pt x="0" y="46"/>
                  </a:ln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46"/>
                  </a:cubicBezTo>
                  <a:cubicBezTo>
                    <a:pt x="9" y="46"/>
                    <a:pt x="9" y="46"/>
                    <a:pt x="18" y="46"/>
                  </a:cubicBezTo>
                  <a:cubicBezTo>
                    <a:pt x="18" y="46"/>
                    <a:pt x="18" y="46"/>
                    <a:pt x="28" y="46"/>
                  </a:cubicBezTo>
                  <a:lnTo>
                    <a:pt x="28" y="37"/>
                  </a:lnTo>
                  <a:cubicBezTo>
                    <a:pt x="28" y="28"/>
                    <a:pt x="37" y="28"/>
                    <a:pt x="37" y="28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46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1"/>
            <p:cNvSpPr/>
            <p:nvPr/>
          </p:nvSpPr>
          <p:spPr>
            <a:xfrm>
              <a:off x="2988030" y="2921794"/>
              <a:ext cx="9527" cy="5953"/>
            </a:xfrm>
            <a:custGeom>
              <a:rect b="b" l="l" r="r" t="t"/>
              <a:pathLst>
                <a:path extrusionOk="0" h="47" w="76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8" y="0"/>
                  </a:cubicBezTo>
                  <a:cubicBezTo>
                    <a:pt x="38" y="0"/>
                    <a:pt x="38" y="0"/>
                    <a:pt x="38" y="9"/>
                  </a:cubicBezTo>
                  <a:cubicBezTo>
                    <a:pt x="38" y="0"/>
                    <a:pt x="47" y="0"/>
                    <a:pt x="47" y="0"/>
                  </a:cubicBezTo>
                  <a:lnTo>
                    <a:pt x="56" y="0"/>
                  </a:lnTo>
                  <a:cubicBezTo>
                    <a:pt x="65" y="0"/>
                    <a:pt x="75" y="0"/>
                    <a:pt x="75" y="19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5" y="0"/>
                    <a:pt x="56" y="0"/>
                    <a:pt x="56" y="0"/>
                  </a:cubicBezTo>
                  <a:cubicBezTo>
                    <a:pt x="56" y="0"/>
                    <a:pt x="47" y="0"/>
                    <a:pt x="47" y="9"/>
                  </a:cubicBezTo>
                  <a:cubicBezTo>
                    <a:pt x="47" y="9"/>
                    <a:pt x="47" y="9"/>
                    <a:pt x="38" y="19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27" y="9"/>
                    <a:pt x="27" y="9"/>
                    <a:pt x="27" y="0"/>
                  </a:cubicBezTo>
                  <a:cubicBezTo>
                    <a:pt x="18" y="0"/>
                    <a:pt x="18" y="0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"/>
            <p:cNvSpPr/>
            <p:nvPr/>
          </p:nvSpPr>
          <p:spPr>
            <a:xfrm>
              <a:off x="3002916" y="2919413"/>
              <a:ext cx="5954" cy="8334"/>
            </a:xfrm>
            <a:custGeom>
              <a:rect b="b" l="l" r="r" t="t"/>
              <a:pathLst>
                <a:path extrusionOk="0" h="65" w="47">
                  <a:moveTo>
                    <a:pt x="46" y="64"/>
                  </a:moveTo>
                  <a:lnTo>
                    <a:pt x="46" y="64"/>
                  </a:lnTo>
                  <a:cubicBezTo>
                    <a:pt x="37" y="64"/>
                    <a:pt x="37" y="64"/>
                    <a:pt x="37" y="64"/>
                  </a:cubicBezTo>
                  <a:cubicBezTo>
                    <a:pt x="37" y="55"/>
                    <a:pt x="37" y="55"/>
                    <a:pt x="37" y="55"/>
                  </a:cubicBezTo>
                  <a:lnTo>
                    <a:pt x="37" y="64"/>
                  </a:lnTo>
                  <a:cubicBezTo>
                    <a:pt x="28" y="64"/>
                    <a:pt x="28" y="64"/>
                    <a:pt x="28" y="64"/>
                  </a:cubicBezTo>
                  <a:cubicBezTo>
                    <a:pt x="19" y="64"/>
                    <a:pt x="19" y="64"/>
                    <a:pt x="19" y="64"/>
                  </a:cubicBezTo>
                  <a:lnTo>
                    <a:pt x="9" y="64"/>
                  </a:lnTo>
                  <a:lnTo>
                    <a:pt x="0" y="64"/>
                  </a:lnTo>
                  <a:cubicBezTo>
                    <a:pt x="0" y="55"/>
                    <a:pt x="0" y="55"/>
                    <a:pt x="0" y="5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9" y="18"/>
                    <a:pt x="9" y="18"/>
                  </a:cubicBezTo>
                  <a:lnTo>
                    <a:pt x="19" y="18"/>
                  </a:lnTo>
                  <a:cubicBezTo>
                    <a:pt x="19" y="18"/>
                    <a:pt x="19" y="18"/>
                    <a:pt x="28" y="18"/>
                  </a:cubicBezTo>
                  <a:cubicBezTo>
                    <a:pt x="28" y="18"/>
                    <a:pt x="28" y="18"/>
                    <a:pt x="37" y="18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46" y="64"/>
                  </a:lnTo>
                  <a:close/>
                  <a:moveTo>
                    <a:pt x="0" y="46"/>
                  </a:moveTo>
                  <a:lnTo>
                    <a:pt x="0" y="46"/>
                  </a:lnTo>
                  <a:cubicBezTo>
                    <a:pt x="0" y="55"/>
                    <a:pt x="9" y="55"/>
                    <a:pt x="9" y="55"/>
                  </a:cubicBezTo>
                  <a:lnTo>
                    <a:pt x="9" y="64"/>
                  </a:lnTo>
                  <a:lnTo>
                    <a:pt x="19" y="64"/>
                  </a:lnTo>
                  <a:lnTo>
                    <a:pt x="28" y="64"/>
                  </a:lnTo>
                  <a:lnTo>
                    <a:pt x="28" y="55"/>
                  </a:lnTo>
                  <a:cubicBezTo>
                    <a:pt x="37" y="55"/>
                    <a:pt x="37" y="55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27"/>
                    <a:pt x="37" y="27"/>
                    <a:pt x="28" y="27"/>
                  </a:cubicBezTo>
                  <a:cubicBezTo>
                    <a:pt x="28" y="18"/>
                    <a:pt x="19" y="18"/>
                    <a:pt x="19" y="18"/>
                  </a:cubicBezTo>
                  <a:cubicBezTo>
                    <a:pt x="19" y="18"/>
                    <a:pt x="9" y="18"/>
                    <a:pt x="9" y="27"/>
                  </a:cubicBezTo>
                  <a:cubicBezTo>
                    <a:pt x="9" y="27"/>
                    <a:pt x="0" y="27"/>
                    <a:pt x="0" y="37"/>
                  </a:cubicBezTo>
                  <a:cubicBezTo>
                    <a:pt x="0" y="37"/>
                    <a:pt x="0" y="37"/>
                    <a:pt x="0" y="46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"/>
            <p:cNvSpPr/>
            <p:nvPr/>
          </p:nvSpPr>
          <p:spPr>
            <a:xfrm>
              <a:off x="3010657" y="2921794"/>
              <a:ext cx="5954" cy="5953"/>
            </a:xfrm>
            <a:custGeom>
              <a:rect b="b" l="l" r="r" t="t"/>
              <a:pathLst>
                <a:path extrusionOk="0" h="47" w="49">
                  <a:moveTo>
                    <a:pt x="19" y="0"/>
                  </a:moveTo>
                  <a:lnTo>
                    <a:pt x="19" y="0"/>
                  </a:lnTo>
                  <a:lnTo>
                    <a:pt x="29" y="0"/>
                  </a:lnTo>
                  <a:cubicBezTo>
                    <a:pt x="29" y="0"/>
                    <a:pt x="38" y="0"/>
                    <a:pt x="38" y="9"/>
                  </a:cubicBezTo>
                  <a:cubicBezTo>
                    <a:pt x="38" y="19"/>
                    <a:pt x="48" y="19"/>
                    <a:pt x="48" y="28"/>
                  </a:cubicBezTo>
                  <a:cubicBezTo>
                    <a:pt x="48" y="28"/>
                    <a:pt x="38" y="28"/>
                    <a:pt x="38" y="37"/>
                  </a:cubicBezTo>
                  <a:cubicBezTo>
                    <a:pt x="38" y="37"/>
                    <a:pt x="38" y="37"/>
                    <a:pt x="38" y="46"/>
                  </a:cubicBezTo>
                  <a:lnTo>
                    <a:pt x="29" y="46"/>
                  </a:lnTo>
                  <a:lnTo>
                    <a:pt x="19" y="46"/>
                  </a:lnTo>
                  <a:lnTo>
                    <a:pt x="9" y="46"/>
                  </a:lnTo>
                  <a:lnTo>
                    <a:pt x="0" y="46"/>
                  </a:lnTo>
                  <a:cubicBezTo>
                    <a:pt x="0" y="37"/>
                    <a:pt x="0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9"/>
                  </a:cubicBezTo>
                  <a:cubicBezTo>
                    <a:pt x="0" y="0"/>
                    <a:pt x="9" y="0"/>
                    <a:pt x="9" y="0"/>
                  </a:cubicBezTo>
                  <a:lnTo>
                    <a:pt x="19" y="0"/>
                  </a:lnTo>
                  <a:close/>
                  <a:moveTo>
                    <a:pt x="19" y="0"/>
                  </a:moveTo>
                  <a:lnTo>
                    <a:pt x="19" y="0"/>
                  </a:lnTo>
                  <a:cubicBezTo>
                    <a:pt x="19" y="0"/>
                    <a:pt x="9" y="0"/>
                    <a:pt x="9" y="9"/>
                  </a:cubicBezTo>
                  <a:cubicBezTo>
                    <a:pt x="0" y="9"/>
                    <a:pt x="0" y="9"/>
                    <a:pt x="0" y="19"/>
                  </a:cubicBezTo>
                  <a:cubicBezTo>
                    <a:pt x="0" y="19"/>
                    <a:pt x="0" y="19"/>
                    <a:pt x="0" y="28"/>
                  </a:cubicBezTo>
                  <a:cubicBezTo>
                    <a:pt x="0" y="37"/>
                    <a:pt x="0" y="37"/>
                    <a:pt x="9" y="37"/>
                  </a:cubicBezTo>
                  <a:lnTo>
                    <a:pt x="9" y="46"/>
                  </a:lnTo>
                  <a:lnTo>
                    <a:pt x="19" y="46"/>
                  </a:lnTo>
                  <a:lnTo>
                    <a:pt x="29" y="46"/>
                  </a:lnTo>
                  <a:lnTo>
                    <a:pt x="29" y="37"/>
                  </a:lnTo>
                  <a:cubicBezTo>
                    <a:pt x="38" y="37"/>
                    <a:pt x="38" y="37"/>
                    <a:pt x="38" y="2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9"/>
                    <a:pt x="38" y="9"/>
                    <a:pt x="29" y="9"/>
                  </a:cubicBezTo>
                  <a:cubicBezTo>
                    <a:pt x="29" y="9"/>
                    <a:pt x="29" y="9"/>
                    <a:pt x="29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"/>
            <p:cNvSpPr/>
            <p:nvPr/>
          </p:nvSpPr>
          <p:spPr>
            <a:xfrm>
              <a:off x="3017802" y="2919413"/>
              <a:ext cx="0" cy="8334"/>
            </a:xfrm>
            <a:custGeom>
              <a:rect b="b" l="l" r="r" t="t"/>
              <a:pathLst>
                <a:path extrusionOk="0" h="65" w="1">
                  <a:moveTo>
                    <a:pt x="0" y="0"/>
                  </a:moveTo>
                  <a:lnTo>
                    <a:pt x="0" y="0"/>
                  </a:lnTo>
                  <a:lnTo>
                    <a:pt x="0" y="64"/>
                  </a:ln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"/>
            <p:cNvSpPr/>
            <p:nvPr/>
          </p:nvSpPr>
          <p:spPr>
            <a:xfrm>
              <a:off x="3018993" y="2921794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27" y="0"/>
                    <a:pt x="37" y="0"/>
                  </a:cubicBezTo>
                  <a:cubicBezTo>
                    <a:pt x="37" y="0"/>
                    <a:pt x="37" y="0"/>
                    <a:pt x="46" y="9"/>
                  </a:cubicBezTo>
                  <a:cubicBezTo>
                    <a:pt x="46" y="19"/>
                    <a:pt x="46" y="19"/>
                    <a:pt x="46" y="28"/>
                  </a:cubicBezTo>
                  <a:cubicBezTo>
                    <a:pt x="46" y="28"/>
                    <a:pt x="46" y="28"/>
                    <a:pt x="46" y="37"/>
                  </a:cubicBezTo>
                  <a:cubicBezTo>
                    <a:pt x="46" y="37"/>
                    <a:pt x="46" y="37"/>
                    <a:pt x="4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37"/>
                    <a:pt x="0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9"/>
                  </a:cubicBezTo>
                  <a:lnTo>
                    <a:pt x="9" y="9"/>
                  </a:ln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lose/>
                  <a:moveTo>
                    <a:pt x="27" y="0"/>
                  </a:moveTo>
                  <a:lnTo>
                    <a:pt x="27" y="0"/>
                  </a:lnTo>
                  <a:cubicBezTo>
                    <a:pt x="18" y="0"/>
                    <a:pt x="18" y="0"/>
                    <a:pt x="18" y="0"/>
                  </a:cubicBezTo>
                  <a:cubicBezTo>
                    <a:pt x="18" y="9"/>
                    <a:pt x="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19"/>
                    <a:pt x="9" y="19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18" y="37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28"/>
                  </a:cubicBezTo>
                  <a:lnTo>
                    <a:pt x="46" y="28"/>
                  </a:lnTo>
                  <a:cubicBezTo>
                    <a:pt x="46" y="19"/>
                    <a:pt x="37" y="19"/>
                    <a:pt x="37" y="1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27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"/>
            <p:cNvSpPr/>
            <p:nvPr/>
          </p:nvSpPr>
          <p:spPr>
            <a:xfrm>
              <a:off x="3026734" y="2921794"/>
              <a:ext cx="2977" cy="5953"/>
            </a:xfrm>
            <a:custGeom>
              <a:rect b="b" l="l" r="r" t="t"/>
              <a:pathLst>
                <a:path extrusionOk="0" h="47" w="2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18" y="0"/>
                    <a:pt x="18" y="0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"/>
            <p:cNvSpPr/>
            <p:nvPr/>
          </p:nvSpPr>
          <p:spPr>
            <a:xfrm>
              <a:off x="3033879" y="2921794"/>
              <a:ext cx="4763" cy="5953"/>
            </a:xfrm>
            <a:custGeom>
              <a:rect b="b" l="l" r="r" t="t"/>
              <a:pathLst>
                <a:path extrusionOk="0" h="47" w="39">
                  <a:moveTo>
                    <a:pt x="29" y="9"/>
                  </a:moveTo>
                  <a:lnTo>
                    <a:pt x="29" y="9"/>
                  </a:lnTo>
                  <a:cubicBezTo>
                    <a:pt x="29" y="0"/>
                    <a:pt x="29" y="0"/>
                    <a:pt x="2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19"/>
                    <a:pt x="9" y="19"/>
                    <a:pt x="1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8" y="19"/>
                    <a:pt x="38" y="28"/>
                    <a:pt x="38" y="28"/>
                  </a:cubicBezTo>
                  <a:cubicBezTo>
                    <a:pt x="38" y="28"/>
                    <a:pt x="38" y="28"/>
                    <a:pt x="38" y="37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29" y="46"/>
                    <a:pt x="29" y="46"/>
                    <a:pt x="29" y="46"/>
                  </a:cubicBezTo>
                  <a:lnTo>
                    <a:pt x="18" y="46"/>
                  </a:lnTo>
                  <a:lnTo>
                    <a:pt x="9" y="46"/>
                  </a:lnTo>
                  <a:cubicBezTo>
                    <a:pt x="0" y="46"/>
                    <a:pt x="0" y="37"/>
                    <a:pt x="0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18" y="46"/>
                    <a:pt x="18" y="46"/>
                  </a:cubicBezTo>
                  <a:lnTo>
                    <a:pt x="29" y="46"/>
                  </a:lnTo>
                  <a:cubicBezTo>
                    <a:pt x="29" y="37"/>
                    <a:pt x="29" y="37"/>
                    <a:pt x="38" y="37"/>
                  </a:cubicBezTo>
                  <a:lnTo>
                    <a:pt x="38" y="28"/>
                  </a:lnTo>
                  <a:cubicBezTo>
                    <a:pt x="29" y="28"/>
                    <a:pt x="29" y="28"/>
                    <a:pt x="29" y="28"/>
                  </a:cubicBezTo>
                  <a:cubicBezTo>
                    <a:pt x="29" y="28"/>
                    <a:pt x="29" y="28"/>
                    <a:pt x="18" y="28"/>
                  </a:cubicBezTo>
                  <a:cubicBezTo>
                    <a:pt x="9" y="28"/>
                    <a:pt x="9" y="19"/>
                    <a:pt x="9" y="19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0" y="9"/>
                  </a:lnTo>
                  <a:cubicBezTo>
                    <a:pt x="0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9" y="0"/>
                  </a:lnTo>
                  <a:cubicBezTo>
                    <a:pt x="29" y="0"/>
                    <a:pt x="29" y="0"/>
                    <a:pt x="38" y="0"/>
                  </a:cubicBezTo>
                  <a:cubicBezTo>
                    <a:pt x="38" y="0"/>
                    <a:pt x="38" y="0"/>
                    <a:pt x="38" y="9"/>
                  </a:cubicBezTo>
                  <a:lnTo>
                    <a:pt x="29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"/>
            <p:cNvSpPr/>
            <p:nvPr/>
          </p:nvSpPr>
          <p:spPr>
            <a:xfrm>
              <a:off x="3040428" y="2919413"/>
              <a:ext cx="595" cy="8334"/>
            </a:xfrm>
            <a:custGeom>
              <a:rect b="b" l="l" r="r" t="t"/>
              <a:pathLst>
                <a:path extrusionOk="0" h="65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64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1"/>
            <p:cNvSpPr/>
            <p:nvPr/>
          </p:nvSpPr>
          <p:spPr>
            <a:xfrm>
              <a:off x="3042810" y="2919413"/>
              <a:ext cx="1786" cy="8334"/>
            </a:xfrm>
            <a:custGeom>
              <a:rect b="b" l="l" r="r" t="t"/>
              <a:pathLst>
                <a:path extrusionOk="0" h="65" w="19">
                  <a:moveTo>
                    <a:pt x="9" y="18"/>
                  </a:moveTo>
                  <a:lnTo>
                    <a:pt x="9" y="18"/>
                  </a:lnTo>
                  <a:cubicBezTo>
                    <a:pt x="18" y="18"/>
                    <a:pt x="18" y="18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64"/>
                    <a:pt x="9" y="64"/>
                    <a:pt x="18" y="64"/>
                  </a:cubicBezTo>
                  <a:cubicBezTo>
                    <a:pt x="9" y="64"/>
                    <a:pt x="9" y="64"/>
                    <a:pt x="9" y="64"/>
                  </a:cubicBezTo>
                  <a:lnTo>
                    <a:pt x="9" y="55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"/>
            <p:cNvSpPr/>
            <p:nvPr/>
          </p:nvSpPr>
          <p:spPr>
            <a:xfrm>
              <a:off x="3050551" y="2921794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0" y="9"/>
                  </a:moveTo>
                  <a:lnTo>
                    <a:pt x="0" y="9"/>
                  </a:lnTo>
                  <a:cubicBezTo>
                    <a:pt x="0" y="9"/>
                    <a:pt x="0" y="0"/>
                    <a:pt x="10" y="0"/>
                  </a:cubicBezTo>
                  <a:lnTo>
                    <a:pt x="19" y="0"/>
                  </a:lnTo>
                  <a:lnTo>
                    <a:pt x="28" y="0"/>
                  </a:lnTo>
                  <a:cubicBezTo>
                    <a:pt x="37" y="0"/>
                    <a:pt x="37" y="0"/>
                    <a:pt x="37" y="0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46"/>
                  </a:lnTo>
                  <a:cubicBezTo>
                    <a:pt x="46" y="46"/>
                    <a:pt x="46" y="46"/>
                    <a:pt x="4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28" y="37"/>
                    <a:pt x="28" y="37"/>
                    <a:pt x="28" y="37"/>
                  </a:cubicBezTo>
                  <a:lnTo>
                    <a:pt x="28" y="46"/>
                  </a:lnTo>
                  <a:lnTo>
                    <a:pt x="19" y="46"/>
                  </a:lnTo>
                  <a:cubicBezTo>
                    <a:pt x="10" y="46"/>
                    <a:pt x="10" y="46"/>
                    <a:pt x="10" y="46"/>
                  </a:cubicBezTo>
                  <a:lnTo>
                    <a:pt x="0" y="46"/>
                  </a:lnTo>
                  <a:cubicBezTo>
                    <a:pt x="0" y="46"/>
                    <a:pt x="0" y="46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19"/>
                    <a:pt x="10" y="19"/>
                  </a:cubicBezTo>
                  <a:cubicBezTo>
                    <a:pt x="10" y="19"/>
                    <a:pt x="10" y="19"/>
                    <a:pt x="19" y="19"/>
                  </a:cubicBezTo>
                  <a:cubicBezTo>
                    <a:pt x="19" y="19"/>
                    <a:pt x="19" y="19"/>
                    <a:pt x="28" y="19"/>
                  </a:cubicBezTo>
                  <a:lnTo>
                    <a:pt x="28" y="9"/>
                  </a:lnTo>
                  <a:lnTo>
                    <a:pt x="28" y="0"/>
                  </a:lnTo>
                  <a:cubicBezTo>
                    <a:pt x="19" y="0"/>
                    <a:pt x="19" y="0"/>
                    <a:pt x="19" y="0"/>
                  </a:cubicBezTo>
                  <a:lnTo>
                    <a:pt x="10" y="0"/>
                  </a:lnTo>
                  <a:cubicBezTo>
                    <a:pt x="10" y="9"/>
                    <a:pt x="10" y="9"/>
                    <a:pt x="10" y="9"/>
                  </a:cubicBezTo>
                  <a:lnTo>
                    <a:pt x="0" y="9"/>
                  </a:lnTo>
                  <a:close/>
                  <a:moveTo>
                    <a:pt x="28" y="19"/>
                  </a:moveTo>
                  <a:lnTo>
                    <a:pt x="28" y="19"/>
                  </a:lnTo>
                  <a:lnTo>
                    <a:pt x="19" y="28"/>
                  </a:lnTo>
                  <a:lnTo>
                    <a:pt x="10" y="28"/>
                  </a:lnTo>
                  <a:cubicBezTo>
                    <a:pt x="0" y="28"/>
                    <a:pt x="0" y="28"/>
                    <a:pt x="0" y="37"/>
                  </a:cubicBezTo>
                  <a:cubicBezTo>
                    <a:pt x="0" y="37"/>
                    <a:pt x="0" y="37"/>
                    <a:pt x="10" y="37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6"/>
                    <a:pt x="10" y="46"/>
                    <a:pt x="19" y="46"/>
                  </a:cubicBezTo>
                  <a:cubicBezTo>
                    <a:pt x="28" y="46"/>
                    <a:pt x="28" y="37"/>
                    <a:pt x="28" y="37"/>
                  </a:cubicBezTo>
                  <a:lnTo>
                    <a:pt x="28" y="28"/>
                  </a:lnTo>
                  <a:lnTo>
                    <a:pt x="28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"/>
            <p:cNvSpPr/>
            <p:nvPr/>
          </p:nvSpPr>
          <p:spPr>
            <a:xfrm>
              <a:off x="3056505" y="2921794"/>
              <a:ext cx="9527" cy="5953"/>
            </a:xfrm>
            <a:custGeom>
              <a:rect b="b" l="l" r="r" t="t"/>
              <a:pathLst>
                <a:path extrusionOk="0" h="47" w="76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0"/>
                    <a:pt x="11" y="0"/>
                    <a:pt x="20" y="0"/>
                  </a:cubicBezTo>
                  <a:cubicBezTo>
                    <a:pt x="20" y="0"/>
                    <a:pt x="20" y="0"/>
                    <a:pt x="29" y="0"/>
                  </a:cubicBezTo>
                  <a:cubicBezTo>
                    <a:pt x="29" y="0"/>
                    <a:pt x="29" y="0"/>
                    <a:pt x="38" y="0"/>
                  </a:cubicBezTo>
                  <a:cubicBezTo>
                    <a:pt x="38" y="0"/>
                    <a:pt x="38" y="0"/>
                    <a:pt x="38" y="9"/>
                  </a:cubicBezTo>
                  <a:cubicBezTo>
                    <a:pt x="38" y="0"/>
                    <a:pt x="48" y="0"/>
                    <a:pt x="48" y="0"/>
                  </a:cubicBezTo>
                  <a:lnTo>
                    <a:pt x="57" y="0"/>
                  </a:lnTo>
                  <a:cubicBezTo>
                    <a:pt x="66" y="0"/>
                    <a:pt x="75" y="0"/>
                    <a:pt x="75" y="9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0"/>
                    <a:pt x="57" y="0"/>
                    <a:pt x="57" y="0"/>
                  </a:cubicBezTo>
                  <a:lnTo>
                    <a:pt x="48" y="0"/>
                  </a:lnTo>
                  <a:lnTo>
                    <a:pt x="48" y="9"/>
                  </a:lnTo>
                  <a:cubicBezTo>
                    <a:pt x="48" y="9"/>
                    <a:pt x="48" y="9"/>
                    <a:pt x="38" y="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9"/>
                    <a:pt x="11" y="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"/>
            <p:cNvSpPr/>
            <p:nvPr/>
          </p:nvSpPr>
          <p:spPr>
            <a:xfrm>
              <a:off x="3067818" y="2921794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0" y="28"/>
                  </a:moveTo>
                  <a:lnTo>
                    <a:pt x="0" y="28"/>
                  </a:lnTo>
                  <a:cubicBezTo>
                    <a:pt x="9" y="37"/>
                    <a:pt x="9" y="37"/>
                    <a:pt x="9" y="37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28" y="46"/>
                    <a:pt x="28" y="46"/>
                    <a:pt x="28" y="37"/>
                  </a:cubicBezTo>
                  <a:cubicBezTo>
                    <a:pt x="37" y="37"/>
                    <a:pt x="37" y="37"/>
                    <a:pt x="37" y="28"/>
                  </a:cubicBezTo>
                  <a:cubicBezTo>
                    <a:pt x="37" y="37"/>
                    <a:pt x="37" y="37"/>
                    <a:pt x="37" y="46"/>
                  </a:cubicBezTo>
                  <a:cubicBezTo>
                    <a:pt x="28" y="46"/>
                    <a:pt x="28" y="46"/>
                    <a:pt x="19" y="46"/>
                  </a:cubicBezTo>
                  <a:lnTo>
                    <a:pt x="9" y="46"/>
                  </a:lnTo>
                  <a:cubicBezTo>
                    <a:pt x="9" y="46"/>
                    <a:pt x="0" y="46"/>
                    <a:pt x="0" y="37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9"/>
                  </a:cubicBezTo>
                  <a:cubicBezTo>
                    <a:pt x="0" y="9"/>
                    <a:pt x="0" y="9"/>
                    <a:pt x="0" y="0"/>
                  </a:cubicBezTo>
                  <a:lnTo>
                    <a:pt x="9" y="0"/>
                  </a:lnTo>
                  <a:lnTo>
                    <a:pt x="19" y="0"/>
                  </a:lnTo>
                  <a:cubicBezTo>
                    <a:pt x="28" y="0"/>
                    <a:pt x="28" y="0"/>
                    <a:pt x="28" y="0"/>
                  </a:cubicBezTo>
                  <a:cubicBezTo>
                    <a:pt x="37" y="0"/>
                    <a:pt x="37" y="0"/>
                    <a:pt x="37" y="9"/>
                  </a:cubicBezTo>
                  <a:cubicBezTo>
                    <a:pt x="37" y="19"/>
                    <a:pt x="37" y="19"/>
                    <a:pt x="37" y="28"/>
                  </a:cubicBezTo>
                  <a:lnTo>
                    <a:pt x="0" y="28"/>
                  </a:lnTo>
                  <a:close/>
                  <a:moveTo>
                    <a:pt x="37" y="19"/>
                  </a:moveTo>
                  <a:lnTo>
                    <a:pt x="37" y="19"/>
                  </a:lnTo>
                  <a:cubicBezTo>
                    <a:pt x="37" y="19"/>
                    <a:pt x="37" y="19"/>
                    <a:pt x="37" y="9"/>
                  </a:cubicBezTo>
                  <a:lnTo>
                    <a:pt x="28" y="9"/>
                  </a:lnTo>
                  <a:lnTo>
                    <a:pt x="28" y="0"/>
                  </a:lnTo>
                  <a:lnTo>
                    <a:pt x="19" y="0"/>
                  </a:lnTo>
                  <a:cubicBezTo>
                    <a:pt x="19" y="0"/>
                    <a:pt x="19" y="0"/>
                    <a:pt x="9" y="0"/>
                  </a:cubicBezTo>
                  <a:lnTo>
                    <a:pt x="9" y="9"/>
                  </a:lnTo>
                  <a:cubicBezTo>
                    <a:pt x="0" y="19"/>
                    <a:pt x="0" y="19"/>
                    <a:pt x="0" y="19"/>
                  </a:cubicBezTo>
                  <a:lnTo>
                    <a:pt x="37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"/>
            <p:cNvSpPr/>
            <p:nvPr/>
          </p:nvSpPr>
          <p:spPr>
            <a:xfrm>
              <a:off x="3074368" y="2919413"/>
              <a:ext cx="1786" cy="8334"/>
            </a:xfrm>
            <a:custGeom>
              <a:rect b="b" l="l" r="r" t="t"/>
              <a:pathLst>
                <a:path extrusionOk="0" h="65" w="19">
                  <a:moveTo>
                    <a:pt x="9" y="18"/>
                  </a:moveTo>
                  <a:lnTo>
                    <a:pt x="9" y="18"/>
                  </a:lnTo>
                  <a:cubicBezTo>
                    <a:pt x="18" y="18"/>
                    <a:pt x="18" y="18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9" y="64"/>
                    <a:pt x="9" y="64"/>
                    <a:pt x="9" y="64"/>
                  </a:cubicBezTo>
                  <a:lnTo>
                    <a:pt x="9" y="55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1"/>
            <p:cNvSpPr/>
            <p:nvPr/>
          </p:nvSpPr>
          <p:spPr>
            <a:xfrm>
              <a:off x="3079131" y="2927152"/>
              <a:ext cx="595" cy="1786"/>
            </a:xfrm>
            <a:custGeom>
              <a:rect b="b" l="l" r="r" t="t"/>
              <a:pathLst>
                <a:path extrusionOk="0" h="19" w="10">
                  <a:moveTo>
                    <a:pt x="9" y="0"/>
                  </a:moveTo>
                  <a:lnTo>
                    <a:pt x="9" y="0"/>
                  </a:ln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18"/>
                  </a:cubicBezTo>
                  <a:cubicBezTo>
                    <a:pt x="9" y="18"/>
                    <a:pt x="9" y="18"/>
                    <a:pt x="0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9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1"/>
            <p:cNvSpPr/>
            <p:nvPr/>
          </p:nvSpPr>
          <p:spPr>
            <a:xfrm>
              <a:off x="3085681" y="2921794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37" y="9"/>
                  </a:moveTo>
                  <a:lnTo>
                    <a:pt x="37" y="9"/>
                  </a:lnTo>
                  <a:cubicBezTo>
                    <a:pt x="37" y="9"/>
                    <a:pt x="37" y="9"/>
                    <a:pt x="28" y="0"/>
                  </a:cubicBezTo>
                  <a:cubicBezTo>
                    <a:pt x="28" y="0"/>
                    <a:pt x="28" y="0"/>
                    <a:pt x="18" y="0"/>
                  </a:cubicBezTo>
                  <a:cubicBezTo>
                    <a:pt x="9" y="0"/>
                    <a:pt x="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9" y="37"/>
                  </a:lnTo>
                  <a:cubicBezTo>
                    <a:pt x="9" y="37"/>
                    <a:pt x="9" y="37"/>
                    <a:pt x="18" y="3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28"/>
                  </a:lnTo>
                  <a:cubicBezTo>
                    <a:pt x="46" y="28"/>
                    <a:pt x="46" y="28"/>
                    <a:pt x="46" y="28"/>
                  </a:cubicBezTo>
                  <a:cubicBezTo>
                    <a:pt x="37" y="37"/>
                    <a:pt x="37" y="37"/>
                    <a:pt x="37" y="46"/>
                  </a:cubicBezTo>
                  <a:cubicBezTo>
                    <a:pt x="28" y="46"/>
                    <a:pt x="28" y="46"/>
                    <a:pt x="18" y="46"/>
                  </a:cubicBezTo>
                  <a:cubicBezTo>
                    <a:pt x="18" y="46"/>
                    <a:pt x="18" y="46"/>
                    <a:pt x="9" y="46"/>
                  </a:cubicBezTo>
                  <a:cubicBezTo>
                    <a:pt x="9" y="46"/>
                    <a:pt x="9" y="46"/>
                    <a:pt x="9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9"/>
                  </a:cubicBezTo>
                  <a:cubicBezTo>
                    <a:pt x="0" y="9"/>
                    <a:pt x="0" y="9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28" y="0"/>
                    <a:pt x="37" y="0"/>
                  </a:cubicBezTo>
                  <a:cubicBezTo>
                    <a:pt x="37" y="0"/>
                    <a:pt x="37" y="9"/>
                    <a:pt x="46" y="9"/>
                  </a:cubicBezTo>
                  <a:lnTo>
                    <a:pt x="37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"/>
            <p:cNvSpPr/>
            <p:nvPr/>
          </p:nvSpPr>
          <p:spPr>
            <a:xfrm>
              <a:off x="3091635" y="2921794"/>
              <a:ext cx="5954" cy="5953"/>
            </a:xfrm>
            <a:custGeom>
              <a:rect b="b" l="l" r="r" t="t"/>
              <a:pathLst>
                <a:path extrusionOk="0" h="47" w="48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27" y="0"/>
                    <a:pt x="36" y="0"/>
                  </a:cubicBezTo>
                  <a:cubicBezTo>
                    <a:pt x="36" y="0"/>
                    <a:pt x="36" y="0"/>
                    <a:pt x="47" y="0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27" y="46"/>
                  </a:ln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46"/>
                    <a:pt x="9" y="37"/>
                  </a:cubicBezTo>
                  <a:cubicBezTo>
                    <a:pt x="9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9"/>
                  </a:cubicBezTo>
                  <a:cubicBezTo>
                    <a:pt x="0" y="9"/>
                    <a:pt x="9" y="9"/>
                    <a:pt x="9" y="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lose/>
                  <a:moveTo>
                    <a:pt x="27" y="0"/>
                  </a:moveTo>
                  <a:lnTo>
                    <a:pt x="27" y="0"/>
                  </a:lnTo>
                  <a:cubicBezTo>
                    <a:pt x="18" y="0"/>
                    <a:pt x="18" y="0"/>
                    <a:pt x="18" y="0"/>
                  </a:cubicBezTo>
                  <a:lnTo>
                    <a:pt x="9" y="9"/>
                  </a:lnTo>
                  <a:cubicBezTo>
                    <a:pt x="9" y="9"/>
                    <a:pt x="9" y="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9" y="37"/>
                  </a:lnTo>
                  <a:lnTo>
                    <a:pt x="18" y="37"/>
                  </a:lnTo>
                  <a:cubicBezTo>
                    <a:pt x="18" y="46"/>
                    <a:pt x="18" y="46"/>
                    <a:pt x="27" y="46"/>
                  </a:cubicBezTo>
                  <a:cubicBezTo>
                    <a:pt x="27" y="46"/>
                    <a:pt x="27" y="46"/>
                    <a:pt x="36" y="37"/>
                  </a:cubicBezTo>
                  <a:lnTo>
                    <a:pt x="36" y="28"/>
                  </a:lnTo>
                  <a:cubicBezTo>
                    <a:pt x="47" y="28"/>
                    <a:pt x="47" y="28"/>
                    <a:pt x="47" y="19"/>
                  </a:cubicBezTo>
                  <a:cubicBezTo>
                    <a:pt x="47" y="19"/>
                    <a:pt x="47" y="19"/>
                    <a:pt x="36" y="19"/>
                  </a:cubicBezTo>
                  <a:cubicBezTo>
                    <a:pt x="36" y="9"/>
                    <a:pt x="36" y="9"/>
                    <a:pt x="36" y="9"/>
                  </a:cubicBezTo>
                  <a:lnTo>
                    <a:pt x="36" y="0"/>
                  </a:ln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1"/>
            <p:cNvSpPr/>
            <p:nvPr/>
          </p:nvSpPr>
          <p:spPr>
            <a:xfrm>
              <a:off x="3099376" y="2921794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19" y="0"/>
                  </a:cubicBez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0"/>
                    <a:pt x="37" y="0"/>
                  </a:cubicBezTo>
                  <a:cubicBezTo>
                    <a:pt x="37" y="0"/>
                    <a:pt x="37" y="0"/>
                    <a:pt x="37" y="9"/>
                  </a:cubicBezTo>
                  <a:cubicBezTo>
                    <a:pt x="37" y="9"/>
                    <a:pt x="46" y="9"/>
                    <a:pt x="46" y="19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9" y="0"/>
                    <a:pt x="9" y="9"/>
                  </a:cubicBezTo>
                  <a:lnTo>
                    <a:pt x="9" y="19"/>
                  </a:ln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"/>
            <p:cNvSpPr/>
            <p:nvPr/>
          </p:nvSpPr>
          <p:spPr>
            <a:xfrm>
              <a:off x="3105330" y="2921794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37" y="9"/>
                  </a:moveTo>
                  <a:lnTo>
                    <a:pt x="37" y="9"/>
                  </a:lnTo>
                  <a:lnTo>
                    <a:pt x="37" y="0"/>
                  </a:lnTo>
                  <a:cubicBezTo>
                    <a:pt x="28" y="0"/>
                    <a:pt x="28" y="0"/>
                    <a:pt x="2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8" y="19"/>
                    <a:pt x="28" y="19"/>
                    <a:pt x="28" y="19"/>
                  </a:cubicBezTo>
                  <a:lnTo>
                    <a:pt x="37" y="19"/>
                  </a:lnTo>
                  <a:cubicBezTo>
                    <a:pt x="37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37"/>
                  </a:cubicBezTo>
                  <a:cubicBezTo>
                    <a:pt x="37" y="37"/>
                    <a:pt x="37" y="46"/>
                    <a:pt x="37" y="46"/>
                  </a:cubicBezTo>
                  <a:cubicBezTo>
                    <a:pt x="37" y="46"/>
                    <a:pt x="37" y="46"/>
                    <a:pt x="28" y="46"/>
                  </a:cubicBezTo>
                  <a:cubicBezTo>
                    <a:pt x="18" y="46"/>
                    <a:pt x="18" y="46"/>
                    <a:pt x="9" y="46"/>
                  </a:cubicBezTo>
                  <a:cubicBezTo>
                    <a:pt x="9" y="37"/>
                    <a:pt x="9" y="37"/>
                    <a:pt x="0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18" y="37"/>
                  </a:cubicBezTo>
                  <a:cubicBezTo>
                    <a:pt x="18" y="37"/>
                    <a:pt x="18" y="46"/>
                    <a:pt x="28" y="46"/>
                  </a:cubicBezTo>
                  <a:cubicBezTo>
                    <a:pt x="28" y="46"/>
                    <a:pt x="28" y="37"/>
                    <a:pt x="37" y="3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28" y="2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8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6" y="9"/>
                    <a:pt x="46" y="9"/>
                    <a:pt x="46" y="9"/>
                  </a:cubicBezTo>
                  <a:lnTo>
                    <a:pt x="37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"/>
            <p:cNvSpPr/>
            <p:nvPr/>
          </p:nvSpPr>
          <p:spPr>
            <a:xfrm>
              <a:off x="3111880" y="2920603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9" y="28"/>
                  </a:moveTo>
                  <a:lnTo>
                    <a:pt x="9" y="28"/>
                  </a:ln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9" y="46"/>
                    <a:pt x="18" y="46"/>
                  </a:cubicBezTo>
                  <a:cubicBezTo>
                    <a:pt x="18" y="55"/>
                    <a:pt x="27" y="55"/>
                    <a:pt x="27" y="55"/>
                  </a:cubicBezTo>
                  <a:lnTo>
                    <a:pt x="37" y="46"/>
                  </a:lnTo>
                  <a:cubicBezTo>
                    <a:pt x="37" y="46"/>
                    <a:pt x="37" y="46"/>
                    <a:pt x="46" y="37"/>
                  </a:cubicBezTo>
                  <a:cubicBezTo>
                    <a:pt x="46" y="46"/>
                    <a:pt x="46" y="46"/>
                    <a:pt x="37" y="55"/>
                  </a:cubicBezTo>
                  <a:cubicBezTo>
                    <a:pt x="37" y="55"/>
                    <a:pt x="37" y="55"/>
                    <a:pt x="2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9" y="46"/>
                    <a:pt x="9" y="46"/>
                    <a:pt x="9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9" y="18"/>
                  </a:cubicBezTo>
                  <a:cubicBezTo>
                    <a:pt x="9" y="18"/>
                    <a:pt x="9" y="18"/>
                    <a:pt x="9" y="9"/>
                  </a:cubicBezTo>
                  <a:cubicBezTo>
                    <a:pt x="9" y="9"/>
                    <a:pt x="9" y="9"/>
                    <a:pt x="18" y="9"/>
                  </a:cubicBezTo>
                  <a:cubicBezTo>
                    <a:pt x="18" y="9"/>
                    <a:pt x="18" y="0"/>
                    <a:pt x="27" y="0"/>
                  </a:cubicBezTo>
                  <a:lnTo>
                    <a:pt x="37" y="9"/>
                  </a:lnTo>
                  <a:cubicBezTo>
                    <a:pt x="37" y="9"/>
                    <a:pt x="37" y="9"/>
                    <a:pt x="46" y="9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28"/>
                    <a:pt x="46" y="28"/>
                    <a:pt x="46" y="28"/>
                  </a:cubicBezTo>
                  <a:lnTo>
                    <a:pt x="9" y="28"/>
                  </a:lnTo>
                  <a:close/>
                  <a:moveTo>
                    <a:pt x="46" y="28"/>
                  </a:moveTo>
                  <a:lnTo>
                    <a:pt x="46" y="28"/>
                  </a:lnTo>
                  <a:lnTo>
                    <a:pt x="37" y="18"/>
                  </a:lnTo>
                  <a:cubicBezTo>
                    <a:pt x="37" y="9"/>
                    <a:pt x="37" y="9"/>
                    <a:pt x="37" y="9"/>
                  </a:cubicBezTo>
                  <a:cubicBezTo>
                    <a:pt x="27" y="9"/>
                    <a:pt x="27" y="9"/>
                    <a:pt x="27" y="9"/>
                  </a:cubicBezTo>
                  <a:lnTo>
                    <a:pt x="18" y="9"/>
                  </a:lnTo>
                  <a:cubicBezTo>
                    <a:pt x="18" y="9"/>
                    <a:pt x="18" y="9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lnTo>
                    <a:pt x="9" y="28"/>
                  </a:lnTo>
                  <a:lnTo>
                    <a:pt x="46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"/>
            <p:cNvSpPr/>
            <p:nvPr/>
          </p:nvSpPr>
          <p:spPr>
            <a:xfrm>
              <a:off x="3119025" y="2920603"/>
              <a:ext cx="5954" cy="7144"/>
            </a:xfrm>
            <a:custGeom>
              <a:rect b="b" l="l" r="r" t="t"/>
              <a:pathLst>
                <a:path extrusionOk="0" h="56" w="48">
                  <a:moveTo>
                    <a:pt x="38" y="18"/>
                  </a:moveTo>
                  <a:lnTo>
                    <a:pt x="38" y="18"/>
                  </a:lnTo>
                  <a:cubicBezTo>
                    <a:pt x="38" y="18"/>
                    <a:pt x="38" y="18"/>
                    <a:pt x="29" y="9"/>
                  </a:cubicBezTo>
                  <a:cubicBezTo>
                    <a:pt x="29" y="9"/>
                    <a:pt x="29" y="9"/>
                    <a:pt x="20" y="9"/>
                  </a:cubicBezTo>
                  <a:cubicBezTo>
                    <a:pt x="20" y="9"/>
                    <a:pt x="20" y="9"/>
                    <a:pt x="11" y="9"/>
                  </a:cubicBezTo>
                  <a:lnTo>
                    <a:pt x="11" y="18"/>
                  </a:lnTo>
                  <a:cubicBezTo>
                    <a:pt x="0" y="28"/>
                    <a:pt x="0" y="28"/>
                    <a:pt x="0" y="28"/>
                  </a:cubicBezTo>
                  <a:cubicBezTo>
                    <a:pt x="0" y="37"/>
                    <a:pt x="0" y="37"/>
                    <a:pt x="11" y="37"/>
                  </a:cubicBezTo>
                  <a:lnTo>
                    <a:pt x="11" y="46"/>
                  </a:lnTo>
                  <a:cubicBezTo>
                    <a:pt x="11" y="46"/>
                    <a:pt x="11" y="46"/>
                    <a:pt x="20" y="46"/>
                  </a:cubicBezTo>
                  <a:lnTo>
                    <a:pt x="20" y="55"/>
                  </a:lnTo>
                  <a:cubicBezTo>
                    <a:pt x="29" y="55"/>
                    <a:pt x="29" y="55"/>
                    <a:pt x="29" y="46"/>
                  </a:cubicBezTo>
                  <a:lnTo>
                    <a:pt x="38" y="46"/>
                  </a:lnTo>
                  <a:cubicBezTo>
                    <a:pt x="38" y="37"/>
                    <a:pt x="38" y="37"/>
                    <a:pt x="38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38" y="46"/>
                    <a:pt x="38" y="46"/>
                    <a:pt x="38" y="55"/>
                  </a:cubicBezTo>
                  <a:cubicBezTo>
                    <a:pt x="29" y="55"/>
                    <a:pt x="29" y="55"/>
                    <a:pt x="20" y="55"/>
                  </a:cubicBezTo>
                  <a:cubicBezTo>
                    <a:pt x="20" y="55"/>
                    <a:pt x="20" y="55"/>
                    <a:pt x="11" y="55"/>
                  </a:cubicBezTo>
                  <a:cubicBezTo>
                    <a:pt x="11" y="55"/>
                    <a:pt x="11" y="55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8"/>
                  </a:cubicBezTo>
                  <a:cubicBezTo>
                    <a:pt x="0" y="18"/>
                    <a:pt x="0" y="18"/>
                    <a:pt x="0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0" y="9"/>
                    <a:pt x="20" y="0"/>
                    <a:pt x="20" y="0"/>
                  </a:cubicBezTo>
                  <a:cubicBezTo>
                    <a:pt x="29" y="0"/>
                    <a:pt x="29" y="9"/>
                    <a:pt x="38" y="9"/>
                  </a:cubicBezTo>
                  <a:lnTo>
                    <a:pt x="38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"/>
            <p:cNvSpPr/>
            <p:nvPr/>
          </p:nvSpPr>
          <p:spPr>
            <a:xfrm>
              <a:off x="3125575" y="2919413"/>
              <a:ext cx="3572" cy="8334"/>
            </a:xfrm>
            <a:custGeom>
              <a:rect b="b" l="l" r="r" t="t"/>
              <a:pathLst>
                <a:path extrusionOk="0" h="65" w="29">
                  <a:moveTo>
                    <a:pt x="9" y="18"/>
                  </a:moveTo>
                  <a:lnTo>
                    <a:pt x="9" y="18"/>
                  </a:lnTo>
                  <a:cubicBezTo>
                    <a:pt x="28" y="18"/>
                    <a:pt x="28" y="18"/>
                    <a:pt x="2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9" y="55"/>
                    <a:pt x="19" y="55"/>
                  </a:cubicBezTo>
                  <a:cubicBezTo>
                    <a:pt x="19" y="55"/>
                    <a:pt x="19" y="55"/>
                    <a:pt x="28" y="55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19" y="64"/>
                    <a:pt x="19" y="64"/>
                    <a:pt x="19" y="64"/>
                  </a:cubicBezTo>
                  <a:lnTo>
                    <a:pt x="9" y="64"/>
                  </a:lnTo>
                  <a:lnTo>
                    <a:pt x="9" y="55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1"/>
            <p:cNvSpPr/>
            <p:nvPr/>
          </p:nvSpPr>
          <p:spPr>
            <a:xfrm>
              <a:off x="3129147" y="2920603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9" y="28"/>
                  </a:moveTo>
                  <a:lnTo>
                    <a:pt x="9" y="28"/>
                  </a:ln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lnTo>
                    <a:pt x="18" y="46"/>
                  </a:lnTo>
                  <a:cubicBezTo>
                    <a:pt x="18" y="46"/>
                    <a:pt x="18" y="55"/>
                    <a:pt x="27" y="55"/>
                  </a:cubicBezTo>
                  <a:cubicBezTo>
                    <a:pt x="27" y="55"/>
                    <a:pt x="27" y="46"/>
                    <a:pt x="36" y="46"/>
                  </a:cubicBezTo>
                  <a:cubicBezTo>
                    <a:pt x="36" y="46"/>
                    <a:pt x="36" y="46"/>
                    <a:pt x="36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46"/>
                    <a:pt x="46" y="46"/>
                    <a:pt x="36" y="55"/>
                  </a:cubicBezTo>
                  <a:lnTo>
                    <a:pt x="27" y="55"/>
                  </a:ln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9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8"/>
                  </a:cubicBezTo>
                  <a:cubicBezTo>
                    <a:pt x="0" y="18"/>
                    <a:pt x="9" y="18"/>
                    <a:pt x="9" y="9"/>
                  </a:cubicBezTo>
                  <a:cubicBezTo>
                    <a:pt x="9" y="9"/>
                    <a:pt x="9" y="9"/>
                    <a:pt x="18" y="9"/>
                  </a:cubicBezTo>
                  <a:cubicBezTo>
                    <a:pt x="18" y="9"/>
                    <a:pt x="18" y="0"/>
                    <a:pt x="27" y="0"/>
                  </a:cubicBezTo>
                  <a:cubicBezTo>
                    <a:pt x="27" y="0"/>
                    <a:pt x="27" y="9"/>
                    <a:pt x="36" y="9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28"/>
                    <a:pt x="46" y="28"/>
                    <a:pt x="46" y="28"/>
                  </a:cubicBezTo>
                  <a:lnTo>
                    <a:pt x="9" y="28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lnTo>
                    <a:pt x="36" y="18"/>
                  </a:lnTo>
                  <a:cubicBezTo>
                    <a:pt x="36" y="9"/>
                    <a:pt x="36" y="9"/>
                    <a:pt x="2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9" y="18"/>
                  </a:cubicBezTo>
                  <a:lnTo>
                    <a:pt x="9" y="28"/>
                  </a:lnTo>
                  <a:lnTo>
                    <a:pt x="36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1"/>
            <p:cNvSpPr/>
            <p:nvPr/>
          </p:nvSpPr>
          <p:spPr>
            <a:xfrm>
              <a:off x="3135697" y="2919413"/>
              <a:ext cx="2977" cy="8334"/>
            </a:xfrm>
            <a:custGeom>
              <a:rect b="b" l="l" r="r" t="t"/>
              <a:pathLst>
                <a:path extrusionOk="0" h="65" w="28">
                  <a:moveTo>
                    <a:pt x="18" y="18"/>
                  </a:moveTo>
                  <a:lnTo>
                    <a:pt x="18" y="18"/>
                  </a:lnTo>
                  <a:cubicBezTo>
                    <a:pt x="27" y="18"/>
                    <a:pt x="27" y="18"/>
                    <a:pt x="27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4"/>
                    <a:pt x="18" y="64"/>
                    <a:pt x="9" y="64"/>
                  </a:cubicBezTo>
                  <a:lnTo>
                    <a:pt x="9" y="55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8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1"/>
            <p:cNvSpPr/>
            <p:nvPr/>
          </p:nvSpPr>
          <p:spPr>
            <a:xfrm>
              <a:off x="3140461" y="2921794"/>
              <a:ext cx="4763" cy="5953"/>
            </a:xfrm>
            <a:custGeom>
              <a:rect b="b" l="l" r="r" t="t"/>
              <a:pathLst>
                <a:path extrusionOk="0" h="47" w="39">
                  <a:moveTo>
                    <a:pt x="38" y="46"/>
                  </a:moveTo>
                  <a:lnTo>
                    <a:pt x="38" y="46"/>
                  </a:lnTo>
                  <a:cubicBezTo>
                    <a:pt x="38" y="37"/>
                    <a:pt x="38" y="37"/>
                    <a:pt x="38" y="37"/>
                  </a:cubicBezTo>
                  <a:cubicBezTo>
                    <a:pt x="29" y="37"/>
                    <a:pt x="29" y="46"/>
                    <a:pt x="29" y="46"/>
                  </a:cubicBezTo>
                  <a:lnTo>
                    <a:pt x="20" y="46"/>
                  </a:lnTo>
                  <a:cubicBezTo>
                    <a:pt x="9" y="46"/>
                    <a:pt x="9" y="46"/>
                    <a:pt x="9" y="46"/>
                  </a:cubicBezTo>
                  <a:lnTo>
                    <a:pt x="0" y="46"/>
                  </a:lnTo>
                  <a:cubicBezTo>
                    <a:pt x="0" y="37"/>
                    <a:pt x="0" y="37"/>
                    <a:pt x="0" y="37"/>
                  </a:cubicBezTo>
                  <a:lnTo>
                    <a:pt x="0" y="28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9" y="46"/>
                    <a:pt x="20" y="46"/>
                  </a:cubicBezTo>
                  <a:cubicBezTo>
                    <a:pt x="20" y="46"/>
                    <a:pt x="20" y="37"/>
                    <a:pt x="29" y="37"/>
                  </a:cubicBezTo>
                  <a:lnTo>
                    <a:pt x="29" y="28"/>
                  </a:lnTo>
                  <a:cubicBezTo>
                    <a:pt x="38" y="28"/>
                    <a:pt x="38" y="28"/>
                    <a:pt x="38" y="19"/>
                  </a:cubicBezTo>
                  <a:cubicBezTo>
                    <a:pt x="38" y="0"/>
                    <a:pt x="38" y="0"/>
                    <a:pt x="38" y="0"/>
                  </a:cubicBezTo>
                  <a:lnTo>
                    <a:pt x="38" y="46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"/>
            <p:cNvSpPr/>
            <p:nvPr/>
          </p:nvSpPr>
          <p:spPr>
            <a:xfrm>
              <a:off x="3146415" y="2920603"/>
              <a:ext cx="3572" cy="7144"/>
            </a:xfrm>
            <a:custGeom>
              <a:rect b="b" l="l" r="r" t="t"/>
              <a:pathLst>
                <a:path extrusionOk="0" h="56" w="29">
                  <a:moveTo>
                    <a:pt x="0" y="9"/>
                  </a:moveTo>
                  <a:lnTo>
                    <a:pt x="0" y="9"/>
                  </a:lnTo>
                  <a:cubicBezTo>
                    <a:pt x="10" y="9"/>
                    <a:pt x="10" y="9"/>
                    <a:pt x="10" y="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9"/>
                    <a:pt x="10" y="9"/>
                    <a:pt x="19" y="9"/>
                  </a:cubicBezTo>
                  <a:lnTo>
                    <a:pt x="28" y="0"/>
                  </a:lnTo>
                  <a:cubicBezTo>
                    <a:pt x="28" y="9"/>
                    <a:pt x="28" y="9"/>
                    <a:pt x="28" y="9"/>
                  </a:cubicBezTo>
                  <a:lnTo>
                    <a:pt x="19" y="9"/>
                  </a:lnTo>
                  <a:cubicBezTo>
                    <a:pt x="19" y="9"/>
                    <a:pt x="19" y="9"/>
                    <a:pt x="19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1"/>
            <p:cNvSpPr/>
            <p:nvPr/>
          </p:nvSpPr>
          <p:spPr>
            <a:xfrm>
              <a:off x="3154155" y="2920603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0" y="18"/>
                  </a:moveTo>
                  <a:lnTo>
                    <a:pt x="0" y="18"/>
                  </a:lnTo>
                  <a:lnTo>
                    <a:pt x="10" y="9"/>
                  </a:lnTo>
                  <a:cubicBezTo>
                    <a:pt x="19" y="9"/>
                    <a:pt x="19" y="0"/>
                    <a:pt x="28" y="0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46" y="9"/>
                    <a:pt x="46" y="18"/>
                    <a:pt x="46" y="1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55"/>
                    <a:pt x="46" y="55"/>
                    <a:pt x="46" y="55"/>
                  </a:cubicBezTo>
                  <a:lnTo>
                    <a:pt x="37" y="55"/>
                  </a:lnTo>
                  <a:cubicBezTo>
                    <a:pt x="37" y="46"/>
                    <a:pt x="37" y="46"/>
                    <a:pt x="37" y="46"/>
                  </a:cubicBezTo>
                  <a:cubicBezTo>
                    <a:pt x="28" y="55"/>
                    <a:pt x="28" y="55"/>
                    <a:pt x="28" y="55"/>
                  </a:cubicBezTo>
                  <a:lnTo>
                    <a:pt x="19" y="55"/>
                  </a:lnTo>
                  <a:cubicBezTo>
                    <a:pt x="19" y="55"/>
                    <a:pt x="19" y="55"/>
                    <a:pt x="10" y="55"/>
                  </a:cubicBezTo>
                  <a:lnTo>
                    <a:pt x="0" y="46"/>
                  </a:lnTo>
                  <a:cubicBezTo>
                    <a:pt x="0" y="46"/>
                    <a:pt x="0" y="46"/>
                    <a:pt x="0" y="37"/>
                  </a:cubicBezTo>
                  <a:cubicBezTo>
                    <a:pt x="10" y="28"/>
                    <a:pt x="10" y="28"/>
                    <a:pt x="10" y="28"/>
                  </a:cubicBezTo>
                  <a:lnTo>
                    <a:pt x="19" y="28"/>
                  </a:lnTo>
                  <a:lnTo>
                    <a:pt x="28" y="28"/>
                  </a:lnTo>
                  <a:cubicBezTo>
                    <a:pt x="37" y="28"/>
                    <a:pt x="37" y="28"/>
                    <a:pt x="37" y="2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0" y="9"/>
                    <a:pt x="10" y="18"/>
                    <a:pt x="10" y="18"/>
                  </a:cubicBezTo>
                  <a:lnTo>
                    <a:pt x="0" y="18"/>
                  </a:lnTo>
                  <a:close/>
                  <a:moveTo>
                    <a:pt x="37" y="28"/>
                  </a:moveTo>
                  <a:lnTo>
                    <a:pt x="37" y="28"/>
                  </a:lnTo>
                  <a:lnTo>
                    <a:pt x="28" y="28"/>
                  </a:lnTo>
                  <a:cubicBezTo>
                    <a:pt x="19" y="28"/>
                    <a:pt x="19" y="28"/>
                    <a:pt x="19" y="28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6"/>
                    <a:pt x="10" y="46"/>
                    <a:pt x="19" y="46"/>
                  </a:cubicBezTo>
                  <a:lnTo>
                    <a:pt x="28" y="46"/>
                  </a:lnTo>
                  <a:cubicBezTo>
                    <a:pt x="37" y="46"/>
                    <a:pt x="37" y="46"/>
                    <a:pt x="37" y="37"/>
                  </a:cubicBezTo>
                  <a:lnTo>
                    <a:pt x="37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"/>
            <p:cNvSpPr/>
            <p:nvPr/>
          </p:nvSpPr>
          <p:spPr>
            <a:xfrm>
              <a:off x="3161300" y="2918222"/>
              <a:ext cx="5954" cy="9525"/>
            </a:xfrm>
            <a:custGeom>
              <a:rect b="b" l="l" r="r" t="t"/>
              <a:pathLst>
                <a:path extrusionOk="0" h="74" w="49">
                  <a:moveTo>
                    <a:pt x="48" y="73"/>
                  </a:moveTo>
                  <a:lnTo>
                    <a:pt x="48" y="73"/>
                  </a:lnTo>
                  <a:cubicBezTo>
                    <a:pt x="39" y="73"/>
                    <a:pt x="39" y="73"/>
                    <a:pt x="39" y="73"/>
                  </a:cubicBezTo>
                  <a:cubicBezTo>
                    <a:pt x="39" y="64"/>
                    <a:pt x="39" y="64"/>
                    <a:pt x="39" y="64"/>
                  </a:cubicBezTo>
                  <a:lnTo>
                    <a:pt x="29" y="73"/>
                  </a:lnTo>
                  <a:cubicBezTo>
                    <a:pt x="20" y="73"/>
                    <a:pt x="20" y="73"/>
                    <a:pt x="20" y="73"/>
                  </a:cubicBezTo>
                  <a:lnTo>
                    <a:pt x="11" y="73"/>
                  </a:lnTo>
                  <a:lnTo>
                    <a:pt x="0" y="64"/>
                  </a:lnTo>
                  <a:cubicBezTo>
                    <a:pt x="0" y="64"/>
                    <a:pt x="0" y="64"/>
                    <a:pt x="0" y="55"/>
                  </a:cubicBezTo>
                  <a:cubicBezTo>
                    <a:pt x="0" y="55"/>
                    <a:pt x="0" y="55"/>
                    <a:pt x="0" y="46"/>
                  </a:cubicBezTo>
                  <a:lnTo>
                    <a:pt x="0" y="36"/>
                  </a:lnTo>
                  <a:lnTo>
                    <a:pt x="0" y="27"/>
                  </a:lnTo>
                  <a:lnTo>
                    <a:pt x="11" y="27"/>
                  </a:lnTo>
                  <a:cubicBezTo>
                    <a:pt x="11" y="18"/>
                    <a:pt x="20" y="18"/>
                    <a:pt x="20" y="18"/>
                  </a:cubicBezTo>
                  <a:cubicBezTo>
                    <a:pt x="20" y="18"/>
                    <a:pt x="20" y="18"/>
                    <a:pt x="29" y="18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29" y="27"/>
                    <a:pt x="29" y="27"/>
                    <a:pt x="39" y="27"/>
                  </a:cubicBezTo>
                  <a:cubicBezTo>
                    <a:pt x="39" y="27"/>
                    <a:pt x="39" y="27"/>
                    <a:pt x="39" y="36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48" y="73"/>
                  </a:lnTo>
                  <a:close/>
                  <a:moveTo>
                    <a:pt x="0" y="46"/>
                  </a:moveTo>
                  <a:lnTo>
                    <a:pt x="0" y="46"/>
                  </a:lnTo>
                  <a:lnTo>
                    <a:pt x="0" y="55"/>
                  </a:lnTo>
                  <a:lnTo>
                    <a:pt x="11" y="64"/>
                  </a:lnTo>
                  <a:lnTo>
                    <a:pt x="20" y="64"/>
                  </a:lnTo>
                  <a:lnTo>
                    <a:pt x="29" y="64"/>
                  </a:lnTo>
                  <a:cubicBezTo>
                    <a:pt x="29" y="64"/>
                    <a:pt x="29" y="64"/>
                    <a:pt x="39" y="64"/>
                  </a:cubicBezTo>
                  <a:lnTo>
                    <a:pt x="39" y="55"/>
                  </a:lnTo>
                  <a:lnTo>
                    <a:pt x="39" y="46"/>
                  </a:lnTo>
                  <a:cubicBezTo>
                    <a:pt x="39" y="46"/>
                    <a:pt x="39" y="46"/>
                    <a:pt x="39" y="36"/>
                  </a:cubicBezTo>
                  <a:cubicBezTo>
                    <a:pt x="39" y="36"/>
                    <a:pt x="39" y="36"/>
                    <a:pt x="29" y="36"/>
                  </a:cubicBezTo>
                  <a:cubicBezTo>
                    <a:pt x="29" y="27"/>
                    <a:pt x="29" y="27"/>
                    <a:pt x="29" y="27"/>
                  </a:cubicBezTo>
                  <a:lnTo>
                    <a:pt x="20" y="27"/>
                  </a:lnTo>
                  <a:lnTo>
                    <a:pt x="11" y="27"/>
                  </a:lnTo>
                  <a:cubicBezTo>
                    <a:pt x="11" y="27"/>
                    <a:pt x="11" y="27"/>
                    <a:pt x="11" y="36"/>
                  </a:cubicBezTo>
                  <a:lnTo>
                    <a:pt x="0" y="36"/>
                  </a:lnTo>
                  <a:cubicBezTo>
                    <a:pt x="0" y="46"/>
                    <a:pt x="0" y="46"/>
                    <a:pt x="0" y="46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"/>
            <p:cNvSpPr/>
            <p:nvPr/>
          </p:nvSpPr>
          <p:spPr>
            <a:xfrm>
              <a:off x="3169041" y="2918222"/>
              <a:ext cx="0" cy="9525"/>
            </a:xfrm>
            <a:custGeom>
              <a:rect b="b" l="l" r="r" t="t"/>
              <a:pathLst>
                <a:path extrusionOk="0" h="74" w="1">
                  <a:moveTo>
                    <a:pt x="0" y="0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0" y="0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7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"/>
            <p:cNvSpPr/>
            <p:nvPr/>
          </p:nvSpPr>
          <p:spPr>
            <a:xfrm>
              <a:off x="3171423" y="2920604"/>
              <a:ext cx="5954" cy="9525"/>
            </a:xfrm>
            <a:custGeom>
              <a:rect b="b" l="l" r="r" t="t"/>
              <a:pathLst>
                <a:path extrusionOk="0" h="74" w="47">
                  <a:moveTo>
                    <a:pt x="0" y="9"/>
                  </a:moveTo>
                  <a:lnTo>
                    <a:pt x="0" y="9"/>
                  </a:ln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9" y="9"/>
                    <a:pt x="9" y="9"/>
                  </a:cubicBezTo>
                  <a:cubicBezTo>
                    <a:pt x="9" y="0"/>
                    <a:pt x="19" y="0"/>
                    <a:pt x="19" y="0"/>
                  </a:cubicBezTo>
                  <a:cubicBezTo>
                    <a:pt x="28" y="0"/>
                    <a:pt x="28" y="0"/>
                    <a:pt x="28" y="9"/>
                  </a:cubicBezTo>
                  <a:cubicBezTo>
                    <a:pt x="37" y="9"/>
                    <a:pt x="37" y="9"/>
                    <a:pt x="37" y="9"/>
                  </a:cubicBezTo>
                  <a:lnTo>
                    <a:pt x="37" y="18"/>
                  </a:lnTo>
                  <a:cubicBezTo>
                    <a:pt x="46" y="18"/>
                    <a:pt x="46" y="28"/>
                    <a:pt x="46" y="28"/>
                  </a:cubicBezTo>
                  <a:cubicBezTo>
                    <a:pt x="46" y="37"/>
                    <a:pt x="46" y="37"/>
                    <a:pt x="37" y="37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7" y="55"/>
                    <a:pt x="28" y="55"/>
                  </a:cubicBezTo>
                  <a:cubicBezTo>
                    <a:pt x="28" y="55"/>
                    <a:pt x="28" y="55"/>
                    <a:pt x="19" y="55"/>
                  </a:cubicBezTo>
                  <a:cubicBezTo>
                    <a:pt x="9" y="55"/>
                    <a:pt x="9" y="55"/>
                    <a:pt x="9" y="55"/>
                  </a:cubicBezTo>
                  <a:lnTo>
                    <a:pt x="9" y="46"/>
                  </a:lnTo>
                  <a:lnTo>
                    <a:pt x="0" y="46"/>
                  </a:lnTo>
                  <a:cubicBezTo>
                    <a:pt x="0" y="73"/>
                    <a:pt x="0" y="73"/>
                    <a:pt x="0" y="73"/>
                  </a:cubicBezTo>
                  <a:lnTo>
                    <a:pt x="0" y="9"/>
                  </a:lnTo>
                  <a:close/>
                  <a:moveTo>
                    <a:pt x="37" y="28"/>
                  </a:moveTo>
                  <a:lnTo>
                    <a:pt x="37" y="28"/>
                  </a:lnTo>
                  <a:cubicBezTo>
                    <a:pt x="37" y="28"/>
                    <a:pt x="37" y="28"/>
                    <a:pt x="37" y="18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19" y="9"/>
                  </a:cubicBezTo>
                  <a:cubicBezTo>
                    <a:pt x="19" y="9"/>
                    <a:pt x="19" y="9"/>
                    <a:pt x="9" y="9"/>
                  </a:cubicBezTo>
                  <a:cubicBezTo>
                    <a:pt x="9" y="9"/>
                    <a:pt x="9" y="9"/>
                    <a:pt x="9" y="18"/>
                  </a:cubicBezTo>
                  <a:lnTo>
                    <a:pt x="0" y="18"/>
                  </a:lnTo>
                  <a:cubicBezTo>
                    <a:pt x="0" y="28"/>
                    <a:pt x="0" y="28"/>
                    <a:pt x="0" y="28"/>
                  </a:cubicBezTo>
                  <a:lnTo>
                    <a:pt x="0" y="37"/>
                  </a:lnTo>
                  <a:cubicBezTo>
                    <a:pt x="9" y="37"/>
                    <a:pt x="9" y="37"/>
                    <a:pt x="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8" y="46"/>
                    <a:pt x="28" y="46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"/>
            <p:cNvSpPr/>
            <p:nvPr/>
          </p:nvSpPr>
          <p:spPr>
            <a:xfrm>
              <a:off x="3179163" y="2918222"/>
              <a:ext cx="0" cy="9525"/>
            </a:xfrm>
            <a:custGeom>
              <a:rect b="b" l="l" r="r" t="t"/>
              <a:pathLst>
                <a:path extrusionOk="0" h="74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73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1"/>
            <p:cNvSpPr/>
            <p:nvPr/>
          </p:nvSpPr>
          <p:spPr>
            <a:xfrm>
              <a:off x="3180354" y="2920603"/>
              <a:ext cx="5954" cy="7144"/>
            </a:xfrm>
            <a:custGeom>
              <a:rect b="b" l="l" r="r" t="t"/>
              <a:pathLst>
                <a:path extrusionOk="0" h="56" w="49">
                  <a:moveTo>
                    <a:pt x="39" y="18"/>
                  </a:moveTo>
                  <a:lnTo>
                    <a:pt x="39" y="18"/>
                  </a:lnTo>
                  <a:cubicBezTo>
                    <a:pt x="39" y="9"/>
                    <a:pt x="29" y="9"/>
                    <a:pt x="29" y="9"/>
                  </a:cubicBezTo>
                  <a:cubicBezTo>
                    <a:pt x="29" y="9"/>
                    <a:pt x="29" y="9"/>
                    <a:pt x="20" y="9"/>
                  </a:cubicBezTo>
                  <a:cubicBezTo>
                    <a:pt x="20" y="9"/>
                    <a:pt x="20" y="9"/>
                    <a:pt x="10" y="9"/>
                  </a:cubicBezTo>
                  <a:lnTo>
                    <a:pt x="10" y="18"/>
                  </a:lnTo>
                  <a:cubicBezTo>
                    <a:pt x="20" y="18"/>
                    <a:pt x="20" y="28"/>
                    <a:pt x="20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9" y="28"/>
                    <a:pt x="29" y="28"/>
                    <a:pt x="39" y="28"/>
                  </a:cubicBezTo>
                  <a:lnTo>
                    <a:pt x="39" y="37"/>
                  </a:lnTo>
                  <a:cubicBezTo>
                    <a:pt x="48" y="37"/>
                    <a:pt x="48" y="37"/>
                    <a:pt x="48" y="37"/>
                  </a:cubicBezTo>
                  <a:cubicBezTo>
                    <a:pt x="48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55"/>
                  </a:cubicBezTo>
                  <a:lnTo>
                    <a:pt x="29" y="55"/>
                  </a:lnTo>
                  <a:cubicBezTo>
                    <a:pt x="29" y="55"/>
                    <a:pt x="29" y="55"/>
                    <a:pt x="20" y="55"/>
                  </a:cubicBezTo>
                  <a:lnTo>
                    <a:pt x="10" y="55"/>
                  </a:lnTo>
                  <a:cubicBezTo>
                    <a:pt x="10" y="46"/>
                    <a:pt x="0" y="46"/>
                    <a:pt x="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39" y="46"/>
                    <a:pt x="39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0" y="28"/>
                    <a:pt x="20" y="28"/>
                    <a:pt x="20" y="28"/>
                  </a:cubicBezTo>
                  <a:lnTo>
                    <a:pt x="10" y="28"/>
                  </a:lnTo>
                  <a:cubicBezTo>
                    <a:pt x="10" y="28"/>
                    <a:pt x="10" y="28"/>
                    <a:pt x="1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9"/>
                    <a:pt x="10" y="9"/>
                  </a:cubicBezTo>
                  <a:cubicBezTo>
                    <a:pt x="10" y="9"/>
                    <a:pt x="10" y="0"/>
                    <a:pt x="20" y="0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39" y="9"/>
                  </a:lnTo>
                  <a:lnTo>
                    <a:pt x="3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"/>
            <p:cNvSpPr/>
            <p:nvPr/>
          </p:nvSpPr>
          <p:spPr>
            <a:xfrm>
              <a:off x="3186904" y="2918222"/>
              <a:ext cx="595" cy="9525"/>
            </a:xfrm>
            <a:custGeom>
              <a:rect b="b" l="l" r="r" t="t"/>
              <a:pathLst>
                <a:path extrusionOk="0" h="74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9" y="18"/>
                  </a:moveTo>
                  <a:lnTo>
                    <a:pt x="9" y="18"/>
                  </a:lnTo>
                  <a:lnTo>
                    <a:pt x="9" y="73"/>
                  </a:lnTo>
                  <a:lnTo>
                    <a:pt x="9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"/>
            <p:cNvSpPr/>
            <p:nvPr/>
          </p:nvSpPr>
          <p:spPr>
            <a:xfrm>
              <a:off x="3189285" y="2920603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37" y="18"/>
                  </a:moveTo>
                  <a:lnTo>
                    <a:pt x="37" y="18"/>
                  </a:lnTo>
                  <a:lnTo>
                    <a:pt x="37" y="9"/>
                  </a:lnTo>
                  <a:cubicBezTo>
                    <a:pt x="28" y="9"/>
                    <a:pt x="28" y="9"/>
                    <a:pt x="2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9" y="9"/>
                    <a:pt x="9" y="18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9" y="37"/>
                  </a:lnTo>
                  <a:cubicBezTo>
                    <a:pt x="9" y="37"/>
                    <a:pt x="9" y="37"/>
                    <a:pt x="9" y="46"/>
                  </a:cubicBezTo>
                  <a:lnTo>
                    <a:pt x="18" y="46"/>
                  </a:lnTo>
                  <a:cubicBezTo>
                    <a:pt x="18" y="46"/>
                    <a:pt x="18" y="46"/>
                    <a:pt x="28" y="46"/>
                  </a:cubicBezTo>
                  <a:lnTo>
                    <a:pt x="37" y="46"/>
                  </a:lnTo>
                  <a:cubicBezTo>
                    <a:pt x="37" y="46"/>
                    <a:pt x="37" y="46"/>
                    <a:pt x="37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46"/>
                    <a:pt x="46" y="46"/>
                    <a:pt x="37" y="46"/>
                  </a:cubicBezTo>
                  <a:cubicBezTo>
                    <a:pt x="37" y="55"/>
                    <a:pt x="28" y="55"/>
                    <a:pt x="28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46"/>
                    <a:pt x="9" y="46"/>
                  </a:cubicBezTo>
                  <a:cubicBezTo>
                    <a:pt x="9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lnTo>
                    <a:pt x="0" y="18"/>
                  </a:lnTo>
                  <a:lnTo>
                    <a:pt x="9" y="9"/>
                  </a:lnTo>
                  <a:cubicBezTo>
                    <a:pt x="9" y="9"/>
                    <a:pt x="9" y="9"/>
                    <a:pt x="18" y="9"/>
                  </a:cubicBezTo>
                  <a:cubicBezTo>
                    <a:pt x="18" y="0"/>
                    <a:pt x="18" y="0"/>
                    <a:pt x="28" y="0"/>
                  </a:cubicBezTo>
                  <a:cubicBezTo>
                    <a:pt x="28" y="0"/>
                    <a:pt x="37" y="0"/>
                    <a:pt x="37" y="9"/>
                  </a:cubicBezTo>
                  <a:lnTo>
                    <a:pt x="46" y="18"/>
                  </a:lnTo>
                  <a:lnTo>
                    <a:pt x="37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1"/>
            <p:cNvSpPr/>
            <p:nvPr/>
          </p:nvSpPr>
          <p:spPr>
            <a:xfrm>
              <a:off x="3196431" y="2918222"/>
              <a:ext cx="0" cy="9525"/>
            </a:xfrm>
            <a:custGeom>
              <a:rect b="b" l="l" r="r" t="t"/>
              <a:pathLst>
                <a:path extrusionOk="0" h="74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73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"/>
            <p:cNvSpPr/>
            <p:nvPr/>
          </p:nvSpPr>
          <p:spPr>
            <a:xfrm>
              <a:off x="3198812" y="2920603"/>
              <a:ext cx="4763" cy="7144"/>
            </a:xfrm>
            <a:custGeom>
              <a:rect b="b" l="l" r="r" t="t"/>
              <a:pathLst>
                <a:path extrusionOk="0" h="56" w="39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29" y="0"/>
                  </a:lnTo>
                  <a:cubicBezTo>
                    <a:pt x="29" y="9"/>
                    <a:pt x="29" y="9"/>
                    <a:pt x="38" y="9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18"/>
                    <a:pt x="29" y="18"/>
                    <a:pt x="29" y="18"/>
                  </a:cubicBezTo>
                  <a:lnTo>
                    <a:pt x="29" y="9"/>
                  </a:lnTo>
                  <a:cubicBezTo>
                    <a:pt x="19" y="9"/>
                    <a:pt x="19" y="9"/>
                    <a:pt x="19" y="9"/>
                  </a:cubicBezTo>
                  <a:lnTo>
                    <a:pt x="9" y="9"/>
                  </a:lnTo>
                  <a:cubicBezTo>
                    <a:pt x="9" y="18"/>
                    <a:pt x="0" y="18"/>
                    <a:pt x="0" y="18"/>
                  </a:cubicBezTo>
                  <a:cubicBezTo>
                    <a:pt x="0" y="18"/>
                    <a:pt x="0" y="18"/>
                    <a:pt x="0" y="28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1"/>
            <p:cNvSpPr/>
            <p:nvPr/>
          </p:nvSpPr>
          <p:spPr>
            <a:xfrm>
              <a:off x="2925510" y="2819400"/>
              <a:ext cx="8336" cy="9525"/>
            </a:xfrm>
            <a:custGeom>
              <a:rect b="b" l="l" r="r" t="t"/>
              <a:pathLst>
                <a:path extrusionOk="0" h="76" w="67">
                  <a:moveTo>
                    <a:pt x="28" y="46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37" y="37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37" y="46"/>
                  </a:lnTo>
                  <a:lnTo>
                    <a:pt x="37" y="75"/>
                  </a:lnTo>
                  <a:lnTo>
                    <a:pt x="28" y="75"/>
                  </a:lnTo>
                  <a:lnTo>
                    <a:pt x="28" y="46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1"/>
            <p:cNvSpPr/>
            <p:nvPr/>
          </p:nvSpPr>
          <p:spPr>
            <a:xfrm>
              <a:off x="2933251" y="2822377"/>
              <a:ext cx="5954" cy="7144"/>
            </a:xfrm>
            <a:custGeom>
              <a:rect b="b" l="l" r="r" t="t"/>
              <a:pathLst>
                <a:path extrusionOk="0" h="57" w="47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36" y="0"/>
                    <a:pt x="36" y="9"/>
                  </a:cubicBezTo>
                  <a:cubicBezTo>
                    <a:pt x="36" y="9"/>
                    <a:pt x="36" y="9"/>
                    <a:pt x="46" y="9"/>
                  </a:cubicBezTo>
                  <a:lnTo>
                    <a:pt x="46" y="18"/>
                  </a:lnTo>
                  <a:lnTo>
                    <a:pt x="46" y="27"/>
                  </a:lnTo>
                  <a:cubicBezTo>
                    <a:pt x="46" y="36"/>
                    <a:pt x="46" y="36"/>
                    <a:pt x="46" y="3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6" y="47"/>
                    <a:pt x="36" y="56"/>
                    <a:pt x="36" y="56"/>
                  </a:cubicBezTo>
                  <a:lnTo>
                    <a:pt x="27" y="56"/>
                  </a:lnTo>
                  <a:cubicBezTo>
                    <a:pt x="18" y="56"/>
                    <a:pt x="18" y="56"/>
                    <a:pt x="18" y="56"/>
                  </a:cubicBezTo>
                  <a:cubicBezTo>
                    <a:pt x="9" y="56"/>
                    <a:pt x="9" y="47"/>
                    <a:pt x="9" y="47"/>
                  </a:cubicBezTo>
                  <a:cubicBezTo>
                    <a:pt x="9" y="47"/>
                    <a:pt x="9" y="47"/>
                    <a:pt x="0" y="36"/>
                  </a:cubicBezTo>
                  <a:cubicBezTo>
                    <a:pt x="0" y="36"/>
                    <a:pt x="0" y="36"/>
                    <a:pt x="0" y="27"/>
                  </a:cubicBezTo>
                  <a:lnTo>
                    <a:pt x="0" y="18"/>
                  </a:lnTo>
                  <a:cubicBezTo>
                    <a:pt x="9" y="18"/>
                    <a:pt x="9" y="9"/>
                    <a:pt x="9" y="9"/>
                  </a:cubicBezTo>
                  <a:cubicBezTo>
                    <a:pt x="9" y="9"/>
                    <a:pt x="9" y="9"/>
                    <a:pt x="18" y="9"/>
                  </a:cubicBezTo>
                  <a:cubicBezTo>
                    <a:pt x="18" y="0"/>
                    <a:pt x="18" y="0"/>
                    <a:pt x="27" y="0"/>
                  </a:cubicBezTo>
                  <a:close/>
                  <a:moveTo>
                    <a:pt x="27" y="9"/>
                  </a:moveTo>
                  <a:lnTo>
                    <a:pt x="27" y="9"/>
                  </a:lnTo>
                  <a:lnTo>
                    <a:pt x="18" y="9"/>
                  </a:lnTo>
                  <a:cubicBezTo>
                    <a:pt x="18" y="9"/>
                    <a:pt x="18" y="9"/>
                    <a:pt x="9" y="18"/>
                  </a:cubicBezTo>
                  <a:cubicBezTo>
                    <a:pt x="9" y="27"/>
                    <a:pt x="9" y="27"/>
                    <a:pt x="9" y="27"/>
                  </a:cubicBezTo>
                  <a:lnTo>
                    <a:pt x="9" y="36"/>
                  </a:lnTo>
                  <a:lnTo>
                    <a:pt x="9" y="47"/>
                  </a:lnTo>
                  <a:cubicBezTo>
                    <a:pt x="18" y="47"/>
                    <a:pt x="18" y="47"/>
                    <a:pt x="18" y="47"/>
                  </a:cubicBezTo>
                  <a:lnTo>
                    <a:pt x="27" y="47"/>
                  </a:lnTo>
                  <a:cubicBezTo>
                    <a:pt x="27" y="47"/>
                    <a:pt x="27" y="47"/>
                    <a:pt x="36" y="47"/>
                  </a:cubicBezTo>
                  <a:cubicBezTo>
                    <a:pt x="36" y="36"/>
                    <a:pt x="36" y="36"/>
                    <a:pt x="46" y="36"/>
                  </a:cubicBezTo>
                  <a:lnTo>
                    <a:pt x="46" y="27"/>
                  </a:lnTo>
                  <a:cubicBezTo>
                    <a:pt x="46" y="27"/>
                    <a:pt x="46" y="27"/>
                    <a:pt x="4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27" y="9"/>
                    <a:pt x="27" y="9"/>
                    <a:pt x="27" y="9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1"/>
            <p:cNvSpPr/>
            <p:nvPr/>
          </p:nvSpPr>
          <p:spPr>
            <a:xfrm>
              <a:off x="2940396" y="2822377"/>
              <a:ext cx="5359" cy="7144"/>
            </a:xfrm>
            <a:custGeom>
              <a:rect b="b" l="l" r="r" t="t"/>
              <a:pathLst>
                <a:path extrusionOk="0" h="57" w="46">
                  <a:moveTo>
                    <a:pt x="45" y="56"/>
                  </a:moveTo>
                  <a:lnTo>
                    <a:pt x="45" y="56"/>
                  </a:lnTo>
                  <a:cubicBezTo>
                    <a:pt x="36" y="56"/>
                    <a:pt x="36" y="56"/>
                    <a:pt x="36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27" y="56"/>
                  </a:cubicBezTo>
                  <a:cubicBezTo>
                    <a:pt x="27" y="56"/>
                    <a:pt x="27" y="56"/>
                    <a:pt x="18" y="56"/>
                  </a:cubicBezTo>
                  <a:cubicBezTo>
                    <a:pt x="18" y="56"/>
                    <a:pt x="18" y="56"/>
                    <a:pt x="9" y="56"/>
                  </a:cubicBezTo>
                  <a:cubicBezTo>
                    <a:pt x="9" y="56"/>
                    <a:pt x="9" y="56"/>
                    <a:pt x="9" y="47"/>
                  </a:cubicBezTo>
                  <a:lnTo>
                    <a:pt x="0" y="47"/>
                  </a:lnTo>
                  <a:lnTo>
                    <a:pt x="0" y="36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6"/>
                    <a:pt x="9" y="36"/>
                    <a:pt x="9" y="36"/>
                  </a:cubicBezTo>
                  <a:lnTo>
                    <a:pt x="9" y="47"/>
                  </a:lnTo>
                  <a:cubicBezTo>
                    <a:pt x="18" y="47"/>
                    <a:pt x="18" y="47"/>
                    <a:pt x="18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7"/>
                    <a:pt x="27" y="47"/>
                    <a:pt x="36" y="47"/>
                  </a:cubicBezTo>
                  <a:lnTo>
                    <a:pt x="36" y="36"/>
                  </a:lnTo>
                  <a:cubicBezTo>
                    <a:pt x="36" y="36"/>
                    <a:pt x="36" y="36"/>
                    <a:pt x="36" y="27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56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1"/>
            <p:cNvSpPr/>
            <p:nvPr/>
          </p:nvSpPr>
          <p:spPr>
            <a:xfrm>
              <a:off x="2948137" y="2822377"/>
              <a:ext cx="1786" cy="7144"/>
            </a:xfrm>
            <a:custGeom>
              <a:rect b="b" l="l" r="r" t="t"/>
              <a:pathLst>
                <a:path extrusionOk="0" h="57" w="19">
                  <a:moveTo>
                    <a:pt x="0" y="0"/>
                  </a:moveTo>
                  <a:lnTo>
                    <a:pt x="0" y="0"/>
                  </a:lnTo>
                  <a:cubicBezTo>
                    <a:pt x="0" y="18"/>
                    <a:pt x="0" y="18"/>
                    <a:pt x="0" y="1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9" y="9"/>
                    <a:pt x="9" y="9"/>
                    <a:pt x="9" y="18"/>
                  </a:cubicBezTo>
                  <a:lnTo>
                    <a:pt x="0" y="27"/>
                  </a:lnTo>
                  <a:cubicBezTo>
                    <a:pt x="9" y="56"/>
                    <a:pt x="9" y="56"/>
                    <a:pt x="9" y="56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"/>
            <p:cNvSpPr/>
            <p:nvPr/>
          </p:nvSpPr>
          <p:spPr>
            <a:xfrm>
              <a:off x="2955282" y="2822377"/>
              <a:ext cx="4763" cy="7144"/>
            </a:xfrm>
            <a:custGeom>
              <a:rect b="b" l="l" r="r" t="t"/>
              <a:pathLst>
                <a:path extrusionOk="0" h="57" w="3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0"/>
                    <a:pt x="18" y="0"/>
                    <a:pt x="1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9"/>
                    <a:pt x="37" y="9"/>
                    <a:pt x="37" y="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18"/>
                    <a:pt x="37" y="18"/>
                    <a:pt x="37" y="18"/>
                  </a:cubicBezTo>
                  <a:lnTo>
                    <a:pt x="28" y="9"/>
                  </a:lnTo>
                  <a:cubicBezTo>
                    <a:pt x="28" y="9"/>
                    <a:pt x="28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8"/>
                    <a:pt x="9" y="2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"/>
            <p:cNvSpPr/>
            <p:nvPr/>
          </p:nvSpPr>
          <p:spPr>
            <a:xfrm>
              <a:off x="2961832" y="2822377"/>
              <a:ext cx="5954" cy="7144"/>
            </a:xfrm>
            <a:custGeom>
              <a:rect b="b" l="l" r="r" t="t"/>
              <a:pathLst>
                <a:path extrusionOk="0" h="57" w="47">
                  <a:moveTo>
                    <a:pt x="0" y="18"/>
                  </a:moveTo>
                  <a:lnTo>
                    <a:pt x="0" y="18"/>
                  </a:lnTo>
                  <a:cubicBezTo>
                    <a:pt x="0" y="9"/>
                    <a:pt x="9" y="9"/>
                    <a:pt x="9" y="9"/>
                  </a:cubicBezTo>
                  <a:cubicBezTo>
                    <a:pt x="9" y="0"/>
                    <a:pt x="18" y="0"/>
                    <a:pt x="27" y="0"/>
                  </a:cubicBezTo>
                  <a:cubicBezTo>
                    <a:pt x="37" y="0"/>
                    <a:pt x="37" y="0"/>
                    <a:pt x="37" y="9"/>
                  </a:cubicBezTo>
                  <a:lnTo>
                    <a:pt x="46" y="18"/>
                  </a:lnTo>
                  <a:cubicBezTo>
                    <a:pt x="46" y="47"/>
                    <a:pt x="46" y="47"/>
                    <a:pt x="46" y="47"/>
                  </a:cubicBezTo>
                  <a:cubicBezTo>
                    <a:pt x="46" y="56"/>
                    <a:pt x="46" y="56"/>
                    <a:pt x="46" y="56"/>
                  </a:cubicBezTo>
                  <a:lnTo>
                    <a:pt x="37" y="56"/>
                  </a:lnTo>
                  <a:cubicBezTo>
                    <a:pt x="37" y="47"/>
                    <a:pt x="37" y="47"/>
                    <a:pt x="37" y="47"/>
                  </a:cubicBezTo>
                  <a:cubicBezTo>
                    <a:pt x="27" y="47"/>
                    <a:pt x="27" y="56"/>
                    <a:pt x="27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6"/>
                    <a:pt x="18" y="56"/>
                    <a:pt x="9" y="56"/>
                  </a:cubicBezTo>
                  <a:cubicBezTo>
                    <a:pt x="9" y="47"/>
                    <a:pt x="0" y="47"/>
                    <a:pt x="0" y="47"/>
                  </a:cubicBezTo>
                  <a:cubicBezTo>
                    <a:pt x="0" y="47"/>
                    <a:pt x="0" y="47"/>
                    <a:pt x="0" y="36"/>
                  </a:cubicBezTo>
                  <a:cubicBezTo>
                    <a:pt x="0" y="36"/>
                    <a:pt x="0" y="36"/>
                    <a:pt x="0" y="27"/>
                  </a:cubicBezTo>
                  <a:cubicBezTo>
                    <a:pt x="9" y="27"/>
                    <a:pt x="9" y="27"/>
                    <a:pt x="9" y="27"/>
                  </a:cubicBezTo>
                  <a:lnTo>
                    <a:pt x="18" y="27"/>
                  </a:lnTo>
                  <a:lnTo>
                    <a:pt x="27" y="27"/>
                  </a:ln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9"/>
                  </a:cubicBezTo>
                  <a:cubicBezTo>
                    <a:pt x="37" y="9"/>
                    <a:pt x="37" y="9"/>
                    <a:pt x="2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9" y="9"/>
                    <a:pt x="9" y="18"/>
                    <a:pt x="9" y="18"/>
                  </a:cubicBezTo>
                  <a:lnTo>
                    <a:pt x="0" y="18"/>
                  </a:lnTo>
                  <a:close/>
                  <a:moveTo>
                    <a:pt x="37" y="27"/>
                  </a:moveTo>
                  <a:lnTo>
                    <a:pt x="37" y="27"/>
                  </a:lnTo>
                  <a:cubicBezTo>
                    <a:pt x="27" y="27"/>
                    <a:pt x="27" y="27"/>
                    <a:pt x="27" y="27"/>
                  </a:cubicBezTo>
                  <a:cubicBezTo>
                    <a:pt x="27" y="27"/>
                    <a:pt x="27" y="27"/>
                    <a:pt x="18" y="27"/>
                  </a:cubicBezTo>
                  <a:cubicBezTo>
                    <a:pt x="9" y="27"/>
                    <a:pt x="9" y="36"/>
                    <a:pt x="9" y="36"/>
                  </a:cubicBezTo>
                  <a:lnTo>
                    <a:pt x="9" y="47"/>
                  </a:lnTo>
                  <a:cubicBezTo>
                    <a:pt x="9" y="47"/>
                    <a:pt x="9" y="47"/>
                    <a:pt x="18" y="47"/>
                  </a:cubicBezTo>
                  <a:lnTo>
                    <a:pt x="27" y="47"/>
                  </a:lnTo>
                  <a:cubicBezTo>
                    <a:pt x="37" y="47"/>
                    <a:pt x="37" y="47"/>
                    <a:pt x="37" y="36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1"/>
            <p:cNvSpPr/>
            <p:nvPr/>
          </p:nvSpPr>
          <p:spPr>
            <a:xfrm>
              <a:off x="2968977" y="2822377"/>
              <a:ext cx="4763" cy="7144"/>
            </a:xfrm>
            <a:custGeom>
              <a:rect b="b" l="l" r="r" t="t"/>
              <a:pathLst>
                <a:path extrusionOk="0" h="57" w="39">
                  <a:moveTo>
                    <a:pt x="38" y="9"/>
                  </a:moveTo>
                  <a:lnTo>
                    <a:pt x="38" y="9"/>
                  </a:lnTo>
                  <a:lnTo>
                    <a:pt x="29" y="9"/>
                  </a:lnTo>
                  <a:cubicBezTo>
                    <a:pt x="29" y="0"/>
                    <a:pt x="29" y="0"/>
                    <a:pt x="18" y="0"/>
                  </a:cubicBezTo>
                  <a:cubicBezTo>
                    <a:pt x="18" y="0"/>
                    <a:pt x="9" y="0"/>
                    <a:pt x="9" y="9"/>
                  </a:cubicBezTo>
                  <a:cubicBezTo>
                    <a:pt x="9" y="9"/>
                    <a:pt x="9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8"/>
                    <a:pt x="9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29" y="9"/>
                  </a:cubicBezTo>
                  <a:cubicBezTo>
                    <a:pt x="29" y="9"/>
                    <a:pt x="29" y="9"/>
                    <a:pt x="29" y="18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9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"/>
            <p:cNvSpPr/>
            <p:nvPr/>
          </p:nvSpPr>
          <p:spPr>
            <a:xfrm>
              <a:off x="2974336" y="2822377"/>
              <a:ext cx="3572" cy="7144"/>
            </a:xfrm>
            <a:custGeom>
              <a:rect b="b" l="l" r="r" t="t"/>
              <a:pathLst>
                <a:path extrusionOk="0" h="57" w="29">
                  <a:moveTo>
                    <a:pt x="28" y="18"/>
                  </a:moveTo>
                  <a:lnTo>
                    <a:pt x="28" y="18"/>
                  </a:lnTo>
                  <a:cubicBezTo>
                    <a:pt x="28" y="9"/>
                    <a:pt x="28" y="0"/>
                    <a:pt x="9" y="0"/>
                  </a:cubicBezTo>
                  <a:cubicBezTo>
                    <a:pt x="9" y="0"/>
                    <a:pt x="9" y="0"/>
                    <a:pt x="0" y="9"/>
                  </a:cubicBezTo>
                  <a:cubicBezTo>
                    <a:pt x="0" y="9"/>
                    <a:pt x="0" y="9"/>
                    <a:pt x="9" y="9"/>
                  </a:cubicBezTo>
                  <a:cubicBezTo>
                    <a:pt x="18" y="9"/>
                    <a:pt x="18" y="9"/>
                    <a:pt x="18" y="9"/>
                  </a:cubicBezTo>
                  <a:lnTo>
                    <a:pt x="28" y="18"/>
                  </a:lnTo>
                  <a:cubicBezTo>
                    <a:pt x="28" y="56"/>
                    <a:pt x="28" y="56"/>
                    <a:pt x="28" y="56"/>
                  </a:cubicBezTo>
                  <a:lnTo>
                    <a:pt x="28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1"/>
            <p:cNvSpPr/>
            <p:nvPr/>
          </p:nvSpPr>
          <p:spPr>
            <a:xfrm>
              <a:off x="2979099" y="2822377"/>
              <a:ext cx="5954" cy="7144"/>
            </a:xfrm>
            <a:custGeom>
              <a:rect b="b" l="l" r="r" t="t"/>
              <a:pathLst>
                <a:path extrusionOk="0" h="57" w="47">
                  <a:moveTo>
                    <a:pt x="9" y="27"/>
                  </a:moveTo>
                  <a:lnTo>
                    <a:pt x="9" y="27"/>
                  </a:lnTo>
                  <a:lnTo>
                    <a:pt x="9" y="36"/>
                  </a:lnTo>
                  <a:cubicBezTo>
                    <a:pt x="9" y="36"/>
                    <a:pt x="9" y="36"/>
                    <a:pt x="9" y="47"/>
                  </a:cubicBezTo>
                  <a:lnTo>
                    <a:pt x="18" y="47"/>
                  </a:lnTo>
                  <a:cubicBezTo>
                    <a:pt x="18" y="47"/>
                    <a:pt x="18" y="47"/>
                    <a:pt x="27" y="47"/>
                  </a:cubicBezTo>
                  <a:cubicBezTo>
                    <a:pt x="27" y="47"/>
                    <a:pt x="27" y="47"/>
                    <a:pt x="36" y="47"/>
                  </a:cubicBezTo>
                  <a:lnTo>
                    <a:pt x="36" y="36"/>
                  </a:lnTo>
                  <a:cubicBezTo>
                    <a:pt x="46" y="36"/>
                    <a:pt x="46" y="36"/>
                    <a:pt x="46" y="36"/>
                  </a:cubicBezTo>
                  <a:cubicBezTo>
                    <a:pt x="46" y="47"/>
                    <a:pt x="46" y="47"/>
                    <a:pt x="36" y="47"/>
                  </a:cubicBezTo>
                  <a:cubicBezTo>
                    <a:pt x="36" y="56"/>
                    <a:pt x="27" y="56"/>
                    <a:pt x="27" y="56"/>
                  </a:cubicBezTo>
                  <a:cubicBezTo>
                    <a:pt x="18" y="56"/>
                    <a:pt x="18" y="56"/>
                    <a:pt x="9" y="56"/>
                  </a:cubicBezTo>
                  <a:cubicBezTo>
                    <a:pt x="9" y="47"/>
                    <a:pt x="9" y="47"/>
                    <a:pt x="9" y="47"/>
                  </a:cubicBezTo>
                  <a:lnTo>
                    <a:pt x="0" y="36"/>
                  </a:lnTo>
                  <a:lnTo>
                    <a:pt x="0" y="27"/>
                  </a:lnTo>
                  <a:lnTo>
                    <a:pt x="0" y="18"/>
                  </a:lnTo>
                  <a:lnTo>
                    <a:pt x="9" y="9"/>
                  </a:lnTo>
                  <a:cubicBezTo>
                    <a:pt x="9" y="9"/>
                    <a:pt x="9" y="9"/>
                    <a:pt x="9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6" y="0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46" y="9"/>
                    <a:pt x="46" y="18"/>
                    <a:pt x="46" y="18"/>
                  </a:cubicBezTo>
                  <a:lnTo>
                    <a:pt x="46" y="27"/>
                  </a:lnTo>
                  <a:lnTo>
                    <a:pt x="9" y="27"/>
                  </a:lnTo>
                  <a:close/>
                  <a:moveTo>
                    <a:pt x="36" y="27"/>
                  </a:moveTo>
                  <a:lnTo>
                    <a:pt x="36" y="27"/>
                  </a:lnTo>
                  <a:cubicBezTo>
                    <a:pt x="36" y="18"/>
                    <a:pt x="36" y="18"/>
                    <a:pt x="36" y="18"/>
                  </a:cubicBezTo>
                  <a:cubicBezTo>
                    <a:pt x="36" y="18"/>
                    <a:pt x="36" y="18"/>
                    <a:pt x="36" y="9"/>
                  </a:cubicBezTo>
                  <a:lnTo>
                    <a:pt x="27" y="9"/>
                  </a:lnTo>
                  <a:cubicBezTo>
                    <a:pt x="18" y="9"/>
                    <a:pt x="18" y="9"/>
                    <a:pt x="18" y="9"/>
                  </a:cubicBezTo>
                  <a:lnTo>
                    <a:pt x="9" y="9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8"/>
                    <a:pt x="9" y="27"/>
                  </a:cubicBezTo>
                  <a:lnTo>
                    <a:pt x="36" y="27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1"/>
            <p:cNvSpPr/>
            <p:nvPr/>
          </p:nvSpPr>
          <p:spPr>
            <a:xfrm>
              <a:off x="2926701" y="2843213"/>
              <a:ext cx="5954" cy="8334"/>
            </a:xfrm>
            <a:custGeom>
              <a:rect b="b" l="l" r="r" t="t"/>
              <a:pathLst>
                <a:path extrusionOk="0" h="67" w="49">
                  <a:moveTo>
                    <a:pt x="0" y="0"/>
                  </a:moveTo>
                  <a:lnTo>
                    <a:pt x="10" y="0"/>
                  </a:lnTo>
                  <a:lnTo>
                    <a:pt x="10" y="66"/>
                  </a:lnTo>
                  <a:lnTo>
                    <a:pt x="48" y="66"/>
                  </a:ln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1"/>
            <p:cNvSpPr/>
            <p:nvPr/>
          </p:nvSpPr>
          <p:spPr>
            <a:xfrm>
              <a:off x="2934442" y="2845594"/>
              <a:ext cx="4763" cy="7144"/>
            </a:xfrm>
            <a:custGeom>
              <a:rect b="b" l="l" r="r" t="t"/>
              <a:pathLst>
                <a:path extrusionOk="0" h="58" w="38">
                  <a:moveTo>
                    <a:pt x="0" y="20"/>
                  </a:moveTo>
                  <a:lnTo>
                    <a:pt x="0" y="20"/>
                  </a:lnTo>
                  <a:cubicBezTo>
                    <a:pt x="0" y="9"/>
                    <a:pt x="0" y="9"/>
                    <a:pt x="0" y="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lnTo>
                    <a:pt x="37" y="9"/>
                  </a:lnTo>
                  <a:cubicBezTo>
                    <a:pt x="37" y="9"/>
                    <a:pt x="37" y="9"/>
                    <a:pt x="37" y="2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48"/>
                    <a:pt x="27" y="48"/>
                    <a:pt x="27" y="3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8" y="57"/>
                    <a:pt x="18" y="57"/>
                    <a:pt x="9" y="57"/>
                  </a:cubicBezTo>
                  <a:cubicBezTo>
                    <a:pt x="9" y="57"/>
                    <a:pt x="9" y="57"/>
                    <a:pt x="9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0" y="29"/>
                  </a:lnTo>
                  <a:cubicBezTo>
                    <a:pt x="9" y="29"/>
                    <a:pt x="9" y="20"/>
                    <a:pt x="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18" y="0"/>
                  </a:cubicBezTo>
                  <a:cubicBezTo>
                    <a:pt x="9" y="0"/>
                    <a:pt x="9" y="9"/>
                    <a:pt x="9" y="9"/>
                  </a:cubicBezTo>
                  <a:cubicBezTo>
                    <a:pt x="9" y="9"/>
                    <a:pt x="0" y="9"/>
                    <a:pt x="0" y="20"/>
                  </a:cubicBezTo>
                  <a:close/>
                  <a:moveTo>
                    <a:pt x="27" y="20"/>
                  </a:moveTo>
                  <a:lnTo>
                    <a:pt x="27" y="20"/>
                  </a:lnTo>
                  <a:cubicBezTo>
                    <a:pt x="27" y="29"/>
                    <a:pt x="27" y="29"/>
                    <a:pt x="27" y="29"/>
                  </a:cubicBezTo>
                  <a:cubicBezTo>
                    <a:pt x="18" y="29"/>
                    <a:pt x="18" y="29"/>
                    <a:pt x="18" y="29"/>
                  </a:cubicBezTo>
                  <a:lnTo>
                    <a:pt x="9" y="29"/>
                  </a:lnTo>
                  <a:cubicBezTo>
                    <a:pt x="9" y="29"/>
                    <a:pt x="9" y="29"/>
                    <a:pt x="0" y="29"/>
                  </a:cubicBezTo>
                  <a:lnTo>
                    <a:pt x="0" y="38"/>
                  </a:lnTo>
                  <a:cubicBezTo>
                    <a:pt x="9" y="48"/>
                    <a:pt x="9" y="48"/>
                    <a:pt x="9" y="48"/>
                  </a:cubicBezTo>
                  <a:cubicBezTo>
                    <a:pt x="18" y="48"/>
                    <a:pt x="18" y="48"/>
                    <a:pt x="18" y="48"/>
                  </a:cubicBezTo>
                  <a:lnTo>
                    <a:pt x="27" y="48"/>
                  </a:lnTo>
                  <a:cubicBezTo>
                    <a:pt x="27" y="38"/>
                    <a:pt x="27" y="38"/>
                    <a:pt x="27" y="38"/>
                  </a:cubicBezTo>
                  <a:cubicBezTo>
                    <a:pt x="27" y="38"/>
                    <a:pt x="27" y="38"/>
                    <a:pt x="27" y="29"/>
                  </a:cubicBezTo>
                  <a:lnTo>
                    <a:pt x="27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"/>
            <p:cNvSpPr/>
            <p:nvPr/>
          </p:nvSpPr>
          <p:spPr>
            <a:xfrm>
              <a:off x="2940396" y="2845594"/>
              <a:ext cx="4168" cy="7144"/>
            </a:xfrm>
            <a:custGeom>
              <a:rect b="b" l="l" r="r" t="t"/>
              <a:pathLst>
                <a:path extrusionOk="0" h="58" w="37">
                  <a:moveTo>
                    <a:pt x="27" y="20"/>
                  </a:moveTo>
                  <a:lnTo>
                    <a:pt x="27" y="20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18" y="0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9" y="20"/>
                  </a:lnTo>
                  <a:cubicBezTo>
                    <a:pt x="18" y="20"/>
                    <a:pt x="18" y="20"/>
                    <a:pt x="18" y="20"/>
                  </a:cubicBezTo>
                  <a:cubicBezTo>
                    <a:pt x="27" y="20"/>
                    <a:pt x="27" y="20"/>
                    <a:pt x="27" y="20"/>
                  </a:cubicBezTo>
                  <a:lnTo>
                    <a:pt x="27" y="29"/>
                  </a:lnTo>
                  <a:lnTo>
                    <a:pt x="36" y="29"/>
                  </a:lnTo>
                  <a:lnTo>
                    <a:pt x="36" y="38"/>
                  </a:lnTo>
                  <a:cubicBezTo>
                    <a:pt x="36" y="38"/>
                    <a:pt x="36" y="38"/>
                    <a:pt x="36" y="48"/>
                  </a:cubicBezTo>
                  <a:cubicBezTo>
                    <a:pt x="27" y="48"/>
                    <a:pt x="27" y="48"/>
                    <a:pt x="27" y="48"/>
                  </a:cubicBezTo>
                  <a:lnTo>
                    <a:pt x="18" y="57"/>
                  </a:lnTo>
                  <a:cubicBezTo>
                    <a:pt x="9" y="57"/>
                    <a:pt x="9" y="48"/>
                    <a:pt x="9" y="48"/>
                  </a:cubicBezTo>
                  <a:cubicBezTo>
                    <a:pt x="0" y="48"/>
                    <a:pt x="0" y="38"/>
                    <a:pt x="0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8"/>
                    <a:pt x="9" y="38"/>
                    <a:pt x="9" y="48"/>
                  </a:cubicBezTo>
                  <a:lnTo>
                    <a:pt x="18" y="48"/>
                  </a:lnTo>
                  <a:cubicBezTo>
                    <a:pt x="18" y="48"/>
                    <a:pt x="18" y="48"/>
                    <a:pt x="27" y="48"/>
                  </a:cubicBezTo>
                  <a:cubicBezTo>
                    <a:pt x="27" y="48"/>
                    <a:pt x="27" y="48"/>
                    <a:pt x="27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27" y="38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0"/>
                    <a:pt x="0" y="20"/>
                  </a:cubicBezTo>
                  <a:cubicBezTo>
                    <a:pt x="0" y="20"/>
                    <a:pt x="0" y="20"/>
                    <a:pt x="0" y="9"/>
                  </a:cubicBezTo>
                  <a:lnTo>
                    <a:pt x="9" y="0"/>
                  </a:lnTo>
                  <a:cubicBezTo>
                    <a:pt x="18" y="0"/>
                    <a:pt x="18" y="0"/>
                    <a:pt x="18" y="0"/>
                  </a:cubicBezTo>
                  <a:lnTo>
                    <a:pt x="27" y="0"/>
                  </a:lnTo>
                  <a:cubicBezTo>
                    <a:pt x="36" y="0"/>
                    <a:pt x="36" y="9"/>
                    <a:pt x="36" y="9"/>
                  </a:cubicBezTo>
                  <a:cubicBezTo>
                    <a:pt x="36" y="9"/>
                    <a:pt x="36" y="9"/>
                    <a:pt x="36" y="20"/>
                  </a:cubicBezTo>
                  <a:lnTo>
                    <a:pt x="27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1"/>
            <p:cNvSpPr/>
            <p:nvPr/>
          </p:nvSpPr>
          <p:spPr>
            <a:xfrm>
              <a:off x="2946350" y="2843213"/>
              <a:ext cx="2382" cy="8334"/>
            </a:xfrm>
            <a:custGeom>
              <a:rect b="b" l="l" r="r" t="t"/>
              <a:pathLst>
                <a:path extrusionOk="0" h="67" w="20">
                  <a:moveTo>
                    <a:pt x="10" y="18"/>
                  </a:moveTo>
                  <a:lnTo>
                    <a:pt x="10" y="18"/>
                  </a:lnTo>
                  <a:cubicBezTo>
                    <a:pt x="19" y="18"/>
                    <a:pt x="19" y="18"/>
                    <a:pt x="19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56"/>
                    <a:pt x="10" y="56"/>
                    <a:pt x="10" y="56"/>
                  </a:cubicBezTo>
                  <a:lnTo>
                    <a:pt x="10" y="66"/>
                  </a:lnTo>
                  <a:cubicBezTo>
                    <a:pt x="10" y="66"/>
                    <a:pt x="10" y="66"/>
                    <a:pt x="19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6"/>
                    <a:pt x="10" y="66"/>
                    <a:pt x="10" y="5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10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"/>
            <p:cNvSpPr/>
            <p:nvPr/>
          </p:nvSpPr>
          <p:spPr>
            <a:xfrm>
              <a:off x="2954091" y="2845594"/>
              <a:ext cx="4763" cy="5953"/>
            </a:xfrm>
            <a:custGeom>
              <a:rect b="b" l="l" r="r" t="t"/>
              <a:pathLst>
                <a:path extrusionOk="0" h="49" w="3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9"/>
                    <a:pt x="37" y="9"/>
                    <a:pt x="37" y="9"/>
                  </a:cubicBezTo>
                  <a:lnTo>
                    <a:pt x="37" y="20"/>
                  </a:lnTo>
                  <a:cubicBezTo>
                    <a:pt x="37" y="48"/>
                    <a:pt x="37" y="48"/>
                    <a:pt x="37" y="4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7" y="20"/>
                    <a:pt x="37" y="20"/>
                    <a:pt x="37" y="9"/>
                  </a:cubicBezTo>
                  <a:cubicBezTo>
                    <a:pt x="37" y="9"/>
                    <a:pt x="37" y="9"/>
                    <a:pt x="27" y="9"/>
                  </a:cubicBezTo>
                  <a:cubicBezTo>
                    <a:pt x="27" y="0"/>
                    <a:pt x="27" y="0"/>
                    <a:pt x="18" y="0"/>
                  </a:cubicBezTo>
                  <a:cubicBezTo>
                    <a:pt x="18" y="0"/>
                    <a:pt x="18" y="0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20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"/>
            <p:cNvSpPr/>
            <p:nvPr/>
          </p:nvSpPr>
          <p:spPr>
            <a:xfrm>
              <a:off x="2960641" y="2845594"/>
              <a:ext cx="5954" cy="5953"/>
            </a:xfrm>
            <a:custGeom>
              <a:rect b="b" l="l" r="r" t="t"/>
              <a:pathLst>
                <a:path extrusionOk="0" h="49" w="47">
                  <a:moveTo>
                    <a:pt x="9" y="20"/>
                  </a:moveTo>
                  <a:lnTo>
                    <a:pt x="9" y="20"/>
                  </a:lnTo>
                  <a:cubicBezTo>
                    <a:pt x="9" y="9"/>
                    <a:pt x="9" y="9"/>
                    <a:pt x="9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0"/>
                    <a:pt x="36" y="9"/>
                  </a:cubicBezTo>
                  <a:cubicBezTo>
                    <a:pt x="46" y="9"/>
                    <a:pt x="46" y="9"/>
                    <a:pt x="46" y="20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8"/>
                    <a:pt x="46" y="48"/>
                    <a:pt x="36" y="48"/>
                  </a:cubicBezTo>
                  <a:cubicBezTo>
                    <a:pt x="36" y="48"/>
                    <a:pt x="36" y="48"/>
                    <a:pt x="36" y="38"/>
                  </a:cubicBezTo>
                  <a:cubicBezTo>
                    <a:pt x="36" y="48"/>
                    <a:pt x="36" y="48"/>
                    <a:pt x="36" y="48"/>
                  </a:cubicBezTo>
                  <a:lnTo>
                    <a:pt x="27" y="48"/>
                  </a:lnTo>
                  <a:lnTo>
                    <a:pt x="18" y="48"/>
                  </a:lnTo>
                  <a:cubicBezTo>
                    <a:pt x="18" y="48"/>
                    <a:pt x="18" y="48"/>
                    <a:pt x="9" y="48"/>
                  </a:cubicBezTo>
                  <a:cubicBezTo>
                    <a:pt x="9" y="48"/>
                    <a:pt x="9" y="48"/>
                    <a:pt x="0" y="4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29"/>
                    <a:pt x="9" y="29"/>
                  </a:cubicBezTo>
                  <a:cubicBezTo>
                    <a:pt x="9" y="20"/>
                    <a:pt x="18" y="20"/>
                    <a:pt x="18" y="20"/>
                  </a:cubicBezTo>
                  <a:lnTo>
                    <a:pt x="27" y="20"/>
                  </a:lnTo>
                  <a:cubicBezTo>
                    <a:pt x="27" y="20"/>
                    <a:pt x="27" y="20"/>
                    <a:pt x="36" y="20"/>
                  </a:cubicBezTo>
                  <a:cubicBezTo>
                    <a:pt x="36" y="20"/>
                    <a:pt x="36" y="20"/>
                    <a:pt x="36" y="9"/>
                  </a:cubicBezTo>
                  <a:cubicBezTo>
                    <a:pt x="27" y="9"/>
                    <a:pt x="27" y="0"/>
                    <a:pt x="27" y="0"/>
                  </a:cubicBezTo>
                  <a:cubicBezTo>
                    <a:pt x="18" y="0"/>
                    <a:pt x="18" y="0"/>
                    <a:pt x="18" y="9"/>
                  </a:cubicBezTo>
                  <a:cubicBezTo>
                    <a:pt x="9" y="9"/>
                    <a:pt x="9" y="9"/>
                    <a:pt x="9" y="20"/>
                  </a:cubicBezTo>
                  <a:close/>
                  <a:moveTo>
                    <a:pt x="36" y="20"/>
                  </a:moveTo>
                  <a:lnTo>
                    <a:pt x="36" y="20"/>
                  </a:lnTo>
                  <a:cubicBezTo>
                    <a:pt x="36" y="29"/>
                    <a:pt x="36" y="29"/>
                    <a:pt x="3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18" y="29"/>
                    <a:pt x="18" y="29"/>
                    <a:pt x="18" y="29"/>
                  </a:cubicBezTo>
                  <a:lnTo>
                    <a:pt x="9" y="29"/>
                  </a:lnTo>
                  <a:lnTo>
                    <a:pt x="9" y="38"/>
                  </a:lnTo>
                  <a:lnTo>
                    <a:pt x="9" y="48"/>
                  </a:lnTo>
                  <a:lnTo>
                    <a:pt x="18" y="48"/>
                  </a:lnTo>
                  <a:lnTo>
                    <a:pt x="27" y="48"/>
                  </a:lnTo>
                  <a:cubicBezTo>
                    <a:pt x="27" y="48"/>
                    <a:pt x="27" y="48"/>
                    <a:pt x="27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29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"/>
            <p:cNvSpPr/>
            <p:nvPr/>
          </p:nvSpPr>
          <p:spPr>
            <a:xfrm>
              <a:off x="2974336" y="2845594"/>
              <a:ext cx="1786" cy="5953"/>
            </a:xfrm>
            <a:custGeom>
              <a:rect b="b" l="l" r="r" t="t"/>
              <a:pathLst>
                <a:path extrusionOk="0" h="49" w="19">
                  <a:moveTo>
                    <a:pt x="18" y="20"/>
                  </a:moveTo>
                  <a:lnTo>
                    <a:pt x="18" y="20"/>
                  </a:lnTo>
                  <a:cubicBezTo>
                    <a:pt x="18" y="0"/>
                    <a:pt x="18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9"/>
                  </a:cubicBezTo>
                  <a:cubicBezTo>
                    <a:pt x="18" y="9"/>
                    <a:pt x="18" y="9"/>
                    <a:pt x="18" y="20"/>
                  </a:cubicBezTo>
                  <a:cubicBezTo>
                    <a:pt x="18" y="48"/>
                    <a:pt x="18" y="48"/>
                    <a:pt x="18" y="48"/>
                  </a:cubicBezTo>
                  <a:lnTo>
                    <a:pt x="18" y="2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"/>
            <p:cNvSpPr/>
            <p:nvPr/>
          </p:nvSpPr>
          <p:spPr>
            <a:xfrm>
              <a:off x="2967786" y="2845594"/>
              <a:ext cx="5954" cy="5953"/>
            </a:xfrm>
            <a:custGeom>
              <a:rect b="b" l="l" r="r" t="t"/>
              <a:pathLst>
                <a:path extrusionOk="0" h="49" w="48">
                  <a:moveTo>
                    <a:pt x="47" y="0"/>
                  </a:moveTo>
                  <a:lnTo>
                    <a:pt x="47" y="0"/>
                  </a:lnTo>
                  <a:cubicBezTo>
                    <a:pt x="38" y="0"/>
                    <a:pt x="38" y="9"/>
                    <a:pt x="38" y="9"/>
                  </a:cubicBezTo>
                  <a:cubicBezTo>
                    <a:pt x="38" y="9"/>
                    <a:pt x="38" y="0"/>
                    <a:pt x="27" y="0"/>
                  </a:cubicBezTo>
                  <a:cubicBezTo>
                    <a:pt x="27" y="0"/>
                    <a:pt x="27" y="0"/>
                    <a:pt x="18" y="0"/>
                  </a:cubicBezTo>
                  <a:cubicBezTo>
                    <a:pt x="18" y="0"/>
                    <a:pt x="18" y="0"/>
                    <a:pt x="9" y="0"/>
                  </a:cubicBezTo>
                  <a:lnTo>
                    <a:pt x="9" y="9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27" y="0"/>
                  </a:lnTo>
                  <a:cubicBezTo>
                    <a:pt x="27" y="9"/>
                    <a:pt x="27" y="9"/>
                    <a:pt x="27" y="9"/>
                  </a:cubicBezTo>
                  <a:lnTo>
                    <a:pt x="27" y="20"/>
                  </a:lnTo>
                  <a:cubicBezTo>
                    <a:pt x="27" y="48"/>
                    <a:pt x="27" y="48"/>
                    <a:pt x="2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47" y="9"/>
                  </a:cubicBezTo>
                  <a:cubicBezTo>
                    <a:pt x="47" y="0"/>
                    <a:pt x="47" y="0"/>
                    <a:pt x="47" y="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"/>
            <p:cNvSpPr/>
            <p:nvPr/>
          </p:nvSpPr>
          <p:spPr>
            <a:xfrm>
              <a:off x="2977908" y="2845594"/>
              <a:ext cx="5359" cy="5953"/>
            </a:xfrm>
            <a:custGeom>
              <a:rect b="b" l="l" r="r" t="t"/>
              <a:pathLst>
                <a:path extrusionOk="0" h="49" w="46">
                  <a:moveTo>
                    <a:pt x="9" y="29"/>
                  </a:moveTo>
                  <a:lnTo>
                    <a:pt x="9" y="29"/>
                  </a:lnTo>
                  <a:cubicBezTo>
                    <a:pt x="9" y="29"/>
                    <a:pt x="9" y="29"/>
                    <a:pt x="9" y="38"/>
                  </a:cubicBezTo>
                  <a:lnTo>
                    <a:pt x="18" y="48"/>
                  </a:lnTo>
                  <a:cubicBezTo>
                    <a:pt x="18" y="48"/>
                    <a:pt x="18" y="48"/>
                    <a:pt x="27" y="48"/>
                  </a:cubicBezTo>
                  <a:cubicBezTo>
                    <a:pt x="27" y="48"/>
                    <a:pt x="36" y="48"/>
                    <a:pt x="3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48"/>
                    <a:pt x="36" y="48"/>
                  </a:cubicBezTo>
                  <a:lnTo>
                    <a:pt x="27" y="48"/>
                  </a:lnTo>
                  <a:cubicBezTo>
                    <a:pt x="18" y="48"/>
                    <a:pt x="18" y="48"/>
                    <a:pt x="18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38"/>
                    <a:pt x="0" y="38"/>
                    <a:pt x="0" y="3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9"/>
                    <a:pt x="9" y="9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6" y="0"/>
                  </a:cubicBezTo>
                  <a:cubicBezTo>
                    <a:pt x="36" y="0"/>
                    <a:pt x="36" y="0"/>
                    <a:pt x="36" y="9"/>
                  </a:cubicBezTo>
                  <a:cubicBezTo>
                    <a:pt x="45" y="9"/>
                    <a:pt x="45" y="9"/>
                    <a:pt x="45" y="20"/>
                  </a:cubicBezTo>
                  <a:cubicBezTo>
                    <a:pt x="45" y="20"/>
                    <a:pt x="45" y="20"/>
                    <a:pt x="45" y="29"/>
                  </a:cubicBezTo>
                  <a:lnTo>
                    <a:pt x="9" y="29"/>
                  </a:lnTo>
                  <a:close/>
                  <a:moveTo>
                    <a:pt x="36" y="20"/>
                  </a:moveTo>
                  <a:lnTo>
                    <a:pt x="36" y="20"/>
                  </a:ln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27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9" y="20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"/>
            <p:cNvSpPr/>
            <p:nvPr/>
          </p:nvSpPr>
          <p:spPr>
            <a:xfrm>
              <a:off x="2926701" y="2867026"/>
              <a:ext cx="7145" cy="8334"/>
            </a:xfrm>
            <a:custGeom>
              <a:rect b="b" l="l" r="r" t="t"/>
              <a:pathLst>
                <a:path extrusionOk="0" h="66" w="58">
                  <a:moveTo>
                    <a:pt x="28" y="0"/>
                  </a:moveTo>
                  <a:lnTo>
                    <a:pt x="28" y="0"/>
                  </a:lnTo>
                  <a:lnTo>
                    <a:pt x="57" y="65"/>
                  </a:lnTo>
                  <a:lnTo>
                    <a:pt x="48" y="47"/>
                  </a:lnTo>
                  <a:lnTo>
                    <a:pt x="10" y="47"/>
                  </a:lnTo>
                  <a:lnTo>
                    <a:pt x="0" y="65"/>
                  </a:lnTo>
                  <a:lnTo>
                    <a:pt x="28" y="0"/>
                  </a:lnTo>
                  <a:close/>
                  <a:moveTo>
                    <a:pt x="10" y="38"/>
                  </a:moveTo>
                  <a:lnTo>
                    <a:pt x="37" y="38"/>
                  </a:lnTo>
                  <a:lnTo>
                    <a:pt x="28" y="0"/>
                  </a:lnTo>
                  <a:lnTo>
                    <a:pt x="10" y="3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"/>
            <p:cNvSpPr/>
            <p:nvPr/>
          </p:nvSpPr>
          <p:spPr>
            <a:xfrm>
              <a:off x="2935633" y="2867026"/>
              <a:ext cx="5954" cy="8334"/>
            </a:xfrm>
            <a:custGeom>
              <a:rect b="b" l="l" r="r" t="t"/>
              <a:pathLst>
                <a:path extrusionOk="0" h="66" w="47">
                  <a:moveTo>
                    <a:pt x="46" y="65"/>
                  </a:moveTo>
                  <a:lnTo>
                    <a:pt x="46" y="65"/>
                  </a:lnTo>
                  <a:cubicBezTo>
                    <a:pt x="37" y="65"/>
                    <a:pt x="37" y="65"/>
                    <a:pt x="37" y="65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9" y="65"/>
                  </a:lnTo>
                  <a:cubicBezTo>
                    <a:pt x="9" y="65"/>
                    <a:pt x="0" y="65"/>
                    <a:pt x="0" y="56"/>
                  </a:cubicBezTo>
                  <a:cubicBezTo>
                    <a:pt x="0" y="56"/>
                    <a:pt x="0" y="56"/>
                    <a:pt x="0" y="47"/>
                  </a:cubicBezTo>
                  <a:cubicBezTo>
                    <a:pt x="0" y="47"/>
                    <a:pt x="0" y="47"/>
                    <a:pt x="0" y="38"/>
                  </a:cubicBezTo>
                  <a:cubicBezTo>
                    <a:pt x="0" y="38"/>
                    <a:pt x="0" y="38"/>
                    <a:pt x="0" y="29"/>
                  </a:cubicBezTo>
                  <a:cubicBezTo>
                    <a:pt x="0" y="29"/>
                    <a:pt x="0" y="29"/>
                    <a:pt x="0" y="19"/>
                  </a:cubicBezTo>
                  <a:lnTo>
                    <a:pt x="9" y="19"/>
                  </a:lnTo>
                  <a:lnTo>
                    <a:pt x="18" y="9"/>
                  </a:lnTo>
                  <a:cubicBezTo>
                    <a:pt x="18" y="9"/>
                    <a:pt x="18" y="9"/>
                    <a:pt x="28" y="19"/>
                  </a:cubicBezTo>
                  <a:cubicBezTo>
                    <a:pt x="28" y="19"/>
                    <a:pt x="28" y="19"/>
                    <a:pt x="37" y="19"/>
                  </a:cubicBezTo>
                  <a:cubicBezTo>
                    <a:pt x="37" y="19"/>
                    <a:pt x="37" y="19"/>
                    <a:pt x="37" y="2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46" y="65"/>
                  </a:lnTo>
                  <a:close/>
                  <a:moveTo>
                    <a:pt x="0" y="38"/>
                  </a:moveTo>
                  <a:lnTo>
                    <a:pt x="0" y="38"/>
                  </a:lnTo>
                  <a:cubicBezTo>
                    <a:pt x="0" y="47"/>
                    <a:pt x="0" y="47"/>
                    <a:pt x="0" y="47"/>
                  </a:cubicBezTo>
                  <a:lnTo>
                    <a:pt x="9" y="56"/>
                  </a:lnTo>
                  <a:lnTo>
                    <a:pt x="18" y="65"/>
                  </a:lnTo>
                  <a:lnTo>
                    <a:pt x="28" y="56"/>
                  </a:lnTo>
                  <a:cubicBezTo>
                    <a:pt x="37" y="56"/>
                    <a:pt x="37" y="47"/>
                    <a:pt x="37" y="47"/>
                  </a:cubicBezTo>
                  <a:cubicBezTo>
                    <a:pt x="37" y="47"/>
                    <a:pt x="37" y="47"/>
                    <a:pt x="37" y="38"/>
                  </a:cubicBezTo>
                  <a:cubicBezTo>
                    <a:pt x="37" y="38"/>
                    <a:pt x="37" y="38"/>
                    <a:pt x="37" y="29"/>
                  </a:cubicBezTo>
                  <a:cubicBezTo>
                    <a:pt x="37" y="29"/>
                    <a:pt x="37" y="29"/>
                    <a:pt x="28" y="29"/>
                  </a:cubicBezTo>
                  <a:lnTo>
                    <a:pt x="28" y="19"/>
                  </a:lnTo>
                  <a:lnTo>
                    <a:pt x="18" y="19"/>
                  </a:lnTo>
                  <a:lnTo>
                    <a:pt x="9" y="19"/>
                  </a:lnTo>
                  <a:lnTo>
                    <a:pt x="9" y="29"/>
                  </a:lnTo>
                  <a:lnTo>
                    <a:pt x="0" y="29"/>
                  </a:lnTo>
                  <a:cubicBezTo>
                    <a:pt x="0" y="38"/>
                    <a:pt x="0" y="38"/>
                    <a:pt x="0" y="38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"/>
            <p:cNvSpPr/>
            <p:nvPr/>
          </p:nvSpPr>
          <p:spPr>
            <a:xfrm>
              <a:off x="2942778" y="2867026"/>
              <a:ext cx="4763" cy="8334"/>
            </a:xfrm>
            <a:custGeom>
              <a:rect b="b" l="l" r="r" t="t"/>
              <a:pathLst>
                <a:path extrusionOk="0" h="66" w="38">
                  <a:moveTo>
                    <a:pt x="37" y="65"/>
                  </a:moveTo>
                  <a:lnTo>
                    <a:pt x="37" y="65"/>
                  </a:lnTo>
                  <a:cubicBezTo>
                    <a:pt x="37" y="56"/>
                    <a:pt x="37" y="56"/>
                    <a:pt x="37" y="56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18" y="65"/>
                    <a:pt x="18" y="65"/>
                    <a:pt x="18" y="65"/>
                  </a:cubicBezTo>
                  <a:lnTo>
                    <a:pt x="9" y="65"/>
                  </a:lnTo>
                  <a:lnTo>
                    <a:pt x="0" y="56"/>
                  </a:lnTo>
                  <a:cubicBezTo>
                    <a:pt x="0" y="56"/>
                    <a:pt x="0" y="56"/>
                    <a:pt x="0" y="47"/>
                  </a:cubicBezTo>
                  <a:cubicBezTo>
                    <a:pt x="0" y="47"/>
                    <a:pt x="0" y="47"/>
                    <a:pt x="0" y="38"/>
                  </a:cubicBezTo>
                  <a:cubicBezTo>
                    <a:pt x="0" y="38"/>
                    <a:pt x="0" y="38"/>
                    <a:pt x="0" y="29"/>
                  </a:cubicBezTo>
                  <a:cubicBezTo>
                    <a:pt x="0" y="29"/>
                    <a:pt x="0" y="29"/>
                    <a:pt x="0" y="19"/>
                  </a:cubicBezTo>
                  <a:lnTo>
                    <a:pt x="9" y="19"/>
                  </a:lnTo>
                  <a:lnTo>
                    <a:pt x="18" y="9"/>
                  </a:lnTo>
                  <a:cubicBezTo>
                    <a:pt x="18" y="9"/>
                    <a:pt x="18" y="9"/>
                    <a:pt x="18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37" y="19"/>
                    <a:pt x="37" y="19"/>
                    <a:pt x="37" y="29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65"/>
                  </a:lnTo>
                  <a:close/>
                  <a:moveTo>
                    <a:pt x="0" y="38"/>
                  </a:moveTo>
                  <a:lnTo>
                    <a:pt x="0" y="38"/>
                  </a:ln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56"/>
                    <a:pt x="9" y="56"/>
                  </a:cubicBezTo>
                  <a:lnTo>
                    <a:pt x="18" y="65"/>
                  </a:lnTo>
                  <a:lnTo>
                    <a:pt x="27" y="56"/>
                  </a:lnTo>
                  <a:cubicBezTo>
                    <a:pt x="37" y="56"/>
                    <a:pt x="37" y="47"/>
                    <a:pt x="37" y="47"/>
                  </a:cubicBezTo>
                  <a:cubicBezTo>
                    <a:pt x="37" y="47"/>
                    <a:pt x="37" y="47"/>
                    <a:pt x="37" y="38"/>
                  </a:cubicBezTo>
                  <a:cubicBezTo>
                    <a:pt x="37" y="38"/>
                    <a:pt x="37" y="38"/>
                    <a:pt x="37" y="29"/>
                  </a:cubicBezTo>
                  <a:cubicBezTo>
                    <a:pt x="37" y="29"/>
                    <a:pt x="37" y="29"/>
                    <a:pt x="27" y="29"/>
                  </a:cubicBezTo>
                  <a:cubicBezTo>
                    <a:pt x="27" y="19"/>
                    <a:pt x="27" y="19"/>
                    <a:pt x="27" y="19"/>
                  </a:cubicBezTo>
                  <a:lnTo>
                    <a:pt x="18" y="19"/>
                  </a:lnTo>
                  <a:lnTo>
                    <a:pt x="9" y="19"/>
                  </a:lnTo>
                  <a:lnTo>
                    <a:pt x="9" y="29"/>
                  </a:lnTo>
                  <a:cubicBezTo>
                    <a:pt x="0" y="29"/>
                    <a:pt x="0" y="29"/>
                    <a:pt x="0" y="29"/>
                  </a:cubicBezTo>
                  <a:cubicBezTo>
                    <a:pt x="0" y="38"/>
                    <a:pt x="0" y="38"/>
                    <a:pt x="0" y="38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"/>
            <p:cNvSpPr/>
            <p:nvPr/>
          </p:nvSpPr>
          <p:spPr>
            <a:xfrm>
              <a:off x="2950518" y="2868216"/>
              <a:ext cx="2382" cy="7144"/>
            </a:xfrm>
            <a:custGeom>
              <a:rect b="b" l="l" r="r" t="t"/>
              <a:pathLst>
                <a:path extrusionOk="0" h="57" w="21">
                  <a:moveTo>
                    <a:pt x="0" y="10"/>
                  </a:moveTo>
                  <a:lnTo>
                    <a:pt x="0" y="10"/>
                  </a:lnTo>
                  <a:cubicBezTo>
                    <a:pt x="0" y="20"/>
                    <a:pt x="0" y="20"/>
                    <a:pt x="0" y="20"/>
                  </a:cubicBezTo>
                  <a:cubicBezTo>
                    <a:pt x="0" y="10"/>
                    <a:pt x="9" y="10"/>
                    <a:pt x="9" y="10"/>
                  </a:cubicBezTo>
                  <a:cubicBezTo>
                    <a:pt x="9" y="10"/>
                    <a:pt x="20" y="0"/>
                    <a:pt x="20" y="10"/>
                  </a:cubicBezTo>
                  <a:cubicBezTo>
                    <a:pt x="20" y="10"/>
                    <a:pt x="20" y="10"/>
                    <a:pt x="9" y="10"/>
                  </a:cubicBezTo>
                  <a:lnTo>
                    <a:pt x="9" y="20"/>
                  </a:lnTo>
                  <a:cubicBezTo>
                    <a:pt x="9" y="20"/>
                    <a:pt x="9" y="20"/>
                    <a:pt x="0" y="2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"/>
            <p:cNvSpPr/>
            <p:nvPr/>
          </p:nvSpPr>
          <p:spPr>
            <a:xfrm>
              <a:off x="2952900" y="2868216"/>
              <a:ext cx="5954" cy="7144"/>
            </a:xfrm>
            <a:custGeom>
              <a:rect b="b" l="l" r="r" t="t"/>
              <a:pathLst>
                <a:path extrusionOk="0" h="57" w="47">
                  <a:moveTo>
                    <a:pt x="9" y="29"/>
                  </a:moveTo>
                  <a:lnTo>
                    <a:pt x="9" y="29"/>
                  </a:lnTo>
                  <a:cubicBezTo>
                    <a:pt x="9" y="38"/>
                    <a:pt x="9" y="38"/>
                    <a:pt x="9" y="38"/>
                  </a:cubicBezTo>
                  <a:cubicBezTo>
                    <a:pt x="9" y="38"/>
                    <a:pt x="9" y="47"/>
                    <a:pt x="18" y="47"/>
                  </a:cubicBezTo>
                  <a:lnTo>
                    <a:pt x="27" y="47"/>
                  </a:lnTo>
                  <a:lnTo>
                    <a:pt x="36" y="47"/>
                  </a:lnTo>
                  <a:cubicBezTo>
                    <a:pt x="36" y="47"/>
                    <a:pt x="36" y="47"/>
                    <a:pt x="46" y="38"/>
                  </a:cubicBezTo>
                  <a:cubicBezTo>
                    <a:pt x="46" y="47"/>
                    <a:pt x="46" y="47"/>
                    <a:pt x="36" y="56"/>
                  </a:cubicBezTo>
                  <a:cubicBezTo>
                    <a:pt x="36" y="56"/>
                    <a:pt x="36" y="56"/>
                    <a:pt x="27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9" y="56"/>
                    <a:pt x="9" y="47"/>
                    <a:pt x="9" y="47"/>
                  </a:cubicBezTo>
                  <a:cubicBezTo>
                    <a:pt x="9" y="47"/>
                    <a:pt x="9" y="47"/>
                    <a:pt x="9" y="38"/>
                  </a:cubicBezTo>
                  <a:cubicBezTo>
                    <a:pt x="9" y="38"/>
                    <a:pt x="0" y="38"/>
                    <a:pt x="0" y="29"/>
                  </a:cubicBezTo>
                  <a:cubicBezTo>
                    <a:pt x="0" y="29"/>
                    <a:pt x="9" y="29"/>
                    <a:pt x="9" y="20"/>
                  </a:cubicBezTo>
                  <a:cubicBezTo>
                    <a:pt x="9" y="20"/>
                    <a:pt x="9" y="20"/>
                    <a:pt x="9" y="10"/>
                  </a:cubicBezTo>
                  <a:cubicBezTo>
                    <a:pt x="9" y="10"/>
                    <a:pt x="9" y="10"/>
                    <a:pt x="18" y="10"/>
                  </a:cubicBezTo>
                  <a:cubicBezTo>
                    <a:pt x="18" y="0"/>
                    <a:pt x="18" y="0"/>
                    <a:pt x="27" y="0"/>
                  </a:cubicBezTo>
                  <a:lnTo>
                    <a:pt x="36" y="10"/>
                  </a:lnTo>
                  <a:lnTo>
                    <a:pt x="46" y="10"/>
                  </a:lnTo>
                  <a:cubicBezTo>
                    <a:pt x="46" y="20"/>
                    <a:pt x="46" y="20"/>
                    <a:pt x="46" y="20"/>
                  </a:cubicBezTo>
                  <a:cubicBezTo>
                    <a:pt x="46" y="29"/>
                    <a:pt x="46" y="29"/>
                    <a:pt x="46" y="29"/>
                  </a:cubicBezTo>
                  <a:lnTo>
                    <a:pt x="9" y="29"/>
                  </a:lnTo>
                  <a:close/>
                  <a:moveTo>
                    <a:pt x="46" y="29"/>
                  </a:moveTo>
                  <a:lnTo>
                    <a:pt x="46" y="29"/>
                  </a:lnTo>
                  <a:cubicBezTo>
                    <a:pt x="46" y="29"/>
                    <a:pt x="46" y="20"/>
                    <a:pt x="36" y="2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27" y="10"/>
                    <a:pt x="27" y="10"/>
                    <a:pt x="27" y="10"/>
                  </a:cubicBezTo>
                  <a:lnTo>
                    <a:pt x="18" y="10"/>
                  </a:lnTo>
                  <a:cubicBezTo>
                    <a:pt x="18" y="10"/>
                    <a:pt x="18" y="10"/>
                    <a:pt x="18" y="20"/>
                  </a:cubicBezTo>
                  <a:cubicBezTo>
                    <a:pt x="9" y="20"/>
                    <a:pt x="9" y="20"/>
                    <a:pt x="9" y="20"/>
                  </a:cubicBezTo>
                  <a:lnTo>
                    <a:pt x="9" y="29"/>
                  </a:lnTo>
                  <a:lnTo>
                    <a:pt x="46" y="2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"/>
            <p:cNvSpPr/>
            <p:nvPr/>
          </p:nvSpPr>
          <p:spPr>
            <a:xfrm>
              <a:off x="2960641" y="2868216"/>
              <a:ext cx="4168" cy="7144"/>
            </a:xfrm>
            <a:custGeom>
              <a:rect b="b" l="l" r="r" t="t"/>
              <a:pathLst>
                <a:path extrusionOk="0" h="57" w="37">
                  <a:moveTo>
                    <a:pt x="27" y="20"/>
                  </a:moveTo>
                  <a:lnTo>
                    <a:pt x="27" y="20"/>
                  </a:ln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18" y="10"/>
                  </a:cubicBezTo>
                  <a:cubicBezTo>
                    <a:pt x="18" y="10"/>
                    <a:pt x="18" y="10"/>
                    <a:pt x="9" y="1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18" y="29"/>
                  </a:ln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36" y="29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56"/>
                    <a:pt x="27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9" y="56"/>
                    <a:pt x="9" y="56"/>
                    <a:pt x="0" y="56"/>
                  </a:cubicBezTo>
                  <a:cubicBezTo>
                    <a:pt x="0" y="47"/>
                    <a:pt x="0" y="47"/>
                    <a:pt x="0" y="38"/>
                  </a:cubicBezTo>
                  <a:cubicBezTo>
                    <a:pt x="0" y="47"/>
                    <a:pt x="9" y="47"/>
                    <a:pt x="9" y="47"/>
                  </a:cubicBezTo>
                  <a:lnTo>
                    <a:pt x="18" y="47"/>
                  </a:lnTo>
                  <a:cubicBezTo>
                    <a:pt x="18" y="47"/>
                    <a:pt x="18" y="47"/>
                    <a:pt x="27" y="47"/>
                  </a:cubicBezTo>
                  <a:cubicBezTo>
                    <a:pt x="27" y="47"/>
                    <a:pt x="27" y="47"/>
                    <a:pt x="27" y="38"/>
                  </a:cubicBezTo>
                  <a:cubicBezTo>
                    <a:pt x="27" y="38"/>
                    <a:pt x="18" y="38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0" y="29"/>
                  </a:cubicBezTo>
                  <a:cubicBezTo>
                    <a:pt x="0" y="29"/>
                    <a:pt x="0" y="29"/>
                    <a:pt x="0" y="20"/>
                  </a:cubicBezTo>
                  <a:lnTo>
                    <a:pt x="0" y="10"/>
                  </a:lnTo>
                  <a:cubicBezTo>
                    <a:pt x="0" y="10"/>
                    <a:pt x="0" y="10"/>
                    <a:pt x="9" y="10"/>
                  </a:cubicBezTo>
                  <a:cubicBezTo>
                    <a:pt x="9" y="10"/>
                    <a:pt x="9" y="1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7" y="10"/>
                  </a:cubicBezTo>
                  <a:lnTo>
                    <a:pt x="36" y="10"/>
                  </a:lnTo>
                  <a:cubicBezTo>
                    <a:pt x="36" y="20"/>
                    <a:pt x="36" y="20"/>
                    <a:pt x="36" y="20"/>
                  </a:cubicBezTo>
                  <a:lnTo>
                    <a:pt x="27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"/>
            <p:cNvSpPr/>
            <p:nvPr/>
          </p:nvSpPr>
          <p:spPr>
            <a:xfrm>
              <a:off x="2966595" y="2868216"/>
              <a:ext cx="4168" cy="7144"/>
            </a:xfrm>
            <a:custGeom>
              <a:rect b="b" l="l" r="r" t="t"/>
              <a:pathLst>
                <a:path extrusionOk="0" h="57" w="37">
                  <a:moveTo>
                    <a:pt x="27" y="20"/>
                  </a:moveTo>
                  <a:lnTo>
                    <a:pt x="27" y="20"/>
                  </a:ln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18" y="10"/>
                  </a:cubicBezTo>
                  <a:cubicBezTo>
                    <a:pt x="18" y="10"/>
                    <a:pt x="18" y="10"/>
                    <a:pt x="9" y="1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18" y="29"/>
                  </a:ln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36" y="29"/>
                  </a:cubicBezTo>
                  <a:lnTo>
                    <a:pt x="36" y="38"/>
                  </a:ln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56"/>
                    <a:pt x="27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9" y="56"/>
                    <a:pt x="9" y="56"/>
                    <a:pt x="0" y="56"/>
                  </a:cubicBezTo>
                  <a:cubicBezTo>
                    <a:pt x="0" y="47"/>
                    <a:pt x="0" y="47"/>
                    <a:pt x="0" y="38"/>
                  </a:cubicBezTo>
                  <a:cubicBezTo>
                    <a:pt x="0" y="47"/>
                    <a:pt x="9" y="47"/>
                    <a:pt x="9" y="47"/>
                  </a:cubicBezTo>
                  <a:lnTo>
                    <a:pt x="18" y="47"/>
                  </a:lnTo>
                  <a:cubicBezTo>
                    <a:pt x="27" y="47"/>
                    <a:pt x="27" y="47"/>
                    <a:pt x="27" y="47"/>
                  </a:cubicBezTo>
                  <a:cubicBezTo>
                    <a:pt x="27" y="47"/>
                    <a:pt x="27" y="47"/>
                    <a:pt x="27" y="38"/>
                  </a:cubicBezTo>
                  <a:cubicBezTo>
                    <a:pt x="27" y="38"/>
                    <a:pt x="18" y="38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0" y="29"/>
                  </a:cubicBezTo>
                  <a:cubicBezTo>
                    <a:pt x="0" y="29"/>
                    <a:pt x="0" y="29"/>
                    <a:pt x="0" y="20"/>
                  </a:cubicBezTo>
                  <a:lnTo>
                    <a:pt x="0" y="10"/>
                  </a:lnTo>
                  <a:cubicBezTo>
                    <a:pt x="0" y="10"/>
                    <a:pt x="0" y="10"/>
                    <a:pt x="9" y="10"/>
                  </a:cubicBezTo>
                  <a:cubicBezTo>
                    <a:pt x="9" y="10"/>
                    <a:pt x="9" y="1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7" y="0"/>
                  </a:cubicBezTo>
                  <a:cubicBezTo>
                    <a:pt x="27" y="10"/>
                    <a:pt x="27" y="10"/>
                    <a:pt x="27" y="10"/>
                  </a:cubicBezTo>
                  <a:lnTo>
                    <a:pt x="36" y="10"/>
                  </a:lnTo>
                  <a:cubicBezTo>
                    <a:pt x="36" y="20"/>
                    <a:pt x="36" y="20"/>
                    <a:pt x="36" y="20"/>
                  </a:cubicBezTo>
                  <a:lnTo>
                    <a:pt x="27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"/>
            <p:cNvSpPr/>
            <p:nvPr/>
          </p:nvSpPr>
          <p:spPr>
            <a:xfrm>
              <a:off x="2926701" y="2889647"/>
              <a:ext cx="7145" cy="9525"/>
            </a:xfrm>
            <a:custGeom>
              <a:rect b="b" l="l" r="r" t="t"/>
              <a:pathLst>
                <a:path extrusionOk="0" h="76" w="58">
                  <a:moveTo>
                    <a:pt x="10" y="47"/>
                  </a:moveTo>
                  <a:lnTo>
                    <a:pt x="10" y="47"/>
                  </a:lnTo>
                  <a:lnTo>
                    <a:pt x="10" y="56"/>
                  </a:lnTo>
                  <a:cubicBezTo>
                    <a:pt x="10" y="56"/>
                    <a:pt x="10" y="66"/>
                    <a:pt x="19" y="66"/>
                  </a:cubicBezTo>
                  <a:cubicBezTo>
                    <a:pt x="28" y="66"/>
                    <a:pt x="28" y="66"/>
                    <a:pt x="28" y="66"/>
                  </a:cubicBezTo>
                  <a:lnTo>
                    <a:pt x="37" y="66"/>
                  </a:lnTo>
                  <a:cubicBezTo>
                    <a:pt x="37" y="66"/>
                    <a:pt x="37" y="66"/>
                    <a:pt x="48" y="66"/>
                  </a:cubicBezTo>
                  <a:lnTo>
                    <a:pt x="48" y="56"/>
                  </a:lnTo>
                  <a:cubicBezTo>
                    <a:pt x="48" y="47"/>
                    <a:pt x="48" y="47"/>
                    <a:pt x="48" y="47"/>
                  </a:cubicBezTo>
                  <a:lnTo>
                    <a:pt x="37" y="38"/>
                  </a:ln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0" y="38"/>
                  </a:cubicBezTo>
                  <a:lnTo>
                    <a:pt x="10" y="29"/>
                  </a:lnTo>
                  <a:cubicBezTo>
                    <a:pt x="0" y="29"/>
                    <a:pt x="0" y="18"/>
                    <a:pt x="0" y="18"/>
                  </a:cubicBezTo>
                  <a:cubicBezTo>
                    <a:pt x="0" y="18"/>
                    <a:pt x="0" y="18"/>
                    <a:pt x="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0"/>
                    <a:pt x="19" y="0"/>
                  </a:cubicBezTo>
                  <a:cubicBezTo>
                    <a:pt x="19" y="0"/>
                    <a:pt x="19" y="0"/>
                    <a:pt x="28" y="0"/>
                  </a:cubicBezTo>
                  <a:lnTo>
                    <a:pt x="37" y="0"/>
                  </a:lnTo>
                  <a:cubicBezTo>
                    <a:pt x="37" y="0"/>
                    <a:pt x="48" y="0"/>
                    <a:pt x="48" y="9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9"/>
                    <a:pt x="37" y="9"/>
                    <a:pt x="37" y="9"/>
                  </a:cubicBezTo>
                  <a:cubicBezTo>
                    <a:pt x="28" y="9"/>
                    <a:pt x="28" y="9"/>
                    <a:pt x="28" y="9"/>
                  </a:cubicBezTo>
                  <a:lnTo>
                    <a:pt x="19" y="9"/>
                  </a:lnTo>
                  <a:cubicBezTo>
                    <a:pt x="10" y="9"/>
                    <a:pt x="10" y="9"/>
                    <a:pt x="10" y="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48" y="38"/>
                  </a:cubicBezTo>
                  <a:cubicBezTo>
                    <a:pt x="57" y="38"/>
                    <a:pt x="57" y="47"/>
                    <a:pt x="57" y="47"/>
                  </a:cubicBezTo>
                  <a:cubicBezTo>
                    <a:pt x="57" y="47"/>
                    <a:pt x="57" y="47"/>
                    <a:pt x="57" y="56"/>
                  </a:cubicBezTo>
                  <a:cubicBezTo>
                    <a:pt x="57" y="56"/>
                    <a:pt x="57" y="66"/>
                    <a:pt x="48" y="66"/>
                  </a:cubicBezTo>
                  <a:cubicBezTo>
                    <a:pt x="48" y="66"/>
                    <a:pt x="48" y="66"/>
                    <a:pt x="37" y="75"/>
                  </a:cubicBezTo>
                  <a:cubicBezTo>
                    <a:pt x="37" y="75"/>
                    <a:pt x="37" y="75"/>
                    <a:pt x="28" y="75"/>
                  </a:cubicBezTo>
                  <a:lnTo>
                    <a:pt x="19" y="75"/>
                  </a:lnTo>
                  <a:cubicBezTo>
                    <a:pt x="19" y="66"/>
                    <a:pt x="10" y="66"/>
                    <a:pt x="10" y="66"/>
                  </a:cubicBezTo>
                  <a:cubicBezTo>
                    <a:pt x="10" y="66"/>
                    <a:pt x="0" y="66"/>
                    <a:pt x="0" y="56"/>
                  </a:cubicBezTo>
                  <a:cubicBezTo>
                    <a:pt x="0" y="56"/>
                    <a:pt x="0" y="56"/>
                    <a:pt x="0" y="47"/>
                  </a:cubicBezTo>
                  <a:lnTo>
                    <a:pt x="10" y="47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"/>
            <p:cNvSpPr/>
            <p:nvPr/>
          </p:nvSpPr>
          <p:spPr>
            <a:xfrm>
              <a:off x="2935633" y="2889647"/>
              <a:ext cx="595" cy="9525"/>
            </a:xfrm>
            <a:custGeom>
              <a:rect b="b" l="l" r="r" t="t"/>
              <a:pathLst>
                <a:path extrusionOk="0" h="76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66"/>
                  </a:lnTo>
                  <a:lnTo>
                    <a:pt x="0" y="7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"/>
            <p:cNvSpPr/>
            <p:nvPr/>
          </p:nvSpPr>
          <p:spPr>
            <a:xfrm>
              <a:off x="2936824" y="2890838"/>
              <a:ext cx="3572" cy="8334"/>
            </a:xfrm>
            <a:custGeom>
              <a:rect b="b" l="l" r="r" t="t"/>
              <a:pathLst>
                <a:path extrusionOk="0" h="67" w="29">
                  <a:moveTo>
                    <a:pt x="19" y="9"/>
                  </a:moveTo>
                  <a:lnTo>
                    <a:pt x="19" y="9"/>
                  </a:lnTo>
                  <a:cubicBezTo>
                    <a:pt x="28" y="9"/>
                    <a:pt x="28" y="9"/>
                    <a:pt x="28" y="9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9" y="66"/>
                    <a:pt x="19" y="57"/>
                    <a:pt x="9" y="57"/>
                  </a:cubicBezTo>
                  <a:cubicBezTo>
                    <a:pt x="9" y="57"/>
                    <a:pt x="9" y="57"/>
                    <a:pt x="9" y="47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"/>
            <p:cNvSpPr/>
            <p:nvPr/>
          </p:nvSpPr>
          <p:spPr>
            <a:xfrm>
              <a:off x="2941587" y="2892028"/>
              <a:ext cx="4168" cy="7144"/>
            </a:xfrm>
            <a:custGeom>
              <a:rect b="b" l="l" r="r" t="t"/>
              <a:pathLst>
                <a:path extrusionOk="0" h="58" w="37">
                  <a:moveTo>
                    <a:pt x="0" y="29"/>
                  </a:moveTo>
                  <a:lnTo>
                    <a:pt x="0" y="29"/>
                  </a:lnTo>
                  <a:cubicBezTo>
                    <a:pt x="0" y="29"/>
                    <a:pt x="0" y="29"/>
                    <a:pt x="0" y="38"/>
                  </a:cubicBezTo>
                  <a:lnTo>
                    <a:pt x="9" y="38"/>
                  </a:lnTo>
                  <a:cubicBezTo>
                    <a:pt x="9" y="48"/>
                    <a:pt x="9" y="48"/>
                    <a:pt x="9" y="48"/>
                  </a:cubicBezTo>
                  <a:lnTo>
                    <a:pt x="18" y="48"/>
                  </a:lnTo>
                  <a:lnTo>
                    <a:pt x="27" y="48"/>
                  </a:lnTo>
                  <a:cubicBezTo>
                    <a:pt x="27" y="38"/>
                    <a:pt x="36" y="38"/>
                    <a:pt x="36" y="38"/>
                  </a:cubicBezTo>
                  <a:lnTo>
                    <a:pt x="36" y="48"/>
                  </a:lnTo>
                  <a:cubicBezTo>
                    <a:pt x="27" y="48"/>
                    <a:pt x="27" y="57"/>
                    <a:pt x="18" y="57"/>
                  </a:cubicBezTo>
                  <a:cubicBezTo>
                    <a:pt x="18" y="57"/>
                    <a:pt x="9" y="57"/>
                    <a:pt x="9" y="48"/>
                  </a:cubicBezTo>
                  <a:lnTo>
                    <a:pt x="0" y="48"/>
                  </a:lnTo>
                  <a:lnTo>
                    <a:pt x="0" y="38"/>
                  </a:lnTo>
                  <a:lnTo>
                    <a:pt x="0" y="29"/>
                  </a:lnTo>
                  <a:cubicBezTo>
                    <a:pt x="0" y="20"/>
                    <a:pt x="0" y="20"/>
                    <a:pt x="0" y="20"/>
                  </a:cubicBezTo>
                  <a:cubicBezTo>
                    <a:pt x="0" y="11"/>
                    <a:pt x="0" y="11"/>
                    <a:pt x="0" y="11"/>
                  </a:cubicBezTo>
                  <a:lnTo>
                    <a:pt x="9" y="0"/>
                  </a:lnTo>
                  <a:lnTo>
                    <a:pt x="18" y="0"/>
                  </a:lnTo>
                  <a:lnTo>
                    <a:pt x="27" y="0"/>
                  </a:lnTo>
                  <a:lnTo>
                    <a:pt x="36" y="11"/>
                  </a:lnTo>
                  <a:lnTo>
                    <a:pt x="36" y="20"/>
                  </a:lnTo>
                  <a:lnTo>
                    <a:pt x="36" y="29"/>
                  </a:lnTo>
                  <a:lnTo>
                    <a:pt x="0" y="29"/>
                  </a:lnTo>
                  <a:close/>
                  <a:moveTo>
                    <a:pt x="36" y="20"/>
                  </a:moveTo>
                  <a:lnTo>
                    <a:pt x="36" y="20"/>
                  </a:lnTo>
                  <a:cubicBezTo>
                    <a:pt x="27" y="20"/>
                    <a:pt x="27" y="11"/>
                    <a:pt x="27" y="11"/>
                  </a:cubicBezTo>
                  <a:cubicBezTo>
                    <a:pt x="18" y="11"/>
                    <a:pt x="18" y="11"/>
                    <a:pt x="18" y="11"/>
                  </a:cubicBezTo>
                  <a:lnTo>
                    <a:pt x="9" y="11"/>
                  </a:lnTo>
                  <a:lnTo>
                    <a:pt x="0" y="20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"/>
            <p:cNvSpPr/>
            <p:nvPr/>
          </p:nvSpPr>
          <p:spPr>
            <a:xfrm>
              <a:off x="2948137" y="2892028"/>
              <a:ext cx="4763" cy="7144"/>
            </a:xfrm>
            <a:custGeom>
              <a:rect b="b" l="l" r="r" t="t"/>
              <a:pathLst>
                <a:path extrusionOk="0" h="58" w="39">
                  <a:moveTo>
                    <a:pt x="27" y="20"/>
                  </a:moveTo>
                  <a:lnTo>
                    <a:pt x="27" y="20"/>
                  </a:lnTo>
                  <a:cubicBezTo>
                    <a:pt x="27" y="11"/>
                    <a:pt x="27" y="11"/>
                    <a:pt x="27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27" y="29"/>
                    <a:pt x="27" y="29"/>
                    <a:pt x="27" y="29"/>
                  </a:cubicBezTo>
                  <a:lnTo>
                    <a:pt x="38" y="29"/>
                  </a:lnTo>
                  <a:cubicBezTo>
                    <a:pt x="38" y="38"/>
                    <a:pt x="38" y="38"/>
                    <a:pt x="38" y="38"/>
                  </a:cubicBezTo>
                  <a:lnTo>
                    <a:pt x="38" y="48"/>
                  </a:lnTo>
                  <a:cubicBezTo>
                    <a:pt x="27" y="48"/>
                    <a:pt x="27" y="48"/>
                    <a:pt x="27" y="57"/>
                  </a:cubicBezTo>
                  <a:lnTo>
                    <a:pt x="18" y="57"/>
                  </a:lnTo>
                  <a:cubicBezTo>
                    <a:pt x="9" y="57"/>
                    <a:pt x="9" y="48"/>
                    <a:pt x="9" y="48"/>
                  </a:cubicBezTo>
                  <a:cubicBezTo>
                    <a:pt x="0" y="48"/>
                    <a:pt x="0" y="38"/>
                    <a:pt x="0" y="38"/>
                  </a:cubicBezTo>
                  <a:cubicBezTo>
                    <a:pt x="9" y="38"/>
                    <a:pt x="9" y="38"/>
                    <a:pt x="9" y="38"/>
                  </a:cubicBezTo>
                  <a:lnTo>
                    <a:pt x="9" y="48"/>
                  </a:lnTo>
                  <a:lnTo>
                    <a:pt x="18" y="48"/>
                  </a:lnTo>
                  <a:cubicBezTo>
                    <a:pt x="18" y="48"/>
                    <a:pt x="18" y="48"/>
                    <a:pt x="27" y="4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27" y="38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9"/>
                    <a:pt x="9" y="29"/>
                    <a:pt x="9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11"/>
                  </a:cubicBezTo>
                  <a:lnTo>
                    <a:pt x="9" y="0"/>
                  </a:lnTo>
                  <a:cubicBezTo>
                    <a:pt x="18" y="0"/>
                    <a:pt x="18" y="0"/>
                    <a:pt x="18" y="0"/>
                  </a:cubicBezTo>
                  <a:lnTo>
                    <a:pt x="27" y="0"/>
                  </a:ln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20"/>
                  </a:cubicBezTo>
                  <a:lnTo>
                    <a:pt x="27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"/>
            <p:cNvSpPr/>
            <p:nvPr/>
          </p:nvSpPr>
          <p:spPr>
            <a:xfrm>
              <a:off x="3223821" y="2799755"/>
              <a:ext cx="30962" cy="126802"/>
            </a:xfrm>
            <a:custGeom>
              <a:rect b="b" l="l" r="r" t="t"/>
              <a:pathLst>
                <a:path extrusionOk="0" h="945" w="233">
                  <a:moveTo>
                    <a:pt x="232" y="944"/>
                  </a:moveTo>
                  <a:lnTo>
                    <a:pt x="0" y="944"/>
                  </a:lnTo>
                  <a:lnTo>
                    <a:pt x="0" y="0"/>
                  </a:lnTo>
                  <a:lnTo>
                    <a:pt x="232" y="0"/>
                  </a:lnTo>
                  <a:lnTo>
                    <a:pt x="232" y="944"/>
                  </a:lnTo>
                </a:path>
              </a:pathLst>
            </a:custGeom>
            <a:solidFill>
              <a:srgbClr val="D7D6D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"/>
            <p:cNvSpPr/>
            <p:nvPr/>
          </p:nvSpPr>
          <p:spPr>
            <a:xfrm>
              <a:off x="2739141" y="2849762"/>
              <a:ext cx="109559" cy="57150"/>
            </a:xfrm>
            <a:custGeom>
              <a:rect b="b" l="l" r="r" t="t"/>
              <a:pathLst>
                <a:path extrusionOk="0" h="426" w="817">
                  <a:moveTo>
                    <a:pt x="723" y="342"/>
                  </a:moveTo>
                  <a:lnTo>
                    <a:pt x="723" y="342"/>
                  </a:lnTo>
                  <a:cubicBezTo>
                    <a:pt x="723" y="333"/>
                    <a:pt x="723" y="324"/>
                    <a:pt x="723" y="313"/>
                  </a:cubicBezTo>
                  <a:cubicBezTo>
                    <a:pt x="768" y="231"/>
                    <a:pt x="807" y="110"/>
                    <a:pt x="816" y="19"/>
                  </a:cubicBezTo>
                  <a:cubicBezTo>
                    <a:pt x="816" y="9"/>
                    <a:pt x="807" y="0"/>
                    <a:pt x="796" y="0"/>
                  </a:cubicBezTo>
                  <a:cubicBezTo>
                    <a:pt x="547" y="28"/>
                    <a:pt x="417" y="92"/>
                    <a:pt x="306" y="158"/>
                  </a:cubicBezTo>
                  <a:cubicBezTo>
                    <a:pt x="223" y="203"/>
                    <a:pt x="149" y="249"/>
                    <a:pt x="48" y="286"/>
                  </a:cubicBezTo>
                  <a:cubicBezTo>
                    <a:pt x="19" y="295"/>
                    <a:pt x="0" y="295"/>
                    <a:pt x="0" y="333"/>
                  </a:cubicBezTo>
                  <a:cubicBezTo>
                    <a:pt x="10" y="351"/>
                    <a:pt x="10" y="370"/>
                    <a:pt x="19" y="388"/>
                  </a:cubicBezTo>
                  <a:cubicBezTo>
                    <a:pt x="19" y="406"/>
                    <a:pt x="39" y="416"/>
                    <a:pt x="57" y="416"/>
                  </a:cubicBezTo>
                  <a:cubicBezTo>
                    <a:pt x="324" y="425"/>
                    <a:pt x="324" y="425"/>
                    <a:pt x="324" y="425"/>
                  </a:cubicBezTo>
                  <a:cubicBezTo>
                    <a:pt x="741" y="425"/>
                    <a:pt x="741" y="425"/>
                    <a:pt x="741" y="425"/>
                  </a:cubicBezTo>
                  <a:cubicBezTo>
                    <a:pt x="759" y="425"/>
                    <a:pt x="768" y="406"/>
                    <a:pt x="759" y="388"/>
                  </a:cubicBezTo>
                  <a:lnTo>
                    <a:pt x="723" y="342"/>
                  </a:lnTo>
                </a:path>
              </a:pathLst>
            </a:custGeom>
            <a:solidFill>
              <a:srgbClr val="26889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"/>
            <p:cNvSpPr/>
            <p:nvPr/>
          </p:nvSpPr>
          <p:spPr>
            <a:xfrm>
              <a:off x="2770699" y="2833688"/>
              <a:ext cx="8336" cy="7144"/>
            </a:xfrm>
            <a:custGeom>
              <a:rect b="b" l="l" r="r" t="t"/>
              <a:pathLst>
                <a:path extrusionOk="0" h="56" w="65">
                  <a:moveTo>
                    <a:pt x="27" y="0"/>
                  </a:moveTo>
                  <a:lnTo>
                    <a:pt x="27" y="0"/>
                  </a:lnTo>
                  <a:cubicBezTo>
                    <a:pt x="9" y="0"/>
                    <a:pt x="0" y="18"/>
                    <a:pt x="0" y="27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27" y="0"/>
                  </a:lnTo>
                </a:path>
              </a:pathLst>
            </a:custGeom>
            <a:solidFill>
              <a:srgbClr val="26889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1"/>
            <p:cNvSpPr/>
            <p:nvPr/>
          </p:nvSpPr>
          <p:spPr>
            <a:xfrm>
              <a:off x="2777844" y="2833688"/>
              <a:ext cx="7145" cy="7144"/>
            </a:xfrm>
            <a:custGeom>
              <a:rect b="b" l="l" r="r" t="t"/>
              <a:pathLst>
                <a:path extrusionOk="0" h="56" w="57">
                  <a:moveTo>
                    <a:pt x="47" y="27"/>
                  </a:moveTo>
                  <a:lnTo>
                    <a:pt x="47" y="27"/>
                  </a:lnTo>
                  <a:cubicBezTo>
                    <a:pt x="47" y="9"/>
                    <a:pt x="36" y="0"/>
                    <a:pt x="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56" y="55"/>
                    <a:pt x="56" y="55"/>
                    <a:pt x="56" y="55"/>
                  </a:cubicBezTo>
                  <a:lnTo>
                    <a:pt x="47" y="27"/>
                  </a:lnTo>
                </a:path>
              </a:pathLst>
            </a:custGeom>
            <a:solidFill>
              <a:srgbClr val="26889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"/>
            <p:cNvSpPr/>
            <p:nvPr/>
          </p:nvSpPr>
          <p:spPr>
            <a:xfrm>
              <a:off x="2814165" y="2865835"/>
              <a:ext cx="17268" cy="20836"/>
            </a:xfrm>
            <a:custGeom>
              <a:rect b="b" l="l" r="r" t="t"/>
              <a:pathLst>
                <a:path extrusionOk="0" h="159" w="131">
                  <a:moveTo>
                    <a:pt x="130" y="94"/>
                  </a:moveTo>
                  <a:lnTo>
                    <a:pt x="130" y="94"/>
                  </a:lnTo>
                  <a:cubicBezTo>
                    <a:pt x="130" y="84"/>
                    <a:pt x="121" y="75"/>
                    <a:pt x="112" y="75"/>
                  </a:cubicBezTo>
                  <a:cubicBezTo>
                    <a:pt x="112" y="75"/>
                    <a:pt x="103" y="84"/>
                    <a:pt x="103" y="94"/>
                  </a:cubicBezTo>
                  <a:cubicBezTo>
                    <a:pt x="103" y="112"/>
                    <a:pt x="93" y="121"/>
                    <a:pt x="74" y="130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83" y="48"/>
                    <a:pt x="83" y="39"/>
                    <a:pt x="83" y="29"/>
                  </a:cubicBezTo>
                  <a:cubicBezTo>
                    <a:pt x="83" y="10"/>
                    <a:pt x="74" y="0"/>
                    <a:pt x="55" y="0"/>
                  </a:cubicBezTo>
                  <a:cubicBezTo>
                    <a:pt x="46" y="0"/>
                    <a:pt x="37" y="19"/>
                    <a:pt x="37" y="29"/>
                  </a:cubicBezTo>
                  <a:cubicBezTo>
                    <a:pt x="37" y="39"/>
                    <a:pt x="37" y="48"/>
                    <a:pt x="46" y="57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37" y="130"/>
                    <a:pt x="28" y="112"/>
                    <a:pt x="28" y="94"/>
                  </a:cubicBezTo>
                  <a:cubicBezTo>
                    <a:pt x="28" y="94"/>
                    <a:pt x="19" y="84"/>
                    <a:pt x="9" y="84"/>
                  </a:cubicBezTo>
                  <a:lnTo>
                    <a:pt x="0" y="94"/>
                  </a:lnTo>
                  <a:cubicBezTo>
                    <a:pt x="0" y="130"/>
                    <a:pt x="37" y="158"/>
                    <a:pt x="64" y="158"/>
                  </a:cubicBezTo>
                  <a:cubicBezTo>
                    <a:pt x="103" y="149"/>
                    <a:pt x="130" y="121"/>
                    <a:pt x="130" y="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"/>
            <p:cNvSpPr/>
            <p:nvPr/>
          </p:nvSpPr>
          <p:spPr>
            <a:xfrm>
              <a:off x="2748073" y="2843213"/>
              <a:ext cx="51802" cy="39291"/>
            </a:xfrm>
            <a:custGeom>
              <a:rect b="b" l="l" r="r" t="t"/>
              <a:pathLst>
                <a:path extrusionOk="0" h="297" w="389">
                  <a:moveTo>
                    <a:pt x="379" y="75"/>
                  </a:moveTo>
                  <a:lnTo>
                    <a:pt x="379" y="75"/>
                  </a:lnTo>
                  <a:cubicBezTo>
                    <a:pt x="379" y="66"/>
                    <a:pt x="370" y="47"/>
                    <a:pt x="360" y="56"/>
                  </a:cubicBezTo>
                  <a:cubicBezTo>
                    <a:pt x="278" y="56"/>
                    <a:pt x="278" y="56"/>
                    <a:pt x="278" y="56"/>
                  </a:cubicBezTo>
                  <a:cubicBezTo>
                    <a:pt x="278" y="0"/>
                    <a:pt x="278" y="0"/>
                    <a:pt x="278" y="0"/>
                  </a:cubicBezTo>
                  <a:cubicBezTo>
                    <a:pt x="231" y="9"/>
                    <a:pt x="231" y="9"/>
                    <a:pt x="231" y="9"/>
                  </a:cubicBezTo>
                  <a:cubicBezTo>
                    <a:pt x="176" y="9"/>
                    <a:pt x="176" y="9"/>
                    <a:pt x="176" y="9"/>
                  </a:cubicBezTo>
                  <a:cubicBezTo>
                    <a:pt x="176" y="66"/>
                    <a:pt x="176" y="66"/>
                    <a:pt x="176" y="66"/>
                  </a:cubicBezTo>
                  <a:cubicBezTo>
                    <a:pt x="83" y="75"/>
                    <a:pt x="83" y="75"/>
                    <a:pt x="83" y="75"/>
                  </a:cubicBezTo>
                  <a:cubicBezTo>
                    <a:pt x="83" y="75"/>
                    <a:pt x="73" y="75"/>
                    <a:pt x="64" y="75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0" y="130"/>
                    <a:pt x="0" y="139"/>
                    <a:pt x="0" y="148"/>
                  </a:cubicBezTo>
                  <a:cubicBezTo>
                    <a:pt x="9" y="296"/>
                    <a:pt x="9" y="296"/>
                    <a:pt x="9" y="296"/>
                  </a:cubicBezTo>
                  <a:cubicBezTo>
                    <a:pt x="83" y="269"/>
                    <a:pt x="139" y="232"/>
                    <a:pt x="203" y="205"/>
                  </a:cubicBezTo>
                  <a:cubicBezTo>
                    <a:pt x="212" y="195"/>
                    <a:pt x="231" y="185"/>
                    <a:pt x="240" y="176"/>
                  </a:cubicBezTo>
                  <a:cubicBezTo>
                    <a:pt x="287" y="148"/>
                    <a:pt x="333" y="130"/>
                    <a:pt x="388" y="102"/>
                  </a:cubicBezTo>
                  <a:lnTo>
                    <a:pt x="379" y="75"/>
                  </a:lnTo>
                </a:path>
              </a:pathLst>
            </a:custGeom>
            <a:solidFill>
              <a:srgbClr val="26889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"/>
            <p:cNvSpPr/>
            <p:nvPr/>
          </p:nvSpPr>
          <p:spPr>
            <a:xfrm>
              <a:off x="2754622" y="2812257"/>
              <a:ext cx="23222" cy="18455"/>
            </a:xfrm>
            <a:custGeom>
              <a:rect b="b" l="l" r="r" t="t"/>
              <a:pathLst>
                <a:path extrusionOk="0" h="140" w="177">
                  <a:moveTo>
                    <a:pt x="148" y="92"/>
                  </a:moveTo>
                  <a:lnTo>
                    <a:pt x="148" y="92"/>
                  </a:lnTo>
                  <a:cubicBezTo>
                    <a:pt x="148" y="92"/>
                    <a:pt x="148" y="83"/>
                    <a:pt x="148" y="74"/>
                  </a:cubicBezTo>
                  <a:cubicBezTo>
                    <a:pt x="148" y="55"/>
                    <a:pt x="130" y="37"/>
                    <a:pt x="111" y="37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02" y="19"/>
                    <a:pt x="75" y="0"/>
                    <a:pt x="55" y="10"/>
                  </a:cubicBezTo>
                  <a:cubicBezTo>
                    <a:pt x="18" y="10"/>
                    <a:pt x="0" y="28"/>
                    <a:pt x="0" y="65"/>
                  </a:cubicBezTo>
                  <a:cubicBezTo>
                    <a:pt x="0" y="92"/>
                    <a:pt x="27" y="110"/>
                    <a:pt x="55" y="110"/>
                  </a:cubicBezTo>
                  <a:cubicBezTo>
                    <a:pt x="66" y="110"/>
                    <a:pt x="75" y="110"/>
                    <a:pt x="84" y="101"/>
                  </a:cubicBezTo>
                  <a:cubicBezTo>
                    <a:pt x="84" y="110"/>
                    <a:pt x="102" y="121"/>
                    <a:pt x="111" y="121"/>
                  </a:cubicBezTo>
                  <a:cubicBezTo>
                    <a:pt x="121" y="121"/>
                    <a:pt x="121" y="121"/>
                    <a:pt x="130" y="121"/>
                  </a:cubicBezTo>
                  <a:cubicBezTo>
                    <a:pt x="130" y="130"/>
                    <a:pt x="139" y="139"/>
                    <a:pt x="148" y="139"/>
                  </a:cubicBezTo>
                  <a:cubicBezTo>
                    <a:pt x="166" y="139"/>
                    <a:pt x="176" y="130"/>
                    <a:pt x="176" y="121"/>
                  </a:cubicBezTo>
                  <a:cubicBezTo>
                    <a:pt x="176" y="101"/>
                    <a:pt x="157" y="92"/>
                    <a:pt x="148" y="92"/>
                  </a:cubicBezTo>
                </a:path>
              </a:pathLst>
            </a:custGeom>
            <a:solidFill>
              <a:srgbClr val="26889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0" name="Google Shape;910;p1"/>
          <p:cNvGrpSpPr/>
          <p:nvPr/>
        </p:nvGrpSpPr>
        <p:grpSpPr>
          <a:xfrm>
            <a:off x="3479800" y="2516188"/>
            <a:ext cx="674688" cy="674687"/>
            <a:chOff x="3480450" y="2516386"/>
            <a:chExt cx="674025" cy="673894"/>
          </a:xfrm>
        </p:grpSpPr>
        <p:sp>
          <p:nvSpPr>
            <p:cNvPr id="911" name="Google Shape;911;p1"/>
            <p:cNvSpPr/>
            <p:nvPr/>
          </p:nvSpPr>
          <p:spPr>
            <a:xfrm>
              <a:off x="3480450" y="2516386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76" y="4996"/>
                    <a:pt x="2498" y="4996"/>
                  </a:cubicBezTo>
                  <a:cubicBezTo>
                    <a:pt x="1110" y="4996"/>
                    <a:pt x="0" y="3877"/>
                    <a:pt x="0" y="2498"/>
                  </a:cubicBezTo>
                  <a:cubicBezTo>
                    <a:pt x="0" y="1119"/>
                    <a:pt x="1110" y="0"/>
                    <a:pt x="2498" y="0"/>
                  </a:cubicBezTo>
                  <a:cubicBezTo>
                    <a:pt x="3876" y="0"/>
                    <a:pt x="4996" y="1119"/>
                    <a:pt x="4996" y="2498"/>
                  </a:cubicBezTo>
                </a:path>
              </a:pathLst>
            </a:custGeom>
            <a:solidFill>
              <a:srgbClr val="2EB6C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"/>
            <p:cNvSpPr/>
            <p:nvPr/>
          </p:nvSpPr>
          <p:spPr>
            <a:xfrm>
              <a:off x="3534039" y="2744986"/>
              <a:ext cx="565657" cy="216694"/>
            </a:xfrm>
            <a:custGeom>
              <a:rect b="b" l="l" r="r" t="t"/>
              <a:pathLst>
                <a:path extrusionOk="0" h="1610" w="4192">
                  <a:moveTo>
                    <a:pt x="4191" y="1507"/>
                  </a:moveTo>
                  <a:lnTo>
                    <a:pt x="4191" y="1507"/>
                  </a:lnTo>
                  <a:cubicBezTo>
                    <a:pt x="4191" y="83"/>
                    <a:pt x="4191" y="83"/>
                    <a:pt x="4191" y="83"/>
                  </a:cubicBezTo>
                  <a:cubicBezTo>
                    <a:pt x="4191" y="37"/>
                    <a:pt x="4145" y="0"/>
                    <a:pt x="4099" y="0"/>
                  </a:cubicBezTo>
                  <a:cubicBezTo>
                    <a:pt x="2110" y="0"/>
                    <a:pt x="2110" y="0"/>
                    <a:pt x="2110" y="0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37" y="9"/>
                    <a:pt x="0" y="46"/>
                    <a:pt x="0" y="101"/>
                  </a:cubicBezTo>
                  <a:cubicBezTo>
                    <a:pt x="0" y="1516"/>
                    <a:pt x="0" y="1516"/>
                    <a:pt x="0" y="1516"/>
                  </a:cubicBezTo>
                  <a:cubicBezTo>
                    <a:pt x="0" y="1573"/>
                    <a:pt x="46" y="1609"/>
                    <a:pt x="93" y="1609"/>
                  </a:cubicBezTo>
                  <a:cubicBezTo>
                    <a:pt x="1545" y="1609"/>
                    <a:pt x="1545" y="1609"/>
                    <a:pt x="1545" y="1609"/>
                  </a:cubicBezTo>
                  <a:cubicBezTo>
                    <a:pt x="1545" y="1600"/>
                    <a:pt x="1545" y="1600"/>
                    <a:pt x="1545" y="1600"/>
                  </a:cubicBezTo>
                  <a:cubicBezTo>
                    <a:pt x="1554" y="1600"/>
                    <a:pt x="1554" y="1600"/>
                    <a:pt x="1554" y="1600"/>
                  </a:cubicBezTo>
                  <a:cubicBezTo>
                    <a:pt x="1554" y="1609"/>
                    <a:pt x="1554" y="1609"/>
                    <a:pt x="1554" y="1609"/>
                  </a:cubicBezTo>
                  <a:cubicBezTo>
                    <a:pt x="2110" y="1600"/>
                    <a:pt x="2110" y="1600"/>
                    <a:pt x="2110" y="1600"/>
                  </a:cubicBezTo>
                  <a:cubicBezTo>
                    <a:pt x="4109" y="1600"/>
                    <a:pt x="4109" y="1600"/>
                    <a:pt x="4109" y="1600"/>
                  </a:cubicBezTo>
                  <a:cubicBezTo>
                    <a:pt x="4154" y="1600"/>
                    <a:pt x="4191" y="1554"/>
                    <a:pt x="4191" y="1507"/>
                  </a:cubicBezTo>
                  <a:close/>
                  <a:moveTo>
                    <a:pt x="1536" y="64"/>
                  </a:moveTo>
                  <a:lnTo>
                    <a:pt x="1536" y="64"/>
                  </a:lnTo>
                  <a:cubicBezTo>
                    <a:pt x="1536" y="28"/>
                    <a:pt x="1536" y="28"/>
                    <a:pt x="1536" y="28"/>
                  </a:cubicBezTo>
                  <a:cubicBezTo>
                    <a:pt x="1554" y="28"/>
                    <a:pt x="1554" y="28"/>
                    <a:pt x="1554" y="28"/>
                  </a:cubicBezTo>
                  <a:cubicBezTo>
                    <a:pt x="1554" y="64"/>
                    <a:pt x="1554" y="64"/>
                    <a:pt x="1554" y="64"/>
                  </a:cubicBezTo>
                  <a:lnTo>
                    <a:pt x="1536" y="64"/>
                  </a:lnTo>
                  <a:close/>
                  <a:moveTo>
                    <a:pt x="1536" y="139"/>
                  </a:moveTo>
                  <a:lnTo>
                    <a:pt x="1536" y="139"/>
                  </a:lnTo>
                  <a:cubicBezTo>
                    <a:pt x="1536" y="101"/>
                    <a:pt x="1536" y="101"/>
                    <a:pt x="1536" y="101"/>
                  </a:cubicBezTo>
                  <a:cubicBezTo>
                    <a:pt x="1554" y="101"/>
                    <a:pt x="1554" y="101"/>
                    <a:pt x="1554" y="101"/>
                  </a:cubicBezTo>
                  <a:cubicBezTo>
                    <a:pt x="1554" y="139"/>
                    <a:pt x="1554" y="139"/>
                    <a:pt x="1554" y="139"/>
                  </a:cubicBezTo>
                  <a:lnTo>
                    <a:pt x="1536" y="139"/>
                  </a:lnTo>
                  <a:close/>
                  <a:moveTo>
                    <a:pt x="1536" y="222"/>
                  </a:moveTo>
                  <a:lnTo>
                    <a:pt x="1536" y="222"/>
                  </a:lnTo>
                  <a:cubicBezTo>
                    <a:pt x="1536" y="185"/>
                    <a:pt x="1536" y="185"/>
                    <a:pt x="1536" y="185"/>
                  </a:cubicBezTo>
                  <a:cubicBezTo>
                    <a:pt x="1554" y="185"/>
                    <a:pt x="1554" y="185"/>
                    <a:pt x="1554" y="185"/>
                  </a:cubicBezTo>
                  <a:cubicBezTo>
                    <a:pt x="1554" y="222"/>
                    <a:pt x="1554" y="222"/>
                    <a:pt x="1554" y="222"/>
                  </a:cubicBezTo>
                  <a:lnTo>
                    <a:pt x="1536" y="222"/>
                  </a:lnTo>
                  <a:close/>
                  <a:moveTo>
                    <a:pt x="1536" y="295"/>
                  </a:moveTo>
                  <a:lnTo>
                    <a:pt x="1536" y="295"/>
                  </a:lnTo>
                  <a:cubicBezTo>
                    <a:pt x="1536" y="258"/>
                    <a:pt x="1536" y="258"/>
                    <a:pt x="1536" y="258"/>
                  </a:cubicBezTo>
                  <a:cubicBezTo>
                    <a:pt x="1554" y="258"/>
                    <a:pt x="1554" y="258"/>
                    <a:pt x="1554" y="258"/>
                  </a:cubicBezTo>
                  <a:cubicBezTo>
                    <a:pt x="1554" y="295"/>
                    <a:pt x="1554" y="295"/>
                    <a:pt x="1554" y="295"/>
                  </a:cubicBezTo>
                  <a:lnTo>
                    <a:pt x="1536" y="295"/>
                  </a:lnTo>
                  <a:close/>
                  <a:moveTo>
                    <a:pt x="1536" y="379"/>
                  </a:moveTo>
                  <a:lnTo>
                    <a:pt x="1536" y="379"/>
                  </a:lnTo>
                  <a:cubicBezTo>
                    <a:pt x="1536" y="342"/>
                    <a:pt x="1536" y="342"/>
                    <a:pt x="1536" y="342"/>
                  </a:cubicBezTo>
                  <a:cubicBezTo>
                    <a:pt x="1554" y="342"/>
                    <a:pt x="1554" y="342"/>
                    <a:pt x="1554" y="342"/>
                  </a:cubicBezTo>
                  <a:cubicBezTo>
                    <a:pt x="1554" y="379"/>
                    <a:pt x="1554" y="379"/>
                    <a:pt x="1554" y="379"/>
                  </a:cubicBezTo>
                  <a:lnTo>
                    <a:pt x="1536" y="379"/>
                  </a:lnTo>
                  <a:close/>
                  <a:moveTo>
                    <a:pt x="1536" y="452"/>
                  </a:moveTo>
                  <a:lnTo>
                    <a:pt x="1536" y="452"/>
                  </a:lnTo>
                  <a:cubicBezTo>
                    <a:pt x="1536" y="415"/>
                    <a:pt x="1536" y="415"/>
                    <a:pt x="1536" y="415"/>
                  </a:cubicBezTo>
                  <a:cubicBezTo>
                    <a:pt x="1554" y="415"/>
                    <a:pt x="1554" y="415"/>
                    <a:pt x="1554" y="415"/>
                  </a:cubicBezTo>
                  <a:cubicBezTo>
                    <a:pt x="1554" y="452"/>
                    <a:pt x="1554" y="452"/>
                    <a:pt x="1554" y="452"/>
                  </a:cubicBezTo>
                  <a:lnTo>
                    <a:pt x="1536" y="452"/>
                  </a:lnTo>
                  <a:close/>
                  <a:moveTo>
                    <a:pt x="1536" y="536"/>
                  </a:moveTo>
                  <a:lnTo>
                    <a:pt x="1536" y="536"/>
                  </a:lnTo>
                  <a:cubicBezTo>
                    <a:pt x="1536" y="499"/>
                    <a:pt x="1536" y="499"/>
                    <a:pt x="1536" y="499"/>
                  </a:cubicBezTo>
                  <a:cubicBezTo>
                    <a:pt x="1554" y="499"/>
                    <a:pt x="1554" y="499"/>
                    <a:pt x="1554" y="499"/>
                  </a:cubicBezTo>
                  <a:cubicBezTo>
                    <a:pt x="1554" y="536"/>
                    <a:pt x="1554" y="536"/>
                    <a:pt x="1554" y="536"/>
                  </a:cubicBezTo>
                  <a:lnTo>
                    <a:pt x="1536" y="536"/>
                  </a:lnTo>
                  <a:close/>
                  <a:moveTo>
                    <a:pt x="1536" y="609"/>
                  </a:moveTo>
                  <a:lnTo>
                    <a:pt x="1536" y="609"/>
                  </a:lnTo>
                  <a:cubicBezTo>
                    <a:pt x="1536" y="573"/>
                    <a:pt x="1536" y="573"/>
                    <a:pt x="1536" y="573"/>
                  </a:cubicBezTo>
                  <a:cubicBezTo>
                    <a:pt x="1554" y="573"/>
                    <a:pt x="1554" y="573"/>
                    <a:pt x="1554" y="573"/>
                  </a:cubicBezTo>
                  <a:cubicBezTo>
                    <a:pt x="1554" y="609"/>
                    <a:pt x="1554" y="609"/>
                    <a:pt x="1554" y="609"/>
                  </a:cubicBezTo>
                  <a:lnTo>
                    <a:pt x="1536" y="609"/>
                  </a:lnTo>
                  <a:close/>
                  <a:moveTo>
                    <a:pt x="1536" y="693"/>
                  </a:moveTo>
                  <a:lnTo>
                    <a:pt x="1536" y="693"/>
                  </a:lnTo>
                  <a:cubicBezTo>
                    <a:pt x="1536" y="657"/>
                    <a:pt x="1536" y="657"/>
                    <a:pt x="1536" y="657"/>
                  </a:cubicBezTo>
                  <a:cubicBezTo>
                    <a:pt x="1554" y="657"/>
                    <a:pt x="1554" y="657"/>
                    <a:pt x="1554" y="657"/>
                  </a:cubicBezTo>
                  <a:cubicBezTo>
                    <a:pt x="1554" y="693"/>
                    <a:pt x="1554" y="693"/>
                    <a:pt x="1554" y="693"/>
                  </a:cubicBezTo>
                  <a:lnTo>
                    <a:pt x="1536" y="693"/>
                  </a:lnTo>
                  <a:close/>
                  <a:moveTo>
                    <a:pt x="1536" y="768"/>
                  </a:moveTo>
                  <a:lnTo>
                    <a:pt x="1536" y="768"/>
                  </a:lnTo>
                  <a:cubicBezTo>
                    <a:pt x="1536" y="730"/>
                    <a:pt x="1536" y="730"/>
                    <a:pt x="1536" y="730"/>
                  </a:cubicBezTo>
                  <a:cubicBezTo>
                    <a:pt x="1554" y="730"/>
                    <a:pt x="1554" y="730"/>
                    <a:pt x="1554" y="730"/>
                  </a:cubicBezTo>
                  <a:cubicBezTo>
                    <a:pt x="1554" y="768"/>
                    <a:pt x="1554" y="768"/>
                    <a:pt x="1554" y="768"/>
                  </a:cubicBezTo>
                  <a:lnTo>
                    <a:pt x="1536" y="768"/>
                  </a:lnTo>
                  <a:close/>
                  <a:moveTo>
                    <a:pt x="1536" y="851"/>
                  </a:moveTo>
                  <a:lnTo>
                    <a:pt x="1536" y="851"/>
                  </a:lnTo>
                  <a:cubicBezTo>
                    <a:pt x="1536" y="814"/>
                    <a:pt x="1536" y="814"/>
                    <a:pt x="1536" y="814"/>
                  </a:cubicBezTo>
                  <a:cubicBezTo>
                    <a:pt x="1554" y="814"/>
                    <a:pt x="1554" y="814"/>
                    <a:pt x="1554" y="814"/>
                  </a:cubicBezTo>
                  <a:cubicBezTo>
                    <a:pt x="1554" y="851"/>
                    <a:pt x="1554" y="851"/>
                    <a:pt x="1554" y="851"/>
                  </a:cubicBezTo>
                  <a:lnTo>
                    <a:pt x="1536" y="851"/>
                  </a:lnTo>
                  <a:close/>
                  <a:moveTo>
                    <a:pt x="1536" y="925"/>
                  </a:moveTo>
                  <a:lnTo>
                    <a:pt x="1536" y="925"/>
                  </a:lnTo>
                  <a:cubicBezTo>
                    <a:pt x="1536" y="887"/>
                    <a:pt x="1536" y="887"/>
                    <a:pt x="1536" y="887"/>
                  </a:cubicBezTo>
                  <a:cubicBezTo>
                    <a:pt x="1554" y="887"/>
                    <a:pt x="1554" y="887"/>
                    <a:pt x="1554" y="887"/>
                  </a:cubicBezTo>
                  <a:cubicBezTo>
                    <a:pt x="1554" y="925"/>
                    <a:pt x="1554" y="925"/>
                    <a:pt x="1554" y="925"/>
                  </a:cubicBezTo>
                  <a:lnTo>
                    <a:pt x="1536" y="925"/>
                  </a:lnTo>
                  <a:close/>
                  <a:moveTo>
                    <a:pt x="1536" y="1008"/>
                  </a:moveTo>
                  <a:lnTo>
                    <a:pt x="1536" y="1008"/>
                  </a:lnTo>
                  <a:cubicBezTo>
                    <a:pt x="1536" y="971"/>
                    <a:pt x="1536" y="971"/>
                    <a:pt x="1536" y="971"/>
                  </a:cubicBezTo>
                  <a:cubicBezTo>
                    <a:pt x="1554" y="971"/>
                    <a:pt x="1554" y="971"/>
                    <a:pt x="1554" y="971"/>
                  </a:cubicBezTo>
                  <a:cubicBezTo>
                    <a:pt x="1554" y="1008"/>
                    <a:pt x="1554" y="1008"/>
                    <a:pt x="1554" y="1008"/>
                  </a:cubicBezTo>
                  <a:lnTo>
                    <a:pt x="1536" y="1008"/>
                  </a:lnTo>
                  <a:close/>
                  <a:moveTo>
                    <a:pt x="1545" y="1081"/>
                  </a:moveTo>
                  <a:lnTo>
                    <a:pt x="1545" y="1081"/>
                  </a:lnTo>
                  <a:cubicBezTo>
                    <a:pt x="1545" y="1045"/>
                    <a:pt x="1545" y="1045"/>
                    <a:pt x="1545" y="1045"/>
                  </a:cubicBezTo>
                  <a:cubicBezTo>
                    <a:pt x="1554" y="1045"/>
                    <a:pt x="1554" y="1045"/>
                    <a:pt x="1554" y="1045"/>
                  </a:cubicBezTo>
                  <a:cubicBezTo>
                    <a:pt x="1554" y="1081"/>
                    <a:pt x="1554" y="1081"/>
                    <a:pt x="1554" y="1081"/>
                  </a:cubicBezTo>
                  <a:lnTo>
                    <a:pt x="1545" y="1081"/>
                  </a:lnTo>
                  <a:close/>
                  <a:moveTo>
                    <a:pt x="1545" y="1165"/>
                  </a:moveTo>
                  <a:lnTo>
                    <a:pt x="1545" y="1165"/>
                  </a:lnTo>
                  <a:cubicBezTo>
                    <a:pt x="1545" y="1128"/>
                    <a:pt x="1545" y="1128"/>
                    <a:pt x="1545" y="1128"/>
                  </a:cubicBezTo>
                  <a:cubicBezTo>
                    <a:pt x="1554" y="1128"/>
                    <a:pt x="1554" y="1128"/>
                    <a:pt x="1554" y="1128"/>
                  </a:cubicBezTo>
                  <a:cubicBezTo>
                    <a:pt x="1554" y="1165"/>
                    <a:pt x="1554" y="1165"/>
                    <a:pt x="1554" y="1165"/>
                  </a:cubicBezTo>
                  <a:lnTo>
                    <a:pt x="1545" y="1165"/>
                  </a:lnTo>
                  <a:close/>
                  <a:moveTo>
                    <a:pt x="1545" y="1238"/>
                  </a:moveTo>
                  <a:lnTo>
                    <a:pt x="1545" y="1238"/>
                  </a:lnTo>
                  <a:cubicBezTo>
                    <a:pt x="1545" y="1202"/>
                    <a:pt x="1545" y="1202"/>
                    <a:pt x="1545" y="1202"/>
                  </a:cubicBezTo>
                  <a:cubicBezTo>
                    <a:pt x="1554" y="1202"/>
                    <a:pt x="1554" y="1202"/>
                    <a:pt x="1554" y="1202"/>
                  </a:cubicBezTo>
                  <a:cubicBezTo>
                    <a:pt x="1554" y="1238"/>
                    <a:pt x="1554" y="1238"/>
                    <a:pt x="1554" y="1238"/>
                  </a:cubicBezTo>
                  <a:lnTo>
                    <a:pt x="1545" y="1238"/>
                  </a:lnTo>
                  <a:close/>
                  <a:moveTo>
                    <a:pt x="1545" y="1322"/>
                  </a:moveTo>
                  <a:lnTo>
                    <a:pt x="1545" y="1322"/>
                  </a:lnTo>
                  <a:cubicBezTo>
                    <a:pt x="1545" y="1286"/>
                    <a:pt x="1545" y="1286"/>
                    <a:pt x="1545" y="1286"/>
                  </a:cubicBezTo>
                  <a:cubicBezTo>
                    <a:pt x="1554" y="1286"/>
                    <a:pt x="1554" y="1286"/>
                    <a:pt x="1554" y="1286"/>
                  </a:cubicBezTo>
                  <a:cubicBezTo>
                    <a:pt x="1554" y="1322"/>
                    <a:pt x="1554" y="1322"/>
                    <a:pt x="1554" y="1322"/>
                  </a:cubicBezTo>
                  <a:lnTo>
                    <a:pt x="1545" y="1322"/>
                  </a:lnTo>
                  <a:close/>
                  <a:moveTo>
                    <a:pt x="1545" y="1406"/>
                  </a:moveTo>
                  <a:lnTo>
                    <a:pt x="1545" y="1406"/>
                  </a:lnTo>
                  <a:cubicBezTo>
                    <a:pt x="1545" y="1359"/>
                    <a:pt x="1545" y="1359"/>
                    <a:pt x="1545" y="1359"/>
                  </a:cubicBezTo>
                  <a:cubicBezTo>
                    <a:pt x="1554" y="1359"/>
                    <a:pt x="1554" y="1359"/>
                    <a:pt x="1554" y="1359"/>
                  </a:cubicBezTo>
                  <a:cubicBezTo>
                    <a:pt x="1554" y="1406"/>
                    <a:pt x="1554" y="1406"/>
                    <a:pt x="1554" y="1406"/>
                  </a:cubicBezTo>
                  <a:lnTo>
                    <a:pt x="1545" y="1406"/>
                  </a:lnTo>
                  <a:close/>
                  <a:moveTo>
                    <a:pt x="1545" y="1480"/>
                  </a:moveTo>
                  <a:lnTo>
                    <a:pt x="1545" y="1480"/>
                  </a:lnTo>
                  <a:cubicBezTo>
                    <a:pt x="1545" y="1443"/>
                    <a:pt x="1545" y="1443"/>
                    <a:pt x="1545" y="1443"/>
                  </a:cubicBezTo>
                  <a:cubicBezTo>
                    <a:pt x="1554" y="1443"/>
                    <a:pt x="1554" y="1443"/>
                    <a:pt x="1554" y="1443"/>
                  </a:cubicBezTo>
                  <a:cubicBezTo>
                    <a:pt x="1554" y="1480"/>
                    <a:pt x="1554" y="1480"/>
                    <a:pt x="1554" y="1480"/>
                  </a:cubicBezTo>
                  <a:lnTo>
                    <a:pt x="1545" y="1480"/>
                  </a:lnTo>
                  <a:close/>
                  <a:moveTo>
                    <a:pt x="1545" y="1564"/>
                  </a:moveTo>
                  <a:lnTo>
                    <a:pt x="1545" y="1564"/>
                  </a:lnTo>
                  <a:cubicBezTo>
                    <a:pt x="1545" y="1516"/>
                    <a:pt x="1545" y="1516"/>
                    <a:pt x="1545" y="1516"/>
                  </a:cubicBezTo>
                  <a:cubicBezTo>
                    <a:pt x="1554" y="1516"/>
                    <a:pt x="1554" y="1516"/>
                    <a:pt x="1554" y="1516"/>
                  </a:cubicBezTo>
                  <a:cubicBezTo>
                    <a:pt x="1554" y="1564"/>
                    <a:pt x="1554" y="1564"/>
                    <a:pt x="1554" y="1564"/>
                  </a:cubicBezTo>
                  <a:lnTo>
                    <a:pt x="1545" y="1564"/>
                  </a:lnTo>
                  <a:close/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"/>
            <p:cNvSpPr/>
            <p:nvPr/>
          </p:nvSpPr>
          <p:spPr>
            <a:xfrm>
              <a:off x="3559046" y="2768799"/>
              <a:ext cx="161957" cy="173236"/>
            </a:xfrm>
            <a:custGeom>
              <a:rect b="b" l="l" r="r" t="t"/>
              <a:pathLst>
                <a:path extrusionOk="0" h="1286" w="1204">
                  <a:moveTo>
                    <a:pt x="1203" y="1230"/>
                  </a:moveTo>
                  <a:lnTo>
                    <a:pt x="1203" y="1230"/>
                  </a:lnTo>
                  <a:cubicBezTo>
                    <a:pt x="1203" y="1258"/>
                    <a:pt x="1184" y="1276"/>
                    <a:pt x="1157" y="1276"/>
                  </a:cubicBezTo>
                  <a:cubicBezTo>
                    <a:pt x="47" y="1285"/>
                    <a:pt x="47" y="1285"/>
                    <a:pt x="47" y="1285"/>
                  </a:cubicBezTo>
                  <a:cubicBezTo>
                    <a:pt x="29" y="1285"/>
                    <a:pt x="0" y="1258"/>
                    <a:pt x="0" y="124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27"/>
                    <a:pt x="18" y="9"/>
                    <a:pt x="47" y="9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184" y="0"/>
                    <a:pt x="1203" y="27"/>
                    <a:pt x="1203" y="46"/>
                  </a:cubicBezTo>
                  <a:lnTo>
                    <a:pt x="1203" y="123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1"/>
            <p:cNvSpPr/>
            <p:nvPr/>
          </p:nvSpPr>
          <p:spPr>
            <a:xfrm>
              <a:off x="3551306" y="2762250"/>
              <a:ext cx="176842" cy="185738"/>
            </a:xfrm>
            <a:custGeom>
              <a:rect b="b" l="l" r="r" t="t"/>
              <a:pathLst>
                <a:path extrusionOk="0" h="1380" w="1314">
                  <a:moveTo>
                    <a:pt x="1212" y="1379"/>
                  </a:moveTo>
                  <a:lnTo>
                    <a:pt x="1212" y="1379"/>
                  </a:lnTo>
                  <a:cubicBezTo>
                    <a:pt x="102" y="1379"/>
                    <a:pt x="102" y="1379"/>
                    <a:pt x="102" y="1379"/>
                  </a:cubicBezTo>
                  <a:cubicBezTo>
                    <a:pt x="55" y="1379"/>
                    <a:pt x="9" y="1333"/>
                    <a:pt x="9" y="1288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48"/>
                    <a:pt x="45" y="0"/>
                    <a:pt x="102" y="0"/>
                  </a:cubicBezTo>
                  <a:cubicBezTo>
                    <a:pt x="1212" y="0"/>
                    <a:pt x="1212" y="0"/>
                    <a:pt x="1212" y="0"/>
                  </a:cubicBezTo>
                  <a:cubicBezTo>
                    <a:pt x="1267" y="0"/>
                    <a:pt x="1304" y="48"/>
                    <a:pt x="1304" y="94"/>
                  </a:cubicBezTo>
                  <a:cubicBezTo>
                    <a:pt x="1313" y="1278"/>
                    <a:pt x="1313" y="1278"/>
                    <a:pt x="1313" y="1278"/>
                  </a:cubicBezTo>
                  <a:cubicBezTo>
                    <a:pt x="1313" y="1333"/>
                    <a:pt x="1267" y="1379"/>
                    <a:pt x="1212" y="1379"/>
                  </a:cubicBezTo>
                  <a:close/>
                  <a:moveTo>
                    <a:pt x="111" y="1278"/>
                  </a:moveTo>
                  <a:lnTo>
                    <a:pt x="111" y="1278"/>
                  </a:lnTo>
                  <a:cubicBezTo>
                    <a:pt x="1212" y="1278"/>
                    <a:pt x="1212" y="1278"/>
                    <a:pt x="1212" y="1278"/>
                  </a:cubicBezTo>
                  <a:cubicBezTo>
                    <a:pt x="1203" y="103"/>
                    <a:pt x="1203" y="103"/>
                    <a:pt x="1203" y="103"/>
                  </a:cubicBezTo>
                  <a:cubicBezTo>
                    <a:pt x="111" y="103"/>
                    <a:pt x="111" y="103"/>
                    <a:pt x="111" y="103"/>
                  </a:cubicBezTo>
                  <a:lnTo>
                    <a:pt x="111" y="1278"/>
                  </a:lnTo>
                  <a:close/>
                </a:path>
              </a:pathLst>
            </a:custGeom>
            <a:solidFill>
              <a:srgbClr val="D09B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"/>
            <p:cNvSpPr/>
            <p:nvPr/>
          </p:nvSpPr>
          <p:spPr>
            <a:xfrm>
              <a:off x="3841280" y="2771180"/>
              <a:ext cx="20840" cy="20836"/>
            </a:xfrm>
            <a:custGeom>
              <a:rect b="b" l="l" r="r" t="t"/>
              <a:pathLst>
                <a:path extrusionOk="0" h="158" w="159">
                  <a:moveTo>
                    <a:pt x="121" y="157"/>
                  </a:moveTo>
                  <a:lnTo>
                    <a:pt x="37" y="157"/>
                  </a:lnTo>
                  <a:lnTo>
                    <a:pt x="37" y="121"/>
                  </a:lnTo>
                  <a:lnTo>
                    <a:pt x="46" y="121"/>
                  </a:lnTo>
                  <a:lnTo>
                    <a:pt x="46" y="37"/>
                  </a:lnTo>
                  <a:lnTo>
                    <a:pt x="28" y="37"/>
                  </a:lnTo>
                  <a:lnTo>
                    <a:pt x="28" y="64"/>
                  </a:lnTo>
                  <a:lnTo>
                    <a:pt x="0" y="64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158" y="64"/>
                  </a:lnTo>
                  <a:lnTo>
                    <a:pt x="130" y="64"/>
                  </a:lnTo>
                  <a:lnTo>
                    <a:pt x="130" y="37"/>
                  </a:lnTo>
                  <a:lnTo>
                    <a:pt x="110" y="37"/>
                  </a:lnTo>
                  <a:lnTo>
                    <a:pt x="110" y="121"/>
                  </a:lnTo>
                  <a:lnTo>
                    <a:pt x="121" y="121"/>
                  </a:lnTo>
                  <a:lnTo>
                    <a:pt x="121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"/>
            <p:cNvSpPr/>
            <p:nvPr/>
          </p:nvSpPr>
          <p:spPr>
            <a:xfrm>
              <a:off x="3865097" y="2771180"/>
              <a:ext cx="10718" cy="20836"/>
            </a:xfrm>
            <a:custGeom>
              <a:rect b="b" l="l" r="r" t="t"/>
              <a:pathLst>
                <a:path extrusionOk="0" h="158" w="83">
                  <a:moveTo>
                    <a:pt x="82" y="157"/>
                  </a:moveTo>
                  <a:lnTo>
                    <a:pt x="0" y="157"/>
                  </a:lnTo>
                  <a:lnTo>
                    <a:pt x="0" y="121"/>
                  </a:lnTo>
                  <a:lnTo>
                    <a:pt x="9" y="121"/>
                  </a:lnTo>
                  <a:lnTo>
                    <a:pt x="9" y="37"/>
                  </a:lnTo>
                  <a:lnTo>
                    <a:pt x="0" y="37"/>
                  </a:lnTo>
                  <a:lnTo>
                    <a:pt x="0" y="0"/>
                  </a:lnTo>
                  <a:lnTo>
                    <a:pt x="82" y="0"/>
                  </a:lnTo>
                  <a:lnTo>
                    <a:pt x="82" y="37"/>
                  </a:lnTo>
                  <a:lnTo>
                    <a:pt x="73" y="37"/>
                  </a:lnTo>
                  <a:lnTo>
                    <a:pt x="73" y="121"/>
                  </a:lnTo>
                  <a:lnTo>
                    <a:pt x="82" y="121"/>
                  </a:lnTo>
                  <a:lnTo>
                    <a:pt x="82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"/>
            <p:cNvSpPr/>
            <p:nvPr/>
          </p:nvSpPr>
          <p:spPr>
            <a:xfrm>
              <a:off x="3878792" y="2769990"/>
              <a:ext cx="22031" cy="22027"/>
            </a:xfrm>
            <a:custGeom>
              <a:rect b="b" l="l" r="r" t="t"/>
              <a:pathLst>
                <a:path extrusionOk="0" h="167" w="168">
                  <a:moveTo>
                    <a:pt x="128" y="92"/>
                  </a:moveTo>
                  <a:lnTo>
                    <a:pt x="128" y="92"/>
                  </a:lnTo>
                  <a:cubicBezTo>
                    <a:pt x="167" y="110"/>
                    <a:pt x="167" y="110"/>
                    <a:pt x="167" y="110"/>
                  </a:cubicBezTo>
                  <a:cubicBezTo>
                    <a:pt x="167" y="121"/>
                    <a:pt x="157" y="139"/>
                    <a:pt x="148" y="148"/>
                  </a:cubicBezTo>
                  <a:cubicBezTo>
                    <a:pt x="128" y="157"/>
                    <a:pt x="110" y="166"/>
                    <a:pt x="92" y="166"/>
                  </a:cubicBezTo>
                  <a:cubicBezTo>
                    <a:pt x="64" y="166"/>
                    <a:pt x="37" y="157"/>
                    <a:pt x="28" y="139"/>
                  </a:cubicBezTo>
                  <a:cubicBezTo>
                    <a:pt x="9" y="130"/>
                    <a:pt x="0" y="110"/>
                    <a:pt x="0" y="82"/>
                  </a:cubicBezTo>
                  <a:cubicBezTo>
                    <a:pt x="0" y="64"/>
                    <a:pt x="9" y="46"/>
                    <a:pt x="28" y="27"/>
                  </a:cubicBezTo>
                  <a:cubicBezTo>
                    <a:pt x="37" y="9"/>
                    <a:pt x="55" y="0"/>
                    <a:pt x="83" y="0"/>
                  </a:cubicBezTo>
                  <a:cubicBezTo>
                    <a:pt x="101" y="0"/>
                    <a:pt x="110" y="9"/>
                    <a:pt x="128" y="18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9" y="55"/>
                    <a:pt x="119" y="46"/>
                    <a:pt x="110" y="46"/>
                  </a:cubicBezTo>
                  <a:cubicBezTo>
                    <a:pt x="110" y="37"/>
                    <a:pt x="101" y="37"/>
                    <a:pt x="101" y="37"/>
                  </a:cubicBezTo>
                  <a:cubicBezTo>
                    <a:pt x="83" y="37"/>
                    <a:pt x="74" y="55"/>
                    <a:pt x="74" y="82"/>
                  </a:cubicBezTo>
                  <a:cubicBezTo>
                    <a:pt x="74" y="110"/>
                    <a:pt x="83" y="130"/>
                    <a:pt x="101" y="130"/>
                  </a:cubicBezTo>
                  <a:cubicBezTo>
                    <a:pt x="110" y="130"/>
                    <a:pt x="119" y="121"/>
                    <a:pt x="128" y="92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"/>
            <p:cNvSpPr/>
            <p:nvPr/>
          </p:nvSpPr>
          <p:spPr>
            <a:xfrm>
              <a:off x="3903800" y="2769990"/>
              <a:ext cx="24412" cy="22027"/>
            </a:xfrm>
            <a:custGeom>
              <a:rect b="b" l="l" r="r" t="t"/>
              <a:pathLst>
                <a:path extrusionOk="0" h="167" w="186">
                  <a:moveTo>
                    <a:pt x="92" y="157"/>
                  </a:moveTo>
                  <a:lnTo>
                    <a:pt x="0" y="166"/>
                  </a:lnTo>
                  <a:lnTo>
                    <a:pt x="0" y="121"/>
                  </a:lnTo>
                  <a:lnTo>
                    <a:pt x="18" y="121"/>
                  </a:lnTo>
                  <a:lnTo>
                    <a:pt x="18" y="46"/>
                  </a:lnTo>
                  <a:lnTo>
                    <a:pt x="0" y="46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2" y="46"/>
                  </a:lnTo>
                  <a:lnTo>
                    <a:pt x="73" y="46"/>
                  </a:lnTo>
                  <a:lnTo>
                    <a:pt x="73" y="121"/>
                  </a:lnTo>
                  <a:lnTo>
                    <a:pt x="92" y="121"/>
                  </a:lnTo>
                  <a:lnTo>
                    <a:pt x="92" y="157"/>
                  </a:lnTo>
                  <a:close/>
                  <a:moveTo>
                    <a:pt x="185" y="157"/>
                  </a:moveTo>
                  <a:lnTo>
                    <a:pt x="101" y="157"/>
                  </a:lnTo>
                  <a:lnTo>
                    <a:pt x="101" y="121"/>
                  </a:lnTo>
                  <a:lnTo>
                    <a:pt x="110" y="121"/>
                  </a:lnTo>
                  <a:lnTo>
                    <a:pt x="82" y="82"/>
                  </a:lnTo>
                  <a:lnTo>
                    <a:pt x="119" y="46"/>
                  </a:lnTo>
                  <a:lnTo>
                    <a:pt x="101" y="46"/>
                  </a:lnTo>
                  <a:lnTo>
                    <a:pt x="101" y="0"/>
                  </a:lnTo>
                  <a:lnTo>
                    <a:pt x="185" y="0"/>
                  </a:lnTo>
                  <a:lnTo>
                    <a:pt x="185" y="46"/>
                  </a:lnTo>
                  <a:lnTo>
                    <a:pt x="176" y="46"/>
                  </a:lnTo>
                  <a:lnTo>
                    <a:pt x="139" y="73"/>
                  </a:lnTo>
                  <a:lnTo>
                    <a:pt x="176" y="121"/>
                  </a:lnTo>
                  <a:lnTo>
                    <a:pt x="185" y="121"/>
                  </a:lnTo>
                  <a:lnTo>
                    <a:pt x="185" y="157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"/>
            <p:cNvSpPr/>
            <p:nvPr/>
          </p:nvSpPr>
          <p:spPr>
            <a:xfrm>
              <a:off x="3931190" y="2769990"/>
              <a:ext cx="19649" cy="20836"/>
            </a:xfrm>
            <a:custGeom>
              <a:rect b="b" l="l" r="r" t="t"/>
              <a:pathLst>
                <a:path extrusionOk="0" h="158" w="149">
                  <a:moveTo>
                    <a:pt x="148" y="157"/>
                  </a:moveTo>
                  <a:lnTo>
                    <a:pt x="0" y="157"/>
                  </a:lnTo>
                  <a:lnTo>
                    <a:pt x="0" y="121"/>
                  </a:lnTo>
                  <a:lnTo>
                    <a:pt x="9" y="121"/>
                  </a:lnTo>
                  <a:lnTo>
                    <a:pt x="9" y="37"/>
                  </a:lnTo>
                  <a:lnTo>
                    <a:pt x="0" y="46"/>
                  </a:lnTo>
                  <a:lnTo>
                    <a:pt x="0" y="0"/>
                  </a:lnTo>
                  <a:lnTo>
                    <a:pt x="148" y="0"/>
                  </a:lnTo>
                  <a:lnTo>
                    <a:pt x="148" y="55"/>
                  </a:lnTo>
                  <a:lnTo>
                    <a:pt x="112" y="55"/>
                  </a:lnTo>
                  <a:lnTo>
                    <a:pt x="112" y="37"/>
                  </a:lnTo>
                  <a:lnTo>
                    <a:pt x="73" y="37"/>
                  </a:lnTo>
                  <a:lnTo>
                    <a:pt x="73" y="64"/>
                  </a:lnTo>
                  <a:lnTo>
                    <a:pt x="102" y="64"/>
                  </a:lnTo>
                  <a:lnTo>
                    <a:pt x="102" y="101"/>
                  </a:lnTo>
                  <a:lnTo>
                    <a:pt x="73" y="101"/>
                  </a:lnTo>
                  <a:lnTo>
                    <a:pt x="73" y="121"/>
                  </a:lnTo>
                  <a:lnTo>
                    <a:pt x="112" y="121"/>
                  </a:lnTo>
                  <a:lnTo>
                    <a:pt x="112" y="110"/>
                  </a:lnTo>
                  <a:lnTo>
                    <a:pt x="148" y="110"/>
                  </a:lnTo>
                  <a:lnTo>
                    <a:pt x="148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"/>
            <p:cNvSpPr/>
            <p:nvPr/>
          </p:nvSpPr>
          <p:spPr>
            <a:xfrm>
              <a:off x="3953816" y="2769990"/>
              <a:ext cx="20840" cy="20836"/>
            </a:xfrm>
            <a:custGeom>
              <a:rect b="b" l="l" r="r" t="t"/>
              <a:pathLst>
                <a:path extrusionOk="0" h="158" w="159">
                  <a:moveTo>
                    <a:pt x="130" y="157"/>
                  </a:moveTo>
                  <a:lnTo>
                    <a:pt x="37" y="157"/>
                  </a:lnTo>
                  <a:lnTo>
                    <a:pt x="37" y="121"/>
                  </a:lnTo>
                  <a:lnTo>
                    <a:pt x="55" y="121"/>
                  </a:lnTo>
                  <a:lnTo>
                    <a:pt x="55" y="37"/>
                  </a:lnTo>
                  <a:lnTo>
                    <a:pt x="37" y="37"/>
                  </a:lnTo>
                  <a:lnTo>
                    <a:pt x="37" y="73"/>
                  </a:lnTo>
                  <a:lnTo>
                    <a:pt x="0" y="73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158" y="64"/>
                  </a:lnTo>
                  <a:lnTo>
                    <a:pt x="130" y="64"/>
                  </a:lnTo>
                  <a:lnTo>
                    <a:pt x="130" y="37"/>
                  </a:lnTo>
                  <a:lnTo>
                    <a:pt x="112" y="37"/>
                  </a:lnTo>
                  <a:lnTo>
                    <a:pt x="112" y="121"/>
                  </a:lnTo>
                  <a:lnTo>
                    <a:pt x="130" y="121"/>
                  </a:lnTo>
                  <a:lnTo>
                    <a:pt x="130" y="157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"/>
            <p:cNvSpPr/>
            <p:nvPr/>
          </p:nvSpPr>
          <p:spPr>
            <a:xfrm>
              <a:off x="3769829" y="2833688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"/>
            <p:cNvSpPr/>
            <p:nvPr/>
          </p:nvSpPr>
          <p:spPr>
            <a:xfrm>
              <a:off x="3838898" y="2832498"/>
              <a:ext cx="1786" cy="1786"/>
            </a:xfrm>
            <a:custGeom>
              <a:rect b="b" l="l" r="r" t="t"/>
              <a:pathLst>
                <a:path extrusionOk="0" h="19" w="19">
                  <a:moveTo>
                    <a:pt x="0" y="9"/>
                  </a:moveTo>
                  <a:lnTo>
                    <a:pt x="0" y="18"/>
                  </a:lnTo>
                  <a:lnTo>
                    <a:pt x="18" y="18"/>
                  </a:lnTo>
                  <a:lnTo>
                    <a:pt x="18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"/>
            <p:cNvSpPr/>
            <p:nvPr/>
          </p:nvSpPr>
          <p:spPr>
            <a:xfrm>
              <a:off x="3857357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"/>
            <p:cNvSpPr/>
            <p:nvPr/>
          </p:nvSpPr>
          <p:spPr>
            <a:xfrm>
              <a:off x="3863906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"/>
            <p:cNvSpPr/>
            <p:nvPr/>
          </p:nvSpPr>
          <p:spPr>
            <a:xfrm>
              <a:off x="3844853" y="2832498"/>
              <a:ext cx="1786" cy="1786"/>
            </a:xfrm>
            <a:custGeom>
              <a:rect b="b" l="l" r="r" t="t"/>
              <a:pathLst>
                <a:path extrusionOk="0" h="19" w="19">
                  <a:moveTo>
                    <a:pt x="0" y="0"/>
                  </a:moveTo>
                  <a:lnTo>
                    <a:pt x="0" y="18"/>
                  </a:lnTo>
                  <a:lnTo>
                    <a:pt x="18" y="18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"/>
            <p:cNvSpPr/>
            <p:nvPr/>
          </p:nvSpPr>
          <p:spPr>
            <a:xfrm>
              <a:off x="3851402" y="2832498"/>
              <a:ext cx="2977" cy="1786"/>
            </a:xfrm>
            <a:custGeom>
              <a:rect b="b" l="l" r="r" t="t"/>
              <a:pathLst>
                <a:path extrusionOk="0" h="19" w="28">
                  <a:moveTo>
                    <a:pt x="0" y="0"/>
                  </a:moveTo>
                  <a:lnTo>
                    <a:pt x="0" y="18"/>
                  </a:lnTo>
                  <a:lnTo>
                    <a:pt x="27" y="18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"/>
            <p:cNvSpPr/>
            <p:nvPr/>
          </p:nvSpPr>
          <p:spPr>
            <a:xfrm>
              <a:off x="3882365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"/>
            <p:cNvSpPr/>
            <p:nvPr/>
          </p:nvSpPr>
          <p:spPr>
            <a:xfrm>
              <a:off x="3890105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"/>
            <p:cNvSpPr/>
            <p:nvPr/>
          </p:nvSpPr>
          <p:spPr>
            <a:xfrm>
              <a:off x="3875815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"/>
            <p:cNvSpPr/>
            <p:nvPr/>
          </p:nvSpPr>
          <p:spPr>
            <a:xfrm>
              <a:off x="3869861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"/>
            <p:cNvSpPr/>
            <p:nvPr/>
          </p:nvSpPr>
          <p:spPr>
            <a:xfrm>
              <a:off x="3832348" y="2833688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"/>
            <p:cNvSpPr/>
            <p:nvPr/>
          </p:nvSpPr>
          <p:spPr>
            <a:xfrm>
              <a:off x="3787692" y="2833688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"/>
            <p:cNvSpPr/>
            <p:nvPr/>
          </p:nvSpPr>
          <p:spPr>
            <a:xfrm>
              <a:off x="3793646" y="2833688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"/>
            <p:cNvSpPr/>
            <p:nvPr/>
          </p:nvSpPr>
          <p:spPr>
            <a:xfrm>
              <a:off x="3775187" y="2833688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"/>
            <p:cNvSpPr/>
            <p:nvPr/>
          </p:nvSpPr>
          <p:spPr>
            <a:xfrm>
              <a:off x="3896059" y="2832497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"/>
            <p:cNvSpPr/>
            <p:nvPr/>
          </p:nvSpPr>
          <p:spPr>
            <a:xfrm>
              <a:off x="3800196" y="2833688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"/>
            <p:cNvSpPr/>
            <p:nvPr/>
          </p:nvSpPr>
          <p:spPr>
            <a:xfrm>
              <a:off x="3781142" y="2833688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"/>
            <p:cNvSpPr/>
            <p:nvPr/>
          </p:nvSpPr>
          <p:spPr>
            <a:xfrm>
              <a:off x="3818654" y="2833688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"/>
            <p:cNvSpPr/>
            <p:nvPr/>
          </p:nvSpPr>
          <p:spPr>
            <a:xfrm>
              <a:off x="3826394" y="2833688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"/>
            <p:cNvSpPr/>
            <p:nvPr/>
          </p:nvSpPr>
          <p:spPr>
            <a:xfrm>
              <a:off x="3812699" y="2833688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"/>
            <p:cNvSpPr/>
            <p:nvPr/>
          </p:nvSpPr>
          <p:spPr>
            <a:xfrm>
              <a:off x="3806150" y="2833688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"/>
            <p:cNvSpPr/>
            <p:nvPr/>
          </p:nvSpPr>
          <p:spPr>
            <a:xfrm>
              <a:off x="3908563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"/>
            <p:cNvSpPr/>
            <p:nvPr/>
          </p:nvSpPr>
          <p:spPr>
            <a:xfrm>
              <a:off x="3991328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"/>
            <p:cNvSpPr/>
            <p:nvPr/>
          </p:nvSpPr>
          <p:spPr>
            <a:xfrm>
              <a:off x="3984778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"/>
            <p:cNvSpPr/>
            <p:nvPr/>
          </p:nvSpPr>
          <p:spPr>
            <a:xfrm>
              <a:off x="3972274" y="283249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"/>
            <p:cNvSpPr/>
            <p:nvPr/>
          </p:nvSpPr>
          <p:spPr>
            <a:xfrm>
              <a:off x="3997282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"/>
            <p:cNvSpPr/>
            <p:nvPr/>
          </p:nvSpPr>
          <p:spPr>
            <a:xfrm>
              <a:off x="3978229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"/>
            <p:cNvSpPr/>
            <p:nvPr/>
          </p:nvSpPr>
          <p:spPr>
            <a:xfrm>
              <a:off x="4023481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18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"/>
            <p:cNvSpPr/>
            <p:nvPr/>
          </p:nvSpPr>
          <p:spPr>
            <a:xfrm>
              <a:off x="4003832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"/>
            <p:cNvSpPr/>
            <p:nvPr/>
          </p:nvSpPr>
          <p:spPr>
            <a:xfrm>
              <a:off x="4017527" y="283249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"/>
            <p:cNvSpPr/>
            <p:nvPr/>
          </p:nvSpPr>
          <p:spPr>
            <a:xfrm>
              <a:off x="4009787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"/>
            <p:cNvSpPr/>
            <p:nvPr/>
          </p:nvSpPr>
          <p:spPr>
            <a:xfrm>
              <a:off x="3927617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"/>
            <p:cNvSpPr/>
            <p:nvPr/>
          </p:nvSpPr>
          <p:spPr>
            <a:xfrm>
              <a:off x="3921068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"/>
            <p:cNvSpPr/>
            <p:nvPr/>
          </p:nvSpPr>
          <p:spPr>
            <a:xfrm>
              <a:off x="3902609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"/>
            <p:cNvSpPr/>
            <p:nvPr/>
          </p:nvSpPr>
          <p:spPr>
            <a:xfrm>
              <a:off x="3966320" y="283249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"/>
            <p:cNvSpPr/>
            <p:nvPr/>
          </p:nvSpPr>
          <p:spPr>
            <a:xfrm>
              <a:off x="3914518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"/>
            <p:cNvSpPr/>
            <p:nvPr/>
          </p:nvSpPr>
          <p:spPr>
            <a:xfrm>
              <a:off x="3933572" y="283249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"/>
            <p:cNvSpPr/>
            <p:nvPr/>
          </p:nvSpPr>
          <p:spPr>
            <a:xfrm>
              <a:off x="3959770" y="2832497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"/>
            <p:cNvSpPr/>
            <p:nvPr/>
          </p:nvSpPr>
          <p:spPr>
            <a:xfrm>
              <a:off x="3953816" y="283249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"/>
            <p:cNvSpPr/>
            <p:nvPr/>
          </p:nvSpPr>
          <p:spPr>
            <a:xfrm>
              <a:off x="3939526" y="2832497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"/>
            <p:cNvSpPr/>
            <p:nvPr/>
          </p:nvSpPr>
          <p:spPr>
            <a:xfrm>
              <a:off x="3946076" y="283249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1"/>
            <p:cNvSpPr/>
            <p:nvPr/>
          </p:nvSpPr>
          <p:spPr>
            <a:xfrm>
              <a:off x="4030031" y="2832497"/>
              <a:ext cx="595" cy="596"/>
            </a:xfrm>
            <a:custGeom>
              <a:rect b="b" l="l" r="r" t="t"/>
              <a:pathLst>
                <a:path extrusionOk="0" h="10" w="11">
                  <a:moveTo>
                    <a:pt x="1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1"/>
            <p:cNvSpPr/>
            <p:nvPr/>
          </p:nvSpPr>
          <p:spPr>
            <a:xfrm>
              <a:off x="3769829" y="2855715"/>
              <a:ext cx="595" cy="1786"/>
            </a:xfrm>
            <a:custGeom>
              <a:rect b="b" l="l" r="r" t="t"/>
              <a:pathLst>
                <a:path extrusionOk="0" h="19" w="10">
                  <a:moveTo>
                    <a:pt x="9" y="18"/>
                  </a:moveTo>
                  <a:lnTo>
                    <a:pt x="0" y="18"/>
                  </a:lnTo>
                  <a:lnTo>
                    <a:pt x="0" y="9"/>
                  </a:lnTo>
                  <a:lnTo>
                    <a:pt x="9" y="0"/>
                  </a:lnTo>
                  <a:lnTo>
                    <a:pt x="9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"/>
            <p:cNvSpPr/>
            <p:nvPr/>
          </p:nvSpPr>
          <p:spPr>
            <a:xfrm>
              <a:off x="3851402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1"/>
            <p:cNvSpPr/>
            <p:nvPr/>
          </p:nvSpPr>
          <p:spPr>
            <a:xfrm>
              <a:off x="3857357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1"/>
            <p:cNvSpPr/>
            <p:nvPr/>
          </p:nvSpPr>
          <p:spPr>
            <a:xfrm>
              <a:off x="3844853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1"/>
            <p:cNvSpPr/>
            <p:nvPr/>
          </p:nvSpPr>
          <p:spPr>
            <a:xfrm>
              <a:off x="3896059" y="2855714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1"/>
            <p:cNvSpPr/>
            <p:nvPr/>
          </p:nvSpPr>
          <p:spPr>
            <a:xfrm>
              <a:off x="3832348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1"/>
            <p:cNvSpPr/>
            <p:nvPr/>
          </p:nvSpPr>
          <p:spPr>
            <a:xfrm>
              <a:off x="3863906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"/>
            <p:cNvSpPr/>
            <p:nvPr/>
          </p:nvSpPr>
          <p:spPr>
            <a:xfrm>
              <a:off x="3888914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"/>
            <p:cNvSpPr/>
            <p:nvPr/>
          </p:nvSpPr>
          <p:spPr>
            <a:xfrm>
              <a:off x="3882365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"/>
            <p:cNvSpPr/>
            <p:nvPr/>
          </p:nvSpPr>
          <p:spPr>
            <a:xfrm>
              <a:off x="3869861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"/>
            <p:cNvSpPr/>
            <p:nvPr/>
          </p:nvSpPr>
          <p:spPr>
            <a:xfrm>
              <a:off x="3875815" y="285571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1"/>
            <p:cNvSpPr/>
            <p:nvPr/>
          </p:nvSpPr>
          <p:spPr>
            <a:xfrm>
              <a:off x="3838898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1"/>
            <p:cNvSpPr/>
            <p:nvPr/>
          </p:nvSpPr>
          <p:spPr>
            <a:xfrm>
              <a:off x="3793646" y="285571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1"/>
            <p:cNvSpPr/>
            <p:nvPr/>
          </p:nvSpPr>
          <p:spPr>
            <a:xfrm>
              <a:off x="3781142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1"/>
            <p:cNvSpPr/>
            <p:nvPr/>
          </p:nvSpPr>
          <p:spPr>
            <a:xfrm>
              <a:off x="3787691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1"/>
            <p:cNvSpPr/>
            <p:nvPr/>
          </p:nvSpPr>
          <p:spPr>
            <a:xfrm>
              <a:off x="3775187" y="2855715"/>
              <a:ext cx="2382" cy="1786"/>
            </a:xfrm>
            <a:custGeom>
              <a:rect b="b" l="l" r="r" t="t"/>
              <a:pathLst>
                <a:path extrusionOk="0" h="19" w="20">
                  <a:moveTo>
                    <a:pt x="0" y="0"/>
                  </a:moveTo>
                  <a:lnTo>
                    <a:pt x="0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"/>
            <p:cNvSpPr/>
            <p:nvPr/>
          </p:nvSpPr>
          <p:spPr>
            <a:xfrm>
              <a:off x="3806150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"/>
            <p:cNvSpPr/>
            <p:nvPr/>
          </p:nvSpPr>
          <p:spPr>
            <a:xfrm>
              <a:off x="3818654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"/>
            <p:cNvSpPr/>
            <p:nvPr/>
          </p:nvSpPr>
          <p:spPr>
            <a:xfrm>
              <a:off x="3800196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1"/>
            <p:cNvSpPr/>
            <p:nvPr/>
          </p:nvSpPr>
          <p:spPr>
            <a:xfrm>
              <a:off x="3812699" y="285571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"/>
            <p:cNvSpPr/>
            <p:nvPr/>
          </p:nvSpPr>
          <p:spPr>
            <a:xfrm>
              <a:off x="3825204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"/>
            <p:cNvSpPr/>
            <p:nvPr/>
          </p:nvSpPr>
          <p:spPr>
            <a:xfrm>
              <a:off x="3946076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"/>
            <p:cNvSpPr/>
            <p:nvPr/>
          </p:nvSpPr>
          <p:spPr>
            <a:xfrm>
              <a:off x="3984778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"/>
            <p:cNvSpPr/>
            <p:nvPr/>
          </p:nvSpPr>
          <p:spPr>
            <a:xfrm>
              <a:off x="3978229" y="285571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"/>
            <p:cNvSpPr/>
            <p:nvPr/>
          </p:nvSpPr>
          <p:spPr>
            <a:xfrm>
              <a:off x="3966320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"/>
            <p:cNvSpPr/>
            <p:nvPr/>
          </p:nvSpPr>
          <p:spPr>
            <a:xfrm>
              <a:off x="3991328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1"/>
            <p:cNvSpPr/>
            <p:nvPr/>
          </p:nvSpPr>
          <p:spPr>
            <a:xfrm>
              <a:off x="3972274" y="285571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1"/>
            <p:cNvSpPr/>
            <p:nvPr/>
          </p:nvSpPr>
          <p:spPr>
            <a:xfrm>
              <a:off x="3902609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1"/>
            <p:cNvSpPr/>
            <p:nvPr/>
          </p:nvSpPr>
          <p:spPr>
            <a:xfrm>
              <a:off x="4016336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1"/>
            <p:cNvSpPr/>
            <p:nvPr/>
          </p:nvSpPr>
          <p:spPr>
            <a:xfrm>
              <a:off x="4003832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1"/>
            <p:cNvSpPr/>
            <p:nvPr/>
          </p:nvSpPr>
          <p:spPr>
            <a:xfrm>
              <a:off x="3997282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1"/>
            <p:cNvSpPr/>
            <p:nvPr/>
          </p:nvSpPr>
          <p:spPr>
            <a:xfrm>
              <a:off x="4009787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1"/>
            <p:cNvSpPr/>
            <p:nvPr/>
          </p:nvSpPr>
          <p:spPr>
            <a:xfrm>
              <a:off x="3921067" y="2855714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1"/>
            <p:cNvSpPr/>
            <p:nvPr/>
          </p:nvSpPr>
          <p:spPr>
            <a:xfrm>
              <a:off x="3914517" y="2855714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9"/>
                  </a:move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"/>
            <p:cNvSpPr/>
            <p:nvPr/>
          </p:nvSpPr>
          <p:spPr>
            <a:xfrm>
              <a:off x="3908563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"/>
            <p:cNvSpPr/>
            <p:nvPr/>
          </p:nvSpPr>
          <p:spPr>
            <a:xfrm>
              <a:off x="3927617" y="2855714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"/>
            <p:cNvSpPr/>
            <p:nvPr/>
          </p:nvSpPr>
          <p:spPr>
            <a:xfrm>
              <a:off x="3933572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"/>
            <p:cNvSpPr/>
            <p:nvPr/>
          </p:nvSpPr>
          <p:spPr>
            <a:xfrm>
              <a:off x="4023481" y="2855714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18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1"/>
            <p:cNvSpPr/>
            <p:nvPr/>
          </p:nvSpPr>
          <p:spPr>
            <a:xfrm>
              <a:off x="3952030" y="2855714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1"/>
            <p:cNvSpPr/>
            <p:nvPr/>
          </p:nvSpPr>
          <p:spPr>
            <a:xfrm>
              <a:off x="3959770" y="2855714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1"/>
            <p:cNvSpPr/>
            <p:nvPr/>
          </p:nvSpPr>
          <p:spPr>
            <a:xfrm>
              <a:off x="3939526" y="2855714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1"/>
            <p:cNvSpPr/>
            <p:nvPr/>
          </p:nvSpPr>
          <p:spPr>
            <a:xfrm>
              <a:off x="4030031" y="2855714"/>
              <a:ext cx="595" cy="596"/>
            </a:xfrm>
            <a:custGeom>
              <a:rect b="b" l="l" r="r" t="t"/>
              <a:pathLst>
                <a:path extrusionOk="0" h="10" w="11">
                  <a:moveTo>
                    <a:pt x="1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1"/>
            <p:cNvSpPr/>
            <p:nvPr/>
          </p:nvSpPr>
          <p:spPr>
            <a:xfrm>
              <a:off x="3769828" y="2879527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2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1"/>
            <p:cNvSpPr/>
            <p:nvPr/>
          </p:nvSpPr>
          <p:spPr>
            <a:xfrm>
              <a:off x="3832349" y="287952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1"/>
            <p:cNvSpPr/>
            <p:nvPr/>
          </p:nvSpPr>
          <p:spPr>
            <a:xfrm>
              <a:off x="3865097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1"/>
            <p:cNvSpPr/>
            <p:nvPr/>
          </p:nvSpPr>
          <p:spPr>
            <a:xfrm>
              <a:off x="3858547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1"/>
            <p:cNvSpPr/>
            <p:nvPr/>
          </p:nvSpPr>
          <p:spPr>
            <a:xfrm>
              <a:off x="3838898" y="287952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1"/>
            <p:cNvSpPr/>
            <p:nvPr/>
          </p:nvSpPr>
          <p:spPr>
            <a:xfrm>
              <a:off x="3844853" y="287952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1"/>
            <p:cNvSpPr/>
            <p:nvPr/>
          </p:nvSpPr>
          <p:spPr>
            <a:xfrm>
              <a:off x="3852593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1"/>
            <p:cNvSpPr/>
            <p:nvPr/>
          </p:nvSpPr>
          <p:spPr>
            <a:xfrm>
              <a:off x="3896060" y="2878337"/>
              <a:ext cx="3572" cy="1786"/>
            </a:xfrm>
            <a:custGeom>
              <a:rect b="b" l="l" r="r" t="t"/>
              <a:pathLst>
                <a:path extrusionOk="0" h="19" w="30">
                  <a:moveTo>
                    <a:pt x="0" y="0"/>
                  </a:moveTo>
                  <a:lnTo>
                    <a:pt x="0" y="18"/>
                  </a:lnTo>
                  <a:lnTo>
                    <a:pt x="29" y="18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1"/>
            <p:cNvSpPr/>
            <p:nvPr/>
          </p:nvSpPr>
          <p:spPr>
            <a:xfrm>
              <a:off x="3871051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"/>
            <p:cNvSpPr/>
            <p:nvPr/>
          </p:nvSpPr>
          <p:spPr>
            <a:xfrm>
              <a:off x="3883556" y="287952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"/>
            <p:cNvSpPr/>
            <p:nvPr/>
          </p:nvSpPr>
          <p:spPr>
            <a:xfrm>
              <a:off x="3877601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"/>
            <p:cNvSpPr/>
            <p:nvPr/>
          </p:nvSpPr>
          <p:spPr>
            <a:xfrm>
              <a:off x="3890105" y="2878337"/>
              <a:ext cx="2977" cy="1786"/>
            </a:xfrm>
            <a:custGeom>
              <a:rect b="b" l="l" r="r" t="t"/>
              <a:pathLst>
                <a:path extrusionOk="0" h="19" w="28">
                  <a:moveTo>
                    <a:pt x="0" y="0"/>
                  </a:moveTo>
                  <a:lnTo>
                    <a:pt x="0" y="18"/>
                  </a:lnTo>
                  <a:lnTo>
                    <a:pt x="27" y="18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1"/>
            <p:cNvSpPr/>
            <p:nvPr/>
          </p:nvSpPr>
          <p:spPr>
            <a:xfrm>
              <a:off x="3787692" y="287952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9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"/>
            <p:cNvSpPr/>
            <p:nvPr/>
          </p:nvSpPr>
          <p:spPr>
            <a:xfrm>
              <a:off x="3794836" y="2879527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1"/>
            <p:cNvSpPr/>
            <p:nvPr/>
          </p:nvSpPr>
          <p:spPr>
            <a:xfrm>
              <a:off x="3781142" y="287952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1"/>
            <p:cNvSpPr/>
            <p:nvPr/>
          </p:nvSpPr>
          <p:spPr>
            <a:xfrm>
              <a:off x="3775187" y="287952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1"/>
            <p:cNvSpPr/>
            <p:nvPr/>
          </p:nvSpPr>
          <p:spPr>
            <a:xfrm>
              <a:off x="4023481" y="2878336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29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1"/>
            <p:cNvSpPr/>
            <p:nvPr/>
          </p:nvSpPr>
          <p:spPr>
            <a:xfrm>
              <a:off x="3801386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1"/>
            <p:cNvSpPr/>
            <p:nvPr/>
          </p:nvSpPr>
          <p:spPr>
            <a:xfrm>
              <a:off x="3819845" y="2879527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1"/>
            <p:cNvSpPr/>
            <p:nvPr/>
          </p:nvSpPr>
          <p:spPr>
            <a:xfrm>
              <a:off x="3813890" y="2879527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1"/>
            <p:cNvSpPr/>
            <p:nvPr/>
          </p:nvSpPr>
          <p:spPr>
            <a:xfrm>
              <a:off x="3807341" y="2879527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1"/>
            <p:cNvSpPr/>
            <p:nvPr/>
          </p:nvSpPr>
          <p:spPr>
            <a:xfrm>
              <a:off x="3826395" y="2879527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"/>
            <p:cNvSpPr/>
            <p:nvPr/>
          </p:nvSpPr>
          <p:spPr>
            <a:xfrm>
              <a:off x="3992519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"/>
            <p:cNvSpPr/>
            <p:nvPr/>
          </p:nvSpPr>
          <p:spPr>
            <a:xfrm>
              <a:off x="3980015" y="2878336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"/>
            <p:cNvSpPr/>
            <p:nvPr/>
          </p:nvSpPr>
          <p:spPr>
            <a:xfrm>
              <a:off x="3985969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"/>
            <p:cNvSpPr/>
            <p:nvPr/>
          </p:nvSpPr>
          <p:spPr>
            <a:xfrm>
              <a:off x="3972275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"/>
            <p:cNvSpPr/>
            <p:nvPr/>
          </p:nvSpPr>
          <p:spPr>
            <a:xfrm>
              <a:off x="3998473" y="2878336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1"/>
            <p:cNvSpPr/>
            <p:nvPr/>
          </p:nvSpPr>
          <p:spPr>
            <a:xfrm>
              <a:off x="3902609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1"/>
            <p:cNvSpPr/>
            <p:nvPr/>
          </p:nvSpPr>
          <p:spPr>
            <a:xfrm>
              <a:off x="4010977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1"/>
            <p:cNvSpPr/>
            <p:nvPr/>
          </p:nvSpPr>
          <p:spPr>
            <a:xfrm>
              <a:off x="4017527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1"/>
            <p:cNvSpPr/>
            <p:nvPr/>
          </p:nvSpPr>
          <p:spPr>
            <a:xfrm>
              <a:off x="4005023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1"/>
            <p:cNvSpPr/>
            <p:nvPr/>
          </p:nvSpPr>
          <p:spPr>
            <a:xfrm>
              <a:off x="3966320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1"/>
            <p:cNvSpPr/>
            <p:nvPr/>
          </p:nvSpPr>
          <p:spPr>
            <a:xfrm>
              <a:off x="3922258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"/>
            <p:cNvSpPr/>
            <p:nvPr/>
          </p:nvSpPr>
          <p:spPr>
            <a:xfrm>
              <a:off x="3928808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1"/>
            <p:cNvSpPr/>
            <p:nvPr/>
          </p:nvSpPr>
          <p:spPr>
            <a:xfrm>
              <a:off x="3916304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"/>
            <p:cNvSpPr/>
            <p:nvPr/>
          </p:nvSpPr>
          <p:spPr>
            <a:xfrm>
              <a:off x="3908563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"/>
            <p:cNvSpPr/>
            <p:nvPr/>
          </p:nvSpPr>
          <p:spPr>
            <a:xfrm>
              <a:off x="3934762" y="2878336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1"/>
            <p:cNvSpPr/>
            <p:nvPr/>
          </p:nvSpPr>
          <p:spPr>
            <a:xfrm>
              <a:off x="3953816" y="2878336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1"/>
            <p:cNvSpPr/>
            <p:nvPr/>
          </p:nvSpPr>
          <p:spPr>
            <a:xfrm>
              <a:off x="3947266" y="2878336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"/>
            <p:cNvSpPr/>
            <p:nvPr/>
          </p:nvSpPr>
          <p:spPr>
            <a:xfrm>
              <a:off x="3959770" y="2878336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9"/>
                  </a:move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"/>
            <p:cNvSpPr/>
            <p:nvPr/>
          </p:nvSpPr>
          <p:spPr>
            <a:xfrm>
              <a:off x="3940717" y="2878336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1"/>
            <p:cNvSpPr/>
            <p:nvPr/>
          </p:nvSpPr>
          <p:spPr>
            <a:xfrm>
              <a:off x="4030031" y="2878336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1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1"/>
            <p:cNvSpPr/>
            <p:nvPr/>
          </p:nvSpPr>
          <p:spPr>
            <a:xfrm>
              <a:off x="3769829" y="2903339"/>
              <a:ext cx="595" cy="596"/>
            </a:xfrm>
            <a:custGeom>
              <a:rect b="b" l="l" r="r" t="t"/>
              <a:pathLst>
                <a:path extrusionOk="0" h="10" w="10">
                  <a:moveTo>
                    <a:pt x="9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1"/>
            <p:cNvSpPr/>
            <p:nvPr/>
          </p:nvSpPr>
          <p:spPr>
            <a:xfrm>
              <a:off x="3851402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1"/>
            <p:cNvSpPr/>
            <p:nvPr/>
          </p:nvSpPr>
          <p:spPr>
            <a:xfrm>
              <a:off x="3857357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1"/>
            <p:cNvSpPr/>
            <p:nvPr/>
          </p:nvSpPr>
          <p:spPr>
            <a:xfrm>
              <a:off x="3844853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1"/>
            <p:cNvSpPr/>
            <p:nvPr/>
          </p:nvSpPr>
          <p:spPr>
            <a:xfrm>
              <a:off x="3863906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9"/>
                  </a:move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1"/>
            <p:cNvSpPr/>
            <p:nvPr/>
          </p:nvSpPr>
          <p:spPr>
            <a:xfrm>
              <a:off x="3888914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1"/>
            <p:cNvSpPr/>
            <p:nvPr/>
          </p:nvSpPr>
          <p:spPr>
            <a:xfrm>
              <a:off x="3882365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1"/>
            <p:cNvSpPr/>
            <p:nvPr/>
          </p:nvSpPr>
          <p:spPr>
            <a:xfrm>
              <a:off x="3831158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1"/>
            <p:cNvSpPr/>
            <p:nvPr/>
          </p:nvSpPr>
          <p:spPr>
            <a:xfrm>
              <a:off x="3875815" y="290333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1"/>
            <p:cNvSpPr/>
            <p:nvPr/>
          </p:nvSpPr>
          <p:spPr>
            <a:xfrm>
              <a:off x="3869861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9"/>
                  </a:move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1"/>
            <p:cNvSpPr/>
            <p:nvPr/>
          </p:nvSpPr>
          <p:spPr>
            <a:xfrm>
              <a:off x="3838898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1"/>
            <p:cNvSpPr/>
            <p:nvPr/>
          </p:nvSpPr>
          <p:spPr>
            <a:xfrm>
              <a:off x="3787691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1"/>
            <p:cNvSpPr/>
            <p:nvPr/>
          </p:nvSpPr>
          <p:spPr>
            <a:xfrm>
              <a:off x="3781142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"/>
            <p:cNvSpPr/>
            <p:nvPr/>
          </p:nvSpPr>
          <p:spPr>
            <a:xfrm>
              <a:off x="3793646" y="290333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1"/>
            <p:cNvSpPr/>
            <p:nvPr/>
          </p:nvSpPr>
          <p:spPr>
            <a:xfrm>
              <a:off x="3773997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1"/>
            <p:cNvSpPr/>
            <p:nvPr/>
          </p:nvSpPr>
          <p:spPr>
            <a:xfrm>
              <a:off x="3812699" y="290333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"/>
            <p:cNvSpPr/>
            <p:nvPr/>
          </p:nvSpPr>
          <p:spPr>
            <a:xfrm>
              <a:off x="3818654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1"/>
            <p:cNvSpPr/>
            <p:nvPr/>
          </p:nvSpPr>
          <p:spPr>
            <a:xfrm>
              <a:off x="3800195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1"/>
            <p:cNvSpPr/>
            <p:nvPr/>
          </p:nvSpPr>
          <p:spPr>
            <a:xfrm>
              <a:off x="3825204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1"/>
            <p:cNvSpPr/>
            <p:nvPr/>
          </p:nvSpPr>
          <p:spPr>
            <a:xfrm>
              <a:off x="3806150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1"/>
            <p:cNvSpPr/>
            <p:nvPr/>
          </p:nvSpPr>
          <p:spPr>
            <a:xfrm>
              <a:off x="3894869" y="290333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"/>
            <p:cNvSpPr/>
            <p:nvPr/>
          </p:nvSpPr>
          <p:spPr>
            <a:xfrm>
              <a:off x="3984778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1"/>
            <p:cNvSpPr/>
            <p:nvPr/>
          </p:nvSpPr>
          <p:spPr>
            <a:xfrm>
              <a:off x="3991328" y="290333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1"/>
            <p:cNvSpPr/>
            <p:nvPr/>
          </p:nvSpPr>
          <p:spPr>
            <a:xfrm>
              <a:off x="3997282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"/>
            <p:cNvSpPr/>
            <p:nvPr/>
          </p:nvSpPr>
          <p:spPr>
            <a:xfrm>
              <a:off x="3978229" y="290333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1"/>
            <p:cNvSpPr/>
            <p:nvPr/>
          </p:nvSpPr>
          <p:spPr>
            <a:xfrm>
              <a:off x="3972274" y="290333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"/>
            <p:cNvSpPr/>
            <p:nvPr/>
          </p:nvSpPr>
          <p:spPr>
            <a:xfrm>
              <a:off x="3966320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"/>
            <p:cNvSpPr/>
            <p:nvPr/>
          </p:nvSpPr>
          <p:spPr>
            <a:xfrm>
              <a:off x="4016336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1"/>
            <p:cNvSpPr/>
            <p:nvPr/>
          </p:nvSpPr>
          <p:spPr>
            <a:xfrm>
              <a:off x="4022290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1"/>
            <p:cNvSpPr/>
            <p:nvPr/>
          </p:nvSpPr>
          <p:spPr>
            <a:xfrm>
              <a:off x="4009787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1"/>
            <p:cNvSpPr/>
            <p:nvPr/>
          </p:nvSpPr>
          <p:spPr>
            <a:xfrm>
              <a:off x="4003832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1"/>
            <p:cNvSpPr/>
            <p:nvPr/>
          </p:nvSpPr>
          <p:spPr>
            <a:xfrm>
              <a:off x="3902609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1"/>
            <p:cNvSpPr/>
            <p:nvPr/>
          </p:nvSpPr>
          <p:spPr>
            <a:xfrm>
              <a:off x="3927617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1"/>
            <p:cNvSpPr/>
            <p:nvPr/>
          </p:nvSpPr>
          <p:spPr>
            <a:xfrm>
              <a:off x="3921067" y="2903339"/>
              <a:ext cx="2382" cy="596"/>
            </a:xfrm>
            <a:custGeom>
              <a:rect b="b" l="l" r="r" t="t"/>
              <a:pathLst>
                <a:path extrusionOk="0" h="10" w="21">
                  <a:moveTo>
                    <a:pt x="0" y="0"/>
                  </a:moveTo>
                  <a:lnTo>
                    <a:pt x="0" y="9"/>
                  </a:lnTo>
                  <a:lnTo>
                    <a:pt x="20" y="9"/>
                  </a:lnTo>
                  <a:lnTo>
                    <a:pt x="20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1"/>
            <p:cNvSpPr/>
            <p:nvPr/>
          </p:nvSpPr>
          <p:spPr>
            <a:xfrm>
              <a:off x="3914517" y="2903339"/>
              <a:ext cx="2382" cy="596"/>
            </a:xfrm>
            <a:custGeom>
              <a:rect b="b" l="l" r="r" t="t"/>
              <a:pathLst>
                <a:path extrusionOk="0" h="10" w="20">
                  <a:moveTo>
                    <a:pt x="0" y="0"/>
                  </a:moveTo>
                  <a:lnTo>
                    <a:pt x="0" y="9"/>
                  </a:lnTo>
                  <a:lnTo>
                    <a:pt x="19" y="9"/>
                  </a:lnTo>
                  <a:lnTo>
                    <a:pt x="1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1"/>
            <p:cNvSpPr/>
            <p:nvPr/>
          </p:nvSpPr>
          <p:spPr>
            <a:xfrm>
              <a:off x="3908563" y="2903339"/>
              <a:ext cx="1786" cy="596"/>
            </a:xfrm>
            <a:custGeom>
              <a:rect b="b" l="l" r="r" t="t"/>
              <a:pathLst>
                <a:path extrusionOk="0" h="10" w="19">
                  <a:moveTo>
                    <a:pt x="0" y="0"/>
                  </a:moveTo>
                  <a:lnTo>
                    <a:pt x="0" y="9"/>
                  </a:lnTo>
                  <a:lnTo>
                    <a:pt x="18" y="9"/>
                  </a:lnTo>
                  <a:lnTo>
                    <a:pt x="1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1"/>
            <p:cNvSpPr/>
            <p:nvPr/>
          </p:nvSpPr>
          <p:spPr>
            <a:xfrm>
              <a:off x="3958580" y="290333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"/>
            <p:cNvSpPr/>
            <p:nvPr/>
          </p:nvSpPr>
          <p:spPr>
            <a:xfrm>
              <a:off x="3952030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9"/>
                  </a:move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1"/>
            <p:cNvSpPr/>
            <p:nvPr/>
          </p:nvSpPr>
          <p:spPr>
            <a:xfrm>
              <a:off x="3946076" y="2903339"/>
              <a:ext cx="2977" cy="596"/>
            </a:xfrm>
            <a:custGeom>
              <a:rect b="b" l="l" r="r" t="t"/>
              <a:pathLst>
                <a:path extrusionOk="0" h="10" w="28">
                  <a:moveTo>
                    <a:pt x="0" y="0"/>
                  </a:moveTo>
                  <a:lnTo>
                    <a:pt x="0" y="9"/>
                  </a:lnTo>
                  <a:lnTo>
                    <a:pt x="27" y="9"/>
                  </a:lnTo>
                  <a:lnTo>
                    <a:pt x="27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"/>
            <p:cNvSpPr/>
            <p:nvPr/>
          </p:nvSpPr>
          <p:spPr>
            <a:xfrm>
              <a:off x="3933572" y="2903339"/>
              <a:ext cx="3572" cy="596"/>
            </a:xfrm>
            <a:custGeom>
              <a:rect b="b" l="l" r="r" t="t"/>
              <a:pathLst>
                <a:path extrusionOk="0" h="10" w="29">
                  <a:moveTo>
                    <a:pt x="0" y="0"/>
                  </a:moveTo>
                  <a:lnTo>
                    <a:pt x="0" y="9"/>
                  </a:lnTo>
                  <a:lnTo>
                    <a:pt x="28" y="9"/>
                  </a:lnTo>
                  <a:lnTo>
                    <a:pt x="28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1"/>
            <p:cNvSpPr/>
            <p:nvPr/>
          </p:nvSpPr>
          <p:spPr>
            <a:xfrm>
              <a:off x="3939526" y="2903339"/>
              <a:ext cx="3572" cy="596"/>
            </a:xfrm>
            <a:custGeom>
              <a:rect b="b" l="l" r="r" t="t"/>
              <a:pathLst>
                <a:path extrusionOk="0" h="10" w="30">
                  <a:moveTo>
                    <a:pt x="0" y="0"/>
                  </a:moveTo>
                  <a:lnTo>
                    <a:pt x="0" y="9"/>
                  </a:lnTo>
                  <a:lnTo>
                    <a:pt x="29" y="9"/>
                  </a:lnTo>
                  <a:lnTo>
                    <a:pt x="29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1"/>
            <p:cNvSpPr/>
            <p:nvPr/>
          </p:nvSpPr>
          <p:spPr>
            <a:xfrm>
              <a:off x="4030031" y="2902149"/>
              <a:ext cx="595" cy="1786"/>
            </a:xfrm>
            <a:custGeom>
              <a:rect b="b" l="l" r="r" t="t"/>
              <a:pathLst>
                <a:path extrusionOk="0" h="19" w="11">
                  <a:moveTo>
                    <a:pt x="1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1"/>
            <p:cNvSpPr/>
            <p:nvPr/>
          </p:nvSpPr>
          <p:spPr>
            <a:xfrm>
              <a:off x="3768637" y="2798565"/>
              <a:ext cx="49421" cy="1786"/>
            </a:xfrm>
            <a:custGeom>
              <a:rect b="b" l="l" r="r" t="t"/>
              <a:pathLst>
                <a:path extrusionOk="0" h="19" w="372">
                  <a:moveTo>
                    <a:pt x="0" y="0"/>
                  </a:moveTo>
                  <a:lnTo>
                    <a:pt x="0" y="18"/>
                  </a:lnTo>
                  <a:lnTo>
                    <a:pt x="371" y="9"/>
                  </a:lnTo>
                  <a:lnTo>
                    <a:pt x="371" y="0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1"/>
            <p:cNvSpPr/>
            <p:nvPr/>
          </p:nvSpPr>
          <p:spPr>
            <a:xfrm>
              <a:off x="3818653" y="2797374"/>
              <a:ext cx="213164" cy="1786"/>
            </a:xfrm>
            <a:custGeom>
              <a:rect b="b" l="l" r="r" t="t"/>
              <a:pathLst>
                <a:path extrusionOk="0" h="19" w="1583">
                  <a:moveTo>
                    <a:pt x="1582" y="0"/>
                  </a:moveTo>
                  <a:lnTo>
                    <a:pt x="0" y="9"/>
                  </a:lnTo>
                  <a:lnTo>
                    <a:pt x="0" y="18"/>
                  </a:lnTo>
                  <a:lnTo>
                    <a:pt x="1582" y="18"/>
                  </a:lnTo>
                  <a:lnTo>
                    <a:pt x="1582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1"/>
            <p:cNvSpPr/>
            <p:nvPr/>
          </p:nvSpPr>
          <p:spPr>
            <a:xfrm>
              <a:off x="3771020" y="2920604"/>
              <a:ext cx="5954" cy="8334"/>
            </a:xfrm>
            <a:custGeom>
              <a:rect b="b" l="l" r="r" t="t"/>
              <a:pathLst>
                <a:path extrusionOk="0" h="65" w="49">
                  <a:moveTo>
                    <a:pt x="0" y="0"/>
                  </a:moveTo>
                  <a:lnTo>
                    <a:pt x="11" y="0"/>
                  </a:lnTo>
                  <a:lnTo>
                    <a:pt x="11" y="64"/>
                  </a:lnTo>
                  <a:lnTo>
                    <a:pt x="48" y="64"/>
                  </a:lnTo>
                  <a:lnTo>
                    <a:pt x="0" y="64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1"/>
            <p:cNvSpPr/>
            <p:nvPr/>
          </p:nvSpPr>
          <p:spPr>
            <a:xfrm>
              <a:off x="3777569" y="2923580"/>
              <a:ext cx="5359" cy="7144"/>
            </a:xfrm>
            <a:custGeom>
              <a:rect b="b" l="l" r="r" t="t"/>
              <a:pathLst>
                <a:path extrusionOk="0" h="56" w="46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27" y="0"/>
                    <a:pt x="36" y="0"/>
                  </a:cubicBezTo>
                  <a:cubicBezTo>
                    <a:pt x="36" y="0"/>
                    <a:pt x="36" y="0"/>
                    <a:pt x="36" y="10"/>
                  </a:cubicBezTo>
                  <a:cubicBezTo>
                    <a:pt x="45" y="10"/>
                    <a:pt x="45" y="10"/>
                    <a:pt x="45" y="19"/>
                  </a:cubicBezTo>
                  <a:cubicBezTo>
                    <a:pt x="45" y="19"/>
                    <a:pt x="45" y="19"/>
                    <a:pt x="45" y="28"/>
                  </a:cubicBezTo>
                  <a:cubicBezTo>
                    <a:pt x="45" y="28"/>
                    <a:pt x="45" y="28"/>
                    <a:pt x="45" y="37"/>
                  </a:cubicBezTo>
                  <a:cubicBezTo>
                    <a:pt x="45" y="37"/>
                    <a:pt x="45" y="37"/>
                    <a:pt x="36" y="46"/>
                  </a:cubicBezTo>
                  <a:cubicBezTo>
                    <a:pt x="27" y="46"/>
                    <a:pt x="27" y="55"/>
                    <a:pt x="27" y="55"/>
                  </a:cubicBezTo>
                  <a:cubicBezTo>
                    <a:pt x="18" y="55"/>
                    <a:pt x="18" y="46"/>
                    <a:pt x="9" y="4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0"/>
                    <a:pt x="0" y="10"/>
                    <a:pt x="9" y="1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27" y="0"/>
                  </a:cubicBezTo>
                  <a:close/>
                  <a:moveTo>
                    <a:pt x="27" y="0"/>
                  </a:moveTo>
                  <a:lnTo>
                    <a:pt x="27" y="0"/>
                  </a:lnTo>
                  <a:cubicBezTo>
                    <a:pt x="18" y="0"/>
                    <a:pt x="18" y="10"/>
                    <a:pt x="18" y="10"/>
                  </a:cubicBezTo>
                  <a:cubicBezTo>
                    <a:pt x="9" y="10"/>
                    <a:pt x="9" y="10"/>
                    <a:pt x="9" y="10"/>
                  </a:cubicBezTo>
                  <a:lnTo>
                    <a:pt x="9" y="19"/>
                  </a:lnTo>
                  <a:cubicBezTo>
                    <a:pt x="9" y="19"/>
                    <a:pt x="9" y="19"/>
                    <a:pt x="9" y="28"/>
                  </a:cubicBezTo>
                  <a:cubicBezTo>
                    <a:pt x="9" y="28"/>
                    <a:pt x="9" y="28"/>
                    <a:pt x="9" y="37"/>
                  </a:cubicBezTo>
                  <a:cubicBezTo>
                    <a:pt x="9" y="37"/>
                    <a:pt x="9" y="46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cubicBezTo>
                    <a:pt x="36" y="46"/>
                    <a:pt x="36" y="37"/>
                    <a:pt x="36" y="37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19"/>
                    <a:pt x="36" y="19"/>
                    <a:pt x="36" y="19"/>
                  </a:cubicBezTo>
                  <a:lnTo>
                    <a:pt x="36" y="10"/>
                  </a:lnTo>
                  <a:cubicBezTo>
                    <a:pt x="36" y="10"/>
                    <a:pt x="36" y="10"/>
                    <a:pt x="27" y="10"/>
                  </a:cubicBezTo>
                  <a:cubicBezTo>
                    <a:pt x="27" y="0"/>
                    <a:pt x="27" y="0"/>
                    <a:pt x="2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1"/>
            <p:cNvSpPr/>
            <p:nvPr/>
          </p:nvSpPr>
          <p:spPr>
            <a:xfrm>
              <a:off x="3785310" y="2923581"/>
              <a:ext cx="2977" cy="5953"/>
            </a:xfrm>
            <a:custGeom>
              <a:rect b="b" l="l" r="r" t="t"/>
              <a:pathLst>
                <a:path extrusionOk="0" h="47" w="2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9" y="10"/>
                  </a:lnTo>
                  <a:lnTo>
                    <a:pt x="9" y="19"/>
                  </a:lnTo>
                  <a:cubicBezTo>
                    <a:pt x="9" y="19"/>
                    <a:pt x="9" y="19"/>
                    <a:pt x="9" y="28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"/>
            <p:cNvSpPr/>
            <p:nvPr/>
          </p:nvSpPr>
          <p:spPr>
            <a:xfrm>
              <a:off x="3788882" y="2923581"/>
              <a:ext cx="5954" cy="5953"/>
            </a:xfrm>
            <a:custGeom>
              <a:rect b="b" l="l" r="r" t="t"/>
              <a:pathLst>
                <a:path extrusionOk="0" h="47" w="48">
                  <a:moveTo>
                    <a:pt x="0" y="28"/>
                  </a:moveTo>
                  <a:lnTo>
                    <a:pt x="0" y="28"/>
                  </a:lnTo>
                  <a:cubicBezTo>
                    <a:pt x="0" y="28"/>
                    <a:pt x="9" y="28"/>
                    <a:pt x="9" y="37"/>
                  </a:cubicBezTo>
                  <a:lnTo>
                    <a:pt x="9" y="46"/>
                  </a:lnTo>
                  <a:cubicBezTo>
                    <a:pt x="18" y="46"/>
                    <a:pt x="18" y="46"/>
                    <a:pt x="18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38" y="37"/>
                    <a:pt x="38" y="46"/>
                    <a:pt x="38" y="46"/>
                  </a:cubicBezTo>
                  <a:cubicBezTo>
                    <a:pt x="29" y="46"/>
                    <a:pt x="29" y="46"/>
                    <a:pt x="18" y="46"/>
                  </a:cubicBezTo>
                  <a:lnTo>
                    <a:pt x="9" y="46"/>
                  </a:lnTo>
                  <a:cubicBezTo>
                    <a:pt x="9" y="46"/>
                    <a:pt x="9" y="46"/>
                    <a:pt x="0" y="4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18" y="0"/>
                  </a:lnTo>
                  <a:cubicBezTo>
                    <a:pt x="29" y="0"/>
                    <a:pt x="29" y="0"/>
                    <a:pt x="29" y="0"/>
                  </a:cubicBezTo>
                  <a:cubicBezTo>
                    <a:pt x="38" y="0"/>
                    <a:pt x="38" y="10"/>
                    <a:pt x="38" y="10"/>
                  </a:cubicBezTo>
                  <a:cubicBezTo>
                    <a:pt x="38" y="10"/>
                    <a:pt x="38" y="10"/>
                    <a:pt x="38" y="19"/>
                  </a:cubicBezTo>
                  <a:cubicBezTo>
                    <a:pt x="47" y="19"/>
                    <a:pt x="47" y="19"/>
                    <a:pt x="47" y="28"/>
                  </a:cubicBezTo>
                  <a:lnTo>
                    <a:pt x="0" y="28"/>
                  </a:lnTo>
                  <a:close/>
                  <a:moveTo>
                    <a:pt x="38" y="19"/>
                  </a:moveTo>
                  <a:lnTo>
                    <a:pt x="38" y="19"/>
                  </a:lnTo>
                  <a:cubicBezTo>
                    <a:pt x="38" y="10"/>
                    <a:pt x="38" y="10"/>
                    <a:pt x="29" y="10"/>
                  </a:cubicBezTo>
                  <a:cubicBezTo>
                    <a:pt x="29" y="0"/>
                    <a:pt x="18" y="0"/>
                    <a:pt x="18" y="0"/>
                  </a:cubicBezTo>
                  <a:cubicBezTo>
                    <a:pt x="18" y="0"/>
                    <a:pt x="18" y="0"/>
                    <a:pt x="18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9"/>
                  </a:cubicBezTo>
                  <a:lnTo>
                    <a:pt x="0" y="19"/>
                  </a:lnTo>
                  <a:lnTo>
                    <a:pt x="38" y="19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1"/>
            <p:cNvSpPr/>
            <p:nvPr/>
          </p:nvSpPr>
          <p:spPr>
            <a:xfrm>
              <a:off x="3794836" y="2923581"/>
              <a:ext cx="9527" cy="5953"/>
            </a:xfrm>
            <a:custGeom>
              <a:rect b="b" l="l" r="r" t="t"/>
              <a:pathLst>
                <a:path extrusionOk="0" h="47" w="75">
                  <a:moveTo>
                    <a:pt x="0" y="0"/>
                  </a:moveTo>
                  <a:lnTo>
                    <a:pt x="0" y="0"/>
                  </a:ln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0"/>
                    <a:pt x="19" y="0"/>
                  </a:cubicBez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28" y="0"/>
                    <a:pt x="37" y="0"/>
                  </a:cubicBezTo>
                  <a:lnTo>
                    <a:pt x="37" y="10"/>
                  </a:lnTo>
                  <a:lnTo>
                    <a:pt x="46" y="0"/>
                  </a:lnTo>
                  <a:lnTo>
                    <a:pt x="55" y="0"/>
                  </a:lnTo>
                  <a:cubicBezTo>
                    <a:pt x="64" y="0"/>
                    <a:pt x="74" y="0"/>
                    <a:pt x="74" y="19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0"/>
                    <a:pt x="55" y="0"/>
                    <a:pt x="55" y="0"/>
                  </a:cubicBezTo>
                  <a:cubicBezTo>
                    <a:pt x="55" y="0"/>
                    <a:pt x="46" y="0"/>
                    <a:pt x="46" y="10"/>
                  </a:cubicBezTo>
                  <a:cubicBezTo>
                    <a:pt x="46" y="10"/>
                    <a:pt x="46" y="10"/>
                    <a:pt x="37" y="19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19"/>
                    <a:pt x="37" y="19"/>
                    <a:pt x="37" y="19"/>
                  </a:cubicBezTo>
                  <a:lnTo>
                    <a:pt x="37" y="10"/>
                  </a:lnTo>
                  <a:cubicBezTo>
                    <a:pt x="28" y="10"/>
                    <a:pt x="28" y="10"/>
                    <a:pt x="28" y="0"/>
                  </a:cubicBezTo>
                  <a:cubicBezTo>
                    <a:pt x="19" y="0"/>
                    <a:pt x="19" y="0"/>
                    <a:pt x="19" y="10"/>
                  </a:cubicBezTo>
                  <a:cubicBezTo>
                    <a:pt x="19" y="10"/>
                    <a:pt x="19" y="10"/>
                    <a:pt x="10" y="10"/>
                  </a:cubicBezTo>
                  <a:cubicBezTo>
                    <a:pt x="10" y="10"/>
                    <a:pt x="10" y="10"/>
                    <a:pt x="10" y="19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"/>
            <p:cNvSpPr/>
            <p:nvPr/>
          </p:nvSpPr>
          <p:spPr>
            <a:xfrm>
              <a:off x="3809722" y="2920604"/>
              <a:ext cx="595" cy="8334"/>
            </a:xfrm>
            <a:custGeom>
              <a:rect b="b" l="l" r="r" t="t"/>
              <a:pathLst>
                <a:path extrusionOk="0" h="65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64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1"/>
            <p:cNvSpPr/>
            <p:nvPr/>
          </p:nvSpPr>
          <p:spPr>
            <a:xfrm>
              <a:off x="3812699" y="2923581"/>
              <a:ext cx="5954" cy="8334"/>
            </a:xfrm>
            <a:custGeom>
              <a:rect b="b" l="l" r="r" t="t"/>
              <a:pathLst>
                <a:path extrusionOk="0" h="66" w="48">
                  <a:moveTo>
                    <a:pt x="38" y="10"/>
                  </a:moveTo>
                  <a:lnTo>
                    <a:pt x="38" y="10"/>
                  </a:lnTo>
                  <a:cubicBezTo>
                    <a:pt x="38" y="0"/>
                    <a:pt x="38" y="0"/>
                    <a:pt x="29" y="0"/>
                  </a:cubicBezTo>
                  <a:cubicBezTo>
                    <a:pt x="29" y="0"/>
                    <a:pt x="29" y="0"/>
                    <a:pt x="18" y="0"/>
                  </a:cubicBezTo>
                  <a:lnTo>
                    <a:pt x="9" y="0"/>
                  </a:lnTo>
                  <a:cubicBezTo>
                    <a:pt x="9" y="0"/>
                    <a:pt x="9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9" y="37"/>
                    <a:pt x="9" y="46"/>
                    <a:pt x="9" y="46"/>
                  </a:cubicBezTo>
                  <a:lnTo>
                    <a:pt x="18" y="46"/>
                  </a:lnTo>
                  <a:cubicBezTo>
                    <a:pt x="29" y="46"/>
                    <a:pt x="29" y="46"/>
                    <a:pt x="29" y="46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37"/>
                    <a:pt x="38" y="37"/>
                    <a:pt x="47" y="3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38" y="10"/>
                    <a:pt x="38" y="10"/>
                    <a:pt x="38" y="10"/>
                  </a:cubicBezTo>
                  <a:close/>
                  <a:moveTo>
                    <a:pt x="38" y="28"/>
                  </a:moveTo>
                  <a:lnTo>
                    <a:pt x="38" y="28"/>
                  </a:lnTo>
                  <a:cubicBezTo>
                    <a:pt x="38" y="37"/>
                    <a:pt x="38" y="37"/>
                    <a:pt x="38" y="37"/>
                  </a:cubicBezTo>
                  <a:lnTo>
                    <a:pt x="29" y="46"/>
                  </a:lnTo>
                  <a:cubicBezTo>
                    <a:pt x="29" y="46"/>
                    <a:pt x="29" y="46"/>
                    <a:pt x="18" y="46"/>
                  </a:cubicBezTo>
                  <a:cubicBezTo>
                    <a:pt x="18" y="46"/>
                    <a:pt x="18" y="46"/>
                    <a:pt x="9" y="46"/>
                  </a:cubicBezTo>
                  <a:lnTo>
                    <a:pt x="9" y="37"/>
                  </a:lnTo>
                  <a:cubicBezTo>
                    <a:pt x="9" y="37"/>
                    <a:pt x="9" y="37"/>
                    <a:pt x="9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9" y="1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0"/>
                    <a:pt x="29" y="0"/>
                    <a:pt x="29" y="10"/>
                  </a:cubicBezTo>
                  <a:lnTo>
                    <a:pt x="38" y="10"/>
                  </a:lnTo>
                  <a:lnTo>
                    <a:pt x="38" y="19"/>
                  </a:lnTo>
                  <a:cubicBezTo>
                    <a:pt x="38" y="19"/>
                    <a:pt x="38" y="19"/>
                    <a:pt x="38" y="28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1"/>
            <p:cNvSpPr/>
            <p:nvPr/>
          </p:nvSpPr>
          <p:spPr>
            <a:xfrm>
              <a:off x="3818654" y="2923581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37" y="10"/>
                  </a:moveTo>
                  <a:lnTo>
                    <a:pt x="37" y="10"/>
                  </a:lnTo>
                  <a:cubicBezTo>
                    <a:pt x="37" y="10"/>
                    <a:pt x="37" y="10"/>
                    <a:pt x="27" y="10"/>
                  </a:cubicBezTo>
                  <a:lnTo>
                    <a:pt x="27" y="0"/>
                  </a:ln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10"/>
                  </a:cubicBezTo>
                  <a:lnTo>
                    <a:pt x="9" y="10"/>
                  </a:lnTo>
                  <a:lnTo>
                    <a:pt x="9" y="19"/>
                  </a:lnTo>
                  <a:cubicBezTo>
                    <a:pt x="18" y="19"/>
                    <a:pt x="18" y="19"/>
                    <a:pt x="18" y="19"/>
                  </a:cubicBezTo>
                  <a:cubicBezTo>
                    <a:pt x="27" y="19"/>
                    <a:pt x="27" y="19"/>
                    <a:pt x="27" y="19"/>
                  </a:cubicBezTo>
                  <a:lnTo>
                    <a:pt x="37" y="19"/>
                  </a:lnTo>
                  <a:cubicBezTo>
                    <a:pt x="37" y="28"/>
                    <a:pt x="37" y="28"/>
                    <a:pt x="37" y="28"/>
                  </a:cubicBezTo>
                  <a:lnTo>
                    <a:pt x="46" y="28"/>
                  </a:lnTo>
                  <a:lnTo>
                    <a:pt x="46" y="37"/>
                  </a:lnTo>
                  <a:cubicBezTo>
                    <a:pt x="46" y="37"/>
                    <a:pt x="46" y="37"/>
                    <a:pt x="4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37" y="46"/>
                    <a:pt x="27" y="46"/>
                  </a:cubicBezTo>
                  <a:cubicBezTo>
                    <a:pt x="18" y="46"/>
                    <a:pt x="9" y="46"/>
                    <a:pt x="9" y="46"/>
                  </a:cubicBezTo>
                  <a:lnTo>
                    <a:pt x="0" y="37"/>
                  </a:ln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9" y="37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cubicBezTo>
                    <a:pt x="27" y="46"/>
                    <a:pt x="27" y="46"/>
                    <a:pt x="37" y="46"/>
                  </a:cubicBezTo>
                  <a:lnTo>
                    <a:pt x="37" y="37"/>
                  </a:lnTo>
                  <a:cubicBezTo>
                    <a:pt x="37" y="37"/>
                    <a:pt x="37" y="37"/>
                    <a:pt x="37" y="28"/>
                  </a:cubicBezTo>
                  <a:lnTo>
                    <a:pt x="27" y="28"/>
                  </a:lnTo>
                  <a:cubicBezTo>
                    <a:pt x="18" y="28"/>
                    <a:pt x="18" y="28"/>
                    <a:pt x="18" y="2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0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7" y="0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10"/>
                  </a:lnTo>
                  <a:lnTo>
                    <a:pt x="46" y="10"/>
                  </a:lnTo>
                  <a:lnTo>
                    <a:pt x="37" y="1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1"/>
            <p:cNvSpPr/>
            <p:nvPr/>
          </p:nvSpPr>
          <p:spPr>
            <a:xfrm>
              <a:off x="3826395" y="2923581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37" y="46"/>
                  </a:moveTo>
                  <a:lnTo>
                    <a:pt x="37" y="46"/>
                  </a:lnTo>
                  <a:cubicBezTo>
                    <a:pt x="27" y="46"/>
                    <a:pt x="27" y="46"/>
                    <a:pt x="27" y="46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37"/>
                  </a:lnTo>
                  <a:cubicBezTo>
                    <a:pt x="0" y="37"/>
                    <a:pt x="0" y="37"/>
                    <a:pt x="0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7"/>
                    <a:pt x="0" y="37"/>
                    <a:pt x="9" y="37"/>
                  </a:cubicBezTo>
                  <a:cubicBezTo>
                    <a:pt x="9" y="46"/>
                    <a:pt x="9" y="46"/>
                    <a:pt x="18" y="46"/>
                  </a:cubicBezTo>
                  <a:cubicBezTo>
                    <a:pt x="27" y="46"/>
                    <a:pt x="27" y="37"/>
                    <a:pt x="27" y="37"/>
                  </a:cubicBezTo>
                  <a:cubicBezTo>
                    <a:pt x="27" y="37"/>
                    <a:pt x="27" y="37"/>
                    <a:pt x="27" y="28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7" y="46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1"/>
            <p:cNvSpPr/>
            <p:nvPr/>
          </p:nvSpPr>
          <p:spPr>
            <a:xfrm>
              <a:off x="3832348" y="2923581"/>
              <a:ext cx="9527" cy="5953"/>
            </a:xfrm>
            <a:custGeom>
              <a:rect b="b" l="l" r="r" t="t"/>
              <a:pathLst>
                <a:path extrusionOk="0" h="47" w="76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8" y="0"/>
                  </a:cubicBezTo>
                  <a:cubicBezTo>
                    <a:pt x="38" y="0"/>
                    <a:pt x="38" y="0"/>
                    <a:pt x="38" y="10"/>
                  </a:cubicBezTo>
                  <a:cubicBezTo>
                    <a:pt x="38" y="0"/>
                    <a:pt x="38" y="0"/>
                    <a:pt x="47" y="0"/>
                  </a:cubicBezTo>
                  <a:cubicBezTo>
                    <a:pt x="47" y="0"/>
                    <a:pt x="47" y="0"/>
                    <a:pt x="56" y="0"/>
                  </a:cubicBezTo>
                  <a:cubicBezTo>
                    <a:pt x="65" y="0"/>
                    <a:pt x="75" y="0"/>
                    <a:pt x="75" y="19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27" y="10"/>
                    <a:pt x="27" y="10"/>
                    <a:pt x="27" y="10"/>
                  </a:cubicBezTo>
                  <a:lnTo>
                    <a:pt x="27" y="0"/>
                  </a:lnTo>
                  <a:cubicBezTo>
                    <a:pt x="27" y="0"/>
                    <a:pt x="27" y="0"/>
                    <a:pt x="18" y="0"/>
                  </a:cubicBezTo>
                  <a:cubicBezTo>
                    <a:pt x="18" y="10"/>
                    <a:pt x="9" y="10"/>
                    <a:pt x="9" y="10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1"/>
            <p:cNvSpPr/>
            <p:nvPr/>
          </p:nvSpPr>
          <p:spPr>
            <a:xfrm>
              <a:off x="3846044" y="2920604"/>
              <a:ext cx="5954" cy="8334"/>
            </a:xfrm>
            <a:custGeom>
              <a:rect b="b" l="l" r="r" t="t"/>
              <a:pathLst>
                <a:path extrusionOk="0" h="65" w="47">
                  <a:moveTo>
                    <a:pt x="46" y="64"/>
                  </a:moveTo>
                  <a:lnTo>
                    <a:pt x="46" y="64"/>
                  </a:lnTo>
                  <a:cubicBezTo>
                    <a:pt x="46" y="55"/>
                    <a:pt x="46" y="55"/>
                    <a:pt x="46" y="55"/>
                  </a:cubicBezTo>
                  <a:cubicBezTo>
                    <a:pt x="46" y="55"/>
                    <a:pt x="46" y="64"/>
                    <a:pt x="37" y="64"/>
                  </a:cubicBezTo>
                  <a:cubicBezTo>
                    <a:pt x="37" y="64"/>
                    <a:pt x="37" y="64"/>
                    <a:pt x="27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7"/>
                    <a:pt x="0" y="37"/>
                    <a:pt x="9" y="28"/>
                  </a:cubicBezTo>
                  <a:cubicBezTo>
                    <a:pt x="9" y="18"/>
                    <a:pt x="9" y="18"/>
                    <a:pt x="18" y="18"/>
                  </a:cubicBezTo>
                  <a:cubicBezTo>
                    <a:pt x="18" y="18"/>
                    <a:pt x="18" y="18"/>
                    <a:pt x="27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46" y="64"/>
                  </a:lnTo>
                  <a:close/>
                  <a:moveTo>
                    <a:pt x="9" y="46"/>
                  </a:moveTo>
                  <a:lnTo>
                    <a:pt x="9" y="46"/>
                  </a:lnTo>
                  <a:cubicBezTo>
                    <a:pt x="9" y="55"/>
                    <a:pt x="9" y="55"/>
                    <a:pt x="18" y="55"/>
                  </a:cubicBezTo>
                  <a:cubicBezTo>
                    <a:pt x="18" y="55"/>
                    <a:pt x="18" y="55"/>
                    <a:pt x="18" y="64"/>
                  </a:cubicBezTo>
                  <a:lnTo>
                    <a:pt x="27" y="64"/>
                  </a:lnTo>
                  <a:cubicBezTo>
                    <a:pt x="27" y="64"/>
                    <a:pt x="27" y="64"/>
                    <a:pt x="37" y="64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46" y="55"/>
                    <a:pt x="46" y="46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18"/>
                  </a:cubicBezTo>
                  <a:cubicBezTo>
                    <a:pt x="27" y="18"/>
                    <a:pt x="27" y="18"/>
                    <a:pt x="27" y="18"/>
                  </a:cubicBezTo>
                  <a:lnTo>
                    <a:pt x="18" y="18"/>
                  </a:lnTo>
                  <a:cubicBezTo>
                    <a:pt x="18" y="28"/>
                    <a:pt x="18" y="28"/>
                    <a:pt x="9" y="28"/>
                  </a:cubicBezTo>
                  <a:cubicBezTo>
                    <a:pt x="9" y="28"/>
                    <a:pt x="9" y="28"/>
                    <a:pt x="9" y="37"/>
                  </a:cubicBezTo>
                  <a:cubicBezTo>
                    <a:pt x="9" y="37"/>
                    <a:pt x="9" y="37"/>
                    <a:pt x="9" y="46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1"/>
            <p:cNvSpPr/>
            <p:nvPr/>
          </p:nvSpPr>
          <p:spPr>
            <a:xfrm>
              <a:off x="3853784" y="2923581"/>
              <a:ext cx="5954" cy="5953"/>
            </a:xfrm>
            <a:custGeom>
              <a:rect b="b" l="l" r="r" t="t"/>
              <a:pathLst>
                <a:path extrusionOk="0" h="47" w="48">
                  <a:moveTo>
                    <a:pt x="29" y="0"/>
                  </a:moveTo>
                  <a:lnTo>
                    <a:pt x="29" y="0"/>
                  </a:lnTo>
                  <a:lnTo>
                    <a:pt x="38" y="0"/>
                  </a:lnTo>
                  <a:cubicBezTo>
                    <a:pt x="38" y="0"/>
                    <a:pt x="38" y="0"/>
                    <a:pt x="47" y="10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8"/>
                    <a:pt x="47" y="28"/>
                    <a:pt x="47" y="37"/>
                  </a:cubicBezTo>
                  <a:cubicBezTo>
                    <a:pt x="38" y="46"/>
                    <a:pt x="38" y="46"/>
                    <a:pt x="38" y="46"/>
                  </a:cubicBezTo>
                  <a:lnTo>
                    <a:pt x="29" y="46"/>
                  </a:ln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37"/>
                    <a:pt x="9" y="37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9"/>
                    <a:pt x="0" y="19"/>
                    <a:pt x="0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9" y="0"/>
                  </a:cubicBezTo>
                  <a:close/>
                  <a:moveTo>
                    <a:pt x="29" y="0"/>
                  </a:moveTo>
                  <a:lnTo>
                    <a:pt x="29" y="0"/>
                  </a:lnTo>
                  <a:lnTo>
                    <a:pt x="18" y="0"/>
                  </a:lnTo>
                  <a:cubicBezTo>
                    <a:pt x="18" y="10"/>
                    <a:pt x="18" y="10"/>
                    <a:pt x="9" y="10"/>
                  </a:cubicBezTo>
                  <a:cubicBezTo>
                    <a:pt x="9" y="10"/>
                    <a:pt x="9" y="10"/>
                    <a:pt x="9" y="19"/>
                  </a:cubicBezTo>
                  <a:cubicBezTo>
                    <a:pt x="9" y="19"/>
                    <a:pt x="9" y="19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8" y="37"/>
                    <a:pt x="18" y="37"/>
                    <a:pt x="18" y="46"/>
                  </a:cubicBezTo>
                  <a:lnTo>
                    <a:pt x="29" y="46"/>
                  </a:lnTo>
                  <a:cubicBezTo>
                    <a:pt x="29" y="46"/>
                    <a:pt x="29" y="46"/>
                    <a:pt x="38" y="46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47" y="37"/>
                    <a:pt x="47" y="28"/>
                  </a:cubicBezTo>
                  <a:cubicBezTo>
                    <a:pt x="47" y="28"/>
                    <a:pt x="47" y="28"/>
                    <a:pt x="47" y="19"/>
                  </a:cubicBezTo>
                  <a:cubicBezTo>
                    <a:pt x="47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0"/>
                  </a:cubicBezTo>
                  <a:cubicBezTo>
                    <a:pt x="29" y="0"/>
                    <a:pt x="29" y="0"/>
                    <a:pt x="29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1"/>
            <p:cNvSpPr/>
            <p:nvPr/>
          </p:nvSpPr>
          <p:spPr>
            <a:xfrm>
              <a:off x="3860930" y="2920604"/>
              <a:ext cx="595" cy="8334"/>
            </a:xfrm>
            <a:custGeom>
              <a:rect b="b" l="l" r="r" t="t"/>
              <a:pathLst>
                <a:path extrusionOk="0" h="65" w="11">
                  <a:moveTo>
                    <a:pt x="0" y="0"/>
                  </a:moveTo>
                  <a:lnTo>
                    <a:pt x="10" y="0"/>
                  </a:lnTo>
                  <a:lnTo>
                    <a:pt x="10" y="64"/>
                  </a:lnTo>
                  <a:lnTo>
                    <a:pt x="0" y="64"/>
                  </a:ln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1"/>
            <p:cNvSpPr/>
            <p:nvPr/>
          </p:nvSpPr>
          <p:spPr>
            <a:xfrm>
              <a:off x="3863906" y="2923581"/>
              <a:ext cx="5954" cy="5953"/>
            </a:xfrm>
            <a:custGeom>
              <a:rect b="b" l="l" r="r" t="t"/>
              <a:pathLst>
                <a:path extrusionOk="0" h="47" w="47">
                  <a:moveTo>
                    <a:pt x="18" y="0"/>
                  </a:moveTo>
                  <a:lnTo>
                    <a:pt x="18" y="0"/>
                  </a:lnTo>
                  <a:cubicBezTo>
                    <a:pt x="27" y="0"/>
                    <a:pt x="27" y="0"/>
                    <a:pt x="36" y="0"/>
                  </a:cubicBezTo>
                  <a:cubicBezTo>
                    <a:pt x="36" y="0"/>
                    <a:pt x="36" y="0"/>
                    <a:pt x="3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46" y="28"/>
                    <a:pt x="46" y="28"/>
                    <a:pt x="46" y="37"/>
                  </a:cubicBezTo>
                  <a:cubicBezTo>
                    <a:pt x="46" y="37"/>
                    <a:pt x="46" y="37"/>
                    <a:pt x="36" y="3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27" y="46"/>
                    <a:pt x="27" y="46"/>
                    <a:pt x="18" y="46"/>
                  </a:cubicBezTo>
                  <a:cubicBezTo>
                    <a:pt x="18" y="46"/>
                    <a:pt x="18" y="46"/>
                    <a:pt x="9" y="46"/>
                  </a:cubicBezTo>
                  <a:cubicBezTo>
                    <a:pt x="9" y="46"/>
                    <a:pt x="9" y="46"/>
                    <a:pt x="9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10"/>
                  </a:cubicBezTo>
                  <a:cubicBezTo>
                    <a:pt x="0" y="10"/>
                    <a:pt x="0" y="10"/>
                    <a:pt x="9" y="1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lose/>
                  <a:moveTo>
                    <a:pt x="18" y="0"/>
                  </a:moveTo>
                  <a:lnTo>
                    <a:pt x="18" y="0"/>
                  </a:ln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7"/>
                    <a:pt x="9" y="37"/>
                    <a:pt x="18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7"/>
                    <a:pt x="36" y="37"/>
                    <a:pt x="36" y="28"/>
                  </a:cubicBezTo>
                  <a:cubicBezTo>
                    <a:pt x="36" y="28"/>
                    <a:pt x="36" y="28"/>
                    <a:pt x="36" y="19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27" y="0"/>
                  </a:cubicBezTo>
                  <a:cubicBezTo>
                    <a:pt x="27" y="0"/>
                    <a:pt x="27" y="0"/>
                    <a:pt x="18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1"/>
            <p:cNvSpPr/>
            <p:nvPr/>
          </p:nvSpPr>
          <p:spPr>
            <a:xfrm>
              <a:off x="3871051" y="2923581"/>
              <a:ext cx="2977" cy="5953"/>
            </a:xfrm>
            <a:custGeom>
              <a:rect b="b" l="l" r="r" t="t"/>
              <a:pathLst>
                <a:path extrusionOk="0" h="47" w="28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10"/>
                    <a:pt x="9" y="10"/>
                    <a:pt x="9" y="10"/>
                  </a:cubicBezTo>
                  <a:lnTo>
                    <a:pt x="9" y="0"/>
                  </a:lnTo>
                  <a:cubicBezTo>
                    <a:pt x="18" y="0"/>
                    <a:pt x="18" y="0"/>
                    <a:pt x="27" y="0"/>
                  </a:cubicBezTo>
                  <a:cubicBezTo>
                    <a:pt x="18" y="0"/>
                    <a:pt x="18" y="0"/>
                    <a:pt x="18" y="10"/>
                  </a:cubicBezTo>
                  <a:lnTo>
                    <a:pt x="9" y="10"/>
                  </a:lnTo>
                  <a:cubicBezTo>
                    <a:pt x="9" y="10"/>
                    <a:pt x="9" y="10"/>
                    <a:pt x="9" y="19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1"/>
            <p:cNvSpPr/>
            <p:nvPr/>
          </p:nvSpPr>
          <p:spPr>
            <a:xfrm>
              <a:off x="3878792" y="2923581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28" y="10"/>
                  </a:moveTo>
                  <a:lnTo>
                    <a:pt x="28" y="10"/>
                  </a:lnTo>
                  <a:cubicBezTo>
                    <a:pt x="28" y="10"/>
                    <a:pt x="28" y="10"/>
                    <a:pt x="28" y="0"/>
                  </a:cubicBezTo>
                  <a:cubicBezTo>
                    <a:pt x="28" y="0"/>
                    <a:pt x="28" y="0"/>
                    <a:pt x="19" y="0"/>
                  </a:cubicBezTo>
                  <a:cubicBezTo>
                    <a:pt x="19" y="0"/>
                    <a:pt x="19" y="0"/>
                    <a:pt x="9" y="0"/>
                  </a:cubicBezTo>
                  <a:lnTo>
                    <a:pt x="9" y="10"/>
                  </a:lnTo>
                  <a:cubicBezTo>
                    <a:pt x="9" y="19"/>
                    <a:pt x="9" y="19"/>
                    <a:pt x="9" y="19"/>
                  </a:cubicBezTo>
                  <a:lnTo>
                    <a:pt x="19" y="19"/>
                  </a:ln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28"/>
                    <a:pt x="37" y="28"/>
                  </a:cubicBezTo>
                  <a:cubicBezTo>
                    <a:pt x="37" y="28"/>
                    <a:pt x="37" y="28"/>
                    <a:pt x="37" y="37"/>
                  </a:cubicBezTo>
                  <a:cubicBezTo>
                    <a:pt x="37" y="46"/>
                    <a:pt x="37" y="46"/>
                    <a:pt x="28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9" y="46"/>
                    <a:pt x="9" y="46"/>
                    <a:pt x="0" y="46"/>
                  </a:cubicBezTo>
                  <a:cubicBezTo>
                    <a:pt x="0" y="46"/>
                    <a:pt x="0" y="37"/>
                    <a:pt x="0" y="28"/>
                  </a:cubicBezTo>
                  <a:cubicBezTo>
                    <a:pt x="0" y="37"/>
                    <a:pt x="9" y="37"/>
                    <a:pt x="9" y="37"/>
                  </a:cubicBezTo>
                  <a:cubicBezTo>
                    <a:pt x="9" y="46"/>
                    <a:pt x="19" y="46"/>
                    <a:pt x="19" y="46"/>
                  </a:cubicBezTo>
                  <a:cubicBezTo>
                    <a:pt x="28" y="46"/>
                    <a:pt x="28" y="46"/>
                    <a:pt x="28" y="37"/>
                  </a:cubicBezTo>
                  <a:lnTo>
                    <a:pt x="28" y="28"/>
                  </a:lnTo>
                  <a:lnTo>
                    <a:pt x="19" y="28"/>
                  </a:lnTo>
                  <a:cubicBezTo>
                    <a:pt x="9" y="28"/>
                    <a:pt x="9" y="28"/>
                    <a:pt x="9" y="28"/>
                  </a:cubicBezTo>
                  <a:lnTo>
                    <a:pt x="9" y="19"/>
                  </a:lnTo>
                  <a:cubicBezTo>
                    <a:pt x="9" y="19"/>
                    <a:pt x="9" y="19"/>
                    <a:pt x="0" y="19"/>
                  </a:cubicBezTo>
                  <a:lnTo>
                    <a:pt x="0" y="10"/>
                  </a:lnTo>
                  <a:cubicBezTo>
                    <a:pt x="0" y="10"/>
                    <a:pt x="0" y="10"/>
                    <a:pt x="0" y="0"/>
                  </a:cubicBezTo>
                  <a:cubicBezTo>
                    <a:pt x="0" y="0"/>
                    <a:pt x="0" y="0"/>
                    <a:pt x="9" y="0"/>
                  </a:cubicBezTo>
                  <a:lnTo>
                    <a:pt x="19" y="0"/>
                  </a:lnTo>
                  <a:cubicBezTo>
                    <a:pt x="19" y="0"/>
                    <a:pt x="19" y="0"/>
                    <a:pt x="28" y="0"/>
                  </a:cubicBezTo>
                  <a:cubicBezTo>
                    <a:pt x="28" y="0"/>
                    <a:pt x="37" y="0"/>
                    <a:pt x="37" y="10"/>
                  </a:cubicBezTo>
                  <a:lnTo>
                    <a:pt x="28" y="1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1"/>
            <p:cNvSpPr/>
            <p:nvPr/>
          </p:nvSpPr>
          <p:spPr>
            <a:xfrm>
              <a:off x="3884746" y="2920604"/>
              <a:ext cx="595" cy="8334"/>
            </a:xfrm>
            <a:custGeom>
              <a:rect b="b" l="l" r="r" t="t"/>
              <a:pathLst>
                <a:path extrusionOk="0" h="65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64"/>
                  </a:lnTo>
                  <a:lnTo>
                    <a:pt x="0" y="64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1"/>
            <p:cNvSpPr/>
            <p:nvPr/>
          </p:nvSpPr>
          <p:spPr>
            <a:xfrm>
              <a:off x="3885937" y="2920604"/>
              <a:ext cx="3572" cy="8334"/>
            </a:xfrm>
            <a:custGeom>
              <a:rect b="b" l="l" r="r" t="t"/>
              <a:pathLst>
                <a:path extrusionOk="0" h="65" w="29">
                  <a:moveTo>
                    <a:pt x="19" y="18"/>
                  </a:moveTo>
                  <a:lnTo>
                    <a:pt x="19" y="18"/>
                  </a:lnTo>
                  <a:cubicBezTo>
                    <a:pt x="28" y="18"/>
                    <a:pt x="28" y="18"/>
                    <a:pt x="28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64"/>
                    <a:pt x="19" y="64"/>
                    <a:pt x="28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9" y="64"/>
                    <a:pt x="9" y="55"/>
                    <a:pt x="9" y="55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1"/>
            <p:cNvSpPr/>
            <p:nvPr/>
          </p:nvSpPr>
          <p:spPr>
            <a:xfrm>
              <a:off x="3894869" y="2923581"/>
              <a:ext cx="5954" cy="5953"/>
            </a:xfrm>
            <a:custGeom>
              <a:rect b="b" l="l" r="r" t="t"/>
              <a:pathLst>
                <a:path extrusionOk="0" h="47" w="49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cubicBezTo>
                    <a:pt x="9" y="0"/>
                    <a:pt x="9" y="0"/>
                    <a:pt x="20" y="0"/>
                  </a:cubicBezTo>
                  <a:cubicBezTo>
                    <a:pt x="20" y="0"/>
                    <a:pt x="20" y="0"/>
                    <a:pt x="29" y="0"/>
                  </a:cubicBezTo>
                  <a:lnTo>
                    <a:pt x="38" y="0"/>
                  </a:lnTo>
                  <a:cubicBezTo>
                    <a:pt x="38" y="10"/>
                    <a:pt x="38" y="10"/>
                    <a:pt x="38" y="10"/>
                  </a:cubicBezTo>
                  <a:cubicBezTo>
                    <a:pt x="38" y="37"/>
                    <a:pt x="38" y="37"/>
                    <a:pt x="38" y="37"/>
                  </a:cubicBezTo>
                  <a:lnTo>
                    <a:pt x="38" y="46"/>
                  </a:lnTo>
                  <a:cubicBezTo>
                    <a:pt x="48" y="37"/>
                    <a:pt x="48" y="37"/>
                    <a:pt x="48" y="37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7"/>
                    <a:pt x="29" y="37"/>
                    <a:pt x="29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46"/>
                    <a:pt x="20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28"/>
                    <a:pt x="0" y="28"/>
                    <a:pt x="0" y="28"/>
                  </a:cubicBezTo>
                  <a:lnTo>
                    <a:pt x="0" y="19"/>
                  </a:lnTo>
                  <a:cubicBezTo>
                    <a:pt x="9" y="19"/>
                    <a:pt x="9" y="19"/>
                    <a:pt x="9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0"/>
                    <a:pt x="29" y="10"/>
                    <a:pt x="29" y="10"/>
                  </a:cubicBezTo>
                  <a:lnTo>
                    <a:pt x="29" y="0"/>
                  </a:lnTo>
                  <a:cubicBezTo>
                    <a:pt x="29" y="0"/>
                    <a:pt x="29" y="0"/>
                    <a:pt x="2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10"/>
                    <a:pt x="0" y="10"/>
                    <a:pt x="0" y="10"/>
                  </a:cubicBezTo>
                  <a:close/>
                  <a:moveTo>
                    <a:pt x="29" y="19"/>
                  </a:moveTo>
                  <a:lnTo>
                    <a:pt x="29" y="19"/>
                  </a:lnTo>
                  <a:cubicBezTo>
                    <a:pt x="20" y="19"/>
                    <a:pt x="20" y="19"/>
                    <a:pt x="20" y="28"/>
                  </a:cubicBezTo>
                  <a:lnTo>
                    <a:pt x="9" y="28"/>
                  </a:lnTo>
                  <a:cubicBezTo>
                    <a:pt x="9" y="28"/>
                    <a:pt x="9" y="28"/>
                    <a:pt x="0" y="28"/>
                  </a:cubicBezTo>
                  <a:cubicBezTo>
                    <a:pt x="0" y="28"/>
                    <a:pt x="0" y="28"/>
                    <a:pt x="0" y="37"/>
                  </a:cubicBezTo>
                  <a:cubicBezTo>
                    <a:pt x="0" y="37"/>
                    <a:pt x="0" y="37"/>
                    <a:pt x="9" y="37"/>
                  </a:cubicBezTo>
                  <a:lnTo>
                    <a:pt x="9" y="46"/>
                  </a:lnTo>
                  <a:cubicBezTo>
                    <a:pt x="20" y="46"/>
                    <a:pt x="20" y="46"/>
                    <a:pt x="20" y="46"/>
                  </a:cubicBezTo>
                  <a:cubicBezTo>
                    <a:pt x="20" y="37"/>
                    <a:pt x="29" y="37"/>
                    <a:pt x="29" y="37"/>
                  </a:cubicBezTo>
                  <a:cubicBezTo>
                    <a:pt x="29" y="28"/>
                    <a:pt x="29" y="28"/>
                    <a:pt x="29" y="28"/>
                  </a:cubicBezTo>
                  <a:lnTo>
                    <a:pt x="29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1"/>
            <p:cNvSpPr/>
            <p:nvPr/>
          </p:nvSpPr>
          <p:spPr>
            <a:xfrm>
              <a:off x="3901418" y="2923581"/>
              <a:ext cx="9527" cy="5953"/>
            </a:xfrm>
            <a:custGeom>
              <a:rect b="b" l="l" r="r" t="t"/>
              <a:pathLst>
                <a:path extrusionOk="0" h="47" w="74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6" y="0"/>
                  </a:cubicBezTo>
                  <a:cubicBezTo>
                    <a:pt x="36" y="0"/>
                    <a:pt x="36" y="0"/>
                    <a:pt x="36" y="10"/>
                  </a:cubicBezTo>
                  <a:cubicBezTo>
                    <a:pt x="36" y="0"/>
                    <a:pt x="36" y="0"/>
                    <a:pt x="45" y="0"/>
                  </a:cubicBezTo>
                  <a:cubicBezTo>
                    <a:pt x="45" y="0"/>
                    <a:pt x="45" y="0"/>
                    <a:pt x="55" y="0"/>
                  </a:cubicBezTo>
                  <a:cubicBezTo>
                    <a:pt x="64" y="0"/>
                    <a:pt x="73" y="0"/>
                    <a:pt x="73" y="10"/>
                  </a:cubicBezTo>
                  <a:cubicBezTo>
                    <a:pt x="73" y="46"/>
                    <a:pt x="73" y="46"/>
                    <a:pt x="73" y="46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10"/>
                    <a:pt x="64" y="10"/>
                    <a:pt x="64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10"/>
                  </a:lnTo>
                  <a:cubicBezTo>
                    <a:pt x="36" y="10"/>
                    <a:pt x="36" y="10"/>
                    <a:pt x="36" y="10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18" y="0"/>
                  </a:cubicBezTo>
                  <a:lnTo>
                    <a:pt x="9" y="10"/>
                  </a:lnTo>
                  <a:cubicBezTo>
                    <a:pt x="9" y="19"/>
                    <a:pt x="9" y="19"/>
                    <a:pt x="9" y="19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46"/>
                  </a:cubicBezTo>
                  <a:lnTo>
                    <a:pt x="0" y="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"/>
            <p:cNvSpPr/>
            <p:nvPr/>
          </p:nvSpPr>
          <p:spPr>
            <a:xfrm>
              <a:off x="3912136" y="2923581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0" y="28"/>
                  </a:moveTo>
                  <a:lnTo>
                    <a:pt x="0" y="28"/>
                  </a:lnTo>
                  <a:cubicBezTo>
                    <a:pt x="0" y="37"/>
                    <a:pt x="0" y="37"/>
                    <a:pt x="9" y="37"/>
                  </a:cubicBezTo>
                  <a:cubicBezTo>
                    <a:pt x="9" y="46"/>
                    <a:pt x="18" y="46"/>
                    <a:pt x="18" y="46"/>
                  </a:cubicBezTo>
                  <a:cubicBezTo>
                    <a:pt x="18" y="46"/>
                    <a:pt x="28" y="46"/>
                    <a:pt x="28" y="37"/>
                  </a:cubicBezTo>
                  <a:cubicBezTo>
                    <a:pt x="28" y="37"/>
                    <a:pt x="37" y="37"/>
                    <a:pt x="37" y="28"/>
                  </a:cubicBezTo>
                  <a:cubicBezTo>
                    <a:pt x="37" y="37"/>
                    <a:pt x="37" y="37"/>
                    <a:pt x="37" y="46"/>
                  </a:cubicBezTo>
                  <a:cubicBezTo>
                    <a:pt x="28" y="46"/>
                    <a:pt x="28" y="46"/>
                    <a:pt x="18" y="46"/>
                  </a:cubicBezTo>
                  <a:lnTo>
                    <a:pt x="9" y="46"/>
                  </a:lnTo>
                  <a:cubicBezTo>
                    <a:pt x="9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10"/>
                  </a:cubicBezTo>
                  <a:cubicBezTo>
                    <a:pt x="0" y="10"/>
                    <a:pt x="0" y="10"/>
                    <a:pt x="0" y="0"/>
                  </a:cubicBezTo>
                  <a:lnTo>
                    <a:pt x="9" y="0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7" y="0"/>
                  </a:lnTo>
                  <a:cubicBezTo>
                    <a:pt x="37" y="10"/>
                    <a:pt x="37" y="10"/>
                    <a:pt x="37" y="10"/>
                  </a:cubicBezTo>
                  <a:cubicBezTo>
                    <a:pt x="37" y="19"/>
                    <a:pt x="37" y="19"/>
                    <a:pt x="37" y="28"/>
                  </a:cubicBezTo>
                  <a:lnTo>
                    <a:pt x="0" y="28"/>
                  </a:lnTo>
                  <a:close/>
                  <a:moveTo>
                    <a:pt x="37" y="19"/>
                  </a:moveTo>
                  <a:lnTo>
                    <a:pt x="37" y="19"/>
                  </a:lnTo>
                  <a:cubicBezTo>
                    <a:pt x="37" y="19"/>
                    <a:pt x="37" y="19"/>
                    <a:pt x="28" y="10"/>
                  </a:cubicBezTo>
                  <a:lnTo>
                    <a:pt x="28" y="0"/>
                  </a:lnTo>
                  <a:cubicBezTo>
                    <a:pt x="18" y="0"/>
                    <a:pt x="18" y="0"/>
                    <a:pt x="18" y="0"/>
                  </a:cubicBezTo>
                  <a:lnTo>
                    <a:pt x="9" y="0"/>
                  </a:lnTo>
                  <a:lnTo>
                    <a:pt x="9" y="10"/>
                  </a:lnTo>
                  <a:lnTo>
                    <a:pt x="0" y="10"/>
                  </a:lnTo>
                  <a:cubicBezTo>
                    <a:pt x="0" y="19"/>
                    <a:pt x="0" y="19"/>
                    <a:pt x="0" y="19"/>
                  </a:cubicBezTo>
                  <a:lnTo>
                    <a:pt x="37" y="19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"/>
            <p:cNvSpPr/>
            <p:nvPr/>
          </p:nvSpPr>
          <p:spPr>
            <a:xfrm>
              <a:off x="3918686" y="2920604"/>
              <a:ext cx="1786" cy="8334"/>
            </a:xfrm>
            <a:custGeom>
              <a:rect b="b" l="l" r="r" t="t"/>
              <a:pathLst>
                <a:path extrusionOk="0" h="65" w="19">
                  <a:moveTo>
                    <a:pt x="9" y="18"/>
                  </a:moveTo>
                  <a:lnTo>
                    <a:pt x="9" y="18"/>
                  </a:lnTo>
                  <a:cubicBezTo>
                    <a:pt x="18" y="18"/>
                    <a:pt x="18" y="18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9" y="64"/>
                    <a:pt x="18" y="64"/>
                  </a:cubicBezTo>
                  <a:cubicBezTo>
                    <a:pt x="18" y="64"/>
                    <a:pt x="18" y="64"/>
                    <a:pt x="18" y="5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9" y="64"/>
                    <a:pt x="9" y="64"/>
                    <a:pt x="9" y="64"/>
                  </a:cubicBezTo>
                  <a:lnTo>
                    <a:pt x="9" y="55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1"/>
            <p:cNvSpPr/>
            <p:nvPr/>
          </p:nvSpPr>
          <p:spPr>
            <a:xfrm>
              <a:off x="3923449" y="2928343"/>
              <a:ext cx="0" cy="1786"/>
            </a:xfrm>
            <a:custGeom>
              <a:rect b="b" l="l" r="r" t="t"/>
              <a:pathLst>
                <a:path extrusionOk="0" h="19" w="1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1"/>
            <p:cNvSpPr/>
            <p:nvPr/>
          </p:nvSpPr>
          <p:spPr>
            <a:xfrm>
              <a:off x="3929999" y="2923581"/>
              <a:ext cx="4763" cy="5953"/>
            </a:xfrm>
            <a:custGeom>
              <a:rect b="b" l="l" r="r" t="t"/>
              <a:pathLst>
                <a:path extrusionOk="0" h="47" w="38">
                  <a:moveTo>
                    <a:pt x="37" y="10"/>
                  </a:moveTo>
                  <a:lnTo>
                    <a:pt x="37" y="10"/>
                  </a:lnTo>
                  <a:cubicBezTo>
                    <a:pt x="37" y="10"/>
                    <a:pt x="27" y="10"/>
                    <a:pt x="27" y="0"/>
                  </a:cubicBezTo>
                  <a:cubicBezTo>
                    <a:pt x="27" y="0"/>
                    <a:pt x="27" y="0"/>
                    <a:pt x="18" y="0"/>
                  </a:cubicBezTo>
                  <a:cubicBezTo>
                    <a:pt x="18" y="0"/>
                    <a:pt x="18" y="0"/>
                    <a:pt x="9" y="0"/>
                  </a:cubicBezTo>
                  <a:lnTo>
                    <a:pt x="9" y="10"/>
                  </a:lnTo>
                  <a:cubicBezTo>
                    <a:pt x="9" y="10"/>
                    <a:pt x="9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9" y="28"/>
                    <a:pt x="9" y="37"/>
                    <a:pt x="9" y="3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46"/>
                    <a:pt x="27" y="46"/>
                    <a:pt x="27" y="37"/>
                  </a:cubicBezTo>
                  <a:cubicBezTo>
                    <a:pt x="27" y="37"/>
                    <a:pt x="27" y="37"/>
                    <a:pt x="37" y="3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37"/>
                    <a:pt x="37" y="37"/>
                    <a:pt x="37" y="46"/>
                  </a:cubicBezTo>
                  <a:cubicBezTo>
                    <a:pt x="27" y="46"/>
                    <a:pt x="27" y="46"/>
                    <a:pt x="18" y="46"/>
                  </a:cubicBezTo>
                  <a:lnTo>
                    <a:pt x="9" y="46"/>
                  </a:lnTo>
                  <a:cubicBezTo>
                    <a:pt x="9" y="46"/>
                    <a:pt x="9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10"/>
                  </a:cubicBezTo>
                  <a:cubicBezTo>
                    <a:pt x="0" y="10"/>
                    <a:pt x="0" y="1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18" y="0"/>
                  </a:lnTo>
                  <a:cubicBezTo>
                    <a:pt x="27" y="0"/>
                    <a:pt x="27" y="0"/>
                    <a:pt x="37" y="0"/>
                  </a:cubicBezTo>
                  <a:lnTo>
                    <a:pt x="37" y="1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1"/>
            <p:cNvSpPr/>
            <p:nvPr/>
          </p:nvSpPr>
          <p:spPr>
            <a:xfrm>
              <a:off x="3935953" y="2921794"/>
              <a:ext cx="5954" cy="7144"/>
            </a:xfrm>
            <a:custGeom>
              <a:rect b="b" l="l" r="r" t="t"/>
              <a:pathLst>
                <a:path extrusionOk="0" h="56" w="48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27" y="9"/>
                    <a:pt x="36" y="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46"/>
                    <a:pt x="47" y="46"/>
                    <a:pt x="36" y="46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18" y="55"/>
                    <a:pt x="18" y="55"/>
                    <a:pt x="9" y="55"/>
                  </a:cubicBezTo>
                  <a:cubicBezTo>
                    <a:pt x="9" y="55"/>
                    <a:pt x="9" y="55"/>
                    <a:pt x="9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9" y="9"/>
                  </a:cubicBezTo>
                  <a:cubicBezTo>
                    <a:pt x="18" y="9"/>
                    <a:pt x="18" y="0"/>
                    <a:pt x="27" y="0"/>
                  </a:cubicBezTo>
                  <a:close/>
                  <a:moveTo>
                    <a:pt x="27" y="9"/>
                  </a:moveTo>
                  <a:lnTo>
                    <a:pt x="27" y="9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9" y="9"/>
                    <a:pt x="9" y="1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lnTo>
                    <a:pt x="18" y="46"/>
                  </a:lnTo>
                  <a:cubicBezTo>
                    <a:pt x="18" y="55"/>
                    <a:pt x="18" y="55"/>
                    <a:pt x="27" y="55"/>
                  </a:cubicBezTo>
                  <a:cubicBezTo>
                    <a:pt x="27" y="55"/>
                    <a:pt x="27" y="55"/>
                    <a:pt x="27" y="46"/>
                  </a:cubicBezTo>
                  <a:cubicBezTo>
                    <a:pt x="36" y="46"/>
                    <a:pt x="36" y="46"/>
                    <a:pt x="36" y="46"/>
                  </a:cubicBezTo>
                  <a:lnTo>
                    <a:pt x="36" y="37"/>
                  </a:lnTo>
                  <a:cubicBezTo>
                    <a:pt x="36" y="37"/>
                    <a:pt x="36" y="37"/>
                    <a:pt x="36" y="28"/>
                  </a:cubicBezTo>
                  <a:cubicBezTo>
                    <a:pt x="36" y="28"/>
                    <a:pt x="36" y="28"/>
                    <a:pt x="36" y="19"/>
                  </a:cubicBezTo>
                  <a:cubicBezTo>
                    <a:pt x="36" y="19"/>
                    <a:pt x="36" y="9"/>
                    <a:pt x="27" y="9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"/>
            <p:cNvSpPr/>
            <p:nvPr/>
          </p:nvSpPr>
          <p:spPr>
            <a:xfrm>
              <a:off x="3943694" y="2921794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0" y="9"/>
                  </a:moveTo>
                  <a:lnTo>
                    <a:pt x="0" y="9"/>
                  </a:lnTo>
                  <a:cubicBezTo>
                    <a:pt x="9" y="9"/>
                    <a:pt x="9" y="9"/>
                    <a:pt x="9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19" y="9"/>
                  </a:lnTo>
                  <a:cubicBezTo>
                    <a:pt x="19" y="0"/>
                    <a:pt x="19" y="0"/>
                    <a:pt x="19" y="0"/>
                  </a:cubicBezTo>
                  <a:cubicBezTo>
                    <a:pt x="28" y="0"/>
                    <a:pt x="28" y="9"/>
                    <a:pt x="28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19"/>
                  </a:cubicBezTo>
                  <a:cubicBezTo>
                    <a:pt x="37" y="19"/>
                    <a:pt x="37" y="19"/>
                    <a:pt x="37" y="28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9"/>
                    <a:pt x="37" y="19"/>
                    <a:pt x="28" y="9"/>
                  </a:cubicBezTo>
                  <a:cubicBezTo>
                    <a:pt x="28" y="9"/>
                    <a:pt x="28" y="9"/>
                    <a:pt x="19" y="9"/>
                  </a:cubicBezTo>
                  <a:cubicBezTo>
                    <a:pt x="9" y="9"/>
                    <a:pt x="9" y="9"/>
                    <a:pt x="9" y="19"/>
                  </a:cubicBezTo>
                  <a:lnTo>
                    <a:pt x="9" y="28"/>
                  </a:ln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"/>
            <p:cNvSpPr/>
            <p:nvPr/>
          </p:nvSpPr>
          <p:spPr>
            <a:xfrm>
              <a:off x="3949648" y="2921794"/>
              <a:ext cx="5954" cy="7144"/>
            </a:xfrm>
            <a:custGeom>
              <a:rect b="b" l="l" r="r" t="t"/>
              <a:pathLst>
                <a:path extrusionOk="0" h="56" w="47">
                  <a:moveTo>
                    <a:pt x="37" y="19"/>
                  </a:moveTo>
                  <a:lnTo>
                    <a:pt x="37" y="19"/>
                  </a:lnTo>
                  <a:lnTo>
                    <a:pt x="27" y="9"/>
                  </a:lnTo>
                  <a:cubicBezTo>
                    <a:pt x="27" y="9"/>
                    <a:pt x="27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8"/>
                    <a:pt x="27" y="28"/>
                    <a:pt x="37" y="28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46"/>
                    <a:pt x="46" y="46"/>
                    <a:pt x="37" y="46"/>
                  </a:cubicBezTo>
                  <a:lnTo>
                    <a:pt x="37" y="55"/>
                  </a:lnTo>
                  <a:lnTo>
                    <a:pt x="27" y="55"/>
                  </a:lnTo>
                  <a:cubicBezTo>
                    <a:pt x="27" y="55"/>
                    <a:pt x="27" y="55"/>
                    <a:pt x="18" y="55"/>
                  </a:cubicBezTo>
                  <a:lnTo>
                    <a:pt x="9" y="55"/>
                  </a:lnTo>
                  <a:cubicBezTo>
                    <a:pt x="9" y="46"/>
                    <a:pt x="0" y="46"/>
                    <a:pt x="0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8" y="46"/>
                    <a:pt x="18" y="55"/>
                    <a:pt x="18" y="55"/>
                  </a:cubicBezTo>
                  <a:cubicBezTo>
                    <a:pt x="27" y="55"/>
                    <a:pt x="27" y="55"/>
                    <a:pt x="27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8" y="28"/>
                    <a:pt x="9" y="28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9" y="9"/>
                  </a:lnTo>
                  <a:cubicBezTo>
                    <a:pt x="9" y="9"/>
                    <a:pt x="9" y="9"/>
                    <a:pt x="18" y="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27" y="0"/>
                    <a:pt x="27" y="9"/>
                  </a:cubicBezTo>
                  <a:lnTo>
                    <a:pt x="37" y="9"/>
                  </a:lnTo>
                  <a:cubicBezTo>
                    <a:pt x="37" y="19"/>
                    <a:pt x="37" y="19"/>
                    <a:pt x="37" y="19"/>
                  </a:cubicBez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1"/>
            <p:cNvSpPr/>
            <p:nvPr/>
          </p:nvSpPr>
          <p:spPr>
            <a:xfrm>
              <a:off x="3956198" y="2921794"/>
              <a:ext cx="5954" cy="7144"/>
            </a:xfrm>
            <a:custGeom>
              <a:rect b="b" l="l" r="r" t="t"/>
              <a:pathLst>
                <a:path extrusionOk="0" h="56" w="48">
                  <a:moveTo>
                    <a:pt x="9" y="28"/>
                  </a:moveTo>
                  <a:lnTo>
                    <a:pt x="9" y="28"/>
                  </a:ln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lnTo>
                    <a:pt x="18" y="46"/>
                  </a:lnTo>
                  <a:cubicBezTo>
                    <a:pt x="18" y="46"/>
                    <a:pt x="18" y="55"/>
                    <a:pt x="27" y="55"/>
                  </a:cubicBezTo>
                  <a:lnTo>
                    <a:pt x="36" y="46"/>
                  </a:lnTo>
                  <a:cubicBezTo>
                    <a:pt x="36" y="46"/>
                    <a:pt x="36" y="46"/>
                    <a:pt x="36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46"/>
                    <a:pt x="47" y="46"/>
                    <a:pt x="36" y="55"/>
                  </a:cubicBezTo>
                  <a:lnTo>
                    <a:pt x="27" y="55"/>
                  </a:ln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46"/>
                    <a:pt x="9" y="46"/>
                  </a:cubicBezTo>
                  <a:cubicBezTo>
                    <a:pt x="9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9" y="19"/>
                    <a:pt x="9" y="9"/>
                  </a:cubicBezTo>
                  <a:cubicBezTo>
                    <a:pt x="9" y="9"/>
                    <a:pt x="9" y="9"/>
                    <a:pt x="18" y="9"/>
                  </a:cubicBezTo>
                  <a:cubicBezTo>
                    <a:pt x="18" y="9"/>
                    <a:pt x="18" y="0"/>
                    <a:pt x="27" y="0"/>
                  </a:cubicBezTo>
                  <a:cubicBezTo>
                    <a:pt x="27" y="0"/>
                    <a:pt x="27" y="9"/>
                    <a:pt x="36" y="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9" y="28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lnTo>
                    <a:pt x="36" y="19"/>
                  </a:lnTo>
                  <a:cubicBezTo>
                    <a:pt x="36" y="9"/>
                    <a:pt x="36" y="9"/>
                    <a:pt x="2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9" y="19"/>
                  </a:cubicBezTo>
                  <a:lnTo>
                    <a:pt x="9" y="28"/>
                  </a:lnTo>
                  <a:lnTo>
                    <a:pt x="36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1"/>
            <p:cNvSpPr/>
            <p:nvPr/>
          </p:nvSpPr>
          <p:spPr>
            <a:xfrm>
              <a:off x="3963939" y="2921794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37" y="19"/>
                  </a:moveTo>
                  <a:lnTo>
                    <a:pt x="37" y="19"/>
                  </a:lnTo>
                  <a:cubicBezTo>
                    <a:pt x="37" y="19"/>
                    <a:pt x="28" y="19"/>
                    <a:pt x="28" y="9"/>
                  </a:cubicBezTo>
                  <a:cubicBezTo>
                    <a:pt x="28" y="9"/>
                    <a:pt x="28" y="9"/>
                    <a:pt x="19" y="9"/>
                  </a:cubicBezTo>
                  <a:cubicBezTo>
                    <a:pt x="19" y="9"/>
                    <a:pt x="19" y="9"/>
                    <a:pt x="9" y="9"/>
                  </a:cubicBezTo>
                  <a:cubicBezTo>
                    <a:pt x="9" y="9"/>
                    <a:pt x="9" y="9"/>
                    <a:pt x="9" y="19"/>
                  </a:cubicBezTo>
                  <a:lnTo>
                    <a:pt x="0" y="19"/>
                  </a:lnTo>
                  <a:cubicBezTo>
                    <a:pt x="0" y="28"/>
                    <a:pt x="0" y="28"/>
                    <a:pt x="0" y="28"/>
                  </a:cubicBezTo>
                  <a:cubicBezTo>
                    <a:pt x="0" y="37"/>
                    <a:pt x="0" y="37"/>
                    <a:pt x="0" y="37"/>
                  </a:cubicBezTo>
                  <a:lnTo>
                    <a:pt x="9" y="46"/>
                  </a:lnTo>
                  <a:cubicBezTo>
                    <a:pt x="19" y="46"/>
                    <a:pt x="19" y="55"/>
                    <a:pt x="19" y="55"/>
                  </a:cubicBezTo>
                  <a:lnTo>
                    <a:pt x="28" y="46"/>
                  </a:lnTo>
                  <a:cubicBezTo>
                    <a:pt x="28" y="46"/>
                    <a:pt x="28" y="46"/>
                    <a:pt x="37" y="46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28" y="55"/>
                    <a:pt x="28" y="55"/>
                    <a:pt x="19" y="55"/>
                  </a:cubicBezTo>
                  <a:lnTo>
                    <a:pt x="9" y="55"/>
                  </a:lnTo>
                  <a:lnTo>
                    <a:pt x="0" y="46"/>
                  </a:ln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0" y="9"/>
                  </a:cubicBezTo>
                  <a:lnTo>
                    <a:pt x="9" y="9"/>
                  </a:lnTo>
                  <a:lnTo>
                    <a:pt x="19" y="0"/>
                  </a:lnTo>
                  <a:cubicBezTo>
                    <a:pt x="28" y="0"/>
                    <a:pt x="28" y="9"/>
                    <a:pt x="37" y="9"/>
                  </a:cubicBezTo>
                  <a:lnTo>
                    <a:pt x="37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"/>
            <p:cNvSpPr/>
            <p:nvPr/>
          </p:nvSpPr>
          <p:spPr>
            <a:xfrm>
              <a:off x="3969893" y="2920604"/>
              <a:ext cx="1786" cy="8334"/>
            </a:xfrm>
            <a:custGeom>
              <a:rect b="b" l="l" r="r" t="t"/>
              <a:pathLst>
                <a:path extrusionOk="0" h="65" w="19">
                  <a:moveTo>
                    <a:pt x="9" y="18"/>
                  </a:moveTo>
                  <a:lnTo>
                    <a:pt x="9" y="18"/>
                  </a:lnTo>
                  <a:cubicBezTo>
                    <a:pt x="18" y="18"/>
                    <a:pt x="18" y="18"/>
                    <a:pt x="1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55"/>
                    <a:pt x="9" y="55"/>
                    <a:pt x="9" y="55"/>
                  </a:cubicBezTo>
                  <a:lnTo>
                    <a:pt x="18" y="55"/>
                  </a:lnTo>
                  <a:cubicBezTo>
                    <a:pt x="18" y="64"/>
                    <a:pt x="18" y="64"/>
                    <a:pt x="18" y="64"/>
                  </a:cubicBezTo>
                  <a:cubicBezTo>
                    <a:pt x="9" y="64"/>
                    <a:pt x="9" y="64"/>
                    <a:pt x="9" y="64"/>
                  </a:cubicBezTo>
                  <a:lnTo>
                    <a:pt x="9" y="55"/>
                  </a:lnTo>
                  <a:cubicBezTo>
                    <a:pt x="9" y="18"/>
                    <a:pt x="9" y="18"/>
                    <a:pt x="9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9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1"/>
            <p:cNvSpPr/>
            <p:nvPr/>
          </p:nvSpPr>
          <p:spPr>
            <a:xfrm>
              <a:off x="3973465" y="2921794"/>
              <a:ext cx="5359" cy="7144"/>
            </a:xfrm>
            <a:custGeom>
              <a:rect b="b" l="l" r="r" t="t"/>
              <a:pathLst>
                <a:path extrusionOk="0" h="56" w="46">
                  <a:moveTo>
                    <a:pt x="9" y="28"/>
                  </a:moveTo>
                  <a:lnTo>
                    <a:pt x="9" y="28"/>
                  </a:ln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cubicBezTo>
                    <a:pt x="9" y="46"/>
                    <a:pt x="9" y="46"/>
                    <a:pt x="18" y="46"/>
                  </a:cubicBezTo>
                  <a:cubicBezTo>
                    <a:pt x="27" y="46"/>
                    <a:pt x="27" y="46"/>
                    <a:pt x="36" y="46"/>
                  </a:cubicBezTo>
                  <a:cubicBezTo>
                    <a:pt x="36" y="46"/>
                    <a:pt x="36" y="46"/>
                    <a:pt x="3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5" y="46"/>
                    <a:pt x="36" y="46"/>
                    <a:pt x="36" y="55"/>
                  </a:cubicBezTo>
                  <a:cubicBezTo>
                    <a:pt x="36" y="55"/>
                    <a:pt x="27" y="55"/>
                    <a:pt x="18" y="55"/>
                  </a:cubicBezTo>
                  <a:cubicBezTo>
                    <a:pt x="18" y="55"/>
                    <a:pt x="18" y="55"/>
                    <a:pt x="9" y="55"/>
                  </a:cubicBezTo>
                  <a:lnTo>
                    <a:pt x="9" y="46"/>
                  </a:lnTo>
                  <a:cubicBezTo>
                    <a:pt x="0" y="46"/>
                    <a:pt x="0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0" y="19"/>
                    <a:pt x="9" y="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27" y="0"/>
                    <a:pt x="27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19"/>
                    <a:pt x="45" y="19"/>
                    <a:pt x="45" y="19"/>
                  </a:cubicBezTo>
                  <a:cubicBezTo>
                    <a:pt x="45" y="28"/>
                    <a:pt x="45" y="28"/>
                    <a:pt x="45" y="28"/>
                  </a:cubicBezTo>
                  <a:lnTo>
                    <a:pt x="9" y="28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lnTo>
                    <a:pt x="36" y="19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cubicBezTo>
                    <a:pt x="9" y="9"/>
                    <a:pt x="9" y="9"/>
                    <a:pt x="9" y="19"/>
                  </a:cubicBezTo>
                  <a:lnTo>
                    <a:pt x="9" y="28"/>
                  </a:lnTo>
                  <a:lnTo>
                    <a:pt x="36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"/>
            <p:cNvSpPr/>
            <p:nvPr/>
          </p:nvSpPr>
          <p:spPr>
            <a:xfrm>
              <a:off x="3980015" y="2920604"/>
              <a:ext cx="3572" cy="8334"/>
            </a:xfrm>
            <a:custGeom>
              <a:rect b="b" l="l" r="r" t="t"/>
              <a:pathLst>
                <a:path extrusionOk="0" h="65" w="30">
                  <a:moveTo>
                    <a:pt x="20" y="18"/>
                  </a:moveTo>
                  <a:lnTo>
                    <a:pt x="20" y="18"/>
                  </a:lnTo>
                  <a:cubicBezTo>
                    <a:pt x="29" y="18"/>
                    <a:pt x="29" y="18"/>
                    <a:pt x="29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55"/>
                    <a:pt x="20" y="55"/>
                    <a:pt x="20" y="55"/>
                  </a:cubicBezTo>
                  <a:lnTo>
                    <a:pt x="29" y="55"/>
                  </a:lnTo>
                  <a:cubicBezTo>
                    <a:pt x="29" y="64"/>
                    <a:pt x="29" y="64"/>
                    <a:pt x="29" y="64"/>
                  </a:cubicBezTo>
                  <a:cubicBezTo>
                    <a:pt x="20" y="64"/>
                    <a:pt x="20" y="64"/>
                    <a:pt x="20" y="64"/>
                  </a:cubicBezTo>
                  <a:lnTo>
                    <a:pt x="10" y="64"/>
                  </a:lnTo>
                  <a:cubicBezTo>
                    <a:pt x="10" y="55"/>
                    <a:pt x="10" y="55"/>
                    <a:pt x="10" y="55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20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1"/>
            <p:cNvSpPr/>
            <p:nvPr/>
          </p:nvSpPr>
          <p:spPr>
            <a:xfrm>
              <a:off x="3984778" y="2923581"/>
              <a:ext cx="4168" cy="5953"/>
            </a:xfrm>
            <a:custGeom>
              <a:rect b="b" l="l" r="r" t="t"/>
              <a:pathLst>
                <a:path extrusionOk="0" h="47" w="37">
                  <a:moveTo>
                    <a:pt x="36" y="46"/>
                  </a:moveTo>
                  <a:lnTo>
                    <a:pt x="36" y="46"/>
                  </a:lnTo>
                  <a:cubicBezTo>
                    <a:pt x="27" y="46"/>
                    <a:pt x="27" y="46"/>
                    <a:pt x="27" y="46"/>
                  </a:cubicBezTo>
                  <a:cubicBezTo>
                    <a:pt x="27" y="37"/>
                    <a:pt x="27" y="37"/>
                    <a:pt x="27" y="37"/>
                  </a:cubicBezTo>
                  <a:lnTo>
                    <a:pt x="27" y="46"/>
                  </a:lnTo>
                  <a:cubicBezTo>
                    <a:pt x="18" y="46"/>
                    <a:pt x="18" y="46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0" y="46"/>
                    <a:pt x="0" y="46"/>
                    <a:pt x="0" y="37"/>
                  </a:cubicBezTo>
                  <a:lnTo>
                    <a:pt x="0" y="28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37"/>
                    <a:pt x="9" y="37"/>
                  </a:cubicBezTo>
                  <a:cubicBezTo>
                    <a:pt x="9" y="37"/>
                    <a:pt x="9" y="37"/>
                    <a:pt x="18" y="37"/>
                  </a:cubicBezTo>
                  <a:cubicBezTo>
                    <a:pt x="27" y="37"/>
                    <a:pt x="27" y="37"/>
                    <a:pt x="27" y="37"/>
                  </a:cubicBezTo>
                  <a:lnTo>
                    <a:pt x="27" y="28"/>
                  </a:lnTo>
                  <a:cubicBezTo>
                    <a:pt x="27" y="28"/>
                    <a:pt x="27" y="28"/>
                    <a:pt x="27" y="19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6" y="0"/>
                    <a:pt x="36" y="0"/>
                    <a:pt x="36" y="0"/>
                  </a:cubicBezTo>
                  <a:lnTo>
                    <a:pt x="36" y="46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"/>
            <p:cNvSpPr/>
            <p:nvPr/>
          </p:nvSpPr>
          <p:spPr>
            <a:xfrm>
              <a:off x="3991328" y="2921794"/>
              <a:ext cx="3572" cy="7144"/>
            </a:xfrm>
            <a:custGeom>
              <a:rect b="b" l="l" r="r" t="t"/>
              <a:pathLst>
                <a:path extrusionOk="0" h="56" w="29">
                  <a:moveTo>
                    <a:pt x="0" y="9"/>
                  </a:moveTo>
                  <a:lnTo>
                    <a:pt x="0" y="9"/>
                  </a:lnTo>
                  <a:cubicBezTo>
                    <a:pt x="10" y="9"/>
                    <a:pt x="10" y="9"/>
                    <a:pt x="10" y="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9"/>
                    <a:pt x="10" y="9"/>
                    <a:pt x="19" y="9"/>
                  </a:cubicBezTo>
                  <a:cubicBezTo>
                    <a:pt x="19" y="9"/>
                    <a:pt x="19" y="0"/>
                    <a:pt x="28" y="0"/>
                  </a:cubicBezTo>
                  <a:cubicBezTo>
                    <a:pt x="28" y="9"/>
                    <a:pt x="28" y="9"/>
                    <a:pt x="28" y="9"/>
                  </a:cubicBezTo>
                  <a:lnTo>
                    <a:pt x="19" y="9"/>
                  </a:lnTo>
                  <a:cubicBezTo>
                    <a:pt x="19" y="9"/>
                    <a:pt x="19" y="9"/>
                    <a:pt x="10" y="19"/>
                  </a:cubicBezTo>
                  <a:lnTo>
                    <a:pt x="10" y="28"/>
                  </a:lnTo>
                  <a:cubicBezTo>
                    <a:pt x="10" y="55"/>
                    <a:pt x="10" y="55"/>
                    <a:pt x="10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1"/>
            <p:cNvSpPr/>
            <p:nvPr/>
          </p:nvSpPr>
          <p:spPr>
            <a:xfrm>
              <a:off x="3998473" y="2921794"/>
              <a:ext cx="5954" cy="7144"/>
            </a:xfrm>
            <a:custGeom>
              <a:rect b="b" l="l" r="r" t="t"/>
              <a:pathLst>
                <a:path extrusionOk="0" h="56" w="49">
                  <a:moveTo>
                    <a:pt x="0" y="19"/>
                  </a:moveTo>
                  <a:lnTo>
                    <a:pt x="0" y="19"/>
                  </a:lnTo>
                  <a:lnTo>
                    <a:pt x="9" y="9"/>
                  </a:lnTo>
                  <a:cubicBezTo>
                    <a:pt x="9" y="0"/>
                    <a:pt x="19" y="0"/>
                    <a:pt x="19" y="0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38" y="9"/>
                  </a:lnTo>
                  <a:lnTo>
                    <a:pt x="38" y="19"/>
                  </a:lnTo>
                  <a:cubicBezTo>
                    <a:pt x="38" y="46"/>
                    <a:pt x="38" y="46"/>
                    <a:pt x="38" y="46"/>
                  </a:cubicBezTo>
                  <a:lnTo>
                    <a:pt x="48" y="46"/>
                  </a:lnTo>
                  <a:cubicBezTo>
                    <a:pt x="48" y="55"/>
                    <a:pt x="48" y="55"/>
                    <a:pt x="48" y="55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46"/>
                    <a:pt x="38" y="46"/>
                    <a:pt x="28" y="46"/>
                  </a:cubicBezTo>
                  <a:lnTo>
                    <a:pt x="28" y="55"/>
                  </a:lnTo>
                  <a:cubicBezTo>
                    <a:pt x="19" y="55"/>
                    <a:pt x="19" y="55"/>
                    <a:pt x="19" y="55"/>
                  </a:cubicBezTo>
                  <a:lnTo>
                    <a:pt x="9" y="55"/>
                  </a:ln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28"/>
                    <a:pt x="9" y="28"/>
                    <a:pt x="9" y="28"/>
                  </a:cubicBezTo>
                  <a:lnTo>
                    <a:pt x="19" y="28"/>
                  </a:lnTo>
                  <a:lnTo>
                    <a:pt x="28" y="28"/>
                  </a:lnTo>
                  <a:cubicBezTo>
                    <a:pt x="38" y="28"/>
                    <a:pt x="38" y="28"/>
                    <a:pt x="38" y="2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19"/>
                    <a:pt x="38" y="19"/>
                    <a:pt x="38" y="9"/>
                  </a:cubicBezTo>
                  <a:lnTo>
                    <a:pt x="28" y="9"/>
                  </a:lnTo>
                  <a:cubicBezTo>
                    <a:pt x="28" y="9"/>
                    <a:pt x="28" y="9"/>
                    <a:pt x="19" y="9"/>
                  </a:cubicBezTo>
                  <a:cubicBezTo>
                    <a:pt x="19" y="9"/>
                    <a:pt x="19" y="9"/>
                    <a:pt x="9" y="9"/>
                  </a:cubicBezTo>
                  <a:lnTo>
                    <a:pt x="9" y="19"/>
                  </a:lnTo>
                  <a:lnTo>
                    <a:pt x="0" y="19"/>
                  </a:lnTo>
                  <a:close/>
                  <a:moveTo>
                    <a:pt x="38" y="28"/>
                  </a:moveTo>
                  <a:lnTo>
                    <a:pt x="38" y="28"/>
                  </a:ln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8" y="28"/>
                    <a:pt x="19" y="28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28" y="46"/>
                  </a:cubicBezTo>
                  <a:cubicBezTo>
                    <a:pt x="28" y="46"/>
                    <a:pt x="28" y="46"/>
                    <a:pt x="38" y="37"/>
                  </a:cubicBezTo>
                  <a:lnTo>
                    <a:pt x="38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"/>
            <p:cNvSpPr/>
            <p:nvPr/>
          </p:nvSpPr>
          <p:spPr>
            <a:xfrm>
              <a:off x="4005023" y="2919413"/>
              <a:ext cx="5359" cy="9525"/>
            </a:xfrm>
            <a:custGeom>
              <a:rect b="b" l="l" r="r" t="t"/>
              <a:pathLst>
                <a:path extrusionOk="0" h="74" w="46">
                  <a:moveTo>
                    <a:pt x="45" y="73"/>
                  </a:moveTo>
                  <a:lnTo>
                    <a:pt x="45" y="73"/>
                  </a:lnTo>
                  <a:cubicBezTo>
                    <a:pt x="45" y="64"/>
                    <a:pt x="45" y="64"/>
                    <a:pt x="45" y="64"/>
                  </a:cubicBezTo>
                  <a:cubicBezTo>
                    <a:pt x="45" y="64"/>
                    <a:pt x="45" y="64"/>
                    <a:pt x="36" y="64"/>
                  </a:cubicBezTo>
                  <a:lnTo>
                    <a:pt x="36" y="73"/>
                  </a:lnTo>
                  <a:cubicBezTo>
                    <a:pt x="36" y="73"/>
                    <a:pt x="36" y="73"/>
                    <a:pt x="27" y="73"/>
                  </a:cubicBezTo>
                  <a:cubicBezTo>
                    <a:pt x="18" y="73"/>
                    <a:pt x="18" y="73"/>
                    <a:pt x="18" y="73"/>
                  </a:cubicBezTo>
                  <a:lnTo>
                    <a:pt x="9" y="64"/>
                  </a:lnTo>
                  <a:cubicBezTo>
                    <a:pt x="9" y="64"/>
                    <a:pt x="9" y="64"/>
                    <a:pt x="9" y="55"/>
                  </a:cubicBezTo>
                  <a:cubicBezTo>
                    <a:pt x="9" y="55"/>
                    <a:pt x="0" y="55"/>
                    <a:pt x="0" y="46"/>
                  </a:cubicBezTo>
                  <a:lnTo>
                    <a:pt x="9" y="37"/>
                  </a:lnTo>
                  <a:lnTo>
                    <a:pt x="9" y="27"/>
                  </a:lnTo>
                  <a:cubicBezTo>
                    <a:pt x="9" y="27"/>
                    <a:pt x="9" y="27"/>
                    <a:pt x="18" y="27"/>
                  </a:cubicBezTo>
                  <a:cubicBezTo>
                    <a:pt x="18" y="18"/>
                    <a:pt x="18" y="18"/>
                    <a:pt x="27" y="18"/>
                  </a:cubicBezTo>
                  <a:cubicBezTo>
                    <a:pt x="36" y="18"/>
                    <a:pt x="36" y="27"/>
                    <a:pt x="36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45" y="73"/>
                  </a:lnTo>
                  <a:close/>
                  <a:moveTo>
                    <a:pt x="9" y="46"/>
                  </a:moveTo>
                  <a:lnTo>
                    <a:pt x="9" y="46"/>
                  </a:lnTo>
                  <a:lnTo>
                    <a:pt x="9" y="55"/>
                  </a:lnTo>
                  <a:cubicBezTo>
                    <a:pt x="9" y="55"/>
                    <a:pt x="9" y="55"/>
                    <a:pt x="18" y="64"/>
                  </a:cubicBezTo>
                  <a:lnTo>
                    <a:pt x="27" y="64"/>
                  </a:lnTo>
                  <a:cubicBezTo>
                    <a:pt x="27" y="64"/>
                    <a:pt x="27" y="64"/>
                    <a:pt x="36" y="64"/>
                  </a:cubicBezTo>
                  <a:cubicBezTo>
                    <a:pt x="36" y="55"/>
                    <a:pt x="45" y="55"/>
                    <a:pt x="45" y="55"/>
                  </a:cubicBezTo>
                  <a:lnTo>
                    <a:pt x="45" y="46"/>
                  </a:lnTo>
                  <a:cubicBezTo>
                    <a:pt x="45" y="46"/>
                    <a:pt x="45" y="46"/>
                    <a:pt x="45" y="37"/>
                  </a:cubicBezTo>
                  <a:lnTo>
                    <a:pt x="36" y="37"/>
                  </a:lnTo>
                  <a:cubicBezTo>
                    <a:pt x="36" y="27"/>
                    <a:pt x="36" y="27"/>
                    <a:pt x="36" y="27"/>
                  </a:cubicBezTo>
                  <a:cubicBezTo>
                    <a:pt x="27" y="27"/>
                    <a:pt x="27" y="27"/>
                    <a:pt x="27" y="27"/>
                  </a:cubicBezTo>
                  <a:lnTo>
                    <a:pt x="18" y="27"/>
                  </a:lnTo>
                  <a:cubicBezTo>
                    <a:pt x="18" y="27"/>
                    <a:pt x="18" y="27"/>
                    <a:pt x="18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46"/>
                    <a:pt x="9" y="46"/>
                    <a:pt x="9" y="46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"/>
            <p:cNvSpPr/>
            <p:nvPr/>
          </p:nvSpPr>
          <p:spPr>
            <a:xfrm>
              <a:off x="4013359" y="2919413"/>
              <a:ext cx="0" cy="9525"/>
            </a:xfrm>
            <a:custGeom>
              <a:rect b="b" l="l" r="r" t="t"/>
              <a:pathLst>
                <a:path extrusionOk="0" h="74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0" y="73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1"/>
            <p:cNvSpPr/>
            <p:nvPr/>
          </p:nvSpPr>
          <p:spPr>
            <a:xfrm>
              <a:off x="4016336" y="2921794"/>
              <a:ext cx="4763" cy="9525"/>
            </a:xfrm>
            <a:custGeom>
              <a:rect b="b" l="l" r="r" t="t"/>
              <a:pathLst>
                <a:path extrusionOk="0" h="75" w="38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lnTo>
                    <a:pt x="9" y="9"/>
                  </a:lnTo>
                  <a:cubicBezTo>
                    <a:pt x="9" y="0"/>
                    <a:pt x="18" y="0"/>
                    <a:pt x="18" y="0"/>
                  </a:cubicBezTo>
                  <a:cubicBezTo>
                    <a:pt x="18" y="0"/>
                    <a:pt x="28" y="0"/>
                    <a:pt x="28" y="9"/>
                  </a:cubicBezTo>
                  <a:lnTo>
                    <a:pt x="37" y="9"/>
                  </a:lnTo>
                  <a:lnTo>
                    <a:pt x="37" y="19"/>
                  </a:lnTo>
                  <a:lnTo>
                    <a:pt x="37" y="28"/>
                  </a:lnTo>
                  <a:lnTo>
                    <a:pt x="37" y="37"/>
                  </a:lnTo>
                  <a:cubicBezTo>
                    <a:pt x="37" y="46"/>
                    <a:pt x="37" y="46"/>
                    <a:pt x="37" y="46"/>
                  </a:cubicBezTo>
                  <a:lnTo>
                    <a:pt x="28" y="55"/>
                  </a:lnTo>
                  <a:lnTo>
                    <a:pt x="18" y="55"/>
                  </a:lnTo>
                  <a:cubicBezTo>
                    <a:pt x="18" y="55"/>
                    <a:pt x="18" y="55"/>
                    <a:pt x="9" y="55"/>
                  </a:cubicBezTo>
                  <a:cubicBezTo>
                    <a:pt x="9" y="55"/>
                    <a:pt x="9" y="46"/>
                    <a:pt x="0" y="46"/>
                  </a:cubicBezTo>
                  <a:cubicBezTo>
                    <a:pt x="0" y="74"/>
                    <a:pt x="0" y="74"/>
                    <a:pt x="0" y="74"/>
                  </a:cubicBezTo>
                  <a:lnTo>
                    <a:pt x="0" y="0"/>
                  </a:lnTo>
                  <a:close/>
                  <a:moveTo>
                    <a:pt x="37" y="28"/>
                  </a:moveTo>
                  <a:lnTo>
                    <a:pt x="37" y="28"/>
                  </a:lnTo>
                  <a:cubicBezTo>
                    <a:pt x="37" y="28"/>
                    <a:pt x="37" y="28"/>
                    <a:pt x="37" y="19"/>
                  </a:cubicBezTo>
                  <a:cubicBezTo>
                    <a:pt x="37" y="19"/>
                    <a:pt x="37" y="19"/>
                    <a:pt x="28" y="19"/>
                  </a:cubicBezTo>
                  <a:cubicBezTo>
                    <a:pt x="28" y="9"/>
                    <a:pt x="28" y="9"/>
                    <a:pt x="28" y="9"/>
                  </a:cubicBezTo>
                  <a:lnTo>
                    <a:pt x="18" y="9"/>
                  </a:lnTo>
                  <a:lnTo>
                    <a:pt x="9" y="9"/>
                  </a:lnTo>
                  <a:cubicBezTo>
                    <a:pt x="9" y="9"/>
                    <a:pt x="9" y="9"/>
                    <a:pt x="9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8"/>
                    <a:pt x="0" y="28"/>
                    <a:pt x="0" y="28"/>
                  </a:cubicBezTo>
                  <a:lnTo>
                    <a:pt x="0" y="37"/>
                  </a:lnTo>
                  <a:cubicBezTo>
                    <a:pt x="0" y="37"/>
                    <a:pt x="0" y="37"/>
                    <a:pt x="9" y="46"/>
                  </a:cubicBezTo>
                  <a:lnTo>
                    <a:pt x="18" y="46"/>
                  </a:lnTo>
                  <a:lnTo>
                    <a:pt x="28" y="46"/>
                  </a:lnTo>
                  <a:cubicBezTo>
                    <a:pt x="37" y="37"/>
                    <a:pt x="37" y="37"/>
                    <a:pt x="37" y="37"/>
                  </a:cubicBezTo>
                  <a:lnTo>
                    <a:pt x="37" y="2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1"/>
            <p:cNvSpPr/>
            <p:nvPr/>
          </p:nvSpPr>
          <p:spPr>
            <a:xfrm>
              <a:off x="4022291" y="2919413"/>
              <a:ext cx="595" cy="9525"/>
            </a:xfrm>
            <a:custGeom>
              <a:rect b="b" l="l" r="r" t="t"/>
              <a:pathLst>
                <a:path extrusionOk="0" h="74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73"/>
                  </a:lnTo>
                  <a:lnTo>
                    <a:pt x="0" y="73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1"/>
            <p:cNvSpPr/>
            <p:nvPr/>
          </p:nvSpPr>
          <p:spPr>
            <a:xfrm>
              <a:off x="4024672" y="2921794"/>
              <a:ext cx="4763" cy="7144"/>
            </a:xfrm>
            <a:custGeom>
              <a:rect b="b" l="l" r="r" t="t"/>
              <a:pathLst>
                <a:path extrusionOk="0" h="56" w="39">
                  <a:moveTo>
                    <a:pt x="38" y="19"/>
                  </a:moveTo>
                  <a:lnTo>
                    <a:pt x="38" y="19"/>
                  </a:lnTo>
                  <a:cubicBezTo>
                    <a:pt x="38" y="19"/>
                    <a:pt x="29" y="19"/>
                    <a:pt x="29" y="9"/>
                  </a:cubicBezTo>
                  <a:cubicBezTo>
                    <a:pt x="20" y="9"/>
                    <a:pt x="20" y="9"/>
                    <a:pt x="20" y="9"/>
                  </a:cubicBezTo>
                  <a:lnTo>
                    <a:pt x="9" y="9"/>
                  </a:lnTo>
                  <a:lnTo>
                    <a:pt x="9" y="19"/>
                  </a:lnTo>
                  <a:cubicBezTo>
                    <a:pt x="9" y="19"/>
                    <a:pt x="9" y="19"/>
                    <a:pt x="20" y="28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38" y="28"/>
                    <a:pt x="38" y="28"/>
                    <a:pt x="38" y="28"/>
                  </a:cubicBezTo>
                  <a:lnTo>
                    <a:pt x="38" y="37"/>
                  </a:lnTo>
                  <a:cubicBezTo>
                    <a:pt x="38" y="46"/>
                    <a:pt x="38" y="46"/>
                    <a:pt x="38" y="46"/>
                  </a:cubicBezTo>
                  <a:cubicBezTo>
                    <a:pt x="38" y="46"/>
                    <a:pt x="38" y="46"/>
                    <a:pt x="38" y="55"/>
                  </a:cubicBezTo>
                  <a:cubicBezTo>
                    <a:pt x="29" y="55"/>
                    <a:pt x="29" y="55"/>
                    <a:pt x="29" y="55"/>
                  </a:cubicBezTo>
                  <a:lnTo>
                    <a:pt x="20" y="55"/>
                  </a:lnTo>
                  <a:cubicBezTo>
                    <a:pt x="20" y="55"/>
                    <a:pt x="9" y="55"/>
                    <a:pt x="9" y="46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lnTo>
                    <a:pt x="20" y="46"/>
                  </a:lnTo>
                  <a:lnTo>
                    <a:pt x="29" y="46"/>
                  </a:lnTo>
                  <a:cubicBezTo>
                    <a:pt x="29" y="46"/>
                    <a:pt x="29" y="46"/>
                    <a:pt x="38" y="46"/>
                  </a:cubicBezTo>
                  <a:cubicBezTo>
                    <a:pt x="38" y="46"/>
                    <a:pt x="38" y="46"/>
                    <a:pt x="38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7"/>
                    <a:pt x="29" y="37"/>
                    <a:pt x="2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0" y="19"/>
                  </a:lnTo>
                  <a:lnTo>
                    <a:pt x="0" y="9"/>
                  </a:ln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0"/>
                    <a:pt x="20" y="0"/>
                  </a:cubicBezTo>
                  <a:lnTo>
                    <a:pt x="29" y="0"/>
                  </a:lnTo>
                  <a:cubicBezTo>
                    <a:pt x="29" y="0"/>
                    <a:pt x="29" y="9"/>
                    <a:pt x="38" y="9"/>
                  </a:cubicBezTo>
                  <a:lnTo>
                    <a:pt x="38" y="19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1"/>
            <p:cNvSpPr/>
            <p:nvPr/>
          </p:nvSpPr>
          <p:spPr>
            <a:xfrm>
              <a:off x="4031222" y="2919413"/>
              <a:ext cx="595" cy="9525"/>
            </a:xfrm>
            <a:custGeom>
              <a:rect b="b" l="l" r="r" t="t"/>
              <a:pathLst>
                <a:path extrusionOk="0" h="74" w="10">
                  <a:moveTo>
                    <a:pt x="0" y="0"/>
                  </a:moveTo>
                  <a:lnTo>
                    <a:pt x="9" y="0"/>
                  </a:ln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18"/>
                  </a:moveTo>
                  <a:lnTo>
                    <a:pt x="9" y="18"/>
                  </a:lnTo>
                  <a:lnTo>
                    <a:pt x="9" y="73"/>
                  </a:lnTo>
                  <a:lnTo>
                    <a:pt x="0" y="73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1"/>
            <p:cNvSpPr/>
            <p:nvPr/>
          </p:nvSpPr>
          <p:spPr>
            <a:xfrm>
              <a:off x="3769829" y="2821187"/>
              <a:ext cx="8336" cy="9525"/>
            </a:xfrm>
            <a:custGeom>
              <a:rect b="b" l="l" r="r" t="t"/>
              <a:pathLst>
                <a:path extrusionOk="0" h="75" w="67">
                  <a:moveTo>
                    <a:pt x="29" y="45"/>
                  </a:moveTo>
                  <a:lnTo>
                    <a:pt x="0" y="0"/>
                  </a:lnTo>
                  <a:lnTo>
                    <a:pt x="9" y="0"/>
                  </a:lnTo>
                  <a:lnTo>
                    <a:pt x="38" y="36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38" y="45"/>
                  </a:lnTo>
                  <a:lnTo>
                    <a:pt x="38" y="74"/>
                  </a:lnTo>
                  <a:lnTo>
                    <a:pt x="29" y="74"/>
                  </a:lnTo>
                  <a:lnTo>
                    <a:pt x="29" y="45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1"/>
            <p:cNvSpPr/>
            <p:nvPr/>
          </p:nvSpPr>
          <p:spPr>
            <a:xfrm>
              <a:off x="3777569" y="2823568"/>
              <a:ext cx="5359" cy="7144"/>
            </a:xfrm>
            <a:custGeom>
              <a:rect b="b" l="l" r="r" t="t"/>
              <a:pathLst>
                <a:path extrusionOk="0" h="57" w="46">
                  <a:moveTo>
                    <a:pt x="27" y="0"/>
                  </a:moveTo>
                  <a:lnTo>
                    <a:pt x="27" y="0"/>
                  </a:lnTo>
                  <a:cubicBezTo>
                    <a:pt x="27" y="0"/>
                    <a:pt x="27" y="0"/>
                    <a:pt x="36" y="9"/>
                  </a:cubicBezTo>
                  <a:cubicBezTo>
                    <a:pt x="45" y="9"/>
                    <a:pt x="45" y="18"/>
                    <a:pt x="45" y="18"/>
                  </a:cubicBezTo>
                  <a:lnTo>
                    <a:pt x="45" y="27"/>
                  </a:lnTo>
                  <a:lnTo>
                    <a:pt x="45" y="38"/>
                  </a:lnTo>
                  <a:cubicBezTo>
                    <a:pt x="45" y="47"/>
                    <a:pt x="45" y="47"/>
                    <a:pt x="45" y="47"/>
                  </a:cubicBezTo>
                  <a:cubicBezTo>
                    <a:pt x="36" y="47"/>
                    <a:pt x="36" y="56"/>
                    <a:pt x="36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9" y="56"/>
                    <a:pt x="9" y="47"/>
                    <a:pt x="9" y="47"/>
                  </a:cubicBezTo>
                  <a:cubicBezTo>
                    <a:pt x="9" y="47"/>
                    <a:pt x="0" y="47"/>
                    <a:pt x="0" y="38"/>
                  </a:cubicBezTo>
                  <a:lnTo>
                    <a:pt x="0" y="27"/>
                  </a:lnTo>
                  <a:lnTo>
                    <a:pt x="0" y="18"/>
                  </a:lnTo>
                  <a:lnTo>
                    <a:pt x="9" y="9"/>
                  </a:lnTo>
                  <a:cubicBezTo>
                    <a:pt x="9" y="9"/>
                    <a:pt x="9" y="9"/>
                    <a:pt x="18" y="9"/>
                  </a:cubicBezTo>
                  <a:cubicBezTo>
                    <a:pt x="18" y="0"/>
                    <a:pt x="18" y="0"/>
                    <a:pt x="27" y="0"/>
                  </a:cubicBezTo>
                  <a:close/>
                  <a:moveTo>
                    <a:pt x="27" y="9"/>
                  </a:moveTo>
                  <a:lnTo>
                    <a:pt x="27" y="9"/>
                  </a:ln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9" y="9"/>
                    <a:pt x="9" y="18"/>
                  </a:cubicBezTo>
                  <a:cubicBezTo>
                    <a:pt x="9" y="27"/>
                    <a:pt x="9" y="27"/>
                    <a:pt x="9" y="27"/>
                  </a:cubicBezTo>
                  <a:lnTo>
                    <a:pt x="9" y="38"/>
                  </a:lnTo>
                  <a:cubicBezTo>
                    <a:pt x="9" y="38"/>
                    <a:pt x="9" y="38"/>
                    <a:pt x="9" y="47"/>
                  </a:cubicBezTo>
                  <a:lnTo>
                    <a:pt x="18" y="47"/>
                  </a:lnTo>
                  <a:cubicBezTo>
                    <a:pt x="18" y="47"/>
                    <a:pt x="18" y="47"/>
                    <a:pt x="2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27"/>
                    <a:pt x="45" y="27"/>
                  </a:cubicBezTo>
                  <a:cubicBezTo>
                    <a:pt x="36" y="27"/>
                    <a:pt x="36" y="27"/>
                    <a:pt x="36" y="18"/>
                  </a:cubicBezTo>
                  <a:cubicBezTo>
                    <a:pt x="36" y="9"/>
                    <a:pt x="36" y="9"/>
                    <a:pt x="27" y="9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1"/>
            <p:cNvSpPr/>
            <p:nvPr/>
          </p:nvSpPr>
          <p:spPr>
            <a:xfrm>
              <a:off x="3785310" y="2823568"/>
              <a:ext cx="4168" cy="7144"/>
            </a:xfrm>
            <a:custGeom>
              <a:rect b="b" l="l" r="r" t="t"/>
              <a:pathLst>
                <a:path extrusionOk="0" h="57" w="37">
                  <a:moveTo>
                    <a:pt x="36" y="56"/>
                  </a:moveTo>
                  <a:lnTo>
                    <a:pt x="36" y="56"/>
                  </a:ln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27" y="47"/>
                    <a:pt x="27" y="56"/>
                  </a:cubicBezTo>
                  <a:lnTo>
                    <a:pt x="18" y="56"/>
                  </a:lnTo>
                  <a:lnTo>
                    <a:pt x="9" y="56"/>
                  </a:lnTo>
                  <a:cubicBezTo>
                    <a:pt x="9" y="56"/>
                    <a:pt x="9" y="56"/>
                    <a:pt x="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38"/>
                    <a:pt x="9" y="38"/>
                    <a:pt x="9" y="38"/>
                  </a:cubicBezTo>
                  <a:lnTo>
                    <a:pt x="9" y="47"/>
                  </a:lnTo>
                  <a:lnTo>
                    <a:pt x="18" y="47"/>
                  </a:lnTo>
                  <a:lnTo>
                    <a:pt x="27" y="47"/>
                  </a:lnTo>
                  <a:cubicBezTo>
                    <a:pt x="36" y="38"/>
                    <a:pt x="36" y="38"/>
                    <a:pt x="36" y="38"/>
                  </a:cubicBezTo>
                  <a:lnTo>
                    <a:pt x="36" y="27"/>
                  </a:lnTo>
                  <a:cubicBezTo>
                    <a:pt x="36" y="0"/>
                    <a:pt x="36" y="0"/>
                    <a:pt x="36" y="0"/>
                  </a:cubicBezTo>
                  <a:lnTo>
                    <a:pt x="36" y="56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1"/>
            <p:cNvSpPr/>
            <p:nvPr/>
          </p:nvSpPr>
          <p:spPr>
            <a:xfrm>
              <a:off x="3792455" y="2823568"/>
              <a:ext cx="1786" cy="7144"/>
            </a:xfrm>
            <a:custGeom>
              <a:rect b="b" l="l" r="r" t="t"/>
              <a:pathLst>
                <a:path extrusionOk="0" h="57" w="19">
                  <a:moveTo>
                    <a:pt x="0" y="0"/>
                  </a:moveTo>
                  <a:lnTo>
                    <a:pt x="0" y="0"/>
                  </a:ln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9" y="9"/>
                    <a:pt x="9" y="9"/>
                  </a:cubicBezTo>
                  <a:cubicBezTo>
                    <a:pt x="9" y="0"/>
                    <a:pt x="18" y="0"/>
                    <a:pt x="18" y="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cubicBezTo>
                    <a:pt x="9" y="9"/>
                    <a:pt x="9" y="9"/>
                    <a:pt x="9" y="18"/>
                  </a:cubicBezTo>
                  <a:cubicBezTo>
                    <a:pt x="9" y="18"/>
                    <a:pt x="9" y="18"/>
                    <a:pt x="0" y="18"/>
                  </a:cubicBezTo>
                  <a:lnTo>
                    <a:pt x="0" y="27"/>
                  </a:lnTo>
                  <a:cubicBezTo>
                    <a:pt x="0" y="56"/>
                    <a:pt x="0" y="56"/>
                    <a:pt x="0" y="5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1"/>
            <p:cNvSpPr/>
            <p:nvPr/>
          </p:nvSpPr>
          <p:spPr>
            <a:xfrm>
              <a:off x="3800196" y="2823568"/>
              <a:ext cx="4763" cy="7144"/>
            </a:xfrm>
            <a:custGeom>
              <a:rect b="b" l="l" r="r" t="t"/>
              <a:pathLst>
                <a:path extrusionOk="0" h="57" w="38">
                  <a:moveTo>
                    <a:pt x="0" y="0"/>
                  </a:moveTo>
                  <a:lnTo>
                    <a:pt x="0" y="0"/>
                  </a:lnTo>
                  <a:cubicBezTo>
                    <a:pt x="0" y="9"/>
                    <a:pt x="0" y="9"/>
                    <a:pt x="0" y="9"/>
                  </a:cubicBezTo>
                  <a:lnTo>
                    <a:pt x="9" y="9"/>
                  </a:lnTo>
                  <a:cubicBezTo>
                    <a:pt x="9" y="0"/>
                    <a:pt x="9" y="0"/>
                    <a:pt x="18" y="0"/>
                  </a:cubicBezTo>
                  <a:lnTo>
                    <a:pt x="27" y="0"/>
                  </a:lnTo>
                  <a:lnTo>
                    <a:pt x="37" y="9"/>
                  </a:lnTo>
                  <a:cubicBezTo>
                    <a:pt x="37" y="18"/>
                    <a:pt x="37" y="18"/>
                    <a:pt x="37" y="18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18"/>
                    <a:pt x="27" y="18"/>
                    <a:pt x="27" y="18"/>
                  </a:cubicBezTo>
                  <a:lnTo>
                    <a:pt x="27" y="9"/>
                  </a:lnTo>
                  <a:lnTo>
                    <a:pt x="18" y="9"/>
                  </a:lnTo>
                  <a:cubicBezTo>
                    <a:pt x="18" y="9"/>
                    <a:pt x="18" y="9"/>
                    <a:pt x="9" y="9"/>
                  </a:cubicBezTo>
                  <a:lnTo>
                    <a:pt x="9" y="18"/>
                  </a:lnTo>
                  <a:cubicBezTo>
                    <a:pt x="0" y="18"/>
                    <a:pt x="0" y="18"/>
                    <a:pt x="0" y="27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1"/>
            <p:cNvSpPr/>
            <p:nvPr/>
          </p:nvSpPr>
          <p:spPr>
            <a:xfrm>
              <a:off x="3806150" y="2823568"/>
              <a:ext cx="5954" cy="7144"/>
            </a:xfrm>
            <a:custGeom>
              <a:rect b="b" l="l" r="r" t="t"/>
              <a:pathLst>
                <a:path extrusionOk="0" h="57" w="47">
                  <a:moveTo>
                    <a:pt x="0" y="18"/>
                  </a:moveTo>
                  <a:lnTo>
                    <a:pt x="0" y="18"/>
                  </a:lnTo>
                  <a:cubicBezTo>
                    <a:pt x="0" y="9"/>
                    <a:pt x="0" y="9"/>
                    <a:pt x="9" y="9"/>
                  </a:cubicBezTo>
                  <a:cubicBezTo>
                    <a:pt x="9" y="0"/>
                    <a:pt x="18" y="0"/>
                    <a:pt x="1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36" y="0"/>
                    <a:pt x="36" y="9"/>
                  </a:cubicBezTo>
                  <a:lnTo>
                    <a:pt x="36" y="18"/>
                  </a:ln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46" y="47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27" y="47"/>
                  </a:cubicBezTo>
                  <a:cubicBezTo>
                    <a:pt x="27" y="47"/>
                    <a:pt x="27" y="47"/>
                    <a:pt x="27" y="56"/>
                  </a:cubicBezTo>
                  <a:cubicBezTo>
                    <a:pt x="27" y="56"/>
                    <a:pt x="27" y="56"/>
                    <a:pt x="18" y="56"/>
                  </a:cubicBezTo>
                  <a:lnTo>
                    <a:pt x="9" y="56"/>
                  </a:lnTo>
                  <a:cubicBezTo>
                    <a:pt x="9" y="56"/>
                    <a:pt x="9" y="56"/>
                    <a:pt x="9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0" y="38"/>
                  </a:cubicBezTo>
                  <a:cubicBezTo>
                    <a:pt x="0" y="38"/>
                    <a:pt x="0" y="38"/>
                    <a:pt x="0" y="27"/>
                  </a:cubicBezTo>
                  <a:lnTo>
                    <a:pt x="9" y="27"/>
                  </a:lnTo>
                  <a:cubicBezTo>
                    <a:pt x="9" y="27"/>
                    <a:pt x="9" y="27"/>
                    <a:pt x="18" y="27"/>
                  </a:cubicBezTo>
                  <a:lnTo>
                    <a:pt x="27" y="27"/>
                  </a:lnTo>
                  <a:cubicBezTo>
                    <a:pt x="27" y="18"/>
                    <a:pt x="27" y="18"/>
                    <a:pt x="27" y="18"/>
                  </a:cubicBezTo>
                  <a:cubicBezTo>
                    <a:pt x="36" y="18"/>
                    <a:pt x="36" y="18"/>
                    <a:pt x="36" y="18"/>
                  </a:cubicBezTo>
                  <a:lnTo>
                    <a:pt x="36" y="9"/>
                  </a:lnTo>
                  <a:lnTo>
                    <a:pt x="27" y="9"/>
                  </a:lnTo>
                  <a:cubicBezTo>
                    <a:pt x="27" y="9"/>
                    <a:pt x="27" y="9"/>
                    <a:pt x="18" y="9"/>
                  </a:cubicBezTo>
                  <a:cubicBezTo>
                    <a:pt x="18" y="9"/>
                    <a:pt x="18" y="9"/>
                    <a:pt x="9" y="9"/>
                  </a:cubicBezTo>
                  <a:lnTo>
                    <a:pt x="9" y="18"/>
                  </a:lnTo>
                  <a:lnTo>
                    <a:pt x="0" y="18"/>
                  </a:lnTo>
                  <a:close/>
                  <a:moveTo>
                    <a:pt x="36" y="27"/>
                  </a:moveTo>
                  <a:lnTo>
                    <a:pt x="36" y="27"/>
                  </a:lnTo>
                  <a:cubicBezTo>
                    <a:pt x="27" y="27"/>
                    <a:pt x="27" y="27"/>
                    <a:pt x="27" y="27"/>
                  </a:cubicBezTo>
                  <a:cubicBezTo>
                    <a:pt x="27" y="27"/>
                    <a:pt x="27" y="27"/>
                    <a:pt x="18" y="27"/>
                  </a:cubicBezTo>
                  <a:cubicBezTo>
                    <a:pt x="18" y="27"/>
                    <a:pt x="18" y="27"/>
                    <a:pt x="9" y="27"/>
                  </a:cubicBezTo>
                  <a:lnTo>
                    <a:pt x="9" y="38"/>
                  </a:lnTo>
                  <a:lnTo>
                    <a:pt x="9" y="47"/>
                  </a:lnTo>
                  <a:cubicBezTo>
                    <a:pt x="18" y="47"/>
                    <a:pt x="18" y="47"/>
                    <a:pt x="18" y="47"/>
                  </a:cubicBezTo>
                  <a:cubicBezTo>
                    <a:pt x="18" y="47"/>
                    <a:pt x="18" y="47"/>
                    <a:pt x="27" y="47"/>
                  </a:cubicBezTo>
                  <a:cubicBezTo>
                    <a:pt x="27" y="47"/>
                    <a:pt x="27" y="47"/>
                    <a:pt x="36" y="38"/>
                  </a:cubicBezTo>
                  <a:lnTo>
                    <a:pt x="36" y="27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1"/>
            <p:cNvSpPr/>
            <p:nvPr/>
          </p:nvSpPr>
          <p:spPr>
            <a:xfrm>
              <a:off x="3813890" y="2823568"/>
              <a:ext cx="4763" cy="7144"/>
            </a:xfrm>
            <a:custGeom>
              <a:rect b="b" l="l" r="r" t="t"/>
              <a:pathLst>
                <a:path extrusionOk="0" h="57" w="39">
                  <a:moveTo>
                    <a:pt x="38" y="9"/>
                  </a:moveTo>
                  <a:lnTo>
                    <a:pt x="38" y="9"/>
                  </a:lnTo>
                  <a:cubicBezTo>
                    <a:pt x="29" y="9"/>
                    <a:pt x="29" y="9"/>
                    <a:pt x="29" y="0"/>
                  </a:cubicBezTo>
                  <a:lnTo>
                    <a:pt x="20" y="0"/>
                  </a:lnTo>
                  <a:lnTo>
                    <a:pt x="9" y="0"/>
                  </a:lnTo>
                  <a:cubicBezTo>
                    <a:pt x="9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8"/>
                    <a:pt x="0" y="18"/>
                    <a:pt x="0" y="18"/>
                  </a:cubicBezTo>
                  <a:lnTo>
                    <a:pt x="9" y="9"/>
                  </a:lnTo>
                  <a:lnTo>
                    <a:pt x="20" y="9"/>
                  </a:ln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18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9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1"/>
            <p:cNvSpPr/>
            <p:nvPr/>
          </p:nvSpPr>
          <p:spPr>
            <a:xfrm>
              <a:off x="3818654" y="2823568"/>
              <a:ext cx="2977" cy="7144"/>
            </a:xfrm>
            <a:custGeom>
              <a:rect b="b" l="l" r="r" t="t"/>
              <a:pathLst>
                <a:path extrusionOk="0" h="57" w="28">
                  <a:moveTo>
                    <a:pt x="27" y="18"/>
                  </a:moveTo>
                  <a:lnTo>
                    <a:pt x="27" y="18"/>
                  </a:lnTo>
                  <a:cubicBezTo>
                    <a:pt x="27" y="9"/>
                    <a:pt x="18" y="0"/>
                    <a:pt x="9" y="0"/>
                  </a:cubicBezTo>
                  <a:cubicBezTo>
                    <a:pt x="9" y="0"/>
                    <a:pt x="9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8" y="9"/>
                    <a:pt x="18" y="9"/>
                    <a:pt x="18" y="9"/>
                  </a:cubicBezTo>
                  <a:lnTo>
                    <a:pt x="18" y="18"/>
                  </a:lnTo>
                  <a:cubicBezTo>
                    <a:pt x="18" y="56"/>
                    <a:pt x="18" y="56"/>
                    <a:pt x="18" y="56"/>
                  </a:cubicBezTo>
                  <a:cubicBezTo>
                    <a:pt x="27" y="56"/>
                    <a:pt x="27" y="56"/>
                    <a:pt x="27" y="56"/>
                  </a:cubicBezTo>
                  <a:lnTo>
                    <a:pt x="27" y="18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1"/>
            <p:cNvSpPr/>
            <p:nvPr/>
          </p:nvSpPr>
          <p:spPr>
            <a:xfrm>
              <a:off x="3824013" y="2823568"/>
              <a:ext cx="5359" cy="7144"/>
            </a:xfrm>
            <a:custGeom>
              <a:rect b="b" l="l" r="r" t="t"/>
              <a:pathLst>
                <a:path extrusionOk="0" h="57" w="46">
                  <a:moveTo>
                    <a:pt x="9" y="27"/>
                  </a:moveTo>
                  <a:lnTo>
                    <a:pt x="9" y="27"/>
                  </a:lnTo>
                  <a:lnTo>
                    <a:pt x="9" y="38"/>
                  </a:lnTo>
                  <a:cubicBezTo>
                    <a:pt x="9" y="38"/>
                    <a:pt x="9" y="38"/>
                    <a:pt x="9" y="47"/>
                  </a:cubicBezTo>
                  <a:cubicBezTo>
                    <a:pt x="9" y="47"/>
                    <a:pt x="9" y="47"/>
                    <a:pt x="18" y="47"/>
                  </a:cubicBezTo>
                  <a:cubicBezTo>
                    <a:pt x="27" y="47"/>
                    <a:pt x="27" y="47"/>
                    <a:pt x="36" y="47"/>
                  </a:cubicBezTo>
                  <a:lnTo>
                    <a:pt x="36" y="38"/>
                  </a:lnTo>
                  <a:cubicBezTo>
                    <a:pt x="45" y="38"/>
                    <a:pt x="45" y="38"/>
                    <a:pt x="45" y="38"/>
                  </a:cubicBezTo>
                  <a:lnTo>
                    <a:pt x="36" y="47"/>
                  </a:lnTo>
                  <a:cubicBezTo>
                    <a:pt x="36" y="56"/>
                    <a:pt x="27" y="56"/>
                    <a:pt x="18" y="56"/>
                  </a:cubicBezTo>
                  <a:cubicBezTo>
                    <a:pt x="18" y="56"/>
                    <a:pt x="18" y="56"/>
                    <a:pt x="9" y="56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0" y="47"/>
                    <a:pt x="0" y="38"/>
                    <a:pt x="0" y="38"/>
                  </a:cubicBezTo>
                  <a:lnTo>
                    <a:pt x="0" y="27"/>
                  </a:lnTo>
                  <a:lnTo>
                    <a:pt x="0" y="18"/>
                  </a:lnTo>
                  <a:cubicBezTo>
                    <a:pt x="0" y="18"/>
                    <a:pt x="0" y="9"/>
                    <a:pt x="9" y="9"/>
                  </a:cubicBezTo>
                  <a:cubicBezTo>
                    <a:pt x="9" y="9"/>
                    <a:pt x="9" y="9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6" y="9"/>
                    <a:pt x="36" y="9"/>
                    <a:pt x="36" y="9"/>
                  </a:cubicBezTo>
                  <a:lnTo>
                    <a:pt x="45" y="18"/>
                  </a:lnTo>
                  <a:lnTo>
                    <a:pt x="45" y="27"/>
                  </a:lnTo>
                  <a:lnTo>
                    <a:pt x="9" y="27"/>
                  </a:lnTo>
                  <a:close/>
                  <a:moveTo>
                    <a:pt x="36" y="27"/>
                  </a:moveTo>
                  <a:lnTo>
                    <a:pt x="36" y="27"/>
                  </a:lnTo>
                  <a:cubicBezTo>
                    <a:pt x="36" y="18"/>
                    <a:pt x="36" y="18"/>
                    <a:pt x="36" y="18"/>
                  </a:cubicBezTo>
                  <a:lnTo>
                    <a:pt x="36" y="9"/>
                  </a:ln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18" y="9"/>
                  </a:cubicBezTo>
                  <a:cubicBezTo>
                    <a:pt x="9" y="9"/>
                    <a:pt x="9" y="9"/>
                    <a:pt x="9" y="9"/>
                  </a:cubicBezTo>
                  <a:lnTo>
                    <a:pt x="9" y="18"/>
                  </a:lnTo>
                  <a:cubicBezTo>
                    <a:pt x="9" y="18"/>
                    <a:pt x="9" y="18"/>
                    <a:pt x="9" y="27"/>
                  </a:cubicBezTo>
                  <a:lnTo>
                    <a:pt x="36" y="27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"/>
            <p:cNvSpPr/>
            <p:nvPr/>
          </p:nvSpPr>
          <p:spPr>
            <a:xfrm>
              <a:off x="3771020" y="2844404"/>
              <a:ext cx="5954" cy="8334"/>
            </a:xfrm>
            <a:custGeom>
              <a:rect b="b" l="l" r="r" t="t"/>
              <a:pathLst>
                <a:path extrusionOk="0" h="67" w="49">
                  <a:moveTo>
                    <a:pt x="0" y="0"/>
                  </a:moveTo>
                  <a:lnTo>
                    <a:pt x="11" y="0"/>
                  </a:lnTo>
                  <a:lnTo>
                    <a:pt x="11" y="66"/>
                  </a:lnTo>
                  <a:lnTo>
                    <a:pt x="48" y="66"/>
                  </a:ln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1"/>
            <p:cNvSpPr/>
            <p:nvPr/>
          </p:nvSpPr>
          <p:spPr>
            <a:xfrm>
              <a:off x="3777569" y="2846785"/>
              <a:ext cx="5359" cy="5953"/>
            </a:xfrm>
            <a:custGeom>
              <a:rect b="b" l="l" r="r" t="t"/>
              <a:pathLst>
                <a:path extrusionOk="0" h="49" w="46">
                  <a:moveTo>
                    <a:pt x="9" y="20"/>
                  </a:moveTo>
                  <a:lnTo>
                    <a:pt x="9" y="20"/>
                  </a:lnTo>
                  <a:cubicBezTo>
                    <a:pt x="9" y="11"/>
                    <a:pt x="9" y="11"/>
                    <a:pt x="9" y="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0"/>
                    <a:pt x="36" y="11"/>
                  </a:cubicBezTo>
                  <a:cubicBezTo>
                    <a:pt x="45" y="11"/>
                    <a:pt x="45" y="11"/>
                    <a:pt x="45" y="20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36" y="48"/>
                  </a:cubicBezTo>
                  <a:cubicBezTo>
                    <a:pt x="36" y="48"/>
                    <a:pt x="36" y="48"/>
                    <a:pt x="36" y="39"/>
                  </a:cubicBezTo>
                  <a:cubicBezTo>
                    <a:pt x="36" y="48"/>
                    <a:pt x="36" y="48"/>
                    <a:pt x="36" y="48"/>
                  </a:cubicBezTo>
                  <a:lnTo>
                    <a:pt x="27" y="48"/>
                  </a:lnTo>
                  <a:lnTo>
                    <a:pt x="18" y="48"/>
                  </a:lnTo>
                  <a:cubicBezTo>
                    <a:pt x="18" y="48"/>
                    <a:pt x="18" y="48"/>
                    <a:pt x="9" y="48"/>
                  </a:cubicBezTo>
                  <a:cubicBezTo>
                    <a:pt x="9" y="48"/>
                    <a:pt x="9" y="48"/>
                    <a:pt x="0" y="48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29"/>
                    <a:pt x="9" y="29"/>
                  </a:cubicBezTo>
                  <a:cubicBezTo>
                    <a:pt x="18" y="20"/>
                    <a:pt x="18" y="20"/>
                    <a:pt x="18" y="20"/>
                  </a:cubicBezTo>
                  <a:lnTo>
                    <a:pt x="27" y="20"/>
                  </a:lnTo>
                  <a:cubicBezTo>
                    <a:pt x="27" y="20"/>
                    <a:pt x="27" y="20"/>
                    <a:pt x="36" y="20"/>
                  </a:cubicBezTo>
                  <a:cubicBezTo>
                    <a:pt x="36" y="20"/>
                    <a:pt x="36" y="20"/>
                    <a:pt x="36" y="11"/>
                  </a:cubicBezTo>
                  <a:cubicBezTo>
                    <a:pt x="27" y="11"/>
                    <a:pt x="27" y="0"/>
                    <a:pt x="27" y="0"/>
                  </a:cubicBezTo>
                  <a:cubicBezTo>
                    <a:pt x="18" y="0"/>
                    <a:pt x="18" y="0"/>
                    <a:pt x="18" y="11"/>
                  </a:cubicBezTo>
                  <a:cubicBezTo>
                    <a:pt x="9" y="11"/>
                    <a:pt x="9" y="11"/>
                    <a:pt x="9" y="20"/>
                  </a:cubicBezTo>
                  <a:close/>
                  <a:moveTo>
                    <a:pt x="36" y="20"/>
                  </a:moveTo>
                  <a:lnTo>
                    <a:pt x="36" y="20"/>
                  </a:lnTo>
                  <a:cubicBezTo>
                    <a:pt x="36" y="29"/>
                    <a:pt x="36" y="29"/>
                    <a:pt x="3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18" y="29"/>
                    <a:pt x="18" y="29"/>
                    <a:pt x="18" y="29"/>
                  </a:cubicBezTo>
                  <a:lnTo>
                    <a:pt x="9" y="29"/>
                  </a:lnTo>
                  <a:lnTo>
                    <a:pt x="9" y="39"/>
                  </a:lnTo>
                  <a:lnTo>
                    <a:pt x="9" y="48"/>
                  </a:lnTo>
                  <a:lnTo>
                    <a:pt x="18" y="48"/>
                  </a:lnTo>
                  <a:lnTo>
                    <a:pt x="27" y="48"/>
                  </a:lnTo>
                  <a:cubicBezTo>
                    <a:pt x="27" y="48"/>
                    <a:pt x="27" y="48"/>
                    <a:pt x="27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39"/>
                    <a:pt x="36" y="39"/>
                    <a:pt x="36" y="29"/>
                  </a:cubicBezTo>
                  <a:lnTo>
                    <a:pt x="36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1"/>
            <p:cNvSpPr/>
            <p:nvPr/>
          </p:nvSpPr>
          <p:spPr>
            <a:xfrm>
              <a:off x="3785310" y="2846785"/>
              <a:ext cx="4168" cy="5953"/>
            </a:xfrm>
            <a:custGeom>
              <a:rect b="b" l="l" r="r" t="t"/>
              <a:pathLst>
                <a:path extrusionOk="0" h="49" w="37">
                  <a:moveTo>
                    <a:pt x="27" y="20"/>
                  </a:moveTo>
                  <a:lnTo>
                    <a:pt x="27" y="20"/>
                  </a:lnTo>
                  <a:cubicBezTo>
                    <a:pt x="27" y="11"/>
                    <a:pt x="27" y="11"/>
                    <a:pt x="27" y="11"/>
                  </a:cubicBezTo>
                  <a:lnTo>
                    <a:pt x="18" y="0"/>
                  </a:lnTo>
                  <a:lnTo>
                    <a:pt x="9" y="0"/>
                  </a:lnTo>
                  <a:lnTo>
                    <a:pt x="9" y="11"/>
                  </a:lnTo>
                  <a:lnTo>
                    <a:pt x="9" y="20"/>
                  </a:lnTo>
                  <a:lnTo>
                    <a:pt x="18" y="20"/>
                  </a:lnTo>
                  <a:cubicBezTo>
                    <a:pt x="27" y="20"/>
                    <a:pt x="27" y="20"/>
                    <a:pt x="27" y="29"/>
                  </a:cubicBezTo>
                  <a:cubicBezTo>
                    <a:pt x="27" y="29"/>
                    <a:pt x="27" y="29"/>
                    <a:pt x="36" y="29"/>
                  </a:cubicBezTo>
                  <a:lnTo>
                    <a:pt x="36" y="39"/>
                  </a:lnTo>
                  <a:cubicBezTo>
                    <a:pt x="36" y="39"/>
                    <a:pt x="36" y="39"/>
                    <a:pt x="36" y="48"/>
                  </a:cubicBezTo>
                  <a:cubicBezTo>
                    <a:pt x="36" y="48"/>
                    <a:pt x="36" y="48"/>
                    <a:pt x="27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9" y="48"/>
                    <a:pt x="9" y="48"/>
                    <a:pt x="0" y="48"/>
                  </a:cubicBezTo>
                  <a:lnTo>
                    <a:pt x="0" y="39"/>
                  </a:lnTo>
                  <a:cubicBezTo>
                    <a:pt x="0" y="39"/>
                    <a:pt x="9" y="39"/>
                    <a:pt x="9" y="48"/>
                  </a:cubicBezTo>
                  <a:cubicBezTo>
                    <a:pt x="9" y="48"/>
                    <a:pt x="9" y="48"/>
                    <a:pt x="18" y="48"/>
                  </a:cubicBezTo>
                  <a:cubicBezTo>
                    <a:pt x="27" y="48"/>
                    <a:pt x="27" y="48"/>
                    <a:pt x="27" y="48"/>
                  </a:cubicBezTo>
                  <a:lnTo>
                    <a:pt x="27" y="39"/>
                  </a:lnTo>
                  <a:cubicBezTo>
                    <a:pt x="27" y="29"/>
                    <a:pt x="27" y="29"/>
                    <a:pt x="2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0"/>
                    <a:pt x="0" y="20"/>
                    <a:pt x="0" y="20"/>
                  </a:cubicBezTo>
                  <a:cubicBezTo>
                    <a:pt x="0" y="20"/>
                    <a:pt x="0" y="20"/>
                    <a:pt x="0" y="11"/>
                  </a:cubicBezTo>
                  <a:cubicBezTo>
                    <a:pt x="0" y="0"/>
                    <a:pt x="0" y="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7" y="0"/>
                  </a:cubicBezTo>
                  <a:lnTo>
                    <a:pt x="36" y="11"/>
                  </a:lnTo>
                  <a:cubicBezTo>
                    <a:pt x="36" y="11"/>
                    <a:pt x="36" y="11"/>
                    <a:pt x="36" y="20"/>
                  </a:cubicBezTo>
                  <a:lnTo>
                    <a:pt x="27" y="2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"/>
            <p:cNvSpPr/>
            <p:nvPr/>
          </p:nvSpPr>
          <p:spPr>
            <a:xfrm>
              <a:off x="3790073" y="2844404"/>
              <a:ext cx="3572" cy="8334"/>
            </a:xfrm>
            <a:custGeom>
              <a:rect b="b" l="l" r="r" t="t"/>
              <a:pathLst>
                <a:path extrusionOk="0" h="67" w="30">
                  <a:moveTo>
                    <a:pt x="20" y="18"/>
                  </a:moveTo>
                  <a:lnTo>
                    <a:pt x="20" y="18"/>
                  </a:lnTo>
                  <a:cubicBezTo>
                    <a:pt x="29" y="18"/>
                    <a:pt x="29" y="18"/>
                    <a:pt x="29" y="18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7"/>
                    <a:pt x="20" y="57"/>
                    <a:pt x="20" y="66"/>
                  </a:cubicBezTo>
                  <a:cubicBezTo>
                    <a:pt x="20" y="66"/>
                    <a:pt x="20" y="66"/>
                    <a:pt x="29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9" y="66"/>
                    <a:pt x="9" y="66"/>
                    <a:pt x="9" y="57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20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1"/>
            <p:cNvSpPr/>
            <p:nvPr/>
          </p:nvSpPr>
          <p:spPr>
            <a:xfrm>
              <a:off x="3799004" y="2846785"/>
              <a:ext cx="4168" cy="5953"/>
            </a:xfrm>
            <a:custGeom>
              <a:rect b="b" l="l" r="r" t="t"/>
              <a:pathLst>
                <a:path extrusionOk="0" h="49" w="37">
                  <a:moveTo>
                    <a:pt x="0" y="0"/>
                  </a:moveTo>
                  <a:lnTo>
                    <a:pt x="0" y="0"/>
                  </a:lnTo>
                  <a:cubicBezTo>
                    <a:pt x="0" y="11"/>
                    <a:pt x="0" y="11"/>
                    <a:pt x="0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0"/>
                  </a:cubicBezTo>
                  <a:cubicBezTo>
                    <a:pt x="9" y="0"/>
                    <a:pt x="9" y="0"/>
                    <a:pt x="18" y="0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36" y="0"/>
                  </a:lnTo>
                  <a:cubicBezTo>
                    <a:pt x="36" y="11"/>
                    <a:pt x="36" y="11"/>
                    <a:pt x="36" y="11"/>
                  </a:cubicBezTo>
                  <a:lnTo>
                    <a:pt x="36" y="20"/>
                  </a:lnTo>
                  <a:cubicBezTo>
                    <a:pt x="36" y="48"/>
                    <a:pt x="36" y="48"/>
                    <a:pt x="36" y="48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27" y="20"/>
                    <a:pt x="27" y="11"/>
                  </a:cubicBezTo>
                  <a:cubicBezTo>
                    <a:pt x="27" y="11"/>
                    <a:pt x="27" y="11"/>
                    <a:pt x="27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9" y="0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0" y="48"/>
                    <a:pt x="0" y="48"/>
                    <a:pt x="0" y="48"/>
                  </a:cubicBezTo>
                  <a:lnTo>
                    <a:pt x="0" y="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"/>
            <p:cNvSpPr/>
            <p:nvPr/>
          </p:nvSpPr>
          <p:spPr>
            <a:xfrm>
              <a:off x="3804959" y="2846785"/>
              <a:ext cx="5359" cy="5953"/>
            </a:xfrm>
            <a:custGeom>
              <a:rect b="b" l="l" r="r" t="t"/>
              <a:pathLst>
                <a:path extrusionOk="0" h="49" w="46">
                  <a:moveTo>
                    <a:pt x="0" y="20"/>
                  </a:moveTo>
                  <a:lnTo>
                    <a:pt x="0" y="20"/>
                  </a:lnTo>
                  <a:cubicBezTo>
                    <a:pt x="0" y="11"/>
                    <a:pt x="9" y="0"/>
                    <a:pt x="9" y="0"/>
                  </a:cubicBezTo>
                  <a:lnTo>
                    <a:pt x="18" y="0"/>
                  </a:lnTo>
                  <a:cubicBezTo>
                    <a:pt x="27" y="0"/>
                    <a:pt x="27" y="0"/>
                    <a:pt x="27" y="0"/>
                  </a:cubicBezTo>
                  <a:lnTo>
                    <a:pt x="36" y="0"/>
                  </a:lnTo>
                  <a:cubicBezTo>
                    <a:pt x="36" y="0"/>
                    <a:pt x="36" y="0"/>
                    <a:pt x="36" y="11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8"/>
                    <a:pt x="45" y="48"/>
                    <a:pt x="45" y="48"/>
                  </a:cubicBezTo>
                  <a:cubicBezTo>
                    <a:pt x="36" y="48"/>
                    <a:pt x="36" y="48"/>
                    <a:pt x="36" y="48"/>
                  </a:cubicBezTo>
                  <a:lnTo>
                    <a:pt x="36" y="39"/>
                  </a:lnTo>
                  <a:cubicBezTo>
                    <a:pt x="36" y="39"/>
                    <a:pt x="36" y="48"/>
                    <a:pt x="27" y="48"/>
                  </a:cubicBezTo>
                  <a:cubicBezTo>
                    <a:pt x="18" y="48"/>
                    <a:pt x="18" y="48"/>
                    <a:pt x="18" y="48"/>
                  </a:cubicBezTo>
                  <a:lnTo>
                    <a:pt x="9" y="48"/>
                  </a:lnTo>
                  <a:cubicBezTo>
                    <a:pt x="0" y="48"/>
                    <a:pt x="0" y="48"/>
                    <a:pt x="0" y="48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20"/>
                    <a:pt x="18" y="20"/>
                    <a:pt x="18" y="20"/>
                  </a:cubicBezTo>
                  <a:lnTo>
                    <a:pt x="27" y="20"/>
                  </a:ln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11"/>
                  </a:cubicBezTo>
                  <a:cubicBezTo>
                    <a:pt x="36" y="11"/>
                    <a:pt x="36" y="11"/>
                    <a:pt x="2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18" y="0"/>
                  </a:cubicBezTo>
                  <a:cubicBezTo>
                    <a:pt x="18" y="0"/>
                    <a:pt x="18" y="0"/>
                    <a:pt x="9" y="11"/>
                  </a:cubicBezTo>
                  <a:cubicBezTo>
                    <a:pt x="9" y="11"/>
                    <a:pt x="9" y="11"/>
                    <a:pt x="9" y="20"/>
                  </a:cubicBezTo>
                  <a:lnTo>
                    <a:pt x="0" y="20"/>
                  </a:lnTo>
                  <a:close/>
                  <a:moveTo>
                    <a:pt x="36" y="20"/>
                  </a:moveTo>
                  <a:lnTo>
                    <a:pt x="36" y="20"/>
                  </a:lnTo>
                  <a:cubicBezTo>
                    <a:pt x="36" y="29"/>
                    <a:pt x="36" y="29"/>
                    <a:pt x="3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29"/>
                    <a:pt x="27" y="29"/>
                    <a:pt x="18" y="29"/>
                  </a:cubicBezTo>
                  <a:cubicBezTo>
                    <a:pt x="9" y="29"/>
                    <a:pt x="9" y="29"/>
                    <a:pt x="9" y="29"/>
                  </a:cubicBezTo>
                  <a:lnTo>
                    <a:pt x="9" y="39"/>
                  </a:lnTo>
                  <a:cubicBezTo>
                    <a:pt x="9" y="39"/>
                    <a:pt x="9" y="39"/>
                    <a:pt x="9" y="48"/>
                  </a:cubicBezTo>
                  <a:cubicBezTo>
                    <a:pt x="9" y="48"/>
                    <a:pt x="9" y="48"/>
                    <a:pt x="18" y="48"/>
                  </a:cubicBezTo>
                  <a:cubicBezTo>
                    <a:pt x="18" y="48"/>
                    <a:pt x="18" y="48"/>
                    <a:pt x="27" y="48"/>
                  </a:cubicBezTo>
                  <a:cubicBezTo>
                    <a:pt x="27" y="48"/>
                    <a:pt x="27" y="48"/>
                    <a:pt x="27" y="39"/>
                  </a:cubicBezTo>
                  <a:lnTo>
                    <a:pt x="36" y="39"/>
                  </a:lnTo>
                  <a:lnTo>
                    <a:pt x="36" y="29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"/>
            <p:cNvSpPr/>
            <p:nvPr/>
          </p:nvSpPr>
          <p:spPr>
            <a:xfrm>
              <a:off x="3818654" y="2846785"/>
              <a:ext cx="1786" cy="5953"/>
            </a:xfrm>
            <a:custGeom>
              <a:rect b="b" l="l" r="r" t="t"/>
              <a:pathLst>
                <a:path extrusionOk="0" h="49" w="19">
                  <a:moveTo>
                    <a:pt x="18" y="20"/>
                  </a:moveTo>
                  <a:lnTo>
                    <a:pt x="18" y="20"/>
                  </a:lnTo>
                  <a:cubicBezTo>
                    <a:pt x="18" y="0"/>
                    <a:pt x="18" y="0"/>
                    <a:pt x="0" y="0"/>
                  </a:cubicBezTo>
                  <a:cubicBezTo>
                    <a:pt x="9" y="0"/>
                    <a:pt x="9" y="0"/>
                    <a:pt x="9" y="11"/>
                  </a:cubicBezTo>
                  <a:cubicBezTo>
                    <a:pt x="9" y="11"/>
                    <a:pt x="9" y="11"/>
                    <a:pt x="9" y="20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8" y="48"/>
                    <a:pt x="18" y="48"/>
                    <a:pt x="18" y="48"/>
                  </a:cubicBezTo>
                  <a:lnTo>
                    <a:pt x="18" y="20"/>
                  </a:lnTo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1"/>
            <p:cNvSpPr/>
            <p:nvPr/>
          </p:nvSpPr>
          <p:spPr>
            <a:xfrm>
              <a:off x="3812699" y="2846785"/>
              <a:ext cx="5954" cy="5953"/>
            </a:xfrm>
            <a:custGeom>
              <a:rect b="b" l="l" r="r" t="t"/>
              <a:pathLst>
                <a:path extrusionOk="0" h="49" w="48">
                  <a:moveTo>
                    <a:pt x="38" y="0"/>
                  </a:moveTo>
                  <a:lnTo>
                    <a:pt x="38" y="0"/>
                  </a:lnTo>
                  <a:cubicBezTo>
                    <a:pt x="38" y="0"/>
                    <a:pt x="38" y="0"/>
                    <a:pt x="38" y="11"/>
                  </a:cubicBezTo>
                  <a:cubicBezTo>
                    <a:pt x="38" y="0"/>
                    <a:pt x="29" y="0"/>
                    <a:pt x="29" y="0"/>
                  </a:cubicBezTo>
                  <a:lnTo>
                    <a:pt x="18" y="0"/>
                  </a:lnTo>
                  <a:lnTo>
                    <a:pt x="9" y="0"/>
                  </a:lnTo>
                  <a:cubicBezTo>
                    <a:pt x="9" y="0"/>
                    <a:pt x="9" y="0"/>
                    <a:pt x="0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9" y="0"/>
                  </a:cubicBezTo>
                  <a:lnTo>
                    <a:pt x="29" y="11"/>
                  </a:lnTo>
                  <a:cubicBezTo>
                    <a:pt x="29" y="11"/>
                    <a:pt x="29" y="11"/>
                    <a:pt x="29" y="20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7" y="0"/>
                    <a:pt x="47" y="0"/>
                    <a:pt x="38" y="0"/>
                  </a:cubicBez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"/>
            <p:cNvSpPr/>
            <p:nvPr/>
          </p:nvSpPr>
          <p:spPr>
            <a:xfrm>
              <a:off x="3822226" y="2846785"/>
              <a:ext cx="5954" cy="5953"/>
            </a:xfrm>
            <a:custGeom>
              <a:rect b="b" l="l" r="r" t="t"/>
              <a:pathLst>
                <a:path extrusionOk="0" h="49" w="47">
                  <a:moveTo>
                    <a:pt x="10" y="29"/>
                  </a:moveTo>
                  <a:lnTo>
                    <a:pt x="10" y="29"/>
                  </a:ln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0" y="39"/>
                    <a:pt x="19" y="48"/>
                  </a:cubicBezTo>
                  <a:cubicBezTo>
                    <a:pt x="28" y="48"/>
                    <a:pt x="28" y="48"/>
                    <a:pt x="37" y="39"/>
                  </a:cubicBezTo>
                  <a:cubicBezTo>
                    <a:pt x="37" y="39"/>
                    <a:pt x="37" y="39"/>
                    <a:pt x="37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39"/>
                    <a:pt x="37" y="48"/>
                    <a:pt x="37" y="48"/>
                  </a:cubicBezTo>
                  <a:cubicBezTo>
                    <a:pt x="37" y="48"/>
                    <a:pt x="28" y="48"/>
                    <a:pt x="19" y="48"/>
                  </a:cubicBezTo>
                  <a:cubicBezTo>
                    <a:pt x="19" y="48"/>
                    <a:pt x="19" y="48"/>
                    <a:pt x="10" y="48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1"/>
                    <a:pt x="0" y="11"/>
                    <a:pt x="10" y="1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8" y="0"/>
                    <a:pt x="28" y="0"/>
                    <a:pt x="37" y="0"/>
                  </a:cubicBezTo>
                  <a:cubicBezTo>
                    <a:pt x="37" y="0"/>
                    <a:pt x="37" y="0"/>
                    <a:pt x="37" y="11"/>
                  </a:cubicBezTo>
                  <a:cubicBezTo>
                    <a:pt x="37" y="11"/>
                    <a:pt x="46" y="11"/>
                    <a:pt x="46" y="20"/>
                  </a:cubicBezTo>
                  <a:cubicBezTo>
                    <a:pt x="46" y="20"/>
                    <a:pt x="46" y="20"/>
                    <a:pt x="46" y="29"/>
                  </a:cubicBezTo>
                  <a:lnTo>
                    <a:pt x="10" y="29"/>
                  </a:lnTo>
                  <a:close/>
                  <a:moveTo>
                    <a:pt x="37" y="20"/>
                  </a:moveTo>
                  <a:lnTo>
                    <a:pt x="37" y="20"/>
                  </a:lnTo>
                  <a:cubicBezTo>
                    <a:pt x="37" y="20"/>
                    <a:pt x="37" y="20"/>
                    <a:pt x="37" y="11"/>
                  </a:cubicBezTo>
                  <a:cubicBezTo>
                    <a:pt x="37" y="11"/>
                    <a:pt x="28" y="11"/>
                    <a:pt x="28" y="0"/>
                  </a:cubicBezTo>
                  <a:cubicBezTo>
                    <a:pt x="28" y="0"/>
                    <a:pt x="28" y="0"/>
                    <a:pt x="19" y="0"/>
                  </a:cubicBezTo>
                  <a:cubicBezTo>
                    <a:pt x="19" y="11"/>
                    <a:pt x="10" y="11"/>
                    <a:pt x="10" y="11"/>
                  </a:cubicBezTo>
                  <a:cubicBezTo>
                    <a:pt x="10" y="20"/>
                    <a:pt x="10" y="20"/>
                    <a:pt x="10" y="20"/>
                  </a:cubicBezTo>
                  <a:lnTo>
                    <a:pt x="37" y="20"/>
                  </a:ln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1"/>
            <p:cNvSpPr/>
            <p:nvPr/>
          </p:nvSpPr>
          <p:spPr>
            <a:xfrm>
              <a:off x="3769829" y="2868216"/>
              <a:ext cx="8336" cy="8334"/>
            </a:xfrm>
            <a:custGeom>
              <a:rect b="b" l="l" r="r" t="t"/>
              <a:pathLst>
                <a:path extrusionOk="0" h="66" w="67">
                  <a:moveTo>
                    <a:pt x="29" y="0"/>
                  </a:moveTo>
                  <a:lnTo>
                    <a:pt x="38" y="0"/>
                  </a:lnTo>
                  <a:lnTo>
                    <a:pt x="66" y="65"/>
                  </a:lnTo>
                  <a:lnTo>
                    <a:pt x="57" y="65"/>
                  </a:lnTo>
                  <a:lnTo>
                    <a:pt x="47" y="47"/>
                  </a:lnTo>
                  <a:lnTo>
                    <a:pt x="20" y="47"/>
                  </a:lnTo>
                  <a:lnTo>
                    <a:pt x="9" y="65"/>
                  </a:lnTo>
                  <a:lnTo>
                    <a:pt x="0" y="65"/>
                  </a:lnTo>
                  <a:lnTo>
                    <a:pt x="29" y="0"/>
                  </a:lnTo>
                  <a:close/>
                  <a:moveTo>
                    <a:pt x="20" y="38"/>
                  </a:moveTo>
                  <a:lnTo>
                    <a:pt x="47" y="38"/>
                  </a:lnTo>
                  <a:lnTo>
                    <a:pt x="38" y="0"/>
                  </a:lnTo>
                  <a:lnTo>
                    <a:pt x="20" y="3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1"/>
            <p:cNvSpPr/>
            <p:nvPr/>
          </p:nvSpPr>
          <p:spPr>
            <a:xfrm>
              <a:off x="3778760" y="2868216"/>
              <a:ext cx="5954" cy="8334"/>
            </a:xfrm>
            <a:custGeom>
              <a:rect b="b" l="l" r="r" t="t"/>
              <a:pathLst>
                <a:path extrusionOk="0" h="66" w="47">
                  <a:moveTo>
                    <a:pt x="46" y="65"/>
                  </a:moveTo>
                  <a:lnTo>
                    <a:pt x="46" y="65"/>
                  </a:lnTo>
                  <a:cubicBezTo>
                    <a:pt x="46" y="56"/>
                    <a:pt x="46" y="56"/>
                    <a:pt x="46" y="56"/>
                  </a:cubicBezTo>
                  <a:cubicBezTo>
                    <a:pt x="46" y="56"/>
                    <a:pt x="46" y="56"/>
                    <a:pt x="36" y="56"/>
                  </a:cubicBezTo>
                  <a:lnTo>
                    <a:pt x="36" y="65"/>
                  </a:lnTo>
                  <a:cubicBezTo>
                    <a:pt x="36" y="65"/>
                    <a:pt x="36" y="65"/>
                    <a:pt x="27" y="65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9" y="65"/>
                    <a:pt x="9" y="56"/>
                    <a:pt x="9" y="56"/>
                  </a:cubicBezTo>
                  <a:cubicBezTo>
                    <a:pt x="9" y="56"/>
                    <a:pt x="9" y="56"/>
                    <a:pt x="9" y="47"/>
                  </a:cubicBezTo>
                  <a:cubicBezTo>
                    <a:pt x="0" y="47"/>
                    <a:pt x="0" y="47"/>
                    <a:pt x="0" y="38"/>
                  </a:cubicBezTo>
                  <a:cubicBezTo>
                    <a:pt x="0" y="38"/>
                    <a:pt x="0" y="29"/>
                    <a:pt x="9" y="29"/>
                  </a:cubicBezTo>
                  <a:cubicBezTo>
                    <a:pt x="9" y="29"/>
                    <a:pt x="9" y="29"/>
                    <a:pt x="9" y="20"/>
                  </a:cubicBezTo>
                  <a:cubicBezTo>
                    <a:pt x="9" y="20"/>
                    <a:pt x="9" y="20"/>
                    <a:pt x="18" y="20"/>
                  </a:cubicBezTo>
                  <a:cubicBezTo>
                    <a:pt x="18" y="10"/>
                    <a:pt x="18" y="10"/>
                    <a:pt x="27" y="1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46" y="20"/>
                    <a:pt x="46" y="29"/>
                  </a:cubicBezTo>
                  <a:cubicBezTo>
                    <a:pt x="46" y="0"/>
                    <a:pt x="46" y="0"/>
                    <a:pt x="46" y="0"/>
                  </a:cubicBezTo>
                  <a:lnTo>
                    <a:pt x="46" y="65"/>
                  </a:lnTo>
                  <a:close/>
                  <a:moveTo>
                    <a:pt x="9" y="38"/>
                  </a:moveTo>
                  <a:lnTo>
                    <a:pt x="9" y="38"/>
                  </a:lnTo>
                  <a:lnTo>
                    <a:pt x="9" y="47"/>
                  </a:lnTo>
                  <a:lnTo>
                    <a:pt x="9" y="56"/>
                  </a:lnTo>
                  <a:cubicBezTo>
                    <a:pt x="18" y="56"/>
                    <a:pt x="18" y="56"/>
                    <a:pt x="18" y="56"/>
                  </a:cubicBezTo>
                  <a:lnTo>
                    <a:pt x="27" y="56"/>
                  </a:lnTo>
                  <a:cubicBezTo>
                    <a:pt x="27" y="56"/>
                    <a:pt x="27" y="56"/>
                    <a:pt x="36" y="56"/>
                  </a:cubicBezTo>
                  <a:lnTo>
                    <a:pt x="46" y="47"/>
                  </a:lnTo>
                  <a:lnTo>
                    <a:pt x="46" y="38"/>
                  </a:lnTo>
                  <a:cubicBezTo>
                    <a:pt x="46" y="38"/>
                    <a:pt x="46" y="38"/>
                    <a:pt x="46" y="29"/>
                  </a:cubicBezTo>
                  <a:lnTo>
                    <a:pt x="36" y="29"/>
                  </a:lnTo>
                  <a:cubicBezTo>
                    <a:pt x="36" y="20"/>
                    <a:pt x="36" y="20"/>
                    <a:pt x="36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9" y="29"/>
                  </a:cubicBezTo>
                  <a:cubicBezTo>
                    <a:pt x="9" y="38"/>
                    <a:pt x="9" y="38"/>
                    <a:pt x="9" y="38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1"/>
            <p:cNvSpPr/>
            <p:nvPr/>
          </p:nvSpPr>
          <p:spPr>
            <a:xfrm>
              <a:off x="3786501" y="2867025"/>
              <a:ext cx="5954" cy="9525"/>
            </a:xfrm>
            <a:custGeom>
              <a:rect b="b" l="l" r="r" t="t"/>
              <a:pathLst>
                <a:path extrusionOk="0" h="75" w="48">
                  <a:moveTo>
                    <a:pt x="47" y="74"/>
                  </a:moveTo>
                  <a:lnTo>
                    <a:pt x="47" y="74"/>
                  </a:lnTo>
                  <a:cubicBezTo>
                    <a:pt x="47" y="65"/>
                    <a:pt x="47" y="65"/>
                    <a:pt x="47" y="65"/>
                  </a:cubicBezTo>
                  <a:lnTo>
                    <a:pt x="36" y="65"/>
                  </a:lnTo>
                  <a:lnTo>
                    <a:pt x="36" y="74"/>
                  </a:lnTo>
                  <a:cubicBezTo>
                    <a:pt x="36" y="74"/>
                    <a:pt x="36" y="74"/>
                    <a:pt x="27" y="74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9" y="74"/>
                    <a:pt x="9" y="65"/>
                    <a:pt x="9" y="65"/>
                  </a:cubicBezTo>
                  <a:cubicBezTo>
                    <a:pt x="9" y="65"/>
                    <a:pt x="9" y="65"/>
                    <a:pt x="0" y="56"/>
                  </a:cubicBezTo>
                  <a:cubicBezTo>
                    <a:pt x="0" y="56"/>
                    <a:pt x="0" y="56"/>
                    <a:pt x="0" y="47"/>
                  </a:cubicBezTo>
                  <a:lnTo>
                    <a:pt x="0" y="38"/>
                  </a:lnTo>
                  <a:cubicBezTo>
                    <a:pt x="9" y="38"/>
                    <a:pt x="9" y="29"/>
                    <a:pt x="9" y="29"/>
                  </a:cubicBezTo>
                  <a:cubicBezTo>
                    <a:pt x="9" y="29"/>
                    <a:pt x="9" y="29"/>
                    <a:pt x="18" y="29"/>
                  </a:cubicBezTo>
                  <a:cubicBezTo>
                    <a:pt x="18" y="19"/>
                    <a:pt x="18" y="19"/>
                    <a:pt x="27" y="19"/>
                  </a:cubicBezTo>
                  <a:cubicBezTo>
                    <a:pt x="27" y="29"/>
                    <a:pt x="36" y="29"/>
                    <a:pt x="36" y="29"/>
                  </a:cubicBezTo>
                  <a:cubicBezTo>
                    <a:pt x="36" y="29"/>
                    <a:pt x="47" y="29"/>
                    <a:pt x="47" y="38"/>
                  </a:cubicBezTo>
                  <a:cubicBezTo>
                    <a:pt x="47" y="0"/>
                    <a:pt x="47" y="0"/>
                    <a:pt x="47" y="0"/>
                  </a:cubicBezTo>
                  <a:lnTo>
                    <a:pt x="47" y="74"/>
                  </a:lnTo>
                  <a:close/>
                  <a:moveTo>
                    <a:pt x="9" y="47"/>
                  </a:moveTo>
                  <a:lnTo>
                    <a:pt x="9" y="47"/>
                  </a:lnTo>
                  <a:lnTo>
                    <a:pt x="9" y="56"/>
                  </a:lnTo>
                  <a:lnTo>
                    <a:pt x="9" y="65"/>
                  </a:lnTo>
                  <a:cubicBezTo>
                    <a:pt x="18" y="65"/>
                    <a:pt x="18" y="65"/>
                    <a:pt x="18" y="65"/>
                  </a:cubicBezTo>
                  <a:cubicBezTo>
                    <a:pt x="18" y="65"/>
                    <a:pt x="18" y="65"/>
                    <a:pt x="27" y="65"/>
                  </a:cubicBezTo>
                  <a:cubicBezTo>
                    <a:pt x="27" y="65"/>
                    <a:pt x="27" y="65"/>
                    <a:pt x="36" y="65"/>
                  </a:cubicBezTo>
                  <a:cubicBezTo>
                    <a:pt x="36" y="65"/>
                    <a:pt x="36" y="56"/>
                    <a:pt x="47" y="56"/>
                  </a:cubicBezTo>
                  <a:lnTo>
                    <a:pt x="47" y="47"/>
                  </a:lnTo>
                  <a:cubicBezTo>
                    <a:pt x="47" y="47"/>
                    <a:pt x="47" y="47"/>
                    <a:pt x="47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9" y="38"/>
                  </a:cubicBezTo>
                  <a:cubicBezTo>
                    <a:pt x="9" y="47"/>
                    <a:pt x="9" y="47"/>
                    <a:pt x="9" y="47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1"/>
            <p:cNvSpPr/>
            <p:nvPr/>
          </p:nvSpPr>
          <p:spPr>
            <a:xfrm>
              <a:off x="3793646" y="2869407"/>
              <a:ext cx="3572" cy="7144"/>
            </a:xfrm>
            <a:custGeom>
              <a:rect b="b" l="l" r="r" t="t"/>
              <a:pathLst>
                <a:path extrusionOk="0" h="56" w="29">
                  <a:moveTo>
                    <a:pt x="0" y="10"/>
                  </a:moveTo>
                  <a:lnTo>
                    <a:pt x="0" y="10"/>
                  </a:lnTo>
                  <a:cubicBezTo>
                    <a:pt x="9" y="10"/>
                    <a:pt x="9" y="10"/>
                    <a:pt x="9" y="10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0"/>
                    <a:pt x="19" y="10"/>
                    <a:pt x="19" y="10"/>
                  </a:cubicBezTo>
                  <a:lnTo>
                    <a:pt x="28" y="0"/>
                  </a:ln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19" y="10"/>
                  </a:cubicBezTo>
                  <a:cubicBezTo>
                    <a:pt x="19" y="10"/>
                    <a:pt x="19" y="10"/>
                    <a:pt x="19" y="19"/>
                  </a:cubicBezTo>
                  <a:lnTo>
                    <a:pt x="9" y="19"/>
                  </a:lnTo>
                  <a:lnTo>
                    <a:pt x="9" y="28"/>
                  </a:lnTo>
                  <a:cubicBezTo>
                    <a:pt x="9" y="55"/>
                    <a:pt x="9" y="55"/>
                    <a:pt x="9" y="55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10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1"/>
            <p:cNvSpPr/>
            <p:nvPr/>
          </p:nvSpPr>
          <p:spPr>
            <a:xfrm>
              <a:off x="3797814" y="2869407"/>
              <a:ext cx="5359" cy="7144"/>
            </a:xfrm>
            <a:custGeom>
              <a:rect b="b" l="l" r="r" t="t"/>
              <a:pathLst>
                <a:path extrusionOk="0" h="56" w="46">
                  <a:moveTo>
                    <a:pt x="9" y="28"/>
                  </a:moveTo>
                  <a:lnTo>
                    <a:pt x="9" y="28"/>
                  </a:lnTo>
                  <a:cubicBezTo>
                    <a:pt x="9" y="37"/>
                    <a:pt x="9" y="37"/>
                    <a:pt x="9" y="37"/>
                  </a:cubicBezTo>
                  <a:lnTo>
                    <a:pt x="9" y="46"/>
                  </a:lnTo>
                  <a:lnTo>
                    <a:pt x="18" y="46"/>
                  </a:lnTo>
                  <a:cubicBezTo>
                    <a:pt x="18" y="46"/>
                    <a:pt x="18" y="46"/>
                    <a:pt x="27" y="46"/>
                  </a:cubicBezTo>
                  <a:lnTo>
                    <a:pt x="36" y="46"/>
                  </a:lnTo>
                  <a:lnTo>
                    <a:pt x="36" y="37"/>
                  </a:lnTo>
                  <a:cubicBezTo>
                    <a:pt x="45" y="37"/>
                    <a:pt x="45" y="37"/>
                    <a:pt x="45" y="37"/>
                  </a:cubicBezTo>
                  <a:cubicBezTo>
                    <a:pt x="45" y="46"/>
                    <a:pt x="45" y="46"/>
                    <a:pt x="36" y="46"/>
                  </a:cubicBezTo>
                  <a:cubicBezTo>
                    <a:pt x="36" y="55"/>
                    <a:pt x="27" y="55"/>
                    <a:pt x="2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46"/>
                    <a:pt x="9" y="46"/>
                  </a:cubicBezTo>
                  <a:cubicBezTo>
                    <a:pt x="9" y="46"/>
                    <a:pt x="9" y="46"/>
                    <a:pt x="0" y="37"/>
                  </a:cubicBezTo>
                  <a:cubicBezTo>
                    <a:pt x="0" y="37"/>
                    <a:pt x="0" y="37"/>
                    <a:pt x="0" y="28"/>
                  </a:cubicBezTo>
                  <a:lnTo>
                    <a:pt x="0" y="19"/>
                  </a:lnTo>
                  <a:cubicBezTo>
                    <a:pt x="9" y="19"/>
                    <a:pt x="9" y="19"/>
                    <a:pt x="9" y="10"/>
                  </a:cubicBezTo>
                  <a:cubicBezTo>
                    <a:pt x="9" y="10"/>
                    <a:pt x="9" y="10"/>
                    <a:pt x="18" y="10"/>
                  </a:cubicBezTo>
                  <a:cubicBezTo>
                    <a:pt x="18" y="0"/>
                    <a:pt x="18" y="0"/>
                    <a:pt x="27" y="0"/>
                  </a:cubicBezTo>
                  <a:cubicBezTo>
                    <a:pt x="27" y="0"/>
                    <a:pt x="27" y="0"/>
                    <a:pt x="36" y="10"/>
                  </a:cubicBezTo>
                  <a:cubicBezTo>
                    <a:pt x="36" y="10"/>
                    <a:pt x="36" y="10"/>
                    <a:pt x="45" y="10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28"/>
                    <a:pt x="45" y="28"/>
                    <a:pt x="45" y="28"/>
                  </a:cubicBezTo>
                  <a:lnTo>
                    <a:pt x="9" y="28"/>
                  </a:lnTo>
                  <a:close/>
                  <a:moveTo>
                    <a:pt x="36" y="28"/>
                  </a:moveTo>
                  <a:lnTo>
                    <a:pt x="36" y="28"/>
                  </a:lnTo>
                  <a:lnTo>
                    <a:pt x="36" y="19"/>
                  </a:lnTo>
                  <a:cubicBezTo>
                    <a:pt x="36" y="19"/>
                    <a:pt x="36" y="19"/>
                    <a:pt x="36" y="10"/>
                  </a:cubicBezTo>
                  <a:cubicBezTo>
                    <a:pt x="36" y="10"/>
                    <a:pt x="36" y="10"/>
                    <a:pt x="27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9" y="10"/>
                  </a:cubicBezTo>
                  <a:cubicBezTo>
                    <a:pt x="9" y="19"/>
                    <a:pt x="9" y="19"/>
                    <a:pt x="9" y="19"/>
                  </a:cubicBezTo>
                  <a:lnTo>
                    <a:pt x="9" y="28"/>
                  </a:lnTo>
                  <a:lnTo>
                    <a:pt x="36" y="2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1"/>
            <p:cNvSpPr/>
            <p:nvPr/>
          </p:nvSpPr>
          <p:spPr>
            <a:xfrm>
              <a:off x="3804959" y="2869407"/>
              <a:ext cx="4168" cy="7144"/>
            </a:xfrm>
            <a:custGeom>
              <a:rect b="b" l="l" r="r" t="t"/>
              <a:pathLst>
                <a:path extrusionOk="0" h="56" w="37">
                  <a:moveTo>
                    <a:pt x="27" y="19"/>
                  </a:moveTo>
                  <a:lnTo>
                    <a:pt x="27" y="19"/>
                  </a:lnTo>
                  <a:cubicBezTo>
                    <a:pt x="27" y="10"/>
                    <a:pt x="27" y="10"/>
                    <a:pt x="27" y="10"/>
                  </a:cubicBezTo>
                  <a:lnTo>
                    <a:pt x="18" y="10"/>
                  </a:lnTo>
                  <a:lnTo>
                    <a:pt x="9" y="10"/>
                  </a:lnTo>
                  <a:cubicBezTo>
                    <a:pt x="0" y="10"/>
                    <a:pt x="0" y="19"/>
                    <a:pt x="0" y="19"/>
                  </a:cubicBezTo>
                  <a:cubicBezTo>
                    <a:pt x="0" y="19"/>
                    <a:pt x="0" y="19"/>
                    <a:pt x="9" y="1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18" y="28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36" y="28"/>
                    <a:pt x="36" y="37"/>
                    <a:pt x="36" y="3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6" y="46"/>
                    <a:pt x="27" y="46"/>
                    <a:pt x="2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55"/>
                    <a:pt x="0" y="55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46"/>
                    <a:pt x="0" y="46"/>
                    <a:pt x="9" y="46"/>
                  </a:cubicBezTo>
                  <a:cubicBezTo>
                    <a:pt x="9" y="46"/>
                    <a:pt x="9" y="46"/>
                    <a:pt x="18" y="46"/>
                  </a:cubicBezTo>
                  <a:lnTo>
                    <a:pt x="27" y="46"/>
                  </a:lnTo>
                  <a:cubicBezTo>
                    <a:pt x="27" y="46"/>
                    <a:pt x="27" y="46"/>
                    <a:pt x="27" y="37"/>
                  </a:cubicBezTo>
                  <a:cubicBezTo>
                    <a:pt x="18" y="37"/>
                    <a:pt x="18" y="28"/>
                    <a:pt x="18" y="28"/>
                  </a:cubicBezTo>
                  <a:cubicBezTo>
                    <a:pt x="9" y="28"/>
                    <a:pt x="9" y="28"/>
                    <a:pt x="9" y="28"/>
                  </a:cubicBezTo>
                  <a:lnTo>
                    <a:pt x="0" y="28"/>
                  </a:lnTo>
                  <a:cubicBezTo>
                    <a:pt x="0" y="28"/>
                    <a:pt x="0" y="28"/>
                    <a:pt x="0" y="19"/>
                  </a:cubicBezTo>
                  <a:lnTo>
                    <a:pt x="0" y="10"/>
                  </a:lnTo>
                  <a:cubicBezTo>
                    <a:pt x="9" y="10"/>
                    <a:pt x="9" y="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7" y="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36" y="10"/>
                  </a:cubicBezTo>
                  <a:cubicBezTo>
                    <a:pt x="36" y="19"/>
                    <a:pt x="36" y="19"/>
                    <a:pt x="36" y="19"/>
                  </a:cubicBezTo>
                  <a:lnTo>
                    <a:pt x="27" y="1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1"/>
            <p:cNvSpPr/>
            <p:nvPr/>
          </p:nvSpPr>
          <p:spPr>
            <a:xfrm>
              <a:off x="3810913" y="2869407"/>
              <a:ext cx="4763" cy="7144"/>
            </a:xfrm>
            <a:custGeom>
              <a:rect b="b" l="l" r="r" t="t"/>
              <a:pathLst>
                <a:path extrusionOk="0" h="56" w="40">
                  <a:moveTo>
                    <a:pt x="28" y="19"/>
                  </a:moveTo>
                  <a:lnTo>
                    <a:pt x="28" y="19"/>
                  </a:lnTo>
                  <a:cubicBezTo>
                    <a:pt x="28" y="10"/>
                    <a:pt x="28" y="10"/>
                    <a:pt x="28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0" y="10"/>
                    <a:pt x="0" y="19"/>
                    <a:pt x="0" y="19"/>
                  </a:cubicBezTo>
                  <a:cubicBezTo>
                    <a:pt x="0" y="19"/>
                    <a:pt x="0" y="19"/>
                    <a:pt x="10" y="19"/>
                  </a:cubicBezTo>
                  <a:lnTo>
                    <a:pt x="10" y="28"/>
                  </a:lnTo>
                  <a:cubicBezTo>
                    <a:pt x="19" y="28"/>
                    <a:pt x="19" y="28"/>
                    <a:pt x="19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9" y="28"/>
                    <a:pt x="39" y="37"/>
                    <a:pt x="39" y="37"/>
                  </a:cubicBezTo>
                  <a:cubicBezTo>
                    <a:pt x="39" y="46"/>
                    <a:pt x="39" y="46"/>
                    <a:pt x="39" y="46"/>
                  </a:cubicBezTo>
                  <a:cubicBezTo>
                    <a:pt x="39" y="46"/>
                    <a:pt x="28" y="46"/>
                    <a:pt x="2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0" y="55"/>
                    <a:pt x="10" y="55"/>
                    <a:pt x="0" y="55"/>
                  </a:cubicBezTo>
                  <a:cubicBezTo>
                    <a:pt x="0" y="46"/>
                    <a:pt x="0" y="46"/>
                    <a:pt x="0" y="37"/>
                  </a:cubicBezTo>
                  <a:cubicBezTo>
                    <a:pt x="0" y="46"/>
                    <a:pt x="0" y="46"/>
                    <a:pt x="10" y="46"/>
                  </a:cubicBezTo>
                  <a:cubicBezTo>
                    <a:pt x="10" y="46"/>
                    <a:pt x="10" y="46"/>
                    <a:pt x="19" y="46"/>
                  </a:cubicBezTo>
                  <a:lnTo>
                    <a:pt x="28" y="46"/>
                  </a:lnTo>
                  <a:cubicBezTo>
                    <a:pt x="28" y="46"/>
                    <a:pt x="28" y="46"/>
                    <a:pt x="28" y="37"/>
                  </a:cubicBezTo>
                  <a:cubicBezTo>
                    <a:pt x="28" y="37"/>
                    <a:pt x="28" y="37"/>
                    <a:pt x="19" y="37"/>
                  </a:cubicBezTo>
                  <a:lnTo>
                    <a:pt x="19" y="28"/>
                  </a:ln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19"/>
                  </a:cubicBezTo>
                  <a:lnTo>
                    <a:pt x="0" y="10"/>
                  </a:lnTo>
                  <a:cubicBezTo>
                    <a:pt x="10" y="10"/>
                    <a:pt x="10" y="0"/>
                    <a:pt x="10" y="0"/>
                  </a:cubicBezTo>
                  <a:lnTo>
                    <a:pt x="19" y="0"/>
                  </a:lnTo>
                  <a:cubicBezTo>
                    <a:pt x="28" y="0"/>
                    <a:pt x="28" y="10"/>
                    <a:pt x="28" y="10"/>
                  </a:cubicBezTo>
                  <a:cubicBezTo>
                    <a:pt x="28" y="10"/>
                    <a:pt x="28" y="10"/>
                    <a:pt x="39" y="10"/>
                  </a:cubicBezTo>
                  <a:lnTo>
                    <a:pt x="39" y="19"/>
                  </a:lnTo>
                  <a:lnTo>
                    <a:pt x="28" y="19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1"/>
            <p:cNvSpPr/>
            <p:nvPr/>
          </p:nvSpPr>
          <p:spPr>
            <a:xfrm>
              <a:off x="3771020" y="2890838"/>
              <a:ext cx="7145" cy="9525"/>
            </a:xfrm>
            <a:custGeom>
              <a:rect b="b" l="l" r="r" t="t"/>
              <a:pathLst>
                <a:path extrusionOk="0" h="76" w="58">
                  <a:moveTo>
                    <a:pt x="11" y="47"/>
                  </a:moveTo>
                  <a:lnTo>
                    <a:pt x="11" y="47"/>
                  </a:lnTo>
                  <a:lnTo>
                    <a:pt x="11" y="57"/>
                  </a:lnTo>
                  <a:cubicBezTo>
                    <a:pt x="11" y="57"/>
                    <a:pt x="11" y="57"/>
                    <a:pt x="11" y="66"/>
                  </a:cubicBezTo>
                  <a:cubicBezTo>
                    <a:pt x="20" y="66"/>
                    <a:pt x="20" y="66"/>
                    <a:pt x="20" y="66"/>
                  </a:cubicBezTo>
                  <a:lnTo>
                    <a:pt x="29" y="66"/>
                  </a:lnTo>
                  <a:cubicBezTo>
                    <a:pt x="29" y="66"/>
                    <a:pt x="29" y="66"/>
                    <a:pt x="38" y="66"/>
                  </a:cubicBezTo>
                  <a:cubicBezTo>
                    <a:pt x="48" y="66"/>
                    <a:pt x="48" y="57"/>
                    <a:pt x="48" y="57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29" y="38"/>
                  </a:cubicBezTo>
                  <a:cubicBezTo>
                    <a:pt x="20" y="38"/>
                    <a:pt x="20" y="38"/>
                    <a:pt x="20" y="38"/>
                  </a:cubicBezTo>
                  <a:lnTo>
                    <a:pt x="11" y="38"/>
                  </a:lnTo>
                  <a:lnTo>
                    <a:pt x="11" y="29"/>
                  </a:lnTo>
                  <a:lnTo>
                    <a:pt x="0" y="29"/>
                  </a:lnTo>
                  <a:lnTo>
                    <a:pt x="0" y="20"/>
                  </a:lnTo>
                  <a:cubicBezTo>
                    <a:pt x="0" y="20"/>
                    <a:pt x="0" y="20"/>
                    <a:pt x="0" y="9"/>
                  </a:cubicBezTo>
                  <a:cubicBezTo>
                    <a:pt x="0" y="9"/>
                    <a:pt x="0" y="9"/>
                    <a:pt x="11" y="9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20" y="0"/>
                    <a:pt x="20" y="0"/>
                    <a:pt x="29" y="0"/>
                  </a:cubicBezTo>
                  <a:cubicBezTo>
                    <a:pt x="29" y="0"/>
                    <a:pt x="29" y="0"/>
                    <a:pt x="38" y="0"/>
                  </a:cubicBezTo>
                  <a:cubicBezTo>
                    <a:pt x="38" y="0"/>
                    <a:pt x="38" y="0"/>
                    <a:pt x="48" y="9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20"/>
                    <a:pt x="4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2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11" y="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20" y="2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48" y="38"/>
                  </a:cubicBezTo>
                  <a:cubicBezTo>
                    <a:pt x="48" y="38"/>
                    <a:pt x="48" y="47"/>
                    <a:pt x="57" y="47"/>
                  </a:cubicBezTo>
                  <a:cubicBezTo>
                    <a:pt x="57" y="47"/>
                    <a:pt x="57" y="47"/>
                    <a:pt x="57" y="57"/>
                  </a:cubicBezTo>
                  <a:lnTo>
                    <a:pt x="48" y="66"/>
                  </a:lnTo>
                  <a:lnTo>
                    <a:pt x="38" y="66"/>
                  </a:lnTo>
                  <a:cubicBezTo>
                    <a:pt x="38" y="75"/>
                    <a:pt x="29" y="75"/>
                    <a:pt x="29" y="75"/>
                  </a:cubicBezTo>
                  <a:cubicBezTo>
                    <a:pt x="20" y="75"/>
                    <a:pt x="20" y="75"/>
                    <a:pt x="20" y="66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0" y="66"/>
                    <a:pt x="0" y="66"/>
                    <a:pt x="0" y="57"/>
                  </a:cubicBezTo>
                  <a:lnTo>
                    <a:pt x="0" y="47"/>
                  </a:lnTo>
                  <a:lnTo>
                    <a:pt x="11" y="47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1"/>
            <p:cNvSpPr/>
            <p:nvPr/>
          </p:nvSpPr>
          <p:spPr>
            <a:xfrm>
              <a:off x="3779951" y="2890838"/>
              <a:ext cx="0" cy="8334"/>
            </a:xfrm>
            <a:custGeom>
              <a:rect b="b" l="l" r="r" t="t"/>
              <a:pathLst>
                <a:path extrusionOk="0" h="67" w="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0"/>
                  </a:lnTo>
                  <a:close/>
                  <a:moveTo>
                    <a:pt x="0" y="20"/>
                  </a:moveTo>
                  <a:lnTo>
                    <a:pt x="0" y="20"/>
                  </a:lnTo>
                  <a:lnTo>
                    <a:pt x="0" y="66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1"/>
            <p:cNvSpPr/>
            <p:nvPr/>
          </p:nvSpPr>
          <p:spPr>
            <a:xfrm>
              <a:off x="3781142" y="2892029"/>
              <a:ext cx="3572" cy="8334"/>
            </a:xfrm>
            <a:custGeom>
              <a:rect b="b" l="l" r="r" t="t"/>
              <a:pathLst>
                <a:path extrusionOk="0" h="67" w="29">
                  <a:moveTo>
                    <a:pt x="18" y="11"/>
                  </a:moveTo>
                  <a:lnTo>
                    <a:pt x="18" y="11"/>
                  </a:lnTo>
                  <a:cubicBezTo>
                    <a:pt x="28" y="11"/>
                    <a:pt x="28" y="11"/>
                    <a:pt x="28" y="1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48"/>
                    <a:pt x="18" y="48"/>
                    <a:pt x="18" y="48"/>
                  </a:cubicBezTo>
                  <a:lnTo>
                    <a:pt x="18" y="57"/>
                  </a:lnTo>
                  <a:lnTo>
                    <a:pt x="28" y="57"/>
                  </a:lnTo>
                  <a:cubicBezTo>
                    <a:pt x="18" y="57"/>
                    <a:pt x="18" y="57"/>
                    <a:pt x="18" y="57"/>
                  </a:cubicBezTo>
                  <a:cubicBezTo>
                    <a:pt x="18" y="66"/>
                    <a:pt x="18" y="66"/>
                    <a:pt x="18" y="66"/>
                  </a:cubicBezTo>
                  <a:lnTo>
                    <a:pt x="9" y="57"/>
                  </a:lnTo>
                  <a:cubicBezTo>
                    <a:pt x="9" y="57"/>
                    <a:pt x="9" y="57"/>
                    <a:pt x="9" y="48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8" y="11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1"/>
            <p:cNvSpPr/>
            <p:nvPr/>
          </p:nvSpPr>
          <p:spPr>
            <a:xfrm>
              <a:off x="3785310" y="2893219"/>
              <a:ext cx="5359" cy="7144"/>
            </a:xfrm>
            <a:custGeom>
              <a:rect b="b" l="l" r="r" t="t"/>
              <a:pathLst>
                <a:path extrusionOk="0" h="56" w="46">
                  <a:moveTo>
                    <a:pt x="9" y="27"/>
                  </a:moveTo>
                  <a:lnTo>
                    <a:pt x="9" y="27"/>
                  </a:lnTo>
                  <a:cubicBezTo>
                    <a:pt x="9" y="27"/>
                    <a:pt x="9" y="27"/>
                    <a:pt x="9" y="3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46"/>
                    <a:pt x="18" y="46"/>
                    <a:pt x="27" y="46"/>
                  </a:cubicBezTo>
                  <a:lnTo>
                    <a:pt x="36" y="46"/>
                  </a:lnTo>
                  <a:cubicBezTo>
                    <a:pt x="36" y="37"/>
                    <a:pt x="36" y="37"/>
                    <a:pt x="3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5" y="37"/>
                    <a:pt x="45" y="46"/>
                    <a:pt x="36" y="46"/>
                  </a:cubicBezTo>
                  <a:lnTo>
                    <a:pt x="27" y="55"/>
                  </a:lnTo>
                  <a:cubicBezTo>
                    <a:pt x="18" y="55"/>
                    <a:pt x="18" y="55"/>
                    <a:pt x="18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0" y="37"/>
                    <a:pt x="0" y="27"/>
                    <a:pt x="0" y="27"/>
                  </a:cubicBezTo>
                  <a:cubicBezTo>
                    <a:pt x="0" y="18"/>
                    <a:pt x="0" y="18"/>
                    <a:pt x="9" y="1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0"/>
                    <a:pt x="18" y="0"/>
                  </a:cubicBezTo>
                  <a:cubicBezTo>
                    <a:pt x="18" y="0"/>
                    <a:pt x="18" y="0"/>
                    <a:pt x="27" y="0"/>
                  </a:cubicBezTo>
                  <a:lnTo>
                    <a:pt x="36" y="0"/>
                  </a:lnTo>
                  <a:cubicBezTo>
                    <a:pt x="36" y="0"/>
                    <a:pt x="36" y="9"/>
                    <a:pt x="45" y="9"/>
                  </a:cubicBezTo>
                  <a:cubicBezTo>
                    <a:pt x="45" y="9"/>
                    <a:pt x="45" y="9"/>
                    <a:pt x="45" y="18"/>
                  </a:cubicBezTo>
                  <a:lnTo>
                    <a:pt x="45" y="27"/>
                  </a:lnTo>
                  <a:lnTo>
                    <a:pt x="9" y="27"/>
                  </a:lnTo>
                  <a:close/>
                  <a:moveTo>
                    <a:pt x="36" y="18"/>
                  </a:moveTo>
                  <a:lnTo>
                    <a:pt x="36" y="18"/>
                  </a:ln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27" y="9"/>
                  </a:cubicBezTo>
                  <a:cubicBezTo>
                    <a:pt x="27" y="9"/>
                    <a:pt x="27" y="9"/>
                    <a:pt x="27" y="0"/>
                  </a:cubicBezTo>
                  <a:cubicBezTo>
                    <a:pt x="27" y="9"/>
                    <a:pt x="18" y="9"/>
                    <a:pt x="18" y="9"/>
                  </a:cubicBezTo>
                  <a:cubicBezTo>
                    <a:pt x="9" y="9"/>
                    <a:pt x="9" y="9"/>
                    <a:pt x="9" y="18"/>
                  </a:cubicBezTo>
                  <a:lnTo>
                    <a:pt x="36" y="1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"/>
            <p:cNvSpPr/>
            <p:nvPr/>
          </p:nvSpPr>
          <p:spPr>
            <a:xfrm>
              <a:off x="3792455" y="2893219"/>
              <a:ext cx="4763" cy="7144"/>
            </a:xfrm>
            <a:custGeom>
              <a:rect b="b" l="l" r="r" t="t"/>
              <a:pathLst>
                <a:path extrusionOk="0" h="56" w="38">
                  <a:moveTo>
                    <a:pt x="28" y="18"/>
                  </a:moveTo>
                  <a:lnTo>
                    <a:pt x="28" y="18"/>
                  </a:lnTo>
                  <a:cubicBezTo>
                    <a:pt x="28" y="9"/>
                    <a:pt x="28" y="9"/>
                    <a:pt x="28" y="9"/>
                  </a:cubicBezTo>
                  <a:lnTo>
                    <a:pt x="18" y="9"/>
                  </a:lnTo>
                  <a:lnTo>
                    <a:pt x="18" y="0"/>
                  </a:lnTo>
                  <a:cubicBezTo>
                    <a:pt x="18" y="0"/>
                    <a:pt x="18" y="9"/>
                    <a:pt x="9" y="9"/>
                  </a:cubicBezTo>
                  <a:cubicBezTo>
                    <a:pt x="9" y="18"/>
                    <a:pt x="9" y="18"/>
                    <a:pt x="9" y="18"/>
                  </a:cubicBezTo>
                  <a:lnTo>
                    <a:pt x="18" y="18"/>
                  </a:lnTo>
                  <a:cubicBezTo>
                    <a:pt x="28" y="27"/>
                    <a:pt x="28" y="27"/>
                    <a:pt x="28" y="27"/>
                  </a:cubicBezTo>
                  <a:cubicBezTo>
                    <a:pt x="28" y="27"/>
                    <a:pt x="28" y="27"/>
                    <a:pt x="37" y="27"/>
                  </a:cubicBezTo>
                  <a:cubicBezTo>
                    <a:pt x="37" y="37"/>
                    <a:pt x="37" y="37"/>
                    <a:pt x="37" y="37"/>
                  </a:cubicBezTo>
                  <a:lnTo>
                    <a:pt x="37" y="46"/>
                  </a:lnTo>
                  <a:cubicBezTo>
                    <a:pt x="37" y="46"/>
                    <a:pt x="37" y="46"/>
                    <a:pt x="28" y="46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9" y="55"/>
                    <a:pt x="9" y="46"/>
                    <a:pt x="0" y="46"/>
                  </a:cubicBezTo>
                  <a:lnTo>
                    <a:pt x="0" y="37"/>
                  </a:lnTo>
                  <a:cubicBezTo>
                    <a:pt x="0" y="37"/>
                    <a:pt x="9" y="37"/>
                    <a:pt x="9" y="46"/>
                  </a:cubicBezTo>
                  <a:lnTo>
                    <a:pt x="18" y="46"/>
                  </a:lnTo>
                  <a:cubicBezTo>
                    <a:pt x="28" y="46"/>
                    <a:pt x="28" y="46"/>
                    <a:pt x="28" y="46"/>
                  </a:cubicBezTo>
                  <a:cubicBezTo>
                    <a:pt x="28" y="46"/>
                    <a:pt x="28" y="46"/>
                    <a:pt x="28" y="37"/>
                  </a:cubicBezTo>
                  <a:cubicBezTo>
                    <a:pt x="28" y="27"/>
                    <a:pt x="28" y="27"/>
                    <a:pt x="28" y="27"/>
                  </a:cubicBezTo>
                  <a:lnTo>
                    <a:pt x="18" y="27"/>
                  </a:lnTo>
                  <a:cubicBezTo>
                    <a:pt x="9" y="27"/>
                    <a:pt x="9" y="27"/>
                    <a:pt x="9" y="27"/>
                  </a:cubicBezTo>
                  <a:cubicBezTo>
                    <a:pt x="9" y="27"/>
                    <a:pt x="0" y="27"/>
                    <a:pt x="0" y="18"/>
                  </a:cubicBezTo>
                  <a:cubicBezTo>
                    <a:pt x="0" y="18"/>
                    <a:pt x="0" y="18"/>
                    <a:pt x="0" y="9"/>
                  </a:cubicBezTo>
                  <a:cubicBezTo>
                    <a:pt x="0" y="9"/>
                    <a:pt x="0" y="0"/>
                    <a:pt x="9" y="0"/>
                  </a:cubicBezTo>
                  <a:lnTo>
                    <a:pt x="18" y="0"/>
                  </a:lnTo>
                  <a:cubicBezTo>
                    <a:pt x="18" y="0"/>
                    <a:pt x="18" y="0"/>
                    <a:pt x="28" y="0"/>
                  </a:cubicBezTo>
                  <a:lnTo>
                    <a:pt x="37" y="9"/>
                  </a:lnTo>
                  <a:cubicBezTo>
                    <a:pt x="37" y="9"/>
                    <a:pt x="37" y="9"/>
                    <a:pt x="37" y="18"/>
                  </a:cubicBezTo>
                  <a:lnTo>
                    <a:pt x="28" y="18"/>
                  </a:lnTo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1"/>
            <p:cNvSpPr/>
            <p:nvPr/>
          </p:nvSpPr>
          <p:spPr>
            <a:xfrm>
              <a:off x="3584055" y="2881909"/>
              <a:ext cx="29176" cy="27980"/>
            </a:xfrm>
            <a:custGeom>
              <a:rect b="b" l="l" r="r" t="t"/>
              <a:pathLst>
                <a:path extrusionOk="0" h="213" w="222">
                  <a:moveTo>
                    <a:pt x="0" y="185"/>
                  </a:moveTo>
                  <a:lnTo>
                    <a:pt x="0" y="185"/>
                  </a:lnTo>
                  <a:cubicBezTo>
                    <a:pt x="0" y="194"/>
                    <a:pt x="0" y="203"/>
                    <a:pt x="9" y="212"/>
                  </a:cubicBezTo>
                  <a:cubicBezTo>
                    <a:pt x="18" y="212"/>
                    <a:pt x="18" y="212"/>
                    <a:pt x="27" y="203"/>
                  </a:cubicBezTo>
                  <a:cubicBezTo>
                    <a:pt x="82" y="111"/>
                    <a:pt x="157" y="46"/>
                    <a:pt x="221" y="9"/>
                  </a:cubicBezTo>
                  <a:cubicBezTo>
                    <a:pt x="175" y="0"/>
                    <a:pt x="175" y="0"/>
                    <a:pt x="175" y="0"/>
                  </a:cubicBezTo>
                  <a:cubicBezTo>
                    <a:pt x="110" y="46"/>
                    <a:pt x="55" y="111"/>
                    <a:pt x="0" y="185"/>
                  </a:cubicBezTo>
                </a:path>
              </a:pathLst>
            </a:custGeom>
            <a:solidFill>
              <a:srgbClr val="D09B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1"/>
            <p:cNvSpPr/>
            <p:nvPr/>
          </p:nvSpPr>
          <p:spPr>
            <a:xfrm>
              <a:off x="3586437" y="2817020"/>
              <a:ext cx="109559" cy="70842"/>
            </a:xfrm>
            <a:custGeom>
              <a:rect b="b" l="l" r="r" t="t"/>
              <a:pathLst>
                <a:path extrusionOk="0" h="528" w="815">
                  <a:moveTo>
                    <a:pt x="796" y="185"/>
                  </a:moveTo>
                  <a:lnTo>
                    <a:pt x="796" y="185"/>
                  </a:lnTo>
                  <a:cubicBezTo>
                    <a:pt x="777" y="176"/>
                    <a:pt x="684" y="176"/>
                    <a:pt x="564" y="112"/>
                  </a:cubicBezTo>
                  <a:cubicBezTo>
                    <a:pt x="536" y="93"/>
                    <a:pt x="499" y="64"/>
                    <a:pt x="472" y="37"/>
                  </a:cubicBezTo>
                  <a:cubicBezTo>
                    <a:pt x="443" y="28"/>
                    <a:pt x="406" y="0"/>
                    <a:pt x="370" y="0"/>
                  </a:cubicBezTo>
                  <a:cubicBezTo>
                    <a:pt x="324" y="9"/>
                    <a:pt x="185" y="18"/>
                    <a:pt x="130" y="9"/>
                  </a:cubicBezTo>
                  <a:cubicBezTo>
                    <a:pt x="73" y="9"/>
                    <a:pt x="64" y="55"/>
                    <a:pt x="64" y="73"/>
                  </a:cubicBezTo>
                  <a:cubicBezTo>
                    <a:pt x="64" y="93"/>
                    <a:pt x="9" y="305"/>
                    <a:pt x="0" y="389"/>
                  </a:cubicBezTo>
                  <a:cubicBezTo>
                    <a:pt x="0" y="481"/>
                    <a:pt x="73" y="518"/>
                    <a:pt x="130" y="518"/>
                  </a:cubicBezTo>
                  <a:cubicBezTo>
                    <a:pt x="185" y="527"/>
                    <a:pt x="406" y="509"/>
                    <a:pt x="425" y="509"/>
                  </a:cubicBezTo>
                  <a:cubicBezTo>
                    <a:pt x="434" y="509"/>
                    <a:pt x="443" y="490"/>
                    <a:pt x="499" y="454"/>
                  </a:cubicBezTo>
                  <a:cubicBezTo>
                    <a:pt x="554" y="426"/>
                    <a:pt x="638" y="389"/>
                    <a:pt x="805" y="351"/>
                  </a:cubicBezTo>
                  <a:cubicBezTo>
                    <a:pt x="805" y="324"/>
                    <a:pt x="814" y="212"/>
                    <a:pt x="796" y="185"/>
                  </a:cubicBezTo>
                </a:path>
              </a:pathLst>
            </a:custGeom>
            <a:solidFill>
              <a:srgbClr val="D09B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1"/>
            <p:cNvSpPr/>
            <p:nvPr/>
          </p:nvSpPr>
          <p:spPr>
            <a:xfrm>
              <a:off x="3594772" y="2867025"/>
              <a:ext cx="10718" cy="10716"/>
            </a:xfrm>
            <a:custGeom>
              <a:rect b="b" l="l" r="r" t="t"/>
              <a:pathLst>
                <a:path extrusionOk="0" h="85" w="85">
                  <a:moveTo>
                    <a:pt x="75" y="47"/>
                  </a:moveTo>
                  <a:lnTo>
                    <a:pt x="75" y="47"/>
                  </a:lnTo>
                  <a:cubicBezTo>
                    <a:pt x="75" y="65"/>
                    <a:pt x="57" y="84"/>
                    <a:pt x="28" y="74"/>
                  </a:cubicBezTo>
                  <a:cubicBezTo>
                    <a:pt x="9" y="74"/>
                    <a:pt x="0" y="56"/>
                    <a:pt x="0" y="29"/>
                  </a:cubicBezTo>
                  <a:cubicBezTo>
                    <a:pt x="0" y="9"/>
                    <a:pt x="28" y="0"/>
                    <a:pt x="46" y="0"/>
                  </a:cubicBezTo>
                  <a:cubicBezTo>
                    <a:pt x="66" y="0"/>
                    <a:pt x="84" y="29"/>
                    <a:pt x="75" y="47"/>
                  </a:cubicBezTo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1"/>
            <p:cNvSpPr/>
            <p:nvPr/>
          </p:nvSpPr>
          <p:spPr>
            <a:xfrm>
              <a:off x="3625139" y="2864644"/>
              <a:ext cx="11909" cy="11906"/>
            </a:xfrm>
            <a:custGeom>
              <a:rect b="b" l="l" r="r" t="t"/>
              <a:pathLst>
                <a:path extrusionOk="0" h="94" w="94">
                  <a:moveTo>
                    <a:pt x="84" y="57"/>
                  </a:moveTo>
                  <a:lnTo>
                    <a:pt x="84" y="57"/>
                  </a:lnTo>
                  <a:cubicBezTo>
                    <a:pt x="84" y="75"/>
                    <a:pt x="65" y="93"/>
                    <a:pt x="38" y="84"/>
                  </a:cubicBezTo>
                  <a:cubicBezTo>
                    <a:pt x="20" y="84"/>
                    <a:pt x="0" y="66"/>
                    <a:pt x="9" y="38"/>
                  </a:cubicBezTo>
                  <a:cubicBezTo>
                    <a:pt x="9" y="19"/>
                    <a:pt x="29" y="0"/>
                    <a:pt x="56" y="9"/>
                  </a:cubicBezTo>
                  <a:cubicBezTo>
                    <a:pt x="75" y="9"/>
                    <a:pt x="93" y="38"/>
                    <a:pt x="84" y="57"/>
                  </a:cubicBezTo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1"/>
            <p:cNvSpPr/>
            <p:nvPr/>
          </p:nvSpPr>
          <p:spPr>
            <a:xfrm>
              <a:off x="3598941" y="2827140"/>
              <a:ext cx="38107" cy="20836"/>
            </a:xfrm>
            <a:custGeom>
              <a:rect b="b" l="l" r="r" t="t"/>
              <a:pathLst>
                <a:path extrusionOk="0" h="160" w="288">
                  <a:moveTo>
                    <a:pt x="56" y="11"/>
                  </a:moveTo>
                  <a:lnTo>
                    <a:pt x="56" y="11"/>
                  </a:lnTo>
                  <a:cubicBezTo>
                    <a:pt x="29" y="20"/>
                    <a:pt x="29" y="29"/>
                    <a:pt x="18" y="48"/>
                  </a:cubicBezTo>
                  <a:cubicBezTo>
                    <a:pt x="18" y="57"/>
                    <a:pt x="18" y="94"/>
                    <a:pt x="9" y="130"/>
                  </a:cubicBezTo>
                  <a:cubicBezTo>
                    <a:pt x="0" y="159"/>
                    <a:pt x="38" y="159"/>
                    <a:pt x="65" y="159"/>
                  </a:cubicBezTo>
                  <a:cubicBezTo>
                    <a:pt x="84" y="159"/>
                    <a:pt x="214" y="159"/>
                    <a:pt x="250" y="148"/>
                  </a:cubicBezTo>
                  <a:cubicBezTo>
                    <a:pt x="287" y="148"/>
                    <a:pt x="287" y="121"/>
                    <a:pt x="278" y="103"/>
                  </a:cubicBezTo>
                  <a:cubicBezTo>
                    <a:pt x="278" y="94"/>
                    <a:pt x="269" y="57"/>
                    <a:pt x="269" y="39"/>
                  </a:cubicBezTo>
                  <a:cubicBezTo>
                    <a:pt x="259" y="11"/>
                    <a:pt x="250" y="11"/>
                    <a:pt x="232" y="11"/>
                  </a:cubicBezTo>
                  <a:cubicBezTo>
                    <a:pt x="203" y="0"/>
                    <a:pt x="84" y="11"/>
                    <a:pt x="5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"/>
            <p:cNvSpPr/>
            <p:nvPr/>
          </p:nvSpPr>
          <p:spPr>
            <a:xfrm>
              <a:off x="3606086" y="2821186"/>
              <a:ext cx="22031" cy="2977"/>
            </a:xfrm>
            <a:custGeom>
              <a:rect b="b" l="l" r="r" t="t"/>
              <a:pathLst>
                <a:path extrusionOk="0" h="28" w="168">
                  <a:moveTo>
                    <a:pt x="19" y="9"/>
                  </a:moveTo>
                  <a:lnTo>
                    <a:pt x="19" y="9"/>
                  </a:lnTo>
                  <a:cubicBezTo>
                    <a:pt x="0" y="9"/>
                    <a:pt x="9" y="27"/>
                    <a:pt x="19" y="27"/>
                  </a:cubicBezTo>
                  <a:cubicBezTo>
                    <a:pt x="28" y="27"/>
                    <a:pt x="119" y="27"/>
                    <a:pt x="147" y="27"/>
                  </a:cubicBezTo>
                  <a:cubicBezTo>
                    <a:pt x="167" y="27"/>
                    <a:pt x="158" y="0"/>
                    <a:pt x="147" y="0"/>
                  </a:cubicBezTo>
                  <a:cubicBezTo>
                    <a:pt x="129" y="0"/>
                    <a:pt x="37" y="0"/>
                    <a:pt x="19" y="9"/>
                  </a:cubicBezTo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1"/>
            <p:cNvSpPr/>
            <p:nvPr/>
          </p:nvSpPr>
          <p:spPr>
            <a:xfrm>
              <a:off x="3648956" y="2830711"/>
              <a:ext cx="10718" cy="22027"/>
            </a:xfrm>
            <a:custGeom>
              <a:rect b="b" l="l" r="r" t="t"/>
              <a:pathLst>
                <a:path extrusionOk="0" h="168" w="83">
                  <a:moveTo>
                    <a:pt x="0" y="0"/>
                  </a:moveTo>
                  <a:lnTo>
                    <a:pt x="0" y="0"/>
                  </a:lnTo>
                  <a:cubicBezTo>
                    <a:pt x="9" y="0"/>
                    <a:pt x="55" y="28"/>
                    <a:pt x="64" y="28"/>
                  </a:cubicBezTo>
                  <a:cubicBezTo>
                    <a:pt x="82" y="37"/>
                    <a:pt x="73" y="158"/>
                    <a:pt x="64" y="158"/>
                  </a:cubicBezTo>
                  <a:cubicBezTo>
                    <a:pt x="64" y="167"/>
                    <a:pt x="9" y="167"/>
                    <a:pt x="0" y="167"/>
                  </a:cubicBezTo>
                  <a:cubicBezTo>
                    <a:pt x="9" y="139"/>
                    <a:pt x="9" y="55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1"/>
            <p:cNvSpPr/>
            <p:nvPr/>
          </p:nvSpPr>
          <p:spPr>
            <a:xfrm>
              <a:off x="3661461" y="2837260"/>
              <a:ext cx="8336" cy="16074"/>
            </a:xfrm>
            <a:custGeom>
              <a:rect b="b" l="l" r="r" t="t"/>
              <a:pathLst>
                <a:path extrusionOk="0" h="122" w="67">
                  <a:moveTo>
                    <a:pt x="10" y="0"/>
                  </a:moveTo>
                  <a:lnTo>
                    <a:pt x="10" y="0"/>
                  </a:lnTo>
                  <a:cubicBezTo>
                    <a:pt x="19" y="0"/>
                    <a:pt x="48" y="9"/>
                    <a:pt x="48" y="19"/>
                  </a:cubicBezTo>
                  <a:cubicBezTo>
                    <a:pt x="66" y="19"/>
                    <a:pt x="57" y="112"/>
                    <a:pt x="57" y="112"/>
                  </a:cubicBezTo>
                  <a:cubicBezTo>
                    <a:pt x="48" y="121"/>
                    <a:pt x="10" y="112"/>
                    <a:pt x="0" y="112"/>
                  </a:cubicBezTo>
                  <a:cubicBezTo>
                    <a:pt x="10" y="84"/>
                    <a:pt x="10" y="37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1"/>
            <p:cNvSpPr/>
            <p:nvPr/>
          </p:nvSpPr>
          <p:spPr>
            <a:xfrm>
              <a:off x="3672774" y="2839641"/>
              <a:ext cx="5954" cy="13097"/>
            </a:xfrm>
            <a:custGeom>
              <a:rect b="b" l="l" r="r" t="t"/>
              <a:pathLst>
                <a:path extrusionOk="0" h="103" w="47">
                  <a:moveTo>
                    <a:pt x="0" y="0"/>
                  </a:moveTo>
                  <a:lnTo>
                    <a:pt x="0" y="0"/>
                  </a:lnTo>
                  <a:cubicBezTo>
                    <a:pt x="10" y="9"/>
                    <a:pt x="37" y="18"/>
                    <a:pt x="37" y="18"/>
                  </a:cubicBezTo>
                  <a:cubicBezTo>
                    <a:pt x="46" y="18"/>
                    <a:pt x="46" y="93"/>
                    <a:pt x="37" y="102"/>
                  </a:cubicBezTo>
                  <a:lnTo>
                    <a:pt x="0" y="102"/>
                  </a:lnTo>
                  <a:cubicBezTo>
                    <a:pt x="0" y="74"/>
                    <a:pt x="0" y="36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1"/>
            <p:cNvSpPr/>
            <p:nvPr/>
          </p:nvSpPr>
          <p:spPr>
            <a:xfrm>
              <a:off x="3681110" y="2842022"/>
              <a:ext cx="5954" cy="10716"/>
            </a:xfrm>
            <a:custGeom>
              <a:rect b="b" l="l" r="r" t="t"/>
              <a:pathLst>
                <a:path extrusionOk="0" h="85" w="48">
                  <a:moveTo>
                    <a:pt x="9" y="0"/>
                  </a:moveTo>
                  <a:lnTo>
                    <a:pt x="9" y="0"/>
                  </a:lnTo>
                  <a:lnTo>
                    <a:pt x="36" y="9"/>
                  </a:lnTo>
                  <a:cubicBezTo>
                    <a:pt x="47" y="18"/>
                    <a:pt x="47" y="84"/>
                    <a:pt x="36" y="84"/>
                  </a:cubicBezTo>
                  <a:cubicBezTo>
                    <a:pt x="36" y="84"/>
                    <a:pt x="9" y="84"/>
                    <a:pt x="0" y="84"/>
                  </a:cubicBezTo>
                  <a:cubicBezTo>
                    <a:pt x="9" y="65"/>
                    <a:pt x="9" y="27"/>
                    <a:pt x="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1"/>
            <p:cNvSpPr/>
            <p:nvPr/>
          </p:nvSpPr>
          <p:spPr>
            <a:xfrm>
              <a:off x="3651338" y="2867025"/>
              <a:ext cx="45848" cy="24408"/>
            </a:xfrm>
            <a:custGeom>
              <a:rect b="b" l="l" r="r" t="t"/>
              <a:pathLst>
                <a:path extrusionOk="0" h="185" w="343">
                  <a:moveTo>
                    <a:pt x="342" y="19"/>
                  </a:moveTo>
                  <a:lnTo>
                    <a:pt x="342" y="19"/>
                  </a:lnTo>
                  <a:cubicBezTo>
                    <a:pt x="342" y="9"/>
                    <a:pt x="333" y="0"/>
                    <a:pt x="324" y="0"/>
                  </a:cubicBezTo>
                  <a:cubicBezTo>
                    <a:pt x="315" y="0"/>
                    <a:pt x="157" y="19"/>
                    <a:pt x="9" y="139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57" y="47"/>
                    <a:pt x="324" y="29"/>
                    <a:pt x="324" y="29"/>
                  </a:cubicBezTo>
                  <a:cubicBezTo>
                    <a:pt x="333" y="29"/>
                    <a:pt x="342" y="29"/>
                    <a:pt x="342" y="19"/>
                  </a:cubicBezTo>
                </a:path>
              </a:pathLst>
            </a:custGeom>
            <a:solidFill>
              <a:srgbClr val="D09B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1"/>
            <p:cNvSpPr/>
            <p:nvPr/>
          </p:nvSpPr>
          <p:spPr>
            <a:xfrm>
              <a:off x="3632284" y="2886075"/>
              <a:ext cx="19649" cy="24408"/>
            </a:xfrm>
            <a:custGeom>
              <a:rect b="b" l="l" r="r" t="t"/>
              <a:pathLst>
                <a:path extrusionOk="0" h="185" w="149">
                  <a:moveTo>
                    <a:pt x="9" y="166"/>
                  </a:moveTo>
                  <a:lnTo>
                    <a:pt x="9" y="166"/>
                  </a:lnTo>
                  <a:cubicBezTo>
                    <a:pt x="0" y="166"/>
                    <a:pt x="0" y="175"/>
                    <a:pt x="9" y="184"/>
                  </a:cubicBezTo>
                  <a:cubicBezTo>
                    <a:pt x="9" y="184"/>
                    <a:pt x="9" y="184"/>
                    <a:pt x="19" y="184"/>
                  </a:cubicBezTo>
                  <a:cubicBezTo>
                    <a:pt x="19" y="184"/>
                    <a:pt x="28" y="184"/>
                    <a:pt x="28" y="175"/>
                  </a:cubicBezTo>
                  <a:cubicBezTo>
                    <a:pt x="64" y="129"/>
                    <a:pt x="101" y="83"/>
                    <a:pt x="139" y="45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01" y="36"/>
                    <a:pt x="46" y="93"/>
                    <a:pt x="9" y="166"/>
                  </a:cubicBezTo>
                </a:path>
              </a:pathLst>
            </a:custGeom>
            <a:solidFill>
              <a:srgbClr val="D09B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1"/>
            <p:cNvSpPr/>
            <p:nvPr/>
          </p:nvSpPr>
          <p:spPr>
            <a:xfrm>
              <a:off x="3593581" y="2890838"/>
              <a:ext cx="53589" cy="7144"/>
            </a:xfrm>
            <a:custGeom>
              <a:rect b="b" l="l" r="r" t="t"/>
              <a:pathLst>
                <a:path extrusionOk="0" h="58" w="400">
                  <a:moveTo>
                    <a:pt x="37" y="9"/>
                  </a:moveTo>
                  <a:lnTo>
                    <a:pt x="399" y="0"/>
                  </a:lnTo>
                  <a:lnTo>
                    <a:pt x="360" y="47"/>
                  </a:lnTo>
                  <a:lnTo>
                    <a:pt x="0" y="57"/>
                  </a:lnTo>
                  <a:lnTo>
                    <a:pt x="37" y="9"/>
                  </a:lnTo>
                </a:path>
              </a:pathLst>
            </a:custGeom>
            <a:solidFill>
              <a:srgbClr val="D09B5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1"/>
            <p:cNvSpPr/>
            <p:nvPr/>
          </p:nvSpPr>
          <p:spPr>
            <a:xfrm>
              <a:off x="4068734" y="2789635"/>
              <a:ext cx="30962" cy="126802"/>
            </a:xfrm>
            <a:custGeom>
              <a:rect b="b" l="l" r="r" t="t"/>
              <a:pathLst>
                <a:path extrusionOk="0" h="945" w="232">
                  <a:moveTo>
                    <a:pt x="231" y="944"/>
                  </a:moveTo>
                  <a:lnTo>
                    <a:pt x="0" y="944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31" y="944"/>
                  </a:lnTo>
                </a:path>
              </a:pathLst>
            </a:custGeom>
            <a:solidFill>
              <a:srgbClr val="D7D6D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6" name="Google Shape;1176;p1"/>
          <p:cNvGrpSpPr/>
          <p:nvPr/>
        </p:nvGrpSpPr>
        <p:grpSpPr>
          <a:xfrm>
            <a:off x="4291013" y="4105275"/>
            <a:ext cx="673100" cy="673100"/>
            <a:chOff x="4290829" y="4104680"/>
            <a:chExt cx="674025" cy="673894"/>
          </a:xfrm>
        </p:grpSpPr>
        <p:sp>
          <p:nvSpPr>
            <p:cNvPr id="1177" name="Google Shape;1177;p1"/>
            <p:cNvSpPr/>
            <p:nvPr/>
          </p:nvSpPr>
          <p:spPr>
            <a:xfrm>
              <a:off x="4290829" y="4104680"/>
              <a:ext cx="674025" cy="673894"/>
            </a:xfrm>
            <a:custGeom>
              <a:rect b="b" l="l" r="r" t="t"/>
              <a:pathLst>
                <a:path extrusionOk="0" h="4997" w="4997">
                  <a:moveTo>
                    <a:pt x="4996" y="2498"/>
                  </a:moveTo>
                  <a:lnTo>
                    <a:pt x="4996" y="2498"/>
                  </a:lnTo>
                  <a:cubicBezTo>
                    <a:pt x="4996" y="3877"/>
                    <a:pt x="3886" y="4996"/>
                    <a:pt x="2498" y="4996"/>
                  </a:cubicBezTo>
                  <a:cubicBezTo>
                    <a:pt x="1120" y="4996"/>
                    <a:pt x="0" y="3877"/>
                    <a:pt x="0" y="2498"/>
                  </a:cubicBezTo>
                  <a:cubicBezTo>
                    <a:pt x="0" y="1119"/>
                    <a:pt x="1120" y="0"/>
                    <a:pt x="2498" y="0"/>
                  </a:cubicBezTo>
                  <a:cubicBezTo>
                    <a:pt x="3886" y="0"/>
                    <a:pt x="4996" y="1119"/>
                    <a:pt x="4996" y="2498"/>
                  </a:cubicBezTo>
                </a:path>
              </a:pathLst>
            </a:custGeom>
            <a:solidFill>
              <a:srgbClr val="FDBC6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"/>
            <p:cNvSpPr/>
            <p:nvPr/>
          </p:nvSpPr>
          <p:spPr>
            <a:xfrm>
              <a:off x="4675476" y="4195763"/>
              <a:ext cx="93482" cy="491728"/>
            </a:xfrm>
            <a:custGeom>
              <a:rect b="b" l="l" r="r" t="t"/>
              <a:pathLst>
                <a:path extrusionOk="0" h="3647" w="696">
                  <a:moveTo>
                    <a:pt x="0" y="870"/>
                  </a:moveTo>
                  <a:lnTo>
                    <a:pt x="0" y="870"/>
                  </a:lnTo>
                  <a:cubicBezTo>
                    <a:pt x="0" y="1647"/>
                    <a:pt x="324" y="1730"/>
                    <a:pt x="408" y="1739"/>
                  </a:cubicBezTo>
                  <a:cubicBezTo>
                    <a:pt x="408" y="3646"/>
                    <a:pt x="408" y="3646"/>
                    <a:pt x="408" y="3646"/>
                  </a:cubicBezTo>
                  <a:cubicBezTo>
                    <a:pt x="695" y="3646"/>
                    <a:pt x="695" y="3646"/>
                    <a:pt x="695" y="3646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408" y="0"/>
                    <a:pt x="408" y="0"/>
                    <a:pt x="408" y="0"/>
                  </a:cubicBezTo>
                  <a:cubicBezTo>
                    <a:pt x="408" y="0"/>
                    <a:pt x="0" y="0"/>
                    <a:pt x="0" y="870"/>
                  </a:cubicBezTo>
                </a:path>
              </a:pathLst>
            </a:custGeom>
            <a:solidFill>
              <a:srgbClr val="D8D9D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1"/>
            <p:cNvSpPr/>
            <p:nvPr/>
          </p:nvSpPr>
          <p:spPr>
            <a:xfrm>
              <a:off x="4675476" y="4195763"/>
              <a:ext cx="54779" cy="234553"/>
            </a:xfrm>
            <a:custGeom>
              <a:rect b="b" l="l" r="r" t="t"/>
              <a:pathLst>
                <a:path extrusionOk="0" h="1740" w="409">
                  <a:moveTo>
                    <a:pt x="0" y="870"/>
                  </a:moveTo>
                  <a:lnTo>
                    <a:pt x="0" y="870"/>
                  </a:lnTo>
                  <a:cubicBezTo>
                    <a:pt x="0" y="1647"/>
                    <a:pt x="324" y="1730"/>
                    <a:pt x="408" y="1739"/>
                  </a:cubicBezTo>
                  <a:cubicBezTo>
                    <a:pt x="408" y="0"/>
                    <a:pt x="408" y="0"/>
                    <a:pt x="408" y="0"/>
                  </a:cubicBezTo>
                  <a:cubicBezTo>
                    <a:pt x="408" y="0"/>
                    <a:pt x="0" y="0"/>
                    <a:pt x="0" y="870"/>
                  </a:cubicBezTo>
                </a:path>
              </a:pathLst>
            </a:custGeom>
            <a:solidFill>
              <a:srgbClr val="ECEDF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1"/>
            <p:cNvSpPr/>
            <p:nvPr/>
          </p:nvSpPr>
          <p:spPr>
            <a:xfrm>
              <a:off x="4485534" y="4195763"/>
              <a:ext cx="145880" cy="491728"/>
            </a:xfrm>
            <a:custGeom>
              <a:rect b="b" l="l" r="r" t="t"/>
              <a:pathLst>
                <a:path extrusionOk="0" h="3647" w="1084">
                  <a:moveTo>
                    <a:pt x="130" y="362"/>
                  </a:moveTo>
                  <a:lnTo>
                    <a:pt x="130" y="362"/>
                  </a:lnTo>
                  <a:cubicBezTo>
                    <a:pt x="84" y="490"/>
                    <a:pt x="38" y="620"/>
                    <a:pt x="20" y="750"/>
                  </a:cubicBezTo>
                  <a:cubicBezTo>
                    <a:pt x="0" y="879"/>
                    <a:pt x="29" y="973"/>
                    <a:pt x="93" y="1073"/>
                  </a:cubicBezTo>
                  <a:cubicBezTo>
                    <a:pt x="157" y="1185"/>
                    <a:pt x="269" y="1342"/>
                    <a:pt x="399" y="1415"/>
                  </a:cubicBezTo>
                  <a:cubicBezTo>
                    <a:pt x="399" y="3646"/>
                    <a:pt x="399" y="3646"/>
                    <a:pt x="399" y="3646"/>
                  </a:cubicBezTo>
                  <a:cubicBezTo>
                    <a:pt x="695" y="3646"/>
                    <a:pt x="695" y="3646"/>
                    <a:pt x="695" y="3646"/>
                  </a:cubicBezTo>
                  <a:cubicBezTo>
                    <a:pt x="695" y="1415"/>
                    <a:pt x="695" y="1415"/>
                    <a:pt x="695" y="1415"/>
                  </a:cubicBezTo>
                  <a:cubicBezTo>
                    <a:pt x="825" y="1342"/>
                    <a:pt x="925" y="1185"/>
                    <a:pt x="991" y="1073"/>
                  </a:cubicBezTo>
                  <a:cubicBezTo>
                    <a:pt x="1055" y="973"/>
                    <a:pt x="1083" y="879"/>
                    <a:pt x="1064" y="750"/>
                  </a:cubicBezTo>
                  <a:cubicBezTo>
                    <a:pt x="1055" y="620"/>
                    <a:pt x="1000" y="490"/>
                    <a:pt x="953" y="362"/>
                  </a:cubicBezTo>
                  <a:cubicBezTo>
                    <a:pt x="916" y="269"/>
                    <a:pt x="852" y="18"/>
                    <a:pt x="713" y="0"/>
                  </a:cubicBezTo>
                  <a:cubicBezTo>
                    <a:pt x="797" y="731"/>
                    <a:pt x="797" y="731"/>
                    <a:pt x="797" y="731"/>
                  </a:cubicBezTo>
                  <a:cubicBezTo>
                    <a:pt x="695" y="731"/>
                    <a:pt x="695" y="731"/>
                    <a:pt x="695" y="731"/>
                  </a:cubicBezTo>
                  <a:cubicBezTo>
                    <a:pt x="620" y="0"/>
                    <a:pt x="620" y="0"/>
                    <a:pt x="620" y="0"/>
                  </a:cubicBezTo>
                  <a:cubicBezTo>
                    <a:pt x="547" y="0"/>
                    <a:pt x="547" y="0"/>
                    <a:pt x="547" y="0"/>
                  </a:cubicBezTo>
                  <a:cubicBezTo>
                    <a:pt x="463" y="0"/>
                    <a:pt x="463" y="0"/>
                    <a:pt x="463" y="0"/>
                  </a:cubicBezTo>
                  <a:cubicBezTo>
                    <a:pt x="390" y="731"/>
                    <a:pt x="390" y="731"/>
                    <a:pt x="390" y="731"/>
                  </a:cubicBezTo>
                  <a:cubicBezTo>
                    <a:pt x="287" y="731"/>
                    <a:pt x="287" y="731"/>
                    <a:pt x="287" y="731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241" y="18"/>
                    <a:pt x="167" y="269"/>
                    <a:pt x="130" y="362"/>
                  </a:cubicBezTo>
                </a:path>
              </a:pathLst>
            </a:custGeom>
            <a:solidFill>
              <a:srgbClr val="D8D9D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1"/>
            <p:cNvSpPr/>
            <p:nvPr/>
          </p:nvSpPr>
          <p:spPr>
            <a:xfrm>
              <a:off x="4485534" y="4195763"/>
              <a:ext cx="74429" cy="491728"/>
            </a:xfrm>
            <a:custGeom>
              <a:rect b="b" l="l" r="r" t="t"/>
              <a:pathLst>
                <a:path extrusionOk="0" h="3647" w="557">
                  <a:moveTo>
                    <a:pt x="547" y="0"/>
                  </a:moveTo>
                  <a:lnTo>
                    <a:pt x="547" y="0"/>
                  </a:lnTo>
                  <a:cubicBezTo>
                    <a:pt x="472" y="0"/>
                    <a:pt x="472" y="0"/>
                    <a:pt x="472" y="0"/>
                  </a:cubicBezTo>
                  <a:cubicBezTo>
                    <a:pt x="390" y="731"/>
                    <a:pt x="390" y="731"/>
                    <a:pt x="390" y="731"/>
                  </a:cubicBezTo>
                  <a:cubicBezTo>
                    <a:pt x="296" y="731"/>
                    <a:pt x="296" y="731"/>
                    <a:pt x="296" y="731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241" y="18"/>
                    <a:pt x="167" y="269"/>
                    <a:pt x="139" y="362"/>
                  </a:cubicBezTo>
                  <a:cubicBezTo>
                    <a:pt x="130" y="362"/>
                    <a:pt x="130" y="362"/>
                    <a:pt x="130" y="362"/>
                  </a:cubicBezTo>
                  <a:cubicBezTo>
                    <a:pt x="84" y="490"/>
                    <a:pt x="38" y="620"/>
                    <a:pt x="20" y="750"/>
                  </a:cubicBezTo>
                  <a:cubicBezTo>
                    <a:pt x="0" y="879"/>
                    <a:pt x="29" y="973"/>
                    <a:pt x="93" y="1073"/>
                  </a:cubicBezTo>
                  <a:cubicBezTo>
                    <a:pt x="157" y="1185"/>
                    <a:pt x="269" y="1342"/>
                    <a:pt x="399" y="1415"/>
                  </a:cubicBezTo>
                  <a:cubicBezTo>
                    <a:pt x="399" y="3646"/>
                    <a:pt x="399" y="3646"/>
                    <a:pt x="399" y="3646"/>
                  </a:cubicBezTo>
                  <a:cubicBezTo>
                    <a:pt x="556" y="3646"/>
                    <a:pt x="556" y="3646"/>
                    <a:pt x="556" y="3646"/>
                  </a:cubicBezTo>
                  <a:cubicBezTo>
                    <a:pt x="556" y="1415"/>
                    <a:pt x="556" y="1415"/>
                    <a:pt x="556" y="1415"/>
                  </a:cubicBezTo>
                  <a:lnTo>
                    <a:pt x="547" y="0"/>
                  </a:lnTo>
                </a:path>
              </a:pathLst>
            </a:custGeom>
            <a:solidFill>
              <a:srgbClr val="ECEDF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2" name="Google Shape;1182;p1"/>
          <p:cNvGrpSpPr/>
          <p:nvPr/>
        </p:nvGrpSpPr>
        <p:grpSpPr>
          <a:xfrm>
            <a:off x="3460750" y="979488"/>
            <a:ext cx="674688" cy="674687"/>
            <a:chOff x="3461397" y="979885"/>
            <a:chExt cx="674025" cy="673894"/>
          </a:xfrm>
        </p:grpSpPr>
        <p:sp>
          <p:nvSpPr>
            <p:cNvPr id="1183" name="Google Shape;1183;p1"/>
            <p:cNvSpPr/>
            <p:nvPr/>
          </p:nvSpPr>
          <p:spPr>
            <a:xfrm>
              <a:off x="3461397" y="979885"/>
              <a:ext cx="674025" cy="673894"/>
            </a:xfrm>
            <a:custGeom>
              <a:rect b="b" l="l" r="r" t="t"/>
              <a:pathLst>
                <a:path extrusionOk="0" h="4996" w="4997">
                  <a:moveTo>
                    <a:pt x="4996" y="2497"/>
                  </a:moveTo>
                  <a:lnTo>
                    <a:pt x="4996" y="2497"/>
                  </a:lnTo>
                  <a:cubicBezTo>
                    <a:pt x="4996" y="3876"/>
                    <a:pt x="3877" y="4995"/>
                    <a:pt x="2498" y="4995"/>
                  </a:cubicBezTo>
                  <a:cubicBezTo>
                    <a:pt x="1119" y="4995"/>
                    <a:pt x="0" y="3876"/>
                    <a:pt x="0" y="2497"/>
                  </a:cubicBezTo>
                  <a:cubicBezTo>
                    <a:pt x="0" y="1110"/>
                    <a:pt x="1119" y="0"/>
                    <a:pt x="2498" y="0"/>
                  </a:cubicBezTo>
                  <a:cubicBezTo>
                    <a:pt x="3877" y="0"/>
                    <a:pt x="4996" y="1110"/>
                    <a:pt x="4996" y="2497"/>
                  </a:cubicBezTo>
                </a:path>
              </a:pathLst>
            </a:custGeom>
            <a:solidFill>
              <a:srgbClr val="27505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1"/>
            <p:cNvSpPr/>
            <p:nvPr/>
          </p:nvSpPr>
          <p:spPr>
            <a:xfrm>
              <a:off x="3562620" y="1086446"/>
              <a:ext cx="462648" cy="461367"/>
            </a:xfrm>
            <a:custGeom>
              <a:rect b="b" l="l" r="r" t="t"/>
              <a:pathLst>
                <a:path extrusionOk="0" h="3424" w="3431">
                  <a:moveTo>
                    <a:pt x="1720" y="0"/>
                  </a:moveTo>
                  <a:lnTo>
                    <a:pt x="1720" y="0"/>
                  </a:lnTo>
                  <a:cubicBezTo>
                    <a:pt x="766" y="0"/>
                    <a:pt x="0" y="768"/>
                    <a:pt x="0" y="1711"/>
                  </a:cubicBezTo>
                  <a:cubicBezTo>
                    <a:pt x="0" y="2655"/>
                    <a:pt x="766" y="3423"/>
                    <a:pt x="1720" y="3423"/>
                  </a:cubicBezTo>
                  <a:cubicBezTo>
                    <a:pt x="2664" y="3423"/>
                    <a:pt x="3430" y="2655"/>
                    <a:pt x="3430" y="1711"/>
                  </a:cubicBezTo>
                  <a:cubicBezTo>
                    <a:pt x="3430" y="768"/>
                    <a:pt x="2664" y="0"/>
                    <a:pt x="1720" y="0"/>
                  </a:cubicBezTo>
                </a:path>
              </a:pathLst>
            </a:custGeom>
            <a:solidFill>
              <a:srgbClr val="677E4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1"/>
            <p:cNvSpPr/>
            <p:nvPr/>
          </p:nvSpPr>
          <p:spPr>
            <a:xfrm>
              <a:off x="3794836" y="1434704"/>
              <a:ext cx="0" cy="0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0343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1"/>
            <p:cNvSpPr/>
            <p:nvPr/>
          </p:nvSpPr>
          <p:spPr>
            <a:xfrm>
              <a:off x="3562619" y="1085256"/>
              <a:ext cx="454312" cy="463153"/>
            </a:xfrm>
            <a:custGeom>
              <a:rect b="b" l="l" r="r" t="t"/>
              <a:pathLst>
                <a:path extrusionOk="0" h="3433" w="3367">
                  <a:moveTo>
                    <a:pt x="3320" y="1101"/>
                  </a:moveTo>
                  <a:lnTo>
                    <a:pt x="3320" y="1101"/>
                  </a:lnTo>
                  <a:cubicBezTo>
                    <a:pt x="3227" y="1101"/>
                    <a:pt x="3227" y="1101"/>
                    <a:pt x="3227" y="1101"/>
                  </a:cubicBezTo>
                  <a:cubicBezTo>
                    <a:pt x="3182" y="1055"/>
                    <a:pt x="3182" y="1055"/>
                    <a:pt x="3182" y="1055"/>
                  </a:cubicBezTo>
                  <a:cubicBezTo>
                    <a:pt x="3172" y="971"/>
                    <a:pt x="3172" y="971"/>
                    <a:pt x="3172" y="971"/>
                  </a:cubicBezTo>
                  <a:cubicBezTo>
                    <a:pt x="3127" y="1000"/>
                    <a:pt x="3127" y="1000"/>
                    <a:pt x="3127" y="1000"/>
                  </a:cubicBezTo>
                  <a:cubicBezTo>
                    <a:pt x="3108" y="1091"/>
                    <a:pt x="3108" y="1091"/>
                    <a:pt x="3108" y="1091"/>
                  </a:cubicBezTo>
                  <a:cubicBezTo>
                    <a:pt x="3043" y="1027"/>
                    <a:pt x="3043" y="1027"/>
                    <a:pt x="3043" y="1027"/>
                  </a:cubicBezTo>
                  <a:cubicBezTo>
                    <a:pt x="3033" y="952"/>
                    <a:pt x="3033" y="952"/>
                    <a:pt x="3033" y="952"/>
                  </a:cubicBezTo>
                  <a:cubicBezTo>
                    <a:pt x="2969" y="897"/>
                    <a:pt x="2969" y="897"/>
                    <a:pt x="2969" y="897"/>
                  </a:cubicBezTo>
                  <a:cubicBezTo>
                    <a:pt x="2949" y="879"/>
                    <a:pt x="2949" y="879"/>
                    <a:pt x="2949" y="879"/>
                  </a:cubicBezTo>
                  <a:cubicBezTo>
                    <a:pt x="2876" y="879"/>
                    <a:pt x="2876" y="879"/>
                    <a:pt x="2876" y="879"/>
                  </a:cubicBezTo>
                  <a:cubicBezTo>
                    <a:pt x="2894" y="943"/>
                    <a:pt x="2894" y="943"/>
                    <a:pt x="2894" y="943"/>
                  </a:cubicBezTo>
                  <a:cubicBezTo>
                    <a:pt x="2988" y="989"/>
                    <a:pt x="2988" y="989"/>
                    <a:pt x="2988" y="989"/>
                  </a:cubicBezTo>
                  <a:cubicBezTo>
                    <a:pt x="3006" y="1009"/>
                    <a:pt x="3006" y="1009"/>
                    <a:pt x="3006" y="1009"/>
                  </a:cubicBezTo>
                  <a:cubicBezTo>
                    <a:pt x="2988" y="1018"/>
                    <a:pt x="2988" y="1018"/>
                    <a:pt x="2988" y="1018"/>
                  </a:cubicBezTo>
                  <a:cubicBezTo>
                    <a:pt x="2988" y="1073"/>
                    <a:pt x="2988" y="1073"/>
                    <a:pt x="2988" y="1073"/>
                  </a:cubicBezTo>
                  <a:cubicBezTo>
                    <a:pt x="2940" y="1091"/>
                    <a:pt x="2940" y="1091"/>
                    <a:pt x="2940" y="1091"/>
                  </a:cubicBezTo>
                  <a:cubicBezTo>
                    <a:pt x="2904" y="1082"/>
                    <a:pt x="2904" y="1082"/>
                    <a:pt x="2904" y="1082"/>
                  </a:cubicBezTo>
                  <a:cubicBezTo>
                    <a:pt x="2876" y="1046"/>
                    <a:pt x="2876" y="1046"/>
                    <a:pt x="2876" y="1046"/>
                  </a:cubicBezTo>
                  <a:cubicBezTo>
                    <a:pt x="2940" y="1055"/>
                    <a:pt x="2940" y="1055"/>
                    <a:pt x="2940" y="1055"/>
                  </a:cubicBezTo>
                  <a:cubicBezTo>
                    <a:pt x="2960" y="1027"/>
                    <a:pt x="2960" y="1027"/>
                    <a:pt x="2960" y="1027"/>
                  </a:cubicBezTo>
                  <a:cubicBezTo>
                    <a:pt x="2821" y="943"/>
                    <a:pt x="2821" y="943"/>
                    <a:pt x="2821" y="943"/>
                  </a:cubicBezTo>
                  <a:cubicBezTo>
                    <a:pt x="2812" y="897"/>
                    <a:pt x="2812" y="897"/>
                    <a:pt x="2812" y="897"/>
                  </a:cubicBezTo>
                  <a:cubicBezTo>
                    <a:pt x="2756" y="952"/>
                    <a:pt x="2756" y="952"/>
                    <a:pt x="2756" y="952"/>
                  </a:cubicBezTo>
                  <a:cubicBezTo>
                    <a:pt x="2701" y="943"/>
                    <a:pt x="2701" y="943"/>
                    <a:pt x="2701" y="943"/>
                  </a:cubicBezTo>
                  <a:cubicBezTo>
                    <a:pt x="2617" y="1046"/>
                    <a:pt x="2617" y="1046"/>
                    <a:pt x="2617" y="1046"/>
                  </a:cubicBezTo>
                  <a:cubicBezTo>
                    <a:pt x="2598" y="1091"/>
                    <a:pt x="2598" y="1091"/>
                    <a:pt x="2598" y="1091"/>
                  </a:cubicBezTo>
                  <a:cubicBezTo>
                    <a:pt x="2552" y="1091"/>
                    <a:pt x="2552" y="1091"/>
                    <a:pt x="2552" y="1091"/>
                  </a:cubicBezTo>
                  <a:cubicBezTo>
                    <a:pt x="2468" y="1101"/>
                    <a:pt x="2468" y="1101"/>
                    <a:pt x="2468" y="1101"/>
                  </a:cubicBezTo>
                  <a:cubicBezTo>
                    <a:pt x="2423" y="1073"/>
                    <a:pt x="2423" y="1073"/>
                    <a:pt x="2423" y="1073"/>
                  </a:cubicBezTo>
                  <a:cubicBezTo>
                    <a:pt x="2404" y="980"/>
                    <a:pt x="2404" y="980"/>
                    <a:pt x="2404" y="980"/>
                  </a:cubicBezTo>
                  <a:cubicBezTo>
                    <a:pt x="2423" y="934"/>
                    <a:pt x="2423" y="934"/>
                    <a:pt x="2423" y="934"/>
                  </a:cubicBezTo>
                  <a:cubicBezTo>
                    <a:pt x="2507" y="916"/>
                    <a:pt x="2507" y="916"/>
                    <a:pt x="2507" y="916"/>
                  </a:cubicBezTo>
                  <a:cubicBezTo>
                    <a:pt x="2589" y="934"/>
                    <a:pt x="2589" y="934"/>
                    <a:pt x="2589" y="934"/>
                  </a:cubicBezTo>
                  <a:cubicBezTo>
                    <a:pt x="2607" y="888"/>
                    <a:pt x="2607" y="888"/>
                    <a:pt x="2607" y="888"/>
                  </a:cubicBezTo>
                  <a:cubicBezTo>
                    <a:pt x="2571" y="879"/>
                    <a:pt x="2571" y="879"/>
                    <a:pt x="2571" y="879"/>
                  </a:cubicBezTo>
                  <a:cubicBezTo>
                    <a:pt x="2580" y="804"/>
                    <a:pt x="2580" y="804"/>
                    <a:pt x="2580" y="804"/>
                  </a:cubicBezTo>
                  <a:cubicBezTo>
                    <a:pt x="2673" y="786"/>
                    <a:pt x="2673" y="786"/>
                    <a:pt x="2673" y="786"/>
                  </a:cubicBezTo>
                  <a:cubicBezTo>
                    <a:pt x="2728" y="704"/>
                    <a:pt x="2728" y="704"/>
                    <a:pt x="2728" y="704"/>
                  </a:cubicBezTo>
                  <a:cubicBezTo>
                    <a:pt x="2792" y="684"/>
                    <a:pt x="2792" y="684"/>
                    <a:pt x="2792" y="684"/>
                  </a:cubicBezTo>
                  <a:cubicBezTo>
                    <a:pt x="2849" y="693"/>
                    <a:pt x="2849" y="693"/>
                    <a:pt x="2849" y="693"/>
                  </a:cubicBezTo>
                  <a:cubicBezTo>
                    <a:pt x="2876" y="693"/>
                    <a:pt x="2876" y="693"/>
                    <a:pt x="2876" y="693"/>
                  </a:cubicBezTo>
                  <a:cubicBezTo>
                    <a:pt x="2867" y="610"/>
                    <a:pt x="2867" y="610"/>
                    <a:pt x="2867" y="610"/>
                  </a:cubicBezTo>
                  <a:cubicBezTo>
                    <a:pt x="2792" y="647"/>
                    <a:pt x="2792" y="647"/>
                    <a:pt x="2792" y="647"/>
                  </a:cubicBezTo>
                  <a:cubicBezTo>
                    <a:pt x="2765" y="583"/>
                    <a:pt x="2765" y="583"/>
                    <a:pt x="2765" y="583"/>
                  </a:cubicBezTo>
                  <a:cubicBezTo>
                    <a:pt x="2728" y="574"/>
                    <a:pt x="2728" y="574"/>
                    <a:pt x="2728" y="574"/>
                  </a:cubicBezTo>
                  <a:cubicBezTo>
                    <a:pt x="2719" y="536"/>
                    <a:pt x="2719" y="536"/>
                    <a:pt x="2719" y="536"/>
                  </a:cubicBezTo>
                  <a:cubicBezTo>
                    <a:pt x="2756" y="499"/>
                    <a:pt x="2756" y="499"/>
                    <a:pt x="2756" y="499"/>
                  </a:cubicBezTo>
                  <a:cubicBezTo>
                    <a:pt x="2830" y="462"/>
                    <a:pt x="2830" y="462"/>
                    <a:pt x="2830" y="462"/>
                  </a:cubicBezTo>
                  <a:cubicBezTo>
                    <a:pt x="2849" y="435"/>
                    <a:pt x="2849" y="435"/>
                    <a:pt x="2849" y="435"/>
                  </a:cubicBezTo>
                  <a:cubicBezTo>
                    <a:pt x="2552" y="166"/>
                    <a:pt x="2154" y="0"/>
                    <a:pt x="1720" y="0"/>
                  </a:cubicBezTo>
                  <a:cubicBezTo>
                    <a:pt x="1340" y="0"/>
                    <a:pt x="998" y="120"/>
                    <a:pt x="711" y="333"/>
                  </a:cubicBezTo>
                  <a:cubicBezTo>
                    <a:pt x="795" y="333"/>
                    <a:pt x="795" y="333"/>
                    <a:pt x="795" y="333"/>
                  </a:cubicBezTo>
                  <a:cubicBezTo>
                    <a:pt x="832" y="351"/>
                    <a:pt x="832" y="351"/>
                    <a:pt x="832" y="351"/>
                  </a:cubicBezTo>
                  <a:cubicBezTo>
                    <a:pt x="905" y="369"/>
                    <a:pt x="905" y="369"/>
                    <a:pt x="905" y="369"/>
                  </a:cubicBezTo>
                  <a:cubicBezTo>
                    <a:pt x="914" y="398"/>
                    <a:pt x="914" y="398"/>
                    <a:pt x="914" y="398"/>
                  </a:cubicBezTo>
                  <a:cubicBezTo>
                    <a:pt x="1026" y="398"/>
                    <a:pt x="1026" y="398"/>
                    <a:pt x="1026" y="398"/>
                  </a:cubicBezTo>
                  <a:cubicBezTo>
                    <a:pt x="1016" y="360"/>
                    <a:pt x="1016" y="360"/>
                    <a:pt x="1016" y="360"/>
                  </a:cubicBezTo>
                  <a:cubicBezTo>
                    <a:pt x="914" y="360"/>
                    <a:pt x="914" y="360"/>
                    <a:pt x="914" y="360"/>
                  </a:cubicBezTo>
                  <a:cubicBezTo>
                    <a:pt x="934" y="333"/>
                    <a:pt x="934" y="333"/>
                    <a:pt x="934" y="333"/>
                  </a:cubicBezTo>
                  <a:cubicBezTo>
                    <a:pt x="925" y="305"/>
                    <a:pt x="925" y="305"/>
                    <a:pt x="925" y="305"/>
                  </a:cubicBezTo>
                  <a:cubicBezTo>
                    <a:pt x="832" y="305"/>
                    <a:pt x="832" y="305"/>
                    <a:pt x="832" y="305"/>
                  </a:cubicBezTo>
                  <a:cubicBezTo>
                    <a:pt x="934" y="232"/>
                    <a:pt x="934" y="232"/>
                    <a:pt x="934" y="232"/>
                  </a:cubicBezTo>
                  <a:cubicBezTo>
                    <a:pt x="1035" y="232"/>
                    <a:pt x="1035" y="232"/>
                    <a:pt x="1035" y="232"/>
                  </a:cubicBezTo>
                  <a:cubicBezTo>
                    <a:pt x="1082" y="296"/>
                    <a:pt x="1082" y="296"/>
                    <a:pt x="1082" y="296"/>
                  </a:cubicBezTo>
                  <a:cubicBezTo>
                    <a:pt x="1155" y="305"/>
                    <a:pt x="1155" y="305"/>
                    <a:pt x="1155" y="305"/>
                  </a:cubicBezTo>
                  <a:cubicBezTo>
                    <a:pt x="1201" y="259"/>
                    <a:pt x="1201" y="259"/>
                    <a:pt x="1201" y="259"/>
                  </a:cubicBezTo>
                  <a:cubicBezTo>
                    <a:pt x="1229" y="278"/>
                    <a:pt x="1229" y="278"/>
                    <a:pt x="1229" y="278"/>
                  </a:cubicBezTo>
                  <a:cubicBezTo>
                    <a:pt x="1174" y="333"/>
                    <a:pt x="1174" y="333"/>
                    <a:pt x="1174" y="333"/>
                  </a:cubicBezTo>
                  <a:cubicBezTo>
                    <a:pt x="1174" y="333"/>
                    <a:pt x="1082" y="333"/>
                    <a:pt x="1091" y="333"/>
                  </a:cubicBezTo>
                  <a:lnTo>
                    <a:pt x="1091" y="398"/>
                  </a:lnTo>
                  <a:cubicBezTo>
                    <a:pt x="1201" y="398"/>
                    <a:pt x="1201" y="398"/>
                    <a:pt x="1201" y="398"/>
                  </a:cubicBezTo>
                  <a:cubicBezTo>
                    <a:pt x="1210" y="360"/>
                    <a:pt x="1210" y="360"/>
                    <a:pt x="1210" y="360"/>
                  </a:cubicBezTo>
                  <a:cubicBezTo>
                    <a:pt x="1285" y="360"/>
                    <a:pt x="1285" y="360"/>
                    <a:pt x="1285" y="360"/>
                  </a:cubicBezTo>
                  <a:cubicBezTo>
                    <a:pt x="1294" y="314"/>
                    <a:pt x="1294" y="314"/>
                    <a:pt x="1294" y="314"/>
                  </a:cubicBezTo>
                  <a:cubicBezTo>
                    <a:pt x="1247" y="314"/>
                    <a:pt x="1247" y="314"/>
                    <a:pt x="1247" y="314"/>
                  </a:cubicBezTo>
                  <a:cubicBezTo>
                    <a:pt x="1267" y="268"/>
                    <a:pt x="1267" y="268"/>
                    <a:pt x="1267" y="268"/>
                  </a:cubicBezTo>
                  <a:cubicBezTo>
                    <a:pt x="1294" y="259"/>
                    <a:pt x="1294" y="259"/>
                    <a:pt x="1294" y="259"/>
                  </a:cubicBezTo>
                  <a:cubicBezTo>
                    <a:pt x="1415" y="268"/>
                    <a:pt x="1415" y="268"/>
                    <a:pt x="1415" y="268"/>
                  </a:cubicBezTo>
                  <a:cubicBezTo>
                    <a:pt x="1349" y="323"/>
                    <a:pt x="1349" y="323"/>
                    <a:pt x="1349" y="323"/>
                  </a:cubicBezTo>
                  <a:cubicBezTo>
                    <a:pt x="1358" y="369"/>
                    <a:pt x="1358" y="369"/>
                    <a:pt x="1358" y="369"/>
                  </a:cubicBezTo>
                  <a:cubicBezTo>
                    <a:pt x="1424" y="380"/>
                    <a:pt x="1424" y="380"/>
                    <a:pt x="1424" y="380"/>
                  </a:cubicBezTo>
                  <a:cubicBezTo>
                    <a:pt x="1424" y="296"/>
                    <a:pt x="1424" y="296"/>
                    <a:pt x="1424" y="296"/>
                  </a:cubicBezTo>
                  <a:cubicBezTo>
                    <a:pt x="1479" y="268"/>
                    <a:pt x="1479" y="268"/>
                    <a:pt x="1479" y="268"/>
                  </a:cubicBezTo>
                  <a:cubicBezTo>
                    <a:pt x="1591" y="250"/>
                    <a:pt x="1591" y="250"/>
                    <a:pt x="1591" y="250"/>
                  </a:cubicBezTo>
                  <a:cubicBezTo>
                    <a:pt x="1720" y="314"/>
                    <a:pt x="1720" y="314"/>
                    <a:pt x="1720" y="314"/>
                  </a:cubicBezTo>
                  <a:cubicBezTo>
                    <a:pt x="1757" y="323"/>
                    <a:pt x="1757" y="323"/>
                    <a:pt x="1757" y="323"/>
                  </a:cubicBezTo>
                  <a:cubicBezTo>
                    <a:pt x="1757" y="389"/>
                    <a:pt x="1757" y="389"/>
                    <a:pt x="1757" y="389"/>
                  </a:cubicBezTo>
                  <a:cubicBezTo>
                    <a:pt x="1803" y="398"/>
                    <a:pt x="1803" y="398"/>
                    <a:pt x="1803" y="398"/>
                  </a:cubicBezTo>
                  <a:cubicBezTo>
                    <a:pt x="1784" y="444"/>
                    <a:pt x="1784" y="444"/>
                    <a:pt x="1784" y="444"/>
                  </a:cubicBezTo>
                  <a:cubicBezTo>
                    <a:pt x="1720" y="444"/>
                    <a:pt x="1720" y="444"/>
                    <a:pt x="1720" y="444"/>
                  </a:cubicBezTo>
                  <a:cubicBezTo>
                    <a:pt x="1711" y="444"/>
                    <a:pt x="1711" y="444"/>
                    <a:pt x="1711" y="444"/>
                  </a:cubicBezTo>
                  <a:cubicBezTo>
                    <a:pt x="1682" y="499"/>
                    <a:pt x="1682" y="499"/>
                    <a:pt x="1682" y="499"/>
                  </a:cubicBezTo>
                  <a:cubicBezTo>
                    <a:pt x="1516" y="462"/>
                    <a:pt x="1516" y="462"/>
                    <a:pt x="1516" y="462"/>
                  </a:cubicBezTo>
                  <a:cubicBezTo>
                    <a:pt x="1655" y="398"/>
                    <a:pt x="1655" y="398"/>
                    <a:pt x="1655" y="398"/>
                  </a:cubicBezTo>
                  <a:cubicBezTo>
                    <a:pt x="1600" y="351"/>
                    <a:pt x="1600" y="351"/>
                    <a:pt x="1600" y="351"/>
                  </a:cubicBezTo>
                  <a:cubicBezTo>
                    <a:pt x="1488" y="369"/>
                    <a:pt x="1488" y="369"/>
                    <a:pt x="1488" y="369"/>
                  </a:cubicBezTo>
                  <a:cubicBezTo>
                    <a:pt x="1479" y="380"/>
                    <a:pt x="1479" y="380"/>
                    <a:pt x="1479" y="380"/>
                  </a:cubicBezTo>
                  <a:cubicBezTo>
                    <a:pt x="1442" y="417"/>
                    <a:pt x="1442" y="417"/>
                    <a:pt x="1442" y="417"/>
                  </a:cubicBezTo>
                  <a:cubicBezTo>
                    <a:pt x="1386" y="417"/>
                    <a:pt x="1386" y="417"/>
                    <a:pt x="1386" y="417"/>
                  </a:cubicBezTo>
                  <a:cubicBezTo>
                    <a:pt x="1395" y="444"/>
                    <a:pt x="1395" y="444"/>
                    <a:pt x="1395" y="444"/>
                  </a:cubicBezTo>
                  <a:cubicBezTo>
                    <a:pt x="1415" y="453"/>
                    <a:pt x="1415" y="453"/>
                    <a:pt x="1415" y="453"/>
                  </a:cubicBezTo>
                  <a:cubicBezTo>
                    <a:pt x="1415" y="462"/>
                    <a:pt x="1415" y="462"/>
                    <a:pt x="1415" y="462"/>
                  </a:cubicBezTo>
                  <a:cubicBezTo>
                    <a:pt x="1368" y="462"/>
                    <a:pt x="1368" y="462"/>
                    <a:pt x="1368" y="462"/>
                  </a:cubicBezTo>
                  <a:cubicBezTo>
                    <a:pt x="1368" y="490"/>
                    <a:pt x="1368" y="490"/>
                    <a:pt x="1368" y="490"/>
                  </a:cubicBezTo>
                  <a:cubicBezTo>
                    <a:pt x="1322" y="490"/>
                    <a:pt x="1322" y="490"/>
                    <a:pt x="1322" y="490"/>
                  </a:cubicBezTo>
                  <a:cubicBezTo>
                    <a:pt x="1313" y="444"/>
                    <a:pt x="1313" y="444"/>
                    <a:pt x="1313" y="444"/>
                  </a:cubicBezTo>
                  <a:cubicBezTo>
                    <a:pt x="1238" y="462"/>
                    <a:pt x="1238" y="462"/>
                    <a:pt x="1238" y="462"/>
                  </a:cubicBezTo>
                  <a:cubicBezTo>
                    <a:pt x="1091" y="555"/>
                    <a:pt x="1091" y="555"/>
                    <a:pt x="1091" y="555"/>
                  </a:cubicBezTo>
                  <a:cubicBezTo>
                    <a:pt x="1110" y="620"/>
                    <a:pt x="1110" y="620"/>
                    <a:pt x="1110" y="620"/>
                  </a:cubicBezTo>
                  <a:cubicBezTo>
                    <a:pt x="1146" y="647"/>
                    <a:pt x="1146" y="647"/>
                    <a:pt x="1146" y="647"/>
                  </a:cubicBezTo>
                  <a:cubicBezTo>
                    <a:pt x="1238" y="656"/>
                    <a:pt x="1238" y="656"/>
                    <a:pt x="1238" y="656"/>
                  </a:cubicBezTo>
                  <a:cubicBezTo>
                    <a:pt x="1238" y="759"/>
                    <a:pt x="1238" y="759"/>
                    <a:pt x="1238" y="759"/>
                  </a:cubicBezTo>
                  <a:cubicBezTo>
                    <a:pt x="1276" y="749"/>
                    <a:pt x="1276" y="749"/>
                    <a:pt x="1276" y="749"/>
                  </a:cubicBezTo>
                  <a:cubicBezTo>
                    <a:pt x="1313" y="675"/>
                    <a:pt x="1313" y="675"/>
                    <a:pt x="1313" y="675"/>
                  </a:cubicBezTo>
                  <a:cubicBezTo>
                    <a:pt x="1406" y="647"/>
                    <a:pt x="1406" y="647"/>
                    <a:pt x="1406" y="647"/>
                  </a:cubicBezTo>
                  <a:cubicBezTo>
                    <a:pt x="1406" y="526"/>
                    <a:pt x="1406" y="526"/>
                    <a:pt x="1406" y="526"/>
                  </a:cubicBezTo>
                  <a:cubicBezTo>
                    <a:pt x="1452" y="490"/>
                    <a:pt x="1452" y="490"/>
                    <a:pt x="1452" y="490"/>
                  </a:cubicBezTo>
                  <a:cubicBezTo>
                    <a:pt x="1572" y="517"/>
                    <a:pt x="1572" y="517"/>
                    <a:pt x="1572" y="517"/>
                  </a:cubicBezTo>
                  <a:cubicBezTo>
                    <a:pt x="1563" y="592"/>
                    <a:pt x="1563" y="592"/>
                    <a:pt x="1563" y="592"/>
                  </a:cubicBezTo>
                  <a:cubicBezTo>
                    <a:pt x="1600" y="592"/>
                    <a:pt x="1600" y="592"/>
                    <a:pt x="1600" y="592"/>
                  </a:cubicBezTo>
                  <a:cubicBezTo>
                    <a:pt x="1691" y="555"/>
                    <a:pt x="1691" y="555"/>
                    <a:pt x="1691" y="555"/>
                  </a:cubicBezTo>
                  <a:cubicBezTo>
                    <a:pt x="1691" y="656"/>
                    <a:pt x="1691" y="656"/>
                    <a:pt x="1691" y="656"/>
                  </a:cubicBezTo>
                  <a:cubicBezTo>
                    <a:pt x="1720" y="675"/>
                    <a:pt x="1720" y="675"/>
                    <a:pt x="1720" y="675"/>
                  </a:cubicBezTo>
                  <a:cubicBezTo>
                    <a:pt x="1757" y="693"/>
                    <a:pt x="1757" y="693"/>
                    <a:pt x="1757" y="693"/>
                  </a:cubicBezTo>
                  <a:cubicBezTo>
                    <a:pt x="1757" y="749"/>
                    <a:pt x="1757" y="749"/>
                    <a:pt x="1757" y="749"/>
                  </a:cubicBezTo>
                  <a:cubicBezTo>
                    <a:pt x="1720" y="768"/>
                    <a:pt x="1720" y="768"/>
                    <a:pt x="1720" y="768"/>
                  </a:cubicBezTo>
                  <a:cubicBezTo>
                    <a:pt x="1720" y="804"/>
                    <a:pt x="1720" y="804"/>
                    <a:pt x="1720" y="804"/>
                  </a:cubicBezTo>
                  <a:cubicBezTo>
                    <a:pt x="1775" y="832"/>
                    <a:pt x="1775" y="832"/>
                    <a:pt x="1775" y="832"/>
                  </a:cubicBezTo>
                  <a:cubicBezTo>
                    <a:pt x="1775" y="870"/>
                    <a:pt x="1775" y="870"/>
                    <a:pt x="1775" y="870"/>
                  </a:cubicBezTo>
                  <a:cubicBezTo>
                    <a:pt x="1748" y="870"/>
                    <a:pt x="1748" y="870"/>
                    <a:pt x="1748" y="870"/>
                  </a:cubicBezTo>
                  <a:cubicBezTo>
                    <a:pt x="1720" y="861"/>
                    <a:pt x="1720" y="861"/>
                    <a:pt x="1720" y="861"/>
                  </a:cubicBezTo>
                  <a:cubicBezTo>
                    <a:pt x="1655" y="841"/>
                    <a:pt x="1655" y="841"/>
                    <a:pt x="1655" y="841"/>
                  </a:cubicBezTo>
                  <a:cubicBezTo>
                    <a:pt x="1646" y="814"/>
                    <a:pt x="1646" y="814"/>
                    <a:pt x="1646" y="814"/>
                  </a:cubicBezTo>
                  <a:cubicBezTo>
                    <a:pt x="1673" y="795"/>
                    <a:pt x="1673" y="795"/>
                    <a:pt x="1673" y="795"/>
                  </a:cubicBezTo>
                  <a:cubicBezTo>
                    <a:pt x="1673" y="768"/>
                    <a:pt x="1673" y="768"/>
                    <a:pt x="1673" y="768"/>
                  </a:cubicBezTo>
                  <a:cubicBezTo>
                    <a:pt x="1646" y="759"/>
                    <a:pt x="1646" y="759"/>
                    <a:pt x="1646" y="759"/>
                  </a:cubicBezTo>
                  <a:cubicBezTo>
                    <a:pt x="1636" y="786"/>
                    <a:pt x="1636" y="786"/>
                    <a:pt x="1636" y="786"/>
                  </a:cubicBezTo>
                  <a:cubicBezTo>
                    <a:pt x="1591" y="786"/>
                    <a:pt x="1591" y="786"/>
                    <a:pt x="1591" y="786"/>
                  </a:cubicBezTo>
                  <a:cubicBezTo>
                    <a:pt x="1581" y="786"/>
                    <a:pt x="1581" y="786"/>
                    <a:pt x="1581" y="786"/>
                  </a:cubicBezTo>
                  <a:cubicBezTo>
                    <a:pt x="1563" y="795"/>
                    <a:pt x="1563" y="795"/>
                    <a:pt x="1563" y="795"/>
                  </a:cubicBezTo>
                  <a:cubicBezTo>
                    <a:pt x="1554" y="768"/>
                    <a:pt x="1554" y="768"/>
                    <a:pt x="1554" y="768"/>
                  </a:cubicBezTo>
                  <a:cubicBezTo>
                    <a:pt x="1534" y="759"/>
                    <a:pt x="1534" y="759"/>
                    <a:pt x="1534" y="759"/>
                  </a:cubicBezTo>
                  <a:cubicBezTo>
                    <a:pt x="1497" y="759"/>
                    <a:pt x="1497" y="759"/>
                    <a:pt x="1497" y="759"/>
                  </a:cubicBezTo>
                  <a:cubicBezTo>
                    <a:pt x="1479" y="768"/>
                    <a:pt x="1479" y="768"/>
                    <a:pt x="1479" y="768"/>
                  </a:cubicBezTo>
                  <a:cubicBezTo>
                    <a:pt x="1479" y="804"/>
                    <a:pt x="1479" y="804"/>
                    <a:pt x="1479" y="804"/>
                  </a:cubicBezTo>
                  <a:cubicBezTo>
                    <a:pt x="1507" y="814"/>
                    <a:pt x="1507" y="814"/>
                    <a:pt x="1507" y="814"/>
                  </a:cubicBezTo>
                  <a:cubicBezTo>
                    <a:pt x="1543" y="814"/>
                    <a:pt x="1543" y="814"/>
                    <a:pt x="1543" y="814"/>
                  </a:cubicBezTo>
                  <a:cubicBezTo>
                    <a:pt x="1534" y="823"/>
                    <a:pt x="1534" y="823"/>
                    <a:pt x="1534" y="823"/>
                  </a:cubicBezTo>
                  <a:cubicBezTo>
                    <a:pt x="1507" y="850"/>
                    <a:pt x="1507" y="850"/>
                    <a:pt x="1507" y="850"/>
                  </a:cubicBezTo>
                  <a:cubicBezTo>
                    <a:pt x="1488" y="832"/>
                    <a:pt x="1488" y="832"/>
                    <a:pt x="1488" y="832"/>
                  </a:cubicBezTo>
                  <a:cubicBezTo>
                    <a:pt x="1461" y="823"/>
                    <a:pt x="1461" y="823"/>
                    <a:pt x="1461" y="823"/>
                  </a:cubicBezTo>
                  <a:cubicBezTo>
                    <a:pt x="1386" y="897"/>
                    <a:pt x="1386" y="897"/>
                    <a:pt x="1386" y="897"/>
                  </a:cubicBezTo>
                  <a:cubicBezTo>
                    <a:pt x="1395" y="907"/>
                    <a:pt x="1395" y="907"/>
                    <a:pt x="1395" y="907"/>
                  </a:cubicBezTo>
                  <a:cubicBezTo>
                    <a:pt x="1285" y="971"/>
                    <a:pt x="1285" y="971"/>
                    <a:pt x="1285" y="971"/>
                  </a:cubicBezTo>
                  <a:cubicBezTo>
                    <a:pt x="1183" y="1082"/>
                    <a:pt x="1183" y="1082"/>
                    <a:pt x="1183" y="1082"/>
                  </a:cubicBezTo>
                  <a:cubicBezTo>
                    <a:pt x="1174" y="1128"/>
                    <a:pt x="1174" y="1128"/>
                    <a:pt x="1174" y="1128"/>
                  </a:cubicBezTo>
                  <a:cubicBezTo>
                    <a:pt x="1071" y="1194"/>
                    <a:pt x="1071" y="1194"/>
                    <a:pt x="1071" y="1194"/>
                  </a:cubicBezTo>
                  <a:cubicBezTo>
                    <a:pt x="1016" y="1249"/>
                    <a:pt x="1016" y="1249"/>
                    <a:pt x="1016" y="1249"/>
                  </a:cubicBezTo>
                  <a:cubicBezTo>
                    <a:pt x="1016" y="1360"/>
                    <a:pt x="1016" y="1360"/>
                    <a:pt x="1016" y="1360"/>
                  </a:cubicBezTo>
                  <a:cubicBezTo>
                    <a:pt x="952" y="1322"/>
                    <a:pt x="952" y="1322"/>
                    <a:pt x="952" y="1322"/>
                  </a:cubicBezTo>
                  <a:cubicBezTo>
                    <a:pt x="952" y="1258"/>
                    <a:pt x="952" y="1258"/>
                    <a:pt x="952" y="1258"/>
                  </a:cubicBezTo>
                  <a:cubicBezTo>
                    <a:pt x="748" y="1258"/>
                    <a:pt x="748" y="1258"/>
                    <a:pt x="748" y="1258"/>
                  </a:cubicBezTo>
                  <a:cubicBezTo>
                    <a:pt x="638" y="1313"/>
                    <a:pt x="638" y="1313"/>
                    <a:pt x="638" y="1313"/>
                  </a:cubicBezTo>
                  <a:cubicBezTo>
                    <a:pt x="600" y="1397"/>
                    <a:pt x="600" y="1397"/>
                    <a:pt x="600" y="1397"/>
                  </a:cubicBezTo>
                  <a:cubicBezTo>
                    <a:pt x="581" y="1461"/>
                    <a:pt x="581" y="1461"/>
                    <a:pt x="581" y="1461"/>
                  </a:cubicBezTo>
                  <a:cubicBezTo>
                    <a:pt x="609" y="1527"/>
                    <a:pt x="609" y="1527"/>
                    <a:pt x="609" y="1527"/>
                  </a:cubicBezTo>
                  <a:cubicBezTo>
                    <a:pt x="693" y="1536"/>
                    <a:pt x="693" y="1536"/>
                    <a:pt x="693" y="1536"/>
                  </a:cubicBezTo>
                  <a:cubicBezTo>
                    <a:pt x="823" y="1452"/>
                    <a:pt x="823" y="1452"/>
                    <a:pt x="823" y="1452"/>
                  </a:cubicBezTo>
                  <a:cubicBezTo>
                    <a:pt x="832" y="1499"/>
                    <a:pt x="832" y="1499"/>
                    <a:pt x="832" y="1499"/>
                  </a:cubicBezTo>
                  <a:cubicBezTo>
                    <a:pt x="795" y="1572"/>
                    <a:pt x="795" y="1572"/>
                    <a:pt x="795" y="1572"/>
                  </a:cubicBezTo>
                  <a:cubicBezTo>
                    <a:pt x="896" y="1591"/>
                    <a:pt x="896" y="1591"/>
                    <a:pt x="896" y="1591"/>
                  </a:cubicBezTo>
                  <a:cubicBezTo>
                    <a:pt x="905" y="1739"/>
                    <a:pt x="905" y="1739"/>
                    <a:pt x="905" y="1739"/>
                  </a:cubicBezTo>
                  <a:cubicBezTo>
                    <a:pt x="1035" y="1766"/>
                    <a:pt x="1035" y="1766"/>
                    <a:pt x="1035" y="1766"/>
                  </a:cubicBezTo>
                  <a:cubicBezTo>
                    <a:pt x="1128" y="1665"/>
                    <a:pt x="1128" y="1665"/>
                    <a:pt x="1128" y="1665"/>
                  </a:cubicBezTo>
                  <a:cubicBezTo>
                    <a:pt x="1229" y="1684"/>
                    <a:pt x="1229" y="1684"/>
                    <a:pt x="1229" y="1684"/>
                  </a:cubicBezTo>
                  <a:cubicBezTo>
                    <a:pt x="1267" y="1739"/>
                    <a:pt x="1267" y="1739"/>
                    <a:pt x="1267" y="1739"/>
                  </a:cubicBezTo>
                  <a:cubicBezTo>
                    <a:pt x="1368" y="1730"/>
                    <a:pt x="1368" y="1730"/>
                    <a:pt x="1368" y="1730"/>
                  </a:cubicBezTo>
                  <a:cubicBezTo>
                    <a:pt x="1377" y="1702"/>
                    <a:pt x="1377" y="1702"/>
                    <a:pt x="1377" y="1702"/>
                  </a:cubicBezTo>
                  <a:cubicBezTo>
                    <a:pt x="1433" y="1730"/>
                    <a:pt x="1433" y="1730"/>
                    <a:pt x="1433" y="1730"/>
                  </a:cubicBezTo>
                  <a:cubicBezTo>
                    <a:pt x="1488" y="1823"/>
                    <a:pt x="1488" y="1823"/>
                    <a:pt x="1488" y="1823"/>
                  </a:cubicBezTo>
                  <a:cubicBezTo>
                    <a:pt x="1600" y="1832"/>
                    <a:pt x="1600" y="1832"/>
                    <a:pt x="1600" y="1832"/>
                  </a:cubicBezTo>
                  <a:cubicBezTo>
                    <a:pt x="1636" y="1896"/>
                    <a:pt x="1636" y="1896"/>
                    <a:pt x="1636" y="1896"/>
                  </a:cubicBezTo>
                  <a:cubicBezTo>
                    <a:pt x="1646" y="1980"/>
                    <a:pt x="1646" y="1980"/>
                    <a:pt x="1646" y="1980"/>
                  </a:cubicBezTo>
                  <a:cubicBezTo>
                    <a:pt x="1720" y="2017"/>
                    <a:pt x="1720" y="2017"/>
                    <a:pt x="1720" y="2017"/>
                  </a:cubicBezTo>
                  <a:cubicBezTo>
                    <a:pt x="1766" y="2026"/>
                    <a:pt x="1766" y="2026"/>
                    <a:pt x="1766" y="2026"/>
                  </a:cubicBezTo>
                  <a:cubicBezTo>
                    <a:pt x="1914" y="2035"/>
                    <a:pt x="1914" y="2035"/>
                    <a:pt x="1914" y="2035"/>
                  </a:cubicBezTo>
                  <a:cubicBezTo>
                    <a:pt x="1960" y="2099"/>
                    <a:pt x="1960" y="2099"/>
                    <a:pt x="1960" y="2099"/>
                  </a:cubicBezTo>
                  <a:cubicBezTo>
                    <a:pt x="2024" y="2128"/>
                    <a:pt x="2024" y="2128"/>
                    <a:pt x="2024" y="2128"/>
                  </a:cubicBezTo>
                  <a:cubicBezTo>
                    <a:pt x="2015" y="2183"/>
                    <a:pt x="2015" y="2183"/>
                    <a:pt x="2015" y="2183"/>
                  </a:cubicBezTo>
                  <a:cubicBezTo>
                    <a:pt x="1942" y="2276"/>
                    <a:pt x="1942" y="2276"/>
                    <a:pt x="1942" y="2276"/>
                  </a:cubicBezTo>
                  <a:cubicBezTo>
                    <a:pt x="1923" y="2488"/>
                    <a:pt x="1923" y="2488"/>
                    <a:pt x="1923" y="2488"/>
                  </a:cubicBezTo>
                  <a:cubicBezTo>
                    <a:pt x="1849" y="2534"/>
                    <a:pt x="1849" y="2534"/>
                    <a:pt x="1849" y="2534"/>
                  </a:cubicBezTo>
                  <a:cubicBezTo>
                    <a:pt x="1757" y="2534"/>
                    <a:pt x="1757" y="2534"/>
                    <a:pt x="1757" y="2534"/>
                  </a:cubicBezTo>
                  <a:cubicBezTo>
                    <a:pt x="1720" y="2591"/>
                    <a:pt x="1720" y="2591"/>
                    <a:pt x="1720" y="2591"/>
                  </a:cubicBezTo>
                  <a:cubicBezTo>
                    <a:pt x="1748" y="2701"/>
                    <a:pt x="1748" y="2701"/>
                    <a:pt x="1748" y="2701"/>
                  </a:cubicBezTo>
                  <a:cubicBezTo>
                    <a:pt x="1720" y="2728"/>
                    <a:pt x="1720" y="2728"/>
                    <a:pt x="1720" y="2728"/>
                  </a:cubicBezTo>
                  <a:cubicBezTo>
                    <a:pt x="1636" y="2830"/>
                    <a:pt x="1636" y="2830"/>
                    <a:pt x="1636" y="2830"/>
                  </a:cubicBezTo>
                  <a:cubicBezTo>
                    <a:pt x="1609" y="2896"/>
                    <a:pt x="1609" y="2896"/>
                    <a:pt x="1609" y="2896"/>
                  </a:cubicBezTo>
                  <a:cubicBezTo>
                    <a:pt x="1507" y="2951"/>
                    <a:pt x="1507" y="2951"/>
                    <a:pt x="1507" y="2951"/>
                  </a:cubicBezTo>
                  <a:cubicBezTo>
                    <a:pt x="1433" y="2960"/>
                    <a:pt x="1433" y="2960"/>
                    <a:pt x="1433" y="2960"/>
                  </a:cubicBezTo>
                  <a:cubicBezTo>
                    <a:pt x="1433" y="2988"/>
                    <a:pt x="1433" y="2988"/>
                    <a:pt x="1433" y="2988"/>
                  </a:cubicBezTo>
                  <a:cubicBezTo>
                    <a:pt x="1479" y="2997"/>
                    <a:pt x="1479" y="2997"/>
                    <a:pt x="1479" y="2997"/>
                  </a:cubicBezTo>
                  <a:cubicBezTo>
                    <a:pt x="1479" y="3024"/>
                    <a:pt x="1479" y="3024"/>
                    <a:pt x="1479" y="3024"/>
                  </a:cubicBezTo>
                  <a:cubicBezTo>
                    <a:pt x="1433" y="3072"/>
                    <a:pt x="1433" y="3072"/>
                    <a:pt x="1433" y="3072"/>
                  </a:cubicBezTo>
                  <a:cubicBezTo>
                    <a:pt x="1461" y="3099"/>
                    <a:pt x="1461" y="3099"/>
                    <a:pt x="1461" y="3099"/>
                  </a:cubicBezTo>
                  <a:cubicBezTo>
                    <a:pt x="1507" y="3108"/>
                    <a:pt x="1507" y="3108"/>
                    <a:pt x="1507" y="3108"/>
                  </a:cubicBezTo>
                  <a:cubicBezTo>
                    <a:pt x="1507" y="3145"/>
                    <a:pt x="1507" y="3145"/>
                    <a:pt x="1507" y="3145"/>
                  </a:cubicBezTo>
                  <a:cubicBezTo>
                    <a:pt x="1488" y="3182"/>
                    <a:pt x="1488" y="3182"/>
                    <a:pt x="1488" y="3182"/>
                  </a:cubicBezTo>
                  <a:cubicBezTo>
                    <a:pt x="1488" y="3209"/>
                    <a:pt x="1488" y="3209"/>
                    <a:pt x="1488" y="3209"/>
                  </a:cubicBezTo>
                  <a:cubicBezTo>
                    <a:pt x="1563" y="3275"/>
                    <a:pt x="1563" y="3275"/>
                    <a:pt x="1563" y="3275"/>
                  </a:cubicBezTo>
                  <a:cubicBezTo>
                    <a:pt x="1554" y="3311"/>
                    <a:pt x="1554" y="3311"/>
                    <a:pt x="1554" y="3311"/>
                  </a:cubicBezTo>
                  <a:cubicBezTo>
                    <a:pt x="1452" y="3302"/>
                    <a:pt x="1452" y="3302"/>
                    <a:pt x="1452" y="3302"/>
                  </a:cubicBezTo>
                  <a:cubicBezTo>
                    <a:pt x="1349" y="3220"/>
                    <a:pt x="1349" y="3220"/>
                    <a:pt x="1349" y="3220"/>
                  </a:cubicBezTo>
                  <a:cubicBezTo>
                    <a:pt x="1267" y="3081"/>
                    <a:pt x="1267" y="3081"/>
                    <a:pt x="1267" y="3081"/>
                  </a:cubicBezTo>
                  <a:cubicBezTo>
                    <a:pt x="1285" y="2942"/>
                    <a:pt x="1285" y="2942"/>
                    <a:pt x="1285" y="2942"/>
                  </a:cubicBezTo>
                  <a:cubicBezTo>
                    <a:pt x="1220" y="2867"/>
                    <a:pt x="1220" y="2867"/>
                    <a:pt x="1220" y="2867"/>
                  </a:cubicBezTo>
                  <a:cubicBezTo>
                    <a:pt x="1247" y="2728"/>
                    <a:pt x="1247" y="2728"/>
                    <a:pt x="1247" y="2728"/>
                  </a:cubicBezTo>
                  <a:cubicBezTo>
                    <a:pt x="1210" y="2719"/>
                    <a:pt x="1210" y="2719"/>
                    <a:pt x="1210" y="2719"/>
                  </a:cubicBezTo>
                  <a:cubicBezTo>
                    <a:pt x="1210" y="2424"/>
                    <a:pt x="1210" y="2424"/>
                    <a:pt x="1210" y="2424"/>
                  </a:cubicBezTo>
                  <a:lnTo>
                    <a:pt x="1110" y="2350"/>
                  </a:lnTo>
                  <a:cubicBezTo>
                    <a:pt x="1100" y="2350"/>
                    <a:pt x="1053" y="2340"/>
                    <a:pt x="1053" y="2340"/>
                  </a:cubicBezTo>
                  <a:cubicBezTo>
                    <a:pt x="1044" y="2285"/>
                    <a:pt x="1044" y="2285"/>
                    <a:pt x="1044" y="2285"/>
                  </a:cubicBezTo>
                  <a:cubicBezTo>
                    <a:pt x="914" y="2119"/>
                    <a:pt x="914" y="2119"/>
                    <a:pt x="914" y="2119"/>
                  </a:cubicBezTo>
                  <a:cubicBezTo>
                    <a:pt x="925" y="2062"/>
                    <a:pt x="925" y="2062"/>
                    <a:pt x="925" y="2062"/>
                  </a:cubicBezTo>
                  <a:cubicBezTo>
                    <a:pt x="934" y="1962"/>
                    <a:pt x="934" y="1962"/>
                    <a:pt x="934" y="1962"/>
                  </a:cubicBezTo>
                  <a:cubicBezTo>
                    <a:pt x="1016" y="1905"/>
                    <a:pt x="1016" y="1905"/>
                    <a:pt x="1016" y="1905"/>
                  </a:cubicBezTo>
                  <a:cubicBezTo>
                    <a:pt x="1007" y="1794"/>
                    <a:pt x="1007" y="1794"/>
                    <a:pt x="1007" y="1794"/>
                  </a:cubicBezTo>
                  <a:cubicBezTo>
                    <a:pt x="878" y="1785"/>
                    <a:pt x="878" y="1785"/>
                    <a:pt x="878" y="1785"/>
                  </a:cubicBezTo>
                  <a:cubicBezTo>
                    <a:pt x="777" y="1665"/>
                    <a:pt x="777" y="1665"/>
                    <a:pt x="777" y="1665"/>
                  </a:cubicBezTo>
                  <a:cubicBezTo>
                    <a:pt x="702" y="1647"/>
                    <a:pt x="702" y="1647"/>
                    <a:pt x="702" y="1647"/>
                  </a:cubicBezTo>
                  <a:cubicBezTo>
                    <a:pt x="656" y="1638"/>
                    <a:pt x="656" y="1638"/>
                    <a:pt x="656" y="1638"/>
                  </a:cubicBezTo>
                  <a:cubicBezTo>
                    <a:pt x="656" y="1600"/>
                    <a:pt x="656" y="1600"/>
                    <a:pt x="656" y="1600"/>
                  </a:cubicBezTo>
                  <a:cubicBezTo>
                    <a:pt x="600" y="1591"/>
                    <a:pt x="600" y="1591"/>
                    <a:pt x="600" y="1591"/>
                  </a:cubicBezTo>
                  <a:cubicBezTo>
                    <a:pt x="600" y="1609"/>
                    <a:pt x="600" y="1609"/>
                    <a:pt x="600" y="1609"/>
                  </a:cubicBezTo>
                  <a:cubicBezTo>
                    <a:pt x="452" y="1572"/>
                    <a:pt x="452" y="1572"/>
                    <a:pt x="452" y="1572"/>
                  </a:cubicBezTo>
                  <a:cubicBezTo>
                    <a:pt x="387" y="1481"/>
                    <a:pt x="387" y="1481"/>
                    <a:pt x="387" y="1481"/>
                  </a:cubicBezTo>
                  <a:cubicBezTo>
                    <a:pt x="415" y="1443"/>
                    <a:pt x="415" y="1443"/>
                    <a:pt x="415" y="1443"/>
                  </a:cubicBezTo>
                  <a:cubicBezTo>
                    <a:pt x="323" y="1304"/>
                    <a:pt x="323" y="1304"/>
                    <a:pt x="323" y="1304"/>
                  </a:cubicBezTo>
                  <a:cubicBezTo>
                    <a:pt x="305" y="1203"/>
                    <a:pt x="305" y="1203"/>
                    <a:pt x="305" y="1203"/>
                  </a:cubicBezTo>
                  <a:cubicBezTo>
                    <a:pt x="267" y="1203"/>
                    <a:pt x="267" y="1203"/>
                    <a:pt x="267" y="1203"/>
                  </a:cubicBezTo>
                  <a:cubicBezTo>
                    <a:pt x="276" y="1294"/>
                    <a:pt x="276" y="1294"/>
                    <a:pt x="276" y="1294"/>
                  </a:cubicBezTo>
                  <a:cubicBezTo>
                    <a:pt x="342" y="1397"/>
                    <a:pt x="342" y="1397"/>
                    <a:pt x="342" y="1397"/>
                  </a:cubicBezTo>
                  <a:cubicBezTo>
                    <a:pt x="332" y="1443"/>
                    <a:pt x="332" y="1443"/>
                    <a:pt x="332" y="1443"/>
                  </a:cubicBezTo>
                  <a:cubicBezTo>
                    <a:pt x="276" y="1433"/>
                    <a:pt x="276" y="1433"/>
                    <a:pt x="276" y="1433"/>
                  </a:cubicBezTo>
                  <a:cubicBezTo>
                    <a:pt x="212" y="1313"/>
                    <a:pt x="212" y="1313"/>
                    <a:pt x="212" y="1313"/>
                  </a:cubicBezTo>
                  <a:cubicBezTo>
                    <a:pt x="212" y="1174"/>
                    <a:pt x="212" y="1174"/>
                    <a:pt x="212" y="1174"/>
                  </a:cubicBezTo>
                  <a:cubicBezTo>
                    <a:pt x="137" y="1146"/>
                    <a:pt x="137" y="1146"/>
                    <a:pt x="137" y="1146"/>
                  </a:cubicBezTo>
                  <a:cubicBezTo>
                    <a:pt x="137" y="1046"/>
                    <a:pt x="137" y="1046"/>
                    <a:pt x="137" y="1046"/>
                  </a:cubicBezTo>
                  <a:cubicBezTo>
                    <a:pt x="55" y="1249"/>
                    <a:pt x="0" y="1481"/>
                    <a:pt x="0" y="1720"/>
                  </a:cubicBezTo>
                  <a:cubicBezTo>
                    <a:pt x="0" y="2664"/>
                    <a:pt x="777" y="3432"/>
                    <a:pt x="1720" y="3432"/>
                  </a:cubicBezTo>
                  <a:cubicBezTo>
                    <a:pt x="2256" y="3432"/>
                    <a:pt x="2737" y="3182"/>
                    <a:pt x="3052" y="2803"/>
                  </a:cubicBezTo>
                  <a:cubicBezTo>
                    <a:pt x="2997" y="2803"/>
                    <a:pt x="2997" y="2803"/>
                    <a:pt x="2997" y="2803"/>
                  </a:cubicBezTo>
                  <a:cubicBezTo>
                    <a:pt x="2997" y="2682"/>
                    <a:pt x="2997" y="2682"/>
                    <a:pt x="2997" y="2682"/>
                  </a:cubicBezTo>
                  <a:cubicBezTo>
                    <a:pt x="2931" y="2600"/>
                    <a:pt x="2931" y="2600"/>
                    <a:pt x="2931" y="2600"/>
                  </a:cubicBezTo>
                  <a:cubicBezTo>
                    <a:pt x="2931" y="2461"/>
                    <a:pt x="2931" y="2461"/>
                    <a:pt x="2931" y="2461"/>
                  </a:cubicBezTo>
                  <a:cubicBezTo>
                    <a:pt x="2876" y="2415"/>
                    <a:pt x="2876" y="2415"/>
                    <a:pt x="2876" y="2415"/>
                  </a:cubicBezTo>
                  <a:cubicBezTo>
                    <a:pt x="2876" y="2350"/>
                    <a:pt x="2876" y="2350"/>
                    <a:pt x="2876" y="2350"/>
                  </a:cubicBezTo>
                  <a:cubicBezTo>
                    <a:pt x="2940" y="2229"/>
                    <a:pt x="2940" y="2229"/>
                    <a:pt x="2940" y="2229"/>
                  </a:cubicBezTo>
                  <a:cubicBezTo>
                    <a:pt x="2821" y="2017"/>
                    <a:pt x="2821" y="2017"/>
                    <a:pt x="2821" y="2017"/>
                  </a:cubicBezTo>
                  <a:cubicBezTo>
                    <a:pt x="2830" y="1878"/>
                    <a:pt x="2830" y="1878"/>
                    <a:pt x="2830" y="1878"/>
                  </a:cubicBezTo>
                  <a:cubicBezTo>
                    <a:pt x="2719" y="1859"/>
                    <a:pt x="2719" y="1859"/>
                    <a:pt x="2719" y="1859"/>
                  </a:cubicBezTo>
                  <a:cubicBezTo>
                    <a:pt x="2682" y="1823"/>
                    <a:pt x="2682" y="1823"/>
                    <a:pt x="2682" y="1823"/>
                  </a:cubicBezTo>
                  <a:cubicBezTo>
                    <a:pt x="2607" y="1823"/>
                    <a:pt x="2607" y="1823"/>
                    <a:pt x="2607" y="1823"/>
                  </a:cubicBezTo>
                  <a:cubicBezTo>
                    <a:pt x="2571" y="1859"/>
                    <a:pt x="2571" y="1859"/>
                    <a:pt x="2571" y="1859"/>
                  </a:cubicBezTo>
                  <a:cubicBezTo>
                    <a:pt x="2441" y="1859"/>
                    <a:pt x="2441" y="1859"/>
                    <a:pt x="2441" y="1859"/>
                  </a:cubicBezTo>
                  <a:cubicBezTo>
                    <a:pt x="2441" y="1869"/>
                    <a:pt x="2441" y="1869"/>
                    <a:pt x="2441" y="1869"/>
                  </a:cubicBezTo>
                  <a:cubicBezTo>
                    <a:pt x="2368" y="1869"/>
                    <a:pt x="2368" y="1869"/>
                    <a:pt x="2368" y="1869"/>
                  </a:cubicBezTo>
                  <a:cubicBezTo>
                    <a:pt x="2201" y="1684"/>
                    <a:pt x="2201" y="1684"/>
                    <a:pt x="2201" y="1684"/>
                  </a:cubicBezTo>
                  <a:cubicBezTo>
                    <a:pt x="2210" y="1536"/>
                    <a:pt x="2210" y="1536"/>
                    <a:pt x="2210" y="1536"/>
                  </a:cubicBezTo>
                  <a:cubicBezTo>
                    <a:pt x="2229" y="1527"/>
                    <a:pt x="2229" y="1527"/>
                    <a:pt x="2229" y="1527"/>
                  </a:cubicBezTo>
                  <a:cubicBezTo>
                    <a:pt x="2247" y="1470"/>
                    <a:pt x="2247" y="1470"/>
                    <a:pt x="2247" y="1470"/>
                  </a:cubicBezTo>
                  <a:cubicBezTo>
                    <a:pt x="2201" y="1470"/>
                    <a:pt x="2201" y="1470"/>
                    <a:pt x="2201" y="1470"/>
                  </a:cubicBezTo>
                  <a:cubicBezTo>
                    <a:pt x="2192" y="1415"/>
                    <a:pt x="2192" y="1415"/>
                    <a:pt x="2192" y="1415"/>
                  </a:cubicBezTo>
                  <a:cubicBezTo>
                    <a:pt x="2377" y="1276"/>
                    <a:pt x="2377" y="1276"/>
                    <a:pt x="2377" y="1276"/>
                  </a:cubicBezTo>
                  <a:cubicBezTo>
                    <a:pt x="2377" y="1174"/>
                    <a:pt x="2377" y="1174"/>
                    <a:pt x="2377" y="1174"/>
                  </a:cubicBezTo>
                  <a:cubicBezTo>
                    <a:pt x="2468" y="1128"/>
                    <a:pt x="2468" y="1128"/>
                    <a:pt x="2468" y="1128"/>
                  </a:cubicBezTo>
                  <a:cubicBezTo>
                    <a:pt x="2507" y="1128"/>
                    <a:pt x="2507" y="1128"/>
                    <a:pt x="2507" y="1128"/>
                  </a:cubicBezTo>
                  <a:cubicBezTo>
                    <a:pt x="2589" y="1128"/>
                    <a:pt x="2589" y="1128"/>
                    <a:pt x="2589" y="1128"/>
                  </a:cubicBezTo>
                  <a:cubicBezTo>
                    <a:pt x="2644" y="1101"/>
                    <a:pt x="2644" y="1101"/>
                    <a:pt x="2644" y="1101"/>
                  </a:cubicBezTo>
                  <a:cubicBezTo>
                    <a:pt x="2840" y="1082"/>
                    <a:pt x="2840" y="1082"/>
                    <a:pt x="2840" y="1082"/>
                  </a:cubicBezTo>
                  <a:cubicBezTo>
                    <a:pt x="2840" y="1185"/>
                    <a:pt x="2840" y="1185"/>
                    <a:pt x="2840" y="1185"/>
                  </a:cubicBezTo>
                  <a:cubicBezTo>
                    <a:pt x="2988" y="1221"/>
                    <a:pt x="2988" y="1221"/>
                    <a:pt x="2988" y="1221"/>
                  </a:cubicBezTo>
                  <a:cubicBezTo>
                    <a:pt x="3015" y="1240"/>
                    <a:pt x="3015" y="1240"/>
                    <a:pt x="3015" y="1240"/>
                  </a:cubicBezTo>
                  <a:cubicBezTo>
                    <a:pt x="3052" y="1240"/>
                    <a:pt x="3052" y="1240"/>
                    <a:pt x="3052" y="1240"/>
                  </a:cubicBezTo>
                  <a:cubicBezTo>
                    <a:pt x="3052" y="1194"/>
                    <a:pt x="3052" y="1194"/>
                    <a:pt x="3052" y="1194"/>
                  </a:cubicBezTo>
                  <a:cubicBezTo>
                    <a:pt x="3136" y="1185"/>
                    <a:pt x="3136" y="1185"/>
                    <a:pt x="3136" y="1185"/>
                  </a:cubicBezTo>
                  <a:cubicBezTo>
                    <a:pt x="3218" y="1240"/>
                    <a:pt x="3218" y="1240"/>
                    <a:pt x="3218" y="1240"/>
                  </a:cubicBezTo>
                  <a:cubicBezTo>
                    <a:pt x="3357" y="1240"/>
                    <a:pt x="3357" y="1240"/>
                    <a:pt x="3357" y="1240"/>
                  </a:cubicBezTo>
                  <a:cubicBezTo>
                    <a:pt x="3366" y="1230"/>
                    <a:pt x="3366" y="1230"/>
                    <a:pt x="3366" y="1230"/>
                  </a:cubicBezTo>
                  <a:cubicBezTo>
                    <a:pt x="3348" y="1185"/>
                    <a:pt x="3339" y="1137"/>
                    <a:pt x="3320" y="1101"/>
                  </a:cubicBezTo>
                  <a:close/>
                  <a:moveTo>
                    <a:pt x="2507" y="610"/>
                  </a:moveTo>
                  <a:lnTo>
                    <a:pt x="2507" y="610"/>
                  </a:lnTo>
                  <a:cubicBezTo>
                    <a:pt x="2525" y="583"/>
                    <a:pt x="2525" y="583"/>
                    <a:pt x="2525" y="583"/>
                  </a:cubicBezTo>
                  <a:cubicBezTo>
                    <a:pt x="2580" y="574"/>
                    <a:pt x="2580" y="574"/>
                    <a:pt x="2580" y="574"/>
                  </a:cubicBezTo>
                  <a:cubicBezTo>
                    <a:pt x="2598" y="638"/>
                    <a:pt x="2598" y="638"/>
                    <a:pt x="2598" y="638"/>
                  </a:cubicBezTo>
                  <a:cubicBezTo>
                    <a:pt x="2626" y="693"/>
                    <a:pt x="2626" y="693"/>
                    <a:pt x="2626" y="693"/>
                  </a:cubicBezTo>
                  <a:cubicBezTo>
                    <a:pt x="2644" y="713"/>
                    <a:pt x="2644" y="713"/>
                    <a:pt x="2644" y="713"/>
                  </a:cubicBezTo>
                  <a:cubicBezTo>
                    <a:pt x="2682" y="731"/>
                    <a:pt x="2682" y="731"/>
                    <a:pt x="2682" y="731"/>
                  </a:cubicBezTo>
                  <a:cubicBezTo>
                    <a:pt x="2644" y="768"/>
                    <a:pt x="2644" y="768"/>
                    <a:pt x="2644" y="768"/>
                  </a:cubicBezTo>
                  <a:cubicBezTo>
                    <a:pt x="2580" y="777"/>
                    <a:pt x="2580" y="777"/>
                    <a:pt x="2580" y="777"/>
                  </a:cubicBezTo>
                  <a:cubicBezTo>
                    <a:pt x="2534" y="777"/>
                    <a:pt x="2534" y="777"/>
                    <a:pt x="2534" y="777"/>
                  </a:cubicBezTo>
                  <a:cubicBezTo>
                    <a:pt x="2534" y="713"/>
                    <a:pt x="2534" y="713"/>
                    <a:pt x="2534" y="713"/>
                  </a:cubicBezTo>
                  <a:cubicBezTo>
                    <a:pt x="2580" y="704"/>
                    <a:pt x="2580" y="704"/>
                    <a:pt x="2580" y="704"/>
                  </a:cubicBezTo>
                  <a:cubicBezTo>
                    <a:pt x="2571" y="675"/>
                    <a:pt x="2571" y="675"/>
                    <a:pt x="2571" y="675"/>
                  </a:cubicBezTo>
                  <a:cubicBezTo>
                    <a:pt x="2534" y="656"/>
                    <a:pt x="2534" y="656"/>
                    <a:pt x="2534" y="656"/>
                  </a:cubicBezTo>
                  <a:cubicBezTo>
                    <a:pt x="2507" y="638"/>
                    <a:pt x="2507" y="638"/>
                    <a:pt x="2507" y="638"/>
                  </a:cubicBezTo>
                  <a:lnTo>
                    <a:pt x="2507" y="610"/>
                  </a:lnTo>
                  <a:close/>
                  <a:moveTo>
                    <a:pt x="2414" y="713"/>
                  </a:moveTo>
                  <a:lnTo>
                    <a:pt x="2414" y="713"/>
                  </a:lnTo>
                  <a:cubicBezTo>
                    <a:pt x="2450" y="665"/>
                    <a:pt x="2450" y="665"/>
                    <a:pt x="2450" y="665"/>
                  </a:cubicBezTo>
                  <a:cubicBezTo>
                    <a:pt x="2497" y="647"/>
                    <a:pt x="2497" y="647"/>
                    <a:pt x="2497" y="647"/>
                  </a:cubicBezTo>
                  <a:cubicBezTo>
                    <a:pt x="2525" y="665"/>
                    <a:pt x="2525" y="665"/>
                    <a:pt x="2525" y="665"/>
                  </a:cubicBezTo>
                  <a:cubicBezTo>
                    <a:pt x="2525" y="704"/>
                    <a:pt x="2525" y="704"/>
                    <a:pt x="2525" y="704"/>
                  </a:cubicBezTo>
                  <a:cubicBezTo>
                    <a:pt x="2459" y="749"/>
                    <a:pt x="2459" y="749"/>
                    <a:pt x="2459" y="749"/>
                  </a:cubicBezTo>
                  <a:cubicBezTo>
                    <a:pt x="2414" y="749"/>
                    <a:pt x="2414" y="749"/>
                    <a:pt x="2414" y="749"/>
                  </a:cubicBezTo>
                  <a:lnTo>
                    <a:pt x="2414" y="713"/>
                  </a:lnTo>
                  <a:close/>
                  <a:moveTo>
                    <a:pt x="1479" y="925"/>
                  </a:moveTo>
                  <a:lnTo>
                    <a:pt x="1479" y="925"/>
                  </a:lnTo>
                  <a:cubicBezTo>
                    <a:pt x="1452" y="934"/>
                    <a:pt x="1452" y="934"/>
                    <a:pt x="1452" y="934"/>
                  </a:cubicBezTo>
                  <a:cubicBezTo>
                    <a:pt x="1452" y="907"/>
                    <a:pt x="1452" y="907"/>
                    <a:pt x="1452" y="907"/>
                  </a:cubicBezTo>
                  <a:cubicBezTo>
                    <a:pt x="1470" y="888"/>
                    <a:pt x="1470" y="888"/>
                    <a:pt x="1470" y="888"/>
                  </a:cubicBezTo>
                  <a:cubicBezTo>
                    <a:pt x="1488" y="907"/>
                    <a:pt x="1488" y="907"/>
                    <a:pt x="1488" y="907"/>
                  </a:cubicBezTo>
                  <a:lnTo>
                    <a:pt x="1479" y="925"/>
                  </a:lnTo>
                  <a:close/>
                  <a:moveTo>
                    <a:pt x="1609" y="888"/>
                  </a:moveTo>
                  <a:lnTo>
                    <a:pt x="1609" y="888"/>
                  </a:lnTo>
                  <a:cubicBezTo>
                    <a:pt x="1581" y="888"/>
                    <a:pt x="1581" y="888"/>
                    <a:pt x="1581" y="888"/>
                  </a:cubicBezTo>
                  <a:cubicBezTo>
                    <a:pt x="1581" y="907"/>
                    <a:pt x="1581" y="907"/>
                    <a:pt x="1581" y="907"/>
                  </a:cubicBezTo>
                  <a:cubicBezTo>
                    <a:pt x="1563" y="925"/>
                    <a:pt x="1563" y="925"/>
                    <a:pt x="1563" y="925"/>
                  </a:cubicBezTo>
                  <a:cubicBezTo>
                    <a:pt x="1534" y="925"/>
                    <a:pt x="1534" y="925"/>
                    <a:pt x="1534" y="925"/>
                  </a:cubicBezTo>
                  <a:cubicBezTo>
                    <a:pt x="1525" y="916"/>
                    <a:pt x="1525" y="916"/>
                    <a:pt x="1525" y="916"/>
                  </a:cubicBezTo>
                  <a:cubicBezTo>
                    <a:pt x="1516" y="916"/>
                    <a:pt x="1516" y="916"/>
                    <a:pt x="1516" y="916"/>
                  </a:cubicBezTo>
                  <a:cubicBezTo>
                    <a:pt x="1516" y="888"/>
                    <a:pt x="1516" y="888"/>
                    <a:pt x="1516" y="888"/>
                  </a:cubicBezTo>
                  <a:cubicBezTo>
                    <a:pt x="1563" y="888"/>
                    <a:pt x="1563" y="888"/>
                    <a:pt x="1563" y="888"/>
                  </a:cubicBezTo>
                  <a:cubicBezTo>
                    <a:pt x="1572" y="861"/>
                    <a:pt x="1572" y="861"/>
                    <a:pt x="1572" y="861"/>
                  </a:cubicBezTo>
                  <a:cubicBezTo>
                    <a:pt x="1600" y="861"/>
                    <a:pt x="1600" y="861"/>
                    <a:pt x="1600" y="861"/>
                  </a:cubicBezTo>
                  <a:cubicBezTo>
                    <a:pt x="1618" y="861"/>
                    <a:pt x="1618" y="861"/>
                    <a:pt x="1618" y="861"/>
                  </a:cubicBezTo>
                  <a:lnTo>
                    <a:pt x="1609" y="888"/>
                  </a:lnTo>
                  <a:close/>
                </a:path>
              </a:pathLst>
            </a:custGeom>
            <a:solidFill>
              <a:srgbClr val="9AD8D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1"/>
            <p:cNvSpPr/>
            <p:nvPr/>
          </p:nvSpPr>
          <p:spPr>
            <a:xfrm>
              <a:off x="3791264" y="1188840"/>
              <a:ext cx="3572" cy="4167"/>
            </a:xfrm>
            <a:custGeom>
              <a:rect b="b" l="l" r="r" t="t"/>
              <a:pathLst>
                <a:path extrusionOk="0" h="37" w="30">
                  <a:moveTo>
                    <a:pt x="0" y="9"/>
                  </a:moveTo>
                  <a:lnTo>
                    <a:pt x="11" y="27"/>
                  </a:lnTo>
                  <a:lnTo>
                    <a:pt x="29" y="36"/>
                  </a:lnTo>
                  <a:lnTo>
                    <a:pt x="29" y="0"/>
                  </a:lnTo>
                  <a:lnTo>
                    <a:pt x="0" y="9"/>
                  </a:lnTo>
                </a:path>
              </a:pathLst>
            </a:custGeom>
            <a:solidFill>
              <a:srgbClr val="03434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1"/>
            <p:cNvSpPr/>
            <p:nvPr/>
          </p:nvSpPr>
          <p:spPr>
            <a:xfrm>
              <a:off x="3993710" y="1188840"/>
              <a:ext cx="19649" cy="18455"/>
            </a:xfrm>
            <a:custGeom>
              <a:rect b="b" l="l" r="r" t="t"/>
              <a:pathLst>
                <a:path extrusionOk="0" h="140" w="149">
                  <a:moveTo>
                    <a:pt x="55" y="139"/>
                  </a:moveTo>
                  <a:lnTo>
                    <a:pt x="55" y="139"/>
                  </a:lnTo>
                  <a:cubicBezTo>
                    <a:pt x="111" y="102"/>
                    <a:pt x="139" y="73"/>
                    <a:pt x="148" y="73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55" y="18"/>
                    <a:pt x="0" y="55"/>
                  </a:cubicBezTo>
                  <a:lnTo>
                    <a:pt x="55" y="139"/>
                  </a:lnTo>
                </a:path>
              </a:pathLst>
            </a:custGeom>
            <a:solidFill>
              <a:srgbClr val="C1282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1"/>
            <p:cNvSpPr/>
            <p:nvPr/>
          </p:nvSpPr>
          <p:spPr>
            <a:xfrm>
              <a:off x="3741248" y="1208485"/>
              <a:ext cx="235790" cy="58341"/>
            </a:xfrm>
            <a:custGeom>
              <a:rect b="b" l="l" r="r" t="t"/>
              <a:pathLst>
                <a:path extrusionOk="0" h="436" w="1749">
                  <a:moveTo>
                    <a:pt x="435" y="435"/>
                  </a:moveTo>
                  <a:lnTo>
                    <a:pt x="435" y="435"/>
                  </a:lnTo>
                  <a:cubicBezTo>
                    <a:pt x="490" y="435"/>
                    <a:pt x="545" y="435"/>
                    <a:pt x="601" y="426"/>
                  </a:cubicBezTo>
                  <a:cubicBezTo>
                    <a:pt x="592" y="333"/>
                    <a:pt x="592" y="333"/>
                    <a:pt x="592" y="333"/>
                  </a:cubicBezTo>
                  <a:cubicBezTo>
                    <a:pt x="536" y="333"/>
                    <a:pt x="472" y="333"/>
                    <a:pt x="408" y="333"/>
                  </a:cubicBezTo>
                  <a:cubicBezTo>
                    <a:pt x="398" y="435"/>
                    <a:pt x="398" y="435"/>
                    <a:pt x="398" y="435"/>
                  </a:cubicBezTo>
                  <a:cubicBezTo>
                    <a:pt x="417" y="435"/>
                    <a:pt x="426" y="435"/>
                    <a:pt x="435" y="435"/>
                  </a:cubicBezTo>
                  <a:close/>
                  <a:moveTo>
                    <a:pt x="203" y="426"/>
                  </a:moveTo>
                  <a:lnTo>
                    <a:pt x="203" y="426"/>
                  </a:lnTo>
                  <a:cubicBezTo>
                    <a:pt x="212" y="324"/>
                    <a:pt x="212" y="324"/>
                    <a:pt x="212" y="324"/>
                  </a:cubicBezTo>
                  <a:cubicBezTo>
                    <a:pt x="148" y="314"/>
                    <a:pt x="84" y="305"/>
                    <a:pt x="18" y="296"/>
                  </a:cubicBezTo>
                  <a:cubicBezTo>
                    <a:pt x="0" y="388"/>
                    <a:pt x="0" y="388"/>
                    <a:pt x="0" y="388"/>
                  </a:cubicBezTo>
                  <a:cubicBezTo>
                    <a:pt x="64" y="406"/>
                    <a:pt x="130" y="417"/>
                    <a:pt x="203" y="426"/>
                  </a:cubicBezTo>
                  <a:close/>
                  <a:moveTo>
                    <a:pt x="804" y="406"/>
                  </a:moveTo>
                  <a:lnTo>
                    <a:pt x="804" y="406"/>
                  </a:lnTo>
                  <a:cubicBezTo>
                    <a:pt x="870" y="397"/>
                    <a:pt x="934" y="378"/>
                    <a:pt x="998" y="369"/>
                  </a:cubicBezTo>
                  <a:cubicBezTo>
                    <a:pt x="980" y="269"/>
                    <a:pt x="980" y="269"/>
                    <a:pt x="980" y="269"/>
                  </a:cubicBezTo>
                  <a:cubicBezTo>
                    <a:pt x="916" y="287"/>
                    <a:pt x="850" y="296"/>
                    <a:pt x="786" y="305"/>
                  </a:cubicBezTo>
                  <a:lnTo>
                    <a:pt x="804" y="406"/>
                  </a:lnTo>
                  <a:close/>
                  <a:moveTo>
                    <a:pt x="1194" y="314"/>
                  </a:moveTo>
                  <a:lnTo>
                    <a:pt x="1194" y="314"/>
                  </a:lnTo>
                  <a:cubicBezTo>
                    <a:pt x="1258" y="296"/>
                    <a:pt x="1322" y="278"/>
                    <a:pt x="1388" y="249"/>
                  </a:cubicBezTo>
                  <a:cubicBezTo>
                    <a:pt x="1351" y="157"/>
                    <a:pt x="1351" y="157"/>
                    <a:pt x="1351" y="157"/>
                  </a:cubicBezTo>
                  <a:cubicBezTo>
                    <a:pt x="1285" y="185"/>
                    <a:pt x="1230" y="203"/>
                    <a:pt x="1166" y="221"/>
                  </a:cubicBezTo>
                  <a:lnTo>
                    <a:pt x="1194" y="314"/>
                  </a:lnTo>
                  <a:close/>
                  <a:moveTo>
                    <a:pt x="1572" y="175"/>
                  </a:moveTo>
                  <a:lnTo>
                    <a:pt x="1572" y="175"/>
                  </a:lnTo>
                  <a:cubicBezTo>
                    <a:pt x="1638" y="148"/>
                    <a:pt x="1693" y="120"/>
                    <a:pt x="1748" y="84"/>
                  </a:cubicBezTo>
                  <a:cubicBezTo>
                    <a:pt x="1702" y="0"/>
                    <a:pt x="1702" y="0"/>
                    <a:pt x="1702" y="0"/>
                  </a:cubicBezTo>
                  <a:cubicBezTo>
                    <a:pt x="1647" y="27"/>
                    <a:pt x="1591" y="55"/>
                    <a:pt x="1527" y="84"/>
                  </a:cubicBezTo>
                  <a:lnTo>
                    <a:pt x="1572" y="175"/>
                  </a:lnTo>
                  <a:close/>
                </a:path>
              </a:pathLst>
            </a:custGeom>
            <a:solidFill>
              <a:srgbClr val="C1282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1"/>
            <p:cNvSpPr/>
            <p:nvPr/>
          </p:nvSpPr>
          <p:spPr>
            <a:xfrm>
              <a:off x="3701354" y="1238250"/>
              <a:ext cx="16672" cy="16074"/>
            </a:xfrm>
            <a:custGeom>
              <a:rect b="b" l="l" r="r" t="t"/>
              <a:pathLst>
                <a:path extrusionOk="0" h="122" w="130">
                  <a:moveTo>
                    <a:pt x="102" y="121"/>
                  </a:moveTo>
                  <a:lnTo>
                    <a:pt x="102" y="121"/>
                  </a:lnTo>
                  <a:cubicBezTo>
                    <a:pt x="129" y="28"/>
                    <a:pt x="129" y="28"/>
                    <a:pt x="129" y="28"/>
                  </a:cubicBezTo>
                  <a:cubicBezTo>
                    <a:pt x="93" y="19"/>
                    <a:pt x="65" y="9"/>
                    <a:pt x="27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27" y="103"/>
                    <a:pt x="65" y="112"/>
                    <a:pt x="102" y="121"/>
                  </a:cubicBezTo>
                </a:path>
              </a:pathLst>
            </a:custGeom>
            <a:solidFill>
              <a:srgbClr val="C1282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1"/>
            <p:cNvSpPr/>
            <p:nvPr/>
          </p:nvSpPr>
          <p:spPr>
            <a:xfrm>
              <a:off x="3550115" y="1137643"/>
              <a:ext cx="158384" cy="107156"/>
            </a:xfrm>
            <a:custGeom>
              <a:rect b="b" l="l" r="r" t="t"/>
              <a:pathLst>
                <a:path extrusionOk="0" h="797" w="1177">
                  <a:moveTo>
                    <a:pt x="176" y="37"/>
                  </a:moveTo>
                  <a:lnTo>
                    <a:pt x="176" y="37"/>
                  </a:lnTo>
                  <a:cubicBezTo>
                    <a:pt x="370" y="166"/>
                    <a:pt x="370" y="166"/>
                    <a:pt x="370" y="166"/>
                  </a:cubicBezTo>
                  <a:cubicBezTo>
                    <a:pt x="584" y="304"/>
                    <a:pt x="584" y="304"/>
                    <a:pt x="584" y="304"/>
                  </a:cubicBezTo>
                  <a:cubicBezTo>
                    <a:pt x="1019" y="600"/>
                    <a:pt x="1019" y="600"/>
                    <a:pt x="1019" y="600"/>
                  </a:cubicBezTo>
                  <a:cubicBezTo>
                    <a:pt x="1037" y="611"/>
                    <a:pt x="1056" y="620"/>
                    <a:pt x="1065" y="629"/>
                  </a:cubicBezTo>
                  <a:cubicBezTo>
                    <a:pt x="1176" y="730"/>
                    <a:pt x="1176" y="730"/>
                    <a:pt x="1176" y="730"/>
                  </a:cubicBezTo>
                  <a:cubicBezTo>
                    <a:pt x="1138" y="796"/>
                    <a:pt x="1138" y="796"/>
                    <a:pt x="1138" y="796"/>
                  </a:cubicBezTo>
                  <a:cubicBezTo>
                    <a:pt x="990" y="730"/>
                    <a:pt x="990" y="730"/>
                    <a:pt x="990" y="730"/>
                  </a:cubicBezTo>
                  <a:cubicBezTo>
                    <a:pt x="981" y="721"/>
                    <a:pt x="962" y="712"/>
                    <a:pt x="944" y="702"/>
                  </a:cubicBezTo>
                  <a:cubicBezTo>
                    <a:pt x="491" y="443"/>
                    <a:pt x="491" y="443"/>
                    <a:pt x="491" y="443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65" y="203"/>
                    <a:pt x="65" y="203"/>
                    <a:pt x="65" y="203"/>
                  </a:cubicBezTo>
                  <a:cubicBezTo>
                    <a:pt x="19" y="166"/>
                    <a:pt x="0" y="110"/>
                    <a:pt x="37" y="64"/>
                  </a:cubicBezTo>
                  <a:cubicBezTo>
                    <a:pt x="65" y="18"/>
                    <a:pt x="130" y="0"/>
                    <a:pt x="176" y="37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1"/>
            <p:cNvSpPr/>
            <p:nvPr/>
          </p:nvSpPr>
          <p:spPr>
            <a:xfrm>
              <a:off x="3600131" y="1120974"/>
              <a:ext cx="94673" cy="57150"/>
            </a:xfrm>
            <a:custGeom>
              <a:rect b="b" l="l" r="r" t="t"/>
              <a:pathLst>
                <a:path extrusionOk="0" h="426" w="705">
                  <a:moveTo>
                    <a:pt x="176" y="185"/>
                  </a:moveTo>
                  <a:lnTo>
                    <a:pt x="314" y="121"/>
                  </a:lnTo>
                  <a:lnTo>
                    <a:pt x="380" y="83"/>
                  </a:lnTo>
                  <a:lnTo>
                    <a:pt x="547" y="0"/>
                  </a:lnTo>
                  <a:lnTo>
                    <a:pt x="704" y="101"/>
                  </a:lnTo>
                  <a:lnTo>
                    <a:pt x="223" y="407"/>
                  </a:lnTo>
                  <a:lnTo>
                    <a:pt x="214" y="425"/>
                  </a:lnTo>
                  <a:lnTo>
                    <a:pt x="0" y="287"/>
                  </a:lnTo>
                  <a:lnTo>
                    <a:pt x="9" y="277"/>
                  </a:lnTo>
                  <a:lnTo>
                    <a:pt x="121" y="222"/>
                  </a:lnTo>
                  <a:lnTo>
                    <a:pt x="111" y="222"/>
                  </a:lnTo>
                  <a:lnTo>
                    <a:pt x="176" y="185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1"/>
            <p:cNvSpPr/>
            <p:nvPr/>
          </p:nvSpPr>
          <p:spPr>
            <a:xfrm>
              <a:off x="3577505" y="1179910"/>
              <a:ext cx="38107" cy="95250"/>
            </a:xfrm>
            <a:custGeom>
              <a:rect b="b" l="l" r="r" t="t"/>
              <a:pathLst>
                <a:path extrusionOk="0" h="712" w="288">
                  <a:moveTo>
                    <a:pt x="65" y="0"/>
                  </a:moveTo>
                  <a:lnTo>
                    <a:pt x="287" y="128"/>
                  </a:lnTo>
                  <a:lnTo>
                    <a:pt x="277" y="137"/>
                  </a:lnTo>
                  <a:lnTo>
                    <a:pt x="157" y="711"/>
                  </a:lnTo>
                  <a:lnTo>
                    <a:pt x="0" y="609"/>
                  </a:lnTo>
                  <a:lnTo>
                    <a:pt x="9" y="470"/>
                  </a:lnTo>
                  <a:lnTo>
                    <a:pt x="18" y="406"/>
                  </a:lnTo>
                  <a:lnTo>
                    <a:pt x="38" y="230"/>
                  </a:lnTo>
                  <a:lnTo>
                    <a:pt x="47" y="166"/>
                  </a:lnTo>
                  <a:lnTo>
                    <a:pt x="65" y="9"/>
                  </a:lnTo>
                  <a:lnTo>
                    <a:pt x="65" y="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"/>
            <p:cNvSpPr/>
            <p:nvPr/>
          </p:nvSpPr>
          <p:spPr>
            <a:xfrm>
              <a:off x="3693613" y="1210866"/>
              <a:ext cx="35726" cy="24408"/>
            </a:xfrm>
            <a:custGeom>
              <a:rect b="b" l="l" r="r" t="t"/>
              <a:pathLst>
                <a:path extrusionOk="0" h="186" w="268">
                  <a:moveTo>
                    <a:pt x="175" y="0"/>
                  </a:moveTo>
                  <a:lnTo>
                    <a:pt x="267" y="28"/>
                  </a:lnTo>
                  <a:lnTo>
                    <a:pt x="111" y="185"/>
                  </a:lnTo>
                  <a:lnTo>
                    <a:pt x="0" y="84"/>
                  </a:lnTo>
                  <a:lnTo>
                    <a:pt x="175" y="0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1"/>
            <p:cNvSpPr/>
            <p:nvPr/>
          </p:nvSpPr>
          <p:spPr>
            <a:xfrm>
              <a:off x="3681110" y="1235869"/>
              <a:ext cx="22031" cy="35719"/>
            </a:xfrm>
            <a:custGeom>
              <a:rect b="b" l="l" r="r" t="t"/>
              <a:pathLst>
                <a:path extrusionOk="0" h="270" w="167">
                  <a:moveTo>
                    <a:pt x="157" y="66"/>
                  </a:moveTo>
                  <a:lnTo>
                    <a:pt x="65" y="269"/>
                  </a:lnTo>
                  <a:lnTo>
                    <a:pt x="0" y="203"/>
                  </a:lnTo>
                  <a:lnTo>
                    <a:pt x="18" y="0"/>
                  </a:lnTo>
                  <a:lnTo>
                    <a:pt x="166" y="66"/>
                  </a:lnTo>
                  <a:lnTo>
                    <a:pt x="157" y="66"/>
                  </a:lnTo>
                </a:path>
              </a:pathLst>
            </a:custGeom>
            <a:solidFill>
              <a:srgbClr val="E1AB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"/>
            <p:cNvSpPr/>
            <p:nvPr/>
          </p:nvSpPr>
          <p:spPr>
            <a:xfrm>
              <a:off x="3561429" y="1226344"/>
              <a:ext cx="18458" cy="16669"/>
            </a:xfrm>
            <a:custGeom>
              <a:rect b="b" l="l" r="r" t="t"/>
              <a:pathLst>
                <a:path extrusionOk="0" h="129" w="140">
                  <a:moveTo>
                    <a:pt x="20" y="64"/>
                  </a:moveTo>
                  <a:lnTo>
                    <a:pt x="20" y="64"/>
                  </a:lnTo>
                  <a:cubicBezTo>
                    <a:pt x="0" y="55"/>
                    <a:pt x="0" y="36"/>
                    <a:pt x="11" y="18"/>
                  </a:cubicBezTo>
                  <a:cubicBezTo>
                    <a:pt x="20" y="9"/>
                    <a:pt x="38" y="0"/>
                    <a:pt x="47" y="9"/>
                  </a:cubicBezTo>
                  <a:cubicBezTo>
                    <a:pt x="139" y="64"/>
                    <a:pt x="139" y="64"/>
                    <a:pt x="139" y="64"/>
                  </a:cubicBezTo>
                  <a:cubicBezTo>
                    <a:pt x="130" y="128"/>
                    <a:pt x="130" y="128"/>
                    <a:pt x="130" y="128"/>
                  </a:cubicBezTo>
                  <a:lnTo>
                    <a:pt x="20" y="64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1"/>
            <p:cNvSpPr/>
            <p:nvPr/>
          </p:nvSpPr>
          <p:spPr>
            <a:xfrm>
              <a:off x="3563810" y="1193602"/>
              <a:ext cx="19649" cy="17264"/>
            </a:xfrm>
            <a:custGeom>
              <a:rect b="b" l="l" r="r" t="t"/>
              <a:pathLst>
                <a:path extrusionOk="0" h="131" w="149">
                  <a:moveTo>
                    <a:pt x="55" y="10"/>
                  </a:moveTo>
                  <a:lnTo>
                    <a:pt x="55" y="10"/>
                  </a:lnTo>
                  <a:cubicBezTo>
                    <a:pt x="148" y="66"/>
                    <a:pt x="148" y="66"/>
                    <a:pt x="148" y="66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9" y="46"/>
                    <a:pt x="0" y="28"/>
                    <a:pt x="9" y="10"/>
                  </a:cubicBezTo>
                  <a:cubicBezTo>
                    <a:pt x="18" y="0"/>
                    <a:pt x="36" y="0"/>
                    <a:pt x="55" y="10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1"/>
            <p:cNvSpPr/>
            <p:nvPr/>
          </p:nvSpPr>
          <p:spPr>
            <a:xfrm>
              <a:off x="3602513" y="1136452"/>
              <a:ext cx="20840" cy="14288"/>
            </a:xfrm>
            <a:custGeom>
              <a:rect b="b" l="l" r="r" t="t"/>
              <a:pathLst>
                <a:path extrusionOk="0" h="111" w="157">
                  <a:moveTo>
                    <a:pt x="55" y="9"/>
                  </a:moveTo>
                  <a:lnTo>
                    <a:pt x="55" y="9"/>
                  </a:lnTo>
                  <a:cubicBezTo>
                    <a:pt x="156" y="73"/>
                    <a:pt x="156" y="73"/>
                    <a:pt x="156" y="73"/>
                  </a:cubicBezTo>
                  <a:cubicBezTo>
                    <a:pt x="101" y="110"/>
                    <a:pt x="101" y="110"/>
                    <a:pt x="101" y="110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0" y="55"/>
                    <a:pt x="0" y="37"/>
                    <a:pt x="9" y="18"/>
                  </a:cubicBezTo>
                  <a:cubicBezTo>
                    <a:pt x="18" y="9"/>
                    <a:pt x="36" y="0"/>
                    <a:pt x="55" y="9"/>
                  </a:cubicBez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"/>
            <p:cNvSpPr/>
            <p:nvPr/>
          </p:nvSpPr>
          <p:spPr>
            <a:xfrm>
              <a:off x="3628712" y="1122760"/>
              <a:ext cx="22031" cy="14288"/>
            </a:xfrm>
            <a:custGeom>
              <a:rect b="b" l="l" r="r" t="t"/>
              <a:pathLst>
                <a:path extrusionOk="0" h="112" w="167">
                  <a:moveTo>
                    <a:pt x="18" y="55"/>
                  </a:moveTo>
                  <a:lnTo>
                    <a:pt x="18" y="55"/>
                  </a:lnTo>
                  <a:cubicBezTo>
                    <a:pt x="0" y="45"/>
                    <a:pt x="0" y="27"/>
                    <a:pt x="9" y="18"/>
                  </a:cubicBezTo>
                  <a:cubicBezTo>
                    <a:pt x="18" y="0"/>
                    <a:pt x="36" y="0"/>
                    <a:pt x="55" y="9"/>
                  </a:cubicBezTo>
                  <a:cubicBezTo>
                    <a:pt x="166" y="73"/>
                    <a:pt x="166" y="73"/>
                    <a:pt x="166" y="73"/>
                  </a:cubicBezTo>
                  <a:cubicBezTo>
                    <a:pt x="100" y="111"/>
                    <a:pt x="100" y="111"/>
                    <a:pt x="100" y="111"/>
                  </a:cubicBezTo>
                  <a:lnTo>
                    <a:pt x="18" y="55"/>
                  </a:lnTo>
                </a:path>
              </a:pathLst>
            </a:custGeom>
            <a:solidFill>
              <a:srgbClr val="F8BB1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0" name="Google Shape;1200;p1"/>
          <p:cNvGrpSpPr/>
          <p:nvPr/>
        </p:nvGrpSpPr>
        <p:grpSpPr>
          <a:xfrm>
            <a:off x="5078413" y="944563"/>
            <a:ext cx="688975" cy="687387"/>
            <a:chOff x="5078581" y="944166"/>
            <a:chExt cx="688315" cy="687586"/>
          </a:xfrm>
        </p:grpSpPr>
        <p:sp>
          <p:nvSpPr>
            <p:cNvPr id="1201" name="Google Shape;1201;p1"/>
            <p:cNvSpPr/>
            <p:nvPr/>
          </p:nvSpPr>
          <p:spPr>
            <a:xfrm>
              <a:off x="5078581" y="944166"/>
              <a:ext cx="688315" cy="687586"/>
            </a:xfrm>
            <a:custGeom>
              <a:rect b="b" l="l" r="r" t="t"/>
              <a:pathLst>
                <a:path extrusionOk="0" h="5095" w="5096">
                  <a:moveTo>
                    <a:pt x="2548" y="5094"/>
                  </a:moveTo>
                  <a:lnTo>
                    <a:pt x="2548" y="5094"/>
                  </a:lnTo>
                  <a:cubicBezTo>
                    <a:pt x="1140" y="5094"/>
                    <a:pt x="0" y="3956"/>
                    <a:pt x="0" y="2548"/>
                  </a:cubicBezTo>
                  <a:cubicBezTo>
                    <a:pt x="0" y="1144"/>
                    <a:pt x="1140" y="0"/>
                    <a:pt x="2548" y="0"/>
                  </a:cubicBezTo>
                  <a:cubicBezTo>
                    <a:pt x="3950" y="0"/>
                    <a:pt x="5095" y="1144"/>
                    <a:pt x="5095" y="2548"/>
                  </a:cubicBezTo>
                  <a:cubicBezTo>
                    <a:pt x="5095" y="3956"/>
                    <a:pt x="3950" y="5094"/>
                    <a:pt x="2548" y="5094"/>
                  </a:cubicBezTo>
                </a:path>
              </a:pathLst>
            </a:custGeom>
            <a:solidFill>
              <a:srgbClr val="7B829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"/>
            <p:cNvSpPr/>
            <p:nvPr/>
          </p:nvSpPr>
          <p:spPr>
            <a:xfrm>
              <a:off x="5225652" y="1398389"/>
              <a:ext cx="392387" cy="233363"/>
            </a:xfrm>
            <a:custGeom>
              <a:rect b="b" l="l" r="r" t="t"/>
              <a:pathLst>
                <a:path extrusionOk="0" h="1730" w="2907">
                  <a:moveTo>
                    <a:pt x="501" y="342"/>
                  </a:moveTo>
                  <a:lnTo>
                    <a:pt x="501" y="342"/>
                  </a:lnTo>
                  <a:cubicBezTo>
                    <a:pt x="248" y="506"/>
                    <a:pt x="148" y="855"/>
                    <a:pt x="0" y="1271"/>
                  </a:cubicBezTo>
                  <a:cubicBezTo>
                    <a:pt x="412" y="1561"/>
                    <a:pt x="918" y="1729"/>
                    <a:pt x="1462" y="1729"/>
                  </a:cubicBezTo>
                  <a:cubicBezTo>
                    <a:pt x="2000" y="1729"/>
                    <a:pt x="2495" y="1561"/>
                    <a:pt x="2906" y="1276"/>
                  </a:cubicBezTo>
                  <a:cubicBezTo>
                    <a:pt x="2759" y="859"/>
                    <a:pt x="2659" y="506"/>
                    <a:pt x="2405" y="342"/>
                  </a:cubicBezTo>
                  <a:cubicBezTo>
                    <a:pt x="1967" y="74"/>
                    <a:pt x="1709" y="10"/>
                    <a:pt x="1451" y="5"/>
                  </a:cubicBezTo>
                  <a:cubicBezTo>
                    <a:pt x="1188" y="0"/>
                    <a:pt x="934" y="63"/>
                    <a:pt x="501" y="3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1"/>
            <p:cNvSpPr/>
            <p:nvPr/>
          </p:nvSpPr>
          <p:spPr>
            <a:xfrm>
              <a:off x="5225651" y="1406724"/>
              <a:ext cx="195301" cy="216694"/>
            </a:xfrm>
            <a:custGeom>
              <a:rect b="b" l="l" r="r" t="t"/>
              <a:pathLst>
                <a:path extrusionOk="0" h="1604" w="1447">
                  <a:moveTo>
                    <a:pt x="501" y="284"/>
                  </a:moveTo>
                  <a:lnTo>
                    <a:pt x="501" y="284"/>
                  </a:lnTo>
                  <a:cubicBezTo>
                    <a:pt x="248" y="448"/>
                    <a:pt x="148" y="797"/>
                    <a:pt x="0" y="1213"/>
                  </a:cubicBezTo>
                  <a:cubicBezTo>
                    <a:pt x="259" y="1393"/>
                    <a:pt x="554" y="1524"/>
                    <a:pt x="870" y="1603"/>
                  </a:cubicBezTo>
                  <a:cubicBezTo>
                    <a:pt x="870" y="1318"/>
                    <a:pt x="887" y="1034"/>
                    <a:pt x="918" y="749"/>
                  </a:cubicBezTo>
                  <a:cubicBezTo>
                    <a:pt x="1076" y="717"/>
                    <a:pt x="1245" y="706"/>
                    <a:pt x="1446" y="728"/>
                  </a:cubicBezTo>
                  <a:cubicBezTo>
                    <a:pt x="1071" y="0"/>
                    <a:pt x="1071" y="0"/>
                    <a:pt x="1071" y="0"/>
                  </a:cubicBezTo>
                  <a:cubicBezTo>
                    <a:pt x="913" y="53"/>
                    <a:pt x="729" y="137"/>
                    <a:pt x="501" y="284"/>
                  </a:cubicBezTo>
                </a:path>
              </a:pathLst>
            </a:custGeom>
            <a:solidFill>
              <a:srgbClr val="E1E6F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1"/>
            <p:cNvSpPr/>
            <p:nvPr/>
          </p:nvSpPr>
          <p:spPr>
            <a:xfrm>
              <a:off x="5347119" y="1309093"/>
              <a:ext cx="142307" cy="195858"/>
            </a:xfrm>
            <a:custGeom>
              <a:rect b="b" l="l" r="r" t="t"/>
              <a:pathLst>
                <a:path extrusionOk="0" h="1452" w="1056">
                  <a:moveTo>
                    <a:pt x="122" y="739"/>
                  </a:moveTo>
                  <a:lnTo>
                    <a:pt x="122" y="739"/>
                  </a:lnTo>
                  <a:cubicBezTo>
                    <a:pt x="211" y="1266"/>
                    <a:pt x="348" y="1372"/>
                    <a:pt x="502" y="1451"/>
                  </a:cubicBezTo>
                  <a:cubicBezTo>
                    <a:pt x="596" y="1451"/>
                    <a:pt x="596" y="1451"/>
                    <a:pt x="596" y="1451"/>
                  </a:cubicBezTo>
                  <a:cubicBezTo>
                    <a:pt x="776" y="1324"/>
                    <a:pt x="950" y="1108"/>
                    <a:pt x="986" y="749"/>
                  </a:cubicBezTo>
                  <a:cubicBezTo>
                    <a:pt x="1055" y="0"/>
                    <a:pt x="0" y="48"/>
                    <a:pt x="122" y="739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"/>
            <p:cNvSpPr/>
            <p:nvPr/>
          </p:nvSpPr>
          <p:spPr>
            <a:xfrm>
              <a:off x="5363791" y="1406724"/>
              <a:ext cx="57161" cy="98226"/>
            </a:xfrm>
            <a:custGeom>
              <a:rect b="b" l="l" r="r" t="t"/>
              <a:pathLst>
                <a:path extrusionOk="0" h="729" w="423">
                  <a:moveTo>
                    <a:pt x="0" y="16"/>
                  </a:moveTo>
                  <a:lnTo>
                    <a:pt x="0" y="16"/>
                  </a:lnTo>
                  <a:cubicBezTo>
                    <a:pt x="89" y="533"/>
                    <a:pt x="221" y="643"/>
                    <a:pt x="369" y="722"/>
                  </a:cubicBezTo>
                  <a:cubicBezTo>
                    <a:pt x="384" y="722"/>
                    <a:pt x="405" y="728"/>
                    <a:pt x="422" y="728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1" y="5"/>
                    <a:pt x="15" y="10"/>
                    <a:pt x="0" y="16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1"/>
            <p:cNvSpPr/>
            <p:nvPr/>
          </p:nvSpPr>
          <p:spPr>
            <a:xfrm>
              <a:off x="5372723" y="1270397"/>
              <a:ext cx="97055" cy="192881"/>
            </a:xfrm>
            <a:custGeom>
              <a:rect b="b" l="l" r="r" t="t"/>
              <a:pathLst>
                <a:path extrusionOk="0" h="1430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39"/>
                    <a:pt x="717" y="1039"/>
                    <a:pt x="717" y="1039"/>
                  </a:cubicBezTo>
                  <a:cubicBezTo>
                    <a:pt x="717" y="1393"/>
                    <a:pt x="0" y="1429"/>
                    <a:pt x="0" y="103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1"/>
            <p:cNvSpPr/>
            <p:nvPr/>
          </p:nvSpPr>
          <p:spPr>
            <a:xfrm>
              <a:off x="5372723" y="1340049"/>
              <a:ext cx="97055" cy="66675"/>
            </a:xfrm>
            <a:custGeom>
              <a:rect b="b" l="l" r="r" t="t"/>
              <a:pathLst>
                <a:path extrusionOk="0" h="492" w="718">
                  <a:moveTo>
                    <a:pt x="717" y="137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1"/>
                  </a:lnTo>
                  <a:lnTo>
                    <a:pt x="717" y="137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1"/>
            <p:cNvSpPr/>
            <p:nvPr/>
          </p:nvSpPr>
          <p:spPr>
            <a:xfrm>
              <a:off x="5215529" y="954882"/>
              <a:ext cx="395365" cy="251222"/>
            </a:xfrm>
            <a:custGeom>
              <a:rect b="b" l="l" r="r" t="t"/>
              <a:pathLst>
                <a:path extrusionOk="0" h="1863" w="2928">
                  <a:moveTo>
                    <a:pt x="1444" y="0"/>
                  </a:moveTo>
                  <a:lnTo>
                    <a:pt x="1444" y="0"/>
                  </a:lnTo>
                  <a:cubicBezTo>
                    <a:pt x="1777" y="0"/>
                    <a:pt x="2062" y="195"/>
                    <a:pt x="2152" y="465"/>
                  </a:cubicBezTo>
                  <a:cubicBezTo>
                    <a:pt x="2584" y="475"/>
                    <a:pt x="2927" y="786"/>
                    <a:pt x="2927" y="1160"/>
                  </a:cubicBezTo>
                  <a:cubicBezTo>
                    <a:pt x="2927" y="1551"/>
                    <a:pt x="2568" y="1862"/>
                    <a:pt x="2125" y="1862"/>
                  </a:cubicBezTo>
                  <a:cubicBezTo>
                    <a:pt x="1777" y="1862"/>
                    <a:pt x="1487" y="1672"/>
                    <a:pt x="1371" y="1403"/>
                  </a:cubicBezTo>
                  <a:cubicBezTo>
                    <a:pt x="1244" y="1593"/>
                    <a:pt x="1007" y="1714"/>
                    <a:pt x="738" y="1714"/>
                  </a:cubicBezTo>
                  <a:cubicBezTo>
                    <a:pt x="332" y="1714"/>
                    <a:pt x="0" y="1429"/>
                    <a:pt x="0" y="1071"/>
                  </a:cubicBezTo>
                  <a:cubicBezTo>
                    <a:pt x="0" y="717"/>
                    <a:pt x="332" y="428"/>
                    <a:pt x="738" y="428"/>
                  </a:cubicBezTo>
                  <a:cubicBezTo>
                    <a:pt x="748" y="428"/>
                    <a:pt x="748" y="428"/>
                    <a:pt x="748" y="428"/>
                  </a:cubicBezTo>
                  <a:cubicBezTo>
                    <a:pt x="848" y="179"/>
                    <a:pt x="1123" y="0"/>
                    <a:pt x="144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1"/>
            <p:cNvSpPr/>
            <p:nvPr/>
          </p:nvSpPr>
          <p:spPr>
            <a:xfrm>
              <a:off x="5215529" y="1091803"/>
              <a:ext cx="411442" cy="271463"/>
            </a:xfrm>
            <a:custGeom>
              <a:rect b="b" l="l" r="r" t="t"/>
              <a:pathLst>
                <a:path extrusionOk="0" h="2010" w="3049">
                  <a:moveTo>
                    <a:pt x="1524" y="0"/>
                  </a:moveTo>
                  <a:lnTo>
                    <a:pt x="1524" y="0"/>
                  </a:lnTo>
                  <a:cubicBezTo>
                    <a:pt x="3048" y="0"/>
                    <a:pt x="2431" y="2009"/>
                    <a:pt x="1524" y="2009"/>
                  </a:cubicBezTo>
                  <a:cubicBezTo>
                    <a:pt x="617" y="2009"/>
                    <a:pt x="0" y="0"/>
                    <a:pt x="1524" y="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1"/>
            <p:cNvSpPr/>
            <p:nvPr/>
          </p:nvSpPr>
          <p:spPr>
            <a:xfrm>
              <a:off x="5421548" y="1091803"/>
              <a:ext cx="206018" cy="271463"/>
            </a:xfrm>
            <a:custGeom>
              <a:rect b="b" l="l" r="r" t="t"/>
              <a:pathLst>
                <a:path extrusionOk="0" h="2010" w="1525">
                  <a:moveTo>
                    <a:pt x="0" y="0"/>
                  </a:moveTo>
                  <a:lnTo>
                    <a:pt x="0" y="0"/>
                  </a:lnTo>
                  <a:cubicBezTo>
                    <a:pt x="1524" y="0"/>
                    <a:pt x="907" y="2009"/>
                    <a:pt x="0" y="200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1"/>
            <p:cNvSpPr/>
            <p:nvPr/>
          </p:nvSpPr>
          <p:spPr>
            <a:xfrm>
              <a:off x="5372723" y="1405534"/>
              <a:ext cx="97055" cy="98822"/>
            </a:xfrm>
            <a:custGeom>
              <a:rect b="b" l="l" r="r" t="t"/>
              <a:pathLst>
                <a:path extrusionOk="0" h="734" w="718">
                  <a:moveTo>
                    <a:pt x="0" y="0"/>
                  </a:moveTo>
                  <a:lnTo>
                    <a:pt x="0" y="0"/>
                  </a:lnTo>
                  <a:cubicBezTo>
                    <a:pt x="0" y="368"/>
                    <a:pt x="312" y="231"/>
                    <a:pt x="312" y="733"/>
                  </a:cubicBezTo>
                  <a:cubicBezTo>
                    <a:pt x="406" y="733"/>
                    <a:pt x="406" y="733"/>
                    <a:pt x="406" y="733"/>
                  </a:cubicBezTo>
                  <a:cubicBezTo>
                    <a:pt x="406" y="231"/>
                    <a:pt x="717" y="368"/>
                    <a:pt x="717" y="0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1"/>
            <p:cNvSpPr/>
            <p:nvPr/>
          </p:nvSpPr>
          <p:spPr>
            <a:xfrm>
              <a:off x="5427502" y="1359694"/>
              <a:ext cx="54184" cy="145256"/>
            </a:xfrm>
            <a:custGeom>
              <a:rect b="b" l="l" r="r" t="t"/>
              <a:pathLst>
                <a:path extrusionOk="0" h="1077" w="402">
                  <a:moveTo>
                    <a:pt x="0" y="1076"/>
                  </a:moveTo>
                  <a:lnTo>
                    <a:pt x="0" y="1076"/>
                  </a:lnTo>
                  <a:cubicBezTo>
                    <a:pt x="90" y="997"/>
                    <a:pt x="380" y="506"/>
                    <a:pt x="390" y="316"/>
                  </a:cubicBezTo>
                  <a:cubicBezTo>
                    <a:pt x="401" y="121"/>
                    <a:pt x="311" y="0"/>
                    <a:pt x="311" y="0"/>
                  </a:cubicBezTo>
                  <a:cubicBezTo>
                    <a:pt x="327" y="332"/>
                    <a:pt x="16" y="511"/>
                    <a:pt x="0" y="10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1"/>
            <p:cNvSpPr/>
            <p:nvPr/>
          </p:nvSpPr>
          <p:spPr>
            <a:xfrm>
              <a:off x="5360814" y="1359694"/>
              <a:ext cx="54184" cy="145256"/>
            </a:xfrm>
            <a:custGeom>
              <a:rect b="b" l="l" r="r" t="t"/>
              <a:pathLst>
                <a:path extrusionOk="0" h="1077" w="402">
                  <a:moveTo>
                    <a:pt x="401" y="1076"/>
                  </a:moveTo>
                  <a:lnTo>
                    <a:pt x="401" y="1076"/>
                  </a:lnTo>
                  <a:cubicBezTo>
                    <a:pt x="311" y="997"/>
                    <a:pt x="26" y="506"/>
                    <a:pt x="10" y="316"/>
                  </a:cubicBezTo>
                  <a:cubicBezTo>
                    <a:pt x="0" y="121"/>
                    <a:pt x="89" y="0"/>
                    <a:pt x="89" y="0"/>
                  </a:cubicBezTo>
                  <a:cubicBezTo>
                    <a:pt x="73" y="332"/>
                    <a:pt x="385" y="511"/>
                    <a:pt x="401" y="1076"/>
                  </a:cubicBezTo>
                </a:path>
              </a:pathLst>
            </a:custGeom>
            <a:solidFill>
              <a:srgbClr val="F1F0F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1"/>
            <p:cNvSpPr/>
            <p:nvPr/>
          </p:nvSpPr>
          <p:spPr>
            <a:xfrm>
              <a:off x="5339974" y="1499592"/>
              <a:ext cx="88719" cy="123825"/>
            </a:xfrm>
            <a:custGeom>
              <a:rect b="b" l="l" r="r" t="t"/>
              <a:pathLst>
                <a:path extrusionOk="0" h="919" w="655">
                  <a:moveTo>
                    <a:pt x="5" y="907"/>
                  </a:moveTo>
                  <a:lnTo>
                    <a:pt x="5" y="907"/>
                  </a:lnTo>
                  <a:cubicBezTo>
                    <a:pt x="0" y="617"/>
                    <a:pt x="16" y="326"/>
                    <a:pt x="47" y="37"/>
                  </a:cubicBezTo>
                  <a:cubicBezTo>
                    <a:pt x="226" y="0"/>
                    <a:pt x="421" y="10"/>
                    <a:pt x="654" y="37"/>
                  </a:cubicBezTo>
                  <a:cubicBezTo>
                    <a:pt x="511" y="37"/>
                    <a:pt x="406" y="37"/>
                    <a:pt x="301" y="42"/>
                  </a:cubicBezTo>
                  <a:cubicBezTo>
                    <a:pt x="226" y="48"/>
                    <a:pt x="158" y="58"/>
                    <a:pt x="84" y="73"/>
                  </a:cubicBezTo>
                  <a:cubicBezTo>
                    <a:pt x="63" y="359"/>
                    <a:pt x="47" y="638"/>
                    <a:pt x="41" y="918"/>
                  </a:cubicBezTo>
                  <a:cubicBezTo>
                    <a:pt x="31" y="912"/>
                    <a:pt x="16" y="912"/>
                    <a:pt x="5" y="907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1"/>
            <p:cNvSpPr/>
            <p:nvPr/>
          </p:nvSpPr>
          <p:spPr>
            <a:xfrm>
              <a:off x="5359028" y="1525786"/>
              <a:ext cx="11909" cy="12501"/>
            </a:xfrm>
            <a:custGeom>
              <a:rect b="b" l="l" r="r" t="t"/>
              <a:pathLst>
                <a:path extrusionOk="0" h="91" w="90">
                  <a:moveTo>
                    <a:pt x="47" y="0"/>
                  </a:moveTo>
                  <a:lnTo>
                    <a:pt x="47" y="0"/>
                  </a:lnTo>
                  <a:cubicBezTo>
                    <a:pt x="68" y="0"/>
                    <a:pt x="89" y="21"/>
                    <a:pt x="89" y="48"/>
                  </a:cubicBezTo>
                  <a:cubicBezTo>
                    <a:pt x="89" y="69"/>
                    <a:pt x="68" y="90"/>
                    <a:pt x="47" y="90"/>
                  </a:cubicBezTo>
                  <a:cubicBezTo>
                    <a:pt x="21" y="90"/>
                    <a:pt x="0" y="69"/>
                    <a:pt x="0" y="48"/>
                  </a:cubicBezTo>
                  <a:cubicBezTo>
                    <a:pt x="0" y="21"/>
                    <a:pt x="21" y="0"/>
                    <a:pt x="47" y="0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"/>
            <p:cNvSpPr/>
            <p:nvPr/>
          </p:nvSpPr>
          <p:spPr>
            <a:xfrm>
              <a:off x="5473945" y="1525786"/>
              <a:ext cx="12504" cy="12501"/>
            </a:xfrm>
            <a:custGeom>
              <a:rect b="b" l="l" r="r" t="t"/>
              <a:pathLst>
                <a:path extrusionOk="0" h="91" w="91">
                  <a:moveTo>
                    <a:pt x="43" y="0"/>
                  </a:moveTo>
                  <a:lnTo>
                    <a:pt x="43" y="0"/>
                  </a:lnTo>
                  <a:cubicBezTo>
                    <a:pt x="68" y="0"/>
                    <a:pt x="90" y="21"/>
                    <a:pt x="90" y="48"/>
                  </a:cubicBezTo>
                  <a:cubicBezTo>
                    <a:pt x="90" y="69"/>
                    <a:pt x="68" y="90"/>
                    <a:pt x="43" y="90"/>
                  </a:cubicBezTo>
                  <a:cubicBezTo>
                    <a:pt x="22" y="90"/>
                    <a:pt x="0" y="69"/>
                    <a:pt x="0" y="48"/>
                  </a:cubicBezTo>
                  <a:cubicBezTo>
                    <a:pt x="0" y="21"/>
                    <a:pt x="22" y="0"/>
                    <a:pt x="43" y="0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1"/>
            <p:cNvSpPr/>
            <p:nvPr/>
          </p:nvSpPr>
          <p:spPr>
            <a:xfrm>
              <a:off x="5359028" y="1583531"/>
              <a:ext cx="11909" cy="12502"/>
            </a:xfrm>
            <a:custGeom>
              <a:rect b="b" l="l" r="r" t="t"/>
              <a:pathLst>
                <a:path extrusionOk="0" h="91" w="90">
                  <a:moveTo>
                    <a:pt x="47" y="0"/>
                  </a:moveTo>
                  <a:lnTo>
                    <a:pt x="47" y="0"/>
                  </a:lnTo>
                  <a:cubicBezTo>
                    <a:pt x="68" y="0"/>
                    <a:pt x="89" y="21"/>
                    <a:pt x="89" y="47"/>
                  </a:cubicBezTo>
                  <a:cubicBezTo>
                    <a:pt x="89" y="69"/>
                    <a:pt x="68" y="90"/>
                    <a:pt x="47" y="90"/>
                  </a:cubicBezTo>
                  <a:cubicBezTo>
                    <a:pt x="21" y="90"/>
                    <a:pt x="0" y="69"/>
                    <a:pt x="0" y="47"/>
                  </a:cubicBezTo>
                  <a:cubicBezTo>
                    <a:pt x="0" y="21"/>
                    <a:pt x="21" y="0"/>
                    <a:pt x="47" y="0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1"/>
            <p:cNvSpPr/>
            <p:nvPr/>
          </p:nvSpPr>
          <p:spPr>
            <a:xfrm>
              <a:off x="5473945" y="1583531"/>
              <a:ext cx="12504" cy="12502"/>
            </a:xfrm>
            <a:custGeom>
              <a:rect b="b" l="l" r="r" t="t"/>
              <a:pathLst>
                <a:path extrusionOk="0" h="91" w="91">
                  <a:moveTo>
                    <a:pt x="43" y="0"/>
                  </a:moveTo>
                  <a:lnTo>
                    <a:pt x="43" y="0"/>
                  </a:lnTo>
                  <a:cubicBezTo>
                    <a:pt x="68" y="0"/>
                    <a:pt x="90" y="21"/>
                    <a:pt x="90" y="47"/>
                  </a:cubicBezTo>
                  <a:cubicBezTo>
                    <a:pt x="90" y="69"/>
                    <a:pt x="68" y="90"/>
                    <a:pt x="43" y="90"/>
                  </a:cubicBezTo>
                  <a:cubicBezTo>
                    <a:pt x="22" y="90"/>
                    <a:pt x="0" y="69"/>
                    <a:pt x="0" y="47"/>
                  </a:cubicBezTo>
                  <a:cubicBezTo>
                    <a:pt x="0" y="21"/>
                    <a:pt x="22" y="0"/>
                    <a:pt x="43" y="0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1"/>
            <p:cNvSpPr/>
            <p:nvPr/>
          </p:nvSpPr>
          <p:spPr>
            <a:xfrm>
              <a:off x="5291744" y="1106687"/>
              <a:ext cx="261394" cy="129183"/>
            </a:xfrm>
            <a:custGeom>
              <a:rect b="b" l="l" r="r" t="t"/>
              <a:pathLst>
                <a:path extrusionOk="0" h="956" w="1936">
                  <a:moveTo>
                    <a:pt x="1461" y="222"/>
                  </a:moveTo>
                  <a:lnTo>
                    <a:pt x="1461" y="222"/>
                  </a:lnTo>
                  <a:cubicBezTo>
                    <a:pt x="1324" y="280"/>
                    <a:pt x="844" y="586"/>
                    <a:pt x="649" y="591"/>
                  </a:cubicBezTo>
                  <a:cubicBezTo>
                    <a:pt x="454" y="596"/>
                    <a:pt x="685" y="555"/>
                    <a:pt x="738" y="496"/>
                  </a:cubicBezTo>
                  <a:cubicBezTo>
                    <a:pt x="791" y="433"/>
                    <a:pt x="364" y="634"/>
                    <a:pt x="263" y="638"/>
                  </a:cubicBezTo>
                  <a:cubicBezTo>
                    <a:pt x="158" y="644"/>
                    <a:pt x="263" y="623"/>
                    <a:pt x="311" y="559"/>
                  </a:cubicBezTo>
                  <a:cubicBezTo>
                    <a:pt x="359" y="496"/>
                    <a:pt x="137" y="596"/>
                    <a:pt x="174" y="775"/>
                  </a:cubicBezTo>
                  <a:cubicBezTo>
                    <a:pt x="205" y="955"/>
                    <a:pt x="26" y="887"/>
                    <a:pt x="10" y="717"/>
                  </a:cubicBezTo>
                  <a:cubicBezTo>
                    <a:pt x="0" y="555"/>
                    <a:pt x="16" y="522"/>
                    <a:pt x="84" y="370"/>
                  </a:cubicBezTo>
                  <a:cubicBezTo>
                    <a:pt x="147" y="212"/>
                    <a:pt x="1013" y="0"/>
                    <a:pt x="1287" y="0"/>
                  </a:cubicBezTo>
                  <a:cubicBezTo>
                    <a:pt x="1561" y="0"/>
                    <a:pt x="1788" y="275"/>
                    <a:pt x="1856" y="391"/>
                  </a:cubicBezTo>
                  <a:cubicBezTo>
                    <a:pt x="1920" y="512"/>
                    <a:pt x="1935" y="638"/>
                    <a:pt x="1904" y="750"/>
                  </a:cubicBezTo>
                  <a:cubicBezTo>
                    <a:pt x="1872" y="854"/>
                    <a:pt x="1783" y="908"/>
                    <a:pt x="1783" y="771"/>
                  </a:cubicBezTo>
                  <a:cubicBezTo>
                    <a:pt x="1783" y="634"/>
                    <a:pt x="1561" y="470"/>
                    <a:pt x="1461" y="222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1"/>
            <p:cNvSpPr/>
            <p:nvPr/>
          </p:nvSpPr>
          <p:spPr>
            <a:xfrm>
              <a:off x="5530511" y="1183482"/>
              <a:ext cx="35130" cy="66080"/>
            </a:xfrm>
            <a:custGeom>
              <a:rect b="b" l="l" r="r" t="t"/>
              <a:pathLst>
                <a:path extrusionOk="0" h="491" w="259">
                  <a:moveTo>
                    <a:pt x="179" y="10"/>
                  </a:moveTo>
                  <a:lnTo>
                    <a:pt x="179" y="10"/>
                  </a:lnTo>
                  <a:cubicBezTo>
                    <a:pt x="237" y="21"/>
                    <a:pt x="258" y="137"/>
                    <a:pt x="232" y="263"/>
                  </a:cubicBezTo>
                  <a:cubicBezTo>
                    <a:pt x="201" y="396"/>
                    <a:pt x="132" y="490"/>
                    <a:pt x="79" y="475"/>
                  </a:cubicBezTo>
                  <a:cubicBezTo>
                    <a:pt x="21" y="464"/>
                    <a:pt x="0" y="348"/>
                    <a:pt x="31" y="222"/>
                  </a:cubicBezTo>
                  <a:cubicBezTo>
                    <a:pt x="58" y="95"/>
                    <a:pt x="126" y="0"/>
                    <a:pt x="179" y="10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1"/>
            <p:cNvSpPr/>
            <p:nvPr/>
          </p:nvSpPr>
          <p:spPr>
            <a:xfrm>
              <a:off x="5280431" y="1183482"/>
              <a:ext cx="35130" cy="66080"/>
            </a:xfrm>
            <a:custGeom>
              <a:rect b="b" l="l" r="r" t="t"/>
              <a:pathLst>
                <a:path extrusionOk="0" h="491" w="259">
                  <a:moveTo>
                    <a:pt x="73" y="10"/>
                  </a:moveTo>
                  <a:lnTo>
                    <a:pt x="73" y="10"/>
                  </a:lnTo>
                  <a:cubicBezTo>
                    <a:pt x="21" y="21"/>
                    <a:pt x="0" y="137"/>
                    <a:pt x="26" y="263"/>
                  </a:cubicBezTo>
                  <a:cubicBezTo>
                    <a:pt x="52" y="396"/>
                    <a:pt x="121" y="490"/>
                    <a:pt x="179" y="475"/>
                  </a:cubicBezTo>
                  <a:cubicBezTo>
                    <a:pt x="231" y="464"/>
                    <a:pt x="258" y="348"/>
                    <a:pt x="226" y="222"/>
                  </a:cubicBezTo>
                  <a:cubicBezTo>
                    <a:pt x="200" y="95"/>
                    <a:pt x="131" y="0"/>
                    <a:pt x="73" y="1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1"/>
            <p:cNvSpPr/>
            <p:nvPr/>
          </p:nvSpPr>
          <p:spPr>
            <a:xfrm>
              <a:off x="5298294" y="1034058"/>
              <a:ext cx="246507" cy="126206"/>
            </a:xfrm>
            <a:custGeom>
              <a:rect b="b" l="l" r="r" t="t"/>
              <a:pathLst>
                <a:path extrusionOk="0" h="935" w="1826">
                  <a:moveTo>
                    <a:pt x="0" y="934"/>
                  </a:moveTo>
                  <a:lnTo>
                    <a:pt x="0" y="934"/>
                  </a:lnTo>
                  <a:cubicBezTo>
                    <a:pt x="517" y="765"/>
                    <a:pt x="1129" y="775"/>
                    <a:pt x="1825" y="934"/>
                  </a:cubicBezTo>
                  <a:cubicBezTo>
                    <a:pt x="1651" y="222"/>
                    <a:pt x="1651" y="222"/>
                    <a:pt x="1651" y="222"/>
                  </a:cubicBezTo>
                  <a:cubicBezTo>
                    <a:pt x="1161" y="38"/>
                    <a:pt x="675" y="0"/>
                    <a:pt x="191" y="222"/>
                  </a:cubicBezTo>
                  <a:lnTo>
                    <a:pt x="0" y="934"/>
                  </a:ln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1"/>
            <p:cNvSpPr/>
            <p:nvPr/>
          </p:nvSpPr>
          <p:spPr>
            <a:xfrm>
              <a:off x="5234583" y="1022153"/>
              <a:ext cx="149453" cy="136326"/>
            </a:xfrm>
            <a:custGeom>
              <a:rect b="b" l="l" r="r" t="t"/>
              <a:pathLst>
                <a:path extrusionOk="0" h="1008" w="1108">
                  <a:moveTo>
                    <a:pt x="364" y="127"/>
                  </a:moveTo>
                  <a:lnTo>
                    <a:pt x="364" y="127"/>
                  </a:lnTo>
                  <a:cubicBezTo>
                    <a:pt x="606" y="0"/>
                    <a:pt x="897" y="69"/>
                    <a:pt x="1002" y="279"/>
                  </a:cubicBezTo>
                  <a:cubicBezTo>
                    <a:pt x="1107" y="485"/>
                    <a:pt x="997" y="759"/>
                    <a:pt x="749" y="885"/>
                  </a:cubicBezTo>
                  <a:cubicBezTo>
                    <a:pt x="501" y="1007"/>
                    <a:pt x="216" y="939"/>
                    <a:pt x="111" y="733"/>
                  </a:cubicBezTo>
                  <a:cubicBezTo>
                    <a:pt x="0" y="522"/>
                    <a:pt x="116" y="253"/>
                    <a:pt x="364" y="127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1"/>
            <p:cNvSpPr/>
            <p:nvPr/>
          </p:nvSpPr>
          <p:spPr>
            <a:xfrm>
              <a:off x="5232202" y="1006079"/>
              <a:ext cx="167911" cy="147042"/>
            </a:xfrm>
            <a:custGeom>
              <a:rect b="b" l="l" r="r" t="t"/>
              <a:pathLst>
                <a:path extrusionOk="0" h="1087" w="1245">
                  <a:moveTo>
                    <a:pt x="422" y="142"/>
                  </a:moveTo>
                  <a:lnTo>
                    <a:pt x="422" y="142"/>
                  </a:lnTo>
                  <a:cubicBezTo>
                    <a:pt x="702" y="0"/>
                    <a:pt x="1023" y="63"/>
                    <a:pt x="1134" y="285"/>
                  </a:cubicBezTo>
                  <a:cubicBezTo>
                    <a:pt x="1244" y="501"/>
                    <a:pt x="1107" y="796"/>
                    <a:pt x="828" y="944"/>
                  </a:cubicBezTo>
                  <a:cubicBezTo>
                    <a:pt x="544" y="1086"/>
                    <a:pt x="226" y="1023"/>
                    <a:pt x="110" y="801"/>
                  </a:cubicBezTo>
                  <a:cubicBezTo>
                    <a:pt x="0" y="580"/>
                    <a:pt x="137" y="285"/>
                    <a:pt x="422" y="1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1"/>
            <p:cNvSpPr/>
            <p:nvPr/>
          </p:nvSpPr>
          <p:spPr>
            <a:xfrm>
              <a:off x="5421548" y="1042988"/>
              <a:ext cx="123254" cy="116681"/>
            </a:xfrm>
            <a:custGeom>
              <a:rect b="b" l="l" r="r" t="t"/>
              <a:pathLst>
                <a:path extrusionOk="0" h="866" w="913">
                  <a:moveTo>
                    <a:pt x="0" y="744"/>
                  </a:moveTo>
                  <a:lnTo>
                    <a:pt x="0" y="744"/>
                  </a:lnTo>
                  <a:cubicBezTo>
                    <a:pt x="285" y="749"/>
                    <a:pt x="591" y="791"/>
                    <a:pt x="912" y="865"/>
                  </a:cubicBezTo>
                  <a:cubicBezTo>
                    <a:pt x="738" y="153"/>
                    <a:pt x="738" y="153"/>
                    <a:pt x="738" y="153"/>
                  </a:cubicBezTo>
                  <a:cubicBezTo>
                    <a:pt x="491" y="58"/>
                    <a:pt x="248" y="6"/>
                    <a:pt x="0" y="0"/>
                  </a:cubicBezTo>
                  <a:lnTo>
                    <a:pt x="0" y="744"/>
                  </a:ln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6" name="Google Shape;1226;p1"/>
          <p:cNvGrpSpPr/>
          <p:nvPr/>
        </p:nvGrpSpPr>
        <p:grpSpPr>
          <a:xfrm>
            <a:off x="6775450" y="1720850"/>
            <a:ext cx="688975" cy="687388"/>
            <a:chOff x="6776148" y="1720454"/>
            <a:chExt cx="688315" cy="686991"/>
          </a:xfrm>
        </p:grpSpPr>
        <p:sp>
          <p:nvSpPr>
            <p:cNvPr id="1227" name="Google Shape;1227;p1"/>
            <p:cNvSpPr/>
            <p:nvPr/>
          </p:nvSpPr>
          <p:spPr>
            <a:xfrm>
              <a:off x="6776148" y="1720454"/>
              <a:ext cx="688315" cy="686991"/>
            </a:xfrm>
            <a:custGeom>
              <a:rect b="b" l="l" r="r" t="t"/>
              <a:pathLst>
                <a:path extrusionOk="0" h="5090" w="5096">
                  <a:moveTo>
                    <a:pt x="2547" y="5089"/>
                  </a:moveTo>
                  <a:lnTo>
                    <a:pt x="2547" y="5089"/>
                  </a:lnTo>
                  <a:cubicBezTo>
                    <a:pt x="1144" y="5089"/>
                    <a:pt x="0" y="3950"/>
                    <a:pt x="0" y="2547"/>
                  </a:cubicBezTo>
                  <a:cubicBezTo>
                    <a:pt x="0" y="1139"/>
                    <a:pt x="1144" y="0"/>
                    <a:pt x="2547" y="0"/>
                  </a:cubicBezTo>
                  <a:cubicBezTo>
                    <a:pt x="3955" y="0"/>
                    <a:pt x="5095" y="1139"/>
                    <a:pt x="5095" y="2547"/>
                  </a:cubicBezTo>
                  <a:cubicBezTo>
                    <a:pt x="5095" y="3950"/>
                    <a:pt x="3955" y="5089"/>
                    <a:pt x="2547" y="5089"/>
                  </a:cubicBezTo>
                </a:path>
              </a:pathLst>
            </a:custGeom>
            <a:solidFill>
              <a:srgbClr val="7B829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1"/>
            <p:cNvSpPr/>
            <p:nvPr/>
          </p:nvSpPr>
          <p:spPr>
            <a:xfrm>
              <a:off x="7073863" y="1953221"/>
              <a:ext cx="169697" cy="202406"/>
            </a:xfrm>
            <a:custGeom>
              <a:rect b="b" l="l" r="r" t="t"/>
              <a:pathLst>
                <a:path extrusionOk="0" h="1499" w="1257">
                  <a:moveTo>
                    <a:pt x="1123" y="596"/>
                  </a:moveTo>
                  <a:lnTo>
                    <a:pt x="1123" y="596"/>
                  </a:lnTo>
                  <a:cubicBezTo>
                    <a:pt x="881" y="744"/>
                    <a:pt x="1050" y="1029"/>
                    <a:pt x="1155" y="865"/>
                  </a:cubicBezTo>
                  <a:cubicBezTo>
                    <a:pt x="1256" y="1019"/>
                    <a:pt x="986" y="1498"/>
                    <a:pt x="490" y="1119"/>
                  </a:cubicBezTo>
                  <a:cubicBezTo>
                    <a:pt x="0" y="744"/>
                    <a:pt x="718" y="0"/>
                    <a:pt x="1123" y="596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1"/>
            <p:cNvSpPr/>
            <p:nvPr/>
          </p:nvSpPr>
          <p:spPr>
            <a:xfrm>
              <a:off x="6997648" y="1950244"/>
              <a:ext cx="169697" cy="202406"/>
            </a:xfrm>
            <a:custGeom>
              <a:rect b="b" l="l" r="r" t="t"/>
              <a:pathLst>
                <a:path extrusionOk="0" h="1499" w="1256">
                  <a:moveTo>
                    <a:pt x="132" y="596"/>
                  </a:moveTo>
                  <a:lnTo>
                    <a:pt x="132" y="596"/>
                  </a:lnTo>
                  <a:cubicBezTo>
                    <a:pt x="374" y="743"/>
                    <a:pt x="206" y="1034"/>
                    <a:pt x="100" y="865"/>
                  </a:cubicBezTo>
                  <a:cubicBezTo>
                    <a:pt x="0" y="1023"/>
                    <a:pt x="269" y="1498"/>
                    <a:pt x="765" y="1123"/>
                  </a:cubicBezTo>
                  <a:cubicBezTo>
                    <a:pt x="1255" y="743"/>
                    <a:pt x="538" y="0"/>
                    <a:pt x="132" y="596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1"/>
            <p:cNvSpPr/>
            <p:nvPr/>
          </p:nvSpPr>
          <p:spPr>
            <a:xfrm>
              <a:off x="6995266" y="2011562"/>
              <a:ext cx="173865" cy="188714"/>
            </a:xfrm>
            <a:custGeom>
              <a:rect b="b" l="l" r="r" t="t"/>
              <a:pathLst>
                <a:path extrusionOk="0" h="1399" w="1288">
                  <a:moveTo>
                    <a:pt x="222" y="490"/>
                  </a:moveTo>
                  <a:lnTo>
                    <a:pt x="222" y="490"/>
                  </a:lnTo>
                  <a:cubicBezTo>
                    <a:pt x="428" y="686"/>
                    <a:pt x="200" y="928"/>
                    <a:pt x="132" y="744"/>
                  </a:cubicBezTo>
                  <a:cubicBezTo>
                    <a:pt x="0" y="870"/>
                    <a:pt x="158" y="1398"/>
                    <a:pt x="723" y="1144"/>
                  </a:cubicBezTo>
                  <a:cubicBezTo>
                    <a:pt x="1287" y="885"/>
                    <a:pt x="754" y="0"/>
                    <a:pt x="222" y="490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1"/>
            <p:cNvSpPr/>
            <p:nvPr/>
          </p:nvSpPr>
          <p:spPr>
            <a:xfrm>
              <a:off x="7071481" y="2011562"/>
              <a:ext cx="173865" cy="188714"/>
            </a:xfrm>
            <a:custGeom>
              <a:rect b="b" l="l" r="r" t="t"/>
              <a:pathLst>
                <a:path extrusionOk="0" h="1399" w="1287">
                  <a:moveTo>
                    <a:pt x="1059" y="490"/>
                  </a:moveTo>
                  <a:lnTo>
                    <a:pt x="1059" y="490"/>
                  </a:lnTo>
                  <a:cubicBezTo>
                    <a:pt x="859" y="686"/>
                    <a:pt x="1086" y="928"/>
                    <a:pt x="1155" y="744"/>
                  </a:cubicBezTo>
                  <a:cubicBezTo>
                    <a:pt x="1286" y="870"/>
                    <a:pt x="1128" y="1398"/>
                    <a:pt x="563" y="1144"/>
                  </a:cubicBezTo>
                  <a:cubicBezTo>
                    <a:pt x="0" y="885"/>
                    <a:pt x="532" y="0"/>
                    <a:pt x="1059" y="490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1"/>
            <p:cNvSpPr/>
            <p:nvPr/>
          </p:nvSpPr>
          <p:spPr>
            <a:xfrm>
              <a:off x="6923815" y="2174677"/>
              <a:ext cx="392387" cy="232767"/>
            </a:xfrm>
            <a:custGeom>
              <a:rect b="b" l="l" r="r" t="t"/>
              <a:pathLst>
                <a:path extrusionOk="0" h="1726" w="2906">
                  <a:moveTo>
                    <a:pt x="500" y="343"/>
                  </a:moveTo>
                  <a:lnTo>
                    <a:pt x="500" y="343"/>
                  </a:lnTo>
                  <a:cubicBezTo>
                    <a:pt x="247" y="507"/>
                    <a:pt x="142" y="855"/>
                    <a:pt x="0" y="1271"/>
                  </a:cubicBezTo>
                  <a:cubicBezTo>
                    <a:pt x="411" y="1556"/>
                    <a:pt x="912" y="1725"/>
                    <a:pt x="1450" y="1725"/>
                  </a:cubicBezTo>
                  <a:cubicBezTo>
                    <a:pt x="1993" y="1725"/>
                    <a:pt x="2494" y="1556"/>
                    <a:pt x="2905" y="1271"/>
                  </a:cubicBezTo>
                  <a:cubicBezTo>
                    <a:pt x="2758" y="855"/>
                    <a:pt x="2658" y="502"/>
                    <a:pt x="2399" y="343"/>
                  </a:cubicBezTo>
                  <a:cubicBezTo>
                    <a:pt x="1967" y="69"/>
                    <a:pt x="1709" y="6"/>
                    <a:pt x="1450" y="0"/>
                  </a:cubicBezTo>
                  <a:cubicBezTo>
                    <a:pt x="1186" y="0"/>
                    <a:pt x="928" y="64"/>
                    <a:pt x="500" y="343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"/>
            <p:cNvSpPr/>
            <p:nvPr/>
          </p:nvSpPr>
          <p:spPr>
            <a:xfrm>
              <a:off x="7071481" y="2045494"/>
              <a:ext cx="97055" cy="193477"/>
            </a:xfrm>
            <a:custGeom>
              <a:rect b="b" l="l" r="r" t="t"/>
              <a:pathLst>
                <a:path extrusionOk="0" h="1435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39"/>
                    <a:pt x="717" y="1039"/>
                    <a:pt x="717" y="1039"/>
                  </a:cubicBezTo>
                  <a:cubicBezTo>
                    <a:pt x="717" y="1392"/>
                    <a:pt x="0" y="1434"/>
                    <a:pt x="0" y="103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"/>
            <p:cNvSpPr/>
            <p:nvPr/>
          </p:nvSpPr>
          <p:spPr>
            <a:xfrm>
              <a:off x="7071481" y="2116336"/>
              <a:ext cx="97055" cy="66080"/>
            </a:xfrm>
            <a:custGeom>
              <a:rect b="b" l="l" r="r" t="t"/>
              <a:pathLst>
                <a:path extrusionOk="0" h="491" w="718">
                  <a:moveTo>
                    <a:pt x="717" y="132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0"/>
                  </a:lnTo>
                  <a:lnTo>
                    <a:pt x="717" y="132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1"/>
            <p:cNvSpPr/>
            <p:nvPr/>
          </p:nvSpPr>
          <p:spPr>
            <a:xfrm>
              <a:off x="6913692" y="1866900"/>
              <a:ext cx="412037" cy="272058"/>
            </a:xfrm>
            <a:custGeom>
              <a:rect b="b" l="l" r="r" t="t"/>
              <a:pathLst>
                <a:path extrusionOk="0" h="2015" w="3050">
                  <a:moveTo>
                    <a:pt x="1525" y="0"/>
                  </a:moveTo>
                  <a:lnTo>
                    <a:pt x="1525" y="0"/>
                  </a:lnTo>
                  <a:cubicBezTo>
                    <a:pt x="3049" y="0"/>
                    <a:pt x="2432" y="2014"/>
                    <a:pt x="1525" y="2014"/>
                  </a:cubicBezTo>
                  <a:cubicBezTo>
                    <a:pt x="618" y="2014"/>
                    <a:pt x="0" y="0"/>
                    <a:pt x="1525" y="0"/>
                  </a:cubicBezTo>
                </a:path>
              </a:pathLst>
            </a:custGeom>
            <a:solidFill>
              <a:srgbClr val="F0CE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1"/>
            <p:cNvSpPr/>
            <p:nvPr/>
          </p:nvSpPr>
          <p:spPr>
            <a:xfrm>
              <a:off x="7119711" y="1866900"/>
              <a:ext cx="206018" cy="272058"/>
            </a:xfrm>
            <a:custGeom>
              <a:rect b="b" l="l" r="r" t="t"/>
              <a:pathLst>
                <a:path extrusionOk="0" h="2015" w="1525">
                  <a:moveTo>
                    <a:pt x="0" y="0"/>
                  </a:moveTo>
                  <a:lnTo>
                    <a:pt x="0" y="0"/>
                  </a:lnTo>
                  <a:cubicBezTo>
                    <a:pt x="1524" y="0"/>
                    <a:pt x="907" y="2014"/>
                    <a:pt x="0" y="2014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"/>
            <p:cNvSpPr/>
            <p:nvPr/>
          </p:nvSpPr>
          <p:spPr>
            <a:xfrm>
              <a:off x="7072076" y="2193131"/>
              <a:ext cx="96459" cy="117277"/>
            </a:xfrm>
            <a:custGeom>
              <a:rect b="b" l="l" r="r" t="t"/>
              <a:pathLst>
                <a:path extrusionOk="0" h="867" w="714">
                  <a:moveTo>
                    <a:pt x="354" y="866"/>
                  </a:moveTo>
                  <a:lnTo>
                    <a:pt x="354" y="866"/>
                  </a:lnTo>
                  <a:cubicBezTo>
                    <a:pt x="354" y="733"/>
                    <a:pt x="0" y="259"/>
                    <a:pt x="0" y="0"/>
                  </a:cubicBezTo>
                  <a:cubicBezTo>
                    <a:pt x="713" y="0"/>
                    <a:pt x="713" y="0"/>
                    <a:pt x="713" y="0"/>
                  </a:cubicBezTo>
                  <a:cubicBezTo>
                    <a:pt x="713" y="259"/>
                    <a:pt x="354" y="733"/>
                    <a:pt x="354" y="866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"/>
            <p:cNvSpPr/>
            <p:nvPr/>
          </p:nvSpPr>
          <p:spPr>
            <a:xfrm>
              <a:off x="6994075" y="2153245"/>
              <a:ext cx="126231" cy="245269"/>
            </a:xfrm>
            <a:custGeom>
              <a:rect b="b" l="l" r="r" t="t"/>
              <a:pathLst>
                <a:path extrusionOk="0" h="1816" w="934">
                  <a:moveTo>
                    <a:pt x="933" y="1815"/>
                  </a:moveTo>
                  <a:lnTo>
                    <a:pt x="933" y="1815"/>
                  </a:lnTo>
                  <a:cubicBezTo>
                    <a:pt x="912" y="1603"/>
                    <a:pt x="548" y="934"/>
                    <a:pt x="210" y="976"/>
                  </a:cubicBezTo>
                  <a:cubicBezTo>
                    <a:pt x="168" y="823"/>
                    <a:pt x="205" y="707"/>
                    <a:pt x="274" y="570"/>
                  </a:cubicBezTo>
                  <a:cubicBezTo>
                    <a:pt x="189" y="554"/>
                    <a:pt x="137" y="570"/>
                    <a:pt x="37" y="623"/>
                  </a:cubicBezTo>
                  <a:cubicBezTo>
                    <a:pt x="0" y="428"/>
                    <a:pt x="321" y="79"/>
                    <a:pt x="575" y="0"/>
                  </a:cubicBezTo>
                  <a:cubicBezTo>
                    <a:pt x="575" y="137"/>
                    <a:pt x="558" y="412"/>
                    <a:pt x="696" y="591"/>
                  </a:cubicBezTo>
                  <a:cubicBezTo>
                    <a:pt x="838" y="775"/>
                    <a:pt x="933" y="1508"/>
                    <a:pt x="933" y="1815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1"/>
            <p:cNvSpPr/>
            <p:nvPr/>
          </p:nvSpPr>
          <p:spPr>
            <a:xfrm>
              <a:off x="7000030" y="2153246"/>
              <a:ext cx="119681" cy="232172"/>
            </a:xfrm>
            <a:custGeom>
              <a:rect b="b" l="l" r="r" t="t"/>
              <a:pathLst>
                <a:path extrusionOk="0" h="1721" w="887">
                  <a:moveTo>
                    <a:pt x="886" y="1720"/>
                  </a:moveTo>
                  <a:lnTo>
                    <a:pt x="886" y="1720"/>
                  </a:lnTo>
                  <a:cubicBezTo>
                    <a:pt x="865" y="1508"/>
                    <a:pt x="490" y="870"/>
                    <a:pt x="216" y="870"/>
                  </a:cubicBezTo>
                  <a:cubicBezTo>
                    <a:pt x="216" y="707"/>
                    <a:pt x="232" y="633"/>
                    <a:pt x="327" y="511"/>
                  </a:cubicBezTo>
                  <a:cubicBezTo>
                    <a:pt x="195" y="490"/>
                    <a:pt x="105" y="511"/>
                    <a:pt x="0" y="565"/>
                  </a:cubicBezTo>
                  <a:cubicBezTo>
                    <a:pt x="32" y="374"/>
                    <a:pt x="327" y="79"/>
                    <a:pt x="528" y="0"/>
                  </a:cubicBezTo>
                  <a:cubicBezTo>
                    <a:pt x="528" y="137"/>
                    <a:pt x="511" y="412"/>
                    <a:pt x="649" y="591"/>
                  </a:cubicBezTo>
                  <a:cubicBezTo>
                    <a:pt x="791" y="775"/>
                    <a:pt x="886" y="1440"/>
                    <a:pt x="886" y="1720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1"/>
            <p:cNvSpPr/>
            <p:nvPr/>
          </p:nvSpPr>
          <p:spPr>
            <a:xfrm>
              <a:off x="7001816" y="2153245"/>
              <a:ext cx="118490" cy="161330"/>
            </a:xfrm>
            <a:custGeom>
              <a:rect b="b" l="l" r="r" t="t"/>
              <a:pathLst>
                <a:path extrusionOk="0" h="1193" w="876">
                  <a:moveTo>
                    <a:pt x="875" y="1192"/>
                  </a:moveTo>
                  <a:lnTo>
                    <a:pt x="875" y="1192"/>
                  </a:lnTo>
                  <a:cubicBezTo>
                    <a:pt x="648" y="855"/>
                    <a:pt x="405" y="750"/>
                    <a:pt x="253" y="750"/>
                  </a:cubicBezTo>
                  <a:cubicBezTo>
                    <a:pt x="284" y="596"/>
                    <a:pt x="368" y="433"/>
                    <a:pt x="426" y="370"/>
                  </a:cubicBezTo>
                  <a:cubicBezTo>
                    <a:pt x="184" y="374"/>
                    <a:pt x="105" y="422"/>
                    <a:pt x="0" y="496"/>
                  </a:cubicBezTo>
                  <a:cubicBezTo>
                    <a:pt x="36" y="306"/>
                    <a:pt x="316" y="79"/>
                    <a:pt x="517" y="0"/>
                  </a:cubicBezTo>
                  <a:cubicBezTo>
                    <a:pt x="517" y="137"/>
                    <a:pt x="500" y="412"/>
                    <a:pt x="638" y="591"/>
                  </a:cubicBezTo>
                  <a:cubicBezTo>
                    <a:pt x="780" y="775"/>
                    <a:pt x="875" y="908"/>
                    <a:pt x="875" y="11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1"/>
            <p:cNvSpPr/>
            <p:nvPr/>
          </p:nvSpPr>
          <p:spPr>
            <a:xfrm>
              <a:off x="7107802" y="2153245"/>
              <a:ext cx="138139" cy="245269"/>
            </a:xfrm>
            <a:custGeom>
              <a:rect b="b" l="l" r="r" t="t"/>
              <a:pathLst>
                <a:path extrusionOk="0" h="1816" w="1025">
                  <a:moveTo>
                    <a:pt x="90" y="1815"/>
                  </a:moveTo>
                  <a:lnTo>
                    <a:pt x="90" y="1815"/>
                  </a:lnTo>
                  <a:cubicBezTo>
                    <a:pt x="111" y="1603"/>
                    <a:pt x="475" y="934"/>
                    <a:pt x="812" y="976"/>
                  </a:cubicBezTo>
                  <a:cubicBezTo>
                    <a:pt x="855" y="823"/>
                    <a:pt x="818" y="707"/>
                    <a:pt x="749" y="570"/>
                  </a:cubicBezTo>
                  <a:cubicBezTo>
                    <a:pt x="833" y="554"/>
                    <a:pt x="887" y="570"/>
                    <a:pt x="987" y="623"/>
                  </a:cubicBezTo>
                  <a:cubicBezTo>
                    <a:pt x="1024" y="428"/>
                    <a:pt x="702" y="79"/>
                    <a:pt x="449" y="0"/>
                  </a:cubicBezTo>
                  <a:cubicBezTo>
                    <a:pt x="449" y="137"/>
                    <a:pt x="570" y="433"/>
                    <a:pt x="349" y="602"/>
                  </a:cubicBezTo>
                  <a:cubicBezTo>
                    <a:pt x="122" y="765"/>
                    <a:pt x="0" y="1493"/>
                    <a:pt x="90" y="1815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1"/>
            <p:cNvSpPr/>
            <p:nvPr/>
          </p:nvSpPr>
          <p:spPr>
            <a:xfrm>
              <a:off x="7117924" y="2153246"/>
              <a:ext cx="122063" cy="232172"/>
            </a:xfrm>
            <a:custGeom>
              <a:rect b="b" l="l" r="r" t="t"/>
              <a:pathLst>
                <a:path extrusionOk="0" h="1721" w="903">
                  <a:moveTo>
                    <a:pt x="16" y="1720"/>
                  </a:moveTo>
                  <a:lnTo>
                    <a:pt x="16" y="1720"/>
                  </a:lnTo>
                  <a:cubicBezTo>
                    <a:pt x="37" y="1508"/>
                    <a:pt x="412" y="870"/>
                    <a:pt x="686" y="870"/>
                  </a:cubicBezTo>
                  <a:cubicBezTo>
                    <a:pt x="686" y="707"/>
                    <a:pt x="670" y="633"/>
                    <a:pt x="575" y="511"/>
                  </a:cubicBezTo>
                  <a:cubicBezTo>
                    <a:pt x="707" y="490"/>
                    <a:pt x="796" y="511"/>
                    <a:pt x="902" y="565"/>
                  </a:cubicBezTo>
                  <a:cubicBezTo>
                    <a:pt x="871" y="374"/>
                    <a:pt x="575" y="79"/>
                    <a:pt x="375" y="0"/>
                  </a:cubicBezTo>
                  <a:cubicBezTo>
                    <a:pt x="375" y="137"/>
                    <a:pt x="401" y="428"/>
                    <a:pt x="254" y="591"/>
                  </a:cubicBezTo>
                  <a:cubicBezTo>
                    <a:pt x="100" y="760"/>
                    <a:pt x="0" y="1408"/>
                    <a:pt x="16" y="1720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1"/>
            <p:cNvSpPr/>
            <p:nvPr/>
          </p:nvSpPr>
          <p:spPr>
            <a:xfrm>
              <a:off x="7119711" y="2153245"/>
              <a:ext cx="118490" cy="161330"/>
            </a:xfrm>
            <a:custGeom>
              <a:rect b="b" l="l" r="r" t="t"/>
              <a:pathLst>
                <a:path extrusionOk="0" h="1193" w="877">
                  <a:moveTo>
                    <a:pt x="0" y="1192"/>
                  </a:moveTo>
                  <a:lnTo>
                    <a:pt x="0" y="1192"/>
                  </a:lnTo>
                  <a:cubicBezTo>
                    <a:pt x="227" y="855"/>
                    <a:pt x="469" y="750"/>
                    <a:pt x="622" y="750"/>
                  </a:cubicBezTo>
                  <a:cubicBezTo>
                    <a:pt x="591" y="596"/>
                    <a:pt x="506" y="433"/>
                    <a:pt x="448" y="370"/>
                  </a:cubicBezTo>
                  <a:cubicBezTo>
                    <a:pt x="691" y="374"/>
                    <a:pt x="770" y="422"/>
                    <a:pt x="876" y="496"/>
                  </a:cubicBezTo>
                  <a:cubicBezTo>
                    <a:pt x="844" y="306"/>
                    <a:pt x="559" y="79"/>
                    <a:pt x="359" y="0"/>
                  </a:cubicBezTo>
                  <a:cubicBezTo>
                    <a:pt x="359" y="137"/>
                    <a:pt x="375" y="412"/>
                    <a:pt x="238" y="591"/>
                  </a:cubicBezTo>
                  <a:cubicBezTo>
                    <a:pt x="95" y="775"/>
                    <a:pt x="0" y="908"/>
                    <a:pt x="0" y="11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1"/>
            <p:cNvSpPr/>
            <p:nvPr/>
          </p:nvSpPr>
          <p:spPr>
            <a:xfrm>
              <a:off x="7164963" y="2120504"/>
              <a:ext cx="111941" cy="53578"/>
            </a:xfrm>
            <a:custGeom>
              <a:rect b="b" l="l" r="r" t="t"/>
              <a:pathLst>
                <a:path extrusionOk="0" h="397" w="829">
                  <a:moveTo>
                    <a:pt x="828" y="243"/>
                  </a:moveTo>
                  <a:lnTo>
                    <a:pt x="828" y="243"/>
                  </a:lnTo>
                  <a:cubicBezTo>
                    <a:pt x="739" y="354"/>
                    <a:pt x="623" y="391"/>
                    <a:pt x="422" y="333"/>
                  </a:cubicBezTo>
                  <a:cubicBezTo>
                    <a:pt x="253" y="280"/>
                    <a:pt x="111" y="333"/>
                    <a:pt x="53" y="386"/>
                  </a:cubicBezTo>
                  <a:cubicBezTo>
                    <a:pt x="43" y="396"/>
                    <a:pt x="6" y="275"/>
                    <a:pt x="0" y="285"/>
                  </a:cubicBezTo>
                  <a:cubicBezTo>
                    <a:pt x="37" y="217"/>
                    <a:pt x="190" y="112"/>
                    <a:pt x="386" y="148"/>
                  </a:cubicBezTo>
                  <a:cubicBezTo>
                    <a:pt x="581" y="180"/>
                    <a:pt x="691" y="127"/>
                    <a:pt x="781" y="0"/>
                  </a:cubicBezTo>
                  <a:cubicBezTo>
                    <a:pt x="754" y="48"/>
                    <a:pt x="770" y="206"/>
                    <a:pt x="828" y="243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1"/>
            <p:cNvSpPr/>
            <p:nvPr/>
          </p:nvSpPr>
          <p:spPr>
            <a:xfrm>
              <a:off x="7165559" y="2146697"/>
              <a:ext cx="113131" cy="63699"/>
            </a:xfrm>
            <a:custGeom>
              <a:rect b="b" l="l" r="r" t="t"/>
              <a:pathLst>
                <a:path extrusionOk="0" h="470" w="840">
                  <a:moveTo>
                    <a:pt x="775" y="411"/>
                  </a:moveTo>
                  <a:lnTo>
                    <a:pt x="775" y="411"/>
                  </a:lnTo>
                  <a:cubicBezTo>
                    <a:pt x="643" y="469"/>
                    <a:pt x="521" y="448"/>
                    <a:pt x="369" y="300"/>
                  </a:cubicBezTo>
                  <a:cubicBezTo>
                    <a:pt x="243" y="179"/>
                    <a:pt x="95" y="158"/>
                    <a:pt x="15" y="179"/>
                  </a:cubicBezTo>
                  <a:cubicBezTo>
                    <a:pt x="0" y="184"/>
                    <a:pt x="26" y="63"/>
                    <a:pt x="15" y="68"/>
                  </a:cubicBezTo>
                  <a:cubicBezTo>
                    <a:pt x="79" y="26"/>
                    <a:pt x="263" y="0"/>
                    <a:pt x="421" y="122"/>
                  </a:cubicBezTo>
                  <a:cubicBezTo>
                    <a:pt x="580" y="238"/>
                    <a:pt x="701" y="242"/>
                    <a:pt x="839" y="169"/>
                  </a:cubicBezTo>
                  <a:cubicBezTo>
                    <a:pt x="791" y="200"/>
                    <a:pt x="733" y="348"/>
                    <a:pt x="775" y="411"/>
                  </a:cubicBezTo>
                </a:path>
              </a:pathLst>
            </a:custGeom>
            <a:solidFill>
              <a:srgbClr val="DB4E4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1"/>
            <p:cNvSpPr/>
            <p:nvPr/>
          </p:nvSpPr>
          <p:spPr>
            <a:xfrm>
              <a:off x="7064931" y="2144316"/>
              <a:ext cx="109559" cy="48816"/>
            </a:xfrm>
            <a:custGeom>
              <a:rect b="b" l="l" r="r" t="t"/>
              <a:pathLst>
                <a:path extrusionOk="0" h="360" w="813">
                  <a:moveTo>
                    <a:pt x="0" y="0"/>
                  </a:moveTo>
                  <a:lnTo>
                    <a:pt x="0" y="0"/>
                  </a:lnTo>
                  <a:cubicBezTo>
                    <a:pt x="274" y="95"/>
                    <a:pt x="543" y="84"/>
                    <a:pt x="812" y="0"/>
                  </a:cubicBezTo>
                  <a:cubicBezTo>
                    <a:pt x="812" y="79"/>
                    <a:pt x="812" y="158"/>
                    <a:pt x="812" y="237"/>
                  </a:cubicBezTo>
                  <a:cubicBezTo>
                    <a:pt x="543" y="348"/>
                    <a:pt x="274" y="359"/>
                    <a:pt x="0" y="237"/>
                  </a:cubicBezTo>
                  <a:cubicBezTo>
                    <a:pt x="0" y="158"/>
                    <a:pt x="0" y="79"/>
                    <a:pt x="0" y="0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1"/>
            <p:cNvSpPr/>
            <p:nvPr/>
          </p:nvSpPr>
          <p:spPr>
            <a:xfrm>
              <a:off x="7064931" y="2144316"/>
              <a:ext cx="54779" cy="44053"/>
            </a:xfrm>
            <a:custGeom>
              <a:rect b="b" l="l" r="r" t="t"/>
              <a:pathLst>
                <a:path extrusionOk="0" h="328" w="407">
                  <a:moveTo>
                    <a:pt x="0" y="0"/>
                  </a:moveTo>
                  <a:lnTo>
                    <a:pt x="0" y="0"/>
                  </a:lnTo>
                  <a:cubicBezTo>
                    <a:pt x="137" y="47"/>
                    <a:pt x="274" y="68"/>
                    <a:pt x="406" y="68"/>
                  </a:cubicBezTo>
                  <a:cubicBezTo>
                    <a:pt x="406" y="321"/>
                    <a:pt x="406" y="321"/>
                    <a:pt x="406" y="321"/>
                  </a:cubicBezTo>
                  <a:cubicBezTo>
                    <a:pt x="274" y="327"/>
                    <a:pt x="137" y="295"/>
                    <a:pt x="0" y="237"/>
                  </a:cubicBezTo>
                  <a:cubicBezTo>
                    <a:pt x="0" y="158"/>
                    <a:pt x="0" y="79"/>
                    <a:pt x="0" y="0"/>
                  </a:cubicBezTo>
                </a:path>
              </a:pathLst>
            </a:custGeom>
            <a:solidFill>
              <a:srgbClr val="DB4E4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1"/>
            <p:cNvSpPr/>
            <p:nvPr/>
          </p:nvSpPr>
          <p:spPr>
            <a:xfrm>
              <a:off x="6972044" y="1816894"/>
              <a:ext cx="293547" cy="221456"/>
            </a:xfrm>
            <a:custGeom>
              <a:rect b="b" l="l" r="r" t="t"/>
              <a:pathLst>
                <a:path extrusionOk="0" h="1642" w="2174">
                  <a:moveTo>
                    <a:pt x="1071" y="613"/>
                  </a:moveTo>
                  <a:lnTo>
                    <a:pt x="1071" y="613"/>
                  </a:lnTo>
                  <a:cubicBezTo>
                    <a:pt x="1582" y="613"/>
                    <a:pt x="1830" y="951"/>
                    <a:pt x="1846" y="1209"/>
                  </a:cubicBezTo>
                  <a:cubicBezTo>
                    <a:pt x="1862" y="1467"/>
                    <a:pt x="1952" y="1489"/>
                    <a:pt x="2062" y="1256"/>
                  </a:cubicBezTo>
                  <a:cubicBezTo>
                    <a:pt x="2173" y="1019"/>
                    <a:pt x="1904" y="0"/>
                    <a:pt x="1113" y="0"/>
                  </a:cubicBezTo>
                  <a:cubicBezTo>
                    <a:pt x="322" y="0"/>
                    <a:pt x="0" y="781"/>
                    <a:pt x="110" y="1215"/>
                  </a:cubicBezTo>
                  <a:cubicBezTo>
                    <a:pt x="222" y="1641"/>
                    <a:pt x="359" y="1398"/>
                    <a:pt x="353" y="1215"/>
                  </a:cubicBezTo>
                  <a:cubicBezTo>
                    <a:pt x="348" y="1030"/>
                    <a:pt x="506" y="629"/>
                    <a:pt x="1071" y="613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"/>
            <p:cNvSpPr/>
            <p:nvPr/>
          </p:nvSpPr>
          <p:spPr>
            <a:xfrm>
              <a:off x="7227483" y="1959173"/>
              <a:ext cx="35130" cy="66080"/>
            </a:xfrm>
            <a:custGeom>
              <a:rect b="b" l="l" r="r" t="t"/>
              <a:pathLst>
                <a:path extrusionOk="0" h="491" w="259">
                  <a:moveTo>
                    <a:pt x="184" y="15"/>
                  </a:moveTo>
                  <a:lnTo>
                    <a:pt x="184" y="15"/>
                  </a:lnTo>
                  <a:cubicBezTo>
                    <a:pt x="237" y="26"/>
                    <a:pt x="258" y="137"/>
                    <a:pt x="231" y="268"/>
                  </a:cubicBezTo>
                  <a:cubicBezTo>
                    <a:pt x="205" y="395"/>
                    <a:pt x="137" y="490"/>
                    <a:pt x="79" y="480"/>
                  </a:cubicBezTo>
                  <a:cubicBezTo>
                    <a:pt x="25" y="463"/>
                    <a:pt x="0" y="353"/>
                    <a:pt x="31" y="221"/>
                  </a:cubicBezTo>
                  <a:cubicBezTo>
                    <a:pt x="58" y="95"/>
                    <a:pt x="126" y="0"/>
                    <a:pt x="184" y="15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1"/>
            <p:cNvSpPr/>
            <p:nvPr/>
          </p:nvSpPr>
          <p:spPr>
            <a:xfrm>
              <a:off x="6977403" y="1959173"/>
              <a:ext cx="35130" cy="66080"/>
            </a:xfrm>
            <a:custGeom>
              <a:rect b="b" l="l" r="r" t="t"/>
              <a:pathLst>
                <a:path extrusionOk="0" h="491" w="260">
                  <a:moveTo>
                    <a:pt x="79" y="15"/>
                  </a:moveTo>
                  <a:lnTo>
                    <a:pt x="79" y="15"/>
                  </a:lnTo>
                  <a:cubicBezTo>
                    <a:pt x="22" y="26"/>
                    <a:pt x="0" y="137"/>
                    <a:pt x="26" y="268"/>
                  </a:cubicBezTo>
                  <a:cubicBezTo>
                    <a:pt x="58" y="395"/>
                    <a:pt x="126" y="490"/>
                    <a:pt x="180" y="480"/>
                  </a:cubicBezTo>
                  <a:cubicBezTo>
                    <a:pt x="238" y="463"/>
                    <a:pt x="259" y="353"/>
                    <a:pt x="227" y="221"/>
                  </a:cubicBezTo>
                  <a:cubicBezTo>
                    <a:pt x="201" y="95"/>
                    <a:pt x="132" y="0"/>
                    <a:pt x="79" y="15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"/>
            <p:cNvSpPr/>
            <p:nvPr/>
          </p:nvSpPr>
          <p:spPr>
            <a:xfrm>
              <a:off x="7047068" y="1766887"/>
              <a:ext cx="145285" cy="114896"/>
            </a:xfrm>
            <a:custGeom>
              <a:rect b="b" l="l" r="r" t="t"/>
              <a:pathLst>
                <a:path extrusionOk="0" h="851" w="1077">
                  <a:moveTo>
                    <a:pt x="0" y="164"/>
                  </a:moveTo>
                  <a:lnTo>
                    <a:pt x="0" y="164"/>
                  </a:lnTo>
                  <a:cubicBezTo>
                    <a:pt x="359" y="0"/>
                    <a:pt x="718" y="0"/>
                    <a:pt x="1076" y="164"/>
                  </a:cubicBezTo>
                  <a:cubicBezTo>
                    <a:pt x="1076" y="850"/>
                    <a:pt x="1076" y="850"/>
                    <a:pt x="1076" y="850"/>
                  </a:cubicBezTo>
                  <a:cubicBezTo>
                    <a:pt x="0" y="850"/>
                    <a:pt x="0" y="850"/>
                    <a:pt x="0" y="850"/>
                  </a:cubicBezTo>
                  <a:lnTo>
                    <a:pt x="0" y="164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1"/>
            <p:cNvSpPr/>
            <p:nvPr/>
          </p:nvSpPr>
          <p:spPr>
            <a:xfrm>
              <a:off x="7104825" y="1797249"/>
              <a:ext cx="30367" cy="58341"/>
            </a:xfrm>
            <a:custGeom>
              <a:rect b="b" l="l" r="r" t="t"/>
              <a:pathLst>
                <a:path extrusionOk="0" h="434" w="223">
                  <a:moveTo>
                    <a:pt x="111" y="433"/>
                  </a:moveTo>
                  <a:lnTo>
                    <a:pt x="111" y="433"/>
                  </a:lnTo>
                  <a:cubicBezTo>
                    <a:pt x="174" y="433"/>
                    <a:pt x="222" y="338"/>
                    <a:pt x="222" y="216"/>
                  </a:cubicBezTo>
                  <a:cubicBezTo>
                    <a:pt x="222" y="101"/>
                    <a:pt x="174" y="0"/>
                    <a:pt x="111" y="0"/>
                  </a:cubicBezTo>
                  <a:cubicBezTo>
                    <a:pt x="52" y="0"/>
                    <a:pt x="0" y="101"/>
                    <a:pt x="0" y="216"/>
                  </a:cubicBezTo>
                  <a:cubicBezTo>
                    <a:pt x="0" y="338"/>
                    <a:pt x="52" y="433"/>
                    <a:pt x="111" y="433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1"/>
            <p:cNvSpPr/>
            <p:nvPr/>
          </p:nvSpPr>
          <p:spPr>
            <a:xfrm>
              <a:off x="7025633" y="1835945"/>
              <a:ext cx="175651" cy="141684"/>
            </a:xfrm>
            <a:custGeom>
              <a:rect b="b" l="l" r="r" t="t"/>
              <a:pathLst>
                <a:path extrusionOk="0" h="1051" w="1303">
                  <a:moveTo>
                    <a:pt x="52" y="290"/>
                  </a:moveTo>
                  <a:lnTo>
                    <a:pt x="52" y="290"/>
                  </a:lnTo>
                  <a:cubicBezTo>
                    <a:pt x="0" y="591"/>
                    <a:pt x="580" y="1023"/>
                    <a:pt x="1244" y="1050"/>
                  </a:cubicBezTo>
                  <a:cubicBezTo>
                    <a:pt x="1302" y="263"/>
                    <a:pt x="569" y="0"/>
                    <a:pt x="52" y="290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1"/>
            <p:cNvSpPr/>
            <p:nvPr/>
          </p:nvSpPr>
          <p:spPr>
            <a:xfrm>
              <a:off x="7228674" y="2331244"/>
              <a:ext cx="12504" cy="22622"/>
            </a:xfrm>
            <a:custGeom>
              <a:rect b="b" l="l" r="r" t="t"/>
              <a:pathLst>
                <a:path extrusionOk="0" h="169" w="91">
                  <a:moveTo>
                    <a:pt x="42" y="168"/>
                  </a:moveTo>
                  <a:lnTo>
                    <a:pt x="42" y="168"/>
                  </a:lnTo>
                  <a:cubicBezTo>
                    <a:pt x="69" y="168"/>
                    <a:pt x="90" y="131"/>
                    <a:pt x="90" y="85"/>
                  </a:cubicBezTo>
                  <a:cubicBezTo>
                    <a:pt x="90" y="37"/>
                    <a:pt x="69" y="0"/>
                    <a:pt x="42" y="0"/>
                  </a:cubicBezTo>
                  <a:cubicBezTo>
                    <a:pt x="21" y="0"/>
                    <a:pt x="0" y="37"/>
                    <a:pt x="0" y="85"/>
                  </a:cubicBezTo>
                  <a:cubicBezTo>
                    <a:pt x="0" y="131"/>
                    <a:pt x="21" y="168"/>
                    <a:pt x="42" y="168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5" name="Google Shape;1255;p1"/>
          <p:cNvGrpSpPr/>
          <p:nvPr/>
        </p:nvGrpSpPr>
        <p:grpSpPr>
          <a:xfrm>
            <a:off x="5078413" y="1720850"/>
            <a:ext cx="688975" cy="687388"/>
            <a:chOff x="5078581" y="1720454"/>
            <a:chExt cx="688315" cy="686991"/>
          </a:xfrm>
        </p:grpSpPr>
        <p:sp>
          <p:nvSpPr>
            <p:cNvPr id="1256" name="Google Shape;1256;p1"/>
            <p:cNvSpPr/>
            <p:nvPr/>
          </p:nvSpPr>
          <p:spPr>
            <a:xfrm>
              <a:off x="5078581" y="1720454"/>
              <a:ext cx="688315" cy="686991"/>
            </a:xfrm>
            <a:custGeom>
              <a:rect b="b" l="l" r="r" t="t"/>
              <a:pathLst>
                <a:path extrusionOk="0" h="5090" w="5096">
                  <a:moveTo>
                    <a:pt x="2548" y="5089"/>
                  </a:moveTo>
                  <a:lnTo>
                    <a:pt x="2548" y="5089"/>
                  </a:lnTo>
                  <a:cubicBezTo>
                    <a:pt x="1140" y="5089"/>
                    <a:pt x="0" y="3950"/>
                    <a:pt x="0" y="2547"/>
                  </a:cubicBezTo>
                  <a:cubicBezTo>
                    <a:pt x="0" y="1139"/>
                    <a:pt x="1140" y="0"/>
                    <a:pt x="2548" y="0"/>
                  </a:cubicBezTo>
                  <a:cubicBezTo>
                    <a:pt x="3950" y="0"/>
                    <a:pt x="5095" y="1139"/>
                    <a:pt x="5095" y="2547"/>
                  </a:cubicBezTo>
                  <a:cubicBezTo>
                    <a:pt x="5095" y="3950"/>
                    <a:pt x="3950" y="5089"/>
                    <a:pt x="2548" y="5089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1"/>
            <p:cNvSpPr/>
            <p:nvPr/>
          </p:nvSpPr>
          <p:spPr>
            <a:xfrm>
              <a:off x="5226247" y="2174677"/>
              <a:ext cx="392388" cy="232767"/>
            </a:xfrm>
            <a:custGeom>
              <a:rect b="b" l="l" r="r" t="t"/>
              <a:pathLst>
                <a:path extrusionOk="0" h="1726" w="2907">
                  <a:moveTo>
                    <a:pt x="501" y="343"/>
                  </a:moveTo>
                  <a:lnTo>
                    <a:pt x="501" y="343"/>
                  </a:lnTo>
                  <a:cubicBezTo>
                    <a:pt x="253" y="507"/>
                    <a:pt x="148" y="855"/>
                    <a:pt x="0" y="1271"/>
                  </a:cubicBezTo>
                  <a:cubicBezTo>
                    <a:pt x="411" y="1556"/>
                    <a:pt x="912" y="1725"/>
                    <a:pt x="1456" y="1725"/>
                  </a:cubicBezTo>
                  <a:cubicBezTo>
                    <a:pt x="1994" y="1725"/>
                    <a:pt x="2495" y="1556"/>
                    <a:pt x="2906" y="1271"/>
                  </a:cubicBezTo>
                  <a:cubicBezTo>
                    <a:pt x="2763" y="855"/>
                    <a:pt x="2658" y="502"/>
                    <a:pt x="2405" y="343"/>
                  </a:cubicBezTo>
                  <a:cubicBezTo>
                    <a:pt x="1972" y="69"/>
                    <a:pt x="1708" y="6"/>
                    <a:pt x="1456" y="0"/>
                  </a:cubicBezTo>
                  <a:cubicBezTo>
                    <a:pt x="1192" y="0"/>
                    <a:pt x="933" y="64"/>
                    <a:pt x="501" y="343"/>
                  </a:cubicBezTo>
                </a:path>
              </a:pathLst>
            </a:custGeom>
            <a:solidFill>
              <a:srgbClr val="C84B4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1"/>
            <p:cNvSpPr/>
            <p:nvPr/>
          </p:nvSpPr>
          <p:spPr>
            <a:xfrm>
              <a:off x="5579932" y="2251472"/>
              <a:ext cx="38703" cy="117872"/>
            </a:xfrm>
            <a:custGeom>
              <a:rect b="b" l="l" r="r" t="t"/>
              <a:pathLst>
                <a:path extrusionOk="0" h="875" w="286">
                  <a:moveTo>
                    <a:pt x="0" y="874"/>
                  </a:moveTo>
                  <a:lnTo>
                    <a:pt x="0" y="874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116" y="183"/>
                    <a:pt x="190" y="426"/>
                    <a:pt x="285" y="700"/>
                  </a:cubicBezTo>
                  <a:cubicBezTo>
                    <a:pt x="195" y="764"/>
                    <a:pt x="100" y="822"/>
                    <a:pt x="0" y="874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1"/>
            <p:cNvSpPr/>
            <p:nvPr/>
          </p:nvSpPr>
          <p:spPr>
            <a:xfrm>
              <a:off x="5509076" y="2197298"/>
              <a:ext cx="42275" cy="199430"/>
            </a:xfrm>
            <a:custGeom>
              <a:rect b="b" l="l" r="r" t="t"/>
              <a:pathLst>
                <a:path extrusionOk="0" h="1477" w="312">
                  <a:moveTo>
                    <a:pt x="311" y="173"/>
                  </a:moveTo>
                  <a:lnTo>
                    <a:pt x="311" y="173"/>
                  </a:lnTo>
                  <a:cubicBezTo>
                    <a:pt x="311" y="1375"/>
                    <a:pt x="311" y="1375"/>
                    <a:pt x="311" y="1375"/>
                  </a:cubicBezTo>
                  <a:cubicBezTo>
                    <a:pt x="210" y="1413"/>
                    <a:pt x="105" y="1450"/>
                    <a:pt x="0" y="1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5" y="42"/>
                    <a:pt x="195" y="100"/>
                    <a:pt x="311" y="173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1"/>
            <p:cNvSpPr/>
            <p:nvPr/>
          </p:nvSpPr>
          <p:spPr>
            <a:xfrm>
              <a:off x="5437029" y="2175272"/>
              <a:ext cx="42871" cy="232172"/>
            </a:xfrm>
            <a:custGeom>
              <a:rect b="b" l="l" r="r" t="t"/>
              <a:pathLst>
                <a:path extrusionOk="0" h="1720" w="319">
                  <a:moveTo>
                    <a:pt x="318" y="68"/>
                  </a:moveTo>
                  <a:lnTo>
                    <a:pt x="318" y="68"/>
                  </a:lnTo>
                  <a:cubicBezTo>
                    <a:pt x="318" y="1687"/>
                    <a:pt x="318" y="1687"/>
                    <a:pt x="318" y="1687"/>
                  </a:cubicBezTo>
                  <a:cubicBezTo>
                    <a:pt x="212" y="1703"/>
                    <a:pt x="112" y="1714"/>
                    <a:pt x="0" y="17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1" y="10"/>
                    <a:pt x="201" y="31"/>
                    <a:pt x="318" y="68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"/>
            <p:cNvSpPr/>
            <p:nvPr/>
          </p:nvSpPr>
          <p:spPr>
            <a:xfrm>
              <a:off x="5365577" y="2175272"/>
              <a:ext cx="42276" cy="232172"/>
            </a:xfrm>
            <a:custGeom>
              <a:rect b="b" l="l" r="r" t="t"/>
              <a:pathLst>
                <a:path extrusionOk="0" h="1720" w="312">
                  <a:moveTo>
                    <a:pt x="311" y="0"/>
                  </a:moveTo>
                  <a:lnTo>
                    <a:pt x="311" y="0"/>
                  </a:lnTo>
                  <a:cubicBezTo>
                    <a:pt x="311" y="1719"/>
                    <a:pt x="311" y="1719"/>
                    <a:pt x="311" y="1719"/>
                  </a:cubicBezTo>
                  <a:cubicBezTo>
                    <a:pt x="206" y="1714"/>
                    <a:pt x="101" y="1703"/>
                    <a:pt x="0" y="1687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112" y="27"/>
                    <a:pt x="217" y="5"/>
                    <a:pt x="311" y="0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"/>
            <p:cNvSpPr/>
            <p:nvPr/>
          </p:nvSpPr>
          <p:spPr>
            <a:xfrm>
              <a:off x="5294722" y="2196109"/>
              <a:ext cx="42275" cy="200620"/>
            </a:xfrm>
            <a:custGeom>
              <a:rect b="b" l="l" r="r" t="t"/>
              <a:pathLst>
                <a:path extrusionOk="0" h="1488" w="312">
                  <a:moveTo>
                    <a:pt x="311" y="0"/>
                  </a:moveTo>
                  <a:lnTo>
                    <a:pt x="311" y="0"/>
                  </a:lnTo>
                  <a:cubicBezTo>
                    <a:pt x="311" y="1487"/>
                    <a:pt x="311" y="1487"/>
                    <a:pt x="311" y="1487"/>
                  </a:cubicBezTo>
                  <a:cubicBezTo>
                    <a:pt x="206" y="1461"/>
                    <a:pt x="100" y="1424"/>
                    <a:pt x="0" y="1382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111" y="111"/>
                    <a:pt x="217" y="47"/>
                    <a:pt x="311" y="0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"/>
            <p:cNvSpPr/>
            <p:nvPr/>
          </p:nvSpPr>
          <p:spPr>
            <a:xfrm>
              <a:off x="5226247" y="2252068"/>
              <a:ext cx="38703" cy="117872"/>
            </a:xfrm>
            <a:custGeom>
              <a:rect b="b" l="l" r="r" t="t"/>
              <a:pathLst>
                <a:path extrusionOk="0" h="871" w="286">
                  <a:moveTo>
                    <a:pt x="285" y="0"/>
                  </a:moveTo>
                  <a:lnTo>
                    <a:pt x="285" y="0"/>
                  </a:lnTo>
                  <a:cubicBezTo>
                    <a:pt x="285" y="870"/>
                    <a:pt x="285" y="870"/>
                    <a:pt x="285" y="870"/>
                  </a:cubicBezTo>
                  <a:cubicBezTo>
                    <a:pt x="189" y="818"/>
                    <a:pt x="94" y="760"/>
                    <a:pt x="0" y="696"/>
                  </a:cubicBezTo>
                  <a:cubicBezTo>
                    <a:pt x="94" y="422"/>
                    <a:pt x="174" y="179"/>
                    <a:pt x="285" y="0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"/>
            <p:cNvSpPr/>
            <p:nvPr/>
          </p:nvSpPr>
          <p:spPr>
            <a:xfrm>
              <a:off x="5255424" y="2227659"/>
              <a:ext cx="334631" cy="42863"/>
            </a:xfrm>
            <a:custGeom>
              <a:rect b="b" l="l" r="r" t="t"/>
              <a:pathLst>
                <a:path extrusionOk="0" h="318" w="2479">
                  <a:moveTo>
                    <a:pt x="221" y="0"/>
                  </a:moveTo>
                  <a:lnTo>
                    <a:pt x="221" y="0"/>
                  </a:lnTo>
                  <a:cubicBezTo>
                    <a:pt x="132" y="79"/>
                    <a:pt x="63" y="190"/>
                    <a:pt x="0" y="317"/>
                  </a:cubicBezTo>
                  <a:cubicBezTo>
                    <a:pt x="2478" y="317"/>
                    <a:pt x="2478" y="317"/>
                    <a:pt x="2478" y="317"/>
                  </a:cubicBezTo>
                  <a:cubicBezTo>
                    <a:pt x="2416" y="190"/>
                    <a:pt x="2347" y="79"/>
                    <a:pt x="2258" y="0"/>
                  </a:cubicBezTo>
                  <a:lnTo>
                    <a:pt x="221" y="0"/>
                  </a:ln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1"/>
            <p:cNvSpPr/>
            <p:nvPr/>
          </p:nvSpPr>
          <p:spPr>
            <a:xfrm>
              <a:off x="5228034" y="2299098"/>
              <a:ext cx="388815" cy="42267"/>
            </a:xfrm>
            <a:custGeom>
              <a:rect b="b" l="l" r="r" t="t"/>
              <a:pathLst>
                <a:path extrusionOk="0" h="312" w="2881">
                  <a:moveTo>
                    <a:pt x="112" y="0"/>
                  </a:moveTo>
                  <a:lnTo>
                    <a:pt x="112" y="0"/>
                  </a:lnTo>
                  <a:cubicBezTo>
                    <a:pt x="75" y="94"/>
                    <a:pt x="37" y="200"/>
                    <a:pt x="0" y="311"/>
                  </a:cubicBezTo>
                  <a:cubicBezTo>
                    <a:pt x="2880" y="311"/>
                    <a:pt x="2880" y="311"/>
                    <a:pt x="2880" y="311"/>
                  </a:cubicBezTo>
                  <a:cubicBezTo>
                    <a:pt x="2843" y="200"/>
                    <a:pt x="2806" y="94"/>
                    <a:pt x="2770" y="0"/>
                  </a:cubicBezTo>
                  <a:lnTo>
                    <a:pt x="112" y="0"/>
                  </a:ln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"/>
            <p:cNvSpPr/>
            <p:nvPr/>
          </p:nvSpPr>
          <p:spPr>
            <a:xfrm>
              <a:off x="5267332" y="2370535"/>
              <a:ext cx="310814" cy="36909"/>
            </a:xfrm>
            <a:custGeom>
              <a:rect b="b" l="l" r="r" t="t"/>
              <a:pathLst>
                <a:path extrusionOk="0" h="275" w="2300">
                  <a:moveTo>
                    <a:pt x="0" y="0"/>
                  </a:moveTo>
                  <a:lnTo>
                    <a:pt x="0" y="0"/>
                  </a:lnTo>
                  <a:cubicBezTo>
                    <a:pt x="342" y="179"/>
                    <a:pt x="738" y="274"/>
                    <a:pt x="1150" y="274"/>
                  </a:cubicBezTo>
                  <a:cubicBezTo>
                    <a:pt x="1566" y="274"/>
                    <a:pt x="1956" y="179"/>
                    <a:pt x="2299" y="0"/>
                  </a:cubicBezTo>
                  <a:lnTo>
                    <a:pt x="0" y="0"/>
                  </a:ln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"/>
            <p:cNvSpPr/>
            <p:nvPr/>
          </p:nvSpPr>
          <p:spPr>
            <a:xfrm>
              <a:off x="5579932" y="2251472"/>
              <a:ext cx="10122" cy="18455"/>
            </a:xfrm>
            <a:custGeom>
              <a:rect b="b" l="l" r="r" t="t"/>
              <a:pathLst>
                <a:path extrusionOk="0" h="138" w="74">
                  <a:moveTo>
                    <a:pt x="0" y="137"/>
                  </a:moveTo>
                  <a:lnTo>
                    <a:pt x="0" y="137"/>
                  </a:lnTo>
                  <a:cubicBezTo>
                    <a:pt x="73" y="137"/>
                    <a:pt x="73" y="137"/>
                    <a:pt x="73" y="137"/>
                  </a:cubicBezTo>
                  <a:cubicBezTo>
                    <a:pt x="69" y="131"/>
                    <a:pt x="69" y="131"/>
                    <a:pt x="69" y="131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58" y="104"/>
                    <a:pt x="53" y="94"/>
                    <a:pt x="53" y="89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42" y="73"/>
                    <a:pt x="42" y="68"/>
                    <a:pt x="37" y="62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37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"/>
            <p:cNvSpPr/>
            <p:nvPr/>
          </p:nvSpPr>
          <p:spPr>
            <a:xfrm>
              <a:off x="5579932" y="2299098"/>
              <a:ext cx="36917" cy="42267"/>
            </a:xfrm>
            <a:custGeom>
              <a:rect b="b" l="l" r="r" t="t"/>
              <a:pathLst>
                <a:path extrusionOk="0" h="312" w="275">
                  <a:moveTo>
                    <a:pt x="0" y="311"/>
                  </a:moveTo>
                  <a:lnTo>
                    <a:pt x="274" y="311"/>
                  </a:lnTo>
                  <a:lnTo>
                    <a:pt x="274" y="305"/>
                  </a:lnTo>
                  <a:lnTo>
                    <a:pt x="269" y="300"/>
                  </a:lnTo>
                  <a:lnTo>
                    <a:pt x="269" y="295"/>
                  </a:lnTo>
                  <a:lnTo>
                    <a:pt x="269" y="289"/>
                  </a:lnTo>
                  <a:lnTo>
                    <a:pt x="264" y="279"/>
                  </a:lnTo>
                  <a:lnTo>
                    <a:pt x="264" y="274"/>
                  </a:lnTo>
                  <a:lnTo>
                    <a:pt x="258" y="274"/>
                  </a:lnTo>
                  <a:lnTo>
                    <a:pt x="258" y="268"/>
                  </a:lnTo>
                  <a:lnTo>
                    <a:pt x="258" y="264"/>
                  </a:lnTo>
                  <a:lnTo>
                    <a:pt x="258" y="258"/>
                  </a:lnTo>
                  <a:lnTo>
                    <a:pt x="254" y="258"/>
                  </a:lnTo>
                  <a:lnTo>
                    <a:pt x="254" y="253"/>
                  </a:lnTo>
                  <a:lnTo>
                    <a:pt x="248" y="242"/>
                  </a:lnTo>
                  <a:lnTo>
                    <a:pt x="248" y="237"/>
                  </a:lnTo>
                  <a:lnTo>
                    <a:pt x="248" y="231"/>
                  </a:lnTo>
                  <a:lnTo>
                    <a:pt x="237" y="200"/>
                  </a:lnTo>
                  <a:lnTo>
                    <a:pt x="227" y="179"/>
                  </a:lnTo>
                  <a:lnTo>
                    <a:pt x="227" y="174"/>
                  </a:lnTo>
                  <a:lnTo>
                    <a:pt x="227" y="168"/>
                  </a:lnTo>
                  <a:lnTo>
                    <a:pt x="221" y="168"/>
                  </a:lnTo>
                  <a:lnTo>
                    <a:pt x="221" y="163"/>
                  </a:lnTo>
                  <a:lnTo>
                    <a:pt x="221" y="158"/>
                  </a:lnTo>
                  <a:lnTo>
                    <a:pt x="216" y="152"/>
                  </a:lnTo>
                  <a:lnTo>
                    <a:pt x="216" y="147"/>
                  </a:lnTo>
                  <a:lnTo>
                    <a:pt x="211" y="126"/>
                  </a:lnTo>
                  <a:lnTo>
                    <a:pt x="211" y="121"/>
                  </a:lnTo>
                  <a:lnTo>
                    <a:pt x="206" y="116"/>
                  </a:lnTo>
                  <a:lnTo>
                    <a:pt x="206" y="110"/>
                  </a:lnTo>
                  <a:lnTo>
                    <a:pt x="206" y="105"/>
                  </a:lnTo>
                  <a:lnTo>
                    <a:pt x="200" y="105"/>
                  </a:lnTo>
                  <a:lnTo>
                    <a:pt x="200" y="100"/>
                  </a:lnTo>
                  <a:lnTo>
                    <a:pt x="200" y="94"/>
                  </a:lnTo>
                  <a:lnTo>
                    <a:pt x="195" y="89"/>
                  </a:lnTo>
                  <a:lnTo>
                    <a:pt x="195" y="79"/>
                  </a:lnTo>
                  <a:lnTo>
                    <a:pt x="190" y="73"/>
                  </a:lnTo>
                  <a:lnTo>
                    <a:pt x="190" y="68"/>
                  </a:lnTo>
                  <a:lnTo>
                    <a:pt x="190" y="63"/>
                  </a:lnTo>
                  <a:lnTo>
                    <a:pt x="185" y="58"/>
                  </a:lnTo>
                  <a:lnTo>
                    <a:pt x="185" y="52"/>
                  </a:lnTo>
                  <a:lnTo>
                    <a:pt x="179" y="47"/>
                  </a:lnTo>
                  <a:lnTo>
                    <a:pt x="179" y="42"/>
                  </a:lnTo>
                  <a:lnTo>
                    <a:pt x="179" y="36"/>
                  </a:lnTo>
                  <a:lnTo>
                    <a:pt x="174" y="31"/>
                  </a:lnTo>
                  <a:lnTo>
                    <a:pt x="174" y="21"/>
                  </a:lnTo>
                  <a:lnTo>
                    <a:pt x="169" y="15"/>
                  </a:lnTo>
                  <a:lnTo>
                    <a:pt x="169" y="10"/>
                  </a:lnTo>
                  <a:lnTo>
                    <a:pt x="164" y="0"/>
                  </a:lnTo>
                  <a:lnTo>
                    <a:pt x="0" y="0"/>
                  </a:lnTo>
                  <a:lnTo>
                    <a:pt x="0" y="311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1"/>
            <p:cNvSpPr/>
            <p:nvPr/>
          </p:nvSpPr>
          <p:spPr>
            <a:xfrm>
              <a:off x="5509076" y="2227659"/>
              <a:ext cx="42275" cy="42863"/>
            </a:xfrm>
            <a:custGeom>
              <a:rect b="b" l="l" r="r" t="t"/>
              <a:pathLst>
                <a:path extrusionOk="0" h="318" w="312">
                  <a:moveTo>
                    <a:pt x="0" y="317"/>
                  </a:moveTo>
                  <a:lnTo>
                    <a:pt x="311" y="317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317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"/>
            <p:cNvSpPr/>
            <p:nvPr/>
          </p:nvSpPr>
          <p:spPr>
            <a:xfrm>
              <a:off x="5509076" y="2299098"/>
              <a:ext cx="42275" cy="42267"/>
            </a:xfrm>
            <a:custGeom>
              <a:rect b="b" l="l" r="r" t="t"/>
              <a:pathLst>
                <a:path extrusionOk="0" h="312" w="312">
                  <a:moveTo>
                    <a:pt x="0" y="311"/>
                  </a:moveTo>
                  <a:lnTo>
                    <a:pt x="311" y="311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311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"/>
            <p:cNvSpPr/>
            <p:nvPr/>
          </p:nvSpPr>
          <p:spPr>
            <a:xfrm>
              <a:off x="5509076" y="2370534"/>
              <a:ext cx="42275" cy="26194"/>
            </a:xfrm>
            <a:custGeom>
              <a:rect b="b" l="l" r="r" t="t"/>
              <a:pathLst>
                <a:path extrusionOk="0" h="196" w="312">
                  <a:moveTo>
                    <a:pt x="0" y="195"/>
                  </a:moveTo>
                  <a:lnTo>
                    <a:pt x="15" y="190"/>
                  </a:lnTo>
                  <a:lnTo>
                    <a:pt x="21" y="190"/>
                  </a:lnTo>
                  <a:lnTo>
                    <a:pt x="31" y="185"/>
                  </a:lnTo>
                  <a:lnTo>
                    <a:pt x="37" y="185"/>
                  </a:lnTo>
                  <a:lnTo>
                    <a:pt x="47" y="185"/>
                  </a:lnTo>
                  <a:lnTo>
                    <a:pt x="52" y="179"/>
                  </a:lnTo>
                  <a:lnTo>
                    <a:pt x="68" y="179"/>
                  </a:lnTo>
                  <a:lnTo>
                    <a:pt x="73" y="174"/>
                  </a:lnTo>
                  <a:lnTo>
                    <a:pt x="79" y="174"/>
                  </a:lnTo>
                  <a:lnTo>
                    <a:pt x="84" y="174"/>
                  </a:lnTo>
                  <a:lnTo>
                    <a:pt x="89" y="169"/>
                  </a:lnTo>
                  <a:lnTo>
                    <a:pt x="105" y="169"/>
                  </a:lnTo>
                  <a:lnTo>
                    <a:pt x="105" y="163"/>
                  </a:lnTo>
                  <a:lnTo>
                    <a:pt x="110" y="163"/>
                  </a:lnTo>
                  <a:lnTo>
                    <a:pt x="121" y="163"/>
                  </a:lnTo>
                  <a:lnTo>
                    <a:pt x="126" y="158"/>
                  </a:lnTo>
                  <a:lnTo>
                    <a:pt x="131" y="158"/>
                  </a:lnTo>
                  <a:lnTo>
                    <a:pt x="137" y="153"/>
                  </a:lnTo>
                  <a:lnTo>
                    <a:pt x="141" y="153"/>
                  </a:lnTo>
                  <a:lnTo>
                    <a:pt x="147" y="153"/>
                  </a:lnTo>
                  <a:lnTo>
                    <a:pt x="153" y="153"/>
                  </a:lnTo>
                  <a:lnTo>
                    <a:pt x="158" y="148"/>
                  </a:lnTo>
                  <a:lnTo>
                    <a:pt x="174" y="142"/>
                  </a:lnTo>
                  <a:lnTo>
                    <a:pt x="179" y="142"/>
                  </a:lnTo>
                  <a:lnTo>
                    <a:pt x="189" y="137"/>
                  </a:lnTo>
                  <a:lnTo>
                    <a:pt x="195" y="137"/>
                  </a:lnTo>
                  <a:lnTo>
                    <a:pt x="205" y="132"/>
                  </a:lnTo>
                  <a:lnTo>
                    <a:pt x="216" y="132"/>
                  </a:lnTo>
                  <a:lnTo>
                    <a:pt x="226" y="127"/>
                  </a:lnTo>
                  <a:lnTo>
                    <a:pt x="232" y="121"/>
                  </a:lnTo>
                  <a:lnTo>
                    <a:pt x="242" y="121"/>
                  </a:lnTo>
                  <a:lnTo>
                    <a:pt x="242" y="116"/>
                  </a:lnTo>
                  <a:lnTo>
                    <a:pt x="247" y="116"/>
                  </a:lnTo>
                  <a:lnTo>
                    <a:pt x="258" y="116"/>
                  </a:lnTo>
                  <a:lnTo>
                    <a:pt x="263" y="111"/>
                  </a:lnTo>
                  <a:lnTo>
                    <a:pt x="268" y="111"/>
                  </a:lnTo>
                  <a:lnTo>
                    <a:pt x="274" y="105"/>
                  </a:lnTo>
                  <a:lnTo>
                    <a:pt x="279" y="105"/>
                  </a:lnTo>
                  <a:lnTo>
                    <a:pt x="284" y="105"/>
                  </a:lnTo>
                  <a:lnTo>
                    <a:pt x="290" y="100"/>
                  </a:lnTo>
                  <a:lnTo>
                    <a:pt x="295" y="100"/>
                  </a:lnTo>
                  <a:lnTo>
                    <a:pt x="301" y="100"/>
                  </a:lnTo>
                  <a:lnTo>
                    <a:pt x="305" y="94"/>
                  </a:lnTo>
                  <a:lnTo>
                    <a:pt x="311" y="94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195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"/>
            <p:cNvSpPr/>
            <p:nvPr/>
          </p:nvSpPr>
          <p:spPr>
            <a:xfrm>
              <a:off x="5437029" y="2227659"/>
              <a:ext cx="42871" cy="42863"/>
            </a:xfrm>
            <a:custGeom>
              <a:rect b="b" l="l" r="r" t="t"/>
              <a:pathLst>
                <a:path extrusionOk="0" h="318" w="319">
                  <a:moveTo>
                    <a:pt x="0" y="317"/>
                  </a:moveTo>
                  <a:lnTo>
                    <a:pt x="318" y="317"/>
                  </a:lnTo>
                  <a:lnTo>
                    <a:pt x="318" y="0"/>
                  </a:lnTo>
                  <a:lnTo>
                    <a:pt x="0" y="0"/>
                  </a:lnTo>
                  <a:lnTo>
                    <a:pt x="0" y="317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"/>
            <p:cNvSpPr/>
            <p:nvPr/>
          </p:nvSpPr>
          <p:spPr>
            <a:xfrm>
              <a:off x="5437029" y="2299098"/>
              <a:ext cx="42871" cy="42267"/>
            </a:xfrm>
            <a:custGeom>
              <a:rect b="b" l="l" r="r" t="t"/>
              <a:pathLst>
                <a:path extrusionOk="0" h="312" w="319">
                  <a:moveTo>
                    <a:pt x="0" y="311"/>
                  </a:moveTo>
                  <a:lnTo>
                    <a:pt x="318" y="311"/>
                  </a:lnTo>
                  <a:lnTo>
                    <a:pt x="318" y="0"/>
                  </a:lnTo>
                  <a:lnTo>
                    <a:pt x="0" y="0"/>
                  </a:lnTo>
                  <a:lnTo>
                    <a:pt x="0" y="311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"/>
            <p:cNvSpPr/>
            <p:nvPr/>
          </p:nvSpPr>
          <p:spPr>
            <a:xfrm>
              <a:off x="5437029" y="2370535"/>
              <a:ext cx="42871" cy="36909"/>
            </a:xfrm>
            <a:custGeom>
              <a:rect b="b" l="l" r="r" t="t"/>
              <a:pathLst>
                <a:path extrusionOk="0" h="275" w="319">
                  <a:moveTo>
                    <a:pt x="17" y="274"/>
                  </a:moveTo>
                  <a:lnTo>
                    <a:pt x="17" y="274"/>
                  </a:lnTo>
                  <a:cubicBezTo>
                    <a:pt x="22" y="274"/>
                    <a:pt x="22" y="274"/>
                    <a:pt x="22" y="274"/>
                  </a:cubicBezTo>
                  <a:cubicBezTo>
                    <a:pt x="38" y="274"/>
                    <a:pt x="38" y="274"/>
                    <a:pt x="38" y="274"/>
                  </a:cubicBezTo>
                  <a:cubicBezTo>
                    <a:pt x="43" y="274"/>
                    <a:pt x="43" y="274"/>
                    <a:pt x="43" y="274"/>
                  </a:cubicBezTo>
                  <a:cubicBezTo>
                    <a:pt x="59" y="269"/>
                    <a:pt x="59" y="269"/>
                    <a:pt x="59" y="269"/>
                  </a:cubicBezTo>
                  <a:cubicBezTo>
                    <a:pt x="64" y="269"/>
                    <a:pt x="64" y="269"/>
                    <a:pt x="64" y="269"/>
                  </a:cubicBezTo>
                  <a:cubicBezTo>
                    <a:pt x="75" y="269"/>
                    <a:pt x="75" y="269"/>
                    <a:pt x="75" y="269"/>
                  </a:cubicBezTo>
                  <a:cubicBezTo>
                    <a:pt x="80" y="269"/>
                    <a:pt x="80" y="269"/>
                    <a:pt x="80" y="269"/>
                  </a:cubicBezTo>
                  <a:cubicBezTo>
                    <a:pt x="91" y="269"/>
                    <a:pt x="91" y="269"/>
                    <a:pt x="91" y="269"/>
                  </a:cubicBezTo>
                  <a:cubicBezTo>
                    <a:pt x="96" y="269"/>
                    <a:pt x="96" y="269"/>
                    <a:pt x="96" y="269"/>
                  </a:cubicBezTo>
                  <a:cubicBezTo>
                    <a:pt x="101" y="269"/>
                    <a:pt x="101" y="269"/>
                    <a:pt x="101" y="269"/>
                  </a:cubicBezTo>
                  <a:cubicBezTo>
                    <a:pt x="117" y="269"/>
                    <a:pt x="117" y="269"/>
                    <a:pt x="117" y="269"/>
                  </a:cubicBezTo>
                  <a:cubicBezTo>
                    <a:pt x="122" y="264"/>
                    <a:pt x="122" y="264"/>
                    <a:pt x="122" y="264"/>
                  </a:cubicBezTo>
                  <a:cubicBezTo>
                    <a:pt x="133" y="264"/>
                    <a:pt x="133" y="264"/>
                    <a:pt x="133" y="264"/>
                  </a:cubicBezTo>
                  <a:cubicBezTo>
                    <a:pt x="138" y="264"/>
                    <a:pt x="138" y="264"/>
                    <a:pt x="138" y="264"/>
                  </a:cubicBezTo>
                  <a:cubicBezTo>
                    <a:pt x="143" y="264"/>
                    <a:pt x="143" y="264"/>
                    <a:pt x="143" y="264"/>
                  </a:cubicBezTo>
                  <a:cubicBezTo>
                    <a:pt x="148" y="264"/>
                    <a:pt x="148" y="264"/>
                    <a:pt x="148" y="264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60" y="264"/>
                    <a:pt x="160" y="264"/>
                    <a:pt x="160" y="264"/>
                  </a:cubicBezTo>
                  <a:cubicBezTo>
                    <a:pt x="170" y="264"/>
                    <a:pt x="170" y="264"/>
                    <a:pt x="170" y="264"/>
                  </a:cubicBezTo>
                  <a:cubicBezTo>
                    <a:pt x="181" y="258"/>
                    <a:pt x="181" y="258"/>
                    <a:pt x="181" y="258"/>
                  </a:cubicBezTo>
                  <a:cubicBezTo>
                    <a:pt x="185" y="258"/>
                    <a:pt x="185" y="258"/>
                    <a:pt x="185" y="258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201" y="258"/>
                    <a:pt x="201" y="258"/>
                    <a:pt x="201" y="258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22" y="253"/>
                    <a:pt x="222" y="253"/>
                    <a:pt x="222" y="253"/>
                  </a:cubicBezTo>
                  <a:cubicBezTo>
                    <a:pt x="238" y="253"/>
                    <a:pt x="238" y="253"/>
                    <a:pt x="238" y="253"/>
                  </a:cubicBezTo>
                  <a:cubicBezTo>
                    <a:pt x="243" y="253"/>
                    <a:pt x="254" y="253"/>
                    <a:pt x="259" y="248"/>
                  </a:cubicBezTo>
                  <a:cubicBezTo>
                    <a:pt x="275" y="248"/>
                    <a:pt x="297" y="242"/>
                    <a:pt x="318" y="242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4"/>
                    <a:pt x="0" y="274"/>
                    <a:pt x="0" y="274"/>
                  </a:cubicBezTo>
                  <a:lnTo>
                    <a:pt x="17" y="274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"/>
            <p:cNvSpPr/>
            <p:nvPr/>
          </p:nvSpPr>
          <p:spPr>
            <a:xfrm>
              <a:off x="5365577" y="2227659"/>
              <a:ext cx="42276" cy="42863"/>
            </a:xfrm>
            <a:custGeom>
              <a:rect b="b" l="l" r="r" t="t"/>
              <a:pathLst>
                <a:path extrusionOk="0" h="318" w="312">
                  <a:moveTo>
                    <a:pt x="0" y="317"/>
                  </a:moveTo>
                  <a:lnTo>
                    <a:pt x="311" y="317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317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"/>
            <p:cNvSpPr/>
            <p:nvPr/>
          </p:nvSpPr>
          <p:spPr>
            <a:xfrm>
              <a:off x="5365577" y="2299098"/>
              <a:ext cx="42276" cy="42267"/>
            </a:xfrm>
            <a:custGeom>
              <a:rect b="b" l="l" r="r" t="t"/>
              <a:pathLst>
                <a:path extrusionOk="0" h="312" w="312">
                  <a:moveTo>
                    <a:pt x="0" y="311"/>
                  </a:moveTo>
                  <a:lnTo>
                    <a:pt x="311" y="311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311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"/>
            <p:cNvSpPr/>
            <p:nvPr/>
          </p:nvSpPr>
          <p:spPr>
            <a:xfrm>
              <a:off x="5365577" y="2370535"/>
              <a:ext cx="42276" cy="36909"/>
            </a:xfrm>
            <a:custGeom>
              <a:rect b="b" l="l" r="r" t="t"/>
              <a:pathLst>
                <a:path extrusionOk="0" h="275" w="312">
                  <a:moveTo>
                    <a:pt x="0" y="242"/>
                  </a:moveTo>
                  <a:lnTo>
                    <a:pt x="0" y="242"/>
                  </a:lnTo>
                  <a:cubicBezTo>
                    <a:pt x="6" y="242"/>
                    <a:pt x="6" y="242"/>
                    <a:pt x="6" y="242"/>
                  </a:cubicBezTo>
                  <a:cubicBezTo>
                    <a:pt x="22" y="242"/>
                    <a:pt x="22" y="242"/>
                    <a:pt x="22" y="242"/>
                  </a:cubicBezTo>
                  <a:cubicBezTo>
                    <a:pt x="27" y="242"/>
                    <a:pt x="27" y="242"/>
                    <a:pt x="27" y="242"/>
                  </a:cubicBezTo>
                  <a:cubicBezTo>
                    <a:pt x="43" y="248"/>
                    <a:pt x="43" y="248"/>
                    <a:pt x="43" y="248"/>
                  </a:cubicBezTo>
                  <a:cubicBezTo>
                    <a:pt x="58" y="248"/>
                    <a:pt x="58" y="248"/>
                    <a:pt x="58" y="248"/>
                  </a:cubicBezTo>
                  <a:cubicBezTo>
                    <a:pt x="64" y="253"/>
                    <a:pt x="64" y="253"/>
                    <a:pt x="64" y="253"/>
                  </a:cubicBezTo>
                  <a:cubicBezTo>
                    <a:pt x="80" y="253"/>
                    <a:pt x="80" y="253"/>
                    <a:pt x="80" y="253"/>
                  </a:cubicBezTo>
                  <a:cubicBezTo>
                    <a:pt x="85" y="253"/>
                    <a:pt x="85" y="253"/>
                    <a:pt x="85" y="253"/>
                  </a:cubicBezTo>
                  <a:cubicBezTo>
                    <a:pt x="95" y="253"/>
                    <a:pt x="95" y="253"/>
                    <a:pt x="95" y="253"/>
                  </a:cubicBezTo>
                  <a:cubicBezTo>
                    <a:pt x="101" y="258"/>
                    <a:pt x="101" y="258"/>
                    <a:pt x="101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22" y="258"/>
                    <a:pt x="122" y="258"/>
                    <a:pt x="122" y="258"/>
                  </a:cubicBezTo>
                  <a:cubicBezTo>
                    <a:pt x="127" y="258"/>
                    <a:pt x="127" y="258"/>
                    <a:pt x="127" y="258"/>
                  </a:cubicBezTo>
                  <a:cubicBezTo>
                    <a:pt x="132" y="258"/>
                    <a:pt x="132" y="258"/>
                    <a:pt x="132" y="258"/>
                  </a:cubicBezTo>
                  <a:cubicBezTo>
                    <a:pt x="143" y="258"/>
                    <a:pt x="143" y="258"/>
                    <a:pt x="143" y="258"/>
                  </a:cubicBezTo>
                  <a:cubicBezTo>
                    <a:pt x="149" y="264"/>
                    <a:pt x="149" y="264"/>
                    <a:pt x="149" y="264"/>
                  </a:cubicBezTo>
                  <a:cubicBezTo>
                    <a:pt x="159" y="264"/>
                    <a:pt x="159" y="264"/>
                    <a:pt x="159" y="264"/>
                  </a:cubicBezTo>
                  <a:cubicBezTo>
                    <a:pt x="164" y="264"/>
                    <a:pt x="164" y="264"/>
                    <a:pt x="164" y="264"/>
                  </a:cubicBezTo>
                  <a:cubicBezTo>
                    <a:pt x="180" y="264"/>
                    <a:pt x="180" y="264"/>
                    <a:pt x="180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228" y="269"/>
                    <a:pt x="269" y="274"/>
                    <a:pt x="311" y="274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42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"/>
            <p:cNvSpPr/>
            <p:nvPr/>
          </p:nvSpPr>
          <p:spPr>
            <a:xfrm>
              <a:off x="5294722" y="2227659"/>
              <a:ext cx="42275" cy="42863"/>
            </a:xfrm>
            <a:custGeom>
              <a:rect b="b" l="l" r="r" t="t"/>
              <a:pathLst>
                <a:path extrusionOk="0" h="318" w="312">
                  <a:moveTo>
                    <a:pt x="0" y="317"/>
                  </a:moveTo>
                  <a:lnTo>
                    <a:pt x="311" y="317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317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"/>
            <p:cNvSpPr/>
            <p:nvPr/>
          </p:nvSpPr>
          <p:spPr>
            <a:xfrm>
              <a:off x="5294722" y="2299098"/>
              <a:ext cx="42275" cy="42267"/>
            </a:xfrm>
            <a:custGeom>
              <a:rect b="b" l="l" r="r" t="t"/>
              <a:pathLst>
                <a:path extrusionOk="0" h="312" w="312">
                  <a:moveTo>
                    <a:pt x="0" y="311"/>
                  </a:moveTo>
                  <a:lnTo>
                    <a:pt x="311" y="311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311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"/>
            <p:cNvSpPr/>
            <p:nvPr/>
          </p:nvSpPr>
          <p:spPr>
            <a:xfrm>
              <a:off x="5294722" y="2370534"/>
              <a:ext cx="42275" cy="26194"/>
            </a:xfrm>
            <a:custGeom>
              <a:rect b="b" l="l" r="r" t="t"/>
              <a:pathLst>
                <a:path extrusionOk="0" h="196" w="312">
                  <a:moveTo>
                    <a:pt x="0" y="94"/>
                  </a:moveTo>
                  <a:lnTo>
                    <a:pt x="5" y="94"/>
                  </a:lnTo>
                  <a:lnTo>
                    <a:pt x="11" y="100"/>
                  </a:lnTo>
                  <a:lnTo>
                    <a:pt x="21" y="100"/>
                  </a:lnTo>
                  <a:lnTo>
                    <a:pt x="26" y="105"/>
                  </a:lnTo>
                  <a:lnTo>
                    <a:pt x="37" y="105"/>
                  </a:lnTo>
                  <a:lnTo>
                    <a:pt x="42" y="111"/>
                  </a:lnTo>
                  <a:lnTo>
                    <a:pt x="47" y="111"/>
                  </a:lnTo>
                  <a:lnTo>
                    <a:pt x="53" y="116"/>
                  </a:lnTo>
                  <a:lnTo>
                    <a:pt x="58" y="116"/>
                  </a:lnTo>
                  <a:lnTo>
                    <a:pt x="63" y="116"/>
                  </a:lnTo>
                  <a:lnTo>
                    <a:pt x="74" y="121"/>
                  </a:lnTo>
                  <a:lnTo>
                    <a:pt x="80" y="121"/>
                  </a:lnTo>
                  <a:lnTo>
                    <a:pt x="90" y="127"/>
                  </a:lnTo>
                  <a:lnTo>
                    <a:pt x="100" y="132"/>
                  </a:lnTo>
                  <a:lnTo>
                    <a:pt x="105" y="132"/>
                  </a:lnTo>
                  <a:lnTo>
                    <a:pt x="111" y="137"/>
                  </a:lnTo>
                  <a:lnTo>
                    <a:pt x="121" y="137"/>
                  </a:lnTo>
                  <a:lnTo>
                    <a:pt x="126" y="142"/>
                  </a:lnTo>
                  <a:lnTo>
                    <a:pt x="132" y="142"/>
                  </a:lnTo>
                  <a:lnTo>
                    <a:pt x="137" y="142"/>
                  </a:lnTo>
                  <a:lnTo>
                    <a:pt x="142" y="148"/>
                  </a:lnTo>
                  <a:lnTo>
                    <a:pt x="148" y="148"/>
                  </a:lnTo>
                  <a:lnTo>
                    <a:pt x="153" y="148"/>
                  </a:lnTo>
                  <a:lnTo>
                    <a:pt x="159" y="148"/>
                  </a:lnTo>
                  <a:lnTo>
                    <a:pt x="163" y="153"/>
                  </a:lnTo>
                  <a:lnTo>
                    <a:pt x="169" y="153"/>
                  </a:lnTo>
                  <a:lnTo>
                    <a:pt x="174" y="153"/>
                  </a:lnTo>
                  <a:lnTo>
                    <a:pt x="184" y="158"/>
                  </a:lnTo>
                  <a:lnTo>
                    <a:pt x="190" y="163"/>
                  </a:lnTo>
                  <a:lnTo>
                    <a:pt x="195" y="163"/>
                  </a:lnTo>
                  <a:lnTo>
                    <a:pt x="200" y="163"/>
                  </a:lnTo>
                  <a:lnTo>
                    <a:pt x="211" y="169"/>
                  </a:lnTo>
                  <a:lnTo>
                    <a:pt x="221" y="169"/>
                  </a:lnTo>
                  <a:lnTo>
                    <a:pt x="227" y="174"/>
                  </a:lnTo>
                  <a:lnTo>
                    <a:pt x="238" y="174"/>
                  </a:lnTo>
                  <a:lnTo>
                    <a:pt x="242" y="174"/>
                  </a:lnTo>
                  <a:lnTo>
                    <a:pt x="242" y="179"/>
                  </a:lnTo>
                  <a:lnTo>
                    <a:pt x="253" y="179"/>
                  </a:lnTo>
                  <a:lnTo>
                    <a:pt x="259" y="179"/>
                  </a:lnTo>
                  <a:lnTo>
                    <a:pt x="263" y="185"/>
                  </a:lnTo>
                  <a:lnTo>
                    <a:pt x="269" y="185"/>
                  </a:lnTo>
                  <a:lnTo>
                    <a:pt x="275" y="185"/>
                  </a:lnTo>
                  <a:lnTo>
                    <a:pt x="280" y="185"/>
                  </a:lnTo>
                  <a:lnTo>
                    <a:pt x="285" y="190"/>
                  </a:lnTo>
                  <a:lnTo>
                    <a:pt x="290" y="190"/>
                  </a:lnTo>
                  <a:lnTo>
                    <a:pt x="296" y="190"/>
                  </a:lnTo>
                  <a:lnTo>
                    <a:pt x="311" y="195"/>
                  </a:lnTo>
                  <a:lnTo>
                    <a:pt x="311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0" y="94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"/>
            <p:cNvSpPr/>
            <p:nvPr/>
          </p:nvSpPr>
          <p:spPr>
            <a:xfrm>
              <a:off x="5255423" y="2252068"/>
              <a:ext cx="9527" cy="17859"/>
            </a:xfrm>
            <a:custGeom>
              <a:rect b="b" l="l" r="r" t="t"/>
              <a:pathLst>
                <a:path extrusionOk="0" h="134" w="70">
                  <a:moveTo>
                    <a:pt x="69" y="0"/>
                  </a:moveTo>
                  <a:lnTo>
                    <a:pt x="69" y="0"/>
                  </a:lnTo>
                  <a:lnTo>
                    <a:pt x="69" y="6"/>
                  </a:lnTo>
                  <a:lnTo>
                    <a:pt x="63" y="11"/>
                  </a:lnTo>
                  <a:lnTo>
                    <a:pt x="63" y="17"/>
                  </a:lnTo>
                  <a:lnTo>
                    <a:pt x="58" y="17"/>
                  </a:lnTo>
                  <a:lnTo>
                    <a:pt x="58" y="21"/>
                  </a:lnTo>
                  <a:lnTo>
                    <a:pt x="52" y="27"/>
                  </a:lnTo>
                  <a:lnTo>
                    <a:pt x="52" y="32"/>
                  </a:lnTo>
                  <a:lnTo>
                    <a:pt x="48" y="38"/>
                  </a:lnTo>
                  <a:lnTo>
                    <a:pt x="48" y="42"/>
                  </a:lnTo>
                  <a:lnTo>
                    <a:pt x="42" y="48"/>
                  </a:lnTo>
                  <a:lnTo>
                    <a:pt x="42" y="53"/>
                  </a:lnTo>
                  <a:lnTo>
                    <a:pt x="37" y="53"/>
                  </a:lnTo>
                  <a:lnTo>
                    <a:pt x="37" y="58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32" y="75"/>
                  </a:lnTo>
                  <a:lnTo>
                    <a:pt x="26" y="79"/>
                  </a:lnTo>
                  <a:lnTo>
                    <a:pt x="21" y="85"/>
                  </a:lnTo>
                  <a:lnTo>
                    <a:pt x="15" y="95"/>
                  </a:lnTo>
                  <a:lnTo>
                    <a:pt x="15" y="100"/>
                  </a:lnTo>
                  <a:lnTo>
                    <a:pt x="11" y="106"/>
                  </a:lnTo>
                  <a:lnTo>
                    <a:pt x="5" y="122"/>
                  </a:lnTo>
                  <a:lnTo>
                    <a:pt x="5" y="127"/>
                  </a:lnTo>
                  <a:lnTo>
                    <a:pt x="0" y="133"/>
                  </a:lnTo>
                  <a:lnTo>
                    <a:pt x="69" y="133"/>
                  </a:lnTo>
                  <a:lnTo>
                    <a:pt x="69" y="0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1"/>
            <p:cNvSpPr/>
            <p:nvPr/>
          </p:nvSpPr>
          <p:spPr>
            <a:xfrm>
              <a:off x="5228034" y="2299098"/>
              <a:ext cx="36321" cy="42267"/>
            </a:xfrm>
            <a:custGeom>
              <a:rect b="b" l="l" r="r" t="t"/>
              <a:pathLst>
                <a:path extrusionOk="0" h="312" w="271">
                  <a:moveTo>
                    <a:pt x="112" y="0"/>
                  </a:moveTo>
                  <a:lnTo>
                    <a:pt x="106" y="5"/>
                  </a:lnTo>
                  <a:lnTo>
                    <a:pt x="106" y="10"/>
                  </a:lnTo>
                  <a:lnTo>
                    <a:pt x="106" y="15"/>
                  </a:lnTo>
                  <a:lnTo>
                    <a:pt x="101" y="15"/>
                  </a:lnTo>
                  <a:lnTo>
                    <a:pt x="101" y="21"/>
                  </a:lnTo>
                  <a:lnTo>
                    <a:pt x="101" y="26"/>
                  </a:lnTo>
                  <a:lnTo>
                    <a:pt x="96" y="31"/>
                  </a:lnTo>
                  <a:lnTo>
                    <a:pt x="96" y="36"/>
                  </a:lnTo>
                  <a:lnTo>
                    <a:pt x="96" y="42"/>
                  </a:lnTo>
                  <a:lnTo>
                    <a:pt x="90" y="47"/>
                  </a:lnTo>
                  <a:lnTo>
                    <a:pt x="90" y="52"/>
                  </a:lnTo>
                  <a:lnTo>
                    <a:pt x="90" y="58"/>
                  </a:lnTo>
                  <a:lnTo>
                    <a:pt x="85" y="58"/>
                  </a:lnTo>
                  <a:lnTo>
                    <a:pt x="85" y="63"/>
                  </a:lnTo>
                  <a:lnTo>
                    <a:pt x="85" y="68"/>
                  </a:lnTo>
                  <a:lnTo>
                    <a:pt x="85" y="73"/>
                  </a:lnTo>
                  <a:lnTo>
                    <a:pt x="79" y="79"/>
                  </a:lnTo>
                  <a:lnTo>
                    <a:pt x="79" y="83"/>
                  </a:lnTo>
                  <a:lnTo>
                    <a:pt x="79" y="89"/>
                  </a:lnTo>
                  <a:lnTo>
                    <a:pt x="75" y="89"/>
                  </a:lnTo>
                  <a:lnTo>
                    <a:pt x="75" y="94"/>
                  </a:lnTo>
                  <a:lnTo>
                    <a:pt x="75" y="100"/>
                  </a:lnTo>
                  <a:lnTo>
                    <a:pt x="75" y="105"/>
                  </a:lnTo>
                  <a:lnTo>
                    <a:pt x="69" y="105"/>
                  </a:lnTo>
                  <a:lnTo>
                    <a:pt x="69" y="110"/>
                  </a:lnTo>
                  <a:lnTo>
                    <a:pt x="69" y="116"/>
                  </a:lnTo>
                  <a:lnTo>
                    <a:pt x="64" y="121"/>
                  </a:lnTo>
                  <a:lnTo>
                    <a:pt x="64" y="126"/>
                  </a:lnTo>
                  <a:lnTo>
                    <a:pt x="64" y="131"/>
                  </a:lnTo>
                  <a:lnTo>
                    <a:pt x="58" y="137"/>
                  </a:lnTo>
                  <a:lnTo>
                    <a:pt x="58" y="142"/>
                  </a:lnTo>
                  <a:lnTo>
                    <a:pt x="58" y="147"/>
                  </a:lnTo>
                  <a:lnTo>
                    <a:pt x="54" y="147"/>
                  </a:lnTo>
                  <a:lnTo>
                    <a:pt x="54" y="152"/>
                  </a:lnTo>
                  <a:lnTo>
                    <a:pt x="54" y="158"/>
                  </a:lnTo>
                  <a:lnTo>
                    <a:pt x="54" y="163"/>
                  </a:lnTo>
                  <a:lnTo>
                    <a:pt x="48" y="168"/>
                  </a:lnTo>
                  <a:lnTo>
                    <a:pt x="48" y="174"/>
                  </a:lnTo>
                  <a:lnTo>
                    <a:pt x="43" y="179"/>
                  </a:lnTo>
                  <a:lnTo>
                    <a:pt x="43" y="184"/>
                  </a:lnTo>
                  <a:lnTo>
                    <a:pt x="43" y="189"/>
                  </a:lnTo>
                  <a:lnTo>
                    <a:pt x="37" y="195"/>
                  </a:lnTo>
                  <a:lnTo>
                    <a:pt x="37" y="200"/>
                  </a:lnTo>
                  <a:lnTo>
                    <a:pt x="37" y="205"/>
                  </a:lnTo>
                  <a:lnTo>
                    <a:pt x="33" y="210"/>
                  </a:lnTo>
                  <a:lnTo>
                    <a:pt x="27" y="231"/>
                  </a:lnTo>
                  <a:lnTo>
                    <a:pt x="27" y="237"/>
                  </a:lnTo>
                  <a:lnTo>
                    <a:pt x="21" y="242"/>
                  </a:lnTo>
                  <a:lnTo>
                    <a:pt x="21" y="247"/>
                  </a:lnTo>
                  <a:lnTo>
                    <a:pt x="21" y="253"/>
                  </a:lnTo>
                  <a:lnTo>
                    <a:pt x="16" y="258"/>
                  </a:lnTo>
                  <a:lnTo>
                    <a:pt x="16" y="264"/>
                  </a:lnTo>
                  <a:lnTo>
                    <a:pt x="16" y="268"/>
                  </a:lnTo>
                  <a:lnTo>
                    <a:pt x="11" y="268"/>
                  </a:lnTo>
                  <a:lnTo>
                    <a:pt x="11" y="274"/>
                  </a:lnTo>
                  <a:lnTo>
                    <a:pt x="11" y="279"/>
                  </a:lnTo>
                  <a:lnTo>
                    <a:pt x="6" y="284"/>
                  </a:lnTo>
                  <a:lnTo>
                    <a:pt x="6" y="289"/>
                  </a:lnTo>
                  <a:lnTo>
                    <a:pt x="6" y="295"/>
                  </a:lnTo>
                  <a:lnTo>
                    <a:pt x="0" y="300"/>
                  </a:lnTo>
                  <a:lnTo>
                    <a:pt x="0" y="305"/>
                  </a:lnTo>
                  <a:lnTo>
                    <a:pt x="0" y="311"/>
                  </a:lnTo>
                  <a:lnTo>
                    <a:pt x="270" y="311"/>
                  </a:lnTo>
                  <a:lnTo>
                    <a:pt x="270" y="0"/>
                  </a:lnTo>
                  <a:lnTo>
                    <a:pt x="112" y="0"/>
                  </a:lnTo>
                </a:path>
              </a:pathLst>
            </a:custGeom>
            <a:solidFill>
              <a:srgbClr val="F58C8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"/>
            <p:cNvSpPr/>
            <p:nvPr/>
          </p:nvSpPr>
          <p:spPr>
            <a:xfrm>
              <a:off x="5374509" y="2045494"/>
              <a:ext cx="97055" cy="193477"/>
            </a:xfrm>
            <a:custGeom>
              <a:rect b="b" l="l" r="r" t="t"/>
              <a:pathLst>
                <a:path extrusionOk="0" h="1435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39"/>
                    <a:pt x="717" y="1039"/>
                    <a:pt x="717" y="1039"/>
                  </a:cubicBezTo>
                  <a:cubicBezTo>
                    <a:pt x="717" y="1392"/>
                    <a:pt x="0" y="1434"/>
                    <a:pt x="0" y="103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"/>
            <p:cNvSpPr/>
            <p:nvPr/>
          </p:nvSpPr>
          <p:spPr>
            <a:xfrm>
              <a:off x="5374509" y="2116336"/>
              <a:ext cx="97055" cy="66080"/>
            </a:xfrm>
            <a:custGeom>
              <a:rect b="b" l="l" r="r" t="t"/>
              <a:pathLst>
                <a:path extrusionOk="0" h="491" w="718">
                  <a:moveTo>
                    <a:pt x="717" y="132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0"/>
                  </a:lnTo>
                  <a:lnTo>
                    <a:pt x="717" y="132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"/>
            <p:cNvSpPr/>
            <p:nvPr/>
          </p:nvSpPr>
          <p:spPr>
            <a:xfrm>
              <a:off x="5216720" y="1866900"/>
              <a:ext cx="412037" cy="272058"/>
            </a:xfrm>
            <a:custGeom>
              <a:rect b="b" l="l" r="r" t="t"/>
              <a:pathLst>
                <a:path extrusionOk="0" h="2015" w="3050">
                  <a:moveTo>
                    <a:pt x="1525" y="0"/>
                  </a:moveTo>
                  <a:lnTo>
                    <a:pt x="1525" y="0"/>
                  </a:lnTo>
                  <a:cubicBezTo>
                    <a:pt x="3049" y="0"/>
                    <a:pt x="2431" y="2014"/>
                    <a:pt x="1525" y="2014"/>
                  </a:cubicBezTo>
                  <a:cubicBezTo>
                    <a:pt x="617" y="2014"/>
                    <a:pt x="0" y="0"/>
                    <a:pt x="1525" y="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"/>
            <p:cNvSpPr/>
            <p:nvPr/>
          </p:nvSpPr>
          <p:spPr>
            <a:xfrm>
              <a:off x="5275668" y="1816894"/>
              <a:ext cx="294142" cy="221456"/>
            </a:xfrm>
            <a:custGeom>
              <a:rect b="b" l="l" r="r" t="t"/>
              <a:pathLst>
                <a:path extrusionOk="0" h="1642" w="2179">
                  <a:moveTo>
                    <a:pt x="1076" y="613"/>
                  </a:moveTo>
                  <a:lnTo>
                    <a:pt x="1076" y="613"/>
                  </a:lnTo>
                  <a:cubicBezTo>
                    <a:pt x="1587" y="613"/>
                    <a:pt x="1856" y="914"/>
                    <a:pt x="1883" y="1230"/>
                  </a:cubicBezTo>
                  <a:cubicBezTo>
                    <a:pt x="1909" y="1547"/>
                    <a:pt x="1956" y="1489"/>
                    <a:pt x="2067" y="1256"/>
                  </a:cubicBezTo>
                  <a:cubicBezTo>
                    <a:pt x="2178" y="1019"/>
                    <a:pt x="1904" y="0"/>
                    <a:pt x="1118" y="0"/>
                  </a:cubicBezTo>
                  <a:cubicBezTo>
                    <a:pt x="326" y="0"/>
                    <a:pt x="0" y="781"/>
                    <a:pt x="110" y="1215"/>
                  </a:cubicBezTo>
                  <a:cubicBezTo>
                    <a:pt x="222" y="1641"/>
                    <a:pt x="222" y="1535"/>
                    <a:pt x="290" y="1215"/>
                  </a:cubicBezTo>
                  <a:cubicBezTo>
                    <a:pt x="363" y="887"/>
                    <a:pt x="506" y="629"/>
                    <a:pt x="1076" y="613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"/>
            <p:cNvSpPr/>
            <p:nvPr/>
          </p:nvSpPr>
          <p:spPr>
            <a:xfrm>
              <a:off x="5294126" y="1775222"/>
              <a:ext cx="257821" cy="229791"/>
            </a:xfrm>
            <a:custGeom>
              <a:rect b="b" l="l" r="r" t="t"/>
              <a:pathLst>
                <a:path extrusionOk="0" h="1704" w="1910">
                  <a:moveTo>
                    <a:pt x="1782" y="611"/>
                  </a:moveTo>
                  <a:lnTo>
                    <a:pt x="1782" y="611"/>
                  </a:lnTo>
                  <a:cubicBezTo>
                    <a:pt x="1877" y="1292"/>
                    <a:pt x="1877" y="1292"/>
                    <a:pt x="1877" y="1292"/>
                  </a:cubicBezTo>
                  <a:cubicBezTo>
                    <a:pt x="1909" y="1535"/>
                    <a:pt x="1619" y="1703"/>
                    <a:pt x="1477" y="1703"/>
                  </a:cubicBezTo>
                  <a:cubicBezTo>
                    <a:pt x="432" y="1703"/>
                    <a:pt x="432" y="1703"/>
                    <a:pt x="432" y="1703"/>
                  </a:cubicBezTo>
                  <a:cubicBezTo>
                    <a:pt x="290" y="1703"/>
                    <a:pt x="0" y="1535"/>
                    <a:pt x="31" y="1292"/>
                  </a:cubicBezTo>
                  <a:cubicBezTo>
                    <a:pt x="126" y="611"/>
                    <a:pt x="126" y="611"/>
                    <a:pt x="126" y="611"/>
                  </a:cubicBezTo>
                  <a:cubicBezTo>
                    <a:pt x="211" y="0"/>
                    <a:pt x="1693" y="0"/>
                    <a:pt x="1782" y="611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"/>
            <p:cNvSpPr/>
            <p:nvPr/>
          </p:nvSpPr>
          <p:spPr>
            <a:xfrm>
              <a:off x="5244110" y="1887141"/>
              <a:ext cx="357257" cy="129778"/>
            </a:xfrm>
            <a:custGeom>
              <a:rect b="b" l="l" r="r" t="t"/>
              <a:pathLst>
                <a:path extrusionOk="0" h="961" w="2644">
                  <a:moveTo>
                    <a:pt x="1325" y="960"/>
                  </a:moveTo>
                  <a:lnTo>
                    <a:pt x="1325" y="960"/>
                  </a:lnTo>
                  <a:cubicBezTo>
                    <a:pt x="2052" y="960"/>
                    <a:pt x="2643" y="743"/>
                    <a:pt x="2643" y="479"/>
                  </a:cubicBezTo>
                  <a:cubicBezTo>
                    <a:pt x="2643" y="216"/>
                    <a:pt x="2052" y="0"/>
                    <a:pt x="1325" y="0"/>
                  </a:cubicBezTo>
                  <a:cubicBezTo>
                    <a:pt x="596" y="0"/>
                    <a:pt x="0" y="216"/>
                    <a:pt x="0" y="479"/>
                  </a:cubicBezTo>
                  <a:cubicBezTo>
                    <a:pt x="0" y="743"/>
                    <a:pt x="596" y="960"/>
                    <a:pt x="1325" y="960"/>
                  </a:cubicBezTo>
                </a:path>
              </a:pathLst>
            </a:custGeom>
            <a:solidFill>
              <a:srgbClr val="4F3D3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"/>
            <p:cNvSpPr/>
            <p:nvPr/>
          </p:nvSpPr>
          <p:spPr>
            <a:xfrm>
              <a:off x="5304844" y="1899643"/>
              <a:ext cx="234599" cy="226814"/>
            </a:xfrm>
            <a:custGeom>
              <a:rect b="b" l="l" r="r" t="t"/>
              <a:pathLst>
                <a:path extrusionOk="0" h="1678" w="1737">
                  <a:moveTo>
                    <a:pt x="876" y="0"/>
                  </a:moveTo>
                  <a:lnTo>
                    <a:pt x="876" y="0"/>
                  </a:lnTo>
                  <a:cubicBezTo>
                    <a:pt x="1540" y="0"/>
                    <a:pt x="1736" y="511"/>
                    <a:pt x="1677" y="955"/>
                  </a:cubicBezTo>
                  <a:cubicBezTo>
                    <a:pt x="1624" y="1397"/>
                    <a:pt x="1313" y="1677"/>
                    <a:pt x="876" y="1677"/>
                  </a:cubicBezTo>
                  <a:cubicBezTo>
                    <a:pt x="448" y="1677"/>
                    <a:pt x="143" y="1408"/>
                    <a:pt x="74" y="980"/>
                  </a:cubicBezTo>
                  <a:cubicBezTo>
                    <a:pt x="0" y="527"/>
                    <a:pt x="185" y="0"/>
                    <a:pt x="876" y="0"/>
                  </a:cubicBezTo>
                </a:path>
              </a:pathLst>
            </a:custGeom>
            <a:solidFill>
              <a:srgbClr val="F0CE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"/>
            <p:cNvSpPr/>
            <p:nvPr/>
          </p:nvSpPr>
          <p:spPr>
            <a:xfrm>
              <a:off x="5422739" y="1907978"/>
              <a:ext cx="144094" cy="231576"/>
            </a:xfrm>
            <a:custGeom>
              <a:rect b="b" l="l" r="r" t="t"/>
              <a:pathLst>
                <a:path extrusionOk="0" h="1714" w="1066">
                  <a:moveTo>
                    <a:pt x="885" y="253"/>
                  </a:moveTo>
                  <a:lnTo>
                    <a:pt x="885" y="253"/>
                  </a:lnTo>
                  <a:cubicBezTo>
                    <a:pt x="1065" y="849"/>
                    <a:pt x="596" y="1713"/>
                    <a:pt x="0" y="17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00" y="0"/>
                    <a:pt x="480" y="10"/>
                    <a:pt x="611" y="95"/>
                  </a:cubicBezTo>
                  <a:cubicBezTo>
                    <a:pt x="701" y="153"/>
                    <a:pt x="812" y="211"/>
                    <a:pt x="885" y="253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1"/>
            <p:cNvSpPr/>
            <p:nvPr/>
          </p:nvSpPr>
          <p:spPr>
            <a:xfrm>
              <a:off x="5343547" y="1796654"/>
              <a:ext cx="158384" cy="87511"/>
            </a:xfrm>
            <a:custGeom>
              <a:rect b="b" l="l" r="r" t="t"/>
              <a:pathLst>
                <a:path extrusionOk="0" h="650" w="1172">
                  <a:moveTo>
                    <a:pt x="0" y="649"/>
                  </a:moveTo>
                  <a:lnTo>
                    <a:pt x="0" y="649"/>
                  </a:lnTo>
                  <a:cubicBezTo>
                    <a:pt x="169" y="353"/>
                    <a:pt x="343" y="0"/>
                    <a:pt x="596" y="5"/>
                  </a:cubicBezTo>
                  <a:cubicBezTo>
                    <a:pt x="838" y="0"/>
                    <a:pt x="1008" y="327"/>
                    <a:pt x="1171" y="617"/>
                  </a:cubicBezTo>
                  <a:cubicBezTo>
                    <a:pt x="1012" y="586"/>
                    <a:pt x="844" y="570"/>
                    <a:pt x="665" y="570"/>
                  </a:cubicBezTo>
                  <a:cubicBezTo>
                    <a:pt x="422" y="570"/>
                    <a:pt x="195" y="601"/>
                    <a:pt x="0" y="649"/>
                  </a:cubicBezTo>
                </a:path>
              </a:pathLst>
            </a:custGeom>
            <a:solidFill>
              <a:srgbClr val="4F3D3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1"/>
            <p:cNvSpPr/>
            <p:nvPr/>
          </p:nvSpPr>
          <p:spPr>
            <a:xfrm>
              <a:off x="5278049" y="1894881"/>
              <a:ext cx="276279" cy="129778"/>
            </a:xfrm>
            <a:custGeom>
              <a:rect b="b" l="l" r="r" t="t"/>
              <a:pathLst>
                <a:path extrusionOk="0" h="961" w="2047">
                  <a:moveTo>
                    <a:pt x="1819" y="586"/>
                  </a:moveTo>
                  <a:lnTo>
                    <a:pt x="1819" y="586"/>
                  </a:lnTo>
                  <a:cubicBezTo>
                    <a:pt x="1819" y="418"/>
                    <a:pt x="1677" y="239"/>
                    <a:pt x="1576" y="191"/>
                  </a:cubicBezTo>
                  <a:cubicBezTo>
                    <a:pt x="1476" y="138"/>
                    <a:pt x="959" y="201"/>
                    <a:pt x="696" y="370"/>
                  </a:cubicBezTo>
                  <a:cubicBezTo>
                    <a:pt x="411" y="555"/>
                    <a:pt x="359" y="692"/>
                    <a:pt x="338" y="856"/>
                  </a:cubicBezTo>
                  <a:cubicBezTo>
                    <a:pt x="332" y="908"/>
                    <a:pt x="316" y="960"/>
                    <a:pt x="290" y="950"/>
                  </a:cubicBezTo>
                  <a:cubicBezTo>
                    <a:pt x="201" y="918"/>
                    <a:pt x="184" y="671"/>
                    <a:pt x="110" y="628"/>
                  </a:cubicBezTo>
                  <a:cubicBezTo>
                    <a:pt x="0" y="559"/>
                    <a:pt x="52" y="459"/>
                    <a:pt x="95" y="291"/>
                  </a:cubicBezTo>
                  <a:cubicBezTo>
                    <a:pt x="137" y="122"/>
                    <a:pt x="627" y="32"/>
                    <a:pt x="1034" y="17"/>
                  </a:cubicBezTo>
                  <a:cubicBezTo>
                    <a:pt x="1439" y="0"/>
                    <a:pt x="1746" y="96"/>
                    <a:pt x="1872" y="212"/>
                  </a:cubicBezTo>
                  <a:cubicBezTo>
                    <a:pt x="1999" y="328"/>
                    <a:pt x="2046" y="518"/>
                    <a:pt x="1988" y="676"/>
                  </a:cubicBezTo>
                  <a:cubicBezTo>
                    <a:pt x="1951" y="792"/>
                    <a:pt x="1909" y="929"/>
                    <a:pt x="1830" y="903"/>
                  </a:cubicBezTo>
                  <a:cubicBezTo>
                    <a:pt x="1793" y="892"/>
                    <a:pt x="1825" y="681"/>
                    <a:pt x="1819" y="586"/>
                  </a:cubicBez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"/>
            <p:cNvSpPr/>
            <p:nvPr/>
          </p:nvSpPr>
          <p:spPr>
            <a:xfrm>
              <a:off x="5530511" y="1959173"/>
              <a:ext cx="35130" cy="66080"/>
            </a:xfrm>
            <a:custGeom>
              <a:rect b="b" l="l" r="r" t="t"/>
              <a:pathLst>
                <a:path extrusionOk="0" h="491" w="259">
                  <a:moveTo>
                    <a:pt x="179" y="15"/>
                  </a:moveTo>
                  <a:lnTo>
                    <a:pt x="179" y="15"/>
                  </a:lnTo>
                  <a:cubicBezTo>
                    <a:pt x="237" y="26"/>
                    <a:pt x="258" y="137"/>
                    <a:pt x="232" y="268"/>
                  </a:cubicBezTo>
                  <a:cubicBezTo>
                    <a:pt x="201" y="395"/>
                    <a:pt x="132" y="490"/>
                    <a:pt x="79" y="480"/>
                  </a:cubicBezTo>
                  <a:cubicBezTo>
                    <a:pt x="21" y="463"/>
                    <a:pt x="0" y="353"/>
                    <a:pt x="31" y="221"/>
                  </a:cubicBezTo>
                  <a:cubicBezTo>
                    <a:pt x="58" y="95"/>
                    <a:pt x="126" y="0"/>
                    <a:pt x="179" y="15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"/>
            <p:cNvSpPr/>
            <p:nvPr/>
          </p:nvSpPr>
          <p:spPr>
            <a:xfrm>
              <a:off x="5280431" y="1959173"/>
              <a:ext cx="35130" cy="66080"/>
            </a:xfrm>
            <a:custGeom>
              <a:rect b="b" l="l" r="r" t="t"/>
              <a:pathLst>
                <a:path extrusionOk="0" h="491" w="259">
                  <a:moveTo>
                    <a:pt x="73" y="15"/>
                  </a:moveTo>
                  <a:lnTo>
                    <a:pt x="73" y="15"/>
                  </a:lnTo>
                  <a:cubicBezTo>
                    <a:pt x="21" y="26"/>
                    <a:pt x="0" y="137"/>
                    <a:pt x="26" y="268"/>
                  </a:cubicBezTo>
                  <a:cubicBezTo>
                    <a:pt x="52" y="395"/>
                    <a:pt x="121" y="490"/>
                    <a:pt x="179" y="480"/>
                  </a:cubicBezTo>
                  <a:cubicBezTo>
                    <a:pt x="231" y="463"/>
                    <a:pt x="258" y="353"/>
                    <a:pt x="226" y="221"/>
                  </a:cubicBezTo>
                  <a:cubicBezTo>
                    <a:pt x="200" y="95"/>
                    <a:pt x="131" y="0"/>
                    <a:pt x="73" y="15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"/>
            <p:cNvSpPr/>
            <p:nvPr/>
          </p:nvSpPr>
          <p:spPr>
            <a:xfrm>
              <a:off x="5279836" y="2194323"/>
              <a:ext cx="80383" cy="196453"/>
            </a:xfrm>
            <a:custGeom>
              <a:rect b="b" l="l" r="r" t="t"/>
              <a:pathLst>
                <a:path extrusionOk="0" h="1457" w="597">
                  <a:moveTo>
                    <a:pt x="391" y="0"/>
                  </a:moveTo>
                  <a:lnTo>
                    <a:pt x="391" y="0"/>
                  </a:lnTo>
                  <a:cubicBezTo>
                    <a:pt x="90" y="0"/>
                    <a:pt x="27" y="43"/>
                    <a:pt x="11" y="243"/>
                  </a:cubicBezTo>
                  <a:cubicBezTo>
                    <a:pt x="0" y="444"/>
                    <a:pt x="54" y="923"/>
                    <a:pt x="243" y="1187"/>
                  </a:cubicBezTo>
                  <a:cubicBezTo>
                    <a:pt x="428" y="1456"/>
                    <a:pt x="328" y="1150"/>
                    <a:pt x="353" y="939"/>
                  </a:cubicBezTo>
                  <a:cubicBezTo>
                    <a:pt x="380" y="722"/>
                    <a:pt x="417" y="1239"/>
                    <a:pt x="507" y="1002"/>
                  </a:cubicBezTo>
                  <a:cubicBezTo>
                    <a:pt x="596" y="760"/>
                    <a:pt x="480" y="596"/>
                    <a:pt x="391" y="0"/>
                  </a:cubicBezTo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"/>
            <p:cNvSpPr/>
            <p:nvPr/>
          </p:nvSpPr>
          <p:spPr>
            <a:xfrm>
              <a:off x="5481091" y="2185987"/>
              <a:ext cx="97055" cy="214313"/>
            </a:xfrm>
            <a:custGeom>
              <a:rect b="b" l="l" r="r" t="t"/>
              <a:pathLst>
                <a:path extrusionOk="0" h="1588" w="718">
                  <a:moveTo>
                    <a:pt x="406" y="158"/>
                  </a:moveTo>
                  <a:lnTo>
                    <a:pt x="406" y="158"/>
                  </a:lnTo>
                  <a:cubicBezTo>
                    <a:pt x="543" y="158"/>
                    <a:pt x="717" y="247"/>
                    <a:pt x="596" y="443"/>
                  </a:cubicBezTo>
                  <a:cubicBezTo>
                    <a:pt x="469" y="638"/>
                    <a:pt x="406" y="1086"/>
                    <a:pt x="401" y="1271"/>
                  </a:cubicBezTo>
                  <a:cubicBezTo>
                    <a:pt x="390" y="1460"/>
                    <a:pt x="301" y="1587"/>
                    <a:pt x="301" y="1435"/>
                  </a:cubicBezTo>
                  <a:cubicBezTo>
                    <a:pt x="301" y="1281"/>
                    <a:pt x="190" y="922"/>
                    <a:pt x="153" y="1076"/>
                  </a:cubicBezTo>
                  <a:cubicBezTo>
                    <a:pt x="121" y="1229"/>
                    <a:pt x="0" y="1387"/>
                    <a:pt x="15" y="1092"/>
                  </a:cubicBezTo>
                  <a:cubicBezTo>
                    <a:pt x="31" y="802"/>
                    <a:pt x="100" y="0"/>
                    <a:pt x="406" y="158"/>
                  </a:cubicBezTo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"/>
            <p:cNvSpPr/>
            <p:nvPr/>
          </p:nvSpPr>
          <p:spPr>
            <a:xfrm>
              <a:off x="5310798" y="2150269"/>
              <a:ext cx="237576" cy="152400"/>
            </a:xfrm>
            <a:custGeom>
              <a:rect b="b" l="l" r="r" t="t"/>
              <a:pathLst>
                <a:path extrusionOk="0" h="1130" w="1758">
                  <a:moveTo>
                    <a:pt x="1646" y="464"/>
                  </a:moveTo>
                  <a:lnTo>
                    <a:pt x="1646" y="464"/>
                  </a:lnTo>
                  <a:cubicBezTo>
                    <a:pt x="1388" y="750"/>
                    <a:pt x="586" y="1129"/>
                    <a:pt x="59" y="449"/>
                  </a:cubicBezTo>
                  <a:cubicBezTo>
                    <a:pt x="0" y="274"/>
                    <a:pt x="16" y="179"/>
                    <a:pt x="169" y="222"/>
                  </a:cubicBezTo>
                  <a:cubicBezTo>
                    <a:pt x="159" y="58"/>
                    <a:pt x="306" y="0"/>
                    <a:pt x="449" y="74"/>
                  </a:cubicBezTo>
                  <a:cubicBezTo>
                    <a:pt x="659" y="295"/>
                    <a:pt x="1118" y="179"/>
                    <a:pt x="1208" y="37"/>
                  </a:cubicBezTo>
                  <a:cubicBezTo>
                    <a:pt x="1345" y="0"/>
                    <a:pt x="1430" y="58"/>
                    <a:pt x="1430" y="243"/>
                  </a:cubicBezTo>
                  <a:cubicBezTo>
                    <a:pt x="1704" y="111"/>
                    <a:pt x="1757" y="322"/>
                    <a:pt x="1646" y="464"/>
                  </a:cubicBezTo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"/>
            <p:cNvSpPr/>
            <p:nvPr/>
          </p:nvSpPr>
          <p:spPr>
            <a:xfrm>
              <a:off x="5296508" y="2183606"/>
              <a:ext cx="242935" cy="130969"/>
            </a:xfrm>
            <a:custGeom>
              <a:rect b="b" l="l" r="r" t="t"/>
              <a:pathLst>
                <a:path extrusionOk="0" h="972" w="1799">
                  <a:moveTo>
                    <a:pt x="1651" y="548"/>
                  </a:moveTo>
                  <a:lnTo>
                    <a:pt x="1651" y="548"/>
                  </a:lnTo>
                  <a:cubicBezTo>
                    <a:pt x="1651" y="448"/>
                    <a:pt x="1651" y="448"/>
                    <a:pt x="1651" y="448"/>
                  </a:cubicBezTo>
                  <a:cubicBezTo>
                    <a:pt x="1703" y="359"/>
                    <a:pt x="1756" y="290"/>
                    <a:pt x="1798" y="274"/>
                  </a:cubicBezTo>
                  <a:cubicBezTo>
                    <a:pt x="1772" y="296"/>
                    <a:pt x="1709" y="411"/>
                    <a:pt x="1651" y="548"/>
                  </a:cubicBezTo>
                  <a:close/>
                  <a:moveTo>
                    <a:pt x="1651" y="364"/>
                  </a:moveTo>
                  <a:lnTo>
                    <a:pt x="1651" y="364"/>
                  </a:lnTo>
                  <a:cubicBezTo>
                    <a:pt x="1703" y="322"/>
                    <a:pt x="1756" y="263"/>
                    <a:pt x="1777" y="185"/>
                  </a:cubicBezTo>
                  <a:cubicBezTo>
                    <a:pt x="1751" y="232"/>
                    <a:pt x="1703" y="274"/>
                    <a:pt x="1651" y="311"/>
                  </a:cubicBezTo>
                  <a:lnTo>
                    <a:pt x="1651" y="364"/>
                  </a:lnTo>
                  <a:close/>
                  <a:moveTo>
                    <a:pt x="1651" y="311"/>
                  </a:moveTo>
                  <a:lnTo>
                    <a:pt x="1651" y="311"/>
                  </a:lnTo>
                  <a:cubicBezTo>
                    <a:pt x="1651" y="364"/>
                    <a:pt x="1651" y="364"/>
                    <a:pt x="1651" y="364"/>
                  </a:cubicBezTo>
                  <a:cubicBezTo>
                    <a:pt x="1598" y="396"/>
                    <a:pt x="1545" y="417"/>
                    <a:pt x="1508" y="411"/>
                  </a:cubicBezTo>
                  <a:cubicBezTo>
                    <a:pt x="1508" y="406"/>
                    <a:pt x="1508" y="406"/>
                    <a:pt x="1508" y="406"/>
                  </a:cubicBezTo>
                  <a:cubicBezTo>
                    <a:pt x="1545" y="380"/>
                    <a:pt x="1598" y="348"/>
                    <a:pt x="1651" y="311"/>
                  </a:cubicBezTo>
                  <a:close/>
                  <a:moveTo>
                    <a:pt x="1651" y="448"/>
                  </a:moveTo>
                  <a:lnTo>
                    <a:pt x="1651" y="448"/>
                  </a:lnTo>
                  <a:cubicBezTo>
                    <a:pt x="1651" y="548"/>
                    <a:pt x="1651" y="548"/>
                    <a:pt x="1651" y="548"/>
                  </a:cubicBezTo>
                  <a:cubicBezTo>
                    <a:pt x="1587" y="691"/>
                    <a:pt x="1535" y="855"/>
                    <a:pt x="1535" y="971"/>
                  </a:cubicBezTo>
                  <a:cubicBezTo>
                    <a:pt x="1493" y="818"/>
                    <a:pt x="1566" y="601"/>
                    <a:pt x="1651" y="448"/>
                  </a:cubicBezTo>
                  <a:close/>
                  <a:moveTo>
                    <a:pt x="1508" y="16"/>
                  </a:moveTo>
                  <a:lnTo>
                    <a:pt x="1508" y="16"/>
                  </a:lnTo>
                  <a:cubicBezTo>
                    <a:pt x="1508" y="10"/>
                    <a:pt x="1508" y="10"/>
                    <a:pt x="1508" y="10"/>
                  </a:cubicBezTo>
                  <a:cubicBezTo>
                    <a:pt x="1508" y="10"/>
                    <a:pt x="1514" y="5"/>
                    <a:pt x="1519" y="0"/>
                  </a:cubicBezTo>
                  <a:cubicBezTo>
                    <a:pt x="1514" y="5"/>
                    <a:pt x="1508" y="10"/>
                    <a:pt x="1508" y="16"/>
                  </a:cubicBezTo>
                  <a:close/>
                  <a:moveTo>
                    <a:pt x="211" y="870"/>
                  </a:moveTo>
                  <a:lnTo>
                    <a:pt x="211" y="870"/>
                  </a:lnTo>
                  <a:cubicBezTo>
                    <a:pt x="201" y="855"/>
                    <a:pt x="190" y="834"/>
                    <a:pt x="179" y="807"/>
                  </a:cubicBezTo>
                  <a:cubicBezTo>
                    <a:pt x="179" y="844"/>
                    <a:pt x="179" y="844"/>
                    <a:pt x="179" y="844"/>
                  </a:cubicBezTo>
                  <a:cubicBezTo>
                    <a:pt x="190" y="855"/>
                    <a:pt x="201" y="865"/>
                    <a:pt x="211" y="870"/>
                  </a:cubicBezTo>
                  <a:close/>
                  <a:moveTo>
                    <a:pt x="1508" y="10"/>
                  </a:moveTo>
                  <a:lnTo>
                    <a:pt x="1508" y="10"/>
                  </a:lnTo>
                  <a:cubicBezTo>
                    <a:pt x="1508" y="16"/>
                    <a:pt x="1508" y="16"/>
                    <a:pt x="1508" y="16"/>
                  </a:cubicBezTo>
                  <a:cubicBezTo>
                    <a:pt x="1287" y="238"/>
                    <a:pt x="780" y="459"/>
                    <a:pt x="338" y="16"/>
                  </a:cubicBezTo>
                  <a:cubicBezTo>
                    <a:pt x="786" y="380"/>
                    <a:pt x="1292" y="180"/>
                    <a:pt x="1508" y="10"/>
                  </a:cubicBezTo>
                  <a:close/>
                  <a:moveTo>
                    <a:pt x="1508" y="406"/>
                  </a:moveTo>
                  <a:lnTo>
                    <a:pt x="1508" y="406"/>
                  </a:lnTo>
                  <a:cubicBezTo>
                    <a:pt x="1493" y="411"/>
                    <a:pt x="1493" y="411"/>
                    <a:pt x="1493" y="411"/>
                  </a:cubicBezTo>
                  <a:cubicBezTo>
                    <a:pt x="1497" y="411"/>
                    <a:pt x="1503" y="411"/>
                    <a:pt x="1508" y="411"/>
                  </a:cubicBezTo>
                  <a:cubicBezTo>
                    <a:pt x="1508" y="406"/>
                    <a:pt x="1508" y="406"/>
                    <a:pt x="1508" y="406"/>
                  </a:cubicBezTo>
                  <a:close/>
                  <a:moveTo>
                    <a:pt x="179" y="284"/>
                  </a:moveTo>
                  <a:lnTo>
                    <a:pt x="179" y="284"/>
                  </a:lnTo>
                  <a:cubicBezTo>
                    <a:pt x="179" y="222"/>
                    <a:pt x="179" y="222"/>
                    <a:pt x="179" y="222"/>
                  </a:cubicBezTo>
                  <a:cubicBezTo>
                    <a:pt x="222" y="274"/>
                    <a:pt x="274" y="327"/>
                    <a:pt x="311" y="359"/>
                  </a:cubicBezTo>
                  <a:cubicBezTo>
                    <a:pt x="264" y="353"/>
                    <a:pt x="211" y="327"/>
                    <a:pt x="179" y="284"/>
                  </a:cubicBezTo>
                  <a:close/>
                  <a:moveTo>
                    <a:pt x="179" y="807"/>
                  </a:moveTo>
                  <a:lnTo>
                    <a:pt x="179" y="807"/>
                  </a:lnTo>
                  <a:cubicBezTo>
                    <a:pt x="100" y="606"/>
                    <a:pt x="58" y="259"/>
                    <a:pt x="84" y="206"/>
                  </a:cubicBezTo>
                  <a:cubicBezTo>
                    <a:pt x="0" y="274"/>
                    <a:pt x="26" y="664"/>
                    <a:pt x="179" y="844"/>
                  </a:cubicBezTo>
                  <a:cubicBezTo>
                    <a:pt x="179" y="807"/>
                    <a:pt x="179" y="807"/>
                    <a:pt x="179" y="807"/>
                  </a:cubicBezTo>
                  <a:close/>
                  <a:moveTo>
                    <a:pt x="179" y="222"/>
                  </a:moveTo>
                  <a:lnTo>
                    <a:pt x="179" y="222"/>
                  </a:lnTo>
                  <a:cubicBezTo>
                    <a:pt x="179" y="284"/>
                    <a:pt x="179" y="284"/>
                    <a:pt x="179" y="284"/>
                  </a:cubicBezTo>
                  <a:cubicBezTo>
                    <a:pt x="158" y="253"/>
                    <a:pt x="147" y="222"/>
                    <a:pt x="147" y="180"/>
                  </a:cubicBezTo>
                  <a:cubicBezTo>
                    <a:pt x="158" y="190"/>
                    <a:pt x="168" y="206"/>
                    <a:pt x="179" y="222"/>
                  </a:cubicBezTo>
                  <a:close/>
                </a:path>
              </a:pathLst>
            </a:custGeom>
            <a:solidFill>
              <a:srgbClr val="44786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"/>
            <p:cNvSpPr/>
            <p:nvPr/>
          </p:nvSpPr>
          <p:spPr>
            <a:xfrm>
              <a:off x="5300081" y="1968103"/>
              <a:ext cx="244126" cy="200025"/>
            </a:xfrm>
            <a:custGeom>
              <a:rect b="b" l="l" r="r" t="t"/>
              <a:pathLst>
                <a:path extrusionOk="0" h="1483" w="1810">
                  <a:moveTo>
                    <a:pt x="175" y="148"/>
                  </a:moveTo>
                  <a:lnTo>
                    <a:pt x="175" y="148"/>
                  </a:lnTo>
                  <a:cubicBezTo>
                    <a:pt x="138" y="295"/>
                    <a:pt x="148" y="649"/>
                    <a:pt x="290" y="765"/>
                  </a:cubicBezTo>
                  <a:cubicBezTo>
                    <a:pt x="433" y="881"/>
                    <a:pt x="512" y="897"/>
                    <a:pt x="538" y="765"/>
                  </a:cubicBezTo>
                  <a:cubicBezTo>
                    <a:pt x="580" y="517"/>
                    <a:pt x="1229" y="517"/>
                    <a:pt x="1271" y="765"/>
                  </a:cubicBezTo>
                  <a:cubicBezTo>
                    <a:pt x="1298" y="897"/>
                    <a:pt x="1377" y="881"/>
                    <a:pt x="1519" y="765"/>
                  </a:cubicBezTo>
                  <a:cubicBezTo>
                    <a:pt x="1662" y="649"/>
                    <a:pt x="1672" y="295"/>
                    <a:pt x="1635" y="148"/>
                  </a:cubicBezTo>
                  <a:cubicBezTo>
                    <a:pt x="1656" y="0"/>
                    <a:pt x="1768" y="11"/>
                    <a:pt x="1735" y="116"/>
                  </a:cubicBezTo>
                  <a:cubicBezTo>
                    <a:pt x="1714" y="179"/>
                    <a:pt x="1751" y="258"/>
                    <a:pt x="1762" y="312"/>
                  </a:cubicBezTo>
                  <a:cubicBezTo>
                    <a:pt x="1809" y="507"/>
                    <a:pt x="1778" y="707"/>
                    <a:pt x="1646" y="933"/>
                  </a:cubicBezTo>
                  <a:cubicBezTo>
                    <a:pt x="1324" y="1482"/>
                    <a:pt x="485" y="1482"/>
                    <a:pt x="169" y="933"/>
                  </a:cubicBezTo>
                  <a:cubicBezTo>
                    <a:pt x="38" y="707"/>
                    <a:pt x="0" y="507"/>
                    <a:pt x="48" y="312"/>
                  </a:cubicBezTo>
                  <a:cubicBezTo>
                    <a:pt x="58" y="258"/>
                    <a:pt x="95" y="179"/>
                    <a:pt x="74" y="116"/>
                  </a:cubicBezTo>
                  <a:cubicBezTo>
                    <a:pt x="42" y="11"/>
                    <a:pt x="158" y="0"/>
                    <a:pt x="175" y="148"/>
                  </a:cubicBez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"/>
            <p:cNvSpPr/>
            <p:nvPr/>
          </p:nvSpPr>
          <p:spPr>
            <a:xfrm>
              <a:off x="5378677" y="2055019"/>
              <a:ext cx="88719" cy="57746"/>
            </a:xfrm>
            <a:custGeom>
              <a:rect b="b" l="l" r="r" t="t"/>
              <a:pathLst>
                <a:path extrusionOk="0" h="427" w="655">
                  <a:moveTo>
                    <a:pt x="328" y="0"/>
                  </a:moveTo>
                  <a:lnTo>
                    <a:pt x="328" y="0"/>
                  </a:lnTo>
                  <a:cubicBezTo>
                    <a:pt x="507" y="0"/>
                    <a:pt x="654" y="100"/>
                    <a:pt x="654" y="226"/>
                  </a:cubicBezTo>
                  <a:cubicBezTo>
                    <a:pt x="654" y="316"/>
                    <a:pt x="654" y="426"/>
                    <a:pt x="517" y="426"/>
                  </a:cubicBezTo>
                  <a:cubicBezTo>
                    <a:pt x="386" y="426"/>
                    <a:pt x="428" y="316"/>
                    <a:pt x="328" y="316"/>
                  </a:cubicBezTo>
                  <a:cubicBezTo>
                    <a:pt x="227" y="316"/>
                    <a:pt x="254" y="426"/>
                    <a:pt x="122" y="426"/>
                  </a:cubicBezTo>
                  <a:cubicBezTo>
                    <a:pt x="0" y="426"/>
                    <a:pt x="0" y="311"/>
                    <a:pt x="0" y="226"/>
                  </a:cubicBezTo>
                  <a:cubicBezTo>
                    <a:pt x="0" y="100"/>
                    <a:pt x="148" y="0"/>
                    <a:pt x="328" y="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1"/>
            <p:cNvSpPr/>
            <p:nvPr/>
          </p:nvSpPr>
          <p:spPr>
            <a:xfrm>
              <a:off x="5327470" y="1964532"/>
              <a:ext cx="189942" cy="63699"/>
            </a:xfrm>
            <a:custGeom>
              <a:rect b="b" l="l" r="r" t="t"/>
              <a:pathLst>
                <a:path extrusionOk="0" h="470" w="1405">
                  <a:moveTo>
                    <a:pt x="1061" y="469"/>
                  </a:moveTo>
                  <a:lnTo>
                    <a:pt x="1061" y="469"/>
                  </a:lnTo>
                  <a:cubicBezTo>
                    <a:pt x="1066" y="469"/>
                    <a:pt x="1076" y="469"/>
                    <a:pt x="1082" y="469"/>
                  </a:cubicBezTo>
                  <a:cubicBezTo>
                    <a:pt x="1267" y="454"/>
                    <a:pt x="1314" y="374"/>
                    <a:pt x="1330" y="279"/>
                  </a:cubicBezTo>
                  <a:cubicBezTo>
                    <a:pt x="1350" y="168"/>
                    <a:pt x="1350" y="132"/>
                    <a:pt x="1377" y="122"/>
                  </a:cubicBezTo>
                  <a:cubicBezTo>
                    <a:pt x="1398" y="116"/>
                    <a:pt x="1404" y="95"/>
                    <a:pt x="1404" y="63"/>
                  </a:cubicBezTo>
                  <a:cubicBezTo>
                    <a:pt x="1404" y="37"/>
                    <a:pt x="1404" y="31"/>
                    <a:pt x="1367" y="21"/>
                  </a:cubicBezTo>
                  <a:cubicBezTo>
                    <a:pt x="1335" y="10"/>
                    <a:pt x="1177" y="0"/>
                    <a:pt x="1061" y="5"/>
                  </a:cubicBezTo>
                  <a:cubicBezTo>
                    <a:pt x="1061" y="31"/>
                    <a:pt x="1061" y="31"/>
                    <a:pt x="1061" y="31"/>
                  </a:cubicBezTo>
                  <a:cubicBezTo>
                    <a:pt x="1150" y="31"/>
                    <a:pt x="1240" y="41"/>
                    <a:pt x="1271" y="58"/>
                  </a:cubicBezTo>
                  <a:cubicBezTo>
                    <a:pt x="1330" y="89"/>
                    <a:pt x="1319" y="263"/>
                    <a:pt x="1271" y="348"/>
                  </a:cubicBezTo>
                  <a:cubicBezTo>
                    <a:pt x="1235" y="411"/>
                    <a:pt x="1145" y="442"/>
                    <a:pt x="1061" y="442"/>
                  </a:cubicBezTo>
                  <a:lnTo>
                    <a:pt x="1061" y="469"/>
                  </a:lnTo>
                  <a:close/>
                  <a:moveTo>
                    <a:pt x="702" y="63"/>
                  </a:moveTo>
                  <a:lnTo>
                    <a:pt x="702" y="63"/>
                  </a:lnTo>
                  <a:cubicBezTo>
                    <a:pt x="660" y="63"/>
                    <a:pt x="491" y="16"/>
                    <a:pt x="376" y="5"/>
                  </a:cubicBezTo>
                  <a:cubicBezTo>
                    <a:pt x="365" y="5"/>
                    <a:pt x="359" y="5"/>
                    <a:pt x="349" y="5"/>
                  </a:cubicBezTo>
                  <a:cubicBezTo>
                    <a:pt x="349" y="31"/>
                    <a:pt x="349" y="31"/>
                    <a:pt x="349" y="31"/>
                  </a:cubicBezTo>
                  <a:cubicBezTo>
                    <a:pt x="444" y="37"/>
                    <a:pt x="544" y="58"/>
                    <a:pt x="581" y="105"/>
                  </a:cubicBezTo>
                  <a:cubicBezTo>
                    <a:pt x="639" y="184"/>
                    <a:pt x="544" y="379"/>
                    <a:pt x="454" y="421"/>
                  </a:cubicBezTo>
                  <a:cubicBezTo>
                    <a:pt x="428" y="432"/>
                    <a:pt x="391" y="442"/>
                    <a:pt x="349" y="442"/>
                  </a:cubicBezTo>
                  <a:cubicBezTo>
                    <a:pt x="349" y="469"/>
                    <a:pt x="349" y="469"/>
                    <a:pt x="349" y="469"/>
                  </a:cubicBezTo>
                  <a:cubicBezTo>
                    <a:pt x="513" y="469"/>
                    <a:pt x="571" y="363"/>
                    <a:pt x="586" y="327"/>
                  </a:cubicBezTo>
                  <a:cubicBezTo>
                    <a:pt x="623" y="259"/>
                    <a:pt x="613" y="163"/>
                    <a:pt x="702" y="163"/>
                  </a:cubicBezTo>
                  <a:cubicBezTo>
                    <a:pt x="797" y="163"/>
                    <a:pt x="787" y="259"/>
                    <a:pt x="823" y="321"/>
                  </a:cubicBezTo>
                  <a:cubicBezTo>
                    <a:pt x="839" y="359"/>
                    <a:pt x="897" y="469"/>
                    <a:pt x="1061" y="469"/>
                  </a:cubicBezTo>
                  <a:cubicBezTo>
                    <a:pt x="1061" y="442"/>
                    <a:pt x="1061" y="442"/>
                    <a:pt x="1061" y="442"/>
                  </a:cubicBezTo>
                  <a:cubicBezTo>
                    <a:pt x="1018" y="442"/>
                    <a:pt x="982" y="432"/>
                    <a:pt x="955" y="421"/>
                  </a:cubicBezTo>
                  <a:cubicBezTo>
                    <a:pt x="866" y="379"/>
                    <a:pt x="766" y="184"/>
                    <a:pt x="829" y="105"/>
                  </a:cubicBezTo>
                  <a:cubicBezTo>
                    <a:pt x="866" y="58"/>
                    <a:pt x="960" y="37"/>
                    <a:pt x="1061" y="31"/>
                  </a:cubicBezTo>
                  <a:cubicBezTo>
                    <a:pt x="1061" y="5"/>
                    <a:pt x="1061" y="5"/>
                    <a:pt x="1061" y="5"/>
                  </a:cubicBezTo>
                  <a:cubicBezTo>
                    <a:pt x="1050" y="5"/>
                    <a:pt x="1045" y="5"/>
                    <a:pt x="1034" y="5"/>
                  </a:cubicBezTo>
                  <a:cubicBezTo>
                    <a:pt x="929" y="16"/>
                    <a:pt x="797" y="58"/>
                    <a:pt x="702" y="63"/>
                  </a:cubicBezTo>
                  <a:close/>
                  <a:moveTo>
                    <a:pt x="349" y="5"/>
                  </a:moveTo>
                  <a:lnTo>
                    <a:pt x="349" y="5"/>
                  </a:lnTo>
                  <a:cubicBezTo>
                    <a:pt x="233" y="0"/>
                    <a:pt x="75" y="10"/>
                    <a:pt x="43" y="21"/>
                  </a:cubicBezTo>
                  <a:cubicBezTo>
                    <a:pt x="6" y="31"/>
                    <a:pt x="6" y="37"/>
                    <a:pt x="6" y="63"/>
                  </a:cubicBezTo>
                  <a:cubicBezTo>
                    <a:pt x="0" y="95"/>
                    <a:pt x="6" y="116"/>
                    <a:pt x="27" y="122"/>
                  </a:cubicBezTo>
                  <a:cubicBezTo>
                    <a:pt x="59" y="132"/>
                    <a:pt x="59" y="168"/>
                    <a:pt x="79" y="279"/>
                  </a:cubicBezTo>
                  <a:cubicBezTo>
                    <a:pt x="96" y="374"/>
                    <a:pt x="137" y="454"/>
                    <a:pt x="322" y="469"/>
                  </a:cubicBezTo>
                  <a:cubicBezTo>
                    <a:pt x="333" y="469"/>
                    <a:pt x="343" y="469"/>
                    <a:pt x="349" y="469"/>
                  </a:cubicBezTo>
                  <a:cubicBezTo>
                    <a:pt x="349" y="442"/>
                    <a:pt x="349" y="442"/>
                    <a:pt x="349" y="442"/>
                  </a:cubicBezTo>
                  <a:cubicBezTo>
                    <a:pt x="264" y="442"/>
                    <a:pt x="170" y="411"/>
                    <a:pt x="137" y="348"/>
                  </a:cubicBezTo>
                  <a:cubicBezTo>
                    <a:pt x="90" y="263"/>
                    <a:pt x="79" y="89"/>
                    <a:pt x="137" y="58"/>
                  </a:cubicBezTo>
                  <a:cubicBezTo>
                    <a:pt x="164" y="41"/>
                    <a:pt x="254" y="31"/>
                    <a:pt x="349" y="31"/>
                  </a:cubicBezTo>
                  <a:lnTo>
                    <a:pt x="349" y="5"/>
                  </a:lnTo>
                  <a:close/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2" name="Google Shape;1302;p1"/>
          <p:cNvGrpSpPr/>
          <p:nvPr/>
        </p:nvGrpSpPr>
        <p:grpSpPr>
          <a:xfrm>
            <a:off x="5915025" y="1720850"/>
            <a:ext cx="688975" cy="687388"/>
            <a:chOff x="5915754" y="1720454"/>
            <a:chExt cx="688315" cy="687586"/>
          </a:xfrm>
        </p:grpSpPr>
        <p:sp>
          <p:nvSpPr>
            <p:cNvPr id="1303" name="Google Shape;1303;p1"/>
            <p:cNvSpPr/>
            <p:nvPr/>
          </p:nvSpPr>
          <p:spPr>
            <a:xfrm>
              <a:off x="5915754" y="1720454"/>
              <a:ext cx="688315" cy="686991"/>
            </a:xfrm>
            <a:custGeom>
              <a:rect b="b" l="l" r="r" t="t"/>
              <a:pathLst>
                <a:path extrusionOk="0" h="5090" w="5096">
                  <a:moveTo>
                    <a:pt x="2548" y="5089"/>
                  </a:moveTo>
                  <a:lnTo>
                    <a:pt x="2548" y="5089"/>
                  </a:lnTo>
                  <a:cubicBezTo>
                    <a:pt x="1139" y="5089"/>
                    <a:pt x="0" y="3950"/>
                    <a:pt x="0" y="2547"/>
                  </a:cubicBezTo>
                  <a:cubicBezTo>
                    <a:pt x="0" y="1139"/>
                    <a:pt x="1139" y="0"/>
                    <a:pt x="2548" y="0"/>
                  </a:cubicBezTo>
                  <a:cubicBezTo>
                    <a:pt x="3956" y="0"/>
                    <a:pt x="5095" y="1139"/>
                    <a:pt x="5095" y="2547"/>
                  </a:cubicBezTo>
                  <a:cubicBezTo>
                    <a:pt x="5095" y="3950"/>
                    <a:pt x="3956" y="5089"/>
                    <a:pt x="2548" y="5089"/>
                  </a:cubicBezTo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"/>
            <p:cNvSpPr/>
            <p:nvPr/>
          </p:nvSpPr>
          <p:spPr>
            <a:xfrm>
              <a:off x="6062825" y="2174677"/>
              <a:ext cx="392983" cy="232767"/>
            </a:xfrm>
            <a:custGeom>
              <a:rect b="b" l="l" r="r" t="t"/>
              <a:pathLst>
                <a:path extrusionOk="0" h="1726" w="2912">
                  <a:moveTo>
                    <a:pt x="501" y="343"/>
                  </a:moveTo>
                  <a:lnTo>
                    <a:pt x="501" y="343"/>
                  </a:lnTo>
                  <a:cubicBezTo>
                    <a:pt x="253" y="507"/>
                    <a:pt x="148" y="855"/>
                    <a:pt x="0" y="1271"/>
                  </a:cubicBezTo>
                  <a:cubicBezTo>
                    <a:pt x="416" y="1556"/>
                    <a:pt x="918" y="1725"/>
                    <a:pt x="1456" y="1725"/>
                  </a:cubicBezTo>
                  <a:cubicBezTo>
                    <a:pt x="1999" y="1725"/>
                    <a:pt x="2495" y="1556"/>
                    <a:pt x="2911" y="1271"/>
                  </a:cubicBezTo>
                  <a:cubicBezTo>
                    <a:pt x="2763" y="855"/>
                    <a:pt x="2659" y="502"/>
                    <a:pt x="2405" y="343"/>
                  </a:cubicBezTo>
                  <a:cubicBezTo>
                    <a:pt x="1972" y="69"/>
                    <a:pt x="1708" y="6"/>
                    <a:pt x="1456" y="0"/>
                  </a:cubicBezTo>
                  <a:cubicBezTo>
                    <a:pt x="1192" y="0"/>
                    <a:pt x="933" y="64"/>
                    <a:pt x="501" y="3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1"/>
            <p:cNvSpPr/>
            <p:nvPr/>
          </p:nvSpPr>
          <p:spPr>
            <a:xfrm>
              <a:off x="6062825" y="2174677"/>
              <a:ext cx="196492" cy="232767"/>
            </a:xfrm>
            <a:custGeom>
              <a:rect b="b" l="l" r="r" t="t"/>
              <a:pathLst>
                <a:path extrusionOk="0" h="1726" w="1457">
                  <a:moveTo>
                    <a:pt x="501" y="343"/>
                  </a:moveTo>
                  <a:lnTo>
                    <a:pt x="501" y="343"/>
                  </a:lnTo>
                  <a:cubicBezTo>
                    <a:pt x="253" y="507"/>
                    <a:pt x="148" y="855"/>
                    <a:pt x="0" y="1271"/>
                  </a:cubicBezTo>
                  <a:cubicBezTo>
                    <a:pt x="416" y="1556"/>
                    <a:pt x="918" y="1725"/>
                    <a:pt x="1456" y="1725"/>
                  </a:cubicBezTo>
                  <a:cubicBezTo>
                    <a:pt x="1456" y="0"/>
                    <a:pt x="1456" y="0"/>
                    <a:pt x="1456" y="0"/>
                  </a:cubicBezTo>
                  <a:cubicBezTo>
                    <a:pt x="1192" y="0"/>
                    <a:pt x="933" y="64"/>
                    <a:pt x="501" y="343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"/>
            <p:cNvSpPr/>
            <p:nvPr/>
          </p:nvSpPr>
          <p:spPr>
            <a:xfrm>
              <a:off x="6195605" y="2178249"/>
              <a:ext cx="138735" cy="154186"/>
            </a:xfrm>
            <a:custGeom>
              <a:rect b="b" l="l" r="r" t="t"/>
              <a:pathLst>
                <a:path extrusionOk="0" h="1140" w="1029">
                  <a:moveTo>
                    <a:pt x="0" y="1139"/>
                  </a:moveTo>
                  <a:lnTo>
                    <a:pt x="1028" y="1139"/>
                  </a:lnTo>
                  <a:lnTo>
                    <a:pt x="1028" y="0"/>
                  </a:lnTo>
                  <a:lnTo>
                    <a:pt x="0" y="0"/>
                  </a:lnTo>
                  <a:lnTo>
                    <a:pt x="0" y="1139"/>
                  </a:ln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"/>
            <p:cNvSpPr/>
            <p:nvPr/>
          </p:nvSpPr>
          <p:spPr>
            <a:xfrm>
              <a:off x="6211086" y="2034184"/>
              <a:ext cx="97055" cy="193476"/>
            </a:xfrm>
            <a:custGeom>
              <a:rect b="b" l="l" r="r" t="t"/>
              <a:pathLst>
                <a:path extrusionOk="0" h="1431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39"/>
                    <a:pt x="717" y="1039"/>
                    <a:pt x="717" y="1039"/>
                  </a:cubicBezTo>
                  <a:cubicBezTo>
                    <a:pt x="717" y="1392"/>
                    <a:pt x="0" y="1430"/>
                    <a:pt x="0" y="103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"/>
            <p:cNvSpPr/>
            <p:nvPr/>
          </p:nvSpPr>
          <p:spPr>
            <a:xfrm>
              <a:off x="6211086" y="2116336"/>
              <a:ext cx="97055" cy="66080"/>
            </a:xfrm>
            <a:custGeom>
              <a:rect b="b" l="l" r="r" t="t"/>
              <a:pathLst>
                <a:path extrusionOk="0" h="491" w="718">
                  <a:moveTo>
                    <a:pt x="717" y="132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0"/>
                  </a:lnTo>
                  <a:lnTo>
                    <a:pt x="717" y="132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"/>
            <p:cNvSpPr/>
            <p:nvPr/>
          </p:nvSpPr>
          <p:spPr>
            <a:xfrm>
              <a:off x="6053893" y="1866900"/>
              <a:ext cx="411442" cy="272058"/>
            </a:xfrm>
            <a:custGeom>
              <a:rect b="b" l="l" r="r" t="t"/>
              <a:pathLst>
                <a:path extrusionOk="0" h="2015" w="3048">
                  <a:moveTo>
                    <a:pt x="1524" y="0"/>
                  </a:moveTo>
                  <a:lnTo>
                    <a:pt x="1524" y="0"/>
                  </a:lnTo>
                  <a:cubicBezTo>
                    <a:pt x="3047" y="0"/>
                    <a:pt x="2430" y="2014"/>
                    <a:pt x="1524" y="2014"/>
                  </a:cubicBezTo>
                  <a:cubicBezTo>
                    <a:pt x="617" y="2014"/>
                    <a:pt x="0" y="0"/>
                    <a:pt x="1524" y="0"/>
                  </a:cubicBezTo>
                </a:path>
              </a:pathLst>
            </a:custGeom>
            <a:solidFill>
              <a:srgbClr val="F0CE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"/>
            <p:cNvSpPr/>
            <p:nvPr/>
          </p:nvSpPr>
          <p:spPr>
            <a:xfrm>
              <a:off x="6259912" y="1866900"/>
              <a:ext cx="206018" cy="272058"/>
            </a:xfrm>
            <a:custGeom>
              <a:rect b="b" l="l" r="r" t="t"/>
              <a:pathLst>
                <a:path extrusionOk="0" h="2015" w="1524">
                  <a:moveTo>
                    <a:pt x="0" y="0"/>
                  </a:moveTo>
                  <a:lnTo>
                    <a:pt x="0" y="0"/>
                  </a:lnTo>
                  <a:cubicBezTo>
                    <a:pt x="1523" y="0"/>
                    <a:pt x="906" y="2014"/>
                    <a:pt x="0" y="2014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"/>
            <p:cNvSpPr/>
            <p:nvPr/>
          </p:nvSpPr>
          <p:spPr>
            <a:xfrm>
              <a:off x="6112841" y="1816894"/>
              <a:ext cx="293546" cy="221456"/>
            </a:xfrm>
            <a:custGeom>
              <a:rect b="b" l="l" r="r" t="t"/>
              <a:pathLst>
                <a:path extrusionOk="0" h="1642" w="2175">
                  <a:moveTo>
                    <a:pt x="1514" y="575"/>
                  </a:moveTo>
                  <a:lnTo>
                    <a:pt x="1514" y="575"/>
                  </a:lnTo>
                  <a:cubicBezTo>
                    <a:pt x="1756" y="676"/>
                    <a:pt x="1856" y="993"/>
                    <a:pt x="1914" y="1209"/>
                  </a:cubicBezTo>
                  <a:cubicBezTo>
                    <a:pt x="1999" y="1514"/>
                    <a:pt x="1952" y="1489"/>
                    <a:pt x="2062" y="1256"/>
                  </a:cubicBezTo>
                  <a:cubicBezTo>
                    <a:pt x="2174" y="1019"/>
                    <a:pt x="1904" y="0"/>
                    <a:pt x="1113" y="0"/>
                  </a:cubicBezTo>
                  <a:cubicBezTo>
                    <a:pt x="322" y="0"/>
                    <a:pt x="0" y="781"/>
                    <a:pt x="106" y="1215"/>
                  </a:cubicBezTo>
                  <a:cubicBezTo>
                    <a:pt x="217" y="1641"/>
                    <a:pt x="217" y="1535"/>
                    <a:pt x="290" y="1215"/>
                  </a:cubicBezTo>
                  <a:cubicBezTo>
                    <a:pt x="464" y="380"/>
                    <a:pt x="1092" y="745"/>
                    <a:pt x="1514" y="575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"/>
            <p:cNvSpPr/>
            <p:nvPr/>
          </p:nvSpPr>
          <p:spPr>
            <a:xfrm>
              <a:off x="6367089" y="1959173"/>
              <a:ext cx="35131" cy="66080"/>
            </a:xfrm>
            <a:custGeom>
              <a:rect b="b" l="l" r="r" t="t"/>
              <a:pathLst>
                <a:path extrusionOk="0" h="491" w="259">
                  <a:moveTo>
                    <a:pt x="185" y="15"/>
                  </a:moveTo>
                  <a:lnTo>
                    <a:pt x="185" y="15"/>
                  </a:lnTo>
                  <a:cubicBezTo>
                    <a:pt x="237" y="26"/>
                    <a:pt x="258" y="137"/>
                    <a:pt x="232" y="268"/>
                  </a:cubicBezTo>
                  <a:cubicBezTo>
                    <a:pt x="201" y="395"/>
                    <a:pt x="132" y="490"/>
                    <a:pt x="79" y="480"/>
                  </a:cubicBezTo>
                  <a:cubicBezTo>
                    <a:pt x="21" y="463"/>
                    <a:pt x="0" y="353"/>
                    <a:pt x="31" y="221"/>
                  </a:cubicBezTo>
                  <a:cubicBezTo>
                    <a:pt x="58" y="95"/>
                    <a:pt x="127" y="0"/>
                    <a:pt x="185" y="15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1"/>
            <p:cNvSpPr/>
            <p:nvPr/>
          </p:nvSpPr>
          <p:spPr>
            <a:xfrm>
              <a:off x="6117009" y="1959173"/>
              <a:ext cx="35131" cy="66080"/>
            </a:xfrm>
            <a:custGeom>
              <a:rect b="b" l="l" r="r" t="t"/>
              <a:pathLst>
                <a:path extrusionOk="0" h="491" w="259">
                  <a:moveTo>
                    <a:pt x="74" y="15"/>
                  </a:moveTo>
                  <a:lnTo>
                    <a:pt x="74" y="15"/>
                  </a:lnTo>
                  <a:cubicBezTo>
                    <a:pt x="21" y="26"/>
                    <a:pt x="0" y="137"/>
                    <a:pt x="26" y="268"/>
                  </a:cubicBezTo>
                  <a:cubicBezTo>
                    <a:pt x="58" y="395"/>
                    <a:pt x="121" y="490"/>
                    <a:pt x="179" y="480"/>
                  </a:cubicBezTo>
                  <a:cubicBezTo>
                    <a:pt x="237" y="463"/>
                    <a:pt x="258" y="353"/>
                    <a:pt x="227" y="221"/>
                  </a:cubicBezTo>
                  <a:cubicBezTo>
                    <a:pt x="200" y="95"/>
                    <a:pt x="131" y="0"/>
                    <a:pt x="74" y="15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1"/>
            <p:cNvSpPr/>
            <p:nvPr/>
          </p:nvSpPr>
          <p:spPr>
            <a:xfrm>
              <a:off x="6214659" y="2177654"/>
              <a:ext cx="89910" cy="230386"/>
            </a:xfrm>
            <a:custGeom>
              <a:rect b="b" l="l" r="r" t="t"/>
              <a:pathLst>
                <a:path extrusionOk="0" h="1705" w="665">
                  <a:moveTo>
                    <a:pt x="252" y="612"/>
                  </a:moveTo>
                  <a:lnTo>
                    <a:pt x="252" y="612"/>
                  </a:lnTo>
                  <a:cubicBezTo>
                    <a:pt x="173" y="1699"/>
                    <a:pt x="173" y="1699"/>
                    <a:pt x="173" y="1699"/>
                  </a:cubicBezTo>
                  <a:cubicBezTo>
                    <a:pt x="226" y="1704"/>
                    <a:pt x="279" y="1704"/>
                    <a:pt x="332" y="1704"/>
                  </a:cubicBezTo>
                  <a:cubicBezTo>
                    <a:pt x="385" y="1704"/>
                    <a:pt x="437" y="1704"/>
                    <a:pt x="484" y="1699"/>
                  </a:cubicBezTo>
                  <a:cubicBezTo>
                    <a:pt x="411" y="612"/>
                    <a:pt x="411" y="612"/>
                    <a:pt x="411" y="612"/>
                  </a:cubicBezTo>
                  <a:cubicBezTo>
                    <a:pt x="664" y="6"/>
                    <a:pt x="664" y="6"/>
                    <a:pt x="664" y="6"/>
                  </a:cubicBezTo>
                  <a:cubicBezTo>
                    <a:pt x="426" y="0"/>
                    <a:pt x="237" y="0"/>
                    <a:pt x="0" y="6"/>
                  </a:cubicBezTo>
                  <a:lnTo>
                    <a:pt x="252" y="612"/>
                  </a:ln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1"/>
            <p:cNvSpPr/>
            <p:nvPr/>
          </p:nvSpPr>
          <p:spPr>
            <a:xfrm>
              <a:off x="6119986" y="2170510"/>
              <a:ext cx="136353" cy="236934"/>
            </a:xfrm>
            <a:custGeom>
              <a:rect b="b" l="l" r="r" t="t"/>
              <a:pathLst>
                <a:path extrusionOk="0" h="1757" w="1008">
                  <a:moveTo>
                    <a:pt x="865" y="1751"/>
                  </a:moveTo>
                  <a:lnTo>
                    <a:pt x="865" y="1751"/>
                  </a:lnTo>
                  <a:cubicBezTo>
                    <a:pt x="707" y="1456"/>
                    <a:pt x="459" y="1144"/>
                    <a:pt x="216" y="1176"/>
                  </a:cubicBezTo>
                  <a:cubicBezTo>
                    <a:pt x="164" y="997"/>
                    <a:pt x="210" y="854"/>
                    <a:pt x="285" y="685"/>
                  </a:cubicBezTo>
                  <a:cubicBezTo>
                    <a:pt x="195" y="670"/>
                    <a:pt x="121" y="644"/>
                    <a:pt x="0" y="706"/>
                  </a:cubicBezTo>
                  <a:cubicBezTo>
                    <a:pt x="164" y="359"/>
                    <a:pt x="337" y="95"/>
                    <a:pt x="628" y="0"/>
                  </a:cubicBezTo>
                  <a:cubicBezTo>
                    <a:pt x="628" y="168"/>
                    <a:pt x="611" y="496"/>
                    <a:pt x="765" y="717"/>
                  </a:cubicBezTo>
                  <a:cubicBezTo>
                    <a:pt x="875" y="870"/>
                    <a:pt x="965" y="1356"/>
                    <a:pt x="1007" y="1756"/>
                  </a:cubicBezTo>
                  <a:cubicBezTo>
                    <a:pt x="960" y="1756"/>
                    <a:pt x="912" y="1756"/>
                    <a:pt x="865" y="1751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1"/>
            <p:cNvSpPr/>
            <p:nvPr/>
          </p:nvSpPr>
          <p:spPr>
            <a:xfrm>
              <a:off x="6118795" y="2170510"/>
              <a:ext cx="138139" cy="236934"/>
            </a:xfrm>
            <a:custGeom>
              <a:rect b="b" l="l" r="r" t="t"/>
              <a:pathLst>
                <a:path extrusionOk="0" h="1757" w="1023">
                  <a:moveTo>
                    <a:pt x="933" y="1756"/>
                  </a:moveTo>
                  <a:lnTo>
                    <a:pt x="933" y="1756"/>
                  </a:lnTo>
                  <a:cubicBezTo>
                    <a:pt x="780" y="1439"/>
                    <a:pt x="506" y="1049"/>
                    <a:pt x="284" y="1049"/>
                  </a:cubicBezTo>
                  <a:cubicBezTo>
                    <a:pt x="289" y="854"/>
                    <a:pt x="305" y="764"/>
                    <a:pt x="405" y="617"/>
                  </a:cubicBezTo>
                  <a:cubicBezTo>
                    <a:pt x="263" y="596"/>
                    <a:pt x="120" y="617"/>
                    <a:pt x="0" y="675"/>
                  </a:cubicBezTo>
                  <a:cubicBezTo>
                    <a:pt x="94" y="432"/>
                    <a:pt x="411" y="95"/>
                    <a:pt x="638" y="0"/>
                  </a:cubicBezTo>
                  <a:cubicBezTo>
                    <a:pt x="638" y="168"/>
                    <a:pt x="621" y="496"/>
                    <a:pt x="775" y="717"/>
                  </a:cubicBezTo>
                  <a:cubicBezTo>
                    <a:pt x="896" y="881"/>
                    <a:pt x="986" y="1376"/>
                    <a:pt x="1022" y="1756"/>
                  </a:cubicBezTo>
                  <a:cubicBezTo>
                    <a:pt x="997" y="1756"/>
                    <a:pt x="964" y="1756"/>
                    <a:pt x="933" y="1756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1"/>
            <p:cNvSpPr/>
            <p:nvPr/>
          </p:nvSpPr>
          <p:spPr>
            <a:xfrm>
              <a:off x="6255148" y="2170510"/>
              <a:ext cx="145285" cy="236934"/>
            </a:xfrm>
            <a:custGeom>
              <a:rect b="b" l="l" r="r" t="t"/>
              <a:pathLst>
                <a:path extrusionOk="0" h="1757" w="1077">
                  <a:moveTo>
                    <a:pt x="195" y="1751"/>
                  </a:moveTo>
                  <a:lnTo>
                    <a:pt x="195" y="1751"/>
                  </a:lnTo>
                  <a:cubicBezTo>
                    <a:pt x="359" y="1456"/>
                    <a:pt x="606" y="1144"/>
                    <a:pt x="849" y="1176"/>
                  </a:cubicBezTo>
                  <a:cubicBezTo>
                    <a:pt x="902" y="997"/>
                    <a:pt x="855" y="854"/>
                    <a:pt x="781" y="685"/>
                  </a:cubicBezTo>
                  <a:cubicBezTo>
                    <a:pt x="870" y="670"/>
                    <a:pt x="960" y="654"/>
                    <a:pt x="1076" y="717"/>
                  </a:cubicBezTo>
                  <a:cubicBezTo>
                    <a:pt x="960" y="506"/>
                    <a:pt x="728" y="95"/>
                    <a:pt x="438" y="0"/>
                  </a:cubicBezTo>
                  <a:cubicBezTo>
                    <a:pt x="438" y="168"/>
                    <a:pt x="575" y="522"/>
                    <a:pt x="322" y="722"/>
                  </a:cubicBezTo>
                  <a:cubicBezTo>
                    <a:pt x="142" y="865"/>
                    <a:pt x="21" y="1350"/>
                    <a:pt x="0" y="1756"/>
                  </a:cubicBezTo>
                  <a:cubicBezTo>
                    <a:pt x="10" y="1756"/>
                    <a:pt x="21" y="1756"/>
                    <a:pt x="32" y="1756"/>
                  </a:cubicBezTo>
                  <a:cubicBezTo>
                    <a:pt x="89" y="1756"/>
                    <a:pt x="142" y="1756"/>
                    <a:pt x="195" y="1751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"/>
            <p:cNvSpPr/>
            <p:nvPr/>
          </p:nvSpPr>
          <p:spPr>
            <a:xfrm>
              <a:off x="6261102" y="2170510"/>
              <a:ext cx="140521" cy="236934"/>
            </a:xfrm>
            <a:custGeom>
              <a:rect b="b" l="l" r="r" t="t"/>
              <a:pathLst>
                <a:path extrusionOk="0" h="1757" w="1039">
                  <a:moveTo>
                    <a:pt x="99" y="1756"/>
                  </a:moveTo>
                  <a:lnTo>
                    <a:pt x="99" y="1756"/>
                  </a:lnTo>
                  <a:cubicBezTo>
                    <a:pt x="253" y="1439"/>
                    <a:pt x="527" y="1049"/>
                    <a:pt x="748" y="1049"/>
                  </a:cubicBezTo>
                  <a:cubicBezTo>
                    <a:pt x="743" y="854"/>
                    <a:pt x="727" y="764"/>
                    <a:pt x="621" y="617"/>
                  </a:cubicBezTo>
                  <a:cubicBezTo>
                    <a:pt x="769" y="596"/>
                    <a:pt x="917" y="623"/>
                    <a:pt x="1038" y="681"/>
                  </a:cubicBezTo>
                  <a:cubicBezTo>
                    <a:pt x="906" y="448"/>
                    <a:pt x="617" y="95"/>
                    <a:pt x="395" y="0"/>
                  </a:cubicBezTo>
                  <a:cubicBezTo>
                    <a:pt x="395" y="168"/>
                    <a:pt x="421" y="517"/>
                    <a:pt x="253" y="717"/>
                  </a:cubicBezTo>
                  <a:cubicBezTo>
                    <a:pt x="126" y="870"/>
                    <a:pt x="31" y="1366"/>
                    <a:pt x="0" y="1756"/>
                  </a:cubicBezTo>
                  <a:cubicBezTo>
                    <a:pt x="31" y="1756"/>
                    <a:pt x="68" y="1756"/>
                    <a:pt x="99" y="17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"/>
            <p:cNvSpPr/>
            <p:nvPr/>
          </p:nvSpPr>
          <p:spPr>
            <a:xfrm>
              <a:off x="6174765" y="2149078"/>
              <a:ext cx="83360" cy="91083"/>
            </a:xfrm>
            <a:custGeom>
              <a:rect b="b" l="l" r="r" t="t"/>
              <a:pathLst>
                <a:path extrusionOk="0" h="676" w="618">
                  <a:moveTo>
                    <a:pt x="263" y="0"/>
                  </a:moveTo>
                  <a:lnTo>
                    <a:pt x="37" y="226"/>
                  </a:lnTo>
                  <a:lnTo>
                    <a:pt x="0" y="675"/>
                  </a:lnTo>
                  <a:lnTo>
                    <a:pt x="617" y="216"/>
                  </a:lnTo>
                  <a:lnTo>
                    <a:pt x="263" y="0"/>
                  </a:lnTo>
                </a:path>
              </a:pathLst>
            </a:custGeom>
            <a:solidFill>
              <a:srgbClr val="DB4E4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"/>
            <p:cNvSpPr/>
            <p:nvPr/>
          </p:nvSpPr>
          <p:spPr>
            <a:xfrm>
              <a:off x="6260507" y="2149078"/>
              <a:ext cx="84551" cy="91083"/>
            </a:xfrm>
            <a:custGeom>
              <a:rect b="b" l="l" r="r" t="t"/>
              <a:pathLst>
                <a:path extrusionOk="0" h="676" w="624">
                  <a:moveTo>
                    <a:pt x="353" y="0"/>
                  </a:moveTo>
                  <a:lnTo>
                    <a:pt x="580" y="226"/>
                  </a:lnTo>
                  <a:lnTo>
                    <a:pt x="623" y="675"/>
                  </a:lnTo>
                  <a:lnTo>
                    <a:pt x="0" y="216"/>
                  </a:lnTo>
                  <a:lnTo>
                    <a:pt x="353" y="0"/>
                  </a:ln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"/>
            <p:cNvSpPr/>
            <p:nvPr/>
          </p:nvSpPr>
          <p:spPr>
            <a:xfrm>
              <a:off x="6308141" y="2137173"/>
              <a:ext cx="69070" cy="151209"/>
            </a:xfrm>
            <a:custGeom>
              <a:rect b="b" l="l" r="r" t="t"/>
              <a:pathLst>
                <a:path extrusionOk="0" h="1119" w="513">
                  <a:moveTo>
                    <a:pt x="396" y="1066"/>
                  </a:moveTo>
                  <a:lnTo>
                    <a:pt x="396" y="1066"/>
                  </a:lnTo>
                  <a:cubicBezTo>
                    <a:pt x="391" y="1091"/>
                    <a:pt x="411" y="1113"/>
                    <a:pt x="438" y="1118"/>
                  </a:cubicBezTo>
                  <a:cubicBezTo>
                    <a:pt x="465" y="1118"/>
                    <a:pt x="490" y="1097"/>
                    <a:pt x="490" y="1070"/>
                  </a:cubicBezTo>
                  <a:cubicBezTo>
                    <a:pt x="512" y="886"/>
                    <a:pt x="448" y="644"/>
                    <a:pt x="359" y="438"/>
                  </a:cubicBezTo>
                  <a:cubicBezTo>
                    <a:pt x="259" y="211"/>
                    <a:pt x="116" y="26"/>
                    <a:pt x="0" y="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85" y="142"/>
                    <a:pt x="185" y="295"/>
                    <a:pt x="270" y="480"/>
                  </a:cubicBezTo>
                  <a:cubicBezTo>
                    <a:pt x="353" y="670"/>
                    <a:pt x="411" y="896"/>
                    <a:pt x="396" y="1066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"/>
            <p:cNvSpPr/>
            <p:nvPr/>
          </p:nvSpPr>
          <p:spPr>
            <a:xfrm>
              <a:off x="6155712" y="2137172"/>
              <a:ext cx="55375" cy="78581"/>
            </a:xfrm>
            <a:custGeom>
              <a:rect b="b" l="l" r="r" t="t"/>
              <a:pathLst>
                <a:path extrusionOk="0" h="581" w="412">
                  <a:moveTo>
                    <a:pt x="0" y="580"/>
                  </a:moveTo>
                  <a:lnTo>
                    <a:pt x="0" y="580"/>
                  </a:lnTo>
                  <a:cubicBezTo>
                    <a:pt x="15" y="533"/>
                    <a:pt x="37" y="485"/>
                    <a:pt x="52" y="438"/>
                  </a:cubicBezTo>
                  <a:cubicBezTo>
                    <a:pt x="152" y="216"/>
                    <a:pt x="295" y="26"/>
                    <a:pt x="411" y="0"/>
                  </a:cubicBezTo>
                  <a:cubicBezTo>
                    <a:pt x="411" y="105"/>
                    <a:pt x="411" y="105"/>
                    <a:pt x="411" y="105"/>
                  </a:cubicBezTo>
                  <a:cubicBezTo>
                    <a:pt x="326" y="148"/>
                    <a:pt x="226" y="295"/>
                    <a:pt x="142" y="480"/>
                  </a:cubicBezTo>
                  <a:cubicBezTo>
                    <a:pt x="131" y="512"/>
                    <a:pt x="116" y="549"/>
                    <a:pt x="106" y="580"/>
                  </a:cubicBezTo>
                  <a:lnTo>
                    <a:pt x="0" y="580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"/>
            <p:cNvSpPr/>
            <p:nvPr/>
          </p:nvSpPr>
          <p:spPr>
            <a:xfrm>
              <a:off x="6342081" y="2270522"/>
              <a:ext cx="40489" cy="40481"/>
            </a:xfrm>
            <a:custGeom>
              <a:rect b="b" l="l" r="r" t="t"/>
              <a:pathLst>
                <a:path extrusionOk="0" h="302" w="302">
                  <a:moveTo>
                    <a:pt x="148" y="301"/>
                  </a:moveTo>
                  <a:lnTo>
                    <a:pt x="148" y="301"/>
                  </a:lnTo>
                  <a:cubicBezTo>
                    <a:pt x="233" y="301"/>
                    <a:pt x="301" y="233"/>
                    <a:pt x="301" y="154"/>
                  </a:cubicBezTo>
                  <a:cubicBezTo>
                    <a:pt x="301" y="69"/>
                    <a:pt x="233" y="0"/>
                    <a:pt x="148" y="0"/>
                  </a:cubicBezTo>
                  <a:cubicBezTo>
                    <a:pt x="69" y="0"/>
                    <a:pt x="0" y="69"/>
                    <a:pt x="0" y="154"/>
                  </a:cubicBezTo>
                  <a:cubicBezTo>
                    <a:pt x="0" y="233"/>
                    <a:pt x="69" y="301"/>
                    <a:pt x="148" y="301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"/>
            <p:cNvSpPr/>
            <p:nvPr/>
          </p:nvSpPr>
          <p:spPr>
            <a:xfrm>
              <a:off x="6349226" y="2278261"/>
              <a:ext cx="26199" cy="26194"/>
            </a:xfrm>
            <a:custGeom>
              <a:rect b="b" l="l" r="r" t="t"/>
              <a:pathLst>
                <a:path extrusionOk="0" h="195" w="196">
                  <a:moveTo>
                    <a:pt x="95" y="194"/>
                  </a:moveTo>
                  <a:lnTo>
                    <a:pt x="95" y="194"/>
                  </a:lnTo>
                  <a:cubicBezTo>
                    <a:pt x="148" y="194"/>
                    <a:pt x="195" y="152"/>
                    <a:pt x="195" y="100"/>
                  </a:cubicBezTo>
                  <a:cubicBezTo>
                    <a:pt x="195" y="42"/>
                    <a:pt x="148" y="0"/>
                    <a:pt x="95" y="0"/>
                  </a:cubicBezTo>
                  <a:cubicBezTo>
                    <a:pt x="43" y="0"/>
                    <a:pt x="0" y="42"/>
                    <a:pt x="0" y="100"/>
                  </a:cubicBezTo>
                  <a:cubicBezTo>
                    <a:pt x="0" y="152"/>
                    <a:pt x="43" y="194"/>
                    <a:pt x="95" y="194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1"/>
            <p:cNvSpPr/>
            <p:nvPr/>
          </p:nvSpPr>
          <p:spPr>
            <a:xfrm>
              <a:off x="6130108" y="2246710"/>
              <a:ext cx="42276" cy="112514"/>
            </a:xfrm>
            <a:custGeom>
              <a:rect b="b" l="l" r="r" t="t"/>
              <a:pathLst>
                <a:path extrusionOk="0" h="834" w="313">
                  <a:moveTo>
                    <a:pt x="69" y="5"/>
                  </a:moveTo>
                  <a:lnTo>
                    <a:pt x="69" y="5"/>
                  </a:lnTo>
                  <a:cubicBezTo>
                    <a:pt x="58" y="95"/>
                    <a:pt x="43" y="285"/>
                    <a:pt x="64" y="459"/>
                  </a:cubicBezTo>
                  <a:cubicBezTo>
                    <a:pt x="91" y="628"/>
                    <a:pt x="154" y="775"/>
                    <a:pt x="312" y="796"/>
                  </a:cubicBezTo>
                  <a:cubicBezTo>
                    <a:pt x="307" y="833"/>
                    <a:pt x="307" y="833"/>
                    <a:pt x="307" y="833"/>
                  </a:cubicBezTo>
                  <a:cubicBezTo>
                    <a:pt x="127" y="812"/>
                    <a:pt x="54" y="649"/>
                    <a:pt x="27" y="464"/>
                  </a:cubicBezTo>
                  <a:cubicBezTo>
                    <a:pt x="0" y="285"/>
                    <a:pt x="22" y="90"/>
                    <a:pt x="33" y="0"/>
                  </a:cubicBezTo>
                  <a:lnTo>
                    <a:pt x="69" y="5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1"/>
            <p:cNvSpPr/>
            <p:nvPr/>
          </p:nvSpPr>
          <p:spPr>
            <a:xfrm>
              <a:off x="6170597" y="2350889"/>
              <a:ext cx="17863" cy="11906"/>
            </a:xfrm>
            <a:custGeom>
              <a:rect b="b" l="l" r="r" t="t"/>
              <a:pathLst>
                <a:path extrusionOk="0" h="86" w="134">
                  <a:moveTo>
                    <a:pt x="42" y="0"/>
                  </a:moveTo>
                  <a:lnTo>
                    <a:pt x="42" y="0"/>
                  </a:lnTo>
                  <a:cubicBezTo>
                    <a:pt x="95" y="6"/>
                    <a:pt x="95" y="6"/>
                    <a:pt x="95" y="6"/>
                  </a:cubicBezTo>
                  <a:cubicBezTo>
                    <a:pt x="116" y="11"/>
                    <a:pt x="133" y="27"/>
                    <a:pt x="133" y="48"/>
                  </a:cubicBezTo>
                  <a:cubicBezTo>
                    <a:pt x="127" y="69"/>
                    <a:pt x="111" y="85"/>
                    <a:pt x="90" y="85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11" y="75"/>
                    <a:pt x="0" y="53"/>
                    <a:pt x="0" y="32"/>
                  </a:cubicBezTo>
                  <a:cubicBezTo>
                    <a:pt x="0" y="17"/>
                    <a:pt x="21" y="0"/>
                    <a:pt x="42" y="0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1"/>
            <p:cNvSpPr/>
            <p:nvPr/>
          </p:nvSpPr>
          <p:spPr>
            <a:xfrm>
              <a:off x="6119390" y="2251472"/>
              <a:ext cx="61925" cy="104775"/>
            </a:xfrm>
            <a:custGeom>
              <a:rect b="b" l="l" r="r" t="t"/>
              <a:pathLst>
                <a:path extrusionOk="0" h="775" w="460">
                  <a:moveTo>
                    <a:pt x="422" y="0"/>
                  </a:moveTo>
                  <a:lnTo>
                    <a:pt x="422" y="0"/>
                  </a:lnTo>
                  <a:cubicBezTo>
                    <a:pt x="412" y="83"/>
                    <a:pt x="386" y="279"/>
                    <a:pt x="322" y="442"/>
                  </a:cubicBezTo>
                  <a:cubicBezTo>
                    <a:pt x="259" y="600"/>
                    <a:pt x="164" y="733"/>
                    <a:pt x="6" y="711"/>
                  </a:cubicBezTo>
                  <a:cubicBezTo>
                    <a:pt x="0" y="754"/>
                    <a:pt x="0" y="754"/>
                    <a:pt x="0" y="754"/>
                  </a:cubicBezTo>
                  <a:cubicBezTo>
                    <a:pt x="180" y="774"/>
                    <a:pt x="291" y="627"/>
                    <a:pt x="359" y="453"/>
                  </a:cubicBezTo>
                  <a:cubicBezTo>
                    <a:pt x="422" y="289"/>
                    <a:pt x="449" y="94"/>
                    <a:pt x="459" y="4"/>
                  </a:cubicBezTo>
                  <a:lnTo>
                    <a:pt x="422" y="0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1"/>
            <p:cNvSpPr/>
            <p:nvPr/>
          </p:nvSpPr>
          <p:spPr>
            <a:xfrm>
              <a:off x="6103314" y="2344341"/>
              <a:ext cx="17863" cy="11311"/>
            </a:xfrm>
            <a:custGeom>
              <a:rect b="b" l="l" r="r" t="t"/>
              <a:pathLst>
                <a:path extrusionOk="0" h="85" w="134">
                  <a:moveTo>
                    <a:pt x="101" y="5"/>
                  </a:moveTo>
                  <a:lnTo>
                    <a:pt x="101" y="5"/>
                  </a:lnTo>
                  <a:cubicBezTo>
                    <a:pt x="43" y="0"/>
                    <a:pt x="43" y="0"/>
                    <a:pt x="43" y="0"/>
                  </a:cubicBezTo>
                  <a:cubicBezTo>
                    <a:pt x="22" y="0"/>
                    <a:pt x="6" y="11"/>
                    <a:pt x="0" y="32"/>
                  </a:cubicBezTo>
                  <a:cubicBezTo>
                    <a:pt x="0" y="52"/>
                    <a:pt x="16" y="73"/>
                    <a:pt x="37" y="73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112" y="84"/>
                    <a:pt x="127" y="69"/>
                    <a:pt x="133" y="48"/>
                  </a:cubicBezTo>
                  <a:cubicBezTo>
                    <a:pt x="133" y="26"/>
                    <a:pt x="116" y="11"/>
                    <a:pt x="101" y="5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1"/>
            <p:cNvSpPr/>
            <p:nvPr/>
          </p:nvSpPr>
          <p:spPr>
            <a:xfrm>
              <a:off x="6127131" y="2201466"/>
              <a:ext cx="60734" cy="85725"/>
            </a:xfrm>
            <a:custGeom>
              <a:rect b="b" l="l" r="r" t="t"/>
              <a:pathLst>
                <a:path extrusionOk="0" h="634" w="449">
                  <a:moveTo>
                    <a:pt x="95" y="553"/>
                  </a:moveTo>
                  <a:lnTo>
                    <a:pt x="95" y="553"/>
                  </a:lnTo>
                  <a:cubicBezTo>
                    <a:pt x="89" y="575"/>
                    <a:pt x="68" y="596"/>
                    <a:pt x="42" y="590"/>
                  </a:cubicBezTo>
                  <a:cubicBezTo>
                    <a:pt x="16" y="590"/>
                    <a:pt x="0" y="565"/>
                    <a:pt x="0" y="543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7" y="127"/>
                    <a:pt x="78" y="79"/>
                    <a:pt x="116" y="48"/>
                  </a:cubicBezTo>
                  <a:cubicBezTo>
                    <a:pt x="157" y="15"/>
                    <a:pt x="211" y="0"/>
                    <a:pt x="263" y="5"/>
                  </a:cubicBezTo>
                  <a:cubicBezTo>
                    <a:pt x="321" y="11"/>
                    <a:pt x="369" y="42"/>
                    <a:pt x="400" y="79"/>
                  </a:cubicBezTo>
                  <a:cubicBezTo>
                    <a:pt x="432" y="121"/>
                    <a:pt x="448" y="174"/>
                    <a:pt x="443" y="232"/>
                  </a:cubicBezTo>
                  <a:cubicBezTo>
                    <a:pt x="400" y="586"/>
                    <a:pt x="400" y="586"/>
                    <a:pt x="400" y="586"/>
                  </a:cubicBezTo>
                  <a:cubicBezTo>
                    <a:pt x="400" y="611"/>
                    <a:pt x="374" y="633"/>
                    <a:pt x="353" y="628"/>
                  </a:cubicBezTo>
                  <a:cubicBezTo>
                    <a:pt x="327" y="622"/>
                    <a:pt x="305" y="601"/>
                    <a:pt x="311" y="575"/>
                  </a:cubicBezTo>
                  <a:cubicBezTo>
                    <a:pt x="353" y="221"/>
                    <a:pt x="353" y="221"/>
                    <a:pt x="353" y="221"/>
                  </a:cubicBezTo>
                  <a:cubicBezTo>
                    <a:pt x="353" y="190"/>
                    <a:pt x="348" y="158"/>
                    <a:pt x="327" y="137"/>
                  </a:cubicBezTo>
                  <a:cubicBezTo>
                    <a:pt x="311" y="116"/>
                    <a:pt x="284" y="100"/>
                    <a:pt x="253" y="95"/>
                  </a:cubicBezTo>
                  <a:cubicBezTo>
                    <a:pt x="226" y="95"/>
                    <a:pt x="195" y="106"/>
                    <a:pt x="174" y="121"/>
                  </a:cubicBezTo>
                  <a:cubicBezTo>
                    <a:pt x="153" y="137"/>
                    <a:pt x="137" y="164"/>
                    <a:pt x="132" y="195"/>
                  </a:cubicBezTo>
                  <a:lnTo>
                    <a:pt x="95" y="553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0" name="Google Shape;1330;p1"/>
          <p:cNvGrpSpPr/>
          <p:nvPr/>
        </p:nvGrpSpPr>
        <p:grpSpPr>
          <a:xfrm>
            <a:off x="7551738" y="884238"/>
            <a:ext cx="687387" cy="688975"/>
            <a:chOff x="7551397" y="884635"/>
            <a:chExt cx="688315" cy="688181"/>
          </a:xfrm>
        </p:grpSpPr>
        <p:sp>
          <p:nvSpPr>
            <p:cNvPr id="1331" name="Google Shape;1331;p1"/>
            <p:cNvSpPr/>
            <p:nvPr/>
          </p:nvSpPr>
          <p:spPr>
            <a:xfrm>
              <a:off x="7551397" y="884635"/>
              <a:ext cx="688315" cy="688181"/>
            </a:xfrm>
            <a:custGeom>
              <a:rect b="b" l="l" r="r" t="t"/>
              <a:pathLst>
                <a:path extrusionOk="0" h="5096" w="5096">
                  <a:moveTo>
                    <a:pt x="2548" y="5095"/>
                  </a:moveTo>
                  <a:lnTo>
                    <a:pt x="2548" y="5095"/>
                  </a:lnTo>
                  <a:cubicBezTo>
                    <a:pt x="1140" y="5095"/>
                    <a:pt x="0" y="3956"/>
                    <a:pt x="0" y="2548"/>
                  </a:cubicBezTo>
                  <a:cubicBezTo>
                    <a:pt x="0" y="1140"/>
                    <a:pt x="1140" y="0"/>
                    <a:pt x="2548" y="0"/>
                  </a:cubicBezTo>
                  <a:cubicBezTo>
                    <a:pt x="3950" y="0"/>
                    <a:pt x="5095" y="1140"/>
                    <a:pt x="5095" y="2548"/>
                  </a:cubicBezTo>
                  <a:cubicBezTo>
                    <a:pt x="5095" y="3956"/>
                    <a:pt x="3950" y="5095"/>
                    <a:pt x="2548" y="5095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1"/>
            <p:cNvSpPr/>
            <p:nvPr/>
          </p:nvSpPr>
          <p:spPr>
            <a:xfrm>
              <a:off x="7847325" y="1209676"/>
              <a:ext cx="97055" cy="203597"/>
            </a:xfrm>
            <a:custGeom>
              <a:rect b="b" l="l" r="r" t="t"/>
              <a:pathLst>
                <a:path extrusionOk="0" h="1509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118"/>
                    <a:pt x="717" y="1118"/>
                    <a:pt x="717" y="1118"/>
                  </a:cubicBezTo>
                  <a:cubicBezTo>
                    <a:pt x="717" y="1471"/>
                    <a:pt x="0" y="1508"/>
                    <a:pt x="0" y="1118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"/>
            <p:cNvSpPr/>
            <p:nvPr/>
          </p:nvSpPr>
          <p:spPr>
            <a:xfrm>
              <a:off x="7699063" y="1341835"/>
              <a:ext cx="392387" cy="230981"/>
            </a:xfrm>
            <a:custGeom>
              <a:rect b="b" l="l" r="r" t="t"/>
              <a:pathLst>
                <a:path extrusionOk="0" h="1709" w="2907">
                  <a:moveTo>
                    <a:pt x="501" y="321"/>
                  </a:moveTo>
                  <a:lnTo>
                    <a:pt x="501" y="321"/>
                  </a:lnTo>
                  <a:cubicBezTo>
                    <a:pt x="253" y="484"/>
                    <a:pt x="148" y="838"/>
                    <a:pt x="0" y="1249"/>
                  </a:cubicBezTo>
                  <a:cubicBezTo>
                    <a:pt x="411" y="1539"/>
                    <a:pt x="912" y="1708"/>
                    <a:pt x="1456" y="1708"/>
                  </a:cubicBezTo>
                  <a:cubicBezTo>
                    <a:pt x="1994" y="1708"/>
                    <a:pt x="2495" y="1539"/>
                    <a:pt x="2906" y="1249"/>
                  </a:cubicBezTo>
                  <a:cubicBezTo>
                    <a:pt x="2763" y="833"/>
                    <a:pt x="2658" y="480"/>
                    <a:pt x="2405" y="321"/>
                  </a:cubicBezTo>
                  <a:cubicBezTo>
                    <a:pt x="1972" y="52"/>
                    <a:pt x="1703" y="10"/>
                    <a:pt x="1450" y="5"/>
                  </a:cubicBezTo>
                  <a:cubicBezTo>
                    <a:pt x="1186" y="0"/>
                    <a:pt x="933" y="42"/>
                    <a:pt x="501" y="321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1"/>
            <p:cNvSpPr/>
            <p:nvPr/>
          </p:nvSpPr>
          <p:spPr>
            <a:xfrm>
              <a:off x="7847325" y="1280517"/>
              <a:ext cx="97055" cy="66080"/>
            </a:xfrm>
            <a:custGeom>
              <a:rect b="b" l="l" r="r" t="t"/>
              <a:pathLst>
                <a:path extrusionOk="0" h="491" w="718">
                  <a:moveTo>
                    <a:pt x="717" y="132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0"/>
                  </a:lnTo>
                  <a:lnTo>
                    <a:pt x="717" y="132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1"/>
            <p:cNvSpPr/>
            <p:nvPr/>
          </p:nvSpPr>
          <p:spPr>
            <a:xfrm>
              <a:off x="7689536" y="1031677"/>
              <a:ext cx="412037" cy="271463"/>
            </a:xfrm>
            <a:custGeom>
              <a:rect b="b" l="l" r="r" t="t"/>
              <a:pathLst>
                <a:path extrusionOk="0" h="2010" w="3050">
                  <a:moveTo>
                    <a:pt x="1525" y="0"/>
                  </a:moveTo>
                  <a:lnTo>
                    <a:pt x="1525" y="0"/>
                  </a:lnTo>
                  <a:cubicBezTo>
                    <a:pt x="3049" y="0"/>
                    <a:pt x="2431" y="2009"/>
                    <a:pt x="1525" y="2009"/>
                  </a:cubicBezTo>
                  <a:cubicBezTo>
                    <a:pt x="617" y="2009"/>
                    <a:pt x="0" y="0"/>
                    <a:pt x="1525" y="0"/>
                  </a:cubicBezTo>
                </a:path>
              </a:pathLst>
            </a:custGeom>
            <a:solidFill>
              <a:srgbClr val="F0CE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1"/>
            <p:cNvSpPr/>
            <p:nvPr/>
          </p:nvSpPr>
          <p:spPr>
            <a:xfrm>
              <a:off x="7895555" y="1031677"/>
              <a:ext cx="206018" cy="271463"/>
            </a:xfrm>
            <a:custGeom>
              <a:rect b="b" l="l" r="r" t="t"/>
              <a:pathLst>
                <a:path extrusionOk="0" h="2010" w="1525">
                  <a:moveTo>
                    <a:pt x="0" y="0"/>
                  </a:moveTo>
                  <a:lnTo>
                    <a:pt x="0" y="0"/>
                  </a:lnTo>
                  <a:cubicBezTo>
                    <a:pt x="1524" y="0"/>
                    <a:pt x="906" y="2009"/>
                    <a:pt x="0" y="200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1"/>
            <p:cNvSpPr/>
            <p:nvPr/>
          </p:nvSpPr>
          <p:spPr>
            <a:xfrm>
              <a:off x="7808622" y="1144191"/>
              <a:ext cx="173865" cy="65484"/>
            </a:xfrm>
            <a:custGeom>
              <a:rect b="b" l="l" r="r" t="t"/>
              <a:pathLst>
                <a:path extrusionOk="0" h="487" w="1287">
                  <a:moveTo>
                    <a:pt x="644" y="96"/>
                  </a:moveTo>
                  <a:lnTo>
                    <a:pt x="644" y="96"/>
                  </a:lnTo>
                  <a:cubicBezTo>
                    <a:pt x="670" y="96"/>
                    <a:pt x="696" y="106"/>
                    <a:pt x="707" y="116"/>
                  </a:cubicBezTo>
                  <a:cubicBezTo>
                    <a:pt x="723" y="133"/>
                    <a:pt x="727" y="148"/>
                    <a:pt x="727" y="169"/>
                  </a:cubicBezTo>
                  <a:cubicBezTo>
                    <a:pt x="733" y="169"/>
                    <a:pt x="733" y="169"/>
                    <a:pt x="733" y="169"/>
                  </a:cubicBezTo>
                  <a:cubicBezTo>
                    <a:pt x="733" y="201"/>
                    <a:pt x="744" y="233"/>
                    <a:pt x="754" y="254"/>
                  </a:cubicBezTo>
                  <a:cubicBezTo>
                    <a:pt x="796" y="359"/>
                    <a:pt x="881" y="465"/>
                    <a:pt x="1034" y="475"/>
                  </a:cubicBezTo>
                  <a:cubicBezTo>
                    <a:pt x="1176" y="486"/>
                    <a:pt x="1286" y="328"/>
                    <a:pt x="1282" y="185"/>
                  </a:cubicBezTo>
                  <a:cubicBezTo>
                    <a:pt x="1282" y="32"/>
                    <a:pt x="1145" y="0"/>
                    <a:pt x="1018" y="0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44" y="11"/>
                    <a:pt x="644" y="11"/>
                    <a:pt x="644" y="11"/>
                  </a:cubicBezTo>
                  <a:cubicBezTo>
                    <a:pt x="881" y="11"/>
                    <a:pt x="881" y="11"/>
                    <a:pt x="881" y="11"/>
                  </a:cubicBezTo>
                  <a:cubicBezTo>
                    <a:pt x="781" y="32"/>
                    <a:pt x="744" y="75"/>
                    <a:pt x="733" y="127"/>
                  </a:cubicBezTo>
                  <a:cubicBezTo>
                    <a:pt x="727" y="122"/>
                    <a:pt x="723" y="111"/>
                    <a:pt x="717" y="106"/>
                  </a:cubicBezTo>
                  <a:cubicBezTo>
                    <a:pt x="702" y="96"/>
                    <a:pt x="675" y="85"/>
                    <a:pt x="644" y="85"/>
                  </a:cubicBezTo>
                  <a:lnTo>
                    <a:pt x="644" y="96"/>
                  </a:lnTo>
                  <a:close/>
                  <a:moveTo>
                    <a:pt x="0" y="185"/>
                  </a:moveTo>
                  <a:lnTo>
                    <a:pt x="0" y="185"/>
                  </a:lnTo>
                  <a:cubicBezTo>
                    <a:pt x="0" y="328"/>
                    <a:pt x="106" y="486"/>
                    <a:pt x="253" y="475"/>
                  </a:cubicBezTo>
                  <a:cubicBezTo>
                    <a:pt x="401" y="465"/>
                    <a:pt x="490" y="359"/>
                    <a:pt x="532" y="254"/>
                  </a:cubicBezTo>
                  <a:cubicBezTo>
                    <a:pt x="543" y="233"/>
                    <a:pt x="549" y="201"/>
                    <a:pt x="553" y="169"/>
                  </a:cubicBezTo>
                  <a:cubicBezTo>
                    <a:pt x="553" y="148"/>
                    <a:pt x="559" y="127"/>
                    <a:pt x="575" y="116"/>
                  </a:cubicBezTo>
                  <a:cubicBezTo>
                    <a:pt x="590" y="106"/>
                    <a:pt x="611" y="96"/>
                    <a:pt x="644" y="96"/>
                  </a:cubicBezTo>
                  <a:cubicBezTo>
                    <a:pt x="644" y="85"/>
                    <a:pt x="644" y="85"/>
                    <a:pt x="644" y="85"/>
                  </a:cubicBezTo>
                  <a:cubicBezTo>
                    <a:pt x="607" y="85"/>
                    <a:pt x="586" y="96"/>
                    <a:pt x="570" y="106"/>
                  </a:cubicBezTo>
                  <a:cubicBezTo>
                    <a:pt x="559" y="111"/>
                    <a:pt x="553" y="122"/>
                    <a:pt x="553" y="127"/>
                  </a:cubicBezTo>
                  <a:cubicBezTo>
                    <a:pt x="543" y="79"/>
                    <a:pt x="507" y="32"/>
                    <a:pt x="401" y="11"/>
                  </a:cubicBezTo>
                  <a:cubicBezTo>
                    <a:pt x="644" y="11"/>
                    <a:pt x="644" y="11"/>
                    <a:pt x="644" y="11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132" y="6"/>
                    <a:pt x="5" y="38"/>
                    <a:pt x="0" y="185"/>
                  </a:cubicBezTo>
                  <a:close/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1"/>
            <p:cNvSpPr/>
            <p:nvPr/>
          </p:nvSpPr>
          <p:spPr>
            <a:xfrm>
              <a:off x="7850897" y="1342430"/>
              <a:ext cx="89910" cy="229791"/>
            </a:xfrm>
            <a:custGeom>
              <a:rect b="b" l="l" r="r" t="t"/>
              <a:pathLst>
                <a:path extrusionOk="0" h="1704" w="665">
                  <a:moveTo>
                    <a:pt x="252" y="612"/>
                  </a:moveTo>
                  <a:lnTo>
                    <a:pt x="252" y="612"/>
                  </a:lnTo>
                  <a:cubicBezTo>
                    <a:pt x="173" y="1698"/>
                    <a:pt x="173" y="1698"/>
                    <a:pt x="173" y="1698"/>
                  </a:cubicBezTo>
                  <a:cubicBezTo>
                    <a:pt x="226" y="1698"/>
                    <a:pt x="278" y="1703"/>
                    <a:pt x="332" y="1703"/>
                  </a:cubicBezTo>
                  <a:cubicBezTo>
                    <a:pt x="384" y="1703"/>
                    <a:pt x="436" y="1698"/>
                    <a:pt x="484" y="1698"/>
                  </a:cubicBezTo>
                  <a:cubicBezTo>
                    <a:pt x="411" y="612"/>
                    <a:pt x="411" y="612"/>
                    <a:pt x="411" y="612"/>
                  </a:cubicBezTo>
                  <a:cubicBezTo>
                    <a:pt x="664" y="5"/>
                    <a:pt x="664" y="5"/>
                    <a:pt x="664" y="5"/>
                  </a:cubicBezTo>
                  <a:cubicBezTo>
                    <a:pt x="426" y="0"/>
                    <a:pt x="237" y="0"/>
                    <a:pt x="0" y="5"/>
                  </a:cubicBezTo>
                  <a:lnTo>
                    <a:pt x="252" y="612"/>
                  </a:ln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1"/>
            <p:cNvSpPr/>
            <p:nvPr/>
          </p:nvSpPr>
          <p:spPr>
            <a:xfrm>
              <a:off x="7809217" y="1313856"/>
              <a:ext cx="85146" cy="103584"/>
            </a:xfrm>
            <a:custGeom>
              <a:rect b="b" l="l" r="r" t="t"/>
              <a:pathLst>
                <a:path extrusionOk="0" h="766" w="629">
                  <a:moveTo>
                    <a:pt x="280" y="0"/>
                  </a:moveTo>
                  <a:lnTo>
                    <a:pt x="0" y="348"/>
                  </a:lnTo>
                  <a:lnTo>
                    <a:pt x="158" y="765"/>
                  </a:lnTo>
                  <a:lnTo>
                    <a:pt x="628" y="211"/>
                  </a:lnTo>
                  <a:lnTo>
                    <a:pt x="280" y="0"/>
                  </a:ln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1"/>
            <p:cNvSpPr/>
            <p:nvPr/>
          </p:nvSpPr>
          <p:spPr>
            <a:xfrm>
              <a:off x="7809217" y="1313855"/>
              <a:ext cx="85146" cy="90488"/>
            </a:xfrm>
            <a:custGeom>
              <a:rect b="b" l="l" r="r" t="t"/>
              <a:pathLst>
                <a:path extrusionOk="0" h="670" w="629">
                  <a:moveTo>
                    <a:pt x="280" y="0"/>
                  </a:moveTo>
                  <a:lnTo>
                    <a:pt x="0" y="348"/>
                  </a:lnTo>
                  <a:lnTo>
                    <a:pt x="174" y="669"/>
                  </a:lnTo>
                  <a:lnTo>
                    <a:pt x="628" y="211"/>
                  </a:lnTo>
                  <a:lnTo>
                    <a:pt x="280" y="0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1"/>
            <p:cNvSpPr/>
            <p:nvPr/>
          </p:nvSpPr>
          <p:spPr>
            <a:xfrm>
              <a:off x="7896150" y="1313856"/>
              <a:ext cx="84551" cy="103584"/>
            </a:xfrm>
            <a:custGeom>
              <a:rect b="b" l="l" r="r" t="t"/>
              <a:pathLst>
                <a:path extrusionOk="0" h="766" w="628">
                  <a:moveTo>
                    <a:pt x="353" y="0"/>
                  </a:moveTo>
                  <a:lnTo>
                    <a:pt x="627" y="348"/>
                  </a:lnTo>
                  <a:lnTo>
                    <a:pt x="475" y="765"/>
                  </a:lnTo>
                  <a:lnTo>
                    <a:pt x="0" y="211"/>
                  </a:lnTo>
                  <a:lnTo>
                    <a:pt x="353" y="0"/>
                  </a:ln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"/>
            <p:cNvSpPr/>
            <p:nvPr/>
          </p:nvSpPr>
          <p:spPr>
            <a:xfrm>
              <a:off x="7896150" y="1313855"/>
              <a:ext cx="84551" cy="90488"/>
            </a:xfrm>
            <a:custGeom>
              <a:rect b="b" l="l" r="r" t="t"/>
              <a:pathLst>
                <a:path extrusionOk="0" h="670" w="628">
                  <a:moveTo>
                    <a:pt x="353" y="0"/>
                  </a:moveTo>
                  <a:lnTo>
                    <a:pt x="627" y="348"/>
                  </a:lnTo>
                  <a:lnTo>
                    <a:pt x="458" y="669"/>
                  </a:lnTo>
                  <a:lnTo>
                    <a:pt x="0" y="211"/>
                  </a:lnTo>
                  <a:lnTo>
                    <a:pt x="353" y="0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"/>
            <p:cNvSpPr/>
            <p:nvPr/>
          </p:nvSpPr>
          <p:spPr>
            <a:xfrm>
              <a:off x="7764560" y="1046559"/>
              <a:ext cx="260202" cy="143471"/>
            </a:xfrm>
            <a:custGeom>
              <a:rect b="b" l="l" r="r" t="t"/>
              <a:pathLst>
                <a:path extrusionOk="0" h="1061" w="1926">
                  <a:moveTo>
                    <a:pt x="517" y="485"/>
                  </a:moveTo>
                  <a:lnTo>
                    <a:pt x="517" y="485"/>
                  </a:lnTo>
                  <a:cubicBezTo>
                    <a:pt x="654" y="380"/>
                    <a:pt x="227" y="701"/>
                    <a:pt x="232" y="880"/>
                  </a:cubicBezTo>
                  <a:cubicBezTo>
                    <a:pt x="232" y="1060"/>
                    <a:pt x="26" y="880"/>
                    <a:pt x="16" y="712"/>
                  </a:cubicBezTo>
                  <a:cubicBezTo>
                    <a:pt x="0" y="548"/>
                    <a:pt x="16" y="522"/>
                    <a:pt x="84" y="369"/>
                  </a:cubicBezTo>
                  <a:cubicBezTo>
                    <a:pt x="147" y="211"/>
                    <a:pt x="1013" y="0"/>
                    <a:pt x="1287" y="0"/>
                  </a:cubicBezTo>
                  <a:cubicBezTo>
                    <a:pt x="1561" y="0"/>
                    <a:pt x="1788" y="274"/>
                    <a:pt x="1851" y="390"/>
                  </a:cubicBezTo>
                  <a:cubicBezTo>
                    <a:pt x="1920" y="511"/>
                    <a:pt x="1925" y="591"/>
                    <a:pt x="1893" y="696"/>
                  </a:cubicBezTo>
                  <a:cubicBezTo>
                    <a:pt x="1867" y="807"/>
                    <a:pt x="1756" y="997"/>
                    <a:pt x="1709" y="865"/>
                  </a:cubicBezTo>
                  <a:cubicBezTo>
                    <a:pt x="1466" y="226"/>
                    <a:pt x="422" y="559"/>
                    <a:pt x="517" y="485"/>
                  </a:cubicBez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1"/>
            <p:cNvSpPr/>
            <p:nvPr/>
          </p:nvSpPr>
          <p:spPr>
            <a:xfrm>
              <a:off x="8003327" y="1123356"/>
              <a:ext cx="35131" cy="65484"/>
            </a:xfrm>
            <a:custGeom>
              <a:rect b="b" l="l" r="r" t="t"/>
              <a:pathLst>
                <a:path extrusionOk="0" h="487" w="259">
                  <a:moveTo>
                    <a:pt x="179" y="11"/>
                  </a:moveTo>
                  <a:lnTo>
                    <a:pt x="179" y="11"/>
                  </a:lnTo>
                  <a:cubicBezTo>
                    <a:pt x="237" y="22"/>
                    <a:pt x="258" y="137"/>
                    <a:pt x="232" y="264"/>
                  </a:cubicBezTo>
                  <a:cubicBezTo>
                    <a:pt x="201" y="396"/>
                    <a:pt x="132" y="486"/>
                    <a:pt x="79" y="475"/>
                  </a:cubicBezTo>
                  <a:cubicBezTo>
                    <a:pt x="21" y="465"/>
                    <a:pt x="0" y="349"/>
                    <a:pt x="26" y="222"/>
                  </a:cubicBezTo>
                  <a:cubicBezTo>
                    <a:pt x="58" y="91"/>
                    <a:pt x="126" y="0"/>
                    <a:pt x="179" y="11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"/>
            <p:cNvSpPr/>
            <p:nvPr/>
          </p:nvSpPr>
          <p:spPr>
            <a:xfrm>
              <a:off x="7753247" y="1123356"/>
              <a:ext cx="34535" cy="65484"/>
            </a:xfrm>
            <a:custGeom>
              <a:rect b="b" l="l" r="r" t="t"/>
              <a:pathLst>
                <a:path extrusionOk="0" h="487" w="254">
                  <a:moveTo>
                    <a:pt x="73" y="11"/>
                  </a:moveTo>
                  <a:lnTo>
                    <a:pt x="73" y="11"/>
                  </a:lnTo>
                  <a:cubicBezTo>
                    <a:pt x="21" y="22"/>
                    <a:pt x="0" y="137"/>
                    <a:pt x="26" y="264"/>
                  </a:cubicBezTo>
                  <a:cubicBezTo>
                    <a:pt x="52" y="396"/>
                    <a:pt x="121" y="486"/>
                    <a:pt x="179" y="475"/>
                  </a:cubicBezTo>
                  <a:cubicBezTo>
                    <a:pt x="231" y="465"/>
                    <a:pt x="253" y="349"/>
                    <a:pt x="226" y="222"/>
                  </a:cubicBezTo>
                  <a:cubicBezTo>
                    <a:pt x="200" y="91"/>
                    <a:pt x="131" y="0"/>
                    <a:pt x="73" y="11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"/>
            <p:cNvSpPr/>
            <p:nvPr/>
          </p:nvSpPr>
          <p:spPr>
            <a:xfrm>
              <a:off x="7779446" y="1021557"/>
              <a:ext cx="232217" cy="127992"/>
            </a:xfrm>
            <a:custGeom>
              <a:rect b="b" l="l" r="r" t="t"/>
              <a:pathLst>
                <a:path extrusionOk="0" h="950" w="1721">
                  <a:moveTo>
                    <a:pt x="860" y="0"/>
                  </a:moveTo>
                  <a:lnTo>
                    <a:pt x="860" y="0"/>
                  </a:lnTo>
                  <a:cubicBezTo>
                    <a:pt x="1334" y="0"/>
                    <a:pt x="1720" y="211"/>
                    <a:pt x="1720" y="475"/>
                  </a:cubicBezTo>
                  <a:cubicBezTo>
                    <a:pt x="1720" y="739"/>
                    <a:pt x="1334" y="949"/>
                    <a:pt x="860" y="949"/>
                  </a:cubicBezTo>
                  <a:cubicBezTo>
                    <a:pt x="385" y="949"/>
                    <a:pt x="0" y="739"/>
                    <a:pt x="0" y="475"/>
                  </a:cubicBezTo>
                  <a:cubicBezTo>
                    <a:pt x="0" y="211"/>
                    <a:pt x="385" y="0"/>
                    <a:pt x="860" y="0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"/>
            <p:cNvSpPr/>
            <p:nvPr/>
          </p:nvSpPr>
          <p:spPr>
            <a:xfrm>
              <a:off x="7735980" y="909638"/>
              <a:ext cx="319150" cy="144066"/>
            </a:xfrm>
            <a:custGeom>
              <a:rect b="b" l="l" r="r" t="t"/>
              <a:pathLst>
                <a:path extrusionOk="0" h="1066" w="2363">
                  <a:moveTo>
                    <a:pt x="1988" y="1065"/>
                  </a:moveTo>
                  <a:lnTo>
                    <a:pt x="1988" y="1065"/>
                  </a:lnTo>
                  <a:cubicBezTo>
                    <a:pt x="2200" y="775"/>
                    <a:pt x="2362" y="496"/>
                    <a:pt x="2210" y="453"/>
                  </a:cubicBezTo>
                  <a:cubicBezTo>
                    <a:pt x="712" y="0"/>
                    <a:pt x="1651" y="0"/>
                    <a:pt x="153" y="453"/>
                  </a:cubicBezTo>
                  <a:cubicBezTo>
                    <a:pt x="0" y="496"/>
                    <a:pt x="163" y="775"/>
                    <a:pt x="380" y="1065"/>
                  </a:cubicBezTo>
                  <a:lnTo>
                    <a:pt x="1988" y="1065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"/>
            <p:cNvSpPr/>
            <p:nvPr/>
          </p:nvSpPr>
          <p:spPr>
            <a:xfrm>
              <a:off x="7858638" y="951906"/>
              <a:ext cx="73833" cy="65484"/>
            </a:xfrm>
            <a:custGeom>
              <a:rect b="b" l="l" r="r" t="t"/>
              <a:pathLst>
                <a:path extrusionOk="0" h="487" w="549">
                  <a:moveTo>
                    <a:pt x="526" y="122"/>
                  </a:moveTo>
                  <a:lnTo>
                    <a:pt x="526" y="122"/>
                  </a:lnTo>
                  <a:cubicBezTo>
                    <a:pt x="158" y="0"/>
                    <a:pt x="389" y="0"/>
                    <a:pt x="20" y="122"/>
                  </a:cubicBezTo>
                  <a:cubicBezTo>
                    <a:pt x="0" y="127"/>
                    <a:pt x="110" y="486"/>
                    <a:pt x="274" y="486"/>
                  </a:cubicBezTo>
                  <a:cubicBezTo>
                    <a:pt x="437" y="486"/>
                    <a:pt x="548" y="127"/>
                    <a:pt x="526" y="122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"/>
            <p:cNvSpPr/>
            <p:nvPr/>
          </p:nvSpPr>
          <p:spPr>
            <a:xfrm>
              <a:off x="7778851" y="1041798"/>
              <a:ext cx="234003" cy="49411"/>
            </a:xfrm>
            <a:custGeom>
              <a:rect b="b" l="l" r="r" t="t"/>
              <a:pathLst>
                <a:path extrusionOk="0" h="365" w="1731">
                  <a:moveTo>
                    <a:pt x="0" y="0"/>
                  </a:moveTo>
                  <a:lnTo>
                    <a:pt x="1730" y="0"/>
                  </a:lnTo>
                  <a:lnTo>
                    <a:pt x="1730" y="364"/>
                  </a:lnTo>
                  <a:lnTo>
                    <a:pt x="0" y="364"/>
                  </a:lnTo>
                  <a:lnTo>
                    <a:pt x="0" y="0"/>
                  </a:lnTo>
                </a:path>
              </a:pathLst>
            </a:custGeom>
            <a:solidFill>
              <a:srgbClr val="4B779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"/>
            <p:cNvSpPr/>
            <p:nvPr/>
          </p:nvSpPr>
          <p:spPr>
            <a:xfrm>
              <a:off x="7778851" y="1048346"/>
              <a:ext cx="234003" cy="36314"/>
            </a:xfrm>
            <a:custGeom>
              <a:rect b="b" l="l" r="r" t="t"/>
              <a:pathLst>
                <a:path extrusionOk="0" h="271" w="1731">
                  <a:moveTo>
                    <a:pt x="0" y="0"/>
                  </a:moveTo>
                  <a:lnTo>
                    <a:pt x="1730" y="0"/>
                  </a:lnTo>
                  <a:lnTo>
                    <a:pt x="1730" y="270"/>
                  </a:lnTo>
                  <a:lnTo>
                    <a:pt x="0" y="270"/>
                  </a:lnTo>
                  <a:lnTo>
                    <a:pt x="0" y="0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"/>
            <p:cNvSpPr/>
            <p:nvPr/>
          </p:nvSpPr>
          <p:spPr>
            <a:xfrm>
              <a:off x="7978319" y="1472804"/>
              <a:ext cx="39894" cy="35124"/>
            </a:xfrm>
            <a:custGeom>
              <a:rect b="b" l="l" r="r" t="t"/>
              <a:pathLst>
                <a:path extrusionOk="0" h="259" w="296">
                  <a:moveTo>
                    <a:pt x="285" y="63"/>
                  </a:moveTo>
                  <a:lnTo>
                    <a:pt x="285" y="63"/>
                  </a:lnTo>
                  <a:cubicBezTo>
                    <a:pt x="85" y="0"/>
                    <a:pt x="211" y="0"/>
                    <a:pt x="11" y="63"/>
                  </a:cubicBezTo>
                  <a:cubicBezTo>
                    <a:pt x="0" y="68"/>
                    <a:pt x="64" y="258"/>
                    <a:pt x="148" y="258"/>
                  </a:cubicBezTo>
                  <a:cubicBezTo>
                    <a:pt x="237" y="258"/>
                    <a:pt x="295" y="68"/>
                    <a:pt x="285" y="63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"/>
            <p:cNvSpPr/>
            <p:nvPr/>
          </p:nvSpPr>
          <p:spPr>
            <a:xfrm>
              <a:off x="7777064" y="1482328"/>
              <a:ext cx="60734" cy="12502"/>
            </a:xfrm>
            <a:custGeom>
              <a:rect b="b" l="l" r="r" t="t"/>
              <a:pathLst>
                <a:path extrusionOk="0" h="92" w="449">
                  <a:moveTo>
                    <a:pt x="0" y="91"/>
                  </a:moveTo>
                  <a:lnTo>
                    <a:pt x="448" y="91"/>
                  </a:lnTo>
                  <a:lnTo>
                    <a:pt x="448" y="0"/>
                  </a:lnTo>
                  <a:lnTo>
                    <a:pt x="0" y="0"/>
                  </a:lnTo>
                  <a:lnTo>
                    <a:pt x="0" y="91"/>
                  </a:ln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3" name="Google Shape;1353;p1"/>
          <p:cNvGrpSpPr/>
          <p:nvPr/>
        </p:nvGrpSpPr>
        <p:grpSpPr>
          <a:xfrm>
            <a:off x="5915025" y="944563"/>
            <a:ext cx="688975" cy="687387"/>
            <a:chOff x="5915754" y="944166"/>
            <a:chExt cx="688315" cy="687586"/>
          </a:xfrm>
        </p:grpSpPr>
        <p:sp>
          <p:nvSpPr>
            <p:cNvPr id="1354" name="Google Shape;1354;p1"/>
            <p:cNvSpPr/>
            <p:nvPr/>
          </p:nvSpPr>
          <p:spPr>
            <a:xfrm>
              <a:off x="5915754" y="944166"/>
              <a:ext cx="688315" cy="687586"/>
            </a:xfrm>
            <a:custGeom>
              <a:rect b="b" l="l" r="r" t="t"/>
              <a:pathLst>
                <a:path extrusionOk="0" h="5095" w="5096">
                  <a:moveTo>
                    <a:pt x="2548" y="5094"/>
                  </a:moveTo>
                  <a:lnTo>
                    <a:pt x="2548" y="5094"/>
                  </a:lnTo>
                  <a:cubicBezTo>
                    <a:pt x="1139" y="5094"/>
                    <a:pt x="0" y="3956"/>
                    <a:pt x="0" y="2548"/>
                  </a:cubicBezTo>
                  <a:cubicBezTo>
                    <a:pt x="0" y="1144"/>
                    <a:pt x="1139" y="0"/>
                    <a:pt x="2548" y="0"/>
                  </a:cubicBezTo>
                  <a:cubicBezTo>
                    <a:pt x="3956" y="0"/>
                    <a:pt x="5095" y="1144"/>
                    <a:pt x="5095" y="2548"/>
                  </a:cubicBezTo>
                  <a:cubicBezTo>
                    <a:pt x="5095" y="3956"/>
                    <a:pt x="3956" y="5094"/>
                    <a:pt x="2548" y="5094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1"/>
            <p:cNvSpPr/>
            <p:nvPr/>
          </p:nvSpPr>
          <p:spPr>
            <a:xfrm>
              <a:off x="6117604" y="965002"/>
              <a:ext cx="297714" cy="325636"/>
            </a:xfrm>
            <a:custGeom>
              <a:rect b="b" l="l" r="r" t="t"/>
              <a:pathLst>
                <a:path extrusionOk="0" h="2411" w="2206">
                  <a:moveTo>
                    <a:pt x="1050" y="2189"/>
                  </a:moveTo>
                  <a:lnTo>
                    <a:pt x="1050" y="2189"/>
                  </a:lnTo>
                  <a:cubicBezTo>
                    <a:pt x="928" y="2410"/>
                    <a:pt x="106" y="1893"/>
                    <a:pt x="85" y="1841"/>
                  </a:cubicBezTo>
                  <a:cubicBezTo>
                    <a:pt x="0" y="1587"/>
                    <a:pt x="21" y="812"/>
                    <a:pt x="353" y="474"/>
                  </a:cubicBezTo>
                  <a:cubicBezTo>
                    <a:pt x="322" y="574"/>
                    <a:pt x="274" y="733"/>
                    <a:pt x="401" y="812"/>
                  </a:cubicBezTo>
                  <a:cubicBezTo>
                    <a:pt x="411" y="596"/>
                    <a:pt x="432" y="306"/>
                    <a:pt x="760" y="185"/>
                  </a:cubicBezTo>
                  <a:cubicBezTo>
                    <a:pt x="649" y="300"/>
                    <a:pt x="596" y="470"/>
                    <a:pt x="681" y="670"/>
                  </a:cubicBezTo>
                  <a:cubicBezTo>
                    <a:pt x="928" y="491"/>
                    <a:pt x="807" y="26"/>
                    <a:pt x="1171" y="0"/>
                  </a:cubicBezTo>
                  <a:cubicBezTo>
                    <a:pt x="970" y="385"/>
                    <a:pt x="1277" y="675"/>
                    <a:pt x="1461" y="643"/>
                  </a:cubicBezTo>
                  <a:cubicBezTo>
                    <a:pt x="1577" y="459"/>
                    <a:pt x="1419" y="295"/>
                    <a:pt x="1308" y="179"/>
                  </a:cubicBezTo>
                  <a:cubicBezTo>
                    <a:pt x="1530" y="163"/>
                    <a:pt x="1794" y="591"/>
                    <a:pt x="1794" y="796"/>
                  </a:cubicBezTo>
                  <a:cubicBezTo>
                    <a:pt x="1888" y="691"/>
                    <a:pt x="1852" y="586"/>
                    <a:pt x="1783" y="427"/>
                  </a:cubicBezTo>
                  <a:cubicBezTo>
                    <a:pt x="2205" y="744"/>
                    <a:pt x="2083" y="1513"/>
                    <a:pt x="2015" y="1841"/>
                  </a:cubicBezTo>
                  <a:cubicBezTo>
                    <a:pt x="2004" y="1893"/>
                    <a:pt x="1176" y="2410"/>
                    <a:pt x="1050" y="2189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"/>
            <p:cNvSpPr/>
            <p:nvPr/>
          </p:nvSpPr>
          <p:spPr>
            <a:xfrm>
              <a:off x="6062825" y="1398389"/>
              <a:ext cx="392387" cy="233363"/>
            </a:xfrm>
            <a:custGeom>
              <a:rect b="b" l="l" r="r" t="t"/>
              <a:pathLst>
                <a:path extrusionOk="0" h="1730" w="2907">
                  <a:moveTo>
                    <a:pt x="501" y="342"/>
                  </a:moveTo>
                  <a:lnTo>
                    <a:pt x="501" y="342"/>
                  </a:lnTo>
                  <a:cubicBezTo>
                    <a:pt x="253" y="506"/>
                    <a:pt x="148" y="859"/>
                    <a:pt x="0" y="1271"/>
                  </a:cubicBezTo>
                  <a:cubicBezTo>
                    <a:pt x="412" y="1561"/>
                    <a:pt x="912" y="1729"/>
                    <a:pt x="1456" y="1729"/>
                  </a:cubicBezTo>
                  <a:cubicBezTo>
                    <a:pt x="1994" y="1729"/>
                    <a:pt x="2495" y="1561"/>
                    <a:pt x="2906" y="1276"/>
                  </a:cubicBezTo>
                  <a:cubicBezTo>
                    <a:pt x="2763" y="859"/>
                    <a:pt x="2659" y="506"/>
                    <a:pt x="2405" y="342"/>
                  </a:cubicBezTo>
                  <a:cubicBezTo>
                    <a:pt x="1972" y="74"/>
                    <a:pt x="1708" y="10"/>
                    <a:pt x="1450" y="5"/>
                  </a:cubicBezTo>
                  <a:cubicBezTo>
                    <a:pt x="1192" y="0"/>
                    <a:pt x="933" y="63"/>
                    <a:pt x="501" y="3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"/>
            <p:cNvSpPr/>
            <p:nvPr/>
          </p:nvSpPr>
          <p:spPr>
            <a:xfrm>
              <a:off x="6062825" y="1398389"/>
              <a:ext cx="196492" cy="233363"/>
            </a:xfrm>
            <a:custGeom>
              <a:rect b="b" l="l" r="r" t="t"/>
              <a:pathLst>
                <a:path extrusionOk="0" h="1730" w="1457">
                  <a:moveTo>
                    <a:pt x="501" y="342"/>
                  </a:moveTo>
                  <a:lnTo>
                    <a:pt x="501" y="342"/>
                  </a:lnTo>
                  <a:cubicBezTo>
                    <a:pt x="253" y="506"/>
                    <a:pt x="148" y="859"/>
                    <a:pt x="0" y="1271"/>
                  </a:cubicBezTo>
                  <a:cubicBezTo>
                    <a:pt x="412" y="1561"/>
                    <a:pt x="912" y="1729"/>
                    <a:pt x="1456" y="1729"/>
                  </a:cubicBezTo>
                  <a:cubicBezTo>
                    <a:pt x="1456" y="5"/>
                    <a:pt x="1456" y="5"/>
                    <a:pt x="1456" y="5"/>
                  </a:cubicBezTo>
                  <a:cubicBezTo>
                    <a:pt x="1450" y="5"/>
                    <a:pt x="1450" y="5"/>
                    <a:pt x="1450" y="5"/>
                  </a:cubicBezTo>
                  <a:cubicBezTo>
                    <a:pt x="1192" y="0"/>
                    <a:pt x="933" y="63"/>
                    <a:pt x="501" y="342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"/>
            <p:cNvSpPr/>
            <p:nvPr/>
          </p:nvSpPr>
          <p:spPr>
            <a:xfrm>
              <a:off x="6210491" y="1270397"/>
              <a:ext cx="97650" cy="326231"/>
            </a:xfrm>
            <a:custGeom>
              <a:rect b="b" l="l" r="r" t="t"/>
              <a:pathLst>
                <a:path extrusionOk="0" h="2417" w="724">
                  <a:moveTo>
                    <a:pt x="0" y="0"/>
                  </a:moveTo>
                  <a:lnTo>
                    <a:pt x="0" y="0"/>
                  </a:lnTo>
                  <a:cubicBezTo>
                    <a:pt x="723" y="0"/>
                    <a:pt x="723" y="0"/>
                    <a:pt x="723" y="0"/>
                  </a:cubicBezTo>
                  <a:cubicBezTo>
                    <a:pt x="723" y="1039"/>
                    <a:pt x="723" y="1039"/>
                    <a:pt x="723" y="1039"/>
                  </a:cubicBezTo>
                  <a:cubicBezTo>
                    <a:pt x="723" y="1219"/>
                    <a:pt x="444" y="1851"/>
                    <a:pt x="365" y="2416"/>
                  </a:cubicBezTo>
                  <a:cubicBezTo>
                    <a:pt x="301" y="2073"/>
                    <a:pt x="0" y="1234"/>
                    <a:pt x="0" y="103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"/>
            <p:cNvSpPr/>
            <p:nvPr/>
          </p:nvSpPr>
          <p:spPr>
            <a:xfrm>
              <a:off x="6231331" y="1494234"/>
              <a:ext cx="53589" cy="102394"/>
            </a:xfrm>
            <a:custGeom>
              <a:rect b="b" l="l" r="r" t="t"/>
              <a:pathLst>
                <a:path extrusionOk="0" h="760" w="396">
                  <a:moveTo>
                    <a:pt x="395" y="5"/>
                  </a:moveTo>
                  <a:lnTo>
                    <a:pt x="395" y="5"/>
                  </a:lnTo>
                  <a:cubicBezTo>
                    <a:pt x="321" y="237"/>
                    <a:pt x="247" y="506"/>
                    <a:pt x="211" y="759"/>
                  </a:cubicBezTo>
                  <a:cubicBezTo>
                    <a:pt x="179" y="584"/>
                    <a:pt x="84" y="279"/>
                    <a:pt x="0" y="0"/>
                  </a:cubicBezTo>
                  <a:cubicBezTo>
                    <a:pt x="68" y="15"/>
                    <a:pt x="137" y="21"/>
                    <a:pt x="211" y="21"/>
                  </a:cubicBezTo>
                  <a:cubicBezTo>
                    <a:pt x="274" y="21"/>
                    <a:pt x="337" y="15"/>
                    <a:pt x="395" y="5"/>
                  </a:cubicBezTo>
                </a:path>
              </a:pathLst>
            </a:custGeom>
            <a:solidFill>
              <a:srgbClr val="F1595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"/>
            <p:cNvSpPr/>
            <p:nvPr/>
          </p:nvSpPr>
          <p:spPr>
            <a:xfrm>
              <a:off x="6210491" y="1340049"/>
              <a:ext cx="97650" cy="66675"/>
            </a:xfrm>
            <a:custGeom>
              <a:rect b="b" l="l" r="r" t="t"/>
              <a:pathLst>
                <a:path extrusionOk="0" h="492" w="724">
                  <a:moveTo>
                    <a:pt x="723" y="137"/>
                  </a:moveTo>
                  <a:lnTo>
                    <a:pt x="723" y="0"/>
                  </a:lnTo>
                  <a:lnTo>
                    <a:pt x="0" y="0"/>
                  </a:lnTo>
                  <a:lnTo>
                    <a:pt x="0" y="491"/>
                  </a:lnTo>
                  <a:lnTo>
                    <a:pt x="723" y="137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"/>
            <p:cNvSpPr/>
            <p:nvPr/>
          </p:nvSpPr>
          <p:spPr>
            <a:xfrm>
              <a:off x="6053893" y="1091803"/>
              <a:ext cx="411442" cy="271463"/>
            </a:xfrm>
            <a:custGeom>
              <a:rect b="b" l="l" r="r" t="t"/>
              <a:pathLst>
                <a:path extrusionOk="0" h="2010" w="3048">
                  <a:moveTo>
                    <a:pt x="1524" y="0"/>
                  </a:moveTo>
                  <a:lnTo>
                    <a:pt x="1524" y="0"/>
                  </a:lnTo>
                  <a:cubicBezTo>
                    <a:pt x="3047" y="0"/>
                    <a:pt x="2426" y="2009"/>
                    <a:pt x="1524" y="2009"/>
                  </a:cubicBezTo>
                  <a:cubicBezTo>
                    <a:pt x="617" y="2009"/>
                    <a:pt x="0" y="0"/>
                    <a:pt x="1524" y="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"/>
            <p:cNvSpPr/>
            <p:nvPr/>
          </p:nvSpPr>
          <p:spPr>
            <a:xfrm>
              <a:off x="6259912" y="1091803"/>
              <a:ext cx="206018" cy="271463"/>
            </a:xfrm>
            <a:custGeom>
              <a:rect b="b" l="l" r="r" t="t"/>
              <a:pathLst>
                <a:path extrusionOk="0" h="2010" w="1524">
                  <a:moveTo>
                    <a:pt x="0" y="0"/>
                  </a:moveTo>
                  <a:lnTo>
                    <a:pt x="0" y="0"/>
                  </a:lnTo>
                  <a:cubicBezTo>
                    <a:pt x="1523" y="0"/>
                    <a:pt x="902" y="2009"/>
                    <a:pt x="0" y="200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"/>
            <p:cNvSpPr/>
            <p:nvPr/>
          </p:nvSpPr>
          <p:spPr>
            <a:xfrm>
              <a:off x="6112245" y="1041798"/>
              <a:ext cx="294142" cy="220861"/>
            </a:xfrm>
            <a:custGeom>
              <a:rect b="b" l="l" r="r" t="t"/>
              <a:pathLst>
                <a:path extrusionOk="0" h="1635" w="2180">
                  <a:moveTo>
                    <a:pt x="1076" y="611"/>
                  </a:moveTo>
                  <a:lnTo>
                    <a:pt x="1076" y="611"/>
                  </a:lnTo>
                  <a:cubicBezTo>
                    <a:pt x="1587" y="611"/>
                    <a:pt x="1836" y="896"/>
                    <a:pt x="1919" y="1202"/>
                  </a:cubicBezTo>
                  <a:cubicBezTo>
                    <a:pt x="2004" y="1513"/>
                    <a:pt x="1957" y="1487"/>
                    <a:pt x="2067" y="1250"/>
                  </a:cubicBezTo>
                  <a:cubicBezTo>
                    <a:pt x="2179" y="1012"/>
                    <a:pt x="1904" y="0"/>
                    <a:pt x="1118" y="0"/>
                  </a:cubicBezTo>
                  <a:cubicBezTo>
                    <a:pt x="327" y="0"/>
                    <a:pt x="0" y="780"/>
                    <a:pt x="111" y="1207"/>
                  </a:cubicBezTo>
                  <a:cubicBezTo>
                    <a:pt x="222" y="1634"/>
                    <a:pt x="222" y="1534"/>
                    <a:pt x="290" y="1207"/>
                  </a:cubicBezTo>
                  <a:cubicBezTo>
                    <a:pt x="359" y="886"/>
                    <a:pt x="506" y="622"/>
                    <a:pt x="1076" y="611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1"/>
            <p:cNvSpPr/>
            <p:nvPr/>
          </p:nvSpPr>
          <p:spPr>
            <a:xfrm>
              <a:off x="6122963" y="1041797"/>
              <a:ext cx="275088" cy="225624"/>
            </a:xfrm>
            <a:custGeom>
              <a:rect b="b" l="l" r="r" t="t"/>
              <a:pathLst>
                <a:path extrusionOk="0" h="1672" w="2037">
                  <a:moveTo>
                    <a:pt x="1013" y="611"/>
                  </a:moveTo>
                  <a:lnTo>
                    <a:pt x="1013" y="611"/>
                  </a:lnTo>
                  <a:cubicBezTo>
                    <a:pt x="427" y="611"/>
                    <a:pt x="211" y="1044"/>
                    <a:pt x="280" y="1518"/>
                  </a:cubicBezTo>
                  <a:cubicBezTo>
                    <a:pt x="295" y="1634"/>
                    <a:pt x="206" y="1613"/>
                    <a:pt x="200" y="1518"/>
                  </a:cubicBezTo>
                  <a:cubicBezTo>
                    <a:pt x="195" y="1413"/>
                    <a:pt x="127" y="1181"/>
                    <a:pt x="11" y="1192"/>
                  </a:cubicBezTo>
                  <a:cubicBezTo>
                    <a:pt x="0" y="959"/>
                    <a:pt x="232" y="527"/>
                    <a:pt x="443" y="342"/>
                  </a:cubicBezTo>
                  <a:cubicBezTo>
                    <a:pt x="417" y="417"/>
                    <a:pt x="380" y="532"/>
                    <a:pt x="480" y="590"/>
                  </a:cubicBezTo>
                  <a:cubicBezTo>
                    <a:pt x="490" y="432"/>
                    <a:pt x="511" y="221"/>
                    <a:pt x="775" y="131"/>
                  </a:cubicBezTo>
                  <a:cubicBezTo>
                    <a:pt x="686" y="221"/>
                    <a:pt x="644" y="337"/>
                    <a:pt x="712" y="485"/>
                  </a:cubicBezTo>
                  <a:cubicBezTo>
                    <a:pt x="912" y="353"/>
                    <a:pt x="818" y="16"/>
                    <a:pt x="1113" y="0"/>
                  </a:cubicBezTo>
                  <a:cubicBezTo>
                    <a:pt x="949" y="279"/>
                    <a:pt x="1203" y="490"/>
                    <a:pt x="1350" y="463"/>
                  </a:cubicBezTo>
                  <a:cubicBezTo>
                    <a:pt x="1450" y="332"/>
                    <a:pt x="1319" y="210"/>
                    <a:pt x="1229" y="131"/>
                  </a:cubicBezTo>
                  <a:cubicBezTo>
                    <a:pt x="1408" y="121"/>
                    <a:pt x="1624" y="427"/>
                    <a:pt x="1624" y="575"/>
                  </a:cubicBezTo>
                  <a:cubicBezTo>
                    <a:pt x="1703" y="500"/>
                    <a:pt x="1672" y="421"/>
                    <a:pt x="1614" y="311"/>
                  </a:cubicBezTo>
                  <a:cubicBezTo>
                    <a:pt x="1872" y="479"/>
                    <a:pt x="2036" y="891"/>
                    <a:pt x="2015" y="1128"/>
                  </a:cubicBezTo>
                  <a:cubicBezTo>
                    <a:pt x="1957" y="1075"/>
                    <a:pt x="1851" y="1096"/>
                    <a:pt x="1803" y="1508"/>
                  </a:cubicBezTo>
                  <a:cubicBezTo>
                    <a:pt x="1782" y="1671"/>
                    <a:pt x="1703" y="1619"/>
                    <a:pt x="1730" y="1524"/>
                  </a:cubicBezTo>
                  <a:cubicBezTo>
                    <a:pt x="1894" y="912"/>
                    <a:pt x="1545" y="606"/>
                    <a:pt x="1013" y="611"/>
                  </a:cubicBez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"/>
            <p:cNvSpPr/>
            <p:nvPr/>
          </p:nvSpPr>
          <p:spPr>
            <a:xfrm>
              <a:off x="6367089" y="1183482"/>
              <a:ext cx="35131" cy="66080"/>
            </a:xfrm>
            <a:custGeom>
              <a:rect b="b" l="l" r="r" t="t"/>
              <a:pathLst>
                <a:path extrusionOk="0" h="491" w="259">
                  <a:moveTo>
                    <a:pt x="179" y="10"/>
                  </a:moveTo>
                  <a:lnTo>
                    <a:pt x="179" y="10"/>
                  </a:lnTo>
                  <a:cubicBezTo>
                    <a:pt x="237" y="21"/>
                    <a:pt x="258" y="137"/>
                    <a:pt x="232" y="263"/>
                  </a:cubicBezTo>
                  <a:cubicBezTo>
                    <a:pt x="201" y="396"/>
                    <a:pt x="132" y="490"/>
                    <a:pt x="79" y="475"/>
                  </a:cubicBezTo>
                  <a:cubicBezTo>
                    <a:pt x="21" y="464"/>
                    <a:pt x="0" y="348"/>
                    <a:pt x="27" y="222"/>
                  </a:cubicBezTo>
                  <a:cubicBezTo>
                    <a:pt x="58" y="95"/>
                    <a:pt x="127" y="0"/>
                    <a:pt x="179" y="10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1"/>
            <p:cNvSpPr/>
            <p:nvPr/>
          </p:nvSpPr>
          <p:spPr>
            <a:xfrm>
              <a:off x="6117009" y="1183482"/>
              <a:ext cx="34535" cy="66080"/>
            </a:xfrm>
            <a:custGeom>
              <a:rect b="b" l="l" r="r" t="t"/>
              <a:pathLst>
                <a:path extrusionOk="0" h="491" w="254">
                  <a:moveTo>
                    <a:pt x="74" y="10"/>
                  </a:moveTo>
                  <a:lnTo>
                    <a:pt x="74" y="10"/>
                  </a:lnTo>
                  <a:cubicBezTo>
                    <a:pt x="21" y="21"/>
                    <a:pt x="0" y="137"/>
                    <a:pt x="26" y="263"/>
                  </a:cubicBezTo>
                  <a:cubicBezTo>
                    <a:pt x="53" y="396"/>
                    <a:pt x="121" y="490"/>
                    <a:pt x="179" y="475"/>
                  </a:cubicBezTo>
                  <a:cubicBezTo>
                    <a:pt x="231" y="464"/>
                    <a:pt x="253" y="348"/>
                    <a:pt x="227" y="222"/>
                  </a:cubicBezTo>
                  <a:cubicBezTo>
                    <a:pt x="200" y="95"/>
                    <a:pt x="131" y="0"/>
                    <a:pt x="74" y="1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"/>
            <p:cNvSpPr/>
            <p:nvPr/>
          </p:nvSpPr>
          <p:spPr>
            <a:xfrm>
              <a:off x="6165239" y="1188244"/>
              <a:ext cx="188155" cy="72033"/>
            </a:xfrm>
            <a:custGeom>
              <a:rect b="b" l="l" r="r" t="t"/>
              <a:pathLst>
                <a:path extrusionOk="0" h="534" w="1394">
                  <a:moveTo>
                    <a:pt x="697" y="190"/>
                  </a:moveTo>
                  <a:lnTo>
                    <a:pt x="697" y="190"/>
                  </a:lnTo>
                  <a:cubicBezTo>
                    <a:pt x="754" y="190"/>
                    <a:pt x="754" y="190"/>
                    <a:pt x="754" y="190"/>
                  </a:cubicBezTo>
                  <a:cubicBezTo>
                    <a:pt x="750" y="237"/>
                    <a:pt x="766" y="285"/>
                    <a:pt x="791" y="327"/>
                  </a:cubicBezTo>
                  <a:cubicBezTo>
                    <a:pt x="855" y="422"/>
                    <a:pt x="997" y="506"/>
                    <a:pt x="1119" y="522"/>
                  </a:cubicBezTo>
                  <a:cubicBezTo>
                    <a:pt x="1240" y="533"/>
                    <a:pt x="1335" y="453"/>
                    <a:pt x="1366" y="290"/>
                  </a:cubicBezTo>
                  <a:cubicBezTo>
                    <a:pt x="1393" y="132"/>
                    <a:pt x="1319" y="58"/>
                    <a:pt x="1266" y="31"/>
                  </a:cubicBezTo>
                  <a:cubicBezTo>
                    <a:pt x="1219" y="10"/>
                    <a:pt x="1161" y="0"/>
                    <a:pt x="109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697" y="0"/>
                    <a:pt x="697" y="0"/>
                    <a:pt x="697" y="0"/>
                  </a:cubicBezTo>
                  <a:cubicBezTo>
                    <a:pt x="697" y="27"/>
                    <a:pt x="697" y="27"/>
                    <a:pt x="697" y="27"/>
                  </a:cubicBezTo>
                  <a:cubicBezTo>
                    <a:pt x="712" y="27"/>
                    <a:pt x="712" y="27"/>
                    <a:pt x="712" y="27"/>
                  </a:cubicBezTo>
                  <a:cubicBezTo>
                    <a:pt x="918" y="27"/>
                    <a:pt x="918" y="27"/>
                    <a:pt x="918" y="27"/>
                  </a:cubicBezTo>
                  <a:cubicBezTo>
                    <a:pt x="887" y="37"/>
                    <a:pt x="860" y="42"/>
                    <a:pt x="839" y="52"/>
                  </a:cubicBezTo>
                  <a:cubicBezTo>
                    <a:pt x="797" y="74"/>
                    <a:pt x="770" y="116"/>
                    <a:pt x="760" y="164"/>
                  </a:cubicBezTo>
                  <a:cubicBezTo>
                    <a:pt x="697" y="164"/>
                    <a:pt x="697" y="164"/>
                    <a:pt x="697" y="164"/>
                  </a:cubicBezTo>
                  <a:lnTo>
                    <a:pt x="697" y="190"/>
                  </a:lnTo>
                  <a:close/>
                  <a:moveTo>
                    <a:pt x="127" y="31"/>
                  </a:moveTo>
                  <a:lnTo>
                    <a:pt x="127" y="31"/>
                  </a:lnTo>
                  <a:cubicBezTo>
                    <a:pt x="74" y="58"/>
                    <a:pt x="0" y="132"/>
                    <a:pt x="27" y="290"/>
                  </a:cubicBezTo>
                  <a:cubicBezTo>
                    <a:pt x="58" y="453"/>
                    <a:pt x="153" y="533"/>
                    <a:pt x="274" y="522"/>
                  </a:cubicBezTo>
                  <a:cubicBezTo>
                    <a:pt x="396" y="506"/>
                    <a:pt x="538" y="422"/>
                    <a:pt x="602" y="327"/>
                  </a:cubicBezTo>
                  <a:cubicBezTo>
                    <a:pt x="628" y="285"/>
                    <a:pt x="639" y="237"/>
                    <a:pt x="639" y="190"/>
                  </a:cubicBezTo>
                  <a:cubicBezTo>
                    <a:pt x="697" y="190"/>
                    <a:pt x="697" y="190"/>
                    <a:pt x="697" y="190"/>
                  </a:cubicBezTo>
                  <a:cubicBezTo>
                    <a:pt x="697" y="164"/>
                    <a:pt x="697" y="164"/>
                    <a:pt x="697" y="164"/>
                  </a:cubicBezTo>
                  <a:cubicBezTo>
                    <a:pt x="633" y="164"/>
                    <a:pt x="633" y="164"/>
                    <a:pt x="633" y="164"/>
                  </a:cubicBezTo>
                  <a:cubicBezTo>
                    <a:pt x="623" y="116"/>
                    <a:pt x="596" y="74"/>
                    <a:pt x="549" y="52"/>
                  </a:cubicBezTo>
                  <a:cubicBezTo>
                    <a:pt x="533" y="42"/>
                    <a:pt x="507" y="37"/>
                    <a:pt x="475" y="27"/>
                  </a:cubicBezTo>
                  <a:cubicBezTo>
                    <a:pt x="681" y="27"/>
                    <a:pt x="681" y="27"/>
                    <a:pt x="681" y="27"/>
                  </a:cubicBezTo>
                  <a:cubicBezTo>
                    <a:pt x="697" y="27"/>
                    <a:pt x="697" y="27"/>
                    <a:pt x="697" y="27"/>
                  </a:cubicBezTo>
                  <a:cubicBezTo>
                    <a:pt x="697" y="0"/>
                    <a:pt x="697" y="0"/>
                    <a:pt x="697" y="0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232" y="0"/>
                    <a:pt x="174" y="10"/>
                    <a:pt x="127" y="31"/>
                  </a:cubicBezTo>
                  <a:close/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"/>
            <p:cNvSpPr/>
            <p:nvPr/>
          </p:nvSpPr>
          <p:spPr>
            <a:xfrm>
              <a:off x="6171193" y="1192411"/>
              <a:ext cx="79192" cy="63698"/>
            </a:xfrm>
            <a:custGeom>
              <a:rect b="b" l="l" r="r" t="t"/>
              <a:pathLst>
                <a:path extrusionOk="0" h="470" w="586">
                  <a:moveTo>
                    <a:pt x="94" y="25"/>
                  </a:moveTo>
                  <a:lnTo>
                    <a:pt x="94" y="25"/>
                  </a:lnTo>
                  <a:cubicBezTo>
                    <a:pt x="63" y="42"/>
                    <a:pt x="42" y="68"/>
                    <a:pt x="26" y="94"/>
                  </a:cubicBezTo>
                  <a:cubicBezTo>
                    <a:pt x="0" y="147"/>
                    <a:pt x="0" y="205"/>
                    <a:pt x="11" y="263"/>
                  </a:cubicBezTo>
                  <a:cubicBezTo>
                    <a:pt x="26" y="342"/>
                    <a:pt x="63" y="421"/>
                    <a:pt x="142" y="458"/>
                  </a:cubicBezTo>
                  <a:cubicBezTo>
                    <a:pt x="168" y="469"/>
                    <a:pt x="200" y="469"/>
                    <a:pt x="227" y="469"/>
                  </a:cubicBezTo>
                  <a:cubicBezTo>
                    <a:pt x="337" y="458"/>
                    <a:pt x="480" y="374"/>
                    <a:pt x="538" y="284"/>
                  </a:cubicBezTo>
                  <a:cubicBezTo>
                    <a:pt x="574" y="226"/>
                    <a:pt x="585" y="137"/>
                    <a:pt x="538" y="79"/>
                  </a:cubicBezTo>
                  <a:cubicBezTo>
                    <a:pt x="527" y="68"/>
                    <a:pt x="511" y="58"/>
                    <a:pt x="495" y="52"/>
                  </a:cubicBezTo>
                  <a:cubicBezTo>
                    <a:pt x="437" y="21"/>
                    <a:pt x="348" y="4"/>
                    <a:pt x="285" y="4"/>
                  </a:cubicBezTo>
                  <a:cubicBezTo>
                    <a:pt x="227" y="0"/>
                    <a:pt x="152" y="0"/>
                    <a:pt x="94" y="25"/>
                  </a:cubicBezTo>
                </a:path>
              </a:pathLst>
            </a:custGeom>
            <a:solidFill>
              <a:srgbClr val="B5C8A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"/>
            <p:cNvSpPr/>
            <p:nvPr/>
          </p:nvSpPr>
          <p:spPr>
            <a:xfrm>
              <a:off x="6268843" y="1192411"/>
              <a:ext cx="79192" cy="63698"/>
            </a:xfrm>
            <a:custGeom>
              <a:rect b="b" l="l" r="r" t="t"/>
              <a:pathLst>
                <a:path extrusionOk="0" h="470" w="585">
                  <a:moveTo>
                    <a:pt x="490" y="25"/>
                  </a:moveTo>
                  <a:lnTo>
                    <a:pt x="490" y="25"/>
                  </a:lnTo>
                  <a:cubicBezTo>
                    <a:pt x="516" y="42"/>
                    <a:pt x="542" y="68"/>
                    <a:pt x="559" y="94"/>
                  </a:cubicBezTo>
                  <a:cubicBezTo>
                    <a:pt x="584" y="147"/>
                    <a:pt x="584" y="205"/>
                    <a:pt x="574" y="263"/>
                  </a:cubicBezTo>
                  <a:cubicBezTo>
                    <a:pt x="559" y="342"/>
                    <a:pt x="521" y="421"/>
                    <a:pt x="442" y="458"/>
                  </a:cubicBezTo>
                  <a:cubicBezTo>
                    <a:pt x="416" y="469"/>
                    <a:pt x="384" y="469"/>
                    <a:pt x="353" y="469"/>
                  </a:cubicBezTo>
                  <a:cubicBezTo>
                    <a:pt x="247" y="458"/>
                    <a:pt x="104" y="374"/>
                    <a:pt x="46" y="284"/>
                  </a:cubicBezTo>
                  <a:cubicBezTo>
                    <a:pt x="4" y="226"/>
                    <a:pt x="0" y="137"/>
                    <a:pt x="46" y="79"/>
                  </a:cubicBezTo>
                  <a:cubicBezTo>
                    <a:pt x="57" y="68"/>
                    <a:pt x="73" y="58"/>
                    <a:pt x="89" y="52"/>
                  </a:cubicBezTo>
                  <a:cubicBezTo>
                    <a:pt x="147" y="21"/>
                    <a:pt x="231" y="4"/>
                    <a:pt x="300" y="4"/>
                  </a:cubicBezTo>
                  <a:cubicBezTo>
                    <a:pt x="358" y="0"/>
                    <a:pt x="432" y="0"/>
                    <a:pt x="490" y="25"/>
                  </a:cubicBezTo>
                </a:path>
              </a:pathLst>
            </a:custGeom>
            <a:solidFill>
              <a:srgbClr val="B5C8A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"/>
            <p:cNvSpPr/>
            <p:nvPr/>
          </p:nvSpPr>
          <p:spPr>
            <a:xfrm>
              <a:off x="6127131" y="1337072"/>
              <a:ext cx="132780" cy="259556"/>
            </a:xfrm>
            <a:custGeom>
              <a:rect b="b" l="l" r="r" t="t"/>
              <a:pathLst>
                <a:path extrusionOk="0" h="1921" w="982">
                  <a:moveTo>
                    <a:pt x="981" y="1920"/>
                  </a:moveTo>
                  <a:lnTo>
                    <a:pt x="981" y="1920"/>
                  </a:lnTo>
                  <a:cubicBezTo>
                    <a:pt x="981" y="1361"/>
                    <a:pt x="558" y="707"/>
                    <a:pt x="633" y="90"/>
                  </a:cubicBezTo>
                  <a:cubicBezTo>
                    <a:pt x="585" y="63"/>
                    <a:pt x="543" y="32"/>
                    <a:pt x="506" y="0"/>
                  </a:cubicBezTo>
                  <a:cubicBezTo>
                    <a:pt x="263" y="111"/>
                    <a:pt x="84" y="438"/>
                    <a:pt x="0" y="591"/>
                  </a:cubicBezTo>
                  <a:cubicBezTo>
                    <a:pt x="712" y="607"/>
                    <a:pt x="786" y="1450"/>
                    <a:pt x="981" y="1920"/>
                  </a:cubicBezTo>
                </a:path>
              </a:pathLst>
            </a:custGeom>
            <a:solidFill>
              <a:srgbClr val="D1D8E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1"/>
            <p:cNvSpPr/>
            <p:nvPr/>
          </p:nvSpPr>
          <p:spPr>
            <a:xfrm>
              <a:off x="6259912" y="1337072"/>
              <a:ext cx="131590" cy="259556"/>
            </a:xfrm>
            <a:custGeom>
              <a:rect b="b" l="l" r="r" t="t"/>
              <a:pathLst>
                <a:path extrusionOk="0" h="1921" w="976">
                  <a:moveTo>
                    <a:pt x="0" y="1920"/>
                  </a:moveTo>
                  <a:lnTo>
                    <a:pt x="0" y="1920"/>
                  </a:lnTo>
                  <a:cubicBezTo>
                    <a:pt x="0" y="1113"/>
                    <a:pt x="348" y="1176"/>
                    <a:pt x="348" y="90"/>
                  </a:cubicBezTo>
                  <a:cubicBezTo>
                    <a:pt x="390" y="63"/>
                    <a:pt x="432" y="32"/>
                    <a:pt x="474" y="0"/>
                  </a:cubicBezTo>
                  <a:cubicBezTo>
                    <a:pt x="711" y="111"/>
                    <a:pt x="896" y="438"/>
                    <a:pt x="975" y="591"/>
                  </a:cubicBezTo>
                  <a:cubicBezTo>
                    <a:pt x="264" y="607"/>
                    <a:pt x="190" y="1450"/>
                    <a:pt x="0" y="1920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2" name="Google Shape;1372;p1"/>
          <p:cNvGrpSpPr/>
          <p:nvPr/>
        </p:nvGrpSpPr>
        <p:grpSpPr>
          <a:xfrm>
            <a:off x="5021263" y="2505075"/>
            <a:ext cx="688975" cy="688975"/>
            <a:chOff x="5021420" y="2505671"/>
            <a:chExt cx="688315" cy="688182"/>
          </a:xfrm>
        </p:grpSpPr>
        <p:sp>
          <p:nvSpPr>
            <p:cNvPr id="1373" name="Google Shape;1373;p1"/>
            <p:cNvSpPr/>
            <p:nvPr/>
          </p:nvSpPr>
          <p:spPr>
            <a:xfrm>
              <a:off x="5021420" y="2505671"/>
              <a:ext cx="688315" cy="688181"/>
            </a:xfrm>
            <a:custGeom>
              <a:rect b="b" l="l" r="r" t="t"/>
              <a:pathLst>
                <a:path extrusionOk="0" h="5096" w="5096">
                  <a:moveTo>
                    <a:pt x="2548" y="5095"/>
                  </a:moveTo>
                  <a:lnTo>
                    <a:pt x="2548" y="5095"/>
                  </a:lnTo>
                  <a:cubicBezTo>
                    <a:pt x="1139" y="5095"/>
                    <a:pt x="0" y="3956"/>
                    <a:pt x="0" y="2548"/>
                  </a:cubicBezTo>
                  <a:cubicBezTo>
                    <a:pt x="0" y="1140"/>
                    <a:pt x="1139" y="0"/>
                    <a:pt x="2548" y="0"/>
                  </a:cubicBezTo>
                  <a:cubicBezTo>
                    <a:pt x="3956" y="0"/>
                    <a:pt x="5095" y="1140"/>
                    <a:pt x="5095" y="2548"/>
                  </a:cubicBezTo>
                  <a:cubicBezTo>
                    <a:pt x="5095" y="3956"/>
                    <a:pt x="3956" y="5095"/>
                    <a:pt x="2548" y="5095"/>
                  </a:cubicBezTo>
                </a:path>
              </a:pathLst>
            </a:custGeom>
            <a:solidFill>
              <a:srgbClr val="7B8296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"/>
            <p:cNvSpPr/>
            <p:nvPr/>
          </p:nvSpPr>
          <p:spPr>
            <a:xfrm>
              <a:off x="5182186" y="2659858"/>
              <a:ext cx="257225" cy="526851"/>
            </a:xfrm>
            <a:custGeom>
              <a:rect b="b" l="l" r="r" t="t"/>
              <a:pathLst>
                <a:path extrusionOk="0" h="3903" w="1905">
                  <a:moveTo>
                    <a:pt x="432" y="211"/>
                  </a:moveTo>
                  <a:lnTo>
                    <a:pt x="432" y="211"/>
                  </a:lnTo>
                  <a:cubicBezTo>
                    <a:pt x="291" y="480"/>
                    <a:pt x="0" y="2057"/>
                    <a:pt x="412" y="2963"/>
                  </a:cubicBezTo>
                  <a:cubicBezTo>
                    <a:pt x="823" y="3871"/>
                    <a:pt x="1857" y="3902"/>
                    <a:pt x="1883" y="3380"/>
                  </a:cubicBezTo>
                  <a:cubicBezTo>
                    <a:pt x="1904" y="2863"/>
                    <a:pt x="713" y="0"/>
                    <a:pt x="432" y="211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"/>
            <p:cNvSpPr/>
            <p:nvPr/>
          </p:nvSpPr>
          <p:spPr>
            <a:xfrm>
              <a:off x="5284599" y="2659858"/>
              <a:ext cx="254844" cy="526851"/>
            </a:xfrm>
            <a:custGeom>
              <a:rect b="b" l="l" r="r" t="t"/>
              <a:pathLst>
                <a:path extrusionOk="0" h="3903" w="1889">
                  <a:moveTo>
                    <a:pt x="1477" y="211"/>
                  </a:moveTo>
                  <a:lnTo>
                    <a:pt x="1477" y="211"/>
                  </a:lnTo>
                  <a:cubicBezTo>
                    <a:pt x="1619" y="475"/>
                    <a:pt x="1888" y="1956"/>
                    <a:pt x="1477" y="2863"/>
                  </a:cubicBezTo>
                  <a:cubicBezTo>
                    <a:pt x="1070" y="3776"/>
                    <a:pt x="47" y="3902"/>
                    <a:pt x="26" y="3380"/>
                  </a:cubicBezTo>
                  <a:cubicBezTo>
                    <a:pt x="0" y="2863"/>
                    <a:pt x="1197" y="0"/>
                    <a:pt x="1477" y="211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"/>
            <p:cNvSpPr/>
            <p:nvPr/>
          </p:nvSpPr>
          <p:spPr>
            <a:xfrm>
              <a:off x="5168490" y="2959895"/>
              <a:ext cx="392983" cy="233958"/>
            </a:xfrm>
            <a:custGeom>
              <a:rect b="b" l="l" r="r" t="t"/>
              <a:pathLst>
                <a:path extrusionOk="0" h="1731" w="2912">
                  <a:moveTo>
                    <a:pt x="501" y="343"/>
                  </a:moveTo>
                  <a:lnTo>
                    <a:pt x="501" y="343"/>
                  </a:lnTo>
                  <a:cubicBezTo>
                    <a:pt x="253" y="506"/>
                    <a:pt x="148" y="860"/>
                    <a:pt x="0" y="1271"/>
                  </a:cubicBezTo>
                  <a:cubicBezTo>
                    <a:pt x="416" y="1561"/>
                    <a:pt x="918" y="1730"/>
                    <a:pt x="1456" y="1730"/>
                  </a:cubicBezTo>
                  <a:cubicBezTo>
                    <a:pt x="1999" y="1730"/>
                    <a:pt x="2495" y="1561"/>
                    <a:pt x="2911" y="1271"/>
                  </a:cubicBezTo>
                  <a:cubicBezTo>
                    <a:pt x="2763" y="855"/>
                    <a:pt x="2659" y="502"/>
                    <a:pt x="2405" y="343"/>
                  </a:cubicBezTo>
                  <a:cubicBezTo>
                    <a:pt x="1972" y="74"/>
                    <a:pt x="1708" y="6"/>
                    <a:pt x="1456" y="6"/>
                  </a:cubicBezTo>
                  <a:cubicBezTo>
                    <a:pt x="1192" y="0"/>
                    <a:pt x="933" y="64"/>
                    <a:pt x="501" y="343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"/>
            <p:cNvSpPr/>
            <p:nvPr/>
          </p:nvSpPr>
          <p:spPr>
            <a:xfrm>
              <a:off x="5316752" y="2830711"/>
              <a:ext cx="97055" cy="193477"/>
            </a:xfrm>
            <a:custGeom>
              <a:rect b="b" l="l" r="r" t="t"/>
              <a:pathLst>
                <a:path extrusionOk="0" h="1435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44"/>
                    <a:pt x="717" y="1044"/>
                    <a:pt x="717" y="1044"/>
                  </a:cubicBezTo>
                  <a:cubicBezTo>
                    <a:pt x="717" y="1392"/>
                    <a:pt x="0" y="1434"/>
                    <a:pt x="0" y="1044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"/>
            <p:cNvSpPr/>
            <p:nvPr/>
          </p:nvSpPr>
          <p:spPr>
            <a:xfrm>
              <a:off x="5316752" y="2901554"/>
              <a:ext cx="97055" cy="66080"/>
            </a:xfrm>
            <a:custGeom>
              <a:rect b="b" l="l" r="r" t="t"/>
              <a:pathLst>
                <a:path extrusionOk="0" h="491" w="718">
                  <a:moveTo>
                    <a:pt x="717" y="132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0"/>
                  </a:lnTo>
                  <a:lnTo>
                    <a:pt x="717" y="132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"/>
            <p:cNvSpPr/>
            <p:nvPr/>
          </p:nvSpPr>
          <p:spPr>
            <a:xfrm>
              <a:off x="5159559" y="2652713"/>
              <a:ext cx="411441" cy="271463"/>
            </a:xfrm>
            <a:custGeom>
              <a:rect b="b" l="l" r="r" t="t"/>
              <a:pathLst>
                <a:path extrusionOk="0" h="2010" w="3048">
                  <a:moveTo>
                    <a:pt x="1524" y="0"/>
                  </a:moveTo>
                  <a:lnTo>
                    <a:pt x="1524" y="0"/>
                  </a:lnTo>
                  <a:cubicBezTo>
                    <a:pt x="3047" y="0"/>
                    <a:pt x="2430" y="2009"/>
                    <a:pt x="1524" y="2009"/>
                  </a:cubicBezTo>
                  <a:cubicBezTo>
                    <a:pt x="617" y="2009"/>
                    <a:pt x="0" y="0"/>
                    <a:pt x="1524" y="0"/>
                  </a:cubicBezTo>
                </a:path>
              </a:pathLst>
            </a:custGeom>
            <a:solidFill>
              <a:srgbClr val="F0CE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"/>
            <p:cNvSpPr/>
            <p:nvPr/>
          </p:nvSpPr>
          <p:spPr>
            <a:xfrm>
              <a:off x="5364982" y="2652713"/>
              <a:ext cx="206018" cy="271463"/>
            </a:xfrm>
            <a:custGeom>
              <a:rect b="b" l="l" r="r" t="t"/>
              <a:pathLst>
                <a:path extrusionOk="0" h="2010" w="1524">
                  <a:moveTo>
                    <a:pt x="0" y="0"/>
                  </a:moveTo>
                  <a:lnTo>
                    <a:pt x="0" y="0"/>
                  </a:lnTo>
                  <a:cubicBezTo>
                    <a:pt x="1523" y="0"/>
                    <a:pt x="906" y="2009"/>
                    <a:pt x="0" y="200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"/>
            <p:cNvSpPr/>
            <p:nvPr/>
          </p:nvSpPr>
          <p:spPr>
            <a:xfrm>
              <a:off x="5218506" y="2602112"/>
              <a:ext cx="293547" cy="221456"/>
            </a:xfrm>
            <a:custGeom>
              <a:rect b="b" l="l" r="r" t="t"/>
              <a:pathLst>
                <a:path extrusionOk="0" h="1641" w="2175">
                  <a:moveTo>
                    <a:pt x="1397" y="564"/>
                  </a:moveTo>
                  <a:lnTo>
                    <a:pt x="1397" y="564"/>
                  </a:lnTo>
                  <a:cubicBezTo>
                    <a:pt x="1646" y="690"/>
                    <a:pt x="1804" y="896"/>
                    <a:pt x="1856" y="1218"/>
                  </a:cubicBezTo>
                  <a:cubicBezTo>
                    <a:pt x="1910" y="1535"/>
                    <a:pt x="1952" y="1492"/>
                    <a:pt x="2062" y="1255"/>
                  </a:cubicBezTo>
                  <a:cubicBezTo>
                    <a:pt x="2174" y="1018"/>
                    <a:pt x="1904" y="0"/>
                    <a:pt x="1113" y="0"/>
                  </a:cubicBezTo>
                  <a:cubicBezTo>
                    <a:pt x="322" y="0"/>
                    <a:pt x="0" y="786"/>
                    <a:pt x="106" y="1213"/>
                  </a:cubicBezTo>
                  <a:cubicBezTo>
                    <a:pt x="217" y="1640"/>
                    <a:pt x="306" y="1498"/>
                    <a:pt x="375" y="1176"/>
                  </a:cubicBezTo>
                  <a:cubicBezTo>
                    <a:pt x="444" y="848"/>
                    <a:pt x="781" y="532"/>
                    <a:pt x="1397" y="564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"/>
            <p:cNvSpPr/>
            <p:nvPr/>
          </p:nvSpPr>
          <p:spPr>
            <a:xfrm>
              <a:off x="5405471" y="2667596"/>
              <a:ext cx="136353" cy="342900"/>
            </a:xfrm>
            <a:custGeom>
              <a:rect b="b" l="l" r="r" t="t"/>
              <a:pathLst>
                <a:path extrusionOk="0" h="2538" w="1008">
                  <a:moveTo>
                    <a:pt x="411" y="2537"/>
                  </a:moveTo>
                  <a:lnTo>
                    <a:pt x="411" y="2537"/>
                  </a:lnTo>
                  <a:cubicBezTo>
                    <a:pt x="855" y="1028"/>
                    <a:pt x="158" y="89"/>
                    <a:pt x="0" y="79"/>
                  </a:cubicBezTo>
                  <a:cubicBezTo>
                    <a:pt x="301" y="0"/>
                    <a:pt x="1007" y="938"/>
                    <a:pt x="411" y="2537"/>
                  </a:cubicBezTo>
                </a:path>
              </a:pathLst>
            </a:custGeom>
            <a:solidFill>
              <a:srgbClr val="FFF3D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"/>
            <p:cNvSpPr/>
            <p:nvPr/>
          </p:nvSpPr>
          <p:spPr>
            <a:xfrm>
              <a:off x="5316753" y="2967038"/>
              <a:ext cx="97650" cy="123825"/>
            </a:xfrm>
            <a:custGeom>
              <a:rect b="b" l="l" r="r" t="t"/>
              <a:pathLst>
                <a:path extrusionOk="0" h="919" w="724">
                  <a:moveTo>
                    <a:pt x="723" y="0"/>
                  </a:moveTo>
                  <a:lnTo>
                    <a:pt x="723" y="0"/>
                  </a:lnTo>
                  <a:cubicBezTo>
                    <a:pt x="686" y="348"/>
                    <a:pt x="359" y="638"/>
                    <a:pt x="359" y="918"/>
                  </a:cubicBezTo>
                  <a:cubicBezTo>
                    <a:pt x="359" y="638"/>
                    <a:pt x="32" y="343"/>
                    <a:pt x="0" y="0"/>
                  </a:cubicBezTo>
                  <a:lnTo>
                    <a:pt x="723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"/>
            <p:cNvSpPr/>
            <p:nvPr/>
          </p:nvSpPr>
          <p:spPr>
            <a:xfrm>
              <a:off x="5364982" y="2947393"/>
              <a:ext cx="119086" cy="126206"/>
            </a:xfrm>
            <a:custGeom>
              <a:rect b="b" l="l" r="r" t="t"/>
              <a:pathLst>
                <a:path extrusionOk="0" h="935" w="882">
                  <a:moveTo>
                    <a:pt x="0" y="934"/>
                  </a:moveTo>
                  <a:lnTo>
                    <a:pt x="0" y="934"/>
                  </a:lnTo>
                  <a:cubicBezTo>
                    <a:pt x="158" y="696"/>
                    <a:pt x="321" y="565"/>
                    <a:pt x="522" y="501"/>
                  </a:cubicBezTo>
                  <a:cubicBezTo>
                    <a:pt x="617" y="470"/>
                    <a:pt x="790" y="438"/>
                    <a:pt x="881" y="486"/>
                  </a:cubicBezTo>
                  <a:cubicBezTo>
                    <a:pt x="707" y="285"/>
                    <a:pt x="527" y="191"/>
                    <a:pt x="364" y="0"/>
                  </a:cubicBezTo>
                  <a:cubicBezTo>
                    <a:pt x="358" y="538"/>
                    <a:pt x="0" y="634"/>
                    <a:pt x="0" y="934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"/>
            <p:cNvSpPr/>
            <p:nvPr/>
          </p:nvSpPr>
          <p:spPr>
            <a:xfrm>
              <a:off x="5364982" y="2947393"/>
              <a:ext cx="105391" cy="126206"/>
            </a:xfrm>
            <a:custGeom>
              <a:rect b="b" l="l" r="r" t="t"/>
              <a:pathLst>
                <a:path extrusionOk="0" h="935" w="781">
                  <a:moveTo>
                    <a:pt x="0" y="934"/>
                  </a:moveTo>
                  <a:lnTo>
                    <a:pt x="0" y="934"/>
                  </a:lnTo>
                  <a:cubicBezTo>
                    <a:pt x="121" y="686"/>
                    <a:pt x="300" y="470"/>
                    <a:pt x="501" y="412"/>
                  </a:cubicBezTo>
                  <a:cubicBezTo>
                    <a:pt x="596" y="380"/>
                    <a:pt x="690" y="386"/>
                    <a:pt x="780" y="433"/>
                  </a:cubicBezTo>
                  <a:cubicBezTo>
                    <a:pt x="607" y="233"/>
                    <a:pt x="527" y="122"/>
                    <a:pt x="364" y="0"/>
                  </a:cubicBezTo>
                  <a:cubicBezTo>
                    <a:pt x="358" y="538"/>
                    <a:pt x="0" y="634"/>
                    <a:pt x="0" y="9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"/>
            <p:cNvSpPr/>
            <p:nvPr/>
          </p:nvSpPr>
          <p:spPr>
            <a:xfrm>
              <a:off x="5247087" y="2947393"/>
              <a:ext cx="119086" cy="126206"/>
            </a:xfrm>
            <a:custGeom>
              <a:rect b="b" l="l" r="r" t="t"/>
              <a:pathLst>
                <a:path extrusionOk="0" h="935" w="882">
                  <a:moveTo>
                    <a:pt x="876" y="934"/>
                  </a:moveTo>
                  <a:lnTo>
                    <a:pt x="876" y="934"/>
                  </a:lnTo>
                  <a:cubicBezTo>
                    <a:pt x="723" y="696"/>
                    <a:pt x="559" y="565"/>
                    <a:pt x="359" y="501"/>
                  </a:cubicBezTo>
                  <a:cubicBezTo>
                    <a:pt x="264" y="470"/>
                    <a:pt x="90" y="438"/>
                    <a:pt x="0" y="486"/>
                  </a:cubicBezTo>
                  <a:cubicBezTo>
                    <a:pt x="174" y="285"/>
                    <a:pt x="353" y="191"/>
                    <a:pt x="517" y="0"/>
                  </a:cubicBezTo>
                  <a:cubicBezTo>
                    <a:pt x="522" y="538"/>
                    <a:pt x="881" y="634"/>
                    <a:pt x="876" y="934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"/>
            <p:cNvSpPr/>
            <p:nvPr/>
          </p:nvSpPr>
          <p:spPr>
            <a:xfrm>
              <a:off x="5260186" y="2947393"/>
              <a:ext cx="105391" cy="126206"/>
            </a:xfrm>
            <a:custGeom>
              <a:rect b="b" l="l" r="r" t="t"/>
              <a:pathLst>
                <a:path extrusionOk="0" h="935" w="782">
                  <a:moveTo>
                    <a:pt x="776" y="934"/>
                  </a:moveTo>
                  <a:lnTo>
                    <a:pt x="776" y="934"/>
                  </a:lnTo>
                  <a:cubicBezTo>
                    <a:pt x="660" y="686"/>
                    <a:pt x="480" y="470"/>
                    <a:pt x="280" y="412"/>
                  </a:cubicBezTo>
                  <a:cubicBezTo>
                    <a:pt x="185" y="380"/>
                    <a:pt x="90" y="386"/>
                    <a:pt x="0" y="433"/>
                  </a:cubicBezTo>
                  <a:cubicBezTo>
                    <a:pt x="174" y="233"/>
                    <a:pt x="253" y="122"/>
                    <a:pt x="417" y="0"/>
                  </a:cubicBezTo>
                  <a:cubicBezTo>
                    <a:pt x="422" y="538"/>
                    <a:pt x="781" y="634"/>
                    <a:pt x="776" y="9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"/>
            <p:cNvSpPr/>
            <p:nvPr/>
          </p:nvSpPr>
          <p:spPr>
            <a:xfrm>
              <a:off x="5145864" y="2625924"/>
              <a:ext cx="261394" cy="424458"/>
            </a:xfrm>
            <a:custGeom>
              <a:rect b="b" l="l" r="r" t="t"/>
              <a:pathLst>
                <a:path extrusionOk="0" h="3145" w="1936">
                  <a:moveTo>
                    <a:pt x="961" y="3144"/>
                  </a:moveTo>
                  <a:lnTo>
                    <a:pt x="961" y="3144"/>
                  </a:lnTo>
                  <a:cubicBezTo>
                    <a:pt x="459" y="75"/>
                    <a:pt x="1698" y="386"/>
                    <a:pt x="1935" y="397"/>
                  </a:cubicBezTo>
                  <a:cubicBezTo>
                    <a:pt x="1588" y="22"/>
                    <a:pt x="0" y="0"/>
                    <a:pt x="961" y="3144"/>
                  </a:cubicBezTo>
                </a:path>
              </a:pathLst>
            </a:custGeom>
            <a:solidFill>
              <a:srgbClr val="FFF3D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"/>
            <p:cNvSpPr/>
            <p:nvPr/>
          </p:nvSpPr>
          <p:spPr>
            <a:xfrm>
              <a:off x="5232797" y="2993827"/>
              <a:ext cx="101818" cy="198239"/>
            </a:xfrm>
            <a:custGeom>
              <a:rect b="b" l="l" r="r" t="t"/>
              <a:pathLst>
                <a:path extrusionOk="0" h="1467" w="754">
                  <a:moveTo>
                    <a:pt x="200" y="0"/>
                  </a:moveTo>
                  <a:lnTo>
                    <a:pt x="200" y="0"/>
                  </a:lnTo>
                  <a:cubicBezTo>
                    <a:pt x="74" y="79"/>
                    <a:pt x="16" y="264"/>
                    <a:pt x="0" y="407"/>
                  </a:cubicBezTo>
                  <a:cubicBezTo>
                    <a:pt x="253" y="353"/>
                    <a:pt x="537" y="507"/>
                    <a:pt x="585" y="575"/>
                  </a:cubicBezTo>
                  <a:cubicBezTo>
                    <a:pt x="395" y="681"/>
                    <a:pt x="338" y="781"/>
                    <a:pt x="232" y="918"/>
                  </a:cubicBezTo>
                  <a:cubicBezTo>
                    <a:pt x="327" y="1040"/>
                    <a:pt x="516" y="1224"/>
                    <a:pt x="685" y="1456"/>
                  </a:cubicBezTo>
                  <a:cubicBezTo>
                    <a:pt x="706" y="1462"/>
                    <a:pt x="733" y="1462"/>
                    <a:pt x="753" y="1466"/>
                  </a:cubicBezTo>
                  <a:cubicBezTo>
                    <a:pt x="601" y="1213"/>
                    <a:pt x="416" y="1034"/>
                    <a:pt x="321" y="907"/>
                  </a:cubicBezTo>
                  <a:cubicBezTo>
                    <a:pt x="427" y="770"/>
                    <a:pt x="500" y="691"/>
                    <a:pt x="695" y="586"/>
                  </a:cubicBezTo>
                  <a:cubicBezTo>
                    <a:pt x="649" y="517"/>
                    <a:pt x="317" y="249"/>
                    <a:pt x="63" y="307"/>
                  </a:cubicBezTo>
                  <a:cubicBezTo>
                    <a:pt x="89" y="158"/>
                    <a:pt x="99" y="101"/>
                    <a:pt x="200" y="0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"/>
            <p:cNvSpPr/>
            <p:nvPr/>
          </p:nvSpPr>
          <p:spPr>
            <a:xfrm>
              <a:off x="5397136" y="2993827"/>
              <a:ext cx="101818" cy="198239"/>
            </a:xfrm>
            <a:custGeom>
              <a:rect b="b" l="l" r="r" t="t"/>
              <a:pathLst>
                <a:path extrusionOk="0" h="1467" w="755">
                  <a:moveTo>
                    <a:pt x="553" y="0"/>
                  </a:moveTo>
                  <a:lnTo>
                    <a:pt x="553" y="0"/>
                  </a:lnTo>
                  <a:cubicBezTo>
                    <a:pt x="680" y="79"/>
                    <a:pt x="738" y="264"/>
                    <a:pt x="754" y="407"/>
                  </a:cubicBezTo>
                  <a:cubicBezTo>
                    <a:pt x="501" y="353"/>
                    <a:pt x="216" y="507"/>
                    <a:pt x="169" y="575"/>
                  </a:cubicBezTo>
                  <a:cubicBezTo>
                    <a:pt x="359" y="681"/>
                    <a:pt x="411" y="781"/>
                    <a:pt x="517" y="918"/>
                  </a:cubicBezTo>
                  <a:cubicBezTo>
                    <a:pt x="427" y="1040"/>
                    <a:pt x="237" y="1224"/>
                    <a:pt x="63" y="1456"/>
                  </a:cubicBezTo>
                  <a:cubicBezTo>
                    <a:pt x="42" y="1462"/>
                    <a:pt x="21" y="1462"/>
                    <a:pt x="0" y="1466"/>
                  </a:cubicBezTo>
                  <a:cubicBezTo>
                    <a:pt x="153" y="1213"/>
                    <a:pt x="337" y="1034"/>
                    <a:pt x="432" y="907"/>
                  </a:cubicBezTo>
                  <a:cubicBezTo>
                    <a:pt x="327" y="770"/>
                    <a:pt x="248" y="691"/>
                    <a:pt x="58" y="586"/>
                  </a:cubicBezTo>
                  <a:cubicBezTo>
                    <a:pt x="106" y="517"/>
                    <a:pt x="438" y="249"/>
                    <a:pt x="691" y="307"/>
                  </a:cubicBezTo>
                  <a:cubicBezTo>
                    <a:pt x="665" y="158"/>
                    <a:pt x="649" y="101"/>
                    <a:pt x="553" y="0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1"/>
            <p:cNvSpPr/>
            <p:nvPr/>
          </p:nvSpPr>
          <p:spPr>
            <a:xfrm>
              <a:off x="5357837" y="3078361"/>
              <a:ext cx="9527" cy="114896"/>
            </a:xfrm>
            <a:custGeom>
              <a:rect b="b" l="l" r="r" t="t"/>
              <a:pathLst>
                <a:path extrusionOk="0" h="850" w="69">
                  <a:moveTo>
                    <a:pt x="47" y="849"/>
                  </a:moveTo>
                  <a:lnTo>
                    <a:pt x="47" y="849"/>
                  </a:lnTo>
                  <a:cubicBezTo>
                    <a:pt x="42" y="559"/>
                    <a:pt x="47" y="206"/>
                    <a:pt x="68" y="0"/>
                  </a:cubicBezTo>
                  <a:cubicBezTo>
                    <a:pt x="6" y="221"/>
                    <a:pt x="0" y="570"/>
                    <a:pt x="16" y="849"/>
                  </a:cubicBezTo>
                  <a:cubicBezTo>
                    <a:pt x="26" y="849"/>
                    <a:pt x="37" y="849"/>
                    <a:pt x="47" y="849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1"/>
            <p:cNvSpPr/>
            <p:nvPr/>
          </p:nvSpPr>
          <p:spPr>
            <a:xfrm>
              <a:off x="5272691" y="2771775"/>
              <a:ext cx="184583" cy="42863"/>
            </a:xfrm>
            <a:custGeom>
              <a:rect b="b" l="l" r="r" t="t"/>
              <a:pathLst>
                <a:path extrusionOk="0" h="317" w="1367">
                  <a:moveTo>
                    <a:pt x="1039" y="311"/>
                  </a:moveTo>
                  <a:lnTo>
                    <a:pt x="1039" y="311"/>
                  </a:lnTo>
                  <a:cubicBezTo>
                    <a:pt x="1060" y="306"/>
                    <a:pt x="1087" y="306"/>
                    <a:pt x="1108" y="306"/>
                  </a:cubicBezTo>
                  <a:cubicBezTo>
                    <a:pt x="1213" y="295"/>
                    <a:pt x="1355" y="222"/>
                    <a:pt x="1361" y="200"/>
                  </a:cubicBezTo>
                  <a:cubicBezTo>
                    <a:pt x="1366" y="174"/>
                    <a:pt x="1355" y="52"/>
                    <a:pt x="1361" y="16"/>
                  </a:cubicBezTo>
                  <a:cubicBezTo>
                    <a:pt x="1361" y="0"/>
                    <a:pt x="1160" y="11"/>
                    <a:pt x="1039" y="21"/>
                  </a:cubicBezTo>
                  <a:cubicBezTo>
                    <a:pt x="1039" y="52"/>
                    <a:pt x="1039" y="52"/>
                    <a:pt x="1039" y="52"/>
                  </a:cubicBezTo>
                  <a:cubicBezTo>
                    <a:pt x="1133" y="42"/>
                    <a:pt x="1308" y="37"/>
                    <a:pt x="1308" y="68"/>
                  </a:cubicBezTo>
                  <a:cubicBezTo>
                    <a:pt x="1303" y="89"/>
                    <a:pt x="1308" y="185"/>
                    <a:pt x="1276" y="216"/>
                  </a:cubicBezTo>
                  <a:cubicBezTo>
                    <a:pt x="1250" y="243"/>
                    <a:pt x="1155" y="268"/>
                    <a:pt x="1065" y="280"/>
                  </a:cubicBezTo>
                  <a:cubicBezTo>
                    <a:pt x="1055" y="285"/>
                    <a:pt x="1044" y="285"/>
                    <a:pt x="1039" y="285"/>
                  </a:cubicBezTo>
                  <a:lnTo>
                    <a:pt x="1039" y="311"/>
                  </a:lnTo>
                  <a:close/>
                  <a:moveTo>
                    <a:pt x="332" y="306"/>
                  </a:moveTo>
                  <a:lnTo>
                    <a:pt x="332" y="306"/>
                  </a:lnTo>
                  <a:cubicBezTo>
                    <a:pt x="433" y="316"/>
                    <a:pt x="538" y="316"/>
                    <a:pt x="554" y="295"/>
                  </a:cubicBezTo>
                  <a:cubicBezTo>
                    <a:pt x="575" y="274"/>
                    <a:pt x="622" y="189"/>
                    <a:pt x="628" y="174"/>
                  </a:cubicBezTo>
                  <a:cubicBezTo>
                    <a:pt x="633" y="142"/>
                    <a:pt x="739" y="148"/>
                    <a:pt x="743" y="174"/>
                  </a:cubicBezTo>
                  <a:cubicBezTo>
                    <a:pt x="749" y="195"/>
                    <a:pt x="791" y="274"/>
                    <a:pt x="817" y="301"/>
                  </a:cubicBezTo>
                  <a:cubicBezTo>
                    <a:pt x="834" y="316"/>
                    <a:pt x="938" y="316"/>
                    <a:pt x="1039" y="311"/>
                  </a:cubicBezTo>
                  <a:cubicBezTo>
                    <a:pt x="1039" y="285"/>
                    <a:pt x="1039" y="285"/>
                    <a:pt x="1039" y="285"/>
                  </a:cubicBezTo>
                  <a:cubicBezTo>
                    <a:pt x="960" y="290"/>
                    <a:pt x="881" y="285"/>
                    <a:pt x="844" y="268"/>
                  </a:cubicBezTo>
                  <a:cubicBezTo>
                    <a:pt x="801" y="248"/>
                    <a:pt x="755" y="153"/>
                    <a:pt x="770" y="127"/>
                  </a:cubicBezTo>
                  <a:cubicBezTo>
                    <a:pt x="786" y="95"/>
                    <a:pt x="928" y="63"/>
                    <a:pt x="1018" y="52"/>
                  </a:cubicBezTo>
                  <a:cubicBezTo>
                    <a:pt x="1023" y="52"/>
                    <a:pt x="1029" y="52"/>
                    <a:pt x="1039" y="52"/>
                  </a:cubicBezTo>
                  <a:cubicBezTo>
                    <a:pt x="1039" y="21"/>
                    <a:pt x="1039" y="21"/>
                    <a:pt x="1039" y="21"/>
                  </a:cubicBezTo>
                  <a:cubicBezTo>
                    <a:pt x="1023" y="27"/>
                    <a:pt x="1007" y="27"/>
                    <a:pt x="996" y="27"/>
                  </a:cubicBezTo>
                  <a:cubicBezTo>
                    <a:pt x="855" y="48"/>
                    <a:pt x="770" y="74"/>
                    <a:pt x="697" y="74"/>
                  </a:cubicBezTo>
                  <a:cubicBezTo>
                    <a:pt x="606" y="74"/>
                    <a:pt x="533" y="52"/>
                    <a:pt x="375" y="27"/>
                  </a:cubicBezTo>
                  <a:cubicBezTo>
                    <a:pt x="364" y="27"/>
                    <a:pt x="348" y="21"/>
                    <a:pt x="332" y="21"/>
                  </a:cubicBezTo>
                  <a:cubicBezTo>
                    <a:pt x="332" y="48"/>
                    <a:pt x="332" y="48"/>
                    <a:pt x="332" y="48"/>
                  </a:cubicBezTo>
                  <a:cubicBezTo>
                    <a:pt x="338" y="52"/>
                    <a:pt x="342" y="52"/>
                    <a:pt x="348" y="52"/>
                  </a:cubicBezTo>
                  <a:cubicBezTo>
                    <a:pt x="443" y="63"/>
                    <a:pt x="580" y="95"/>
                    <a:pt x="596" y="121"/>
                  </a:cubicBezTo>
                  <a:cubicBezTo>
                    <a:pt x="617" y="153"/>
                    <a:pt x="564" y="248"/>
                    <a:pt x="527" y="268"/>
                  </a:cubicBezTo>
                  <a:cubicBezTo>
                    <a:pt x="491" y="285"/>
                    <a:pt x="411" y="290"/>
                    <a:pt x="332" y="285"/>
                  </a:cubicBezTo>
                  <a:lnTo>
                    <a:pt x="332" y="306"/>
                  </a:lnTo>
                  <a:close/>
                  <a:moveTo>
                    <a:pt x="5" y="16"/>
                  </a:moveTo>
                  <a:lnTo>
                    <a:pt x="5" y="16"/>
                  </a:lnTo>
                  <a:cubicBezTo>
                    <a:pt x="10" y="52"/>
                    <a:pt x="0" y="174"/>
                    <a:pt x="5" y="200"/>
                  </a:cubicBezTo>
                  <a:cubicBezTo>
                    <a:pt x="10" y="222"/>
                    <a:pt x="153" y="290"/>
                    <a:pt x="263" y="301"/>
                  </a:cubicBezTo>
                  <a:cubicBezTo>
                    <a:pt x="285" y="306"/>
                    <a:pt x="311" y="306"/>
                    <a:pt x="332" y="306"/>
                  </a:cubicBezTo>
                  <a:cubicBezTo>
                    <a:pt x="332" y="285"/>
                    <a:pt x="332" y="285"/>
                    <a:pt x="332" y="285"/>
                  </a:cubicBezTo>
                  <a:cubicBezTo>
                    <a:pt x="321" y="285"/>
                    <a:pt x="317" y="285"/>
                    <a:pt x="306" y="280"/>
                  </a:cubicBezTo>
                  <a:cubicBezTo>
                    <a:pt x="216" y="268"/>
                    <a:pt x="121" y="243"/>
                    <a:pt x="95" y="216"/>
                  </a:cubicBezTo>
                  <a:cubicBezTo>
                    <a:pt x="63" y="185"/>
                    <a:pt x="63" y="89"/>
                    <a:pt x="63" y="68"/>
                  </a:cubicBezTo>
                  <a:cubicBezTo>
                    <a:pt x="63" y="37"/>
                    <a:pt x="232" y="37"/>
                    <a:pt x="332" y="48"/>
                  </a:cubicBezTo>
                  <a:cubicBezTo>
                    <a:pt x="332" y="21"/>
                    <a:pt x="332" y="21"/>
                    <a:pt x="332" y="21"/>
                  </a:cubicBezTo>
                  <a:cubicBezTo>
                    <a:pt x="211" y="11"/>
                    <a:pt x="5" y="0"/>
                    <a:pt x="5" y="16"/>
                  </a:cubicBezTo>
                  <a:close/>
                </a:path>
              </a:pathLst>
            </a:custGeom>
            <a:solidFill>
              <a:srgbClr val="C84B4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"/>
            <p:cNvSpPr/>
            <p:nvPr/>
          </p:nvSpPr>
          <p:spPr>
            <a:xfrm>
              <a:off x="5244110" y="2648546"/>
              <a:ext cx="242339" cy="115491"/>
            </a:xfrm>
            <a:custGeom>
              <a:rect b="b" l="l" r="r" t="t"/>
              <a:pathLst>
                <a:path extrusionOk="0" h="855" w="1794">
                  <a:moveTo>
                    <a:pt x="0" y="854"/>
                  </a:moveTo>
                  <a:lnTo>
                    <a:pt x="0" y="854"/>
                  </a:lnTo>
                  <a:cubicBezTo>
                    <a:pt x="0" y="617"/>
                    <a:pt x="100" y="405"/>
                    <a:pt x="264" y="247"/>
                  </a:cubicBezTo>
                  <a:cubicBezTo>
                    <a:pt x="422" y="94"/>
                    <a:pt x="649" y="0"/>
                    <a:pt x="897" y="0"/>
                  </a:cubicBezTo>
                  <a:cubicBezTo>
                    <a:pt x="1145" y="0"/>
                    <a:pt x="1366" y="94"/>
                    <a:pt x="1529" y="247"/>
                  </a:cubicBezTo>
                  <a:cubicBezTo>
                    <a:pt x="1693" y="405"/>
                    <a:pt x="1793" y="617"/>
                    <a:pt x="1793" y="854"/>
                  </a:cubicBezTo>
                  <a:cubicBezTo>
                    <a:pt x="1735" y="854"/>
                    <a:pt x="1735" y="854"/>
                    <a:pt x="1735" y="854"/>
                  </a:cubicBezTo>
                  <a:cubicBezTo>
                    <a:pt x="1735" y="638"/>
                    <a:pt x="1641" y="437"/>
                    <a:pt x="1487" y="295"/>
                  </a:cubicBezTo>
                  <a:cubicBezTo>
                    <a:pt x="1340" y="147"/>
                    <a:pt x="1128" y="58"/>
                    <a:pt x="897" y="58"/>
                  </a:cubicBezTo>
                  <a:cubicBezTo>
                    <a:pt x="665" y="58"/>
                    <a:pt x="453" y="147"/>
                    <a:pt x="306" y="295"/>
                  </a:cubicBezTo>
                  <a:cubicBezTo>
                    <a:pt x="153" y="437"/>
                    <a:pt x="58" y="638"/>
                    <a:pt x="58" y="854"/>
                  </a:cubicBezTo>
                  <a:lnTo>
                    <a:pt x="0" y="854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"/>
            <p:cNvSpPr/>
            <p:nvPr/>
          </p:nvSpPr>
          <p:spPr>
            <a:xfrm>
              <a:off x="5236370" y="2761061"/>
              <a:ext cx="20244" cy="50601"/>
            </a:xfrm>
            <a:custGeom>
              <a:rect b="b" l="l" r="r" t="t"/>
              <a:pathLst>
                <a:path extrusionOk="0" h="375" w="149">
                  <a:moveTo>
                    <a:pt x="73" y="0"/>
                  </a:moveTo>
                  <a:lnTo>
                    <a:pt x="73" y="0"/>
                  </a:lnTo>
                  <a:cubicBezTo>
                    <a:pt x="116" y="0"/>
                    <a:pt x="148" y="31"/>
                    <a:pt x="148" y="73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43"/>
                    <a:pt x="116" y="374"/>
                    <a:pt x="73" y="374"/>
                  </a:cubicBezTo>
                  <a:cubicBezTo>
                    <a:pt x="31" y="374"/>
                    <a:pt x="0" y="343"/>
                    <a:pt x="0" y="30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31"/>
                    <a:pt x="31" y="0"/>
                    <a:pt x="73" y="0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"/>
            <p:cNvSpPr/>
            <p:nvPr/>
          </p:nvSpPr>
          <p:spPr>
            <a:xfrm>
              <a:off x="5473946" y="2761061"/>
              <a:ext cx="20244" cy="50601"/>
            </a:xfrm>
            <a:custGeom>
              <a:rect b="b" l="l" r="r" t="t"/>
              <a:pathLst>
                <a:path extrusionOk="0" h="375" w="149">
                  <a:moveTo>
                    <a:pt x="75" y="0"/>
                  </a:moveTo>
                  <a:lnTo>
                    <a:pt x="75" y="0"/>
                  </a:lnTo>
                  <a:cubicBezTo>
                    <a:pt x="117" y="0"/>
                    <a:pt x="148" y="31"/>
                    <a:pt x="148" y="73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43"/>
                    <a:pt x="117" y="374"/>
                    <a:pt x="75" y="374"/>
                  </a:cubicBezTo>
                  <a:cubicBezTo>
                    <a:pt x="32" y="374"/>
                    <a:pt x="0" y="343"/>
                    <a:pt x="0" y="301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31"/>
                    <a:pt x="32" y="0"/>
                    <a:pt x="75" y="0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"/>
            <p:cNvSpPr/>
            <p:nvPr/>
          </p:nvSpPr>
          <p:spPr>
            <a:xfrm>
              <a:off x="5241728" y="2811662"/>
              <a:ext cx="92887" cy="82153"/>
            </a:xfrm>
            <a:custGeom>
              <a:rect b="b" l="l" r="r" t="t"/>
              <a:pathLst>
                <a:path extrusionOk="0" h="608" w="686">
                  <a:moveTo>
                    <a:pt x="64" y="0"/>
                  </a:moveTo>
                  <a:lnTo>
                    <a:pt x="64" y="0"/>
                  </a:lnTo>
                  <a:cubicBezTo>
                    <a:pt x="64" y="127"/>
                    <a:pt x="137" y="270"/>
                    <a:pt x="264" y="380"/>
                  </a:cubicBezTo>
                  <a:cubicBezTo>
                    <a:pt x="375" y="475"/>
                    <a:pt x="523" y="544"/>
                    <a:pt x="685" y="548"/>
                  </a:cubicBezTo>
                  <a:cubicBezTo>
                    <a:pt x="685" y="607"/>
                    <a:pt x="685" y="607"/>
                    <a:pt x="685" y="607"/>
                  </a:cubicBezTo>
                  <a:cubicBezTo>
                    <a:pt x="507" y="607"/>
                    <a:pt x="343" y="528"/>
                    <a:pt x="222" y="422"/>
                  </a:cubicBezTo>
                  <a:cubicBezTo>
                    <a:pt x="85" y="301"/>
                    <a:pt x="0" y="143"/>
                    <a:pt x="0" y="0"/>
                  </a:cubicBezTo>
                  <a:lnTo>
                    <a:pt x="64" y="0"/>
                  </a:ln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"/>
            <p:cNvSpPr/>
            <p:nvPr/>
          </p:nvSpPr>
          <p:spPr>
            <a:xfrm>
              <a:off x="5309608" y="2880718"/>
              <a:ext cx="46443" cy="24408"/>
            </a:xfrm>
            <a:custGeom>
              <a:rect b="b" l="l" r="r" t="t"/>
              <a:pathLst>
                <a:path extrusionOk="0" h="180" w="344">
                  <a:moveTo>
                    <a:pt x="206" y="148"/>
                  </a:moveTo>
                  <a:lnTo>
                    <a:pt x="206" y="148"/>
                  </a:lnTo>
                  <a:cubicBezTo>
                    <a:pt x="64" y="100"/>
                    <a:pt x="64" y="100"/>
                    <a:pt x="64" y="100"/>
                  </a:cubicBezTo>
                  <a:cubicBezTo>
                    <a:pt x="0" y="79"/>
                    <a:pt x="16" y="0"/>
                    <a:pt x="85" y="5"/>
                  </a:cubicBezTo>
                  <a:cubicBezTo>
                    <a:pt x="238" y="11"/>
                    <a:pt x="238" y="11"/>
                    <a:pt x="238" y="11"/>
                  </a:cubicBezTo>
                  <a:cubicBezTo>
                    <a:pt x="343" y="16"/>
                    <a:pt x="317" y="179"/>
                    <a:pt x="206" y="148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1"/>
          <p:cNvGrpSpPr/>
          <p:nvPr/>
        </p:nvGrpSpPr>
        <p:grpSpPr>
          <a:xfrm>
            <a:off x="7581900" y="1673225"/>
            <a:ext cx="687388" cy="688975"/>
            <a:chOff x="7581763" y="1673424"/>
            <a:chExt cx="688315" cy="688181"/>
          </a:xfrm>
        </p:grpSpPr>
        <p:sp>
          <p:nvSpPr>
            <p:cNvPr id="1399" name="Google Shape;1399;p1"/>
            <p:cNvSpPr/>
            <p:nvPr/>
          </p:nvSpPr>
          <p:spPr>
            <a:xfrm>
              <a:off x="7581763" y="1673424"/>
              <a:ext cx="688315" cy="688181"/>
            </a:xfrm>
            <a:custGeom>
              <a:rect b="b" l="l" r="r" t="t"/>
              <a:pathLst>
                <a:path extrusionOk="0" h="5096" w="5096">
                  <a:moveTo>
                    <a:pt x="2547" y="5095"/>
                  </a:moveTo>
                  <a:lnTo>
                    <a:pt x="2547" y="5095"/>
                  </a:lnTo>
                  <a:cubicBezTo>
                    <a:pt x="1144" y="5095"/>
                    <a:pt x="0" y="3956"/>
                    <a:pt x="0" y="2548"/>
                  </a:cubicBezTo>
                  <a:cubicBezTo>
                    <a:pt x="0" y="1140"/>
                    <a:pt x="1144" y="0"/>
                    <a:pt x="2547" y="0"/>
                  </a:cubicBezTo>
                  <a:cubicBezTo>
                    <a:pt x="3955" y="0"/>
                    <a:pt x="5095" y="1140"/>
                    <a:pt x="5095" y="2548"/>
                  </a:cubicBezTo>
                  <a:cubicBezTo>
                    <a:pt x="5095" y="3956"/>
                    <a:pt x="3955" y="5095"/>
                    <a:pt x="2547" y="5095"/>
                  </a:cubicBezTo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"/>
            <p:cNvSpPr/>
            <p:nvPr/>
          </p:nvSpPr>
          <p:spPr>
            <a:xfrm>
              <a:off x="7728835" y="2127647"/>
              <a:ext cx="392983" cy="226814"/>
            </a:xfrm>
            <a:custGeom>
              <a:rect b="b" l="l" r="r" t="t"/>
              <a:pathLst>
                <a:path extrusionOk="0" h="1679" w="2912">
                  <a:moveTo>
                    <a:pt x="506" y="343"/>
                  </a:moveTo>
                  <a:lnTo>
                    <a:pt x="506" y="343"/>
                  </a:lnTo>
                  <a:cubicBezTo>
                    <a:pt x="253" y="506"/>
                    <a:pt x="148" y="860"/>
                    <a:pt x="0" y="1271"/>
                  </a:cubicBezTo>
                  <a:cubicBezTo>
                    <a:pt x="190" y="1403"/>
                    <a:pt x="401" y="1509"/>
                    <a:pt x="623" y="1588"/>
                  </a:cubicBezTo>
                  <a:cubicBezTo>
                    <a:pt x="881" y="1678"/>
                    <a:pt x="1166" y="1598"/>
                    <a:pt x="1456" y="1598"/>
                  </a:cubicBezTo>
                  <a:cubicBezTo>
                    <a:pt x="1746" y="1598"/>
                    <a:pt x="2026" y="1678"/>
                    <a:pt x="2284" y="1593"/>
                  </a:cubicBezTo>
                  <a:cubicBezTo>
                    <a:pt x="2511" y="1514"/>
                    <a:pt x="2716" y="1408"/>
                    <a:pt x="2911" y="1271"/>
                  </a:cubicBezTo>
                  <a:cubicBezTo>
                    <a:pt x="2764" y="855"/>
                    <a:pt x="2658" y="502"/>
                    <a:pt x="2405" y="343"/>
                  </a:cubicBezTo>
                  <a:cubicBezTo>
                    <a:pt x="1973" y="74"/>
                    <a:pt x="1709" y="6"/>
                    <a:pt x="1456" y="6"/>
                  </a:cubicBezTo>
                  <a:cubicBezTo>
                    <a:pt x="1192" y="0"/>
                    <a:pt x="934" y="64"/>
                    <a:pt x="506" y="34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"/>
            <p:cNvSpPr/>
            <p:nvPr/>
          </p:nvSpPr>
          <p:spPr>
            <a:xfrm>
              <a:off x="7877096" y="1998465"/>
              <a:ext cx="97055" cy="193476"/>
            </a:xfrm>
            <a:custGeom>
              <a:rect b="b" l="l" r="r" t="t"/>
              <a:pathLst>
                <a:path extrusionOk="0" h="1435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44"/>
                    <a:pt x="717" y="1044"/>
                    <a:pt x="717" y="1044"/>
                  </a:cubicBezTo>
                  <a:cubicBezTo>
                    <a:pt x="717" y="1392"/>
                    <a:pt x="0" y="1434"/>
                    <a:pt x="0" y="1044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"/>
            <p:cNvSpPr/>
            <p:nvPr/>
          </p:nvSpPr>
          <p:spPr>
            <a:xfrm>
              <a:off x="7877096" y="2069307"/>
              <a:ext cx="97055" cy="66080"/>
            </a:xfrm>
            <a:custGeom>
              <a:rect b="b" l="l" r="r" t="t"/>
              <a:pathLst>
                <a:path extrusionOk="0" h="491" w="718">
                  <a:moveTo>
                    <a:pt x="717" y="132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0"/>
                  </a:lnTo>
                  <a:lnTo>
                    <a:pt x="717" y="132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"/>
            <p:cNvSpPr/>
            <p:nvPr/>
          </p:nvSpPr>
          <p:spPr>
            <a:xfrm>
              <a:off x="7719902" y="1820465"/>
              <a:ext cx="412037" cy="271463"/>
            </a:xfrm>
            <a:custGeom>
              <a:rect b="b" l="l" r="r" t="t"/>
              <a:pathLst>
                <a:path extrusionOk="0" h="2010" w="3050">
                  <a:moveTo>
                    <a:pt x="1525" y="0"/>
                  </a:moveTo>
                  <a:lnTo>
                    <a:pt x="1525" y="0"/>
                  </a:lnTo>
                  <a:cubicBezTo>
                    <a:pt x="3049" y="0"/>
                    <a:pt x="2432" y="2009"/>
                    <a:pt x="1525" y="2009"/>
                  </a:cubicBezTo>
                  <a:cubicBezTo>
                    <a:pt x="618" y="2009"/>
                    <a:pt x="0" y="0"/>
                    <a:pt x="1525" y="0"/>
                  </a:cubicBezTo>
                </a:path>
              </a:pathLst>
            </a:custGeom>
            <a:solidFill>
              <a:srgbClr val="F0CEA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"/>
            <p:cNvSpPr/>
            <p:nvPr/>
          </p:nvSpPr>
          <p:spPr>
            <a:xfrm>
              <a:off x="7925326" y="1820465"/>
              <a:ext cx="206018" cy="271463"/>
            </a:xfrm>
            <a:custGeom>
              <a:rect b="b" l="l" r="r" t="t"/>
              <a:pathLst>
                <a:path extrusionOk="0" h="2010" w="1525">
                  <a:moveTo>
                    <a:pt x="0" y="0"/>
                  </a:moveTo>
                  <a:lnTo>
                    <a:pt x="0" y="0"/>
                  </a:lnTo>
                  <a:cubicBezTo>
                    <a:pt x="1524" y="0"/>
                    <a:pt x="907" y="2009"/>
                    <a:pt x="0" y="200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1"/>
            <p:cNvSpPr/>
            <p:nvPr/>
          </p:nvSpPr>
          <p:spPr>
            <a:xfrm>
              <a:off x="7778851" y="1769864"/>
              <a:ext cx="293546" cy="221456"/>
            </a:xfrm>
            <a:custGeom>
              <a:rect b="b" l="l" r="r" t="t"/>
              <a:pathLst>
                <a:path extrusionOk="0" h="1641" w="2174">
                  <a:moveTo>
                    <a:pt x="1071" y="611"/>
                  </a:moveTo>
                  <a:lnTo>
                    <a:pt x="1071" y="611"/>
                  </a:lnTo>
                  <a:cubicBezTo>
                    <a:pt x="1240" y="611"/>
                    <a:pt x="1314" y="538"/>
                    <a:pt x="1429" y="590"/>
                  </a:cubicBezTo>
                  <a:cubicBezTo>
                    <a:pt x="1662" y="701"/>
                    <a:pt x="1863" y="1002"/>
                    <a:pt x="1915" y="1207"/>
                  </a:cubicBezTo>
                  <a:cubicBezTo>
                    <a:pt x="2000" y="1519"/>
                    <a:pt x="1952" y="1492"/>
                    <a:pt x="2063" y="1255"/>
                  </a:cubicBezTo>
                  <a:cubicBezTo>
                    <a:pt x="2173" y="1018"/>
                    <a:pt x="1905" y="0"/>
                    <a:pt x="1113" y="0"/>
                  </a:cubicBezTo>
                  <a:cubicBezTo>
                    <a:pt x="322" y="0"/>
                    <a:pt x="0" y="786"/>
                    <a:pt x="106" y="1213"/>
                  </a:cubicBezTo>
                  <a:cubicBezTo>
                    <a:pt x="216" y="1640"/>
                    <a:pt x="216" y="1540"/>
                    <a:pt x="291" y="1213"/>
                  </a:cubicBezTo>
                  <a:cubicBezTo>
                    <a:pt x="359" y="891"/>
                    <a:pt x="507" y="627"/>
                    <a:pt x="1071" y="611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"/>
            <p:cNvSpPr/>
            <p:nvPr/>
          </p:nvSpPr>
          <p:spPr>
            <a:xfrm>
              <a:off x="7797309" y="1815704"/>
              <a:ext cx="257225" cy="163116"/>
            </a:xfrm>
            <a:custGeom>
              <a:rect b="b" l="l" r="r" t="t"/>
              <a:pathLst>
                <a:path extrusionOk="0" h="1209" w="1906">
                  <a:moveTo>
                    <a:pt x="1356" y="270"/>
                  </a:moveTo>
                  <a:lnTo>
                    <a:pt x="1356" y="270"/>
                  </a:lnTo>
                  <a:cubicBezTo>
                    <a:pt x="1245" y="370"/>
                    <a:pt x="866" y="586"/>
                    <a:pt x="644" y="591"/>
                  </a:cubicBezTo>
                  <a:cubicBezTo>
                    <a:pt x="702" y="544"/>
                    <a:pt x="739" y="491"/>
                    <a:pt x="760" y="432"/>
                  </a:cubicBezTo>
                  <a:cubicBezTo>
                    <a:pt x="776" y="374"/>
                    <a:pt x="459" y="659"/>
                    <a:pt x="328" y="670"/>
                  </a:cubicBezTo>
                  <a:cubicBezTo>
                    <a:pt x="397" y="591"/>
                    <a:pt x="407" y="554"/>
                    <a:pt x="407" y="511"/>
                  </a:cubicBezTo>
                  <a:cubicBezTo>
                    <a:pt x="201" y="628"/>
                    <a:pt x="201" y="849"/>
                    <a:pt x="201" y="1028"/>
                  </a:cubicBezTo>
                  <a:cubicBezTo>
                    <a:pt x="201" y="1208"/>
                    <a:pt x="106" y="1155"/>
                    <a:pt x="122" y="960"/>
                  </a:cubicBezTo>
                  <a:cubicBezTo>
                    <a:pt x="133" y="765"/>
                    <a:pt x="0" y="522"/>
                    <a:pt x="69" y="370"/>
                  </a:cubicBezTo>
                  <a:cubicBezTo>
                    <a:pt x="133" y="216"/>
                    <a:pt x="997" y="0"/>
                    <a:pt x="1271" y="0"/>
                  </a:cubicBezTo>
                  <a:cubicBezTo>
                    <a:pt x="1546" y="0"/>
                    <a:pt x="1772" y="274"/>
                    <a:pt x="1841" y="396"/>
                  </a:cubicBezTo>
                  <a:cubicBezTo>
                    <a:pt x="1905" y="511"/>
                    <a:pt x="1778" y="849"/>
                    <a:pt x="1784" y="955"/>
                  </a:cubicBezTo>
                  <a:cubicBezTo>
                    <a:pt x="1784" y="1066"/>
                    <a:pt x="1699" y="1182"/>
                    <a:pt x="1699" y="955"/>
                  </a:cubicBezTo>
                  <a:cubicBezTo>
                    <a:pt x="1693" y="723"/>
                    <a:pt x="1562" y="486"/>
                    <a:pt x="1356" y="270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1"/>
            <p:cNvSpPr/>
            <p:nvPr/>
          </p:nvSpPr>
          <p:spPr>
            <a:xfrm>
              <a:off x="8033098" y="1912145"/>
              <a:ext cx="35131" cy="65484"/>
            </a:xfrm>
            <a:custGeom>
              <a:rect b="b" l="l" r="r" t="t"/>
              <a:pathLst>
                <a:path extrusionOk="0" h="487" w="259">
                  <a:moveTo>
                    <a:pt x="184" y="11"/>
                  </a:moveTo>
                  <a:lnTo>
                    <a:pt x="184" y="11"/>
                  </a:lnTo>
                  <a:cubicBezTo>
                    <a:pt x="237" y="22"/>
                    <a:pt x="258" y="137"/>
                    <a:pt x="231" y="264"/>
                  </a:cubicBezTo>
                  <a:cubicBezTo>
                    <a:pt x="199" y="396"/>
                    <a:pt x="131" y="486"/>
                    <a:pt x="79" y="475"/>
                  </a:cubicBezTo>
                  <a:cubicBezTo>
                    <a:pt x="21" y="465"/>
                    <a:pt x="0" y="349"/>
                    <a:pt x="31" y="222"/>
                  </a:cubicBezTo>
                  <a:cubicBezTo>
                    <a:pt x="58" y="91"/>
                    <a:pt x="126" y="0"/>
                    <a:pt x="184" y="11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1"/>
            <p:cNvSpPr/>
            <p:nvPr/>
          </p:nvSpPr>
          <p:spPr>
            <a:xfrm>
              <a:off x="7783018" y="1912145"/>
              <a:ext cx="35131" cy="65484"/>
            </a:xfrm>
            <a:custGeom>
              <a:rect b="b" l="l" r="r" t="t"/>
              <a:pathLst>
                <a:path extrusionOk="0" h="487" w="260">
                  <a:moveTo>
                    <a:pt x="74" y="11"/>
                  </a:moveTo>
                  <a:lnTo>
                    <a:pt x="74" y="11"/>
                  </a:lnTo>
                  <a:cubicBezTo>
                    <a:pt x="22" y="22"/>
                    <a:pt x="0" y="137"/>
                    <a:pt x="26" y="264"/>
                  </a:cubicBezTo>
                  <a:cubicBezTo>
                    <a:pt x="58" y="396"/>
                    <a:pt x="126" y="486"/>
                    <a:pt x="180" y="475"/>
                  </a:cubicBezTo>
                  <a:cubicBezTo>
                    <a:pt x="238" y="465"/>
                    <a:pt x="259" y="349"/>
                    <a:pt x="227" y="222"/>
                  </a:cubicBezTo>
                  <a:cubicBezTo>
                    <a:pt x="201" y="91"/>
                    <a:pt x="132" y="0"/>
                    <a:pt x="74" y="11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1"/>
            <p:cNvSpPr/>
            <p:nvPr/>
          </p:nvSpPr>
          <p:spPr>
            <a:xfrm>
              <a:off x="7856852" y="2127647"/>
              <a:ext cx="68474" cy="64294"/>
            </a:xfrm>
            <a:custGeom>
              <a:rect b="b" l="l" r="r" t="t"/>
              <a:pathLst>
                <a:path extrusionOk="0" h="476" w="508">
                  <a:moveTo>
                    <a:pt x="433" y="201"/>
                  </a:moveTo>
                  <a:lnTo>
                    <a:pt x="433" y="201"/>
                  </a:lnTo>
                  <a:cubicBezTo>
                    <a:pt x="291" y="43"/>
                    <a:pt x="16" y="0"/>
                    <a:pt x="33" y="111"/>
                  </a:cubicBezTo>
                  <a:cubicBezTo>
                    <a:pt x="54" y="216"/>
                    <a:pt x="64" y="285"/>
                    <a:pt x="33" y="380"/>
                  </a:cubicBezTo>
                  <a:cubicBezTo>
                    <a:pt x="0" y="475"/>
                    <a:pt x="338" y="444"/>
                    <a:pt x="423" y="365"/>
                  </a:cubicBezTo>
                  <a:cubicBezTo>
                    <a:pt x="507" y="280"/>
                    <a:pt x="502" y="253"/>
                    <a:pt x="433" y="201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1"/>
            <p:cNvSpPr/>
            <p:nvPr/>
          </p:nvSpPr>
          <p:spPr>
            <a:xfrm>
              <a:off x="7919967" y="2127647"/>
              <a:ext cx="67879" cy="64294"/>
            </a:xfrm>
            <a:custGeom>
              <a:rect b="b" l="l" r="r" t="t"/>
              <a:pathLst>
                <a:path extrusionOk="0" h="476" w="502">
                  <a:moveTo>
                    <a:pt x="74" y="201"/>
                  </a:moveTo>
                  <a:lnTo>
                    <a:pt x="74" y="201"/>
                  </a:lnTo>
                  <a:cubicBezTo>
                    <a:pt x="216" y="43"/>
                    <a:pt x="490" y="0"/>
                    <a:pt x="475" y="111"/>
                  </a:cubicBezTo>
                  <a:cubicBezTo>
                    <a:pt x="453" y="216"/>
                    <a:pt x="442" y="285"/>
                    <a:pt x="475" y="380"/>
                  </a:cubicBezTo>
                  <a:cubicBezTo>
                    <a:pt x="501" y="475"/>
                    <a:pt x="164" y="444"/>
                    <a:pt x="85" y="365"/>
                  </a:cubicBezTo>
                  <a:cubicBezTo>
                    <a:pt x="0" y="280"/>
                    <a:pt x="5" y="253"/>
                    <a:pt x="74" y="201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1"/>
            <p:cNvSpPr/>
            <p:nvPr/>
          </p:nvSpPr>
          <p:spPr>
            <a:xfrm>
              <a:off x="7900913" y="2138959"/>
              <a:ext cx="48230" cy="46434"/>
            </a:xfrm>
            <a:custGeom>
              <a:rect b="b" l="l" r="r" t="t"/>
              <a:pathLst>
                <a:path extrusionOk="0" h="343" w="355">
                  <a:moveTo>
                    <a:pt x="48" y="31"/>
                  </a:moveTo>
                  <a:lnTo>
                    <a:pt x="48" y="31"/>
                  </a:lnTo>
                  <a:cubicBezTo>
                    <a:pt x="111" y="0"/>
                    <a:pt x="238" y="5"/>
                    <a:pt x="301" y="31"/>
                  </a:cubicBezTo>
                  <a:cubicBezTo>
                    <a:pt x="354" y="52"/>
                    <a:pt x="322" y="126"/>
                    <a:pt x="322" y="179"/>
                  </a:cubicBezTo>
                  <a:cubicBezTo>
                    <a:pt x="322" y="232"/>
                    <a:pt x="354" y="300"/>
                    <a:pt x="301" y="316"/>
                  </a:cubicBezTo>
                  <a:cubicBezTo>
                    <a:pt x="232" y="338"/>
                    <a:pt x="111" y="342"/>
                    <a:pt x="48" y="316"/>
                  </a:cubicBezTo>
                  <a:cubicBezTo>
                    <a:pt x="0" y="295"/>
                    <a:pt x="32" y="226"/>
                    <a:pt x="32" y="174"/>
                  </a:cubicBezTo>
                  <a:cubicBezTo>
                    <a:pt x="32" y="121"/>
                    <a:pt x="6" y="58"/>
                    <a:pt x="48" y="31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1"/>
            <p:cNvSpPr/>
            <p:nvPr/>
          </p:nvSpPr>
          <p:spPr>
            <a:xfrm>
              <a:off x="7805050" y="2147292"/>
              <a:ext cx="240553" cy="213717"/>
            </a:xfrm>
            <a:custGeom>
              <a:rect b="b" l="l" r="r" t="t"/>
              <a:pathLst>
                <a:path extrusionOk="0" h="1583" w="1783">
                  <a:moveTo>
                    <a:pt x="58" y="1440"/>
                  </a:moveTo>
                  <a:lnTo>
                    <a:pt x="58" y="1440"/>
                  </a:lnTo>
                  <a:cubicBezTo>
                    <a:pt x="226" y="1087"/>
                    <a:pt x="195" y="495"/>
                    <a:pt x="0" y="158"/>
                  </a:cubicBezTo>
                  <a:cubicBezTo>
                    <a:pt x="105" y="95"/>
                    <a:pt x="200" y="42"/>
                    <a:pt x="284" y="0"/>
                  </a:cubicBezTo>
                  <a:cubicBezTo>
                    <a:pt x="342" y="358"/>
                    <a:pt x="595" y="744"/>
                    <a:pt x="891" y="892"/>
                  </a:cubicBezTo>
                  <a:cubicBezTo>
                    <a:pt x="1186" y="744"/>
                    <a:pt x="1439" y="364"/>
                    <a:pt x="1497" y="5"/>
                  </a:cubicBezTo>
                  <a:cubicBezTo>
                    <a:pt x="1587" y="47"/>
                    <a:pt x="1677" y="100"/>
                    <a:pt x="1782" y="163"/>
                  </a:cubicBezTo>
                  <a:cubicBezTo>
                    <a:pt x="1592" y="495"/>
                    <a:pt x="1561" y="1087"/>
                    <a:pt x="1725" y="1440"/>
                  </a:cubicBezTo>
                  <a:cubicBezTo>
                    <a:pt x="1466" y="1534"/>
                    <a:pt x="1191" y="1577"/>
                    <a:pt x="891" y="1582"/>
                  </a:cubicBezTo>
                  <a:cubicBezTo>
                    <a:pt x="595" y="1366"/>
                    <a:pt x="284" y="1260"/>
                    <a:pt x="58" y="1440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"/>
            <p:cNvSpPr/>
            <p:nvPr/>
          </p:nvSpPr>
          <p:spPr>
            <a:xfrm>
              <a:off x="7900913" y="2140149"/>
              <a:ext cx="25008" cy="44648"/>
            </a:xfrm>
            <a:custGeom>
              <a:rect b="b" l="l" r="r" t="t"/>
              <a:pathLst>
                <a:path extrusionOk="0" h="329" w="186">
                  <a:moveTo>
                    <a:pt x="48" y="21"/>
                  </a:moveTo>
                  <a:lnTo>
                    <a:pt x="48" y="21"/>
                  </a:lnTo>
                  <a:cubicBezTo>
                    <a:pt x="79" y="6"/>
                    <a:pt x="132" y="0"/>
                    <a:pt x="185" y="0"/>
                  </a:cubicBezTo>
                  <a:cubicBezTo>
                    <a:pt x="185" y="322"/>
                    <a:pt x="185" y="322"/>
                    <a:pt x="185" y="322"/>
                  </a:cubicBezTo>
                  <a:cubicBezTo>
                    <a:pt x="132" y="328"/>
                    <a:pt x="85" y="316"/>
                    <a:pt x="48" y="306"/>
                  </a:cubicBezTo>
                  <a:cubicBezTo>
                    <a:pt x="0" y="285"/>
                    <a:pt x="32" y="216"/>
                    <a:pt x="32" y="164"/>
                  </a:cubicBezTo>
                  <a:cubicBezTo>
                    <a:pt x="32" y="111"/>
                    <a:pt x="6" y="48"/>
                    <a:pt x="48" y="21"/>
                  </a:cubicBezTo>
                </a:path>
              </a:pathLst>
            </a:custGeom>
            <a:solidFill>
              <a:srgbClr val="1B384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"/>
            <p:cNvSpPr/>
            <p:nvPr/>
          </p:nvSpPr>
          <p:spPr>
            <a:xfrm>
              <a:off x="7805049" y="2147292"/>
              <a:ext cx="120277" cy="213717"/>
            </a:xfrm>
            <a:custGeom>
              <a:rect b="b" l="l" r="r" t="t"/>
              <a:pathLst>
                <a:path extrusionOk="0" h="1583" w="892">
                  <a:moveTo>
                    <a:pt x="58" y="1440"/>
                  </a:moveTo>
                  <a:lnTo>
                    <a:pt x="58" y="1440"/>
                  </a:lnTo>
                  <a:cubicBezTo>
                    <a:pt x="226" y="1087"/>
                    <a:pt x="195" y="495"/>
                    <a:pt x="0" y="158"/>
                  </a:cubicBezTo>
                  <a:cubicBezTo>
                    <a:pt x="105" y="95"/>
                    <a:pt x="200" y="42"/>
                    <a:pt x="284" y="0"/>
                  </a:cubicBezTo>
                  <a:cubicBezTo>
                    <a:pt x="342" y="358"/>
                    <a:pt x="595" y="744"/>
                    <a:pt x="891" y="892"/>
                  </a:cubicBezTo>
                  <a:cubicBezTo>
                    <a:pt x="891" y="1582"/>
                    <a:pt x="891" y="1582"/>
                    <a:pt x="891" y="1582"/>
                  </a:cubicBezTo>
                  <a:cubicBezTo>
                    <a:pt x="601" y="1582"/>
                    <a:pt x="321" y="1530"/>
                    <a:pt x="58" y="1440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5" name="Google Shape;1415;p1"/>
          <p:cNvGrpSpPr/>
          <p:nvPr/>
        </p:nvGrpSpPr>
        <p:grpSpPr>
          <a:xfrm>
            <a:off x="6775450" y="944563"/>
            <a:ext cx="688975" cy="687387"/>
            <a:chOff x="6776148" y="944166"/>
            <a:chExt cx="688315" cy="687586"/>
          </a:xfrm>
        </p:grpSpPr>
        <p:sp>
          <p:nvSpPr>
            <p:cNvPr id="1416" name="Google Shape;1416;p1"/>
            <p:cNvSpPr/>
            <p:nvPr/>
          </p:nvSpPr>
          <p:spPr>
            <a:xfrm>
              <a:off x="6776148" y="944166"/>
              <a:ext cx="688315" cy="687586"/>
            </a:xfrm>
            <a:custGeom>
              <a:rect b="b" l="l" r="r" t="t"/>
              <a:pathLst>
                <a:path extrusionOk="0" h="5095" w="5096">
                  <a:moveTo>
                    <a:pt x="2547" y="5094"/>
                  </a:moveTo>
                  <a:lnTo>
                    <a:pt x="2547" y="5094"/>
                  </a:lnTo>
                  <a:cubicBezTo>
                    <a:pt x="1144" y="5094"/>
                    <a:pt x="0" y="3956"/>
                    <a:pt x="0" y="2548"/>
                  </a:cubicBezTo>
                  <a:cubicBezTo>
                    <a:pt x="0" y="1144"/>
                    <a:pt x="1144" y="0"/>
                    <a:pt x="2547" y="0"/>
                  </a:cubicBezTo>
                  <a:cubicBezTo>
                    <a:pt x="3955" y="0"/>
                    <a:pt x="5095" y="1144"/>
                    <a:pt x="5095" y="2548"/>
                  </a:cubicBezTo>
                  <a:cubicBezTo>
                    <a:pt x="5095" y="3956"/>
                    <a:pt x="3955" y="5094"/>
                    <a:pt x="2547" y="5094"/>
                  </a:cubicBezTo>
                </a:path>
              </a:pathLst>
            </a:custGeom>
            <a:solidFill>
              <a:srgbClr val="6AB39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"/>
            <p:cNvSpPr/>
            <p:nvPr/>
          </p:nvSpPr>
          <p:spPr>
            <a:xfrm>
              <a:off x="6923815" y="1398389"/>
              <a:ext cx="392387" cy="216694"/>
            </a:xfrm>
            <a:custGeom>
              <a:rect b="b" l="l" r="r" t="t"/>
              <a:pathLst>
                <a:path extrusionOk="0" h="1604" w="2906">
                  <a:moveTo>
                    <a:pt x="500" y="342"/>
                  </a:moveTo>
                  <a:lnTo>
                    <a:pt x="500" y="342"/>
                  </a:lnTo>
                  <a:cubicBezTo>
                    <a:pt x="247" y="506"/>
                    <a:pt x="142" y="859"/>
                    <a:pt x="0" y="1271"/>
                  </a:cubicBezTo>
                  <a:cubicBezTo>
                    <a:pt x="200" y="1413"/>
                    <a:pt x="421" y="1524"/>
                    <a:pt x="659" y="1603"/>
                  </a:cubicBezTo>
                  <a:cubicBezTo>
                    <a:pt x="880" y="1418"/>
                    <a:pt x="1175" y="1482"/>
                    <a:pt x="1450" y="1482"/>
                  </a:cubicBezTo>
                  <a:cubicBezTo>
                    <a:pt x="1688" y="1118"/>
                    <a:pt x="1993" y="1376"/>
                    <a:pt x="2247" y="1603"/>
                  </a:cubicBezTo>
                  <a:cubicBezTo>
                    <a:pt x="2484" y="1524"/>
                    <a:pt x="2706" y="1413"/>
                    <a:pt x="2905" y="1276"/>
                  </a:cubicBezTo>
                  <a:cubicBezTo>
                    <a:pt x="2758" y="859"/>
                    <a:pt x="2658" y="506"/>
                    <a:pt x="2399" y="342"/>
                  </a:cubicBezTo>
                  <a:cubicBezTo>
                    <a:pt x="1967" y="74"/>
                    <a:pt x="1709" y="10"/>
                    <a:pt x="1450" y="5"/>
                  </a:cubicBezTo>
                  <a:cubicBezTo>
                    <a:pt x="1186" y="0"/>
                    <a:pt x="928" y="63"/>
                    <a:pt x="500" y="3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"/>
            <p:cNvSpPr/>
            <p:nvPr/>
          </p:nvSpPr>
          <p:spPr>
            <a:xfrm>
              <a:off x="6923815" y="1398390"/>
              <a:ext cx="195896" cy="227409"/>
            </a:xfrm>
            <a:custGeom>
              <a:rect b="b" l="l" r="r" t="t"/>
              <a:pathLst>
                <a:path extrusionOk="0" h="1683" w="1451">
                  <a:moveTo>
                    <a:pt x="500" y="342"/>
                  </a:moveTo>
                  <a:lnTo>
                    <a:pt x="500" y="342"/>
                  </a:lnTo>
                  <a:cubicBezTo>
                    <a:pt x="247" y="506"/>
                    <a:pt x="142" y="859"/>
                    <a:pt x="0" y="1271"/>
                  </a:cubicBezTo>
                  <a:cubicBezTo>
                    <a:pt x="200" y="1413"/>
                    <a:pt x="421" y="1524"/>
                    <a:pt x="654" y="1603"/>
                  </a:cubicBezTo>
                  <a:cubicBezTo>
                    <a:pt x="907" y="1682"/>
                    <a:pt x="1175" y="1497"/>
                    <a:pt x="1450" y="1497"/>
                  </a:cubicBezTo>
                  <a:cubicBezTo>
                    <a:pt x="1450" y="5"/>
                    <a:pt x="1450" y="5"/>
                    <a:pt x="1450" y="5"/>
                  </a:cubicBezTo>
                  <a:cubicBezTo>
                    <a:pt x="1186" y="0"/>
                    <a:pt x="928" y="63"/>
                    <a:pt x="500" y="342"/>
                  </a:cubicBezTo>
                </a:path>
              </a:pathLst>
            </a:custGeom>
            <a:solidFill>
              <a:srgbClr val="E1E6F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"/>
            <p:cNvSpPr/>
            <p:nvPr/>
          </p:nvSpPr>
          <p:spPr>
            <a:xfrm>
              <a:off x="7012534" y="1416249"/>
              <a:ext cx="214950" cy="215503"/>
            </a:xfrm>
            <a:custGeom>
              <a:rect b="b" l="l" r="r" t="t"/>
              <a:pathLst>
                <a:path extrusionOk="0" h="1598" w="1594">
                  <a:moveTo>
                    <a:pt x="226" y="0"/>
                  </a:moveTo>
                  <a:lnTo>
                    <a:pt x="226" y="0"/>
                  </a:lnTo>
                  <a:cubicBezTo>
                    <a:pt x="226" y="1107"/>
                    <a:pt x="226" y="1107"/>
                    <a:pt x="226" y="1107"/>
                  </a:cubicBezTo>
                  <a:cubicBezTo>
                    <a:pt x="1371" y="1107"/>
                    <a:pt x="1371" y="1107"/>
                    <a:pt x="1371" y="1107"/>
                  </a:cubicBezTo>
                  <a:cubicBezTo>
                    <a:pt x="1371" y="5"/>
                    <a:pt x="1371" y="5"/>
                    <a:pt x="1371" y="5"/>
                  </a:cubicBezTo>
                  <a:cubicBezTo>
                    <a:pt x="1439" y="36"/>
                    <a:pt x="1514" y="73"/>
                    <a:pt x="1593" y="121"/>
                  </a:cubicBezTo>
                  <a:cubicBezTo>
                    <a:pt x="1593" y="1471"/>
                    <a:pt x="1593" y="1471"/>
                    <a:pt x="1593" y="1471"/>
                  </a:cubicBezTo>
                  <a:cubicBezTo>
                    <a:pt x="1334" y="1556"/>
                    <a:pt x="1065" y="1597"/>
                    <a:pt x="796" y="1597"/>
                  </a:cubicBezTo>
                  <a:cubicBezTo>
                    <a:pt x="600" y="1419"/>
                    <a:pt x="258" y="1398"/>
                    <a:pt x="0" y="1313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83" y="69"/>
                    <a:pt x="158" y="31"/>
                    <a:pt x="226" y="0"/>
                  </a:cubicBezTo>
                </a:path>
              </a:pathLst>
            </a:custGeom>
            <a:solidFill>
              <a:srgbClr val="2F5B7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"/>
            <p:cNvSpPr/>
            <p:nvPr/>
          </p:nvSpPr>
          <p:spPr>
            <a:xfrm>
              <a:off x="7012533" y="1416249"/>
              <a:ext cx="107773" cy="215503"/>
            </a:xfrm>
            <a:custGeom>
              <a:rect b="b" l="l" r="r" t="t"/>
              <a:pathLst>
                <a:path extrusionOk="0" h="1598" w="797">
                  <a:moveTo>
                    <a:pt x="226" y="0"/>
                  </a:moveTo>
                  <a:lnTo>
                    <a:pt x="226" y="0"/>
                  </a:lnTo>
                  <a:cubicBezTo>
                    <a:pt x="226" y="1107"/>
                    <a:pt x="226" y="1107"/>
                    <a:pt x="226" y="1107"/>
                  </a:cubicBezTo>
                  <a:cubicBezTo>
                    <a:pt x="796" y="1107"/>
                    <a:pt x="796" y="1107"/>
                    <a:pt x="796" y="1107"/>
                  </a:cubicBezTo>
                  <a:cubicBezTo>
                    <a:pt x="796" y="1597"/>
                    <a:pt x="796" y="1597"/>
                    <a:pt x="796" y="1597"/>
                  </a:cubicBezTo>
                  <a:cubicBezTo>
                    <a:pt x="527" y="1597"/>
                    <a:pt x="258" y="1556"/>
                    <a:pt x="0" y="1471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83" y="69"/>
                    <a:pt x="158" y="31"/>
                    <a:pt x="226" y="0"/>
                  </a:cubicBezTo>
                </a:path>
              </a:pathLst>
            </a:custGeom>
            <a:solidFill>
              <a:srgbClr val="22455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"/>
            <p:cNvSpPr/>
            <p:nvPr/>
          </p:nvSpPr>
          <p:spPr>
            <a:xfrm>
              <a:off x="7071481" y="1270397"/>
              <a:ext cx="97055" cy="192881"/>
            </a:xfrm>
            <a:custGeom>
              <a:rect b="b" l="l" r="r" t="t"/>
              <a:pathLst>
                <a:path extrusionOk="0" h="1430" w="718">
                  <a:moveTo>
                    <a:pt x="0" y="0"/>
                  </a:moveTo>
                  <a:lnTo>
                    <a:pt x="0" y="0"/>
                  </a:lnTo>
                  <a:cubicBezTo>
                    <a:pt x="717" y="0"/>
                    <a:pt x="717" y="0"/>
                    <a:pt x="717" y="0"/>
                  </a:cubicBezTo>
                  <a:cubicBezTo>
                    <a:pt x="717" y="1039"/>
                    <a:pt x="717" y="1039"/>
                    <a:pt x="717" y="1039"/>
                  </a:cubicBezTo>
                  <a:cubicBezTo>
                    <a:pt x="717" y="1393"/>
                    <a:pt x="0" y="1429"/>
                    <a:pt x="0" y="103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"/>
            <p:cNvSpPr/>
            <p:nvPr/>
          </p:nvSpPr>
          <p:spPr>
            <a:xfrm>
              <a:off x="7071481" y="1340049"/>
              <a:ext cx="97055" cy="66675"/>
            </a:xfrm>
            <a:custGeom>
              <a:rect b="b" l="l" r="r" t="t"/>
              <a:pathLst>
                <a:path extrusionOk="0" h="492" w="718">
                  <a:moveTo>
                    <a:pt x="717" y="137"/>
                  </a:moveTo>
                  <a:lnTo>
                    <a:pt x="717" y="0"/>
                  </a:lnTo>
                  <a:lnTo>
                    <a:pt x="0" y="0"/>
                  </a:lnTo>
                  <a:lnTo>
                    <a:pt x="0" y="491"/>
                  </a:lnTo>
                  <a:lnTo>
                    <a:pt x="717" y="137"/>
                  </a:lnTo>
                </a:path>
              </a:pathLst>
            </a:custGeom>
            <a:solidFill>
              <a:srgbClr val="E7C5A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"/>
            <p:cNvSpPr/>
            <p:nvPr/>
          </p:nvSpPr>
          <p:spPr>
            <a:xfrm>
              <a:off x="6913692" y="1091803"/>
              <a:ext cx="412037" cy="271463"/>
            </a:xfrm>
            <a:custGeom>
              <a:rect b="b" l="l" r="r" t="t"/>
              <a:pathLst>
                <a:path extrusionOk="0" h="2010" w="3050">
                  <a:moveTo>
                    <a:pt x="1525" y="0"/>
                  </a:moveTo>
                  <a:lnTo>
                    <a:pt x="1525" y="0"/>
                  </a:lnTo>
                  <a:cubicBezTo>
                    <a:pt x="3049" y="0"/>
                    <a:pt x="2432" y="2009"/>
                    <a:pt x="1525" y="2009"/>
                  </a:cubicBezTo>
                  <a:cubicBezTo>
                    <a:pt x="618" y="2009"/>
                    <a:pt x="0" y="0"/>
                    <a:pt x="1525" y="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"/>
            <p:cNvSpPr/>
            <p:nvPr/>
          </p:nvSpPr>
          <p:spPr>
            <a:xfrm>
              <a:off x="7119711" y="1091803"/>
              <a:ext cx="206018" cy="271463"/>
            </a:xfrm>
            <a:custGeom>
              <a:rect b="b" l="l" r="r" t="t"/>
              <a:pathLst>
                <a:path extrusionOk="0" h="2010" w="1525">
                  <a:moveTo>
                    <a:pt x="0" y="0"/>
                  </a:moveTo>
                  <a:lnTo>
                    <a:pt x="0" y="0"/>
                  </a:lnTo>
                  <a:cubicBezTo>
                    <a:pt x="1524" y="0"/>
                    <a:pt x="907" y="2009"/>
                    <a:pt x="0" y="2009"/>
                  </a:cubicBezTo>
                  <a:lnTo>
                    <a:pt x="0" y="0"/>
                  </a:ln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"/>
            <p:cNvSpPr/>
            <p:nvPr/>
          </p:nvSpPr>
          <p:spPr>
            <a:xfrm>
              <a:off x="6990503" y="1104305"/>
              <a:ext cx="260798" cy="138113"/>
            </a:xfrm>
            <a:custGeom>
              <a:rect b="b" l="l" r="r" t="t"/>
              <a:pathLst>
                <a:path extrusionOk="0" h="1025" w="1932">
                  <a:moveTo>
                    <a:pt x="211" y="839"/>
                  </a:moveTo>
                  <a:lnTo>
                    <a:pt x="211" y="839"/>
                  </a:lnTo>
                  <a:cubicBezTo>
                    <a:pt x="185" y="1024"/>
                    <a:pt x="21" y="903"/>
                    <a:pt x="10" y="733"/>
                  </a:cubicBezTo>
                  <a:cubicBezTo>
                    <a:pt x="0" y="571"/>
                    <a:pt x="16" y="538"/>
                    <a:pt x="79" y="386"/>
                  </a:cubicBezTo>
                  <a:cubicBezTo>
                    <a:pt x="148" y="228"/>
                    <a:pt x="527" y="0"/>
                    <a:pt x="965" y="0"/>
                  </a:cubicBezTo>
                  <a:cubicBezTo>
                    <a:pt x="1408" y="0"/>
                    <a:pt x="1782" y="291"/>
                    <a:pt x="1851" y="407"/>
                  </a:cubicBezTo>
                  <a:cubicBezTo>
                    <a:pt x="1915" y="528"/>
                    <a:pt x="1931" y="654"/>
                    <a:pt x="1898" y="766"/>
                  </a:cubicBezTo>
                  <a:cubicBezTo>
                    <a:pt x="1873" y="870"/>
                    <a:pt x="1804" y="945"/>
                    <a:pt x="1761" y="813"/>
                  </a:cubicBezTo>
                  <a:cubicBezTo>
                    <a:pt x="1635" y="365"/>
                    <a:pt x="1302" y="274"/>
                    <a:pt x="981" y="270"/>
                  </a:cubicBezTo>
                  <a:cubicBezTo>
                    <a:pt x="575" y="264"/>
                    <a:pt x="259" y="512"/>
                    <a:pt x="211" y="839"/>
                  </a:cubicBezTo>
                </a:path>
              </a:pathLst>
            </a:custGeom>
            <a:solidFill>
              <a:srgbClr val="7E605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"/>
            <p:cNvSpPr/>
            <p:nvPr/>
          </p:nvSpPr>
          <p:spPr>
            <a:xfrm>
              <a:off x="7227483" y="1183482"/>
              <a:ext cx="35130" cy="66080"/>
            </a:xfrm>
            <a:custGeom>
              <a:rect b="b" l="l" r="r" t="t"/>
              <a:pathLst>
                <a:path extrusionOk="0" h="491" w="259">
                  <a:moveTo>
                    <a:pt x="184" y="10"/>
                  </a:moveTo>
                  <a:lnTo>
                    <a:pt x="184" y="10"/>
                  </a:lnTo>
                  <a:cubicBezTo>
                    <a:pt x="237" y="21"/>
                    <a:pt x="258" y="137"/>
                    <a:pt x="231" y="263"/>
                  </a:cubicBezTo>
                  <a:cubicBezTo>
                    <a:pt x="205" y="396"/>
                    <a:pt x="137" y="490"/>
                    <a:pt x="79" y="475"/>
                  </a:cubicBezTo>
                  <a:cubicBezTo>
                    <a:pt x="25" y="464"/>
                    <a:pt x="0" y="348"/>
                    <a:pt x="31" y="222"/>
                  </a:cubicBezTo>
                  <a:cubicBezTo>
                    <a:pt x="58" y="95"/>
                    <a:pt x="126" y="0"/>
                    <a:pt x="184" y="10"/>
                  </a:cubicBezTo>
                </a:path>
              </a:pathLst>
            </a:custGeom>
            <a:solidFill>
              <a:srgbClr val="FFDDB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"/>
            <p:cNvSpPr/>
            <p:nvPr/>
          </p:nvSpPr>
          <p:spPr>
            <a:xfrm>
              <a:off x="6977403" y="1183482"/>
              <a:ext cx="35130" cy="66080"/>
            </a:xfrm>
            <a:custGeom>
              <a:rect b="b" l="l" r="r" t="t"/>
              <a:pathLst>
                <a:path extrusionOk="0" h="491" w="260">
                  <a:moveTo>
                    <a:pt x="79" y="10"/>
                  </a:moveTo>
                  <a:lnTo>
                    <a:pt x="79" y="10"/>
                  </a:lnTo>
                  <a:cubicBezTo>
                    <a:pt x="22" y="21"/>
                    <a:pt x="0" y="137"/>
                    <a:pt x="26" y="263"/>
                  </a:cubicBezTo>
                  <a:cubicBezTo>
                    <a:pt x="58" y="396"/>
                    <a:pt x="126" y="490"/>
                    <a:pt x="180" y="475"/>
                  </a:cubicBezTo>
                  <a:cubicBezTo>
                    <a:pt x="238" y="464"/>
                    <a:pt x="259" y="348"/>
                    <a:pt x="227" y="222"/>
                  </a:cubicBezTo>
                  <a:cubicBezTo>
                    <a:pt x="201" y="95"/>
                    <a:pt x="132" y="0"/>
                    <a:pt x="79" y="10"/>
                  </a:cubicBezTo>
                </a:path>
              </a:pathLst>
            </a:custGeom>
            <a:solidFill>
              <a:srgbClr val="F6D6B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"/>
            <p:cNvSpPr/>
            <p:nvPr/>
          </p:nvSpPr>
          <p:spPr>
            <a:xfrm>
              <a:off x="6969663" y="1010246"/>
              <a:ext cx="296524" cy="198834"/>
            </a:xfrm>
            <a:custGeom>
              <a:rect b="b" l="l" r="r" t="t"/>
              <a:pathLst>
                <a:path extrusionOk="0" h="1473" w="2195">
                  <a:moveTo>
                    <a:pt x="1113" y="0"/>
                  </a:moveTo>
                  <a:lnTo>
                    <a:pt x="1113" y="0"/>
                  </a:lnTo>
                  <a:cubicBezTo>
                    <a:pt x="1603" y="0"/>
                    <a:pt x="1999" y="343"/>
                    <a:pt x="1999" y="765"/>
                  </a:cubicBezTo>
                  <a:cubicBezTo>
                    <a:pt x="1999" y="823"/>
                    <a:pt x="2036" y="970"/>
                    <a:pt x="2051" y="1018"/>
                  </a:cubicBezTo>
                  <a:cubicBezTo>
                    <a:pt x="2194" y="1472"/>
                    <a:pt x="0" y="1425"/>
                    <a:pt x="148" y="1071"/>
                  </a:cubicBezTo>
                  <a:cubicBezTo>
                    <a:pt x="180" y="997"/>
                    <a:pt x="232" y="823"/>
                    <a:pt x="232" y="765"/>
                  </a:cubicBezTo>
                  <a:cubicBezTo>
                    <a:pt x="232" y="343"/>
                    <a:pt x="628" y="0"/>
                    <a:pt x="1113" y="0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"/>
            <p:cNvSpPr/>
            <p:nvPr/>
          </p:nvSpPr>
          <p:spPr>
            <a:xfrm>
              <a:off x="7015511" y="1138833"/>
              <a:ext cx="210186" cy="43458"/>
            </a:xfrm>
            <a:custGeom>
              <a:rect b="b" l="l" r="r" t="t"/>
              <a:pathLst>
                <a:path extrusionOk="0" h="323" w="1556">
                  <a:moveTo>
                    <a:pt x="775" y="322"/>
                  </a:moveTo>
                  <a:lnTo>
                    <a:pt x="775" y="322"/>
                  </a:lnTo>
                  <a:cubicBezTo>
                    <a:pt x="1202" y="322"/>
                    <a:pt x="1555" y="249"/>
                    <a:pt x="1555" y="159"/>
                  </a:cubicBezTo>
                  <a:cubicBezTo>
                    <a:pt x="1555" y="69"/>
                    <a:pt x="1202" y="0"/>
                    <a:pt x="775" y="0"/>
                  </a:cubicBezTo>
                  <a:cubicBezTo>
                    <a:pt x="348" y="0"/>
                    <a:pt x="0" y="69"/>
                    <a:pt x="0" y="159"/>
                  </a:cubicBezTo>
                  <a:cubicBezTo>
                    <a:pt x="0" y="249"/>
                    <a:pt x="348" y="322"/>
                    <a:pt x="775" y="322"/>
                  </a:cubicBez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"/>
            <p:cNvSpPr/>
            <p:nvPr/>
          </p:nvSpPr>
          <p:spPr>
            <a:xfrm>
              <a:off x="7086962" y="987029"/>
              <a:ext cx="61925" cy="61317"/>
            </a:xfrm>
            <a:custGeom>
              <a:rect b="b" l="l" r="r" t="t"/>
              <a:pathLst>
                <a:path extrusionOk="0" h="455" w="460">
                  <a:moveTo>
                    <a:pt x="232" y="454"/>
                  </a:moveTo>
                  <a:lnTo>
                    <a:pt x="232" y="454"/>
                  </a:lnTo>
                  <a:cubicBezTo>
                    <a:pt x="354" y="454"/>
                    <a:pt x="459" y="354"/>
                    <a:pt x="459" y="228"/>
                  </a:cubicBezTo>
                  <a:cubicBezTo>
                    <a:pt x="459" y="101"/>
                    <a:pt x="354" y="0"/>
                    <a:pt x="232" y="0"/>
                  </a:cubicBezTo>
                  <a:cubicBezTo>
                    <a:pt x="106" y="0"/>
                    <a:pt x="0" y="101"/>
                    <a:pt x="0" y="228"/>
                  </a:cubicBezTo>
                  <a:cubicBezTo>
                    <a:pt x="0" y="354"/>
                    <a:pt x="106" y="454"/>
                    <a:pt x="232" y="454"/>
                  </a:cubicBezTo>
                </a:path>
              </a:pathLst>
            </a:custGeom>
            <a:solidFill>
              <a:srgbClr val="F5CD7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"/>
            <p:cNvSpPr/>
            <p:nvPr/>
          </p:nvSpPr>
          <p:spPr>
            <a:xfrm>
              <a:off x="7049450" y="1015604"/>
              <a:ext cx="37512" cy="108347"/>
            </a:xfrm>
            <a:custGeom>
              <a:rect b="b" l="l" r="r" t="t"/>
              <a:pathLst>
                <a:path extrusionOk="0" h="803" w="280">
                  <a:moveTo>
                    <a:pt x="0" y="111"/>
                  </a:moveTo>
                  <a:lnTo>
                    <a:pt x="0" y="111"/>
                  </a:lnTo>
                  <a:cubicBezTo>
                    <a:pt x="79" y="63"/>
                    <a:pt x="168" y="21"/>
                    <a:pt x="268" y="0"/>
                  </a:cubicBezTo>
                  <a:cubicBezTo>
                    <a:pt x="274" y="17"/>
                    <a:pt x="279" y="32"/>
                    <a:pt x="279" y="48"/>
                  </a:cubicBezTo>
                  <a:cubicBezTo>
                    <a:pt x="279" y="665"/>
                    <a:pt x="279" y="665"/>
                    <a:pt x="279" y="665"/>
                  </a:cubicBezTo>
                  <a:cubicBezTo>
                    <a:pt x="279" y="739"/>
                    <a:pt x="216" y="802"/>
                    <a:pt x="137" y="802"/>
                  </a:cubicBezTo>
                  <a:cubicBezTo>
                    <a:pt x="63" y="802"/>
                    <a:pt x="0" y="739"/>
                    <a:pt x="0" y="665"/>
                  </a:cubicBezTo>
                  <a:lnTo>
                    <a:pt x="0" y="111"/>
                  </a:ln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"/>
            <p:cNvSpPr/>
            <p:nvPr/>
          </p:nvSpPr>
          <p:spPr>
            <a:xfrm>
              <a:off x="7150078" y="1015008"/>
              <a:ext cx="36917" cy="108942"/>
            </a:xfrm>
            <a:custGeom>
              <a:rect b="b" l="l" r="r" t="t"/>
              <a:pathLst>
                <a:path extrusionOk="0" h="808" w="275">
                  <a:moveTo>
                    <a:pt x="10" y="0"/>
                  </a:moveTo>
                  <a:lnTo>
                    <a:pt x="10" y="0"/>
                  </a:lnTo>
                  <a:cubicBezTo>
                    <a:pt x="105" y="22"/>
                    <a:pt x="195" y="58"/>
                    <a:pt x="274" y="101"/>
                  </a:cubicBezTo>
                  <a:cubicBezTo>
                    <a:pt x="274" y="670"/>
                    <a:pt x="274" y="670"/>
                    <a:pt x="274" y="670"/>
                  </a:cubicBezTo>
                  <a:cubicBezTo>
                    <a:pt x="274" y="744"/>
                    <a:pt x="211" y="807"/>
                    <a:pt x="137" y="807"/>
                  </a:cubicBezTo>
                  <a:cubicBezTo>
                    <a:pt x="58" y="807"/>
                    <a:pt x="0" y="744"/>
                    <a:pt x="0" y="67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32"/>
                    <a:pt x="5" y="16"/>
                    <a:pt x="10" y="0"/>
                  </a:cubicBezTo>
                </a:path>
              </a:pathLst>
            </a:custGeom>
            <a:solidFill>
              <a:srgbClr val="E4B65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3" name="Google Shape;1433;p1"/>
          <p:cNvGrpSpPr/>
          <p:nvPr/>
        </p:nvGrpSpPr>
        <p:grpSpPr>
          <a:xfrm>
            <a:off x="7610475" y="4067175"/>
            <a:ext cx="655638" cy="655638"/>
            <a:chOff x="7610344" y="4066580"/>
            <a:chExt cx="656163" cy="655440"/>
          </a:xfrm>
        </p:grpSpPr>
        <p:sp>
          <p:nvSpPr>
            <p:cNvPr id="1434" name="Google Shape;1434;p1"/>
            <p:cNvSpPr/>
            <p:nvPr/>
          </p:nvSpPr>
          <p:spPr>
            <a:xfrm>
              <a:off x="7610344" y="4066580"/>
              <a:ext cx="655567" cy="655439"/>
            </a:xfrm>
            <a:custGeom>
              <a:rect b="b" l="l" r="r" t="t"/>
              <a:pathLst>
                <a:path extrusionOk="0" h="4856" w="4855">
                  <a:moveTo>
                    <a:pt x="4854" y="2423"/>
                  </a:moveTo>
                  <a:lnTo>
                    <a:pt x="4854" y="2423"/>
                  </a:lnTo>
                  <a:cubicBezTo>
                    <a:pt x="4854" y="1083"/>
                    <a:pt x="3763" y="0"/>
                    <a:pt x="2423" y="0"/>
                  </a:cubicBezTo>
                  <a:cubicBezTo>
                    <a:pt x="1082" y="0"/>
                    <a:pt x="0" y="1083"/>
                    <a:pt x="0" y="2423"/>
                  </a:cubicBezTo>
                  <a:cubicBezTo>
                    <a:pt x="0" y="3764"/>
                    <a:pt x="1082" y="4855"/>
                    <a:pt x="2423" y="4855"/>
                  </a:cubicBezTo>
                  <a:cubicBezTo>
                    <a:pt x="3763" y="4855"/>
                    <a:pt x="4854" y="3764"/>
                    <a:pt x="4854" y="2423"/>
                  </a:cubicBezTo>
                </a:path>
              </a:pathLst>
            </a:custGeom>
            <a:solidFill>
              <a:srgbClr val="83797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"/>
            <p:cNvSpPr/>
            <p:nvPr/>
          </p:nvSpPr>
          <p:spPr>
            <a:xfrm>
              <a:off x="7937830" y="4066580"/>
              <a:ext cx="328677" cy="655439"/>
            </a:xfrm>
            <a:custGeom>
              <a:rect b="b" l="l" r="r" t="t"/>
              <a:pathLst>
                <a:path extrusionOk="0" h="4856" w="2432">
                  <a:moveTo>
                    <a:pt x="2431" y="2423"/>
                  </a:moveTo>
                  <a:lnTo>
                    <a:pt x="2431" y="2423"/>
                  </a:lnTo>
                  <a:cubicBezTo>
                    <a:pt x="2431" y="1083"/>
                    <a:pt x="1340" y="0"/>
                    <a:pt x="0" y="0"/>
                  </a:cubicBezTo>
                  <a:cubicBezTo>
                    <a:pt x="0" y="4855"/>
                    <a:pt x="0" y="4855"/>
                    <a:pt x="0" y="4855"/>
                  </a:cubicBezTo>
                  <a:cubicBezTo>
                    <a:pt x="1340" y="4855"/>
                    <a:pt x="2431" y="3764"/>
                    <a:pt x="2431" y="2423"/>
                  </a:cubicBezTo>
                </a:path>
              </a:pathLst>
            </a:custGeom>
            <a:solidFill>
              <a:srgbClr val="7C727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"/>
            <p:cNvSpPr/>
            <p:nvPr/>
          </p:nvSpPr>
          <p:spPr>
            <a:xfrm>
              <a:off x="7610344" y="4066580"/>
              <a:ext cx="655567" cy="655439"/>
            </a:xfrm>
            <a:custGeom>
              <a:rect b="b" l="l" r="r" t="t"/>
              <a:pathLst>
                <a:path extrusionOk="0" h="4856" w="4855">
                  <a:moveTo>
                    <a:pt x="4854" y="2423"/>
                  </a:moveTo>
                  <a:lnTo>
                    <a:pt x="4854" y="2423"/>
                  </a:lnTo>
                  <a:cubicBezTo>
                    <a:pt x="4854" y="1083"/>
                    <a:pt x="3763" y="0"/>
                    <a:pt x="2423" y="0"/>
                  </a:cubicBezTo>
                  <a:cubicBezTo>
                    <a:pt x="1082" y="0"/>
                    <a:pt x="0" y="1083"/>
                    <a:pt x="0" y="2423"/>
                  </a:cubicBezTo>
                  <a:cubicBezTo>
                    <a:pt x="0" y="3764"/>
                    <a:pt x="1082" y="4855"/>
                    <a:pt x="2423" y="4855"/>
                  </a:cubicBezTo>
                  <a:cubicBezTo>
                    <a:pt x="3763" y="4855"/>
                    <a:pt x="4854" y="3764"/>
                    <a:pt x="4854" y="2423"/>
                  </a:cubicBezTo>
                </a:path>
              </a:pathLst>
            </a:custGeom>
            <a:solidFill>
              <a:srgbClr val="2AA79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"/>
            <p:cNvSpPr/>
            <p:nvPr/>
          </p:nvSpPr>
          <p:spPr>
            <a:xfrm>
              <a:off x="7890196" y="4476750"/>
              <a:ext cx="95864" cy="219075"/>
            </a:xfrm>
            <a:custGeom>
              <a:rect b="b" l="l" r="r" t="t"/>
              <a:pathLst>
                <a:path extrusionOk="0" h="1621" w="711">
                  <a:moveTo>
                    <a:pt x="710" y="781"/>
                  </a:moveTo>
                  <a:lnTo>
                    <a:pt x="366" y="1620"/>
                  </a:lnTo>
                  <a:lnTo>
                    <a:pt x="0" y="781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781"/>
                  </a:lnTo>
                </a:path>
              </a:pathLst>
            </a:custGeom>
            <a:solidFill>
              <a:srgbClr val="D9A88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"/>
            <p:cNvSpPr/>
            <p:nvPr/>
          </p:nvSpPr>
          <p:spPr>
            <a:xfrm>
              <a:off x="7732407" y="4539854"/>
              <a:ext cx="205423" cy="182166"/>
            </a:xfrm>
            <a:custGeom>
              <a:rect b="b" l="l" r="r" t="t"/>
              <a:pathLst>
                <a:path extrusionOk="0" h="1350" w="1522">
                  <a:moveTo>
                    <a:pt x="1169" y="0"/>
                  </a:moveTo>
                  <a:lnTo>
                    <a:pt x="1169" y="0"/>
                  </a:lnTo>
                  <a:cubicBezTo>
                    <a:pt x="1169" y="0"/>
                    <a:pt x="409" y="94"/>
                    <a:pt x="309" y="200"/>
                  </a:cubicBezTo>
                  <a:cubicBezTo>
                    <a:pt x="223" y="293"/>
                    <a:pt x="37" y="1154"/>
                    <a:pt x="0" y="1349"/>
                  </a:cubicBezTo>
                  <a:cubicBezTo>
                    <a:pt x="1184" y="1349"/>
                    <a:pt x="1521" y="1349"/>
                    <a:pt x="1521" y="1349"/>
                  </a:cubicBezTo>
                  <a:cubicBezTo>
                    <a:pt x="1521" y="890"/>
                    <a:pt x="1521" y="890"/>
                    <a:pt x="1521" y="890"/>
                  </a:cubicBezTo>
                  <a:lnTo>
                    <a:pt x="1169" y="0"/>
                  </a:lnTo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"/>
            <p:cNvSpPr/>
            <p:nvPr/>
          </p:nvSpPr>
          <p:spPr>
            <a:xfrm>
              <a:off x="7937830" y="4539854"/>
              <a:ext cx="206614" cy="182166"/>
            </a:xfrm>
            <a:custGeom>
              <a:rect b="b" l="l" r="r" t="t"/>
              <a:pathLst>
                <a:path extrusionOk="0" h="1350" w="1528">
                  <a:moveTo>
                    <a:pt x="358" y="0"/>
                  </a:moveTo>
                  <a:lnTo>
                    <a:pt x="358" y="0"/>
                  </a:lnTo>
                  <a:cubicBezTo>
                    <a:pt x="358" y="0"/>
                    <a:pt x="1118" y="94"/>
                    <a:pt x="1219" y="200"/>
                  </a:cubicBezTo>
                  <a:cubicBezTo>
                    <a:pt x="1305" y="293"/>
                    <a:pt x="1492" y="1154"/>
                    <a:pt x="1527" y="1349"/>
                  </a:cubicBezTo>
                  <a:cubicBezTo>
                    <a:pt x="344" y="1349"/>
                    <a:pt x="0" y="1349"/>
                    <a:pt x="0" y="1349"/>
                  </a:cubicBezTo>
                  <a:cubicBezTo>
                    <a:pt x="0" y="890"/>
                    <a:pt x="0" y="890"/>
                    <a:pt x="0" y="890"/>
                  </a:cubicBezTo>
                  <a:lnTo>
                    <a:pt x="358" y="0"/>
                  </a:ln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"/>
            <p:cNvSpPr/>
            <p:nvPr/>
          </p:nvSpPr>
          <p:spPr>
            <a:xfrm>
              <a:off x="7937830" y="4176118"/>
              <a:ext cx="120872" cy="319683"/>
            </a:xfrm>
            <a:custGeom>
              <a:rect b="b" l="l" r="r" t="t"/>
              <a:pathLst>
                <a:path extrusionOk="0" h="2367" w="897">
                  <a:moveTo>
                    <a:pt x="0" y="0"/>
                  </a:moveTo>
                  <a:lnTo>
                    <a:pt x="0" y="0"/>
                  </a:lnTo>
                  <a:cubicBezTo>
                    <a:pt x="351" y="0"/>
                    <a:pt x="896" y="194"/>
                    <a:pt x="896" y="1112"/>
                  </a:cubicBezTo>
                  <a:cubicBezTo>
                    <a:pt x="896" y="1642"/>
                    <a:pt x="724" y="1993"/>
                    <a:pt x="645" y="2087"/>
                  </a:cubicBezTo>
                  <a:cubicBezTo>
                    <a:pt x="574" y="2180"/>
                    <a:pt x="187" y="2366"/>
                    <a:pt x="0" y="2366"/>
                  </a:cubicBezTo>
                  <a:cubicBezTo>
                    <a:pt x="0" y="1435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"/>
            <p:cNvSpPr/>
            <p:nvPr/>
          </p:nvSpPr>
          <p:spPr>
            <a:xfrm>
              <a:off x="8029526" y="4314230"/>
              <a:ext cx="54184" cy="75605"/>
            </a:xfrm>
            <a:custGeom>
              <a:rect b="b" l="l" r="r" t="t"/>
              <a:pathLst>
                <a:path extrusionOk="0" h="560" w="403">
                  <a:moveTo>
                    <a:pt x="387" y="308"/>
                  </a:moveTo>
                  <a:lnTo>
                    <a:pt x="387" y="308"/>
                  </a:lnTo>
                  <a:cubicBezTo>
                    <a:pt x="402" y="158"/>
                    <a:pt x="330" y="28"/>
                    <a:pt x="229" y="13"/>
                  </a:cubicBezTo>
                  <a:cubicBezTo>
                    <a:pt x="129" y="0"/>
                    <a:pt x="36" y="108"/>
                    <a:pt x="14" y="258"/>
                  </a:cubicBezTo>
                  <a:cubicBezTo>
                    <a:pt x="0" y="401"/>
                    <a:pt x="72" y="537"/>
                    <a:pt x="172" y="545"/>
                  </a:cubicBezTo>
                  <a:cubicBezTo>
                    <a:pt x="272" y="559"/>
                    <a:pt x="373" y="452"/>
                    <a:pt x="387" y="308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"/>
            <p:cNvSpPr/>
            <p:nvPr/>
          </p:nvSpPr>
          <p:spPr>
            <a:xfrm>
              <a:off x="7817553" y="4176118"/>
              <a:ext cx="120277" cy="319683"/>
            </a:xfrm>
            <a:custGeom>
              <a:rect b="b" l="l" r="r" t="t"/>
              <a:pathLst>
                <a:path extrusionOk="0" h="2367" w="890">
                  <a:moveTo>
                    <a:pt x="889" y="0"/>
                  </a:moveTo>
                  <a:lnTo>
                    <a:pt x="889" y="0"/>
                  </a:lnTo>
                  <a:cubicBezTo>
                    <a:pt x="545" y="0"/>
                    <a:pt x="0" y="194"/>
                    <a:pt x="0" y="1112"/>
                  </a:cubicBezTo>
                  <a:cubicBezTo>
                    <a:pt x="0" y="1642"/>
                    <a:pt x="171" y="1993"/>
                    <a:pt x="251" y="2087"/>
                  </a:cubicBezTo>
                  <a:cubicBezTo>
                    <a:pt x="323" y="2180"/>
                    <a:pt x="710" y="2366"/>
                    <a:pt x="889" y="2366"/>
                  </a:cubicBezTo>
                  <a:cubicBezTo>
                    <a:pt x="889" y="1435"/>
                    <a:pt x="889" y="0"/>
                    <a:pt x="889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"/>
            <p:cNvSpPr/>
            <p:nvPr/>
          </p:nvSpPr>
          <p:spPr>
            <a:xfrm>
              <a:off x="7792545" y="4314230"/>
              <a:ext cx="54184" cy="75605"/>
            </a:xfrm>
            <a:custGeom>
              <a:rect b="b" l="l" r="r" t="t"/>
              <a:pathLst>
                <a:path extrusionOk="0" h="560" w="402">
                  <a:moveTo>
                    <a:pt x="13" y="308"/>
                  </a:moveTo>
                  <a:lnTo>
                    <a:pt x="13" y="308"/>
                  </a:lnTo>
                  <a:cubicBezTo>
                    <a:pt x="0" y="158"/>
                    <a:pt x="71" y="28"/>
                    <a:pt x="171" y="13"/>
                  </a:cubicBezTo>
                  <a:cubicBezTo>
                    <a:pt x="272" y="0"/>
                    <a:pt x="365" y="108"/>
                    <a:pt x="387" y="258"/>
                  </a:cubicBezTo>
                  <a:cubicBezTo>
                    <a:pt x="401" y="401"/>
                    <a:pt x="329" y="537"/>
                    <a:pt x="229" y="545"/>
                  </a:cubicBezTo>
                  <a:cubicBezTo>
                    <a:pt x="128" y="559"/>
                    <a:pt x="28" y="452"/>
                    <a:pt x="13" y="308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"/>
            <p:cNvSpPr/>
            <p:nvPr/>
          </p:nvSpPr>
          <p:spPr>
            <a:xfrm>
              <a:off x="7814576" y="4137423"/>
              <a:ext cx="123254" cy="220861"/>
            </a:xfrm>
            <a:custGeom>
              <a:rect b="b" l="l" r="r" t="t"/>
              <a:pathLst>
                <a:path extrusionOk="0" h="1635" w="912">
                  <a:moveTo>
                    <a:pt x="143" y="1634"/>
                  </a:moveTo>
                  <a:lnTo>
                    <a:pt x="143" y="1634"/>
                  </a:lnTo>
                  <a:cubicBezTo>
                    <a:pt x="201" y="1634"/>
                    <a:pt x="201" y="1634"/>
                    <a:pt x="201" y="1634"/>
                  </a:cubicBezTo>
                  <a:cubicBezTo>
                    <a:pt x="201" y="1634"/>
                    <a:pt x="165" y="1398"/>
                    <a:pt x="273" y="1319"/>
                  </a:cubicBezTo>
                  <a:cubicBezTo>
                    <a:pt x="273" y="1197"/>
                    <a:pt x="273" y="1161"/>
                    <a:pt x="273" y="1161"/>
                  </a:cubicBezTo>
                  <a:cubicBezTo>
                    <a:pt x="273" y="1161"/>
                    <a:pt x="237" y="1161"/>
                    <a:pt x="237" y="974"/>
                  </a:cubicBezTo>
                  <a:cubicBezTo>
                    <a:pt x="237" y="795"/>
                    <a:pt x="452" y="667"/>
                    <a:pt x="911" y="667"/>
                  </a:cubicBezTo>
                  <a:cubicBezTo>
                    <a:pt x="911" y="408"/>
                    <a:pt x="911" y="0"/>
                    <a:pt x="911" y="0"/>
                  </a:cubicBezTo>
                  <a:cubicBezTo>
                    <a:pt x="911" y="0"/>
                    <a:pt x="0" y="20"/>
                    <a:pt x="0" y="680"/>
                  </a:cubicBezTo>
                  <a:cubicBezTo>
                    <a:pt x="0" y="961"/>
                    <a:pt x="0" y="1325"/>
                    <a:pt x="0" y="1325"/>
                  </a:cubicBezTo>
                  <a:cubicBezTo>
                    <a:pt x="0" y="1325"/>
                    <a:pt x="65" y="1319"/>
                    <a:pt x="115" y="1355"/>
                  </a:cubicBezTo>
                  <a:cubicBezTo>
                    <a:pt x="165" y="1398"/>
                    <a:pt x="143" y="1634"/>
                    <a:pt x="143" y="1634"/>
                  </a:cubicBezTo>
                </a:path>
              </a:pathLst>
            </a:custGeom>
            <a:solidFill>
              <a:srgbClr val="30353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"/>
            <p:cNvSpPr/>
            <p:nvPr/>
          </p:nvSpPr>
          <p:spPr>
            <a:xfrm>
              <a:off x="7937830" y="4134445"/>
              <a:ext cx="123849" cy="223838"/>
            </a:xfrm>
            <a:custGeom>
              <a:rect b="b" l="l" r="r" t="t"/>
              <a:pathLst>
                <a:path extrusionOk="0" h="1657" w="919">
                  <a:moveTo>
                    <a:pt x="774" y="1656"/>
                  </a:moveTo>
                  <a:lnTo>
                    <a:pt x="774" y="1656"/>
                  </a:lnTo>
                  <a:cubicBezTo>
                    <a:pt x="717" y="1656"/>
                    <a:pt x="717" y="1656"/>
                    <a:pt x="717" y="1656"/>
                  </a:cubicBezTo>
                  <a:cubicBezTo>
                    <a:pt x="717" y="1656"/>
                    <a:pt x="753" y="1420"/>
                    <a:pt x="645" y="1341"/>
                  </a:cubicBezTo>
                  <a:cubicBezTo>
                    <a:pt x="645" y="1219"/>
                    <a:pt x="645" y="1183"/>
                    <a:pt x="645" y="1183"/>
                  </a:cubicBezTo>
                  <a:cubicBezTo>
                    <a:pt x="645" y="1183"/>
                    <a:pt x="681" y="1183"/>
                    <a:pt x="681" y="996"/>
                  </a:cubicBezTo>
                  <a:cubicBezTo>
                    <a:pt x="681" y="817"/>
                    <a:pt x="466" y="689"/>
                    <a:pt x="0" y="689"/>
                  </a:cubicBezTo>
                  <a:cubicBezTo>
                    <a:pt x="0" y="430"/>
                    <a:pt x="0" y="22"/>
                    <a:pt x="0" y="22"/>
                  </a:cubicBezTo>
                  <a:cubicBezTo>
                    <a:pt x="0" y="22"/>
                    <a:pt x="918" y="0"/>
                    <a:pt x="918" y="667"/>
                  </a:cubicBezTo>
                  <a:cubicBezTo>
                    <a:pt x="918" y="940"/>
                    <a:pt x="918" y="1347"/>
                    <a:pt x="918" y="1347"/>
                  </a:cubicBezTo>
                  <a:cubicBezTo>
                    <a:pt x="918" y="1347"/>
                    <a:pt x="853" y="1341"/>
                    <a:pt x="803" y="1377"/>
                  </a:cubicBezTo>
                  <a:cubicBezTo>
                    <a:pt x="753" y="1420"/>
                    <a:pt x="774" y="1656"/>
                    <a:pt x="774" y="1656"/>
                  </a:cubicBezTo>
                </a:path>
              </a:pathLst>
            </a:custGeom>
            <a:solidFill>
              <a:srgbClr val="30353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"/>
            <p:cNvSpPr/>
            <p:nvPr/>
          </p:nvSpPr>
          <p:spPr>
            <a:xfrm>
              <a:off x="7893173" y="4548783"/>
              <a:ext cx="44657" cy="111919"/>
            </a:xfrm>
            <a:custGeom>
              <a:rect b="b" l="l" r="r" t="t"/>
              <a:pathLst>
                <a:path extrusionOk="0" h="827" w="331">
                  <a:moveTo>
                    <a:pt x="330" y="826"/>
                  </a:moveTo>
                  <a:lnTo>
                    <a:pt x="93" y="0"/>
                  </a:lnTo>
                  <a:lnTo>
                    <a:pt x="0" y="374"/>
                  </a:lnTo>
                  <a:lnTo>
                    <a:pt x="330" y="826"/>
                  </a:lnTo>
                </a:path>
              </a:pathLst>
            </a:custGeom>
            <a:solidFill>
              <a:srgbClr val="A1B3B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"/>
            <p:cNvSpPr/>
            <p:nvPr/>
          </p:nvSpPr>
          <p:spPr>
            <a:xfrm>
              <a:off x="7866974" y="4528542"/>
              <a:ext cx="38703" cy="70842"/>
            </a:xfrm>
            <a:custGeom>
              <a:rect b="b" l="l" r="r" t="t"/>
              <a:pathLst>
                <a:path extrusionOk="0" h="525" w="287">
                  <a:moveTo>
                    <a:pt x="164" y="0"/>
                  </a:moveTo>
                  <a:lnTo>
                    <a:pt x="286" y="165"/>
                  </a:lnTo>
                  <a:lnTo>
                    <a:pt x="193" y="524"/>
                  </a:lnTo>
                  <a:lnTo>
                    <a:pt x="0" y="258"/>
                  </a:lnTo>
                  <a:lnTo>
                    <a:pt x="16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"/>
            <p:cNvSpPr/>
            <p:nvPr/>
          </p:nvSpPr>
          <p:spPr>
            <a:xfrm>
              <a:off x="7937829" y="4547593"/>
              <a:ext cx="45253" cy="112514"/>
            </a:xfrm>
            <a:custGeom>
              <a:rect b="b" l="l" r="r" t="t"/>
              <a:pathLst>
                <a:path extrusionOk="0" h="834" w="337">
                  <a:moveTo>
                    <a:pt x="0" y="833"/>
                  </a:moveTo>
                  <a:lnTo>
                    <a:pt x="222" y="0"/>
                  </a:lnTo>
                  <a:lnTo>
                    <a:pt x="336" y="381"/>
                  </a:lnTo>
                  <a:lnTo>
                    <a:pt x="0" y="833"/>
                  </a:lnTo>
                </a:path>
              </a:pathLst>
            </a:custGeom>
            <a:solidFill>
              <a:srgbClr val="A1B3B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"/>
            <p:cNvSpPr/>
            <p:nvPr/>
          </p:nvSpPr>
          <p:spPr>
            <a:xfrm>
              <a:off x="7967601" y="4528542"/>
              <a:ext cx="43466" cy="70842"/>
            </a:xfrm>
            <a:custGeom>
              <a:rect b="b" l="l" r="r" t="t"/>
              <a:pathLst>
                <a:path extrusionOk="0" h="525" w="323">
                  <a:moveTo>
                    <a:pt x="144" y="0"/>
                  </a:moveTo>
                  <a:lnTo>
                    <a:pt x="0" y="150"/>
                  </a:lnTo>
                  <a:lnTo>
                    <a:pt x="114" y="524"/>
                  </a:lnTo>
                  <a:lnTo>
                    <a:pt x="322" y="258"/>
                  </a:lnTo>
                  <a:lnTo>
                    <a:pt x="14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"/>
            <p:cNvSpPr/>
            <p:nvPr/>
          </p:nvSpPr>
          <p:spPr>
            <a:xfrm>
              <a:off x="7899127" y="4425553"/>
              <a:ext cx="78596" cy="16669"/>
            </a:xfrm>
            <a:custGeom>
              <a:rect b="b" l="l" r="r" t="t"/>
              <a:pathLst>
                <a:path extrusionOk="0" h="123" w="582">
                  <a:moveTo>
                    <a:pt x="287" y="122"/>
                  </a:moveTo>
                  <a:lnTo>
                    <a:pt x="287" y="122"/>
                  </a:lnTo>
                  <a:cubicBezTo>
                    <a:pt x="452" y="122"/>
                    <a:pt x="581" y="65"/>
                    <a:pt x="58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"/>
                    <a:pt x="129" y="122"/>
                    <a:pt x="287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1" name="Google Shape;1451;p1"/>
          <p:cNvGrpSpPr/>
          <p:nvPr/>
        </p:nvGrpSpPr>
        <p:grpSpPr>
          <a:xfrm>
            <a:off x="5086350" y="3294063"/>
            <a:ext cx="655638" cy="655637"/>
            <a:chOff x="5086322" y="3294460"/>
            <a:chExt cx="655567" cy="655439"/>
          </a:xfrm>
        </p:grpSpPr>
        <p:sp>
          <p:nvSpPr>
            <p:cNvPr id="1452" name="Google Shape;1452;p1"/>
            <p:cNvSpPr/>
            <p:nvPr/>
          </p:nvSpPr>
          <p:spPr>
            <a:xfrm>
              <a:off x="5086322" y="3294460"/>
              <a:ext cx="655567" cy="655439"/>
            </a:xfrm>
            <a:custGeom>
              <a:rect b="b" l="l" r="r" t="t"/>
              <a:pathLst>
                <a:path extrusionOk="0" h="4855" w="4855">
                  <a:moveTo>
                    <a:pt x="4854" y="2424"/>
                  </a:moveTo>
                  <a:lnTo>
                    <a:pt x="4854" y="2424"/>
                  </a:lnTo>
                  <a:cubicBezTo>
                    <a:pt x="4854" y="1083"/>
                    <a:pt x="3765" y="0"/>
                    <a:pt x="2424" y="0"/>
                  </a:cubicBezTo>
                  <a:cubicBezTo>
                    <a:pt x="1082" y="0"/>
                    <a:pt x="0" y="1083"/>
                    <a:pt x="0" y="2424"/>
                  </a:cubicBezTo>
                  <a:cubicBezTo>
                    <a:pt x="0" y="3764"/>
                    <a:pt x="1082" y="4854"/>
                    <a:pt x="2424" y="4854"/>
                  </a:cubicBezTo>
                  <a:cubicBezTo>
                    <a:pt x="3765" y="4854"/>
                    <a:pt x="4854" y="3764"/>
                    <a:pt x="4854" y="2424"/>
                  </a:cubicBezTo>
                </a:path>
              </a:pathLst>
            </a:custGeom>
            <a:solidFill>
              <a:srgbClr val="F5A11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1"/>
            <p:cNvSpPr/>
            <p:nvPr/>
          </p:nvSpPr>
          <p:spPr>
            <a:xfrm>
              <a:off x="5413212" y="3294460"/>
              <a:ext cx="328081" cy="655439"/>
            </a:xfrm>
            <a:custGeom>
              <a:rect b="b" l="l" r="r" t="t"/>
              <a:pathLst>
                <a:path extrusionOk="0" h="4855" w="2431">
                  <a:moveTo>
                    <a:pt x="2430" y="2424"/>
                  </a:moveTo>
                  <a:lnTo>
                    <a:pt x="2430" y="2424"/>
                  </a:lnTo>
                  <a:cubicBezTo>
                    <a:pt x="2430" y="1083"/>
                    <a:pt x="1341" y="0"/>
                    <a:pt x="0" y="0"/>
                  </a:cubicBezTo>
                  <a:cubicBezTo>
                    <a:pt x="0" y="4854"/>
                    <a:pt x="0" y="4854"/>
                    <a:pt x="0" y="4854"/>
                  </a:cubicBezTo>
                  <a:cubicBezTo>
                    <a:pt x="1341" y="4854"/>
                    <a:pt x="2430" y="3764"/>
                    <a:pt x="2430" y="2424"/>
                  </a:cubicBezTo>
                </a:path>
              </a:pathLst>
            </a:custGeom>
            <a:solidFill>
              <a:srgbClr val="ED9B2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"/>
            <p:cNvSpPr/>
            <p:nvPr/>
          </p:nvSpPr>
          <p:spPr>
            <a:xfrm>
              <a:off x="5366173" y="3705225"/>
              <a:ext cx="95864" cy="104775"/>
            </a:xfrm>
            <a:custGeom>
              <a:rect b="b" l="l" r="r" t="t"/>
              <a:pathLst>
                <a:path extrusionOk="0" h="774" w="711">
                  <a:moveTo>
                    <a:pt x="710" y="773"/>
                  </a:moveTo>
                  <a:lnTo>
                    <a:pt x="0" y="773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773"/>
                  </a:lnTo>
                </a:path>
              </a:pathLst>
            </a:custGeom>
            <a:solidFill>
              <a:srgbClr val="D9A88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"/>
            <p:cNvSpPr/>
            <p:nvPr/>
          </p:nvSpPr>
          <p:spPr>
            <a:xfrm>
              <a:off x="5207194" y="3767138"/>
              <a:ext cx="206614" cy="182761"/>
            </a:xfrm>
            <a:custGeom>
              <a:rect b="b" l="l" r="r" t="t"/>
              <a:pathLst>
                <a:path extrusionOk="0" h="1355" w="1529">
                  <a:moveTo>
                    <a:pt x="1090" y="0"/>
                  </a:moveTo>
                  <a:lnTo>
                    <a:pt x="1090" y="0"/>
                  </a:lnTo>
                  <a:cubicBezTo>
                    <a:pt x="1090" y="0"/>
                    <a:pt x="409" y="99"/>
                    <a:pt x="316" y="207"/>
                  </a:cubicBezTo>
                  <a:cubicBezTo>
                    <a:pt x="223" y="293"/>
                    <a:pt x="43" y="1160"/>
                    <a:pt x="0" y="1354"/>
                  </a:cubicBezTo>
                  <a:cubicBezTo>
                    <a:pt x="1190" y="1354"/>
                    <a:pt x="1528" y="1354"/>
                    <a:pt x="1528" y="1354"/>
                  </a:cubicBezTo>
                  <a:cubicBezTo>
                    <a:pt x="1528" y="35"/>
                    <a:pt x="1528" y="35"/>
                    <a:pt x="1528" y="35"/>
                  </a:cubicBezTo>
                  <a:lnTo>
                    <a:pt x="1090" y="0"/>
                  </a:lnTo>
                </a:path>
              </a:pathLst>
            </a:custGeom>
            <a:solidFill>
              <a:srgbClr val="C0D0D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"/>
            <p:cNvSpPr/>
            <p:nvPr/>
          </p:nvSpPr>
          <p:spPr>
            <a:xfrm>
              <a:off x="5413212" y="3767138"/>
              <a:ext cx="206614" cy="182761"/>
            </a:xfrm>
            <a:custGeom>
              <a:rect b="b" l="l" r="r" t="t"/>
              <a:pathLst>
                <a:path extrusionOk="0" h="1355" w="1528">
                  <a:moveTo>
                    <a:pt x="444" y="0"/>
                  </a:moveTo>
                  <a:lnTo>
                    <a:pt x="444" y="0"/>
                  </a:lnTo>
                  <a:cubicBezTo>
                    <a:pt x="444" y="0"/>
                    <a:pt x="1118" y="99"/>
                    <a:pt x="1218" y="207"/>
                  </a:cubicBezTo>
                  <a:cubicBezTo>
                    <a:pt x="1305" y="293"/>
                    <a:pt x="1484" y="1160"/>
                    <a:pt x="1527" y="1354"/>
                  </a:cubicBezTo>
                  <a:cubicBezTo>
                    <a:pt x="344" y="1354"/>
                    <a:pt x="0" y="1354"/>
                    <a:pt x="0" y="1354"/>
                  </a:cubicBezTo>
                  <a:cubicBezTo>
                    <a:pt x="0" y="35"/>
                    <a:pt x="0" y="35"/>
                    <a:pt x="0" y="35"/>
                  </a:cubicBezTo>
                  <a:lnTo>
                    <a:pt x="444" y="0"/>
                  </a:lnTo>
                </a:path>
              </a:pathLst>
            </a:custGeom>
            <a:solidFill>
              <a:srgbClr val="A7BDC8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"/>
            <p:cNvSpPr/>
            <p:nvPr/>
          </p:nvSpPr>
          <p:spPr>
            <a:xfrm>
              <a:off x="5394754" y="3789165"/>
              <a:ext cx="36917" cy="160139"/>
            </a:xfrm>
            <a:custGeom>
              <a:rect b="b" l="l" r="r" t="t"/>
              <a:pathLst>
                <a:path extrusionOk="0" h="1185" w="274">
                  <a:moveTo>
                    <a:pt x="94" y="0"/>
                  </a:moveTo>
                  <a:lnTo>
                    <a:pt x="0" y="933"/>
                  </a:lnTo>
                  <a:lnTo>
                    <a:pt x="137" y="1184"/>
                  </a:lnTo>
                  <a:lnTo>
                    <a:pt x="273" y="933"/>
                  </a:lnTo>
                  <a:lnTo>
                    <a:pt x="187" y="0"/>
                  </a:lnTo>
                  <a:lnTo>
                    <a:pt x="94" y="0"/>
                  </a:lnTo>
                </a:path>
              </a:pathLst>
            </a:custGeom>
            <a:solidFill>
              <a:srgbClr val="11A99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"/>
            <p:cNvSpPr/>
            <p:nvPr/>
          </p:nvSpPr>
          <p:spPr>
            <a:xfrm>
              <a:off x="5397136" y="3771900"/>
              <a:ext cx="32748" cy="33338"/>
            </a:xfrm>
            <a:custGeom>
              <a:rect b="b" l="l" r="r" t="t"/>
              <a:pathLst>
                <a:path extrusionOk="0" h="245" w="244">
                  <a:moveTo>
                    <a:pt x="243" y="121"/>
                  </a:moveTo>
                  <a:lnTo>
                    <a:pt x="122" y="244"/>
                  </a:lnTo>
                  <a:lnTo>
                    <a:pt x="0" y="121"/>
                  </a:lnTo>
                  <a:lnTo>
                    <a:pt x="122" y="0"/>
                  </a:lnTo>
                  <a:lnTo>
                    <a:pt x="243" y="121"/>
                  </a:lnTo>
                </a:path>
              </a:pathLst>
            </a:custGeom>
            <a:solidFill>
              <a:srgbClr val="11A99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"/>
            <p:cNvSpPr/>
            <p:nvPr/>
          </p:nvSpPr>
          <p:spPr>
            <a:xfrm>
              <a:off x="5413212" y="3402807"/>
              <a:ext cx="120872" cy="320278"/>
            </a:xfrm>
            <a:custGeom>
              <a:rect b="b" l="l" r="r" t="t"/>
              <a:pathLst>
                <a:path extrusionOk="0" h="2374" w="897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96" y="201"/>
                    <a:pt x="896" y="1119"/>
                  </a:cubicBezTo>
                  <a:cubicBezTo>
                    <a:pt x="896" y="1649"/>
                    <a:pt x="716" y="2000"/>
                    <a:pt x="645" y="2093"/>
                  </a:cubicBezTo>
                  <a:cubicBezTo>
                    <a:pt x="573" y="2180"/>
                    <a:pt x="186" y="2373"/>
                    <a:pt x="0" y="2373"/>
                  </a:cubicBezTo>
                  <a:cubicBezTo>
                    <a:pt x="0" y="1442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"/>
            <p:cNvSpPr/>
            <p:nvPr/>
          </p:nvSpPr>
          <p:spPr>
            <a:xfrm>
              <a:off x="5505504" y="3542110"/>
              <a:ext cx="54184" cy="75605"/>
            </a:xfrm>
            <a:custGeom>
              <a:rect b="b" l="l" r="r" t="t"/>
              <a:pathLst>
                <a:path extrusionOk="0" h="559" w="402">
                  <a:moveTo>
                    <a:pt x="388" y="307"/>
                  </a:moveTo>
                  <a:lnTo>
                    <a:pt x="388" y="307"/>
                  </a:lnTo>
                  <a:cubicBezTo>
                    <a:pt x="401" y="158"/>
                    <a:pt x="330" y="28"/>
                    <a:pt x="230" y="14"/>
                  </a:cubicBezTo>
                  <a:cubicBezTo>
                    <a:pt x="129" y="0"/>
                    <a:pt x="29" y="108"/>
                    <a:pt x="14" y="257"/>
                  </a:cubicBezTo>
                  <a:cubicBezTo>
                    <a:pt x="0" y="402"/>
                    <a:pt x="72" y="530"/>
                    <a:pt x="172" y="545"/>
                  </a:cubicBezTo>
                  <a:cubicBezTo>
                    <a:pt x="273" y="558"/>
                    <a:pt x="366" y="452"/>
                    <a:pt x="388" y="307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"/>
            <p:cNvSpPr/>
            <p:nvPr/>
          </p:nvSpPr>
          <p:spPr>
            <a:xfrm>
              <a:off x="5293531" y="3402807"/>
              <a:ext cx="120277" cy="320278"/>
            </a:xfrm>
            <a:custGeom>
              <a:rect b="b" l="l" r="r" t="t"/>
              <a:pathLst>
                <a:path extrusionOk="0" h="2374" w="891">
                  <a:moveTo>
                    <a:pt x="890" y="0"/>
                  </a:moveTo>
                  <a:lnTo>
                    <a:pt x="890" y="0"/>
                  </a:lnTo>
                  <a:cubicBezTo>
                    <a:pt x="546" y="0"/>
                    <a:pt x="0" y="201"/>
                    <a:pt x="0" y="1119"/>
                  </a:cubicBezTo>
                  <a:cubicBezTo>
                    <a:pt x="0" y="1649"/>
                    <a:pt x="173" y="2000"/>
                    <a:pt x="251" y="2093"/>
                  </a:cubicBezTo>
                  <a:cubicBezTo>
                    <a:pt x="316" y="2180"/>
                    <a:pt x="710" y="2373"/>
                    <a:pt x="890" y="2373"/>
                  </a:cubicBezTo>
                  <a:cubicBezTo>
                    <a:pt x="890" y="1442"/>
                    <a:pt x="890" y="0"/>
                    <a:pt x="890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"/>
            <p:cNvSpPr/>
            <p:nvPr/>
          </p:nvSpPr>
          <p:spPr>
            <a:xfrm>
              <a:off x="5267927" y="3542110"/>
              <a:ext cx="54184" cy="75605"/>
            </a:xfrm>
            <a:custGeom>
              <a:rect b="b" l="l" r="r" t="t"/>
              <a:pathLst>
                <a:path extrusionOk="0" h="559" w="402">
                  <a:moveTo>
                    <a:pt x="15" y="307"/>
                  </a:moveTo>
                  <a:lnTo>
                    <a:pt x="15" y="307"/>
                  </a:lnTo>
                  <a:cubicBezTo>
                    <a:pt x="0" y="158"/>
                    <a:pt x="72" y="28"/>
                    <a:pt x="172" y="14"/>
                  </a:cubicBezTo>
                  <a:cubicBezTo>
                    <a:pt x="273" y="0"/>
                    <a:pt x="366" y="108"/>
                    <a:pt x="381" y="257"/>
                  </a:cubicBezTo>
                  <a:cubicBezTo>
                    <a:pt x="401" y="402"/>
                    <a:pt x="330" y="530"/>
                    <a:pt x="230" y="545"/>
                  </a:cubicBezTo>
                  <a:cubicBezTo>
                    <a:pt x="122" y="558"/>
                    <a:pt x="29" y="452"/>
                    <a:pt x="15" y="307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"/>
            <p:cNvSpPr/>
            <p:nvPr/>
          </p:nvSpPr>
          <p:spPr>
            <a:xfrm>
              <a:off x="5353074" y="3752255"/>
              <a:ext cx="60138" cy="66080"/>
            </a:xfrm>
            <a:custGeom>
              <a:rect b="b" l="l" r="r" t="t"/>
              <a:pathLst>
                <a:path extrusionOk="0" h="488" w="446">
                  <a:moveTo>
                    <a:pt x="445" y="143"/>
                  </a:moveTo>
                  <a:lnTo>
                    <a:pt x="86" y="0"/>
                  </a:lnTo>
                  <a:lnTo>
                    <a:pt x="0" y="93"/>
                  </a:lnTo>
                  <a:lnTo>
                    <a:pt x="179" y="487"/>
                  </a:lnTo>
                  <a:lnTo>
                    <a:pt x="445" y="14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"/>
            <p:cNvSpPr/>
            <p:nvPr/>
          </p:nvSpPr>
          <p:spPr>
            <a:xfrm>
              <a:off x="5413212" y="3752255"/>
              <a:ext cx="61329" cy="66080"/>
            </a:xfrm>
            <a:custGeom>
              <a:rect b="b" l="l" r="r" t="t"/>
              <a:pathLst>
                <a:path extrusionOk="0" h="488" w="453">
                  <a:moveTo>
                    <a:pt x="0" y="143"/>
                  </a:moveTo>
                  <a:lnTo>
                    <a:pt x="365" y="0"/>
                  </a:lnTo>
                  <a:lnTo>
                    <a:pt x="452" y="93"/>
                  </a:lnTo>
                  <a:lnTo>
                    <a:pt x="272" y="487"/>
                  </a:lnTo>
                  <a:lnTo>
                    <a:pt x="0" y="14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"/>
            <p:cNvSpPr/>
            <p:nvPr/>
          </p:nvSpPr>
          <p:spPr>
            <a:xfrm>
              <a:off x="5307821" y="3896321"/>
              <a:ext cx="61329" cy="13097"/>
            </a:xfrm>
            <a:custGeom>
              <a:rect b="b" l="l" r="r" t="t"/>
              <a:pathLst>
                <a:path extrusionOk="0" h="95" w="452">
                  <a:moveTo>
                    <a:pt x="451" y="94"/>
                  </a:moveTo>
                  <a:lnTo>
                    <a:pt x="0" y="94"/>
                  </a:lnTo>
                  <a:lnTo>
                    <a:pt x="0" y="0"/>
                  </a:lnTo>
                  <a:lnTo>
                    <a:pt x="451" y="0"/>
                  </a:lnTo>
                  <a:lnTo>
                    <a:pt x="451" y="94"/>
                  </a:lnTo>
                </a:path>
              </a:pathLst>
            </a:custGeom>
            <a:solidFill>
              <a:srgbClr val="7F97A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"/>
            <p:cNvSpPr/>
            <p:nvPr/>
          </p:nvSpPr>
          <p:spPr>
            <a:xfrm>
              <a:off x="5459060" y="3896321"/>
              <a:ext cx="60138" cy="13097"/>
            </a:xfrm>
            <a:custGeom>
              <a:rect b="b" l="l" r="r" t="t"/>
              <a:pathLst>
                <a:path extrusionOk="0" h="95" w="445">
                  <a:moveTo>
                    <a:pt x="444" y="94"/>
                  </a:moveTo>
                  <a:lnTo>
                    <a:pt x="0" y="94"/>
                  </a:lnTo>
                  <a:lnTo>
                    <a:pt x="0" y="0"/>
                  </a:lnTo>
                  <a:lnTo>
                    <a:pt x="444" y="0"/>
                  </a:lnTo>
                  <a:lnTo>
                    <a:pt x="444" y="94"/>
                  </a:lnTo>
                </a:path>
              </a:pathLst>
            </a:custGeom>
            <a:solidFill>
              <a:srgbClr val="7F97A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"/>
            <p:cNvSpPr/>
            <p:nvPr/>
          </p:nvSpPr>
          <p:spPr>
            <a:xfrm>
              <a:off x="5289363" y="3379590"/>
              <a:ext cx="123849" cy="205978"/>
            </a:xfrm>
            <a:custGeom>
              <a:rect b="b" l="l" r="r" t="t"/>
              <a:pathLst>
                <a:path extrusionOk="0" h="1527" w="919">
                  <a:moveTo>
                    <a:pt x="150" y="1526"/>
                  </a:moveTo>
                  <a:lnTo>
                    <a:pt x="150" y="1526"/>
                  </a:lnTo>
                  <a:cubicBezTo>
                    <a:pt x="208" y="1526"/>
                    <a:pt x="208" y="1526"/>
                    <a:pt x="208" y="1526"/>
                  </a:cubicBezTo>
                  <a:cubicBezTo>
                    <a:pt x="208" y="1526"/>
                    <a:pt x="172" y="1282"/>
                    <a:pt x="279" y="1210"/>
                  </a:cubicBezTo>
                  <a:cubicBezTo>
                    <a:pt x="279" y="1089"/>
                    <a:pt x="279" y="1053"/>
                    <a:pt x="279" y="1053"/>
                  </a:cubicBezTo>
                  <a:cubicBezTo>
                    <a:pt x="279" y="1053"/>
                    <a:pt x="236" y="1046"/>
                    <a:pt x="236" y="866"/>
                  </a:cubicBezTo>
                  <a:cubicBezTo>
                    <a:pt x="236" y="688"/>
                    <a:pt x="459" y="559"/>
                    <a:pt x="918" y="559"/>
                  </a:cubicBezTo>
                  <a:cubicBezTo>
                    <a:pt x="918" y="293"/>
                    <a:pt x="918" y="0"/>
                    <a:pt x="918" y="0"/>
                  </a:cubicBezTo>
                  <a:cubicBezTo>
                    <a:pt x="918" y="0"/>
                    <a:pt x="0" y="93"/>
                    <a:pt x="0" y="760"/>
                  </a:cubicBezTo>
                  <a:cubicBezTo>
                    <a:pt x="0" y="1039"/>
                    <a:pt x="0" y="1218"/>
                    <a:pt x="0" y="1218"/>
                  </a:cubicBezTo>
                  <a:cubicBezTo>
                    <a:pt x="0" y="1218"/>
                    <a:pt x="72" y="1204"/>
                    <a:pt x="115" y="1247"/>
                  </a:cubicBezTo>
                  <a:cubicBezTo>
                    <a:pt x="172" y="1290"/>
                    <a:pt x="150" y="1526"/>
                    <a:pt x="150" y="1526"/>
                  </a:cubicBezTo>
                </a:path>
              </a:pathLst>
            </a:custGeom>
            <a:solidFill>
              <a:srgbClr val="8B603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"/>
            <p:cNvSpPr/>
            <p:nvPr/>
          </p:nvSpPr>
          <p:spPr>
            <a:xfrm>
              <a:off x="5412616" y="3379590"/>
              <a:ext cx="123849" cy="205978"/>
            </a:xfrm>
            <a:custGeom>
              <a:rect b="b" l="l" r="r" t="t"/>
              <a:pathLst>
                <a:path extrusionOk="0" h="1527" w="919">
                  <a:moveTo>
                    <a:pt x="775" y="1526"/>
                  </a:moveTo>
                  <a:lnTo>
                    <a:pt x="775" y="1526"/>
                  </a:lnTo>
                  <a:cubicBezTo>
                    <a:pt x="710" y="1526"/>
                    <a:pt x="710" y="1526"/>
                    <a:pt x="710" y="1526"/>
                  </a:cubicBezTo>
                  <a:cubicBezTo>
                    <a:pt x="710" y="1526"/>
                    <a:pt x="753" y="1282"/>
                    <a:pt x="638" y="1210"/>
                  </a:cubicBezTo>
                  <a:cubicBezTo>
                    <a:pt x="638" y="1089"/>
                    <a:pt x="638" y="1053"/>
                    <a:pt x="638" y="1053"/>
                  </a:cubicBezTo>
                  <a:cubicBezTo>
                    <a:pt x="638" y="1053"/>
                    <a:pt x="680" y="1046"/>
                    <a:pt x="680" y="866"/>
                  </a:cubicBezTo>
                  <a:cubicBezTo>
                    <a:pt x="680" y="688"/>
                    <a:pt x="466" y="559"/>
                    <a:pt x="0" y="559"/>
                  </a:cubicBezTo>
                  <a:cubicBezTo>
                    <a:pt x="0" y="293"/>
                    <a:pt x="0" y="0"/>
                    <a:pt x="0" y="0"/>
                  </a:cubicBezTo>
                  <a:cubicBezTo>
                    <a:pt x="0" y="0"/>
                    <a:pt x="918" y="93"/>
                    <a:pt x="918" y="760"/>
                  </a:cubicBezTo>
                  <a:cubicBezTo>
                    <a:pt x="918" y="1039"/>
                    <a:pt x="918" y="1218"/>
                    <a:pt x="918" y="1218"/>
                  </a:cubicBezTo>
                  <a:cubicBezTo>
                    <a:pt x="918" y="1218"/>
                    <a:pt x="853" y="1204"/>
                    <a:pt x="803" y="1247"/>
                  </a:cubicBezTo>
                  <a:cubicBezTo>
                    <a:pt x="753" y="1290"/>
                    <a:pt x="775" y="1526"/>
                    <a:pt x="775" y="1526"/>
                  </a:cubicBezTo>
                </a:path>
              </a:pathLst>
            </a:custGeom>
            <a:solidFill>
              <a:srgbClr val="8B603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"/>
            <p:cNvSpPr/>
            <p:nvPr/>
          </p:nvSpPr>
          <p:spPr>
            <a:xfrm>
              <a:off x="5374509" y="3653434"/>
              <a:ext cx="78596" cy="15478"/>
            </a:xfrm>
            <a:custGeom>
              <a:rect b="b" l="l" r="r" t="t"/>
              <a:pathLst>
                <a:path extrusionOk="0" h="116" w="583">
                  <a:moveTo>
                    <a:pt x="288" y="115"/>
                  </a:moveTo>
                  <a:lnTo>
                    <a:pt x="288" y="115"/>
                  </a:lnTo>
                  <a:cubicBezTo>
                    <a:pt x="452" y="115"/>
                    <a:pt x="582" y="65"/>
                    <a:pt x="58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"/>
                    <a:pt x="130" y="115"/>
                    <a:pt x="288" y="1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0" name="Google Shape;1470;p1"/>
          <p:cNvGrpSpPr/>
          <p:nvPr/>
        </p:nvGrpSpPr>
        <p:grpSpPr>
          <a:xfrm>
            <a:off x="5935663" y="3294063"/>
            <a:ext cx="657225" cy="655637"/>
            <a:chOff x="5935999" y="3294460"/>
            <a:chExt cx="656758" cy="655439"/>
          </a:xfrm>
        </p:grpSpPr>
        <p:sp>
          <p:nvSpPr>
            <p:cNvPr id="1471" name="Google Shape;1471;p1"/>
            <p:cNvSpPr/>
            <p:nvPr/>
          </p:nvSpPr>
          <p:spPr>
            <a:xfrm>
              <a:off x="5935999" y="3294460"/>
              <a:ext cx="656758" cy="655439"/>
            </a:xfrm>
            <a:custGeom>
              <a:rect b="b" l="l" r="r" t="t"/>
              <a:pathLst>
                <a:path extrusionOk="0" h="4855" w="4862">
                  <a:moveTo>
                    <a:pt x="4861" y="2424"/>
                  </a:moveTo>
                  <a:lnTo>
                    <a:pt x="4861" y="2424"/>
                  </a:lnTo>
                  <a:cubicBezTo>
                    <a:pt x="4861" y="1083"/>
                    <a:pt x="3771" y="0"/>
                    <a:pt x="2430" y="0"/>
                  </a:cubicBezTo>
                  <a:cubicBezTo>
                    <a:pt x="1090" y="0"/>
                    <a:pt x="0" y="1083"/>
                    <a:pt x="0" y="2424"/>
                  </a:cubicBezTo>
                  <a:cubicBezTo>
                    <a:pt x="0" y="3764"/>
                    <a:pt x="1090" y="4854"/>
                    <a:pt x="2430" y="4854"/>
                  </a:cubicBezTo>
                  <a:cubicBezTo>
                    <a:pt x="3771" y="4854"/>
                    <a:pt x="4861" y="3764"/>
                    <a:pt x="4861" y="2424"/>
                  </a:cubicBezTo>
                </a:path>
              </a:pathLst>
            </a:custGeom>
            <a:solidFill>
              <a:srgbClr val="83797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"/>
            <p:cNvSpPr/>
            <p:nvPr/>
          </p:nvSpPr>
          <p:spPr>
            <a:xfrm>
              <a:off x="6264080" y="3294460"/>
              <a:ext cx="328677" cy="655439"/>
            </a:xfrm>
            <a:custGeom>
              <a:rect b="b" l="l" r="r" t="t"/>
              <a:pathLst>
                <a:path extrusionOk="0" h="4855" w="2432">
                  <a:moveTo>
                    <a:pt x="2431" y="2424"/>
                  </a:moveTo>
                  <a:lnTo>
                    <a:pt x="2431" y="2424"/>
                  </a:lnTo>
                  <a:cubicBezTo>
                    <a:pt x="2431" y="1083"/>
                    <a:pt x="1341" y="0"/>
                    <a:pt x="0" y="0"/>
                  </a:cubicBezTo>
                  <a:cubicBezTo>
                    <a:pt x="0" y="4854"/>
                    <a:pt x="0" y="4854"/>
                    <a:pt x="0" y="4854"/>
                  </a:cubicBezTo>
                  <a:cubicBezTo>
                    <a:pt x="1341" y="4854"/>
                    <a:pt x="2431" y="3764"/>
                    <a:pt x="2431" y="2424"/>
                  </a:cubicBezTo>
                </a:path>
              </a:pathLst>
            </a:custGeom>
            <a:solidFill>
              <a:srgbClr val="7C727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"/>
            <p:cNvSpPr/>
            <p:nvPr/>
          </p:nvSpPr>
          <p:spPr>
            <a:xfrm>
              <a:off x="6264079" y="3767138"/>
              <a:ext cx="206614" cy="182761"/>
            </a:xfrm>
            <a:custGeom>
              <a:rect b="b" l="l" r="r" t="t"/>
              <a:pathLst>
                <a:path extrusionOk="0" h="1355" w="1529">
                  <a:moveTo>
                    <a:pt x="445" y="0"/>
                  </a:moveTo>
                  <a:lnTo>
                    <a:pt x="445" y="0"/>
                  </a:lnTo>
                  <a:cubicBezTo>
                    <a:pt x="445" y="0"/>
                    <a:pt x="1119" y="99"/>
                    <a:pt x="1220" y="207"/>
                  </a:cubicBezTo>
                  <a:cubicBezTo>
                    <a:pt x="1305" y="293"/>
                    <a:pt x="1485" y="1160"/>
                    <a:pt x="1528" y="1354"/>
                  </a:cubicBezTo>
                  <a:cubicBezTo>
                    <a:pt x="344" y="1354"/>
                    <a:pt x="0" y="1354"/>
                    <a:pt x="0" y="1354"/>
                  </a:cubicBezTo>
                  <a:cubicBezTo>
                    <a:pt x="0" y="121"/>
                    <a:pt x="0" y="121"/>
                    <a:pt x="0" y="121"/>
                  </a:cubicBezTo>
                  <a:lnTo>
                    <a:pt x="445" y="0"/>
                  </a:lnTo>
                </a:path>
              </a:pathLst>
            </a:custGeom>
            <a:solidFill>
              <a:srgbClr val="2B2E3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"/>
            <p:cNvSpPr/>
            <p:nvPr/>
          </p:nvSpPr>
          <p:spPr>
            <a:xfrm>
              <a:off x="6215850" y="3706416"/>
              <a:ext cx="97055" cy="105966"/>
            </a:xfrm>
            <a:custGeom>
              <a:rect b="b" l="l" r="r" t="t"/>
              <a:pathLst>
                <a:path extrusionOk="0" h="783" w="718">
                  <a:moveTo>
                    <a:pt x="717" y="782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717" y="0"/>
                  </a:lnTo>
                  <a:lnTo>
                    <a:pt x="717" y="782"/>
                  </a:lnTo>
                </a:path>
              </a:pathLst>
            </a:custGeom>
            <a:solidFill>
              <a:srgbClr val="D9A88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"/>
            <p:cNvSpPr/>
            <p:nvPr/>
          </p:nvSpPr>
          <p:spPr>
            <a:xfrm>
              <a:off x="6264080" y="3402807"/>
              <a:ext cx="120277" cy="320278"/>
            </a:xfrm>
            <a:custGeom>
              <a:rect b="b" l="l" r="r" t="t"/>
              <a:pathLst>
                <a:path extrusionOk="0" h="2374" w="890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89" y="201"/>
                    <a:pt x="889" y="1119"/>
                  </a:cubicBezTo>
                  <a:cubicBezTo>
                    <a:pt x="889" y="1649"/>
                    <a:pt x="718" y="2000"/>
                    <a:pt x="646" y="2093"/>
                  </a:cubicBezTo>
                  <a:cubicBezTo>
                    <a:pt x="574" y="2180"/>
                    <a:pt x="186" y="2373"/>
                    <a:pt x="0" y="2373"/>
                  </a:cubicBezTo>
                  <a:cubicBezTo>
                    <a:pt x="0" y="1442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1"/>
            <p:cNvSpPr/>
            <p:nvPr/>
          </p:nvSpPr>
          <p:spPr>
            <a:xfrm>
              <a:off x="6356371" y="3542110"/>
              <a:ext cx="53589" cy="75605"/>
            </a:xfrm>
            <a:custGeom>
              <a:rect b="b" l="l" r="r" t="t"/>
              <a:pathLst>
                <a:path extrusionOk="0" h="559" w="395">
                  <a:moveTo>
                    <a:pt x="380" y="307"/>
                  </a:moveTo>
                  <a:lnTo>
                    <a:pt x="380" y="307"/>
                  </a:lnTo>
                  <a:cubicBezTo>
                    <a:pt x="394" y="158"/>
                    <a:pt x="329" y="28"/>
                    <a:pt x="222" y="14"/>
                  </a:cubicBezTo>
                  <a:cubicBezTo>
                    <a:pt x="121" y="0"/>
                    <a:pt x="28" y="108"/>
                    <a:pt x="14" y="257"/>
                  </a:cubicBezTo>
                  <a:cubicBezTo>
                    <a:pt x="0" y="402"/>
                    <a:pt x="71" y="530"/>
                    <a:pt x="172" y="545"/>
                  </a:cubicBezTo>
                  <a:cubicBezTo>
                    <a:pt x="272" y="558"/>
                    <a:pt x="365" y="452"/>
                    <a:pt x="380" y="307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1"/>
            <p:cNvSpPr/>
            <p:nvPr/>
          </p:nvSpPr>
          <p:spPr>
            <a:xfrm>
              <a:off x="6143803" y="3402807"/>
              <a:ext cx="120277" cy="320278"/>
            </a:xfrm>
            <a:custGeom>
              <a:rect b="b" l="l" r="r" t="t"/>
              <a:pathLst>
                <a:path extrusionOk="0" h="2374" w="890">
                  <a:moveTo>
                    <a:pt x="889" y="0"/>
                  </a:moveTo>
                  <a:lnTo>
                    <a:pt x="889" y="0"/>
                  </a:lnTo>
                  <a:cubicBezTo>
                    <a:pt x="545" y="0"/>
                    <a:pt x="0" y="201"/>
                    <a:pt x="0" y="1119"/>
                  </a:cubicBezTo>
                  <a:cubicBezTo>
                    <a:pt x="0" y="1649"/>
                    <a:pt x="172" y="2000"/>
                    <a:pt x="244" y="2093"/>
                  </a:cubicBezTo>
                  <a:cubicBezTo>
                    <a:pt x="316" y="2180"/>
                    <a:pt x="710" y="2373"/>
                    <a:pt x="889" y="2373"/>
                  </a:cubicBezTo>
                  <a:cubicBezTo>
                    <a:pt x="889" y="1442"/>
                    <a:pt x="889" y="0"/>
                    <a:pt x="889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1"/>
            <p:cNvSpPr/>
            <p:nvPr/>
          </p:nvSpPr>
          <p:spPr>
            <a:xfrm>
              <a:off x="6118795" y="3542110"/>
              <a:ext cx="53589" cy="75605"/>
            </a:xfrm>
            <a:custGeom>
              <a:rect b="b" l="l" r="r" t="t"/>
              <a:pathLst>
                <a:path extrusionOk="0" h="559" w="395">
                  <a:moveTo>
                    <a:pt x="14" y="307"/>
                  </a:moveTo>
                  <a:lnTo>
                    <a:pt x="14" y="307"/>
                  </a:lnTo>
                  <a:cubicBezTo>
                    <a:pt x="0" y="158"/>
                    <a:pt x="64" y="28"/>
                    <a:pt x="172" y="14"/>
                  </a:cubicBezTo>
                  <a:cubicBezTo>
                    <a:pt x="272" y="0"/>
                    <a:pt x="365" y="108"/>
                    <a:pt x="380" y="257"/>
                  </a:cubicBezTo>
                  <a:cubicBezTo>
                    <a:pt x="394" y="402"/>
                    <a:pt x="322" y="530"/>
                    <a:pt x="222" y="545"/>
                  </a:cubicBezTo>
                  <a:cubicBezTo>
                    <a:pt x="122" y="558"/>
                    <a:pt x="29" y="452"/>
                    <a:pt x="14" y="307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1"/>
            <p:cNvSpPr/>
            <p:nvPr/>
          </p:nvSpPr>
          <p:spPr>
            <a:xfrm>
              <a:off x="6128322" y="3395067"/>
              <a:ext cx="72642" cy="214313"/>
            </a:xfrm>
            <a:custGeom>
              <a:rect b="b" l="l" r="r" t="t"/>
              <a:pathLst>
                <a:path extrusionOk="0" h="1586" w="539">
                  <a:moveTo>
                    <a:pt x="538" y="250"/>
                  </a:moveTo>
                  <a:lnTo>
                    <a:pt x="538" y="250"/>
                  </a:lnTo>
                  <a:cubicBezTo>
                    <a:pt x="538" y="250"/>
                    <a:pt x="237" y="609"/>
                    <a:pt x="352" y="947"/>
                  </a:cubicBezTo>
                  <a:cubicBezTo>
                    <a:pt x="374" y="1341"/>
                    <a:pt x="337" y="1477"/>
                    <a:pt x="208" y="1585"/>
                  </a:cubicBezTo>
                  <a:cubicBezTo>
                    <a:pt x="237" y="1198"/>
                    <a:pt x="201" y="1075"/>
                    <a:pt x="58" y="1118"/>
                  </a:cubicBezTo>
                  <a:cubicBezTo>
                    <a:pt x="0" y="817"/>
                    <a:pt x="123" y="0"/>
                    <a:pt x="538" y="250"/>
                  </a:cubicBezTo>
                </a:path>
              </a:pathLst>
            </a:custGeom>
            <a:solidFill>
              <a:srgbClr val="670E0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1"/>
            <p:cNvSpPr/>
            <p:nvPr/>
          </p:nvSpPr>
          <p:spPr>
            <a:xfrm>
              <a:off x="6327195" y="3395067"/>
              <a:ext cx="72642" cy="214313"/>
            </a:xfrm>
            <a:custGeom>
              <a:rect b="b" l="l" r="r" t="t"/>
              <a:pathLst>
                <a:path extrusionOk="0" h="1586" w="538">
                  <a:moveTo>
                    <a:pt x="0" y="250"/>
                  </a:moveTo>
                  <a:lnTo>
                    <a:pt x="0" y="250"/>
                  </a:lnTo>
                  <a:cubicBezTo>
                    <a:pt x="0" y="250"/>
                    <a:pt x="301" y="609"/>
                    <a:pt x="186" y="947"/>
                  </a:cubicBezTo>
                  <a:cubicBezTo>
                    <a:pt x="165" y="1341"/>
                    <a:pt x="200" y="1477"/>
                    <a:pt x="329" y="1585"/>
                  </a:cubicBezTo>
                  <a:cubicBezTo>
                    <a:pt x="301" y="1198"/>
                    <a:pt x="336" y="1075"/>
                    <a:pt x="480" y="1118"/>
                  </a:cubicBezTo>
                  <a:cubicBezTo>
                    <a:pt x="537" y="817"/>
                    <a:pt x="409" y="0"/>
                    <a:pt x="0" y="250"/>
                  </a:cubicBezTo>
                </a:path>
              </a:pathLst>
            </a:custGeom>
            <a:solidFill>
              <a:srgbClr val="670E0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1"/>
            <p:cNvSpPr/>
            <p:nvPr/>
          </p:nvSpPr>
          <p:spPr>
            <a:xfrm>
              <a:off x="6058062" y="3767138"/>
              <a:ext cx="206018" cy="182761"/>
            </a:xfrm>
            <a:custGeom>
              <a:rect b="b" l="l" r="r" t="t"/>
              <a:pathLst>
                <a:path extrusionOk="0" h="1355" w="1527">
                  <a:moveTo>
                    <a:pt x="1082" y="0"/>
                  </a:moveTo>
                  <a:lnTo>
                    <a:pt x="1082" y="0"/>
                  </a:lnTo>
                  <a:cubicBezTo>
                    <a:pt x="1082" y="0"/>
                    <a:pt x="407" y="99"/>
                    <a:pt x="307" y="207"/>
                  </a:cubicBezTo>
                  <a:cubicBezTo>
                    <a:pt x="221" y="293"/>
                    <a:pt x="42" y="1160"/>
                    <a:pt x="0" y="1354"/>
                  </a:cubicBezTo>
                  <a:cubicBezTo>
                    <a:pt x="1189" y="1354"/>
                    <a:pt x="1526" y="1354"/>
                    <a:pt x="1526" y="1354"/>
                  </a:cubicBezTo>
                  <a:cubicBezTo>
                    <a:pt x="1526" y="121"/>
                    <a:pt x="1526" y="121"/>
                    <a:pt x="1526" y="121"/>
                  </a:cubicBezTo>
                  <a:lnTo>
                    <a:pt x="1082" y="0"/>
                  </a:lnTo>
                </a:path>
              </a:pathLst>
            </a:custGeom>
            <a:solidFill>
              <a:srgbClr val="30353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1"/>
            <p:cNvSpPr/>
            <p:nvPr/>
          </p:nvSpPr>
          <p:spPr>
            <a:xfrm>
              <a:off x="6203346" y="3764757"/>
              <a:ext cx="122063" cy="185142"/>
            </a:xfrm>
            <a:custGeom>
              <a:rect b="b" l="l" r="r" t="t"/>
              <a:pathLst>
                <a:path extrusionOk="0" h="1370" w="905">
                  <a:moveTo>
                    <a:pt x="904" y="0"/>
                  </a:moveTo>
                  <a:lnTo>
                    <a:pt x="452" y="93"/>
                  </a:lnTo>
                  <a:lnTo>
                    <a:pt x="0" y="0"/>
                  </a:lnTo>
                  <a:lnTo>
                    <a:pt x="452" y="1369"/>
                  </a:lnTo>
                  <a:lnTo>
                    <a:pt x="904" y="0"/>
                  </a:lnTo>
                </a:path>
              </a:pathLst>
            </a:custGeom>
            <a:solidFill>
              <a:srgbClr val="B9C7C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1"/>
            <p:cNvSpPr/>
            <p:nvPr/>
          </p:nvSpPr>
          <p:spPr>
            <a:xfrm>
              <a:off x="6203346" y="3764757"/>
              <a:ext cx="122063" cy="185142"/>
            </a:xfrm>
            <a:custGeom>
              <a:rect b="b" l="l" r="r" t="t"/>
              <a:pathLst>
                <a:path extrusionOk="0" h="1370" w="905">
                  <a:moveTo>
                    <a:pt x="904" y="0"/>
                  </a:moveTo>
                  <a:lnTo>
                    <a:pt x="452" y="93"/>
                  </a:lnTo>
                  <a:lnTo>
                    <a:pt x="0" y="0"/>
                  </a:lnTo>
                  <a:lnTo>
                    <a:pt x="452" y="1369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"/>
            <p:cNvSpPr/>
            <p:nvPr/>
          </p:nvSpPr>
          <p:spPr>
            <a:xfrm>
              <a:off x="6249789" y="3801666"/>
              <a:ext cx="30367" cy="148233"/>
            </a:xfrm>
            <a:custGeom>
              <a:rect b="b" l="l" r="r" t="t"/>
              <a:pathLst>
                <a:path extrusionOk="0" h="1098" w="223">
                  <a:moveTo>
                    <a:pt x="72" y="0"/>
                  </a:moveTo>
                  <a:lnTo>
                    <a:pt x="0" y="933"/>
                  </a:lnTo>
                  <a:lnTo>
                    <a:pt x="107" y="1097"/>
                  </a:lnTo>
                  <a:lnTo>
                    <a:pt x="222" y="933"/>
                  </a:lnTo>
                  <a:lnTo>
                    <a:pt x="143" y="0"/>
                  </a:lnTo>
                  <a:lnTo>
                    <a:pt x="72" y="0"/>
                  </a:lnTo>
                </a:path>
              </a:pathLst>
            </a:custGeom>
            <a:solidFill>
              <a:srgbClr val="129E9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1"/>
            <p:cNvSpPr/>
            <p:nvPr/>
          </p:nvSpPr>
          <p:spPr>
            <a:xfrm>
              <a:off x="6172384" y="3761780"/>
              <a:ext cx="92291" cy="188119"/>
            </a:xfrm>
            <a:custGeom>
              <a:rect b="b" l="l" r="r" t="t"/>
              <a:pathLst>
                <a:path extrusionOk="0" h="1392" w="682">
                  <a:moveTo>
                    <a:pt x="359" y="610"/>
                  </a:moveTo>
                  <a:lnTo>
                    <a:pt x="359" y="610"/>
                  </a:lnTo>
                  <a:cubicBezTo>
                    <a:pt x="0" y="79"/>
                    <a:pt x="0" y="79"/>
                    <a:pt x="0" y="79"/>
                  </a:cubicBezTo>
                  <a:cubicBezTo>
                    <a:pt x="101" y="43"/>
                    <a:pt x="201" y="22"/>
                    <a:pt x="315" y="0"/>
                  </a:cubicBezTo>
                  <a:cubicBezTo>
                    <a:pt x="681" y="1391"/>
                    <a:pt x="681" y="1391"/>
                    <a:pt x="681" y="1391"/>
                  </a:cubicBezTo>
                  <a:cubicBezTo>
                    <a:pt x="166" y="653"/>
                    <a:pt x="166" y="653"/>
                    <a:pt x="166" y="653"/>
                  </a:cubicBezTo>
                  <a:lnTo>
                    <a:pt x="359" y="610"/>
                  </a:lnTo>
                </a:path>
              </a:pathLst>
            </a:custGeom>
            <a:solidFill>
              <a:srgbClr val="3B414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1"/>
            <p:cNvSpPr/>
            <p:nvPr/>
          </p:nvSpPr>
          <p:spPr>
            <a:xfrm>
              <a:off x="6264080" y="3761780"/>
              <a:ext cx="92291" cy="188119"/>
            </a:xfrm>
            <a:custGeom>
              <a:rect b="b" l="l" r="r" t="t"/>
              <a:pathLst>
                <a:path extrusionOk="0" h="1392" w="683">
                  <a:moveTo>
                    <a:pt x="323" y="610"/>
                  </a:moveTo>
                  <a:lnTo>
                    <a:pt x="323" y="610"/>
                  </a:lnTo>
                  <a:cubicBezTo>
                    <a:pt x="682" y="79"/>
                    <a:pt x="682" y="79"/>
                    <a:pt x="682" y="79"/>
                  </a:cubicBezTo>
                  <a:cubicBezTo>
                    <a:pt x="588" y="43"/>
                    <a:pt x="481" y="22"/>
                    <a:pt x="366" y="0"/>
                  </a:cubicBezTo>
                  <a:cubicBezTo>
                    <a:pt x="0" y="1391"/>
                    <a:pt x="0" y="1391"/>
                    <a:pt x="0" y="1391"/>
                  </a:cubicBezTo>
                  <a:cubicBezTo>
                    <a:pt x="517" y="653"/>
                    <a:pt x="517" y="653"/>
                    <a:pt x="517" y="653"/>
                  </a:cubicBezTo>
                  <a:lnTo>
                    <a:pt x="323" y="610"/>
                  </a:lnTo>
                </a:path>
              </a:pathLst>
            </a:custGeom>
            <a:solidFill>
              <a:srgbClr val="3B414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1"/>
            <p:cNvSpPr/>
            <p:nvPr/>
          </p:nvSpPr>
          <p:spPr>
            <a:xfrm>
              <a:off x="6248003" y="3777258"/>
              <a:ext cx="33344" cy="33933"/>
            </a:xfrm>
            <a:custGeom>
              <a:rect b="b" l="l" r="r" t="t"/>
              <a:pathLst>
                <a:path extrusionOk="0" h="252" w="245">
                  <a:moveTo>
                    <a:pt x="244" y="121"/>
                  </a:moveTo>
                  <a:lnTo>
                    <a:pt x="121" y="251"/>
                  </a:lnTo>
                  <a:lnTo>
                    <a:pt x="0" y="121"/>
                  </a:lnTo>
                  <a:lnTo>
                    <a:pt x="121" y="0"/>
                  </a:lnTo>
                  <a:lnTo>
                    <a:pt x="244" y="121"/>
                  </a:lnTo>
                </a:path>
              </a:pathLst>
            </a:custGeom>
            <a:solidFill>
              <a:srgbClr val="129E9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1"/>
            <p:cNvSpPr/>
            <p:nvPr/>
          </p:nvSpPr>
          <p:spPr>
            <a:xfrm>
              <a:off x="6264080" y="3752256"/>
              <a:ext cx="73833" cy="55959"/>
            </a:xfrm>
            <a:custGeom>
              <a:rect b="b" l="l" r="r" t="t"/>
              <a:pathLst>
                <a:path extrusionOk="0" h="416" w="546">
                  <a:moveTo>
                    <a:pt x="0" y="186"/>
                  </a:moveTo>
                  <a:lnTo>
                    <a:pt x="359" y="0"/>
                  </a:lnTo>
                  <a:lnTo>
                    <a:pt x="545" y="108"/>
                  </a:lnTo>
                  <a:lnTo>
                    <a:pt x="158" y="415"/>
                  </a:lnTo>
                  <a:lnTo>
                    <a:pt x="0" y="18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1"/>
            <p:cNvSpPr/>
            <p:nvPr/>
          </p:nvSpPr>
          <p:spPr>
            <a:xfrm>
              <a:off x="6190247" y="3752256"/>
              <a:ext cx="73833" cy="55959"/>
            </a:xfrm>
            <a:custGeom>
              <a:rect b="b" l="l" r="r" t="t"/>
              <a:pathLst>
                <a:path extrusionOk="0" h="416" w="546">
                  <a:moveTo>
                    <a:pt x="545" y="186"/>
                  </a:moveTo>
                  <a:lnTo>
                    <a:pt x="187" y="0"/>
                  </a:lnTo>
                  <a:lnTo>
                    <a:pt x="0" y="108"/>
                  </a:lnTo>
                  <a:lnTo>
                    <a:pt x="380" y="415"/>
                  </a:lnTo>
                  <a:lnTo>
                    <a:pt x="545" y="18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1"/>
            <p:cNvSpPr/>
            <p:nvPr/>
          </p:nvSpPr>
          <p:spPr>
            <a:xfrm>
              <a:off x="6155712" y="3309938"/>
              <a:ext cx="223881" cy="191691"/>
            </a:xfrm>
            <a:custGeom>
              <a:rect b="b" l="l" r="r" t="t"/>
              <a:pathLst>
                <a:path extrusionOk="0" h="1421" w="1658">
                  <a:moveTo>
                    <a:pt x="1657" y="1039"/>
                  </a:moveTo>
                  <a:lnTo>
                    <a:pt x="1657" y="1039"/>
                  </a:lnTo>
                  <a:cubicBezTo>
                    <a:pt x="1513" y="459"/>
                    <a:pt x="645" y="0"/>
                    <a:pt x="43" y="918"/>
                  </a:cubicBezTo>
                  <a:cubicBezTo>
                    <a:pt x="0" y="1097"/>
                    <a:pt x="173" y="1183"/>
                    <a:pt x="173" y="1183"/>
                  </a:cubicBezTo>
                  <a:cubicBezTo>
                    <a:pt x="173" y="1183"/>
                    <a:pt x="288" y="918"/>
                    <a:pt x="803" y="1039"/>
                  </a:cubicBezTo>
                  <a:cubicBezTo>
                    <a:pt x="1062" y="982"/>
                    <a:pt x="1320" y="939"/>
                    <a:pt x="1435" y="1175"/>
                  </a:cubicBezTo>
                  <a:cubicBezTo>
                    <a:pt x="1549" y="1420"/>
                    <a:pt x="1657" y="1039"/>
                    <a:pt x="1657" y="1039"/>
                  </a:cubicBezTo>
                </a:path>
              </a:pathLst>
            </a:custGeom>
            <a:solidFill>
              <a:srgbClr val="670E0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1"/>
            <p:cNvSpPr/>
            <p:nvPr/>
          </p:nvSpPr>
          <p:spPr>
            <a:xfrm>
              <a:off x="6146780" y="3608189"/>
              <a:ext cx="234599" cy="123825"/>
            </a:xfrm>
            <a:custGeom>
              <a:rect b="b" l="l" r="r" t="t"/>
              <a:pathLst>
                <a:path extrusionOk="0" h="919" w="1737">
                  <a:moveTo>
                    <a:pt x="1378" y="459"/>
                  </a:moveTo>
                  <a:lnTo>
                    <a:pt x="1378" y="459"/>
                  </a:lnTo>
                  <a:cubicBezTo>
                    <a:pt x="1199" y="459"/>
                    <a:pt x="1076" y="316"/>
                    <a:pt x="868" y="316"/>
                  </a:cubicBezTo>
                  <a:cubicBezTo>
                    <a:pt x="667" y="316"/>
                    <a:pt x="539" y="459"/>
                    <a:pt x="359" y="459"/>
                  </a:cubicBezTo>
                  <a:cubicBezTo>
                    <a:pt x="166" y="459"/>
                    <a:pt x="37" y="123"/>
                    <a:pt x="0" y="0"/>
                  </a:cubicBezTo>
                  <a:cubicBezTo>
                    <a:pt x="52" y="344"/>
                    <a:pt x="166" y="567"/>
                    <a:pt x="223" y="638"/>
                  </a:cubicBezTo>
                  <a:cubicBezTo>
                    <a:pt x="295" y="724"/>
                    <a:pt x="689" y="918"/>
                    <a:pt x="868" y="918"/>
                  </a:cubicBezTo>
                  <a:cubicBezTo>
                    <a:pt x="1054" y="918"/>
                    <a:pt x="1442" y="724"/>
                    <a:pt x="1514" y="638"/>
                  </a:cubicBezTo>
                  <a:cubicBezTo>
                    <a:pt x="1571" y="567"/>
                    <a:pt x="1686" y="344"/>
                    <a:pt x="1736" y="0"/>
                  </a:cubicBezTo>
                  <a:cubicBezTo>
                    <a:pt x="1701" y="123"/>
                    <a:pt x="1578" y="459"/>
                    <a:pt x="1378" y="459"/>
                  </a:cubicBezTo>
                </a:path>
              </a:pathLst>
            </a:custGeom>
            <a:solidFill>
              <a:srgbClr val="670E0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1"/>
            <p:cNvSpPr/>
            <p:nvPr/>
          </p:nvSpPr>
          <p:spPr>
            <a:xfrm>
              <a:off x="6249789" y="3683794"/>
              <a:ext cx="29176" cy="7739"/>
            </a:xfrm>
            <a:custGeom>
              <a:rect b="b" l="l" r="r" t="t"/>
              <a:pathLst>
                <a:path extrusionOk="0" h="58" w="216">
                  <a:moveTo>
                    <a:pt x="107" y="57"/>
                  </a:moveTo>
                  <a:lnTo>
                    <a:pt x="107" y="57"/>
                  </a:lnTo>
                  <a:cubicBezTo>
                    <a:pt x="165" y="57"/>
                    <a:pt x="215" y="35"/>
                    <a:pt x="2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"/>
                    <a:pt x="50" y="57"/>
                    <a:pt x="107" y="5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3" name="Google Shape;1493;p1"/>
          <p:cNvGrpSpPr/>
          <p:nvPr/>
        </p:nvGrpSpPr>
        <p:grpSpPr>
          <a:xfrm>
            <a:off x="7610475" y="2536825"/>
            <a:ext cx="655638" cy="655638"/>
            <a:chOff x="7610344" y="2536627"/>
            <a:chExt cx="656163" cy="655439"/>
          </a:xfrm>
        </p:grpSpPr>
        <p:sp>
          <p:nvSpPr>
            <p:cNvPr id="1494" name="Google Shape;1494;p1"/>
            <p:cNvSpPr/>
            <p:nvPr/>
          </p:nvSpPr>
          <p:spPr>
            <a:xfrm>
              <a:off x="7610344" y="2536627"/>
              <a:ext cx="655567" cy="655439"/>
            </a:xfrm>
            <a:custGeom>
              <a:rect b="b" l="l" r="r" t="t"/>
              <a:pathLst>
                <a:path extrusionOk="0" h="4855" w="4855">
                  <a:moveTo>
                    <a:pt x="4854" y="2424"/>
                  </a:moveTo>
                  <a:lnTo>
                    <a:pt x="4854" y="2424"/>
                  </a:lnTo>
                  <a:cubicBezTo>
                    <a:pt x="4854" y="1082"/>
                    <a:pt x="3763" y="0"/>
                    <a:pt x="2423" y="0"/>
                  </a:cubicBezTo>
                  <a:cubicBezTo>
                    <a:pt x="1082" y="0"/>
                    <a:pt x="0" y="1082"/>
                    <a:pt x="0" y="2424"/>
                  </a:cubicBezTo>
                  <a:cubicBezTo>
                    <a:pt x="0" y="3764"/>
                    <a:pt x="1082" y="4854"/>
                    <a:pt x="2423" y="4854"/>
                  </a:cubicBezTo>
                  <a:cubicBezTo>
                    <a:pt x="3763" y="4854"/>
                    <a:pt x="4854" y="3764"/>
                    <a:pt x="4854" y="2424"/>
                  </a:cubicBezTo>
                </a:path>
              </a:pathLst>
            </a:custGeom>
            <a:solidFill>
              <a:srgbClr val="B6352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1"/>
            <p:cNvSpPr/>
            <p:nvPr/>
          </p:nvSpPr>
          <p:spPr>
            <a:xfrm>
              <a:off x="7937830" y="2536627"/>
              <a:ext cx="328677" cy="655439"/>
            </a:xfrm>
            <a:custGeom>
              <a:rect b="b" l="l" r="r" t="t"/>
              <a:pathLst>
                <a:path extrusionOk="0" h="4855" w="2432">
                  <a:moveTo>
                    <a:pt x="2431" y="2424"/>
                  </a:moveTo>
                  <a:lnTo>
                    <a:pt x="2431" y="2424"/>
                  </a:lnTo>
                  <a:cubicBezTo>
                    <a:pt x="2431" y="1082"/>
                    <a:pt x="1340" y="0"/>
                    <a:pt x="0" y="0"/>
                  </a:cubicBezTo>
                  <a:cubicBezTo>
                    <a:pt x="0" y="4854"/>
                    <a:pt x="0" y="4854"/>
                    <a:pt x="0" y="4854"/>
                  </a:cubicBezTo>
                  <a:cubicBezTo>
                    <a:pt x="1340" y="4854"/>
                    <a:pt x="2431" y="3764"/>
                    <a:pt x="2431" y="2424"/>
                  </a:cubicBezTo>
                </a:path>
              </a:pathLst>
            </a:custGeom>
            <a:solidFill>
              <a:srgbClr val="A32F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1"/>
            <p:cNvSpPr/>
            <p:nvPr/>
          </p:nvSpPr>
          <p:spPr>
            <a:xfrm>
              <a:off x="7890196" y="2945607"/>
              <a:ext cx="95864" cy="105966"/>
            </a:xfrm>
            <a:custGeom>
              <a:rect b="b" l="l" r="r" t="t"/>
              <a:pathLst>
                <a:path extrusionOk="0" h="783" w="711">
                  <a:moveTo>
                    <a:pt x="710" y="782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782"/>
                  </a:lnTo>
                </a:path>
              </a:pathLst>
            </a:custGeom>
            <a:solidFill>
              <a:srgbClr val="D9A88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1"/>
            <p:cNvSpPr/>
            <p:nvPr/>
          </p:nvSpPr>
          <p:spPr>
            <a:xfrm>
              <a:off x="7937830" y="3008710"/>
              <a:ext cx="206614" cy="183356"/>
            </a:xfrm>
            <a:custGeom>
              <a:rect b="b" l="l" r="r" t="t"/>
              <a:pathLst>
                <a:path extrusionOk="0" h="1356" w="1528">
                  <a:moveTo>
                    <a:pt x="444" y="0"/>
                  </a:moveTo>
                  <a:lnTo>
                    <a:pt x="444" y="0"/>
                  </a:lnTo>
                  <a:cubicBezTo>
                    <a:pt x="444" y="0"/>
                    <a:pt x="1118" y="100"/>
                    <a:pt x="1219" y="208"/>
                  </a:cubicBezTo>
                  <a:cubicBezTo>
                    <a:pt x="1305" y="294"/>
                    <a:pt x="1492" y="1161"/>
                    <a:pt x="1527" y="1355"/>
                  </a:cubicBezTo>
                  <a:cubicBezTo>
                    <a:pt x="344" y="1355"/>
                    <a:pt x="0" y="1355"/>
                    <a:pt x="0" y="1355"/>
                  </a:cubicBezTo>
                  <a:cubicBezTo>
                    <a:pt x="0" y="36"/>
                    <a:pt x="0" y="36"/>
                    <a:pt x="0" y="36"/>
                  </a:cubicBezTo>
                  <a:lnTo>
                    <a:pt x="444" y="0"/>
                  </a:lnTo>
                </a:path>
              </a:pathLst>
            </a:custGeom>
            <a:solidFill>
              <a:srgbClr val="C0D5E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1"/>
            <p:cNvSpPr/>
            <p:nvPr/>
          </p:nvSpPr>
          <p:spPr>
            <a:xfrm>
              <a:off x="7937830" y="2644974"/>
              <a:ext cx="120872" cy="320278"/>
            </a:xfrm>
            <a:custGeom>
              <a:rect b="b" l="l" r="r" t="t"/>
              <a:pathLst>
                <a:path extrusionOk="0" h="2374" w="897">
                  <a:moveTo>
                    <a:pt x="0" y="0"/>
                  </a:moveTo>
                  <a:lnTo>
                    <a:pt x="0" y="0"/>
                  </a:lnTo>
                  <a:cubicBezTo>
                    <a:pt x="351" y="0"/>
                    <a:pt x="896" y="201"/>
                    <a:pt x="896" y="1119"/>
                  </a:cubicBezTo>
                  <a:cubicBezTo>
                    <a:pt x="896" y="1649"/>
                    <a:pt x="724" y="2000"/>
                    <a:pt x="645" y="2093"/>
                  </a:cubicBezTo>
                  <a:cubicBezTo>
                    <a:pt x="574" y="2180"/>
                    <a:pt x="187" y="2373"/>
                    <a:pt x="0" y="2373"/>
                  </a:cubicBezTo>
                  <a:cubicBezTo>
                    <a:pt x="0" y="1441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1"/>
            <p:cNvSpPr/>
            <p:nvPr/>
          </p:nvSpPr>
          <p:spPr>
            <a:xfrm>
              <a:off x="8029526" y="2784277"/>
              <a:ext cx="54184" cy="75605"/>
            </a:xfrm>
            <a:custGeom>
              <a:rect b="b" l="l" r="r" t="t"/>
              <a:pathLst>
                <a:path extrusionOk="0" h="560" w="403">
                  <a:moveTo>
                    <a:pt x="387" y="308"/>
                  </a:moveTo>
                  <a:lnTo>
                    <a:pt x="387" y="308"/>
                  </a:lnTo>
                  <a:cubicBezTo>
                    <a:pt x="402" y="158"/>
                    <a:pt x="330" y="29"/>
                    <a:pt x="229" y="15"/>
                  </a:cubicBezTo>
                  <a:cubicBezTo>
                    <a:pt x="129" y="0"/>
                    <a:pt x="36" y="108"/>
                    <a:pt x="14" y="258"/>
                  </a:cubicBezTo>
                  <a:cubicBezTo>
                    <a:pt x="0" y="402"/>
                    <a:pt x="72" y="531"/>
                    <a:pt x="172" y="546"/>
                  </a:cubicBezTo>
                  <a:cubicBezTo>
                    <a:pt x="272" y="559"/>
                    <a:pt x="373" y="452"/>
                    <a:pt x="387" y="308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1"/>
            <p:cNvSpPr/>
            <p:nvPr/>
          </p:nvSpPr>
          <p:spPr>
            <a:xfrm>
              <a:off x="7817553" y="2644974"/>
              <a:ext cx="120277" cy="320278"/>
            </a:xfrm>
            <a:custGeom>
              <a:rect b="b" l="l" r="r" t="t"/>
              <a:pathLst>
                <a:path extrusionOk="0" h="2374" w="890">
                  <a:moveTo>
                    <a:pt x="889" y="0"/>
                  </a:moveTo>
                  <a:lnTo>
                    <a:pt x="889" y="0"/>
                  </a:lnTo>
                  <a:cubicBezTo>
                    <a:pt x="545" y="0"/>
                    <a:pt x="0" y="201"/>
                    <a:pt x="0" y="1119"/>
                  </a:cubicBezTo>
                  <a:cubicBezTo>
                    <a:pt x="0" y="1649"/>
                    <a:pt x="171" y="2000"/>
                    <a:pt x="251" y="2093"/>
                  </a:cubicBezTo>
                  <a:cubicBezTo>
                    <a:pt x="323" y="2180"/>
                    <a:pt x="710" y="2373"/>
                    <a:pt x="889" y="2373"/>
                  </a:cubicBezTo>
                  <a:cubicBezTo>
                    <a:pt x="889" y="1441"/>
                    <a:pt x="889" y="0"/>
                    <a:pt x="889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1"/>
            <p:cNvSpPr/>
            <p:nvPr/>
          </p:nvSpPr>
          <p:spPr>
            <a:xfrm>
              <a:off x="7792545" y="2784277"/>
              <a:ext cx="54184" cy="75605"/>
            </a:xfrm>
            <a:custGeom>
              <a:rect b="b" l="l" r="r" t="t"/>
              <a:pathLst>
                <a:path extrusionOk="0" h="560" w="402">
                  <a:moveTo>
                    <a:pt x="13" y="308"/>
                  </a:moveTo>
                  <a:lnTo>
                    <a:pt x="13" y="308"/>
                  </a:lnTo>
                  <a:cubicBezTo>
                    <a:pt x="0" y="158"/>
                    <a:pt x="71" y="29"/>
                    <a:pt x="171" y="15"/>
                  </a:cubicBezTo>
                  <a:cubicBezTo>
                    <a:pt x="272" y="0"/>
                    <a:pt x="365" y="108"/>
                    <a:pt x="387" y="258"/>
                  </a:cubicBezTo>
                  <a:cubicBezTo>
                    <a:pt x="401" y="402"/>
                    <a:pt x="329" y="531"/>
                    <a:pt x="229" y="546"/>
                  </a:cubicBezTo>
                  <a:cubicBezTo>
                    <a:pt x="128" y="559"/>
                    <a:pt x="28" y="452"/>
                    <a:pt x="13" y="308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1"/>
            <p:cNvSpPr/>
            <p:nvPr/>
          </p:nvSpPr>
          <p:spPr>
            <a:xfrm>
              <a:off x="7732407" y="3008710"/>
              <a:ext cx="205423" cy="183356"/>
            </a:xfrm>
            <a:custGeom>
              <a:rect b="b" l="l" r="r" t="t"/>
              <a:pathLst>
                <a:path extrusionOk="0" h="1356" w="1522">
                  <a:moveTo>
                    <a:pt x="1084" y="0"/>
                  </a:moveTo>
                  <a:lnTo>
                    <a:pt x="1084" y="0"/>
                  </a:lnTo>
                  <a:cubicBezTo>
                    <a:pt x="1084" y="0"/>
                    <a:pt x="409" y="100"/>
                    <a:pt x="309" y="208"/>
                  </a:cubicBezTo>
                  <a:cubicBezTo>
                    <a:pt x="223" y="294"/>
                    <a:pt x="37" y="1161"/>
                    <a:pt x="0" y="1355"/>
                  </a:cubicBezTo>
                  <a:cubicBezTo>
                    <a:pt x="1184" y="1355"/>
                    <a:pt x="1521" y="1355"/>
                    <a:pt x="1521" y="1355"/>
                  </a:cubicBezTo>
                  <a:cubicBezTo>
                    <a:pt x="1521" y="36"/>
                    <a:pt x="1521" y="36"/>
                    <a:pt x="1521" y="36"/>
                  </a:cubicBezTo>
                  <a:lnTo>
                    <a:pt x="1084" y="0"/>
                  </a:lnTo>
                </a:path>
              </a:pathLst>
            </a:custGeom>
            <a:solidFill>
              <a:srgbClr val="D0E1E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1"/>
            <p:cNvSpPr/>
            <p:nvPr/>
          </p:nvSpPr>
          <p:spPr>
            <a:xfrm>
              <a:off x="7877692" y="2994422"/>
              <a:ext cx="60138" cy="66080"/>
            </a:xfrm>
            <a:custGeom>
              <a:rect b="b" l="l" r="r" t="t"/>
              <a:pathLst>
                <a:path extrusionOk="0" h="489" w="446">
                  <a:moveTo>
                    <a:pt x="445" y="144"/>
                  </a:moveTo>
                  <a:lnTo>
                    <a:pt x="86" y="0"/>
                  </a:lnTo>
                  <a:lnTo>
                    <a:pt x="0" y="94"/>
                  </a:lnTo>
                  <a:lnTo>
                    <a:pt x="179" y="488"/>
                  </a:lnTo>
                  <a:lnTo>
                    <a:pt x="445" y="1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1"/>
            <p:cNvSpPr/>
            <p:nvPr/>
          </p:nvSpPr>
          <p:spPr>
            <a:xfrm>
              <a:off x="7937830" y="2994422"/>
              <a:ext cx="61329" cy="66080"/>
            </a:xfrm>
            <a:custGeom>
              <a:rect b="b" l="l" r="r" t="t"/>
              <a:pathLst>
                <a:path extrusionOk="0" h="489" w="452">
                  <a:moveTo>
                    <a:pt x="0" y="144"/>
                  </a:moveTo>
                  <a:lnTo>
                    <a:pt x="366" y="0"/>
                  </a:lnTo>
                  <a:lnTo>
                    <a:pt x="451" y="94"/>
                  </a:lnTo>
                  <a:lnTo>
                    <a:pt x="273" y="488"/>
                  </a:lnTo>
                  <a:lnTo>
                    <a:pt x="0" y="1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"/>
            <p:cNvSpPr/>
            <p:nvPr/>
          </p:nvSpPr>
          <p:spPr>
            <a:xfrm>
              <a:off x="7772896" y="2609256"/>
              <a:ext cx="327486" cy="219670"/>
            </a:xfrm>
            <a:custGeom>
              <a:rect b="b" l="l" r="r" t="t"/>
              <a:pathLst>
                <a:path extrusionOk="0" h="1629" w="2425">
                  <a:moveTo>
                    <a:pt x="2130" y="1335"/>
                  </a:moveTo>
                  <a:lnTo>
                    <a:pt x="2130" y="1335"/>
                  </a:lnTo>
                  <a:cubicBezTo>
                    <a:pt x="2130" y="1335"/>
                    <a:pt x="2424" y="0"/>
                    <a:pt x="1220" y="0"/>
                  </a:cubicBezTo>
                  <a:cubicBezTo>
                    <a:pt x="0" y="0"/>
                    <a:pt x="309" y="1298"/>
                    <a:pt x="309" y="1298"/>
                  </a:cubicBezTo>
                  <a:cubicBezTo>
                    <a:pt x="309" y="1298"/>
                    <a:pt x="474" y="1205"/>
                    <a:pt x="474" y="1628"/>
                  </a:cubicBezTo>
                  <a:cubicBezTo>
                    <a:pt x="539" y="1628"/>
                    <a:pt x="502" y="1628"/>
                    <a:pt x="502" y="1628"/>
                  </a:cubicBezTo>
                  <a:cubicBezTo>
                    <a:pt x="502" y="1628"/>
                    <a:pt x="560" y="1342"/>
                    <a:pt x="582" y="1091"/>
                  </a:cubicBezTo>
                  <a:cubicBezTo>
                    <a:pt x="1004" y="1091"/>
                    <a:pt x="1385" y="1033"/>
                    <a:pt x="1701" y="768"/>
                  </a:cubicBezTo>
                  <a:cubicBezTo>
                    <a:pt x="1887" y="768"/>
                    <a:pt x="1909" y="997"/>
                    <a:pt x="1909" y="1169"/>
                  </a:cubicBezTo>
                  <a:cubicBezTo>
                    <a:pt x="1829" y="1198"/>
                    <a:pt x="1829" y="1198"/>
                    <a:pt x="1829" y="1198"/>
                  </a:cubicBezTo>
                  <a:cubicBezTo>
                    <a:pt x="1829" y="1198"/>
                    <a:pt x="1909" y="1348"/>
                    <a:pt x="1909" y="1628"/>
                  </a:cubicBezTo>
                  <a:cubicBezTo>
                    <a:pt x="1965" y="1628"/>
                    <a:pt x="1965" y="1628"/>
                    <a:pt x="1965" y="1628"/>
                  </a:cubicBezTo>
                  <a:cubicBezTo>
                    <a:pt x="1965" y="1628"/>
                    <a:pt x="1959" y="1155"/>
                    <a:pt x="2130" y="1335"/>
                  </a:cubicBezTo>
                </a:path>
              </a:pathLst>
            </a:custGeom>
            <a:solidFill>
              <a:srgbClr val="8B603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1"/>
            <p:cNvSpPr/>
            <p:nvPr/>
          </p:nvSpPr>
          <p:spPr>
            <a:xfrm>
              <a:off x="7899127" y="2902149"/>
              <a:ext cx="78596" cy="15478"/>
            </a:xfrm>
            <a:custGeom>
              <a:rect b="b" l="l" r="r" t="t"/>
              <a:pathLst>
                <a:path extrusionOk="0" h="116" w="582">
                  <a:moveTo>
                    <a:pt x="287" y="115"/>
                  </a:moveTo>
                  <a:lnTo>
                    <a:pt x="287" y="115"/>
                  </a:lnTo>
                  <a:cubicBezTo>
                    <a:pt x="452" y="115"/>
                    <a:pt x="581" y="65"/>
                    <a:pt x="58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"/>
                    <a:pt x="129" y="115"/>
                    <a:pt x="287" y="1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7" name="Google Shape;1507;p1"/>
          <p:cNvGrpSpPr/>
          <p:nvPr/>
        </p:nvGrpSpPr>
        <p:grpSpPr>
          <a:xfrm>
            <a:off x="7610475" y="3265488"/>
            <a:ext cx="655638" cy="655637"/>
            <a:chOff x="7610344" y="3265290"/>
            <a:chExt cx="656163" cy="656034"/>
          </a:xfrm>
        </p:grpSpPr>
        <p:sp>
          <p:nvSpPr>
            <p:cNvPr id="1508" name="Google Shape;1508;p1"/>
            <p:cNvSpPr/>
            <p:nvPr/>
          </p:nvSpPr>
          <p:spPr>
            <a:xfrm>
              <a:off x="7610344" y="3265290"/>
              <a:ext cx="655567" cy="655439"/>
            </a:xfrm>
            <a:custGeom>
              <a:rect b="b" l="l" r="r" t="t"/>
              <a:pathLst>
                <a:path extrusionOk="0" h="4856" w="4855">
                  <a:moveTo>
                    <a:pt x="4854" y="2424"/>
                  </a:moveTo>
                  <a:lnTo>
                    <a:pt x="4854" y="2424"/>
                  </a:lnTo>
                  <a:cubicBezTo>
                    <a:pt x="4854" y="1083"/>
                    <a:pt x="3763" y="0"/>
                    <a:pt x="2423" y="0"/>
                  </a:cubicBezTo>
                  <a:cubicBezTo>
                    <a:pt x="1089" y="0"/>
                    <a:pt x="0" y="1083"/>
                    <a:pt x="0" y="2424"/>
                  </a:cubicBezTo>
                  <a:cubicBezTo>
                    <a:pt x="0" y="3764"/>
                    <a:pt x="1089" y="4855"/>
                    <a:pt x="2423" y="4855"/>
                  </a:cubicBezTo>
                  <a:cubicBezTo>
                    <a:pt x="3763" y="4855"/>
                    <a:pt x="4854" y="3764"/>
                    <a:pt x="4854" y="2424"/>
                  </a:cubicBezTo>
                </a:path>
              </a:pathLst>
            </a:custGeom>
            <a:solidFill>
              <a:srgbClr val="6D973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1"/>
            <p:cNvSpPr/>
            <p:nvPr/>
          </p:nvSpPr>
          <p:spPr>
            <a:xfrm>
              <a:off x="7937830" y="3265290"/>
              <a:ext cx="328677" cy="655439"/>
            </a:xfrm>
            <a:custGeom>
              <a:rect b="b" l="l" r="r" t="t"/>
              <a:pathLst>
                <a:path extrusionOk="0" h="4856" w="2432">
                  <a:moveTo>
                    <a:pt x="2431" y="2424"/>
                  </a:moveTo>
                  <a:lnTo>
                    <a:pt x="2431" y="2424"/>
                  </a:lnTo>
                  <a:cubicBezTo>
                    <a:pt x="2431" y="1083"/>
                    <a:pt x="1340" y="0"/>
                    <a:pt x="0" y="0"/>
                  </a:cubicBezTo>
                  <a:cubicBezTo>
                    <a:pt x="0" y="4855"/>
                    <a:pt x="0" y="4855"/>
                    <a:pt x="0" y="4855"/>
                  </a:cubicBezTo>
                  <a:cubicBezTo>
                    <a:pt x="1340" y="4855"/>
                    <a:pt x="2431" y="3764"/>
                    <a:pt x="2431" y="2424"/>
                  </a:cubicBezTo>
                </a:path>
              </a:pathLst>
            </a:custGeom>
            <a:solidFill>
              <a:srgbClr val="688F3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1"/>
            <p:cNvSpPr/>
            <p:nvPr/>
          </p:nvSpPr>
          <p:spPr>
            <a:xfrm>
              <a:off x="7938425" y="3737968"/>
              <a:ext cx="206614" cy="183356"/>
            </a:xfrm>
            <a:custGeom>
              <a:rect b="b" l="l" r="r" t="t"/>
              <a:pathLst>
                <a:path extrusionOk="0" h="1356" w="1529">
                  <a:moveTo>
                    <a:pt x="444" y="0"/>
                  </a:moveTo>
                  <a:lnTo>
                    <a:pt x="444" y="0"/>
                  </a:lnTo>
                  <a:cubicBezTo>
                    <a:pt x="444" y="0"/>
                    <a:pt x="1119" y="100"/>
                    <a:pt x="1219" y="208"/>
                  </a:cubicBezTo>
                  <a:cubicBezTo>
                    <a:pt x="1305" y="294"/>
                    <a:pt x="1485" y="1162"/>
                    <a:pt x="1528" y="1355"/>
                  </a:cubicBezTo>
                  <a:cubicBezTo>
                    <a:pt x="344" y="1355"/>
                    <a:pt x="0" y="1355"/>
                    <a:pt x="0" y="1355"/>
                  </a:cubicBezTo>
                  <a:cubicBezTo>
                    <a:pt x="0" y="43"/>
                    <a:pt x="0" y="43"/>
                    <a:pt x="0" y="43"/>
                  </a:cubicBezTo>
                  <a:lnTo>
                    <a:pt x="444" y="0"/>
                  </a:lnTo>
                </a:path>
              </a:pathLst>
            </a:custGeom>
            <a:solidFill>
              <a:srgbClr val="2E404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1"/>
            <p:cNvSpPr/>
            <p:nvPr/>
          </p:nvSpPr>
          <p:spPr>
            <a:xfrm>
              <a:off x="7891387" y="3676055"/>
              <a:ext cx="95864" cy="104775"/>
            </a:xfrm>
            <a:custGeom>
              <a:rect b="b" l="l" r="r" t="t"/>
              <a:pathLst>
                <a:path extrusionOk="0" h="776" w="711">
                  <a:moveTo>
                    <a:pt x="710" y="775"/>
                  </a:moveTo>
                  <a:lnTo>
                    <a:pt x="0" y="775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775"/>
                  </a:lnTo>
                </a:path>
              </a:pathLst>
            </a:custGeom>
            <a:solidFill>
              <a:srgbClr val="D9A88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1"/>
            <p:cNvSpPr/>
            <p:nvPr/>
          </p:nvSpPr>
          <p:spPr>
            <a:xfrm>
              <a:off x="7938425" y="3374827"/>
              <a:ext cx="120277" cy="319683"/>
            </a:xfrm>
            <a:custGeom>
              <a:rect b="b" l="l" r="r" t="t"/>
              <a:pathLst>
                <a:path extrusionOk="0" h="2367" w="890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89" y="194"/>
                    <a:pt x="889" y="1111"/>
                  </a:cubicBezTo>
                  <a:cubicBezTo>
                    <a:pt x="889" y="1642"/>
                    <a:pt x="717" y="1993"/>
                    <a:pt x="645" y="2087"/>
                  </a:cubicBezTo>
                  <a:cubicBezTo>
                    <a:pt x="574" y="2180"/>
                    <a:pt x="186" y="2366"/>
                    <a:pt x="0" y="2366"/>
                  </a:cubicBezTo>
                  <a:cubicBezTo>
                    <a:pt x="0" y="1434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"/>
            <p:cNvSpPr/>
            <p:nvPr/>
          </p:nvSpPr>
          <p:spPr>
            <a:xfrm>
              <a:off x="8030717" y="3512939"/>
              <a:ext cx="53589" cy="75605"/>
            </a:xfrm>
            <a:custGeom>
              <a:rect b="b" l="l" r="r" t="t"/>
              <a:pathLst>
                <a:path extrusionOk="0" h="561" w="395">
                  <a:moveTo>
                    <a:pt x="379" y="309"/>
                  </a:moveTo>
                  <a:lnTo>
                    <a:pt x="379" y="309"/>
                  </a:lnTo>
                  <a:cubicBezTo>
                    <a:pt x="394" y="158"/>
                    <a:pt x="329" y="29"/>
                    <a:pt x="229" y="15"/>
                  </a:cubicBezTo>
                  <a:cubicBezTo>
                    <a:pt x="121" y="0"/>
                    <a:pt x="28" y="108"/>
                    <a:pt x="13" y="259"/>
                  </a:cubicBezTo>
                  <a:cubicBezTo>
                    <a:pt x="0" y="402"/>
                    <a:pt x="71" y="530"/>
                    <a:pt x="171" y="545"/>
                  </a:cubicBezTo>
                  <a:cubicBezTo>
                    <a:pt x="272" y="560"/>
                    <a:pt x="365" y="452"/>
                    <a:pt x="379" y="309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"/>
            <p:cNvSpPr/>
            <p:nvPr/>
          </p:nvSpPr>
          <p:spPr>
            <a:xfrm>
              <a:off x="7818744" y="3374827"/>
              <a:ext cx="120277" cy="319683"/>
            </a:xfrm>
            <a:custGeom>
              <a:rect b="b" l="l" r="r" t="t"/>
              <a:pathLst>
                <a:path extrusionOk="0" h="2367" w="890">
                  <a:moveTo>
                    <a:pt x="889" y="0"/>
                  </a:moveTo>
                  <a:lnTo>
                    <a:pt x="889" y="0"/>
                  </a:lnTo>
                  <a:cubicBezTo>
                    <a:pt x="545" y="0"/>
                    <a:pt x="0" y="194"/>
                    <a:pt x="0" y="1111"/>
                  </a:cubicBezTo>
                  <a:cubicBezTo>
                    <a:pt x="0" y="1642"/>
                    <a:pt x="172" y="1993"/>
                    <a:pt x="244" y="2087"/>
                  </a:cubicBezTo>
                  <a:cubicBezTo>
                    <a:pt x="316" y="2180"/>
                    <a:pt x="710" y="2366"/>
                    <a:pt x="889" y="2366"/>
                  </a:cubicBezTo>
                  <a:cubicBezTo>
                    <a:pt x="889" y="1434"/>
                    <a:pt x="889" y="0"/>
                    <a:pt x="889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1"/>
            <p:cNvSpPr/>
            <p:nvPr/>
          </p:nvSpPr>
          <p:spPr>
            <a:xfrm>
              <a:off x="7793736" y="3512939"/>
              <a:ext cx="53589" cy="75605"/>
            </a:xfrm>
            <a:custGeom>
              <a:rect b="b" l="l" r="r" t="t"/>
              <a:pathLst>
                <a:path extrusionOk="0" h="561" w="395">
                  <a:moveTo>
                    <a:pt x="14" y="309"/>
                  </a:moveTo>
                  <a:lnTo>
                    <a:pt x="14" y="309"/>
                  </a:lnTo>
                  <a:cubicBezTo>
                    <a:pt x="0" y="158"/>
                    <a:pt x="71" y="29"/>
                    <a:pt x="171" y="15"/>
                  </a:cubicBezTo>
                  <a:cubicBezTo>
                    <a:pt x="272" y="0"/>
                    <a:pt x="365" y="108"/>
                    <a:pt x="380" y="259"/>
                  </a:cubicBezTo>
                  <a:cubicBezTo>
                    <a:pt x="394" y="402"/>
                    <a:pt x="329" y="530"/>
                    <a:pt x="222" y="545"/>
                  </a:cubicBezTo>
                  <a:cubicBezTo>
                    <a:pt x="121" y="560"/>
                    <a:pt x="28" y="452"/>
                    <a:pt x="14" y="309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1"/>
            <p:cNvSpPr/>
            <p:nvPr/>
          </p:nvSpPr>
          <p:spPr>
            <a:xfrm>
              <a:off x="7803263" y="3367088"/>
              <a:ext cx="72642" cy="213122"/>
            </a:xfrm>
            <a:custGeom>
              <a:rect b="b" l="l" r="r" t="t"/>
              <a:pathLst>
                <a:path extrusionOk="0" h="1578" w="539">
                  <a:moveTo>
                    <a:pt x="538" y="244"/>
                  </a:moveTo>
                  <a:lnTo>
                    <a:pt x="538" y="244"/>
                  </a:lnTo>
                  <a:cubicBezTo>
                    <a:pt x="538" y="244"/>
                    <a:pt x="236" y="601"/>
                    <a:pt x="352" y="939"/>
                  </a:cubicBezTo>
                  <a:cubicBezTo>
                    <a:pt x="373" y="1333"/>
                    <a:pt x="337" y="1469"/>
                    <a:pt x="208" y="1577"/>
                  </a:cubicBezTo>
                  <a:cubicBezTo>
                    <a:pt x="236" y="1197"/>
                    <a:pt x="201" y="1068"/>
                    <a:pt x="58" y="1111"/>
                  </a:cubicBezTo>
                  <a:cubicBezTo>
                    <a:pt x="0" y="809"/>
                    <a:pt x="122" y="0"/>
                    <a:pt x="538" y="244"/>
                  </a:cubicBez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1"/>
            <p:cNvSpPr/>
            <p:nvPr/>
          </p:nvSpPr>
          <p:spPr>
            <a:xfrm>
              <a:off x="8001541" y="3367088"/>
              <a:ext cx="72642" cy="213122"/>
            </a:xfrm>
            <a:custGeom>
              <a:rect b="b" l="l" r="r" t="t"/>
              <a:pathLst>
                <a:path extrusionOk="0" h="1578" w="539">
                  <a:moveTo>
                    <a:pt x="0" y="244"/>
                  </a:moveTo>
                  <a:lnTo>
                    <a:pt x="0" y="244"/>
                  </a:lnTo>
                  <a:cubicBezTo>
                    <a:pt x="0" y="244"/>
                    <a:pt x="301" y="601"/>
                    <a:pt x="186" y="939"/>
                  </a:cubicBezTo>
                  <a:cubicBezTo>
                    <a:pt x="166" y="1333"/>
                    <a:pt x="201" y="1469"/>
                    <a:pt x="330" y="1577"/>
                  </a:cubicBezTo>
                  <a:cubicBezTo>
                    <a:pt x="301" y="1197"/>
                    <a:pt x="337" y="1068"/>
                    <a:pt x="480" y="1111"/>
                  </a:cubicBezTo>
                  <a:cubicBezTo>
                    <a:pt x="538" y="809"/>
                    <a:pt x="409" y="0"/>
                    <a:pt x="0" y="244"/>
                  </a:cubicBez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"/>
            <p:cNvSpPr/>
            <p:nvPr/>
          </p:nvSpPr>
          <p:spPr>
            <a:xfrm>
              <a:off x="7732407" y="3737968"/>
              <a:ext cx="206614" cy="183356"/>
            </a:xfrm>
            <a:custGeom>
              <a:rect b="b" l="l" r="r" t="t"/>
              <a:pathLst>
                <a:path extrusionOk="0" h="1356" w="1529">
                  <a:moveTo>
                    <a:pt x="1091" y="0"/>
                  </a:moveTo>
                  <a:lnTo>
                    <a:pt x="1091" y="0"/>
                  </a:lnTo>
                  <a:cubicBezTo>
                    <a:pt x="1091" y="0"/>
                    <a:pt x="409" y="100"/>
                    <a:pt x="309" y="208"/>
                  </a:cubicBezTo>
                  <a:cubicBezTo>
                    <a:pt x="223" y="294"/>
                    <a:pt x="44" y="1162"/>
                    <a:pt x="0" y="1355"/>
                  </a:cubicBezTo>
                  <a:cubicBezTo>
                    <a:pt x="1191" y="1355"/>
                    <a:pt x="1528" y="1355"/>
                    <a:pt x="1528" y="1355"/>
                  </a:cubicBezTo>
                  <a:cubicBezTo>
                    <a:pt x="1528" y="43"/>
                    <a:pt x="1528" y="43"/>
                    <a:pt x="1528" y="43"/>
                  </a:cubicBezTo>
                  <a:lnTo>
                    <a:pt x="1091" y="0"/>
                  </a:lnTo>
                </a:path>
              </a:pathLst>
            </a:custGeom>
            <a:solidFill>
              <a:srgbClr val="34475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"/>
            <p:cNvSpPr/>
            <p:nvPr/>
          </p:nvSpPr>
          <p:spPr>
            <a:xfrm>
              <a:off x="7877692" y="3735586"/>
              <a:ext cx="122063" cy="185142"/>
            </a:xfrm>
            <a:custGeom>
              <a:rect b="b" l="l" r="r" t="t"/>
              <a:pathLst>
                <a:path extrusionOk="0" h="1371" w="905">
                  <a:moveTo>
                    <a:pt x="904" y="0"/>
                  </a:moveTo>
                  <a:lnTo>
                    <a:pt x="452" y="58"/>
                  </a:lnTo>
                  <a:lnTo>
                    <a:pt x="0" y="0"/>
                  </a:lnTo>
                  <a:lnTo>
                    <a:pt x="452" y="1370"/>
                  </a:lnTo>
                  <a:lnTo>
                    <a:pt x="904" y="0"/>
                  </a:lnTo>
                </a:path>
              </a:pathLst>
            </a:custGeom>
            <a:solidFill>
              <a:srgbClr val="B9C7C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1"/>
            <p:cNvSpPr/>
            <p:nvPr/>
          </p:nvSpPr>
          <p:spPr>
            <a:xfrm>
              <a:off x="7877692" y="3735586"/>
              <a:ext cx="122063" cy="185142"/>
            </a:xfrm>
            <a:custGeom>
              <a:rect b="b" l="l" r="r" t="t"/>
              <a:pathLst>
                <a:path extrusionOk="0" h="1371" w="905">
                  <a:moveTo>
                    <a:pt x="904" y="0"/>
                  </a:moveTo>
                  <a:lnTo>
                    <a:pt x="452" y="58"/>
                  </a:lnTo>
                  <a:lnTo>
                    <a:pt x="0" y="0"/>
                  </a:lnTo>
                  <a:lnTo>
                    <a:pt x="452" y="137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1"/>
            <p:cNvSpPr/>
            <p:nvPr/>
          </p:nvSpPr>
          <p:spPr>
            <a:xfrm>
              <a:off x="7920563" y="3760590"/>
              <a:ext cx="36917" cy="160139"/>
            </a:xfrm>
            <a:custGeom>
              <a:rect b="b" l="l" r="r" t="t"/>
              <a:pathLst>
                <a:path extrusionOk="0" h="1185" w="273">
                  <a:moveTo>
                    <a:pt x="93" y="0"/>
                  </a:moveTo>
                  <a:lnTo>
                    <a:pt x="0" y="926"/>
                  </a:lnTo>
                  <a:lnTo>
                    <a:pt x="136" y="1184"/>
                  </a:lnTo>
                  <a:lnTo>
                    <a:pt x="272" y="926"/>
                  </a:lnTo>
                  <a:lnTo>
                    <a:pt x="186" y="0"/>
                  </a:lnTo>
                  <a:lnTo>
                    <a:pt x="93" y="0"/>
                  </a:lnTo>
                </a:path>
              </a:pathLst>
            </a:custGeom>
            <a:solidFill>
              <a:srgbClr val="B73D4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1"/>
            <p:cNvSpPr/>
            <p:nvPr/>
          </p:nvSpPr>
          <p:spPr>
            <a:xfrm>
              <a:off x="7846729" y="3732609"/>
              <a:ext cx="92291" cy="188119"/>
            </a:xfrm>
            <a:custGeom>
              <a:rect b="b" l="l" r="r" t="t"/>
              <a:pathLst>
                <a:path extrusionOk="0" h="1393" w="682">
                  <a:moveTo>
                    <a:pt x="359" y="610"/>
                  </a:moveTo>
                  <a:lnTo>
                    <a:pt x="359" y="610"/>
                  </a:lnTo>
                  <a:cubicBezTo>
                    <a:pt x="0" y="80"/>
                    <a:pt x="0" y="80"/>
                    <a:pt x="0" y="80"/>
                  </a:cubicBezTo>
                  <a:cubicBezTo>
                    <a:pt x="101" y="44"/>
                    <a:pt x="201" y="22"/>
                    <a:pt x="315" y="0"/>
                  </a:cubicBezTo>
                  <a:cubicBezTo>
                    <a:pt x="681" y="1392"/>
                    <a:pt x="681" y="1392"/>
                    <a:pt x="681" y="1392"/>
                  </a:cubicBezTo>
                  <a:cubicBezTo>
                    <a:pt x="165" y="654"/>
                    <a:pt x="165" y="654"/>
                    <a:pt x="165" y="654"/>
                  </a:cubicBezTo>
                  <a:lnTo>
                    <a:pt x="359" y="610"/>
                  </a:lnTo>
                </a:path>
              </a:pathLst>
            </a:custGeom>
            <a:solidFill>
              <a:srgbClr val="232C3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1"/>
            <p:cNvSpPr/>
            <p:nvPr/>
          </p:nvSpPr>
          <p:spPr>
            <a:xfrm>
              <a:off x="7938425" y="3732609"/>
              <a:ext cx="92291" cy="188119"/>
            </a:xfrm>
            <a:custGeom>
              <a:rect b="b" l="l" r="r" t="t"/>
              <a:pathLst>
                <a:path extrusionOk="0" h="1393" w="683">
                  <a:moveTo>
                    <a:pt x="323" y="610"/>
                  </a:moveTo>
                  <a:lnTo>
                    <a:pt x="323" y="610"/>
                  </a:lnTo>
                  <a:cubicBezTo>
                    <a:pt x="682" y="80"/>
                    <a:pt x="682" y="80"/>
                    <a:pt x="682" y="80"/>
                  </a:cubicBezTo>
                  <a:cubicBezTo>
                    <a:pt x="588" y="44"/>
                    <a:pt x="481" y="22"/>
                    <a:pt x="373" y="0"/>
                  </a:cubicBezTo>
                  <a:cubicBezTo>
                    <a:pt x="0" y="1392"/>
                    <a:pt x="0" y="1392"/>
                    <a:pt x="0" y="1392"/>
                  </a:cubicBezTo>
                  <a:cubicBezTo>
                    <a:pt x="517" y="654"/>
                    <a:pt x="517" y="654"/>
                    <a:pt x="517" y="654"/>
                  </a:cubicBezTo>
                  <a:lnTo>
                    <a:pt x="323" y="610"/>
                  </a:lnTo>
                </a:path>
              </a:pathLst>
            </a:custGeom>
            <a:solidFill>
              <a:srgbClr val="232C3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1"/>
            <p:cNvSpPr/>
            <p:nvPr/>
          </p:nvSpPr>
          <p:spPr>
            <a:xfrm>
              <a:off x="7922349" y="3743326"/>
              <a:ext cx="32749" cy="32742"/>
            </a:xfrm>
            <a:custGeom>
              <a:rect b="b" l="l" r="r" t="t"/>
              <a:pathLst>
                <a:path extrusionOk="0" h="244" w="244">
                  <a:moveTo>
                    <a:pt x="243" y="121"/>
                  </a:moveTo>
                  <a:lnTo>
                    <a:pt x="121" y="243"/>
                  </a:lnTo>
                  <a:lnTo>
                    <a:pt x="0" y="121"/>
                  </a:lnTo>
                  <a:lnTo>
                    <a:pt x="121" y="0"/>
                  </a:lnTo>
                  <a:lnTo>
                    <a:pt x="243" y="121"/>
                  </a:lnTo>
                </a:path>
              </a:pathLst>
            </a:custGeom>
            <a:solidFill>
              <a:srgbClr val="B73D4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1"/>
            <p:cNvSpPr/>
            <p:nvPr/>
          </p:nvSpPr>
          <p:spPr>
            <a:xfrm>
              <a:off x="7877692" y="3723085"/>
              <a:ext cx="61329" cy="66080"/>
            </a:xfrm>
            <a:custGeom>
              <a:rect b="b" l="l" r="r" t="t"/>
              <a:pathLst>
                <a:path extrusionOk="0" h="488" w="453">
                  <a:moveTo>
                    <a:pt x="452" y="151"/>
                  </a:moveTo>
                  <a:lnTo>
                    <a:pt x="93" y="0"/>
                  </a:lnTo>
                  <a:lnTo>
                    <a:pt x="0" y="93"/>
                  </a:lnTo>
                  <a:lnTo>
                    <a:pt x="179" y="487"/>
                  </a:lnTo>
                  <a:lnTo>
                    <a:pt x="452" y="1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"/>
            <p:cNvSpPr/>
            <p:nvPr/>
          </p:nvSpPr>
          <p:spPr>
            <a:xfrm>
              <a:off x="7938425" y="3723085"/>
              <a:ext cx="61329" cy="66080"/>
            </a:xfrm>
            <a:custGeom>
              <a:rect b="b" l="l" r="r" t="t"/>
              <a:pathLst>
                <a:path extrusionOk="0" h="488" w="453">
                  <a:moveTo>
                    <a:pt x="0" y="151"/>
                  </a:moveTo>
                  <a:lnTo>
                    <a:pt x="359" y="0"/>
                  </a:lnTo>
                  <a:lnTo>
                    <a:pt x="452" y="93"/>
                  </a:lnTo>
                  <a:lnTo>
                    <a:pt x="273" y="487"/>
                  </a:lnTo>
                  <a:lnTo>
                    <a:pt x="0" y="1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"/>
            <p:cNvSpPr/>
            <p:nvPr/>
          </p:nvSpPr>
          <p:spPr>
            <a:xfrm>
              <a:off x="7896150" y="3617715"/>
              <a:ext cx="43466" cy="19645"/>
            </a:xfrm>
            <a:custGeom>
              <a:rect b="b" l="l" r="r" t="t"/>
              <a:pathLst>
                <a:path extrusionOk="0" h="145" w="324">
                  <a:moveTo>
                    <a:pt x="323" y="0"/>
                  </a:moveTo>
                  <a:lnTo>
                    <a:pt x="323" y="87"/>
                  </a:lnTo>
                  <a:lnTo>
                    <a:pt x="58" y="144"/>
                  </a:lnTo>
                  <a:lnTo>
                    <a:pt x="0" y="144"/>
                  </a:lnTo>
                  <a:lnTo>
                    <a:pt x="323" y="0"/>
                  </a:lnTo>
                </a:path>
              </a:pathLst>
            </a:custGeom>
            <a:solidFill>
              <a:srgbClr val="5C311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1"/>
            <p:cNvSpPr/>
            <p:nvPr/>
          </p:nvSpPr>
          <p:spPr>
            <a:xfrm>
              <a:off x="7938426" y="3617715"/>
              <a:ext cx="43466" cy="19645"/>
            </a:xfrm>
            <a:custGeom>
              <a:rect b="b" l="l" r="r" t="t"/>
              <a:pathLst>
                <a:path extrusionOk="0" h="145" w="324">
                  <a:moveTo>
                    <a:pt x="0" y="0"/>
                  </a:moveTo>
                  <a:lnTo>
                    <a:pt x="0" y="87"/>
                  </a:lnTo>
                  <a:lnTo>
                    <a:pt x="266" y="144"/>
                  </a:lnTo>
                  <a:lnTo>
                    <a:pt x="323" y="144"/>
                  </a:lnTo>
                  <a:lnTo>
                    <a:pt x="0" y="0"/>
                  </a:lnTo>
                </a:path>
              </a:pathLst>
            </a:custGeom>
            <a:solidFill>
              <a:srgbClr val="5C311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9" name="Google Shape;1529;p1"/>
          <p:cNvGrpSpPr/>
          <p:nvPr/>
        </p:nvGrpSpPr>
        <p:grpSpPr>
          <a:xfrm>
            <a:off x="6827838" y="4067175"/>
            <a:ext cx="655637" cy="655638"/>
            <a:chOff x="6827356" y="4066580"/>
            <a:chExt cx="655567" cy="656035"/>
          </a:xfrm>
        </p:grpSpPr>
        <p:sp>
          <p:nvSpPr>
            <p:cNvPr id="1530" name="Google Shape;1530;p1"/>
            <p:cNvSpPr/>
            <p:nvPr/>
          </p:nvSpPr>
          <p:spPr>
            <a:xfrm>
              <a:off x="6827356" y="4066580"/>
              <a:ext cx="655567" cy="655439"/>
            </a:xfrm>
            <a:custGeom>
              <a:rect b="b" l="l" r="r" t="t"/>
              <a:pathLst>
                <a:path extrusionOk="0" h="4856" w="4854">
                  <a:moveTo>
                    <a:pt x="4853" y="2423"/>
                  </a:moveTo>
                  <a:lnTo>
                    <a:pt x="4853" y="2423"/>
                  </a:lnTo>
                  <a:cubicBezTo>
                    <a:pt x="4853" y="1083"/>
                    <a:pt x="3771" y="0"/>
                    <a:pt x="2431" y="0"/>
                  </a:cubicBezTo>
                  <a:cubicBezTo>
                    <a:pt x="1089" y="0"/>
                    <a:pt x="0" y="1083"/>
                    <a:pt x="0" y="2423"/>
                  </a:cubicBezTo>
                  <a:cubicBezTo>
                    <a:pt x="0" y="3764"/>
                    <a:pt x="1089" y="4855"/>
                    <a:pt x="2431" y="4855"/>
                  </a:cubicBezTo>
                  <a:cubicBezTo>
                    <a:pt x="3771" y="4855"/>
                    <a:pt x="4853" y="3764"/>
                    <a:pt x="4853" y="2423"/>
                  </a:cubicBezTo>
                </a:path>
              </a:pathLst>
            </a:custGeom>
            <a:solidFill>
              <a:srgbClr val="F5A11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1"/>
            <p:cNvSpPr/>
            <p:nvPr/>
          </p:nvSpPr>
          <p:spPr>
            <a:xfrm>
              <a:off x="7155436" y="4066580"/>
              <a:ext cx="326891" cy="655439"/>
            </a:xfrm>
            <a:custGeom>
              <a:rect b="b" l="l" r="r" t="t"/>
              <a:pathLst>
                <a:path extrusionOk="0" h="4856" w="2423">
                  <a:moveTo>
                    <a:pt x="2422" y="2423"/>
                  </a:moveTo>
                  <a:lnTo>
                    <a:pt x="2422" y="2423"/>
                  </a:lnTo>
                  <a:cubicBezTo>
                    <a:pt x="2422" y="1083"/>
                    <a:pt x="1340" y="0"/>
                    <a:pt x="0" y="0"/>
                  </a:cubicBezTo>
                  <a:cubicBezTo>
                    <a:pt x="0" y="4855"/>
                    <a:pt x="0" y="4855"/>
                    <a:pt x="0" y="4855"/>
                  </a:cubicBezTo>
                  <a:cubicBezTo>
                    <a:pt x="1340" y="4855"/>
                    <a:pt x="2422" y="3764"/>
                    <a:pt x="2422" y="2423"/>
                  </a:cubicBezTo>
                </a:path>
              </a:pathLst>
            </a:custGeom>
            <a:solidFill>
              <a:srgbClr val="ED9B2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1"/>
            <p:cNvSpPr/>
            <p:nvPr/>
          </p:nvSpPr>
          <p:spPr>
            <a:xfrm>
              <a:off x="7107802" y="4476750"/>
              <a:ext cx="97055" cy="105371"/>
            </a:xfrm>
            <a:custGeom>
              <a:rect b="b" l="l" r="r" t="t"/>
              <a:pathLst>
                <a:path extrusionOk="0" h="782" w="718">
                  <a:moveTo>
                    <a:pt x="717" y="781"/>
                  </a:moveTo>
                  <a:lnTo>
                    <a:pt x="0" y="781"/>
                  </a:lnTo>
                  <a:lnTo>
                    <a:pt x="0" y="0"/>
                  </a:lnTo>
                  <a:lnTo>
                    <a:pt x="717" y="0"/>
                  </a:lnTo>
                  <a:lnTo>
                    <a:pt x="717" y="781"/>
                  </a:lnTo>
                </a:path>
              </a:pathLst>
            </a:custGeom>
            <a:solidFill>
              <a:srgbClr val="D9A88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1"/>
            <p:cNvSpPr/>
            <p:nvPr/>
          </p:nvSpPr>
          <p:spPr>
            <a:xfrm>
              <a:off x="7155436" y="4533306"/>
              <a:ext cx="188751" cy="189309"/>
            </a:xfrm>
            <a:custGeom>
              <a:rect b="b" l="l" r="r" t="t"/>
              <a:pathLst>
                <a:path extrusionOk="0" h="1401" w="1399">
                  <a:moveTo>
                    <a:pt x="357" y="0"/>
                  </a:moveTo>
                  <a:lnTo>
                    <a:pt x="357" y="0"/>
                  </a:lnTo>
                  <a:cubicBezTo>
                    <a:pt x="480" y="0"/>
                    <a:pt x="480" y="0"/>
                    <a:pt x="480" y="0"/>
                  </a:cubicBezTo>
                  <a:cubicBezTo>
                    <a:pt x="702" y="58"/>
                    <a:pt x="953" y="101"/>
                    <a:pt x="1117" y="288"/>
                  </a:cubicBezTo>
                  <a:cubicBezTo>
                    <a:pt x="1218" y="409"/>
                    <a:pt x="1398" y="1400"/>
                    <a:pt x="1398" y="1400"/>
                  </a:cubicBezTo>
                  <a:cubicBezTo>
                    <a:pt x="967" y="1400"/>
                    <a:pt x="967" y="1400"/>
                    <a:pt x="967" y="1400"/>
                  </a:cubicBezTo>
                  <a:cubicBezTo>
                    <a:pt x="0" y="1400"/>
                    <a:pt x="0" y="1400"/>
                    <a:pt x="0" y="1400"/>
                  </a:cubicBezTo>
                  <a:cubicBezTo>
                    <a:pt x="0" y="489"/>
                    <a:pt x="0" y="489"/>
                    <a:pt x="0" y="489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200" y="273"/>
                    <a:pt x="357" y="151"/>
                    <a:pt x="357" y="0"/>
                  </a:cubicBezTo>
                </a:path>
              </a:pathLst>
            </a:custGeom>
            <a:solidFill>
              <a:srgbClr val="C7424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1"/>
            <p:cNvSpPr/>
            <p:nvPr/>
          </p:nvSpPr>
          <p:spPr>
            <a:xfrm>
              <a:off x="6967877" y="4533306"/>
              <a:ext cx="188155" cy="189309"/>
            </a:xfrm>
            <a:custGeom>
              <a:rect b="b" l="l" r="r" t="t"/>
              <a:pathLst>
                <a:path extrusionOk="0" h="1401" w="1393">
                  <a:moveTo>
                    <a:pt x="1040" y="0"/>
                  </a:moveTo>
                  <a:lnTo>
                    <a:pt x="1040" y="0"/>
                  </a:lnTo>
                  <a:cubicBezTo>
                    <a:pt x="918" y="0"/>
                    <a:pt x="918" y="0"/>
                    <a:pt x="918" y="0"/>
                  </a:cubicBezTo>
                  <a:cubicBezTo>
                    <a:pt x="689" y="58"/>
                    <a:pt x="444" y="101"/>
                    <a:pt x="280" y="288"/>
                  </a:cubicBezTo>
                  <a:cubicBezTo>
                    <a:pt x="180" y="409"/>
                    <a:pt x="0" y="1400"/>
                    <a:pt x="0" y="1400"/>
                  </a:cubicBezTo>
                  <a:cubicBezTo>
                    <a:pt x="431" y="1400"/>
                    <a:pt x="431" y="1400"/>
                    <a:pt x="431" y="1400"/>
                  </a:cubicBezTo>
                  <a:cubicBezTo>
                    <a:pt x="1392" y="1400"/>
                    <a:pt x="1392" y="1400"/>
                    <a:pt x="1392" y="1400"/>
                  </a:cubicBezTo>
                  <a:cubicBezTo>
                    <a:pt x="1392" y="489"/>
                    <a:pt x="1392" y="489"/>
                    <a:pt x="1392" y="489"/>
                  </a:cubicBezTo>
                  <a:cubicBezTo>
                    <a:pt x="1392" y="273"/>
                    <a:pt x="1392" y="273"/>
                    <a:pt x="1392" y="273"/>
                  </a:cubicBezTo>
                  <a:cubicBezTo>
                    <a:pt x="1197" y="273"/>
                    <a:pt x="1040" y="151"/>
                    <a:pt x="1040" y="0"/>
                  </a:cubicBezTo>
                </a:path>
              </a:pathLst>
            </a:custGeom>
            <a:solidFill>
              <a:srgbClr val="C7424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1"/>
            <p:cNvSpPr/>
            <p:nvPr/>
          </p:nvSpPr>
          <p:spPr>
            <a:xfrm>
              <a:off x="7156627" y="4176118"/>
              <a:ext cx="120277" cy="319683"/>
            </a:xfrm>
            <a:custGeom>
              <a:rect b="b" l="l" r="r" t="t"/>
              <a:pathLst>
                <a:path extrusionOk="0" h="2367" w="891">
                  <a:moveTo>
                    <a:pt x="0" y="0"/>
                  </a:moveTo>
                  <a:lnTo>
                    <a:pt x="0" y="0"/>
                  </a:lnTo>
                  <a:cubicBezTo>
                    <a:pt x="345" y="0"/>
                    <a:pt x="890" y="194"/>
                    <a:pt x="890" y="1112"/>
                  </a:cubicBezTo>
                  <a:cubicBezTo>
                    <a:pt x="890" y="1642"/>
                    <a:pt x="717" y="1993"/>
                    <a:pt x="646" y="2087"/>
                  </a:cubicBezTo>
                  <a:cubicBezTo>
                    <a:pt x="574" y="2180"/>
                    <a:pt x="187" y="2366"/>
                    <a:pt x="0" y="2366"/>
                  </a:cubicBezTo>
                  <a:cubicBezTo>
                    <a:pt x="0" y="1435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1"/>
            <p:cNvSpPr/>
            <p:nvPr/>
          </p:nvSpPr>
          <p:spPr>
            <a:xfrm>
              <a:off x="7248323" y="4314230"/>
              <a:ext cx="53589" cy="75605"/>
            </a:xfrm>
            <a:custGeom>
              <a:rect b="b" l="l" r="r" t="t"/>
              <a:pathLst>
                <a:path extrusionOk="0" h="560" w="395">
                  <a:moveTo>
                    <a:pt x="379" y="308"/>
                  </a:moveTo>
                  <a:lnTo>
                    <a:pt x="379" y="308"/>
                  </a:lnTo>
                  <a:cubicBezTo>
                    <a:pt x="394" y="158"/>
                    <a:pt x="329" y="28"/>
                    <a:pt x="221" y="13"/>
                  </a:cubicBezTo>
                  <a:cubicBezTo>
                    <a:pt x="121" y="0"/>
                    <a:pt x="28" y="108"/>
                    <a:pt x="14" y="258"/>
                  </a:cubicBezTo>
                  <a:cubicBezTo>
                    <a:pt x="0" y="401"/>
                    <a:pt x="72" y="537"/>
                    <a:pt x="171" y="545"/>
                  </a:cubicBezTo>
                  <a:cubicBezTo>
                    <a:pt x="273" y="559"/>
                    <a:pt x="366" y="452"/>
                    <a:pt x="379" y="308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1"/>
            <p:cNvSpPr/>
            <p:nvPr/>
          </p:nvSpPr>
          <p:spPr>
            <a:xfrm>
              <a:off x="7036350" y="4176118"/>
              <a:ext cx="120277" cy="319683"/>
            </a:xfrm>
            <a:custGeom>
              <a:rect b="b" l="l" r="r" t="t"/>
              <a:pathLst>
                <a:path extrusionOk="0" h="2367" w="890">
                  <a:moveTo>
                    <a:pt x="889" y="0"/>
                  </a:moveTo>
                  <a:lnTo>
                    <a:pt x="889" y="0"/>
                  </a:lnTo>
                  <a:cubicBezTo>
                    <a:pt x="545" y="0"/>
                    <a:pt x="0" y="194"/>
                    <a:pt x="0" y="1112"/>
                  </a:cubicBezTo>
                  <a:cubicBezTo>
                    <a:pt x="0" y="1642"/>
                    <a:pt x="173" y="1993"/>
                    <a:pt x="244" y="2087"/>
                  </a:cubicBezTo>
                  <a:cubicBezTo>
                    <a:pt x="316" y="2180"/>
                    <a:pt x="710" y="2366"/>
                    <a:pt x="889" y="2366"/>
                  </a:cubicBezTo>
                  <a:cubicBezTo>
                    <a:pt x="889" y="1435"/>
                    <a:pt x="889" y="0"/>
                    <a:pt x="889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1"/>
            <p:cNvSpPr/>
            <p:nvPr/>
          </p:nvSpPr>
          <p:spPr>
            <a:xfrm>
              <a:off x="7011343" y="4314230"/>
              <a:ext cx="53589" cy="75605"/>
            </a:xfrm>
            <a:custGeom>
              <a:rect b="b" l="l" r="r" t="t"/>
              <a:pathLst>
                <a:path extrusionOk="0" h="560" w="395">
                  <a:moveTo>
                    <a:pt x="15" y="308"/>
                  </a:moveTo>
                  <a:lnTo>
                    <a:pt x="15" y="308"/>
                  </a:lnTo>
                  <a:cubicBezTo>
                    <a:pt x="0" y="158"/>
                    <a:pt x="65" y="28"/>
                    <a:pt x="171" y="13"/>
                  </a:cubicBezTo>
                  <a:cubicBezTo>
                    <a:pt x="273" y="0"/>
                    <a:pt x="366" y="108"/>
                    <a:pt x="379" y="258"/>
                  </a:cubicBezTo>
                  <a:cubicBezTo>
                    <a:pt x="394" y="401"/>
                    <a:pt x="322" y="537"/>
                    <a:pt x="223" y="545"/>
                  </a:cubicBezTo>
                  <a:cubicBezTo>
                    <a:pt x="121" y="559"/>
                    <a:pt x="28" y="452"/>
                    <a:pt x="15" y="308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1"/>
            <p:cNvSpPr/>
            <p:nvPr/>
          </p:nvSpPr>
          <p:spPr>
            <a:xfrm>
              <a:off x="7116734" y="4432697"/>
              <a:ext cx="79787" cy="16669"/>
            </a:xfrm>
            <a:custGeom>
              <a:rect b="b" l="l" r="r" t="t"/>
              <a:pathLst>
                <a:path extrusionOk="0" h="123" w="590">
                  <a:moveTo>
                    <a:pt x="294" y="122"/>
                  </a:moveTo>
                  <a:lnTo>
                    <a:pt x="294" y="122"/>
                  </a:lnTo>
                  <a:cubicBezTo>
                    <a:pt x="452" y="122"/>
                    <a:pt x="589" y="65"/>
                    <a:pt x="5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5"/>
                    <a:pt x="137" y="122"/>
                    <a:pt x="294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"/>
            <p:cNvSpPr/>
            <p:nvPr/>
          </p:nvSpPr>
          <p:spPr>
            <a:xfrm>
              <a:off x="7025633" y="4122540"/>
              <a:ext cx="259607" cy="213122"/>
            </a:xfrm>
            <a:custGeom>
              <a:rect b="b" l="l" r="r" t="t"/>
              <a:pathLst>
                <a:path extrusionOk="0" h="1579" w="1923">
                  <a:moveTo>
                    <a:pt x="1684" y="1578"/>
                  </a:moveTo>
                  <a:lnTo>
                    <a:pt x="1684" y="1578"/>
                  </a:lnTo>
                  <a:cubicBezTo>
                    <a:pt x="1721" y="1484"/>
                    <a:pt x="1799" y="1427"/>
                    <a:pt x="1870" y="1433"/>
                  </a:cubicBezTo>
                  <a:lnTo>
                    <a:pt x="1878" y="1433"/>
                  </a:lnTo>
                  <a:cubicBezTo>
                    <a:pt x="1907" y="1327"/>
                    <a:pt x="1922" y="1197"/>
                    <a:pt x="1870" y="1061"/>
                  </a:cubicBezTo>
                  <a:cubicBezTo>
                    <a:pt x="1619" y="329"/>
                    <a:pt x="1907" y="193"/>
                    <a:pt x="1907" y="193"/>
                  </a:cubicBezTo>
                  <a:cubicBezTo>
                    <a:pt x="1907" y="193"/>
                    <a:pt x="1627" y="186"/>
                    <a:pt x="1405" y="366"/>
                  </a:cubicBezTo>
                  <a:cubicBezTo>
                    <a:pt x="1556" y="128"/>
                    <a:pt x="1627" y="72"/>
                    <a:pt x="1627" y="72"/>
                  </a:cubicBezTo>
                  <a:cubicBezTo>
                    <a:pt x="1627" y="72"/>
                    <a:pt x="1305" y="0"/>
                    <a:pt x="961" y="351"/>
                  </a:cubicBezTo>
                  <a:cubicBezTo>
                    <a:pt x="1039" y="165"/>
                    <a:pt x="1132" y="65"/>
                    <a:pt x="1132" y="65"/>
                  </a:cubicBezTo>
                  <a:cubicBezTo>
                    <a:pt x="1132" y="65"/>
                    <a:pt x="416" y="72"/>
                    <a:pt x="157" y="588"/>
                  </a:cubicBezTo>
                  <a:cubicBezTo>
                    <a:pt x="7" y="881"/>
                    <a:pt x="0" y="1204"/>
                    <a:pt x="35" y="1441"/>
                  </a:cubicBezTo>
                  <a:cubicBezTo>
                    <a:pt x="42" y="1441"/>
                    <a:pt x="50" y="1433"/>
                    <a:pt x="63" y="1433"/>
                  </a:cubicBezTo>
                  <a:cubicBezTo>
                    <a:pt x="93" y="1433"/>
                    <a:pt x="128" y="1441"/>
                    <a:pt x="157" y="1463"/>
                  </a:cubicBezTo>
                  <a:cubicBezTo>
                    <a:pt x="157" y="1348"/>
                    <a:pt x="157" y="1247"/>
                    <a:pt x="157" y="1233"/>
                  </a:cubicBezTo>
                  <a:cubicBezTo>
                    <a:pt x="293" y="1176"/>
                    <a:pt x="437" y="1097"/>
                    <a:pt x="429" y="796"/>
                  </a:cubicBezTo>
                  <a:cubicBezTo>
                    <a:pt x="753" y="796"/>
                    <a:pt x="924" y="796"/>
                    <a:pt x="924" y="796"/>
                  </a:cubicBezTo>
                  <a:cubicBezTo>
                    <a:pt x="1433" y="796"/>
                    <a:pt x="1433" y="796"/>
                    <a:pt x="1433" y="796"/>
                  </a:cubicBezTo>
                  <a:cubicBezTo>
                    <a:pt x="1433" y="796"/>
                    <a:pt x="1412" y="1132"/>
                    <a:pt x="1684" y="1219"/>
                  </a:cubicBezTo>
                  <a:cubicBezTo>
                    <a:pt x="1684" y="1362"/>
                    <a:pt x="1684" y="1484"/>
                    <a:pt x="1684" y="1578"/>
                  </a:cubicBezTo>
                </a:path>
              </a:pathLst>
            </a:custGeom>
            <a:solidFill>
              <a:srgbClr val="56392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"/>
            <p:cNvSpPr/>
            <p:nvPr/>
          </p:nvSpPr>
          <p:spPr>
            <a:xfrm>
              <a:off x="7091726" y="4533305"/>
              <a:ext cx="129208" cy="49411"/>
            </a:xfrm>
            <a:custGeom>
              <a:rect b="b" l="l" r="r" t="t"/>
              <a:pathLst>
                <a:path extrusionOk="0" h="367" w="955">
                  <a:moveTo>
                    <a:pt x="474" y="366"/>
                  </a:moveTo>
                  <a:lnTo>
                    <a:pt x="474" y="366"/>
                  </a:lnTo>
                  <a:cubicBezTo>
                    <a:pt x="738" y="366"/>
                    <a:pt x="954" y="201"/>
                    <a:pt x="954" y="0"/>
                  </a:cubicBezTo>
                  <a:cubicBezTo>
                    <a:pt x="831" y="0"/>
                    <a:pt x="831" y="0"/>
                    <a:pt x="831" y="0"/>
                  </a:cubicBezTo>
                  <a:cubicBezTo>
                    <a:pt x="831" y="151"/>
                    <a:pt x="674" y="273"/>
                    <a:pt x="474" y="273"/>
                  </a:cubicBezTo>
                  <a:cubicBezTo>
                    <a:pt x="279" y="273"/>
                    <a:pt x="122" y="151"/>
                    <a:pt x="12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1"/>
                    <a:pt x="215" y="366"/>
                    <a:pt x="474" y="366"/>
                  </a:cubicBezTo>
                </a:path>
              </a:pathLst>
            </a:custGeom>
            <a:solidFill>
              <a:srgbClr val="0F958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2" name="Google Shape;1542;p1"/>
          <p:cNvGrpSpPr/>
          <p:nvPr/>
        </p:nvGrpSpPr>
        <p:grpSpPr>
          <a:xfrm>
            <a:off x="5949950" y="4067175"/>
            <a:ext cx="657225" cy="655638"/>
            <a:chOff x="5949693" y="4066580"/>
            <a:chExt cx="656758" cy="656629"/>
          </a:xfrm>
        </p:grpSpPr>
        <p:sp>
          <p:nvSpPr>
            <p:cNvPr id="1543" name="Google Shape;1543;p1"/>
            <p:cNvSpPr/>
            <p:nvPr/>
          </p:nvSpPr>
          <p:spPr>
            <a:xfrm>
              <a:off x="5949693" y="4066580"/>
              <a:ext cx="656758" cy="655439"/>
            </a:xfrm>
            <a:custGeom>
              <a:rect b="b" l="l" r="r" t="t"/>
              <a:pathLst>
                <a:path extrusionOk="0" h="4856" w="4862">
                  <a:moveTo>
                    <a:pt x="4861" y="2423"/>
                  </a:moveTo>
                  <a:lnTo>
                    <a:pt x="4861" y="2423"/>
                  </a:lnTo>
                  <a:cubicBezTo>
                    <a:pt x="4861" y="1083"/>
                    <a:pt x="3771" y="0"/>
                    <a:pt x="2430" y="0"/>
                  </a:cubicBezTo>
                  <a:cubicBezTo>
                    <a:pt x="1090" y="0"/>
                    <a:pt x="0" y="1083"/>
                    <a:pt x="0" y="2423"/>
                  </a:cubicBezTo>
                  <a:cubicBezTo>
                    <a:pt x="0" y="3764"/>
                    <a:pt x="1090" y="4855"/>
                    <a:pt x="2430" y="4855"/>
                  </a:cubicBezTo>
                  <a:cubicBezTo>
                    <a:pt x="3771" y="4855"/>
                    <a:pt x="4861" y="3764"/>
                    <a:pt x="4861" y="2423"/>
                  </a:cubicBezTo>
                </a:path>
              </a:pathLst>
            </a:custGeom>
            <a:solidFill>
              <a:srgbClr val="B6352B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"/>
            <p:cNvSpPr/>
            <p:nvPr/>
          </p:nvSpPr>
          <p:spPr>
            <a:xfrm>
              <a:off x="6277774" y="4066580"/>
              <a:ext cx="328677" cy="655439"/>
            </a:xfrm>
            <a:custGeom>
              <a:rect b="b" l="l" r="r" t="t"/>
              <a:pathLst>
                <a:path extrusionOk="0" h="4856" w="2432">
                  <a:moveTo>
                    <a:pt x="2431" y="2423"/>
                  </a:moveTo>
                  <a:lnTo>
                    <a:pt x="2431" y="2423"/>
                  </a:lnTo>
                  <a:cubicBezTo>
                    <a:pt x="2431" y="1083"/>
                    <a:pt x="1341" y="0"/>
                    <a:pt x="0" y="0"/>
                  </a:cubicBezTo>
                  <a:cubicBezTo>
                    <a:pt x="0" y="4855"/>
                    <a:pt x="0" y="4855"/>
                    <a:pt x="0" y="4855"/>
                  </a:cubicBezTo>
                  <a:cubicBezTo>
                    <a:pt x="1341" y="4855"/>
                    <a:pt x="2431" y="3764"/>
                    <a:pt x="2431" y="2423"/>
                  </a:cubicBezTo>
                </a:path>
              </a:pathLst>
            </a:custGeom>
            <a:solidFill>
              <a:srgbClr val="A32F2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1"/>
            <p:cNvSpPr/>
            <p:nvPr/>
          </p:nvSpPr>
          <p:spPr>
            <a:xfrm>
              <a:off x="6107482" y="4314231"/>
              <a:ext cx="171483" cy="320278"/>
            </a:xfrm>
            <a:custGeom>
              <a:rect b="b" l="l" r="r" t="t"/>
              <a:pathLst>
                <a:path extrusionOk="0" h="2373" w="1271">
                  <a:moveTo>
                    <a:pt x="1270" y="2372"/>
                  </a:moveTo>
                  <a:lnTo>
                    <a:pt x="1270" y="2372"/>
                  </a:lnTo>
                  <a:cubicBezTo>
                    <a:pt x="402" y="2372"/>
                    <a:pt x="402" y="2372"/>
                    <a:pt x="402" y="2372"/>
                  </a:cubicBezTo>
                  <a:cubicBezTo>
                    <a:pt x="402" y="2372"/>
                    <a:pt x="0" y="1985"/>
                    <a:pt x="201" y="1412"/>
                  </a:cubicBezTo>
                  <a:cubicBezTo>
                    <a:pt x="402" y="838"/>
                    <a:pt x="574" y="609"/>
                    <a:pt x="589" y="0"/>
                  </a:cubicBezTo>
                  <a:cubicBezTo>
                    <a:pt x="1191" y="0"/>
                    <a:pt x="1270" y="0"/>
                    <a:pt x="1270" y="0"/>
                  </a:cubicBezTo>
                  <a:lnTo>
                    <a:pt x="1270" y="2372"/>
                  </a:lnTo>
                </a:path>
              </a:pathLst>
            </a:custGeom>
            <a:solidFill>
              <a:srgbClr val="88171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1"/>
            <p:cNvSpPr/>
            <p:nvPr/>
          </p:nvSpPr>
          <p:spPr>
            <a:xfrm>
              <a:off x="6275988" y="4314231"/>
              <a:ext cx="171483" cy="320278"/>
            </a:xfrm>
            <a:custGeom>
              <a:rect b="b" l="l" r="r" t="t"/>
              <a:pathLst>
                <a:path extrusionOk="0" h="2373" w="1269">
                  <a:moveTo>
                    <a:pt x="0" y="2372"/>
                  </a:moveTo>
                  <a:lnTo>
                    <a:pt x="0" y="2372"/>
                  </a:lnTo>
                  <a:cubicBezTo>
                    <a:pt x="867" y="2372"/>
                    <a:pt x="867" y="2372"/>
                    <a:pt x="867" y="2372"/>
                  </a:cubicBezTo>
                  <a:cubicBezTo>
                    <a:pt x="867" y="2372"/>
                    <a:pt x="1268" y="1985"/>
                    <a:pt x="1067" y="1412"/>
                  </a:cubicBezTo>
                  <a:cubicBezTo>
                    <a:pt x="867" y="838"/>
                    <a:pt x="688" y="609"/>
                    <a:pt x="680" y="0"/>
                  </a:cubicBezTo>
                  <a:cubicBezTo>
                    <a:pt x="78" y="0"/>
                    <a:pt x="0" y="0"/>
                    <a:pt x="0" y="0"/>
                  </a:cubicBezTo>
                  <a:lnTo>
                    <a:pt x="0" y="2372"/>
                  </a:lnTo>
                </a:path>
              </a:pathLst>
            </a:custGeom>
            <a:solidFill>
              <a:srgbClr val="88171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1"/>
            <p:cNvSpPr/>
            <p:nvPr/>
          </p:nvSpPr>
          <p:spPr>
            <a:xfrm>
              <a:off x="6135467" y="4135041"/>
              <a:ext cx="286997" cy="287536"/>
            </a:xfrm>
            <a:custGeom>
              <a:rect b="b" l="l" r="r" t="t"/>
              <a:pathLst>
                <a:path extrusionOk="0" h="2131" w="2124">
                  <a:moveTo>
                    <a:pt x="2123" y="1061"/>
                  </a:moveTo>
                  <a:lnTo>
                    <a:pt x="2123" y="1061"/>
                  </a:lnTo>
                  <a:cubicBezTo>
                    <a:pt x="2123" y="481"/>
                    <a:pt x="1649" y="0"/>
                    <a:pt x="1062" y="0"/>
                  </a:cubicBezTo>
                  <a:cubicBezTo>
                    <a:pt x="474" y="0"/>
                    <a:pt x="0" y="481"/>
                    <a:pt x="0" y="1061"/>
                  </a:cubicBezTo>
                  <a:cubicBezTo>
                    <a:pt x="0" y="1649"/>
                    <a:pt x="474" y="2130"/>
                    <a:pt x="1062" y="2130"/>
                  </a:cubicBezTo>
                  <a:cubicBezTo>
                    <a:pt x="1649" y="2130"/>
                    <a:pt x="2123" y="1649"/>
                    <a:pt x="2123" y="1061"/>
                  </a:cubicBezTo>
                </a:path>
              </a:pathLst>
            </a:custGeom>
            <a:solidFill>
              <a:srgbClr val="88171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"/>
            <p:cNvSpPr/>
            <p:nvPr/>
          </p:nvSpPr>
          <p:spPr>
            <a:xfrm>
              <a:off x="6230140" y="4480917"/>
              <a:ext cx="95864" cy="242292"/>
            </a:xfrm>
            <a:custGeom>
              <a:rect b="b" l="l" r="r" t="t"/>
              <a:pathLst>
                <a:path extrusionOk="0" h="1793" w="711">
                  <a:moveTo>
                    <a:pt x="710" y="782"/>
                  </a:moveTo>
                  <a:lnTo>
                    <a:pt x="351" y="1792"/>
                  </a:lnTo>
                  <a:lnTo>
                    <a:pt x="0" y="782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782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1"/>
            <p:cNvSpPr/>
            <p:nvPr/>
          </p:nvSpPr>
          <p:spPr>
            <a:xfrm>
              <a:off x="6157498" y="4189809"/>
              <a:ext cx="121468" cy="319683"/>
            </a:xfrm>
            <a:custGeom>
              <a:rect b="b" l="l" r="r" t="t"/>
              <a:pathLst>
                <a:path extrusionOk="0" h="2367" w="898">
                  <a:moveTo>
                    <a:pt x="897" y="0"/>
                  </a:moveTo>
                  <a:lnTo>
                    <a:pt x="897" y="0"/>
                  </a:lnTo>
                  <a:cubicBezTo>
                    <a:pt x="552" y="0"/>
                    <a:pt x="0" y="193"/>
                    <a:pt x="0" y="1111"/>
                  </a:cubicBezTo>
                  <a:cubicBezTo>
                    <a:pt x="0" y="1641"/>
                    <a:pt x="208" y="1892"/>
                    <a:pt x="287" y="1992"/>
                  </a:cubicBezTo>
                  <a:cubicBezTo>
                    <a:pt x="352" y="2079"/>
                    <a:pt x="710" y="2366"/>
                    <a:pt x="897" y="2366"/>
                  </a:cubicBezTo>
                  <a:cubicBezTo>
                    <a:pt x="897" y="1434"/>
                    <a:pt x="897" y="0"/>
                    <a:pt x="897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1"/>
            <p:cNvSpPr/>
            <p:nvPr/>
          </p:nvSpPr>
          <p:spPr>
            <a:xfrm>
              <a:off x="6132490" y="4327922"/>
              <a:ext cx="54184" cy="75605"/>
            </a:xfrm>
            <a:custGeom>
              <a:rect b="b" l="l" r="r" t="t"/>
              <a:pathLst>
                <a:path extrusionOk="0" h="561" w="403">
                  <a:moveTo>
                    <a:pt x="14" y="309"/>
                  </a:moveTo>
                  <a:lnTo>
                    <a:pt x="14" y="309"/>
                  </a:lnTo>
                  <a:cubicBezTo>
                    <a:pt x="0" y="158"/>
                    <a:pt x="71" y="28"/>
                    <a:pt x="172" y="14"/>
                  </a:cubicBezTo>
                  <a:cubicBezTo>
                    <a:pt x="272" y="0"/>
                    <a:pt x="373" y="108"/>
                    <a:pt x="387" y="258"/>
                  </a:cubicBezTo>
                  <a:cubicBezTo>
                    <a:pt x="402" y="402"/>
                    <a:pt x="330" y="538"/>
                    <a:pt x="229" y="545"/>
                  </a:cubicBezTo>
                  <a:cubicBezTo>
                    <a:pt x="129" y="560"/>
                    <a:pt x="36" y="452"/>
                    <a:pt x="14" y="309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"/>
            <p:cNvSpPr/>
            <p:nvPr/>
          </p:nvSpPr>
          <p:spPr>
            <a:xfrm>
              <a:off x="6277774" y="4189809"/>
              <a:ext cx="120872" cy="319683"/>
            </a:xfrm>
            <a:custGeom>
              <a:rect b="b" l="l" r="r" t="t"/>
              <a:pathLst>
                <a:path extrusionOk="0" h="2367" w="897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96" y="193"/>
                    <a:pt x="896" y="1111"/>
                  </a:cubicBezTo>
                  <a:cubicBezTo>
                    <a:pt x="896" y="1641"/>
                    <a:pt x="688" y="1892"/>
                    <a:pt x="610" y="1992"/>
                  </a:cubicBezTo>
                  <a:cubicBezTo>
                    <a:pt x="545" y="2079"/>
                    <a:pt x="186" y="2366"/>
                    <a:pt x="0" y="2366"/>
                  </a:cubicBezTo>
                  <a:cubicBezTo>
                    <a:pt x="0" y="1434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"/>
            <p:cNvSpPr/>
            <p:nvPr/>
          </p:nvSpPr>
          <p:spPr>
            <a:xfrm>
              <a:off x="6369471" y="4327922"/>
              <a:ext cx="54184" cy="75605"/>
            </a:xfrm>
            <a:custGeom>
              <a:rect b="b" l="l" r="r" t="t"/>
              <a:pathLst>
                <a:path extrusionOk="0" h="561" w="403">
                  <a:moveTo>
                    <a:pt x="387" y="309"/>
                  </a:moveTo>
                  <a:lnTo>
                    <a:pt x="387" y="309"/>
                  </a:lnTo>
                  <a:cubicBezTo>
                    <a:pt x="402" y="158"/>
                    <a:pt x="329" y="28"/>
                    <a:pt x="229" y="14"/>
                  </a:cubicBezTo>
                  <a:cubicBezTo>
                    <a:pt x="129" y="0"/>
                    <a:pt x="36" y="108"/>
                    <a:pt x="21" y="258"/>
                  </a:cubicBezTo>
                  <a:cubicBezTo>
                    <a:pt x="0" y="402"/>
                    <a:pt x="71" y="538"/>
                    <a:pt x="172" y="545"/>
                  </a:cubicBezTo>
                  <a:cubicBezTo>
                    <a:pt x="279" y="560"/>
                    <a:pt x="372" y="452"/>
                    <a:pt x="387" y="309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"/>
            <p:cNvSpPr/>
            <p:nvPr/>
          </p:nvSpPr>
          <p:spPr>
            <a:xfrm>
              <a:off x="6139040" y="4158258"/>
              <a:ext cx="171483" cy="180975"/>
            </a:xfrm>
            <a:custGeom>
              <a:rect b="b" l="l" r="r" t="t"/>
              <a:pathLst>
                <a:path extrusionOk="0" h="1342" w="1270">
                  <a:moveTo>
                    <a:pt x="1018" y="8"/>
                  </a:moveTo>
                  <a:lnTo>
                    <a:pt x="1018" y="8"/>
                  </a:lnTo>
                  <a:cubicBezTo>
                    <a:pt x="1004" y="0"/>
                    <a:pt x="982" y="0"/>
                    <a:pt x="968" y="0"/>
                  </a:cubicBezTo>
                  <a:cubicBezTo>
                    <a:pt x="968" y="0"/>
                    <a:pt x="380" y="43"/>
                    <a:pt x="222" y="804"/>
                  </a:cubicBezTo>
                  <a:cubicBezTo>
                    <a:pt x="144" y="861"/>
                    <a:pt x="0" y="1090"/>
                    <a:pt x="187" y="1341"/>
                  </a:cubicBezTo>
                  <a:cubicBezTo>
                    <a:pt x="215" y="1126"/>
                    <a:pt x="294" y="975"/>
                    <a:pt x="430" y="911"/>
                  </a:cubicBezTo>
                  <a:cubicBezTo>
                    <a:pt x="667" y="811"/>
                    <a:pt x="767" y="904"/>
                    <a:pt x="1047" y="696"/>
                  </a:cubicBezTo>
                  <a:cubicBezTo>
                    <a:pt x="1211" y="566"/>
                    <a:pt x="1269" y="315"/>
                    <a:pt x="1233" y="172"/>
                  </a:cubicBezTo>
                  <a:cubicBezTo>
                    <a:pt x="1169" y="0"/>
                    <a:pt x="1004" y="8"/>
                    <a:pt x="1018" y="8"/>
                  </a:cubicBezTo>
                </a:path>
              </a:pathLst>
            </a:custGeom>
            <a:solidFill>
              <a:srgbClr val="88171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"/>
            <p:cNvSpPr/>
            <p:nvPr/>
          </p:nvSpPr>
          <p:spPr>
            <a:xfrm>
              <a:off x="6273011" y="4177903"/>
              <a:ext cx="153025" cy="159544"/>
            </a:xfrm>
            <a:custGeom>
              <a:rect b="b" l="l" r="r" t="t"/>
              <a:pathLst>
                <a:path extrusionOk="0" h="1183" w="1133">
                  <a:moveTo>
                    <a:pt x="208" y="71"/>
                  </a:moveTo>
                  <a:lnTo>
                    <a:pt x="208" y="71"/>
                  </a:lnTo>
                  <a:cubicBezTo>
                    <a:pt x="208" y="71"/>
                    <a:pt x="0" y="853"/>
                    <a:pt x="918" y="1182"/>
                  </a:cubicBezTo>
                  <a:cubicBezTo>
                    <a:pt x="1132" y="466"/>
                    <a:pt x="731" y="0"/>
                    <a:pt x="208" y="71"/>
                  </a:cubicBezTo>
                </a:path>
              </a:pathLst>
            </a:custGeom>
            <a:solidFill>
              <a:srgbClr val="88171A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"/>
            <p:cNvSpPr/>
            <p:nvPr/>
          </p:nvSpPr>
          <p:spPr>
            <a:xfrm>
              <a:off x="6152139" y="4389835"/>
              <a:ext cx="15481" cy="15478"/>
            </a:xfrm>
            <a:custGeom>
              <a:rect b="b" l="l" r="r" t="t"/>
              <a:pathLst>
                <a:path extrusionOk="0" h="115" w="116">
                  <a:moveTo>
                    <a:pt x="57" y="0"/>
                  </a:moveTo>
                  <a:lnTo>
                    <a:pt x="0" y="57"/>
                  </a:lnTo>
                  <a:lnTo>
                    <a:pt x="57" y="114"/>
                  </a:lnTo>
                  <a:lnTo>
                    <a:pt x="115" y="57"/>
                  </a:lnTo>
                  <a:lnTo>
                    <a:pt x="57" y="0"/>
                  </a:lnTo>
                </a:path>
              </a:pathLst>
            </a:custGeom>
            <a:solidFill>
              <a:srgbClr val="FCEE2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"/>
            <p:cNvSpPr/>
            <p:nvPr/>
          </p:nvSpPr>
          <p:spPr>
            <a:xfrm>
              <a:off x="6390906" y="4389835"/>
              <a:ext cx="15481" cy="15478"/>
            </a:xfrm>
            <a:custGeom>
              <a:rect b="b" l="l" r="r" t="t"/>
              <a:pathLst>
                <a:path extrusionOk="0" h="115" w="116">
                  <a:moveTo>
                    <a:pt x="57" y="0"/>
                  </a:moveTo>
                  <a:lnTo>
                    <a:pt x="0" y="57"/>
                  </a:lnTo>
                  <a:lnTo>
                    <a:pt x="57" y="114"/>
                  </a:lnTo>
                  <a:lnTo>
                    <a:pt x="115" y="57"/>
                  </a:lnTo>
                  <a:lnTo>
                    <a:pt x="57" y="0"/>
                  </a:lnTo>
                </a:path>
              </a:pathLst>
            </a:custGeom>
            <a:solidFill>
              <a:srgbClr val="FCEE23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"/>
            <p:cNvSpPr/>
            <p:nvPr/>
          </p:nvSpPr>
          <p:spPr>
            <a:xfrm>
              <a:off x="6115817" y="4528542"/>
              <a:ext cx="161957" cy="194667"/>
            </a:xfrm>
            <a:custGeom>
              <a:rect b="b" l="l" r="r" t="t"/>
              <a:pathLst>
                <a:path extrusionOk="0" h="1442" w="1198">
                  <a:moveTo>
                    <a:pt x="1197" y="1441"/>
                  </a:moveTo>
                  <a:lnTo>
                    <a:pt x="1197" y="1441"/>
                  </a:lnTo>
                  <a:cubicBezTo>
                    <a:pt x="1197" y="466"/>
                    <a:pt x="1197" y="466"/>
                    <a:pt x="1197" y="466"/>
                  </a:cubicBezTo>
                  <a:cubicBezTo>
                    <a:pt x="1197" y="466"/>
                    <a:pt x="933" y="401"/>
                    <a:pt x="875" y="186"/>
                  </a:cubicBezTo>
                  <a:cubicBezTo>
                    <a:pt x="846" y="86"/>
                    <a:pt x="846" y="0"/>
                    <a:pt x="846" y="0"/>
                  </a:cubicBezTo>
                  <a:cubicBezTo>
                    <a:pt x="846" y="0"/>
                    <a:pt x="266" y="193"/>
                    <a:pt x="136" y="401"/>
                  </a:cubicBezTo>
                  <a:cubicBezTo>
                    <a:pt x="28" y="717"/>
                    <a:pt x="0" y="1441"/>
                    <a:pt x="0" y="1441"/>
                  </a:cubicBezTo>
                  <a:lnTo>
                    <a:pt x="1197" y="1441"/>
                  </a:lnTo>
                </a:path>
              </a:pathLst>
            </a:custGeom>
            <a:solidFill>
              <a:srgbClr val="F7A51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1"/>
            <p:cNvSpPr/>
            <p:nvPr/>
          </p:nvSpPr>
          <p:spPr>
            <a:xfrm>
              <a:off x="6277774" y="4528542"/>
              <a:ext cx="161957" cy="194667"/>
            </a:xfrm>
            <a:custGeom>
              <a:rect b="b" l="l" r="r" t="t"/>
              <a:pathLst>
                <a:path extrusionOk="0" h="1442" w="1199">
                  <a:moveTo>
                    <a:pt x="0" y="1441"/>
                  </a:moveTo>
                  <a:lnTo>
                    <a:pt x="0" y="1441"/>
                  </a:lnTo>
                  <a:cubicBezTo>
                    <a:pt x="0" y="466"/>
                    <a:pt x="0" y="466"/>
                    <a:pt x="0" y="466"/>
                  </a:cubicBezTo>
                  <a:cubicBezTo>
                    <a:pt x="0" y="466"/>
                    <a:pt x="266" y="401"/>
                    <a:pt x="323" y="186"/>
                  </a:cubicBezTo>
                  <a:cubicBezTo>
                    <a:pt x="352" y="86"/>
                    <a:pt x="352" y="0"/>
                    <a:pt x="352" y="0"/>
                  </a:cubicBezTo>
                  <a:cubicBezTo>
                    <a:pt x="352" y="0"/>
                    <a:pt x="933" y="193"/>
                    <a:pt x="1062" y="401"/>
                  </a:cubicBezTo>
                  <a:cubicBezTo>
                    <a:pt x="1169" y="717"/>
                    <a:pt x="1198" y="1441"/>
                    <a:pt x="1198" y="1441"/>
                  </a:cubicBezTo>
                  <a:lnTo>
                    <a:pt x="0" y="1441"/>
                  </a:lnTo>
                </a:path>
              </a:pathLst>
            </a:custGeom>
            <a:solidFill>
              <a:srgbClr val="F78E2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1"/>
            <p:cNvSpPr/>
            <p:nvPr/>
          </p:nvSpPr>
          <p:spPr>
            <a:xfrm>
              <a:off x="6245621" y="4440436"/>
              <a:ext cx="66093" cy="25598"/>
            </a:xfrm>
            <a:custGeom>
              <a:rect b="b" l="l" r="r" t="t"/>
              <a:pathLst>
                <a:path extrusionOk="0" h="188" w="488">
                  <a:moveTo>
                    <a:pt x="244" y="187"/>
                  </a:moveTo>
                  <a:lnTo>
                    <a:pt x="244" y="187"/>
                  </a:lnTo>
                  <a:cubicBezTo>
                    <a:pt x="372" y="187"/>
                    <a:pt x="487" y="101"/>
                    <a:pt x="48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1"/>
                    <a:pt x="108" y="187"/>
                    <a:pt x="244" y="18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0" name="Google Shape;1560;p1"/>
          <p:cNvGrpSpPr/>
          <p:nvPr/>
        </p:nvGrpSpPr>
        <p:grpSpPr>
          <a:xfrm>
            <a:off x="6827838" y="3265488"/>
            <a:ext cx="655637" cy="655637"/>
            <a:chOff x="6827356" y="3265290"/>
            <a:chExt cx="655567" cy="655439"/>
          </a:xfrm>
        </p:grpSpPr>
        <p:sp>
          <p:nvSpPr>
            <p:cNvPr id="1561" name="Google Shape;1561;p1"/>
            <p:cNvSpPr/>
            <p:nvPr/>
          </p:nvSpPr>
          <p:spPr>
            <a:xfrm>
              <a:off x="6827356" y="3265290"/>
              <a:ext cx="655567" cy="655439"/>
            </a:xfrm>
            <a:custGeom>
              <a:rect b="b" l="l" r="r" t="t"/>
              <a:pathLst>
                <a:path extrusionOk="0" h="4856" w="4854">
                  <a:moveTo>
                    <a:pt x="4853" y="2424"/>
                  </a:moveTo>
                  <a:lnTo>
                    <a:pt x="4853" y="2424"/>
                  </a:lnTo>
                  <a:cubicBezTo>
                    <a:pt x="4853" y="1083"/>
                    <a:pt x="3771" y="0"/>
                    <a:pt x="2431" y="0"/>
                  </a:cubicBezTo>
                  <a:cubicBezTo>
                    <a:pt x="1089" y="0"/>
                    <a:pt x="0" y="1083"/>
                    <a:pt x="0" y="2424"/>
                  </a:cubicBezTo>
                  <a:cubicBezTo>
                    <a:pt x="0" y="3764"/>
                    <a:pt x="1089" y="4855"/>
                    <a:pt x="2431" y="4855"/>
                  </a:cubicBezTo>
                  <a:cubicBezTo>
                    <a:pt x="3771" y="4855"/>
                    <a:pt x="4853" y="3764"/>
                    <a:pt x="4853" y="2424"/>
                  </a:cubicBezTo>
                </a:path>
              </a:pathLst>
            </a:custGeom>
            <a:solidFill>
              <a:srgbClr val="2AA79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1"/>
            <p:cNvSpPr/>
            <p:nvPr/>
          </p:nvSpPr>
          <p:spPr>
            <a:xfrm>
              <a:off x="7155436" y="3265290"/>
              <a:ext cx="326891" cy="655439"/>
            </a:xfrm>
            <a:custGeom>
              <a:rect b="b" l="l" r="r" t="t"/>
              <a:pathLst>
                <a:path extrusionOk="0" h="4856" w="2423">
                  <a:moveTo>
                    <a:pt x="2422" y="2424"/>
                  </a:moveTo>
                  <a:lnTo>
                    <a:pt x="2422" y="2424"/>
                  </a:lnTo>
                  <a:cubicBezTo>
                    <a:pt x="2422" y="1083"/>
                    <a:pt x="1340" y="0"/>
                    <a:pt x="0" y="0"/>
                  </a:cubicBezTo>
                  <a:cubicBezTo>
                    <a:pt x="0" y="4855"/>
                    <a:pt x="0" y="4855"/>
                    <a:pt x="0" y="4855"/>
                  </a:cubicBezTo>
                  <a:cubicBezTo>
                    <a:pt x="1340" y="4855"/>
                    <a:pt x="2422" y="3764"/>
                    <a:pt x="2422" y="2424"/>
                  </a:cubicBezTo>
                </a:path>
              </a:pathLst>
            </a:custGeom>
            <a:solidFill>
              <a:srgbClr val="28A09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"/>
            <p:cNvSpPr/>
            <p:nvPr/>
          </p:nvSpPr>
          <p:spPr>
            <a:xfrm>
              <a:off x="7011938" y="3333750"/>
              <a:ext cx="287592" cy="286941"/>
            </a:xfrm>
            <a:custGeom>
              <a:rect b="b" l="l" r="r" t="t"/>
              <a:pathLst>
                <a:path extrusionOk="0" h="2124" w="2130">
                  <a:moveTo>
                    <a:pt x="2129" y="1062"/>
                  </a:moveTo>
                  <a:lnTo>
                    <a:pt x="2129" y="1062"/>
                  </a:lnTo>
                  <a:cubicBezTo>
                    <a:pt x="2129" y="474"/>
                    <a:pt x="1649" y="0"/>
                    <a:pt x="1062" y="0"/>
                  </a:cubicBezTo>
                  <a:cubicBezTo>
                    <a:pt x="480" y="0"/>
                    <a:pt x="0" y="474"/>
                    <a:pt x="0" y="1062"/>
                  </a:cubicBezTo>
                  <a:cubicBezTo>
                    <a:pt x="0" y="1649"/>
                    <a:pt x="480" y="2123"/>
                    <a:pt x="1062" y="2123"/>
                  </a:cubicBezTo>
                  <a:cubicBezTo>
                    <a:pt x="1649" y="2123"/>
                    <a:pt x="2129" y="1649"/>
                    <a:pt x="2129" y="1062"/>
                  </a:cubicBezTo>
                </a:path>
              </a:pathLst>
            </a:custGeom>
            <a:solidFill>
              <a:srgbClr val="62413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"/>
            <p:cNvSpPr/>
            <p:nvPr/>
          </p:nvSpPr>
          <p:spPr>
            <a:xfrm>
              <a:off x="7107802" y="3679628"/>
              <a:ext cx="95864" cy="241101"/>
            </a:xfrm>
            <a:custGeom>
              <a:rect b="b" l="l" r="r" t="t"/>
              <a:pathLst>
                <a:path extrusionOk="0" h="1787" w="710">
                  <a:moveTo>
                    <a:pt x="709" y="782"/>
                  </a:moveTo>
                  <a:lnTo>
                    <a:pt x="352" y="1786"/>
                  </a:lnTo>
                  <a:lnTo>
                    <a:pt x="0" y="782"/>
                  </a:lnTo>
                  <a:lnTo>
                    <a:pt x="0" y="0"/>
                  </a:lnTo>
                  <a:lnTo>
                    <a:pt x="709" y="0"/>
                  </a:lnTo>
                  <a:lnTo>
                    <a:pt x="709" y="782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"/>
            <p:cNvSpPr/>
            <p:nvPr/>
          </p:nvSpPr>
          <p:spPr>
            <a:xfrm>
              <a:off x="7035160" y="3388519"/>
              <a:ext cx="120277" cy="319683"/>
            </a:xfrm>
            <a:custGeom>
              <a:rect b="b" l="l" r="r" t="t"/>
              <a:pathLst>
                <a:path extrusionOk="0" h="2367" w="891">
                  <a:moveTo>
                    <a:pt x="890" y="0"/>
                  </a:moveTo>
                  <a:lnTo>
                    <a:pt x="890" y="0"/>
                  </a:lnTo>
                  <a:cubicBezTo>
                    <a:pt x="546" y="0"/>
                    <a:pt x="0" y="193"/>
                    <a:pt x="0" y="1111"/>
                  </a:cubicBezTo>
                  <a:cubicBezTo>
                    <a:pt x="0" y="1643"/>
                    <a:pt x="208" y="1893"/>
                    <a:pt x="287" y="1994"/>
                  </a:cubicBezTo>
                  <a:cubicBezTo>
                    <a:pt x="351" y="2080"/>
                    <a:pt x="710" y="2366"/>
                    <a:pt x="890" y="2366"/>
                  </a:cubicBezTo>
                  <a:cubicBezTo>
                    <a:pt x="890" y="1434"/>
                    <a:pt x="890" y="0"/>
                    <a:pt x="890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1"/>
            <p:cNvSpPr/>
            <p:nvPr/>
          </p:nvSpPr>
          <p:spPr>
            <a:xfrm>
              <a:off x="7010152" y="3526632"/>
              <a:ext cx="54184" cy="75605"/>
            </a:xfrm>
            <a:custGeom>
              <a:rect b="b" l="l" r="r" t="t"/>
              <a:pathLst>
                <a:path extrusionOk="0" h="560" w="402">
                  <a:moveTo>
                    <a:pt x="14" y="308"/>
                  </a:moveTo>
                  <a:lnTo>
                    <a:pt x="14" y="308"/>
                  </a:lnTo>
                  <a:cubicBezTo>
                    <a:pt x="0" y="158"/>
                    <a:pt x="72" y="28"/>
                    <a:pt x="172" y="14"/>
                  </a:cubicBezTo>
                  <a:cubicBezTo>
                    <a:pt x="272" y="0"/>
                    <a:pt x="366" y="107"/>
                    <a:pt x="379" y="258"/>
                  </a:cubicBezTo>
                  <a:cubicBezTo>
                    <a:pt x="401" y="401"/>
                    <a:pt x="329" y="530"/>
                    <a:pt x="230" y="544"/>
                  </a:cubicBezTo>
                  <a:cubicBezTo>
                    <a:pt x="128" y="559"/>
                    <a:pt x="28" y="451"/>
                    <a:pt x="14" y="308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1"/>
            <p:cNvSpPr/>
            <p:nvPr/>
          </p:nvSpPr>
          <p:spPr>
            <a:xfrm>
              <a:off x="7155436" y="3388519"/>
              <a:ext cx="120277" cy="319683"/>
            </a:xfrm>
            <a:custGeom>
              <a:rect b="b" l="l" r="r" t="t"/>
              <a:pathLst>
                <a:path extrusionOk="0" h="2367" w="889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88" y="193"/>
                    <a:pt x="888" y="1111"/>
                  </a:cubicBezTo>
                  <a:cubicBezTo>
                    <a:pt x="888" y="1643"/>
                    <a:pt x="680" y="1893"/>
                    <a:pt x="608" y="1994"/>
                  </a:cubicBezTo>
                  <a:cubicBezTo>
                    <a:pt x="537" y="2080"/>
                    <a:pt x="186" y="2366"/>
                    <a:pt x="0" y="2366"/>
                  </a:cubicBezTo>
                  <a:cubicBezTo>
                    <a:pt x="0" y="1434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1"/>
            <p:cNvSpPr/>
            <p:nvPr/>
          </p:nvSpPr>
          <p:spPr>
            <a:xfrm>
              <a:off x="7247133" y="3526632"/>
              <a:ext cx="54184" cy="75605"/>
            </a:xfrm>
            <a:custGeom>
              <a:rect b="b" l="l" r="r" t="t"/>
              <a:pathLst>
                <a:path extrusionOk="0" h="560" w="403">
                  <a:moveTo>
                    <a:pt x="387" y="308"/>
                  </a:moveTo>
                  <a:lnTo>
                    <a:pt x="387" y="308"/>
                  </a:lnTo>
                  <a:cubicBezTo>
                    <a:pt x="402" y="158"/>
                    <a:pt x="331" y="28"/>
                    <a:pt x="229" y="14"/>
                  </a:cubicBezTo>
                  <a:cubicBezTo>
                    <a:pt x="129" y="0"/>
                    <a:pt x="30" y="107"/>
                    <a:pt x="15" y="258"/>
                  </a:cubicBezTo>
                  <a:cubicBezTo>
                    <a:pt x="0" y="401"/>
                    <a:pt x="73" y="530"/>
                    <a:pt x="173" y="544"/>
                  </a:cubicBezTo>
                  <a:cubicBezTo>
                    <a:pt x="273" y="559"/>
                    <a:pt x="374" y="451"/>
                    <a:pt x="387" y="308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1"/>
            <p:cNvSpPr/>
            <p:nvPr/>
          </p:nvSpPr>
          <p:spPr>
            <a:xfrm>
              <a:off x="7017297" y="3357563"/>
              <a:ext cx="171483" cy="180975"/>
            </a:xfrm>
            <a:custGeom>
              <a:rect b="b" l="l" r="r" t="t"/>
              <a:pathLst>
                <a:path extrusionOk="0" h="1341" w="1270">
                  <a:moveTo>
                    <a:pt x="1018" y="7"/>
                  </a:moveTo>
                  <a:lnTo>
                    <a:pt x="1018" y="7"/>
                  </a:lnTo>
                  <a:cubicBezTo>
                    <a:pt x="996" y="0"/>
                    <a:pt x="983" y="0"/>
                    <a:pt x="961" y="0"/>
                  </a:cubicBezTo>
                  <a:cubicBezTo>
                    <a:pt x="961" y="0"/>
                    <a:pt x="379" y="43"/>
                    <a:pt x="222" y="803"/>
                  </a:cubicBezTo>
                  <a:cubicBezTo>
                    <a:pt x="143" y="860"/>
                    <a:pt x="0" y="1089"/>
                    <a:pt x="186" y="1340"/>
                  </a:cubicBezTo>
                  <a:cubicBezTo>
                    <a:pt x="215" y="1125"/>
                    <a:pt x="294" y="974"/>
                    <a:pt x="423" y="911"/>
                  </a:cubicBezTo>
                  <a:cubicBezTo>
                    <a:pt x="667" y="810"/>
                    <a:pt x="767" y="903"/>
                    <a:pt x="1047" y="688"/>
                  </a:cubicBezTo>
                  <a:cubicBezTo>
                    <a:pt x="1212" y="567"/>
                    <a:pt x="1269" y="316"/>
                    <a:pt x="1234" y="171"/>
                  </a:cubicBezTo>
                  <a:cubicBezTo>
                    <a:pt x="1169" y="0"/>
                    <a:pt x="1004" y="7"/>
                    <a:pt x="1018" y="7"/>
                  </a:cubicBezTo>
                </a:path>
              </a:pathLst>
            </a:custGeom>
            <a:solidFill>
              <a:srgbClr val="62413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1"/>
            <p:cNvSpPr/>
            <p:nvPr/>
          </p:nvSpPr>
          <p:spPr>
            <a:xfrm>
              <a:off x="7149482" y="3376613"/>
              <a:ext cx="154216" cy="160139"/>
            </a:xfrm>
            <a:custGeom>
              <a:rect b="b" l="l" r="r" t="t"/>
              <a:pathLst>
                <a:path extrusionOk="0" h="1185" w="1141">
                  <a:moveTo>
                    <a:pt x="214" y="72"/>
                  </a:moveTo>
                  <a:lnTo>
                    <a:pt x="214" y="72"/>
                  </a:lnTo>
                  <a:cubicBezTo>
                    <a:pt x="214" y="72"/>
                    <a:pt x="0" y="853"/>
                    <a:pt x="917" y="1184"/>
                  </a:cubicBezTo>
                  <a:cubicBezTo>
                    <a:pt x="1140" y="467"/>
                    <a:pt x="738" y="0"/>
                    <a:pt x="214" y="72"/>
                  </a:cubicBezTo>
                </a:path>
              </a:pathLst>
            </a:custGeom>
            <a:solidFill>
              <a:srgbClr val="62413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1"/>
            <p:cNvSpPr/>
            <p:nvPr/>
          </p:nvSpPr>
          <p:spPr>
            <a:xfrm>
              <a:off x="6993479" y="3726657"/>
              <a:ext cx="161957" cy="194072"/>
            </a:xfrm>
            <a:custGeom>
              <a:rect b="b" l="l" r="r" t="t"/>
              <a:pathLst>
                <a:path extrusionOk="0" h="1436" w="1200">
                  <a:moveTo>
                    <a:pt x="1199" y="1435"/>
                  </a:moveTo>
                  <a:lnTo>
                    <a:pt x="1199" y="1435"/>
                  </a:lnTo>
                  <a:cubicBezTo>
                    <a:pt x="1199" y="467"/>
                    <a:pt x="1199" y="467"/>
                    <a:pt x="1199" y="467"/>
                  </a:cubicBezTo>
                  <a:cubicBezTo>
                    <a:pt x="1199" y="467"/>
                    <a:pt x="933" y="402"/>
                    <a:pt x="876" y="187"/>
                  </a:cubicBezTo>
                  <a:cubicBezTo>
                    <a:pt x="847" y="87"/>
                    <a:pt x="847" y="0"/>
                    <a:pt x="847" y="0"/>
                  </a:cubicBezTo>
                  <a:cubicBezTo>
                    <a:pt x="847" y="0"/>
                    <a:pt x="266" y="194"/>
                    <a:pt x="137" y="396"/>
                  </a:cubicBezTo>
                  <a:cubicBezTo>
                    <a:pt x="30" y="718"/>
                    <a:pt x="0" y="1435"/>
                    <a:pt x="0" y="1435"/>
                  </a:cubicBezTo>
                  <a:lnTo>
                    <a:pt x="1199" y="1435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1"/>
            <p:cNvSpPr/>
            <p:nvPr/>
          </p:nvSpPr>
          <p:spPr>
            <a:xfrm>
              <a:off x="7155436" y="3726657"/>
              <a:ext cx="161957" cy="194072"/>
            </a:xfrm>
            <a:custGeom>
              <a:rect b="b" l="l" r="r" t="t"/>
              <a:pathLst>
                <a:path extrusionOk="0" h="1436" w="1198">
                  <a:moveTo>
                    <a:pt x="0" y="1435"/>
                  </a:moveTo>
                  <a:lnTo>
                    <a:pt x="0" y="1435"/>
                  </a:lnTo>
                  <a:cubicBezTo>
                    <a:pt x="0" y="467"/>
                    <a:pt x="0" y="467"/>
                    <a:pt x="0" y="467"/>
                  </a:cubicBezTo>
                  <a:cubicBezTo>
                    <a:pt x="0" y="467"/>
                    <a:pt x="264" y="402"/>
                    <a:pt x="322" y="187"/>
                  </a:cubicBezTo>
                  <a:cubicBezTo>
                    <a:pt x="351" y="87"/>
                    <a:pt x="351" y="0"/>
                    <a:pt x="351" y="0"/>
                  </a:cubicBezTo>
                  <a:cubicBezTo>
                    <a:pt x="351" y="0"/>
                    <a:pt x="931" y="194"/>
                    <a:pt x="1060" y="396"/>
                  </a:cubicBezTo>
                  <a:cubicBezTo>
                    <a:pt x="1168" y="718"/>
                    <a:pt x="1197" y="1435"/>
                    <a:pt x="1197" y="1435"/>
                  </a:cubicBezTo>
                  <a:lnTo>
                    <a:pt x="0" y="1435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1"/>
            <p:cNvSpPr/>
            <p:nvPr/>
          </p:nvSpPr>
          <p:spPr>
            <a:xfrm>
              <a:off x="7122688" y="3639146"/>
              <a:ext cx="66093" cy="25598"/>
            </a:xfrm>
            <a:custGeom>
              <a:rect b="b" l="l" r="r" t="t"/>
              <a:pathLst>
                <a:path extrusionOk="0" h="188" w="489">
                  <a:moveTo>
                    <a:pt x="245" y="187"/>
                  </a:moveTo>
                  <a:lnTo>
                    <a:pt x="245" y="187"/>
                  </a:lnTo>
                  <a:cubicBezTo>
                    <a:pt x="381" y="187"/>
                    <a:pt x="488" y="100"/>
                    <a:pt x="4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0"/>
                    <a:pt x="115" y="187"/>
                    <a:pt x="245" y="18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"/>
            <p:cNvSpPr/>
            <p:nvPr/>
          </p:nvSpPr>
          <p:spPr>
            <a:xfrm>
              <a:off x="7110779" y="3288506"/>
              <a:ext cx="89909" cy="91083"/>
            </a:xfrm>
            <a:custGeom>
              <a:rect b="b" l="l" r="r" t="t"/>
              <a:pathLst>
                <a:path extrusionOk="0" h="675" w="668">
                  <a:moveTo>
                    <a:pt x="667" y="336"/>
                  </a:moveTo>
                  <a:lnTo>
                    <a:pt x="667" y="336"/>
                  </a:lnTo>
                  <a:cubicBezTo>
                    <a:pt x="667" y="150"/>
                    <a:pt x="517" y="0"/>
                    <a:pt x="331" y="0"/>
                  </a:cubicBezTo>
                  <a:cubicBezTo>
                    <a:pt x="151" y="0"/>
                    <a:pt x="0" y="150"/>
                    <a:pt x="0" y="336"/>
                  </a:cubicBezTo>
                  <a:cubicBezTo>
                    <a:pt x="0" y="524"/>
                    <a:pt x="151" y="674"/>
                    <a:pt x="331" y="674"/>
                  </a:cubicBezTo>
                  <a:cubicBezTo>
                    <a:pt x="517" y="674"/>
                    <a:pt x="667" y="524"/>
                    <a:pt x="667" y="336"/>
                  </a:cubicBezTo>
                </a:path>
              </a:pathLst>
            </a:custGeom>
            <a:solidFill>
              <a:srgbClr val="62413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"/>
            <p:cNvSpPr/>
            <p:nvPr/>
          </p:nvSpPr>
          <p:spPr>
            <a:xfrm>
              <a:off x="7025633" y="3736778"/>
              <a:ext cx="129803" cy="183951"/>
            </a:xfrm>
            <a:custGeom>
              <a:rect b="b" l="l" r="r" t="t"/>
              <a:pathLst>
                <a:path extrusionOk="0" h="1364" w="962">
                  <a:moveTo>
                    <a:pt x="961" y="638"/>
                  </a:moveTo>
                  <a:lnTo>
                    <a:pt x="961" y="638"/>
                  </a:lnTo>
                  <a:cubicBezTo>
                    <a:pt x="659" y="638"/>
                    <a:pt x="422" y="359"/>
                    <a:pt x="416" y="0"/>
                  </a:cubicBezTo>
                  <a:cubicBezTo>
                    <a:pt x="293" y="51"/>
                    <a:pt x="251" y="65"/>
                    <a:pt x="165" y="122"/>
                  </a:cubicBezTo>
                  <a:cubicBezTo>
                    <a:pt x="150" y="194"/>
                    <a:pt x="71" y="387"/>
                    <a:pt x="35" y="681"/>
                  </a:cubicBezTo>
                  <a:cubicBezTo>
                    <a:pt x="0" y="975"/>
                    <a:pt x="85" y="1363"/>
                    <a:pt x="85" y="1363"/>
                  </a:cubicBezTo>
                  <a:cubicBezTo>
                    <a:pt x="961" y="1363"/>
                    <a:pt x="961" y="1363"/>
                    <a:pt x="961" y="1363"/>
                  </a:cubicBezTo>
                  <a:lnTo>
                    <a:pt x="961" y="638"/>
                  </a:lnTo>
                </a:path>
              </a:pathLst>
            </a:custGeom>
            <a:solidFill>
              <a:srgbClr val="91C540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1"/>
            <p:cNvSpPr/>
            <p:nvPr/>
          </p:nvSpPr>
          <p:spPr>
            <a:xfrm>
              <a:off x="7155436" y="3736778"/>
              <a:ext cx="128613" cy="183951"/>
            </a:xfrm>
            <a:custGeom>
              <a:rect b="b" l="l" r="r" t="t"/>
              <a:pathLst>
                <a:path extrusionOk="0" h="1364" w="954">
                  <a:moveTo>
                    <a:pt x="0" y="638"/>
                  </a:moveTo>
                  <a:lnTo>
                    <a:pt x="0" y="638"/>
                  </a:lnTo>
                  <a:cubicBezTo>
                    <a:pt x="294" y="638"/>
                    <a:pt x="537" y="359"/>
                    <a:pt x="544" y="0"/>
                  </a:cubicBezTo>
                  <a:cubicBezTo>
                    <a:pt x="658" y="51"/>
                    <a:pt x="710" y="65"/>
                    <a:pt x="795" y="122"/>
                  </a:cubicBezTo>
                  <a:cubicBezTo>
                    <a:pt x="803" y="194"/>
                    <a:pt x="881" y="387"/>
                    <a:pt x="917" y="681"/>
                  </a:cubicBezTo>
                  <a:cubicBezTo>
                    <a:pt x="953" y="975"/>
                    <a:pt x="874" y="1363"/>
                    <a:pt x="874" y="1363"/>
                  </a:cubicBezTo>
                  <a:cubicBezTo>
                    <a:pt x="0" y="1363"/>
                    <a:pt x="0" y="1363"/>
                    <a:pt x="0" y="1363"/>
                  </a:cubicBezTo>
                  <a:lnTo>
                    <a:pt x="0" y="638"/>
                  </a:lnTo>
                </a:path>
              </a:pathLst>
            </a:custGeom>
            <a:solidFill>
              <a:srgbClr val="5FA645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7" name="Google Shape;1577;p1"/>
          <p:cNvGrpSpPr/>
          <p:nvPr/>
        </p:nvGrpSpPr>
        <p:grpSpPr>
          <a:xfrm>
            <a:off x="6827838" y="2546350"/>
            <a:ext cx="655637" cy="657225"/>
            <a:chOff x="6827356" y="2546152"/>
            <a:chExt cx="655567" cy="656630"/>
          </a:xfrm>
        </p:grpSpPr>
        <p:sp>
          <p:nvSpPr>
            <p:cNvPr id="1578" name="Google Shape;1578;p1"/>
            <p:cNvSpPr/>
            <p:nvPr/>
          </p:nvSpPr>
          <p:spPr>
            <a:xfrm>
              <a:off x="6827356" y="2546152"/>
              <a:ext cx="655567" cy="656630"/>
            </a:xfrm>
            <a:custGeom>
              <a:rect b="b" l="l" r="r" t="t"/>
              <a:pathLst>
                <a:path extrusionOk="0" h="4862" w="4854">
                  <a:moveTo>
                    <a:pt x="4853" y="2430"/>
                  </a:moveTo>
                  <a:lnTo>
                    <a:pt x="4853" y="2430"/>
                  </a:lnTo>
                  <a:cubicBezTo>
                    <a:pt x="4853" y="1090"/>
                    <a:pt x="3771" y="0"/>
                    <a:pt x="2431" y="0"/>
                  </a:cubicBezTo>
                  <a:cubicBezTo>
                    <a:pt x="1089" y="0"/>
                    <a:pt x="0" y="1090"/>
                    <a:pt x="0" y="2430"/>
                  </a:cubicBezTo>
                  <a:cubicBezTo>
                    <a:pt x="0" y="3771"/>
                    <a:pt x="1089" y="4861"/>
                    <a:pt x="2431" y="4861"/>
                  </a:cubicBezTo>
                  <a:cubicBezTo>
                    <a:pt x="3771" y="4861"/>
                    <a:pt x="4853" y="3771"/>
                    <a:pt x="4853" y="2430"/>
                  </a:cubicBezTo>
                </a:path>
              </a:pathLst>
            </a:custGeom>
            <a:solidFill>
              <a:srgbClr val="5B4A8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1"/>
            <p:cNvSpPr/>
            <p:nvPr/>
          </p:nvSpPr>
          <p:spPr>
            <a:xfrm>
              <a:off x="7155436" y="2546152"/>
              <a:ext cx="326891" cy="656630"/>
            </a:xfrm>
            <a:custGeom>
              <a:rect b="b" l="l" r="r" t="t"/>
              <a:pathLst>
                <a:path extrusionOk="0" h="4862" w="2423">
                  <a:moveTo>
                    <a:pt x="2422" y="2430"/>
                  </a:moveTo>
                  <a:lnTo>
                    <a:pt x="2422" y="2430"/>
                  </a:lnTo>
                  <a:cubicBezTo>
                    <a:pt x="2422" y="1090"/>
                    <a:pt x="1340" y="0"/>
                    <a:pt x="0" y="0"/>
                  </a:cubicBezTo>
                  <a:cubicBezTo>
                    <a:pt x="0" y="4861"/>
                    <a:pt x="0" y="4861"/>
                    <a:pt x="0" y="4861"/>
                  </a:cubicBezTo>
                  <a:cubicBezTo>
                    <a:pt x="1340" y="4861"/>
                    <a:pt x="2422" y="3771"/>
                    <a:pt x="2422" y="2430"/>
                  </a:cubicBezTo>
                </a:path>
              </a:pathLst>
            </a:custGeom>
            <a:solidFill>
              <a:srgbClr val="54447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1"/>
            <p:cNvSpPr/>
            <p:nvPr/>
          </p:nvSpPr>
          <p:spPr>
            <a:xfrm>
              <a:off x="6998839" y="2728913"/>
              <a:ext cx="157193" cy="335756"/>
            </a:xfrm>
            <a:custGeom>
              <a:rect b="b" l="l" r="r" t="t"/>
              <a:pathLst>
                <a:path extrusionOk="0" h="2489" w="1163">
                  <a:moveTo>
                    <a:pt x="222" y="645"/>
                  </a:moveTo>
                  <a:lnTo>
                    <a:pt x="222" y="645"/>
                  </a:lnTo>
                  <a:cubicBezTo>
                    <a:pt x="222" y="1047"/>
                    <a:pt x="0" y="1060"/>
                    <a:pt x="21" y="1326"/>
                  </a:cubicBezTo>
                  <a:cubicBezTo>
                    <a:pt x="35" y="1627"/>
                    <a:pt x="264" y="1627"/>
                    <a:pt x="264" y="1835"/>
                  </a:cubicBezTo>
                  <a:cubicBezTo>
                    <a:pt x="264" y="2036"/>
                    <a:pt x="57" y="2265"/>
                    <a:pt x="243" y="2488"/>
                  </a:cubicBezTo>
                  <a:cubicBezTo>
                    <a:pt x="1082" y="2488"/>
                    <a:pt x="1162" y="2488"/>
                    <a:pt x="1162" y="2488"/>
                  </a:cubicBezTo>
                  <a:cubicBezTo>
                    <a:pt x="1162" y="0"/>
                    <a:pt x="1162" y="0"/>
                    <a:pt x="1162" y="0"/>
                  </a:cubicBezTo>
                  <a:lnTo>
                    <a:pt x="222" y="645"/>
                  </a:ln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1"/>
            <p:cNvSpPr/>
            <p:nvPr/>
          </p:nvSpPr>
          <p:spPr>
            <a:xfrm>
              <a:off x="7155437" y="2728913"/>
              <a:ext cx="156002" cy="335756"/>
            </a:xfrm>
            <a:custGeom>
              <a:rect b="b" l="l" r="r" t="t"/>
              <a:pathLst>
                <a:path extrusionOk="0" h="2489" w="1155">
                  <a:moveTo>
                    <a:pt x="931" y="645"/>
                  </a:moveTo>
                  <a:lnTo>
                    <a:pt x="931" y="645"/>
                  </a:lnTo>
                  <a:cubicBezTo>
                    <a:pt x="931" y="1047"/>
                    <a:pt x="1154" y="1060"/>
                    <a:pt x="1139" y="1326"/>
                  </a:cubicBezTo>
                  <a:cubicBezTo>
                    <a:pt x="1125" y="1627"/>
                    <a:pt x="888" y="1627"/>
                    <a:pt x="888" y="1835"/>
                  </a:cubicBezTo>
                  <a:cubicBezTo>
                    <a:pt x="888" y="2036"/>
                    <a:pt x="1104" y="2265"/>
                    <a:pt x="917" y="2488"/>
                  </a:cubicBezTo>
                  <a:cubicBezTo>
                    <a:pt x="78" y="2488"/>
                    <a:pt x="0" y="2488"/>
                    <a:pt x="0" y="248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931" y="645"/>
                  </a:ln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1"/>
            <p:cNvSpPr/>
            <p:nvPr/>
          </p:nvSpPr>
          <p:spPr>
            <a:xfrm>
              <a:off x="7011938" y="2615803"/>
              <a:ext cx="287592" cy="286346"/>
            </a:xfrm>
            <a:custGeom>
              <a:rect b="b" l="l" r="r" t="t"/>
              <a:pathLst>
                <a:path extrusionOk="0" h="2123" w="2130">
                  <a:moveTo>
                    <a:pt x="2129" y="1061"/>
                  </a:moveTo>
                  <a:lnTo>
                    <a:pt x="2129" y="1061"/>
                  </a:lnTo>
                  <a:cubicBezTo>
                    <a:pt x="2129" y="473"/>
                    <a:pt x="1649" y="0"/>
                    <a:pt x="1062" y="0"/>
                  </a:cubicBezTo>
                  <a:cubicBezTo>
                    <a:pt x="480" y="0"/>
                    <a:pt x="0" y="473"/>
                    <a:pt x="0" y="1061"/>
                  </a:cubicBezTo>
                  <a:cubicBezTo>
                    <a:pt x="0" y="1649"/>
                    <a:pt x="480" y="2122"/>
                    <a:pt x="1062" y="2122"/>
                  </a:cubicBezTo>
                  <a:cubicBezTo>
                    <a:pt x="1649" y="2122"/>
                    <a:pt x="2129" y="1649"/>
                    <a:pt x="2129" y="1061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1"/>
            <p:cNvSpPr/>
            <p:nvPr/>
          </p:nvSpPr>
          <p:spPr>
            <a:xfrm>
              <a:off x="7107802" y="2961084"/>
              <a:ext cx="95864" cy="241102"/>
            </a:xfrm>
            <a:custGeom>
              <a:rect b="b" l="l" r="r" t="t"/>
              <a:pathLst>
                <a:path extrusionOk="0" h="1787" w="710">
                  <a:moveTo>
                    <a:pt x="709" y="775"/>
                  </a:moveTo>
                  <a:lnTo>
                    <a:pt x="352" y="1786"/>
                  </a:lnTo>
                  <a:lnTo>
                    <a:pt x="0" y="775"/>
                  </a:lnTo>
                  <a:lnTo>
                    <a:pt x="0" y="0"/>
                  </a:lnTo>
                  <a:lnTo>
                    <a:pt x="709" y="0"/>
                  </a:lnTo>
                  <a:lnTo>
                    <a:pt x="709" y="775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1"/>
            <p:cNvSpPr/>
            <p:nvPr/>
          </p:nvSpPr>
          <p:spPr>
            <a:xfrm>
              <a:off x="7035160" y="2669382"/>
              <a:ext cx="120277" cy="320278"/>
            </a:xfrm>
            <a:custGeom>
              <a:rect b="b" l="l" r="r" t="t"/>
              <a:pathLst>
                <a:path extrusionOk="0" h="2374" w="891">
                  <a:moveTo>
                    <a:pt x="890" y="0"/>
                  </a:moveTo>
                  <a:lnTo>
                    <a:pt x="890" y="0"/>
                  </a:lnTo>
                  <a:cubicBezTo>
                    <a:pt x="546" y="0"/>
                    <a:pt x="0" y="201"/>
                    <a:pt x="0" y="1119"/>
                  </a:cubicBezTo>
                  <a:cubicBezTo>
                    <a:pt x="0" y="1650"/>
                    <a:pt x="208" y="1901"/>
                    <a:pt x="287" y="1994"/>
                  </a:cubicBezTo>
                  <a:cubicBezTo>
                    <a:pt x="351" y="2087"/>
                    <a:pt x="710" y="2373"/>
                    <a:pt x="890" y="2373"/>
                  </a:cubicBezTo>
                  <a:cubicBezTo>
                    <a:pt x="890" y="1442"/>
                    <a:pt x="890" y="0"/>
                    <a:pt x="890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1"/>
            <p:cNvSpPr/>
            <p:nvPr/>
          </p:nvSpPr>
          <p:spPr>
            <a:xfrm>
              <a:off x="7010152" y="2808684"/>
              <a:ext cx="54184" cy="75605"/>
            </a:xfrm>
            <a:custGeom>
              <a:rect b="b" l="l" r="r" t="t"/>
              <a:pathLst>
                <a:path extrusionOk="0" h="560" w="402">
                  <a:moveTo>
                    <a:pt x="14" y="308"/>
                  </a:moveTo>
                  <a:lnTo>
                    <a:pt x="14" y="308"/>
                  </a:lnTo>
                  <a:cubicBezTo>
                    <a:pt x="0" y="158"/>
                    <a:pt x="72" y="28"/>
                    <a:pt x="172" y="13"/>
                  </a:cubicBezTo>
                  <a:cubicBezTo>
                    <a:pt x="272" y="0"/>
                    <a:pt x="366" y="108"/>
                    <a:pt x="386" y="251"/>
                  </a:cubicBezTo>
                  <a:cubicBezTo>
                    <a:pt x="401" y="401"/>
                    <a:pt x="329" y="530"/>
                    <a:pt x="230" y="545"/>
                  </a:cubicBezTo>
                  <a:cubicBezTo>
                    <a:pt x="128" y="559"/>
                    <a:pt x="28" y="452"/>
                    <a:pt x="14" y="308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1"/>
            <p:cNvSpPr/>
            <p:nvPr/>
          </p:nvSpPr>
          <p:spPr>
            <a:xfrm>
              <a:off x="7155436" y="2669382"/>
              <a:ext cx="120277" cy="320278"/>
            </a:xfrm>
            <a:custGeom>
              <a:rect b="b" l="l" r="r" t="t"/>
              <a:pathLst>
                <a:path extrusionOk="0" h="2374" w="889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88" y="201"/>
                    <a:pt x="888" y="1119"/>
                  </a:cubicBezTo>
                  <a:cubicBezTo>
                    <a:pt x="888" y="1650"/>
                    <a:pt x="680" y="1901"/>
                    <a:pt x="608" y="1994"/>
                  </a:cubicBezTo>
                  <a:cubicBezTo>
                    <a:pt x="537" y="2087"/>
                    <a:pt x="186" y="2373"/>
                    <a:pt x="0" y="2373"/>
                  </a:cubicBezTo>
                  <a:cubicBezTo>
                    <a:pt x="0" y="1442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1"/>
            <p:cNvSpPr/>
            <p:nvPr/>
          </p:nvSpPr>
          <p:spPr>
            <a:xfrm>
              <a:off x="7247133" y="2808684"/>
              <a:ext cx="54184" cy="75605"/>
            </a:xfrm>
            <a:custGeom>
              <a:rect b="b" l="l" r="r" t="t"/>
              <a:pathLst>
                <a:path extrusionOk="0" h="560" w="403">
                  <a:moveTo>
                    <a:pt x="387" y="308"/>
                  </a:moveTo>
                  <a:lnTo>
                    <a:pt x="387" y="308"/>
                  </a:lnTo>
                  <a:cubicBezTo>
                    <a:pt x="402" y="158"/>
                    <a:pt x="331" y="28"/>
                    <a:pt x="229" y="13"/>
                  </a:cubicBezTo>
                  <a:cubicBezTo>
                    <a:pt x="129" y="0"/>
                    <a:pt x="36" y="108"/>
                    <a:pt x="15" y="251"/>
                  </a:cubicBezTo>
                  <a:cubicBezTo>
                    <a:pt x="0" y="401"/>
                    <a:pt x="73" y="530"/>
                    <a:pt x="173" y="545"/>
                  </a:cubicBezTo>
                  <a:cubicBezTo>
                    <a:pt x="273" y="559"/>
                    <a:pt x="374" y="452"/>
                    <a:pt x="387" y="308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1"/>
            <p:cNvSpPr/>
            <p:nvPr/>
          </p:nvSpPr>
          <p:spPr>
            <a:xfrm>
              <a:off x="6993479" y="3008709"/>
              <a:ext cx="161957" cy="193477"/>
            </a:xfrm>
            <a:custGeom>
              <a:rect b="b" l="l" r="r" t="t"/>
              <a:pathLst>
                <a:path extrusionOk="0" h="1435" w="1200">
                  <a:moveTo>
                    <a:pt x="1199" y="1434"/>
                  </a:moveTo>
                  <a:lnTo>
                    <a:pt x="1199" y="1434"/>
                  </a:lnTo>
                  <a:cubicBezTo>
                    <a:pt x="1199" y="466"/>
                    <a:pt x="1199" y="466"/>
                    <a:pt x="1199" y="466"/>
                  </a:cubicBezTo>
                  <a:cubicBezTo>
                    <a:pt x="1199" y="466"/>
                    <a:pt x="933" y="401"/>
                    <a:pt x="876" y="187"/>
                  </a:cubicBezTo>
                  <a:cubicBezTo>
                    <a:pt x="847" y="79"/>
                    <a:pt x="847" y="0"/>
                    <a:pt x="847" y="0"/>
                  </a:cubicBezTo>
                  <a:cubicBezTo>
                    <a:pt x="847" y="0"/>
                    <a:pt x="266" y="193"/>
                    <a:pt x="137" y="394"/>
                  </a:cubicBezTo>
                  <a:cubicBezTo>
                    <a:pt x="30" y="717"/>
                    <a:pt x="0" y="1434"/>
                    <a:pt x="0" y="1434"/>
                  </a:cubicBezTo>
                  <a:lnTo>
                    <a:pt x="1199" y="1434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1"/>
            <p:cNvSpPr/>
            <p:nvPr/>
          </p:nvSpPr>
          <p:spPr>
            <a:xfrm>
              <a:off x="7155436" y="3008709"/>
              <a:ext cx="161957" cy="193477"/>
            </a:xfrm>
            <a:custGeom>
              <a:rect b="b" l="l" r="r" t="t"/>
              <a:pathLst>
                <a:path extrusionOk="0" h="1435" w="1198">
                  <a:moveTo>
                    <a:pt x="0" y="1434"/>
                  </a:moveTo>
                  <a:lnTo>
                    <a:pt x="0" y="1434"/>
                  </a:lnTo>
                  <a:cubicBezTo>
                    <a:pt x="0" y="466"/>
                    <a:pt x="0" y="466"/>
                    <a:pt x="0" y="466"/>
                  </a:cubicBezTo>
                  <a:cubicBezTo>
                    <a:pt x="0" y="466"/>
                    <a:pt x="264" y="401"/>
                    <a:pt x="322" y="187"/>
                  </a:cubicBezTo>
                  <a:cubicBezTo>
                    <a:pt x="351" y="79"/>
                    <a:pt x="351" y="0"/>
                    <a:pt x="351" y="0"/>
                  </a:cubicBezTo>
                  <a:cubicBezTo>
                    <a:pt x="351" y="0"/>
                    <a:pt x="931" y="193"/>
                    <a:pt x="1060" y="394"/>
                  </a:cubicBezTo>
                  <a:cubicBezTo>
                    <a:pt x="1168" y="717"/>
                    <a:pt x="1197" y="1434"/>
                    <a:pt x="1197" y="1434"/>
                  </a:cubicBezTo>
                  <a:lnTo>
                    <a:pt x="0" y="1434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1"/>
            <p:cNvSpPr/>
            <p:nvPr/>
          </p:nvSpPr>
          <p:spPr>
            <a:xfrm>
              <a:off x="7122688" y="2920603"/>
              <a:ext cx="66093" cy="24408"/>
            </a:xfrm>
            <a:custGeom>
              <a:rect b="b" l="l" r="r" t="t"/>
              <a:pathLst>
                <a:path extrusionOk="0" h="181" w="489">
                  <a:moveTo>
                    <a:pt x="245" y="180"/>
                  </a:moveTo>
                  <a:lnTo>
                    <a:pt x="245" y="180"/>
                  </a:lnTo>
                  <a:cubicBezTo>
                    <a:pt x="381" y="180"/>
                    <a:pt x="488" y="100"/>
                    <a:pt x="4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0"/>
                    <a:pt x="115" y="180"/>
                    <a:pt x="245" y="18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1"/>
            <p:cNvSpPr/>
            <p:nvPr/>
          </p:nvSpPr>
          <p:spPr>
            <a:xfrm>
              <a:off x="7035160" y="3008709"/>
              <a:ext cx="120277" cy="193477"/>
            </a:xfrm>
            <a:custGeom>
              <a:rect b="b" l="l" r="r" t="t"/>
              <a:pathLst>
                <a:path extrusionOk="0" h="1435" w="891">
                  <a:moveTo>
                    <a:pt x="890" y="1054"/>
                  </a:moveTo>
                  <a:lnTo>
                    <a:pt x="890" y="1054"/>
                  </a:lnTo>
                  <a:cubicBezTo>
                    <a:pt x="890" y="1054"/>
                    <a:pt x="631" y="416"/>
                    <a:pt x="538" y="0"/>
                  </a:cubicBezTo>
                  <a:cubicBezTo>
                    <a:pt x="438" y="36"/>
                    <a:pt x="358" y="57"/>
                    <a:pt x="301" y="93"/>
                  </a:cubicBezTo>
                  <a:cubicBezTo>
                    <a:pt x="14" y="695"/>
                    <a:pt x="0" y="1434"/>
                    <a:pt x="0" y="1434"/>
                  </a:cubicBezTo>
                  <a:cubicBezTo>
                    <a:pt x="890" y="1434"/>
                    <a:pt x="890" y="1434"/>
                    <a:pt x="890" y="1434"/>
                  </a:cubicBezTo>
                  <a:lnTo>
                    <a:pt x="890" y="1054"/>
                  </a:lnTo>
                </a:path>
              </a:pathLst>
            </a:custGeom>
            <a:solidFill>
              <a:srgbClr val="EA1F3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1"/>
            <p:cNvSpPr/>
            <p:nvPr/>
          </p:nvSpPr>
          <p:spPr>
            <a:xfrm>
              <a:off x="7155436" y="3008709"/>
              <a:ext cx="120277" cy="193477"/>
            </a:xfrm>
            <a:custGeom>
              <a:rect b="b" l="l" r="r" t="t"/>
              <a:pathLst>
                <a:path extrusionOk="0" h="1435" w="889">
                  <a:moveTo>
                    <a:pt x="0" y="1054"/>
                  </a:moveTo>
                  <a:lnTo>
                    <a:pt x="0" y="1054"/>
                  </a:lnTo>
                  <a:cubicBezTo>
                    <a:pt x="0" y="1054"/>
                    <a:pt x="258" y="416"/>
                    <a:pt x="351" y="0"/>
                  </a:cubicBezTo>
                  <a:cubicBezTo>
                    <a:pt x="451" y="36"/>
                    <a:pt x="530" y="57"/>
                    <a:pt x="587" y="93"/>
                  </a:cubicBezTo>
                  <a:cubicBezTo>
                    <a:pt x="874" y="695"/>
                    <a:pt x="888" y="1434"/>
                    <a:pt x="888" y="1434"/>
                  </a:cubicBezTo>
                  <a:cubicBezTo>
                    <a:pt x="0" y="1434"/>
                    <a:pt x="0" y="1434"/>
                    <a:pt x="0" y="1434"/>
                  </a:cubicBezTo>
                  <a:lnTo>
                    <a:pt x="0" y="1054"/>
                  </a:lnTo>
                </a:path>
              </a:pathLst>
            </a:custGeom>
            <a:solidFill>
              <a:srgbClr val="C5202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1"/>
            <p:cNvSpPr/>
            <p:nvPr/>
          </p:nvSpPr>
          <p:spPr>
            <a:xfrm>
              <a:off x="7007175" y="2633067"/>
              <a:ext cx="223881" cy="204192"/>
            </a:xfrm>
            <a:custGeom>
              <a:rect b="b" l="l" r="r" t="t"/>
              <a:pathLst>
                <a:path extrusionOk="0" h="1514" w="1656">
                  <a:moveTo>
                    <a:pt x="1047" y="0"/>
                  </a:moveTo>
                  <a:lnTo>
                    <a:pt x="1047" y="0"/>
                  </a:lnTo>
                  <a:cubicBezTo>
                    <a:pt x="415" y="0"/>
                    <a:pt x="229" y="552"/>
                    <a:pt x="229" y="811"/>
                  </a:cubicBezTo>
                  <a:cubicBezTo>
                    <a:pt x="0" y="1125"/>
                    <a:pt x="251" y="1413"/>
                    <a:pt x="422" y="1513"/>
                  </a:cubicBezTo>
                  <a:cubicBezTo>
                    <a:pt x="422" y="1456"/>
                    <a:pt x="422" y="1434"/>
                    <a:pt x="422" y="1355"/>
                  </a:cubicBezTo>
                  <a:cubicBezTo>
                    <a:pt x="422" y="1147"/>
                    <a:pt x="623" y="961"/>
                    <a:pt x="910" y="989"/>
                  </a:cubicBezTo>
                  <a:cubicBezTo>
                    <a:pt x="1175" y="1018"/>
                    <a:pt x="1340" y="874"/>
                    <a:pt x="1484" y="616"/>
                  </a:cubicBezTo>
                  <a:cubicBezTo>
                    <a:pt x="1655" y="279"/>
                    <a:pt x="1441" y="0"/>
                    <a:pt x="1047" y="0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1"/>
            <p:cNvSpPr/>
            <p:nvPr/>
          </p:nvSpPr>
          <p:spPr>
            <a:xfrm>
              <a:off x="7203666" y="2647950"/>
              <a:ext cx="89909" cy="162521"/>
            </a:xfrm>
            <a:custGeom>
              <a:rect b="b" l="l" r="r" t="t"/>
              <a:pathLst>
                <a:path extrusionOk="0" h="1204" w="668">
                  <a:moveTo>
                    <a:pt x="0" y="408"/>
                  </a:moveTo>
                  <a:lnTo>
                    <a:pt x="0" y="408"/>
                  </a:lnTo>
                  <a:cubicBezTo>
                    <a:pt x="0" y="408"/>
                    <a:pt x="152" y="1004"/>
                    <a:pt x="552" y="1203"/>
                  </a:cubicBezTo>
                  <a:cubicBezTo>
                    <a:pt x="625" y="666"/>
                    <a:pt x="667" y="781"/>
                    <a:pt x="552" y="495"/>
                  </a:cubicBezTo>
                  <a:cubicBezTo>
                    <a:pt x="438" y="214"/>
                    <a:pt x="0" y="0"/>
                    <a:pt x="0" y="0"/>
                  </a:cubicBezTo>
                  <a:lnTo>
                    <a:pt x="0" y="408"/>
                  </a:ln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5" name="Google Shape;1595;p1"/>
          <p:cNvGrpSpPr/>
          <p:nvPr/>
        </p:nvGrpSpPr>
        <p:grpSpPr>
          <a:xfrm>
            <a:off x="5935663" y="2536825"/>
            <a:ext cx="657225" cy="655638"/>
            <a:chOff x="5935999" y="2536627"/>
            <a:chExt cx="656758" cy="655439"/>
          </a:xfrm>
        </p:grpSpPr>
        <p:sp>
          <p:nvSpPr>
            <p:cNvPr id="1596" name="Google Shape;1596;p1"/>
            <p:cNvSpPr/>
            <p:nvPr/>
          </p:nvSpPr>
          <p:spPr>
            <a:xfrm>
              <a:off x="5935999" y="2536627"/>
              <a:ext cx="656758" cy="655439"/>
            </a:xfrm>
            <a:custGeom>
              <a:rect b="b" l="l" r="r" t="t"/>
              <a:pathLst>
                <a:path extrusionOk="0" h="4855" w="4862">
                  <a:moveTo>
                    <a:pt x="4861" y="2424"/>
                  </a:moveTo>
                  <a:lnTo>
                    <a:pt x="4861" y="2424"/>
                  </a:lnTo>
                  <a:cubicBezTo>
                    <a:pt x="4861" y="1082"/>
                    <a:pt x="3771" y="0"/>
                    <a:pt x="2430" y="0"/>
                  </a:cubicBezTo>
                  <a:cubicBezTo>
                    <a:pt x="1090" y="0"/>
                    <a:pt x="0" y="1082"/>
                    <a:pt x="0" y="2424"/>
                  </a:cubicBezTo>
                  <a:cubicBezTo>
                    <a:pt x="0" y="3764"/>
                    <a:pt x="1090" y="4854"/>
                    <a:pt x="2430" y="4854"/>
                  </a:cubicBezTo>
                  <a:cubicBezTo>
                    <a:pt x="3771" y="4854"/>
                    <a:pt x="4861" y="3764"/>
                    <a:pt x="4861" y="2424"/>
                  </a:cubicBezTo>
                </a:path>
              </a:pathLst>
            </a:custGeom>
            <a:solidFill>
              <a:srgbClr val="6D973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1"/>
            <p:cNvSpPr/>
            <p:nvPr/>
          </p:nvSpPr>
          <p:spPr>
            <a:xfrm>
              <a:off x="6264080" y="2536627"/>
              <a:ext cx="328677" cy="655439"/>
            </a:xfrm>
            <a:custGeom>
              <a:rect b="b" l="l" r="r" t="t"/>
              <a:pathLst>
                <a:path extrusionOk="0" h="4855" w="2432">
                  <a:moveTo>
                    <a:pt x="2431" y="2424"/>
                  </a:moveTo>
                  <a:lnTo>
                    <a:pt x="2431" y="2424"/>
                  </a:lnTo>
                  <a:cubicBezTo>
                    <a:pt x="2431" y="1082"/>
                    <a:pt x="1341" y="0"/>
                    <a:pt x="0" y="0"/>
                  </a:cubicBezTo>
                  <a:cubicBezTo>
                    <a:pt x="0" y="4854"/>
                    <a:pt x="0" y="4854"/>
                    <a:pt x="0" y="4854"/>
                  </a:cubicBezTo>
                  <a:cubicBezTo>
                    <a:pt x="1341" y="4854"/>
                    <a:pt x="2431" y="3764"/>
                    <a:pt x="2431" y="2424"/>
                  </a:cubicBezTo>
                </a:path>
              </a:pathLst>
            </a:custGeom>
            <a:solidFill>
              <a:srgbClr val="688F3D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1"/>
            <p:cNvSpPr/>
            <p:nvPr/>
          </p:nvSpPr>
          <p:spPr>
            <a:xfrm>
              <a:off x="6123559" y="2607469"/>
              <a:ext cx="281042" cy="344686"/>
            </a:xfrm>
            <a:custGeom>
              <a:rect b="b" l="l" r="r" t="t"/>
              <a:pathLst>
                <a:path extrusionOk="0" h="2553" w="2081">
                  <a:moveTo>
                    <a:pt x="2080" y="1978"/>
                  </a:moveTo>
                  <a:lnTo>
                    <a:pt x="2080" y="1978"/>
                  </a:lnTo>
                  <a:cubicBezTo>
                    <a:pt x="2080" y="2552"/>
                    <a:pt x="1613" y="2257"/>
                    <a:pt x="1039" y="2257"/>
                  </a:cubicBezTo>
                  <a:cubicBezTo>
                    <a:pt x="466" y="2257"/>
                    <a:pt x="0" y="2552"/>
                    <a:pt x="0" y="1978"/>
                  </a:cubicBezTo>
                  <a:cubicBezTo>
                    <a:pt x="0" y="1039"/>
                    <a:pt x="0" y="1039"/>
                    <a:pt x="0" y="1039"/>
                  </a:cubicBezTo>
                  <a:cubicBezTo>
                    <a:pt x="0" y="465"/>
                    <a:pt x="466" y="0"/>
                    <a:pt x="1039" y="0"/>
                  </a:cubicBezTo>
                  <a:cubicBezTo>
                    <a:pt x="1613" y="0"/>
                    <a:pt x="2080" y="465"/>
                    <a:pt x="2080" y="1039"/>
                  </a:cubicBezTo>
                  <a:lnTo>
                    <a:pt x="2080" y="1978"/>
                  </a:ln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1"/>
            <p:cNvSpPr/>
            <p:nvPr/>
          </p:nvSpPr>
          <p:spPr>
            <a:xfrm>
              <a:off x="6121772" y="2605088"/>
              <a:ext cx="286997" cy="286941"/>
            </a:xfrm>
            <a:custGeom>
              <a:rect b="b" l="l" r="r" t="t"/>
              <a:pathLst>
                <a:path extrusionOk="0" h="2124" w="2124">
                  <a:moveTo>
                    <a:pt x="2123" y="1061"/>
                  </a:moveTo>
                  <a:lnTo>
                    <a:pt x="2123" y="1061"/>
                  </a:lnTo>
                  <a:cubicBezTo>
                    <a:pt x="2123" y="473"/>
                    <a:pt x="1649" y="0"/>
                    <a:pt x="1062" y="0"/>
                  </a:cubicBezTo>
                  <a:cubicBezTo>
                    <a:pt x="474" y="0"/>
                    <a:pt x="0" y="473"/>
                    <a:pt x="0" y="1061"/>
                  </a:cubicBezTo>
                  <a:cubicBezTo>
                    <a:pt x="0" y="1649"/>
                    <a:pt x="474" y="2123"/>
                    <a:pt x="1062" y="2123"/>
                  </a:cubicBezTo>
                  <a:cubicBezTo>
                    <a:pt x="1649" y="2123"/>
                    <a:pt x="2123" y="1649"/>
                    <a:pt x="2123" y="1061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1"/>
            <p:cNvSpPr/>
            <p:nvPr/>
          </p:nvSpPr>
          <p:spPr>
            <a:xfrm>
              <a:off x="6216445" y="2950965"/>
              <a:ext cx="95864" cy="241101"/>
            </a:xfrm>
            <a:custGeom>
              <a:rect b="b" l="l" r="r" t="t"/>
              <a:pathLst>
                <a:path extrusionOk="0" h="1786" w="711">
                  <a:moveTo>
                    <a:pt x="710" y="774"/>
                  </a:moveTo>
                  <a:lnTo>
                    <a:pt x="351" y="1785"/>
                  </a:lnTo>
                  <a:lnTo>
                    <a:pt x="0" y="774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774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1"/>
            <p:cNvSpPr/>
            <p:nvPr/>
          </p:nvSpPr>
          <p:spPr>
            <a:xfrm>
              <a:off x="6143803" y="2658666"/>
              <a:ext cx="121468" cy="320874"/>
            </a:xfrm>
            <a:custGeom>
              <a:rect b="b" l="l" r="r" t="t"/>
              <a:pathLst>
                <a:path extrusionOk="0" h="2375" w="898">
                  <a:moveTo>
                    <a:pt x="897" y="0"/>
                  </a:moveTo>
                  <a:lnTo>
                    <a:pt x="897" y="0"/>
                  </a:lnTo>
                  <a:cubicBezTo>
                    <a:pt x="552" y="0"/>
                    <a:pt x="0" y="201"/>
                    <a:pt x="0" y="1119"/>
                  </a:cubicBezTo>
                  <a:cubicBezTo>
                    <a:pt x="0" y="1649"/>
                    <a:pt x="208" y="1900"/>
                    <a:pt x="287" y="1993"/>
                  </a:cubicBezTo>
                  <a:cubicBezTo>
                    <a:pt x="352" y="2086"/>
                    <a:pt x="710" y="2374"/>
                    <a:pt x="897" y="2374"/>
                  </a:cubicBezTo>
                  <a:cubicBezTo>
                    <a:pt x="897" y="1441"/>
                    <a:pt x="897" y="0"/>
                    <a:pt x="897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1"/>
            <p:cNvSpPr/>
            <p:nvPr/>
          </p:nvSpPr>
          <p:spPr>
            <a:xfrm>
              <a:off x="6118795" y="2797969"/>
              <a:ext cx="54184" cy="75605"/>
            </a:xfrm>
            <a:custGeom>
              <a:rect b="b" l="l" r="r" t="t"/>
              <a:pathLst>
                <a:path extrusionOk="0" h="561" w="403">
                  <a:moveTo>
                    <a:pt x="14" y="309"/>
                  </a:moveTo>
                  <a:lnTo>
                    <a:pt x="14" y="309"/>
                  </a:lnTo>
                  <a:cubicBezTo>
                    <a:pt x="0" y="158"/>
                    <a:pt x="71" y="30"/>
                    <a:pt x="172" y="15"/>
                  </a:cubicBezTo>
                  <a:cubicBezTo>
                    <a:pt x="272" y="0"/>
                    <a:pt x="373" y="108"/>
                    <a:pt x="387" y="259"/>
                  </a:cubicBezTo>
                  <a:cubicBezTo>
                    <a:pt x="402" y="402"/>
                    <a:pt x="330" y="532"/>
                    <a:pt x="229" y="546"/>
                  </a:cubicBezTo>
                  <a:cubicBezTo>
                    <a:pt x="129" y="560"/>
                    <a:pt x="36" y="452"/>
                    <a:pt x="14" y="309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1"/>
            <p:cNvSpPr/>
            <p:nvPr/>
          </p:nvSpPr>
          <p:spPr>
            <a:xfrm>
              <a:off x="6264080" y="2658666"/>
              <a:ext cx="120872" cy="320874"/>
            </a:xfrm>
            <a:custGeom>
              <a:rect b="b" l="l" r="r" t="t"/>
              <a:pathLst>
                <a:path extrusionOk="0" h="2375" w="897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96" y="201"/>
                    <a:pt x="896" y="1119"/>
                  </a:cubicBezTo>
                  <a:cubicBezTo>
                    <a:pt x="896" y="1649"/>
                    <a:pt x="688" y="1900"/>
                    <a:pt x="610" y="1993"/>
                  </a:cubicBezTo>
                  <a:cubicBezTo>
                    <a:pt x="545" y="2086"/>
                    <a:pt x="186" y="2374"/>
                    <a:pt x="0" y="2374"/>
                  </a:cubicBezTo>
                  <a:cubicBezTo>
                    <a:pt x="0" y="1441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1"/>
            <p:cNvSpPr/>
            <p:nvPr/>
          </p:nvSpPr>
          <p:spPr>
            <a:xfrm>
              <a:off x="6356371" y="2797969"/>
              <a:ext cx="54184" cy="75605"/>
            </a:xfrm>
            <a:custGeom>
              <a:rect b="b" l="l" r="r" t="t"/>
              <a:pathLst>
                <a:path extrusionOk="0" h="561" w="403">
                  <a:moveTo>
                    <a:pt x="387" y="309"/>
                  </a:moveTo>
                  <a:lnTo>
                    <a:pt x="387" y="309"/>
                  </a:lnTo>
                  <a:cubicBezTo>
                    <a:pt x="402" y="158"/>
                    <a:pt x="329" y="30"/>
                    <a:pt x="229" y="15"/>
                  </a:cubicBezTo>
                  <a:cubicBezTo>
                    <a:pt x="129" y="0"/>
                    <a:pt x="36" y="108"/>
                    <a:pt x="21" y="259"/>
                  </a:cubicBezTo>
                  <a:cubicBezTo>
                    <a:pt x="0" y="402"/>
                    <a:pt x="71" y="532"/>
                    <a:pt x="172" y="546"/>
                  </a:cubicBezTo>
                  <a:cubicBezTo>
                    <a:pt x="279" y="560"/>
                    <a:pt x="372" y="452"/>
                    <a:pt x="387" y="309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1"/>
            <p:cNvSpPr/>
            <p:nvPr/>
          </p:nvSpPr>
          <p:spPr>
            <a:xfrm>
              <a:off x="6102718" y="2997994"/>
              <a:ext cx="161957" cy="193477"/>
            </a:xfrm>
            <a:custGeom>
              <a:rect b="b" l="l" r="r" t="t"/>
              <a:pathLst>
                <a:path extrusionOk="0" h="1435" w="1198">
                  <a:moveTo>
                    <a:pt x="1197" y="1434"/>
                  </a:moveTo>
                  <a:lnTo>
                    <a:pt x="1197" y="1434"/>
                  </a:lnTo>
                  <a:cubicBezTo>
                    <a:pt x="1197" y="467"/>
                    <a:pt x="1197" y="467"/>
                    <a:pt x="1197" y="467"/>
                  </a:cubicBezTo>
                  <a:cubicBezTo>
                    <a:pt x="1197" y="467"/>
                    <a:pt x="933" y="402"/>
                    <a:pt x="875" y="186"/>
                  </a:cubicBezTo>
                  <a:cubicBezTo>
                    <a:pt x="846" y="79"/>
                    <a:pt x="846" y="0"/>
                    <a:pt x="846" y="0"/>
                  </a:cubicBezTo>
                  <a:cubicBezTo>
                    <a:pt x="846" y="0"/>
                    <a:pt x="266" y="194"/>
                    <a:pt x="136" y="394"/>
                  </a:cubicBezTo>
                  <a:cubicBezTo>
                    <a:pt x="28" y="718"/>
                    <a:pt x="0" y="1434"/>
                    <a:pt x="0" y="1434"/>
                  </a:cubicBezTo>
                  <a:lnTo>
                    <a:pt x="1197" y="1434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1"/>
            <p:cNvSpPr/>
            <p:nvPr/>
          </p:nvSpPr>
          <p:spPr>
            <a:xfrm>
              <a:off x="6264079" y="2997994"/>
              <a:ext cx="161957" cy="193477"/>
            </a:xfrm>
            <a:custGeom>
              <a:rect b="b" l="l" r="r" t="t"/>
              <a:pathLst>
                <a:path extrusionOk="0" h="1435" w="1199">
                  <a:moveTo>
                    <a:pt x="0" y="1434"/>
                  </a:moveTo>
                  <a:lnTo>
                    <a:pt x="0" y="1434"/>
                  </a:lnTo>
                  <a:cubicBezTo>
                    <a:pt x="0" y="467"/>
                    <a:pt x="0" y="467"/>
                    <a:pt x="0" y="467"/>
                  </a:cubicBezTo>
                  <a:cubicBezTo>
                    <a:pt x="0" y="467"/>
                    <a:pt x="266" y="402"/>
                    <a:pt x="323" y="186"/>
                  </a:cubicBezTo>
                  <a:cubicBezTo>
                    <a:pt x="352" y="79"/>
                    <a:pt x="352" y="0"/>
                    <a:pt x="352" y="0"/>
                  </a:cubicBezTo>
                  <a:cubicBezTo>
                    <a:pt x="352" y="0"/>
                    <a:pt x="933" y="194"/>
                    <a:pt x="1062" y="394"/>
                  </a:cubicBezTo>
                  <a:cubicBezTo>
                    <a:pt x="1169" y="718"/>
                    <a:pt x="1198" y="1434"/>
                    <a:pt x="1198" y="1434"/>
                  </a:cubicBezTo>
                  <a:lnTo>
                    <a:pt x="0" y="1434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1"/>
            <p:cNvSpPr/>
            <p:nvPr/>
          </p:nvSpPr>
          <p:spPr>
            <a:xfrm>
              <a:off x="6232522" y="2910483"/>
              <a:ext cx="66093" cy="24408"/>
            </a:xfrm>
            <a:custGeom>
              <a:rect b="b" l="l" r="r" t="t"/>
              <a:pathLst>
                <a:path extrusionOk="0" h="179" w="488">
                  <a:moveTo>
                    <a:pt x="244" y="178"/>
                  </a:moveTo>
                  <a:lnTo>
                    <a:pt x="244" y="178"/>
                  </a:lnTo>
                  <a:cubicBezTo>
                    <a:pt x="372" y="178"/>
                    <a:pt x="487" y="100"/>
                    <a:pt x="48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0"/>
                    <a:pt x="108" y="178"/>
                    <a:pt x="244" y="17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1"/>
            <p:cNvSpPr/>
            <p:nvPr/>
          </p:nvSpPr>
          <p:spPr>
            <a:xfrm>
              <a:off x="6115818" y="2622352"/>
              <a:ext cx="223881" cy="204192"/>
            </a:xfrm>
            <a:custGeom>
              <a:rect b="b" l="l" r="r" t="t"/>
              <a:pathLst>
                <a:path extrusionOk="0" h="1514" w="1658">
                  <a:moveTo>
                    <a:pt x="1054" y="0"/>
                  </a:moveTo>
                  <a:lnTo>
                    <a:pt x="1054" y="0"/>
                  </a:lnTo>
                  <a:cubicBezTo>
                    <a:pt x="424" y="0"/>
                    <a:pt x="229" y="559"/>
                    <a:pt x="229" y="810"/>
                  </a:cubicBezTo>
                  <a:cubicBezTo>
                    <a:pt x="0" y="1126"/>
                    <a:pt x="251" y="1412"/>
                    <a:pt x="424" y="1513"/>
                  </a:cubicBezTo>
                  <a:cubicBezTo>
                    <a:pt x="424" y="1455"/>
                    <a:pt x="424" y="1434"/>
                    <a:pt x="424" y="1355"/>
                  </a:cubicBezTo>
                  <a:cubicBezTo>
                    <a:pt x="424" y="1154"/>
                    <a:pt x="625" y="961"/>
                    <a:pt x="918" y="990"/>
                  </a:cubicBezTo>
                  <a:cubicBezTo>
                    <a:pt x="1177" y="1018"/>
                    <a:pt x="1348" y="875"/>
                    <a:pt x="1484" y="617"/>
                  </a:cubicBezTo>
                  <a:cubicBezTo>
                    <a:pt x="1657" y="280"/>
                    <a:pt x="1441" y="0"/>
                    <a:pt x="1054" y="0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1"/>
            <p:cNvSpPr/>
            <p:nvPr/>
          </p:nvSpPr>
          <p:spPr>
            <a:xfrm>
              <a:off x="6312309" y="2637234"/>
              <a:ext cx="89910" cy="162521"/>
            </a:xfrm>
            <a:custGeom>
              <a:rect b="b" l="l" r="r" t="t"/>
              <a:pathLst>
                <a:path extrusionOk="0" h="1205" w="668">
                  <a:moveTo>
                    <a:pt x="0" y="408"/>
                  </a:moveTo>
                  <a:lnTo>
                    <a:pt x="0" y="408"/>
                  </a:lnTo>
                  <a:cubicBezTo>
                    <a:pt x="0" y="408"/>
                    <a:pt x="151" y="1003"/>
                    <a:pt x="552" y="1204"/>
                  </a:cubicBezTo>
                  <a:cubicBezTo>
                    <a:pt x="624" y="667"/>
                    <a:pt x="667" y="782"/>
                    <a:pt x="552" y="494"/>
                  </a:cubicBezTo>
                  <a:cubicBezTo>
                    <a:pt x="437" y="215"/>
                    <a:pt x="0" y="0"/>
                    <a:pt x="0" y="0"/>
                  </a:cubicBezTo>
                  <a:lnTo>
                    <a:pt x="0" y="408"/>
                  </a:ln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1"/>
            <p:cNvSpPr/>
            <p:nvPr/>
          </p:nvSpPr>
          <p:spPr>
            <a:xfrm>
              <a:off x="6102718" y="2997994"/>
              <a:ext cx="161957" cy="193477"/>
            </a:xfrm>
            <a:custGeom>
              <a:rect b="b" l="l" r="r" t="t"/>
              <a:pathLst>
                <a:path extrusionOk="0" h="1435" w="1198">
                  <a:moveTo>
                    <a:pt x="1197" y="1434"/>
                  </a:moveTo>
                  <a:lnTo>
                    <a:pt x="1197" y="1434"/>
                  </a:lnTo>
                  <a:cubicBezTo>
                    <a:pt x="1197" y="617"/>
                    <a:pt x="1197" y="617"/>
                    <a:pt x="1197" y="617"/>
                  </a:cubicBezTo>
                  <a:cubicBezTo>
                    <a:pt x="846" y="0"/>
                    <a:pt x="846" y="0"/>
                    <a:pt x="846" y="0"/>
                  </a:cubicBezTo>
                  <a:cubicBezTo>
                    <a:pt x="846" y="0"/>
                    <a:pt x="266" y="194"/>
                    <a:pt x="136" y="394"/>
                  </a:cubicBezTo>
                  <a:cubicBezTo>
                    <a:pt x="28" y="718"/>
                    <a:pt x="0" y="1434"/>
                    <a:pt x="0" y="1434"/>
                  </a:cubicBezTo>
                  <a:lnTo>
                    <a:pt x="1197" y="1434"/>
                  </a:lnTo>
                </a:path>
              </a:pathLst>
            </a:custGeom>
            <a:solidFill>
              <a:srgbClr val="75B6E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1"/>
            <p:cNvSpPr/>
            <p:nvPr/>
          </p:nvSpPr>
          <p:spPr>
            <a:xfrm>
              <a:off x="6264079" y="2997994"/>
              <a:ext cx="161957" cy="193477"/>
            </a:xfrm>
            <a:custGeom>
              <a:rect b="b" l="l" r="r" t="t"/>
              <a:pathLst>
                <a:path extrusionOk="0" h="1435" w="1199">
                  <a:moveTo>
                    <a:pt x="0" y="1434"/>
                  </a:moveTo>
                  <a:lnTo>
                    <a:pt x="0" y="1434"/>
                  </a:lnTo>
                  <a:cubicBezTo>
                    <a:pt x="0" y="617"/>
                    <a:pt x="0" y="617"/>
                    <a:pt x="0" y="617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52" y="0"/>
                    <a:pt x="933" y="194"/>
                    <a:pt x="1062" y="394"/>
                  </a:cubicBezTo>
                  <a:cubicBezTo>
                    <a:pt x="1169" y="718"/>
                    <a:pt x="1198" y="1434"/>
                    <a:pt x="1198" y="1434"/>
                  </a:cubicBezTo>
                  <a:lnTo>
                    <a:pt x="0" y="1434"/>
                  </a:lnTo>
                </a:path>
              </a:pathLst>
            </a:custGeom>
            <a:solidFill>
              <a:srgbClr val="5FABD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1"/>
            <p:cNvSpPr/>
            <p:nvPr/>
          </p:nvSpPr>
          <p:spPr>
            <a:xfrm>
              <a:off x="6172979" y="2997994"/>
              <a:ext cx="91101" cy="97036"/>
            </a:xfrm>
            <a:custGeom>
              <a:rect b="b" l="l" r="r" t="t"/>
              <a:pathLst>
                <a:path extrusionOk="0" h="719" w="674">
                  <a:moveTo>
                    <a:pt x="673" y="617"/>
                  </a:moveTo>
                  <a:lnTo>
                    <a:pt x="322" y="0"/>
                  </a:lnTo>
                  <a:lnTo>
                    <a:pt x="0" y="101"/>
                  </a:lnTo>
                  <a:lnTo>
                    <a:pt x="272" y="718"/>
                  </a:lnTo>
                  <a:lnTo>
                    <a:pt x="673" y="6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1"/>
            <p:cNvSpPr/>
            <p:nvPr/>
          </p:nvSpPr>
          <p:spPr>
            <a:xfrm>
              <a:off x="6264080" y="2997994"/>
              <a:ext cx="91100" cy="97036"/>
            </a:xfrm>
            <a:custGeom>
              <a:rect b="b" l="l" r="r" t="t"/>
              <a:pathLst>
                <a:path extrusionOk="0" h="719" w="676">
                  <a:moveTo>
                    <a:pt x="0" y="617"/>
                  </a:moveTo>
                  <a:lnTo>
                    <a:pt x="352" y="0"/>
                  </a:lnTo>
                  <a:lnTo>
                    <a:pt x="675" y="101"/>
                  </a:lnTo>
                  <a:lnTo>
                    <a:pt x="402" y="718"/>
                  </a:lnTo>
                  <a:lnTo>
                    <a:pt x="0" y="61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4" name="Google Shape;1614;p1"/>
          <p:cNvGrpSpPr/>
          <p:nvPr/>
        </p:nvGrpSpPr>
        <p:grpSpPr>
          <a:xfrm>
            <a:off x="5086350" y="4046538"/>
            <a:ext cx="655638" cy="676275"/>
            <a:chOff x="5086322" y="4046934"/>
            <a:chExt cx="655567" cy="676275"/>
          </a:xfrm>
        </p:grpSpPr>
        <p:sp>
          <p:nvSpPr>
            <p:cNvPr id="1615" name="Google Shape;1615;p1"/>
            <p:cNvSpPr/>
            <p:nvPr/>
          </p:nvSpPr>
          <p:spPr>
            <a:xfrm>
              <a:off x="5086322" y="4066580"/>
              <a:ext cx="655567" cy="655439"/>
            </a:xfrm>
            <a:custGeom>
              <a:rect b="b" l="l" r="r" t="t"/>
              <a:pathLst>
                <a:path extrusionOk="0" h="4856" w="4855">
                  <a:moveTo>
                    <a:pt x="4854" y="2423"/>
                  </a:moveTo>
                  <a:lnTo>
                    <a:pt x="4854" y="2423"/>
                  </a:lnTo>
                  <a:cubicBezTo>
                    <a:pt x="4854" y="1083"/>
                    <a:pt x="3765" y="0"/>
                    <a:pt x="2424" y="0"/>
                  </a:cubicBezTo>
                  <a:cubicBezTo>
                    <a:pt x="1082" y="0"/>
                    <a:pt x="0" y="1083"/>
                    <a:pt x="0" y="2423"/>
                  </a:cubicBezTo>
                  <a:cubicBezTo>
                    <a:pt x="0" y="3764"/>
                    <a:pt x="1082" y="4855"/>
                    <a:pt x="2424" y="4855"/>
                  </a:cubicBezTo>
                  <a:cubicBezTo>
                    <a:pt x="3765" y="4855"/>
                    <a:pt x="4854" y="3764"/>
                    <a:pt x="4854" y="2423"/>
                  </a:cubicBezTo>
                </a:path>
              </a:pathLst>
            </a:custGeom>
            <a:solidFill>
              <a:srgbClr val="5B4A81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1"/>
            <p:cNvSpPr/>
            <p:nvPr/>
          </p:nvSpPr>
          <p:spPr>
            <a:xfrm>
              <a:off x="5413212" y="4066580"/>
              <a:ext cx="328081" cy="655439"/>
            </a:xfrm>
            <a:custGeom>
              <a:rect b="b" l="l" r="r" t="t"/>
              <a:pathLst>
                <a:path extrusionOk="0" h="4856" w="2431">
                  <a:moveTo>
                    <a:pt x="2430" y="2423"/>
                  </a:moveTo>
                  <a:lnTo>
                    <a:pt x="2430" y="2423"/>
                  </a:lnTo>
                  <a:cubicBezTo>
                    <a:pt x="2430" y="1083"/>
                    <a:pt x="1341" y="0"/>
                    <a:pt x="0" y="0"/>
                  </a:cubicBezTo>
                  <a:cubicBezTo>
                    <a:pt x="0" y="4855"/>
                    <a:pt x="0" y="4855"/>
                    <a:pt x="0" y="4855"/>
                  </a:cubicBezTo>
                  <a:cubicBezTo>
                    <a:pt x="1341" y="4855"/>
                    <a:pt x="2430" y="3764"/>
                    <a:pt x="2430" y="2423"/>
                  </a:cubicBezTo>
                </a:path>
              </a:pathLst>
            </a:custGeom>
            <a:solidFill>
              <a:srgbClr val="544479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1"/>
            <p:cNvSpPr/>
            <p:nvPr/>
          </p:nvSpPr>
          <p:spPr>
            <a:xfrm>
              <a:off x="5270905" y="4135041"/>
              <a:ext cx="286997" cy="287536"/>
            </a:xfrm>
            <a:custGeom>
              <a:rect b="b" l="l" r="r" t="t"/>
              <a:pathLst>
                <a:path extrusionOk="0" h="2131" w="2124">
                  <a:moveTo>
                    <a:pt x="2123" y="1061"/>
                  </a:moveTo>
                  <a:lnTo>
                    <a:pt x="2123" y="1061"/>
                  </a:lnTo>
                  <a:cubicBezTo>
                    <a:pt x="2123" y="481"/>
                    <a:pt x="1649" y="0"/>
                    <a:pt x="1061" y="0"/>
                  </a:cubicBezTo>
                  <a:cubicBezTo>
                    <a:pt x="473" y="0"/>
                    <a:pt x="0" y="481"/>
                    <a:pt x="0" y="1061"/>
                  </a:cubicBezTo>
                  <a:cubicBezTo>
                    <a:pt x="0" y="1649"/>
                    <a:pt x="473" y="2130"/>
                    <a:pt x="1061" y="2130"/>
                  </a:cubicBezTo>
                  <a:cubicBezTo>
                    <a:pt x="1649" y="2130"/>
                    <a:pt x="2123" y="1649"/>
                    <a:pt x="2123" y="1061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1"/>
            <p:cNvSpPr/>
            <p:nvPr/>
          </p:nvSpPr>
          <p:spPr>
            <a:xfrm>
              <a:off x="5366173" y="4480917"/>
              <a:ext cx="97055" cy="242292"/>
            </a:xfrm>
            <a:custGeom>
              <a:rect b="b" l="l" r="r" t="t"/>
              <a:pathLst>
                <a:path extrusionOk="0" h="1793" w="717">
                  <a:moveTo>
                    <a:pt x="716" y="782"/>
                  </a:moveTo>
                  <a:lnTo>
                    <a:pt x="351" y="1792"/>
                  </a:lnTo>
                  <a:lnTo>
                    <a:pt x="0" y="782"/>
                  </a:lnTo>
                  <a:lnTo>
                    <a:pt x="0" y="0"/>
                  </a:lnTo>
                  <a:lnTo>
                    <a:pt x="716" y="0"/>
                  </a:lnTo>
                  <a:lnTo>
                    <a:pt x="716" y="782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1"/>
            <p:cNvSpPr/>
            <p:nvPr/>
          </p:nvSpPr>
          <p:spPr>
            <a:xfrm>
              <a:off x="5294126" y="4189809"/>
              <a:ext cx="120277" cy="319683"/>
            </a:xfrm>
            <a:custGeom>
              <a:rect b="b" l="l" r="r" t="t"/>
              <a:pathLst>
                <a:path extrusionOk="0" h="2367" w="891">
                  <a:moveTo>
                    <a:pt x="890" y="0"/>
                  </a:moveTo>
                  <a:lnTo>
                    <a:pt x="890" y="0"/>
                  </a:lnTo>
                  <a:cubicBezTo>
                    <a:pt x="545" y="0"/>
                    <a:pt x="0" y="193"/>
                    <a:pt x="0" y="1111"/>
                  </a:cubicBezTo>
                  <a:cubicBezTo>
                    <a:pt x="0" y="1641"/>
                    <a:pt x="208" y="1892"/>
                    <a:pt x="281" y="1992"/>
                  </a:cubicBezTo>
                  <a:cubicBezTo>
                    <a:pt x="352" y="2079"/>
                    <a:pt x="703" y="2366"/>
                    <a:pt x="890" y="2366"/>
                  </a:cubicBezTo>
                  <a:cubicBezTo>
                    <a:pt x="890" y="1434"/>
                    <a:pt x="890" y="0"/>
                    <a:pt x="890" y="0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"/>
            <p:cNvSpPr/>
            <p:nvPr/>
          </p:nvSpPr>
          <p:spPr>
            <a:xfrm>
              <a:off x="5269118" y="4327922"/>
              <a:ext cx="53589" cy="75605"/>
            </a:xfrm>
            <a:custGeom>
              <a:rect b="b" l="l" r="r" t="t"/>
              <a:pathLst>
                <a:path extrusionOk="0" h="561" w="395">
                  <a:moveTo>
                    <a:pt x="15" y="309"/>
                  </a:moveTo>
                  <a:lnTo>
                    <a:pt x="15" y="309"/>
                  </a:lnTo>
                  <a:cubicBezTo>
                    <a:pt x="0" y="158"/>
                    <a:pt x="65" y="28"/>
                    <a:pt x="173" y="14"/>
                  </a:cubicBezTo>
                  <a:cubicBezTo>
                    <a:pt x="273" y="0"/>
                    <a:pt x="366" y="108"/>
                    <a:pt x="380" y="258"/>
                  </a:cubicBezTo>
                  <a:cubicBezTo>
                    <a:pt x="394" y="402"/>
                    <a:pt x="323" y="538"/>
                    <a:pt x="223" y="545"/>
                  </a:cubicBezTo>
                  <a:cubicBezTo>
                    <a:pt x="123" y="560"/>
                    <a:pt x="30" y="452"/>
                    <a:pt x="15" y="309"/>
                  </a:cubicBezTo>
                </a:path>
              </a:pathLst>
            </a:custGeom>
            <a:solidFill>
              <a:srgbClr val="F2D8BC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1"/>
            <p:cNvSpPr/>
            <p:nvPr/>
          </p:nvSpPr>
          <p:spPr>
            <a:xfrm>
              <a:off x="5414402" y="4189809"/>
              <a:ext cx="120277" cy="319683"/>
            </a:xfrm>
            <a:custGeom>
              <a:rect b="b" l="l" r="r" t="t"/>
              <a:pathLst>
                <a:path extrusionOk="0" h="2367" w="890">
                  <a:moveTo>
                    <a:pt x="0" y="0"/>
                  </a:moveTo>
                  <a:lnTo>
                    <a:pt x="0" y="0"/>
                  </a:lnTo>
                  <a:cubicBezTo>
                    <a:pt x="344" y="0"/>
                    <a:pt x="889" y="193"/>
                    <a:pt x="889" y="1111"/>
                  </a:cubicBezTo>
                  <a:cubicBezTo>
                    <a:pt x="889" y="1641"/>
                    <a:pt x="681" y="1892"/>
                    <a:pt x="603" y="1992"/>
                  </a:cubicBezTo>
                  <a:cubicBezTo>
                    <a:pt x="538" y="2079"/>
                    <a:pt x="179" y="2366"/>
                    <a:pt x="0" y="2366"/>
                  </a:cubicBezTo>
                  <a:cubicBezTo>
                    <a:pt x="0" y="1434"/>
                    <a:pt x="0" y="0"/>
                    <a:pt x="0" y="0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1"/>
            <p:cNvSpPr/>
            <p:nvPr/>
          </p:nvSpPr>
          <p:spPr>
            <a:xfrm>
              <a:off x="5506098" y="4327922"/>
              <a:ext cx="53589" cy="75605"/>
            </a:xfrm>
            <a:custGeom>
              <a:rect b="b" l="l" r="r" t="t"/>
              <a:pathLst>
                <a:path extrusionOk="0" h="561" w="395">
                  <a:moveTo>
                    <a:pt x="381" y="309"/>
                  </a:moveTo>
                  <a:lnTo>
                    <a:pt x="381" y="309"/>
                  </a:lnTo>
                  <a:cubicBezTo>
                    <a:pt x="394" y="158"/>
                    <a:pt x="329" y="28"/>
                    <a:pt x="223" y="14"/>
                  </a:cubicBezTo>
                  <a:cubicBezTo>
                    <a:pt x="122" y="0"/>
                    <a:pt x="28" y="108"/>
                    <a:pt x="15" y="258"/>
                  </a:cubicBezTo>
                  <a:cubicBezTo>
                    <a:pt x="0" y="402"/>
                    <a:pt x="72" y="538"/>
                    <a:pt x="173" y="545"/>
                  </a:cubicBezTo>
                  <a:cubicBezTo>
                    <a:pt x="273" y="560"/>
                    <a:pt x="366" y="452"/>
                    <a:pt x="381" y="309"/>
                  </a:cubicBezTo>
                </a:path>
              </a:pathLst>
            </a:custGeom>
            <a:solidFill>
              <a:srgbClr val="E9C0A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1"/>
            <p:cNvSpPr/>
            <p:nvPr/>
          </p:nvSpPr>
          <p:spPr>
            <a:xfrm>
              <a:off x="5251851" y="4528542"/>
              <a:ext cx="161957" cy="194667"/>
            </a:xfrm>
            <a:custGeom>
              <a:rect b="b" l="l" r="r" t="t"/>
              <a:pathLst>
                <a:path extrusionOk="0" h="1442" w="1198">
                  <a:moveTo>
                    <a:pt x="1197" y="1441"/>
                  </a:moveTo>
                  <a:lnTo>
                    <a:pt x="1197" y="1441"/>
                  </a:lnTo>
                  <a:cubicBezTo>
                    <a:pt x="1197" y="466"/>
                    <a:pt x="1197" y="466"/>
                    <a:pt x="1197" y="466"/>
                  </a:cubicBezTo>
                  <a:cubicBezTo>
                    <a:pt x="1197" y="466"/>
                    <a:pt x="931" y="401"/>
                    <a:pt x="874" y="186"/>
                  </a:cubicBezTo>
                  <a:cubicBezTo>
                    <a:pt x="846" y="86"/>
                    <a:pt x="846" y="0"/>
                    <a:pt x="846" y="0"/>
                  </a:cubicBezTo>
                  <a:cubicBezTo>
                    <a:pt x="846" y="0"/>
                    <a:pt x="272" y="193"/>
                    <a:pt x="136" y="401"/>
                  </a:cubicBezTo>
                  <a:cubicBezTo>
                    <a:pt x="28" y="717"/>
                    <a:pt x="0" y="1441"/>
                    <a:pt x="0" y="1441"/>
                  </a:cubicBezTo>
                  <a:lnTo>
                    <a:pt x="1197" y="1441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1"/>
            <p:cNvSpPr/>
            <p:nvPr/>
          </p:nvSpPr>
          <p:spPr>
            <a:xfrm>
              <a:off x="5413212" y="4528542"/>
              <a:ext cx="161957" cy="194667"/>
            </a:xfrm>
            <a:custGeom>
              <a:rect b="b" l="l" r="r" t="t"/>
              <a:pathLst>
                <a:path extrusionOk="0" h="1442" w="1198">
                  <a:moveTo>
                    <a:pt x="0" y="1441"/>
                  </a:moveTo>
                  <a:lnTo>
                    <a:pt x="0" y="1441"/>
                  </a:lnTo>
                  <a:cubicBezTo>
                    <a:pt x="0" y="466"/>
                    <a:pt x="0" y="466"/>
                    <a:pt x="0" y="466"/>
                  </a:cubicBezTo>
                  <a:cubicBezTo>
                    <a:pt x="0" y="466"/>
                    <a:pt x="264" y="401"/>
                    <a:pt x="329" y="186"/>
                  </a:cubicBezTo>
                  <a:cubicBezTo>
                    <a:pt x="351" y="86"/>
                    <a:pt x="351" y="0"/>
                    <a:pt x="351" y="0"/>
                  </a:cubicBezTo>
                  <a:cubicBezTo>
                    <a:pt x="351" y="0"/>
                    <a:pt x="932" y="193"/>
                    <a:pt x="1061" y="401"/>
                  </a:cubicBezTo>
                  <a:cubicBezTo>
                    <a:pt x="1168" y="717"/>
                    <a:pt x="1197" y="1441"/>
                    <a:pt x="1197" y="1441"/>
                  </a:cubicBezTo>
                  <a:lnTo>
                    <a:pt x="0" y="1441"/>
                  </a:lnTo>
                </a:path>
              </a:pathLst>
            </a:custGeom>
            <a:solidFill>
              <a:srgbClr val="EAC8AE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1"/>
            <p:cNvSpPr/>
            <p:nvPr/>
          </p:nvSpPr>
          <p:spPr>
            <a:xfrm>
              <a:off x="5381654" y="4440436"/>
              <a:ext cx="66093" cy="25598"/>
            </a:xfrm>
            <a:custGeom>
              <a:rect b="b" l="l" r="r" t="t"/>
              <a:pathLst>
                <a:path extrusionOk="0" h="188" w="488">
                  <a:moveTo>
                    <a:pt x="243" y="187"/>
                  </a:moveTo>
                  <a:lnTo>
                    <a:pt x="243" y="187"/>
                  </a:lnTo>
                  <a:cubicBezTo>
                    <a:pt x="379" y="187"/>
                    <a:pt x="487" y="101"/>
                    <a:pt x="48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01"/>
                    <a:pt x="106" y="187"/>
                    <a:pt x="243" y="18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1"/>
            <p:cNvSpPr/>
            <p:nvPr/>
          </p:nvSpPr>
          <p:spPr>
            <a:xfrm>
              <a:off x="5265546" y="4153496"/>
              <a:ext cx="223881" cy="203597"/>
            </a:xfrm>
            <a:custGeom>
              <a:rect b="b" l="l" r="r" t="t"/>
              <a:pathLst>
                <a:path extrusionOk="0" h="1507" w="1657">
                  <a:moveTo>
                    <a:pt x="1054" y="0"/>
                  </a:moveTo>
                  <a:lnTo>
                    <a:pt x="1054" y="0"/>
                  </a:lnTo>
                  <a:cubicBezTo>
                    <a:pt x="422" y="0"/>
                    <a:pt x="229" y="552"/>
                    <a:pt x="229" y="803"/>
                  </a:cubicBezTo>
                  <a:cubicBezTo>
                    <a:pt x="0" y="1126"/>
                    <a:pt x="251" y="1405"/>
                    <a:pt x="430" y="1506"/>
                  </a:cubicBezTo>
                  <a:cubicBezTo>
                    <a:pt x="430" y="1449"/>
                    <a:pt x="430" y="1427"/>
                    <a:pt x="430" y="1349"/>
                  </a:cubicBezTo>
                  <a:cubicBezTo>
                    <a:pt x="430" y="1148"/>
                    <a:pt x="623" y="955"/>
                    <a:pt x="917" y="990"/>
                  </a:cubicBezTo>
                  <a:cubicBezTo>
                    <a:pt x="1183" y="1018"/>
                    <a:pt x="1348" y="868"/>
                    <a:pt x="1484" y="617"/>
                  </a:cubicBezTo>
                  <a:cubicBezTo>
                    <a:pt x="1656" y="273"/>
                    <a:pt x="1441" y="0"/>
                    <a:pt x="1054" y="0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1"/>
            <p:cNvSpPr/>
            <p:nvPr/>
          </p:nvSpPr>
          <p:spPr>
            <a:xfrm>
              <a:off x="5462633" y="4168378"/>
              <a:ext cx="89314" cy="161925"/>
            </a:xfrm>
            <a:custGeom>
              <a:rect b="b" l="l" r="r" t="t"/>
              <a:pathLst>
                <a:path extrusionOk="0" h="1198" w="661">
                  <a:moveTo>
                    <a:pt x="0" y="401"/>
                  </a:moveTo>
                  <a:lnTo>
                    <a:pt x="0" y="401"/>
                  </a:lnTo>
                  <a:cubicBezTo>
                    <a:pt x="0" y="401"/>
                    <a:pt x="144" y="1003"/>
                    <a:pt x="546" y="1197"/>
                  </a:cubicBezTo>
                  <a:cubicBezTo>
                    <a:pt x="617" y="659"/>
                    <a:pt x="660" y="774"/>
                    <a:pt x="546" y="494"/>
                  </a:cubicBezTo>
                  <a:cubicBezTo>
                    <a:pt x="431" y="208"/>
                    <a:pt x="0" y="0"/>
                    <a:pt x="0" y="0"/>
                  </a:cubicBezTo>
                  <a:lnTo>
                    <a:pt x="0" y="401"/>
                  </a:ln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1"/>
            <p:cNvSpPr/>
            <p:nvPr/>
          </p:nvSpPr>
          <p:spPr>
            <a:xfrm>
              <a:off x="5251851" y="4528542"/>
              <a:ext cx="161957" cy="194667"/>
            </a:xfrm>
            <a:custGeom>
              <a:rect b="b" l="l" r="r" t="t"/>
              <a:pathLst>
                <a:path extrusionOk="0" h="1442" w="1198">
                  <a:moveTo>
                    <a:pt x="1197" y="1441"/>
                  </a:moveTo>
                  <a:lnTo>
                    <a:pt x="1197" y="1441"/>
                  </a:lnTo>
                  <a:cubicBezTo>
                    <a:pt x="1197" y="143"/>
                    <a:pt x="1197" y="143"/>
                    <a:pt x="1197" y="143"/>
                  </a:cubicBezTo>
                  <a:cubicBezTo>
                    <a:pt x="846" y="0"/>
                    <a:pt x="846" y="0"/>
                    <a:pt x="846" y="0"/>
                  </a:cubicBezTo>
                  <a:cubicBezTo>
                    <a:pt x="846" y="0"/>
                    <a:pt x="272" y="193"/>
                    <a:pt x="136" y="401"/>
                  </a:cubicBezTo>
                  <a:cubicBezTo>
                    <a:pt x="28" y="717"/>
                    <a:pt x="0" y="1441"/>
                    <a:pt x="0" y="1441"/>
                  </a:cubicBezTo>
                  <a:lnTo>
                    <a:pt x="1197" y="1441"/>
                  </a:lnTo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"/>
            <p:cNvSpPr/>
            <p:nvPr/>
          </p:nvSpPr>
          <p:spPr>
            <a:xfrm>
              <a:off x="5413212" y="4528542"/>
              <a:ext cx="161957" cy="194667"/>
            </a:xfrm>
            <a:custGeom>
              <a:rect b="b" l="l" r="r" t="t"/>
              <a:pathLst>
                <a:path extrusionOk="0" h="1442" w="1198">
                  <a:moveTo>
                    <a:pt x="0" y="1441"/>
                  </a:moveTo>
                  <a:lnTo>
                    <a:pt x="0" y="1441"/>
                  </a:lnTo>
                  <a:cubicBezTo>
                    <a:pt x="0" y="143"/>
                    <a:pt x="0" y="143"/>
                    <a:pt x="0" y="143"/>
                  </a:cubicBezTo>
                  <a:cubicBezTo>
                    <a:pt x="351" y="0"/>
                    <a:pt x="351" y="0"/>
                    <a:pt x="351" y="0"/>
                  </a:cubicBezTo>
                  <a:cubicBezTo>
                    <a:pt x="351" y="0"/>
                    <a:pt x="932" y="193"/>
                    <a:pt x="1061" y="401"/>
                  </a:cubicBezTo>
                  <a:cubicBezTo>
                    <a:pt x="1168" y="717"/>
                    <a:pt x="1197" y="1441"/>
                    <a:pt x="1197" y="1441"/>
                  </a:cubicBezTo>
                  <a:lnTo>
                    <a:pt x="0" y="1441"/>
                  </a:lnTo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1"/>
            <p:cNvSpPr/>
            <p:nvPr/>
          </p:nvSpPr>
          <p:spPr>
            <a:xfrm>
              <a:off x="5135743" y="4046934"/>
              <a:ext cx="251866" cy="361950"/>
            </a:xfrm>
            <a:custGeom>
              <a:rect b="b" l="l" r="r" t="t"/>
              <a:pathLst>
                <a:path extrusionOk="0" h="2683" w="1865">
                  <a:moveTo>
                    <a:pt x="1864" y="833"/>
                  </a:moveTo>
                  <a:lnTo>
                    <a:pt x="1864" y="833"/>
                  </a:lnTo>
                  <a:cubicBezTo>
                    <a:pt x="1864" y="833"/>
                    <a:pt x="1326" y="0"/>
                    <a:pt x="666" y="646"/>
                  </a:cubicBezTo>
                  <a:cubicBezTo>
                    <a:pt x="0" y="1298"/>
                    <a:pt x="768" y="2495"/>
                    <a:pt x="365" y="2682"/>
                  </a:cubicBezTo>
                  <a:cubicBezTo>
                    <a:pt x="803" y="2625"/>
                    <a:pt x="911" y="2008"/>
                    <a:pt x="867" y="1471"/>
                  </a:cubicBezTo>
                  <a:cubicBezTo>
                    <a:pt x="831" y="990"/>
                    <a:pt x="1248" y="753"/>
                    <a:pt x="1577" y="954"/>
                  </a:cubicBezTo>
                  <a:cubicBezTo>
                    <a:pt x="1714" y="1034"/>
                    <a:pt x="1864" y="833"/>
                    <a:pt x="1864" y="833"/>
                  </a:cubicBezTo>
                </a:path>
              </a:pathLst>
            </a:custGeom>
            <a:solidFill>
              <a:srgbClr val="451A14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"/>
            <p:cNvSpPr/>
            <p:nvPr/>
          </p:nvSpPr>
          <p:spPr>
            <a:xfrm>
              <a:off x="5353074" y="4528542"/>
              <a:ext cx="60138" cy="66080"/>
            </a:xfrm>
            <a:custGeom>
              <a:rect b="b" l="l" r="r" t="t"/>
              <a:pathLst>
                <a:path extrusionOk="0" h="488" w="446">
                  <a:moveTo>
                    <a:pt x="445" y="143"/>
                  </a:moveTo>
                  <a:lnTo>
                    <a:pt x="86" y="0"/>
                  </a:lnTo>
                  <a:lnTo>
                    <a:pt x="0" y="93"/>
                  </a:lnTo>
                  <a:lnTo>
                    <a:pt x="179" y="487"/>
                  </a:lnTo>
                  <a:lnTo>
                    <a:pt x="445" y="14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"/>
            <p:cNvSpPr/>
            <p:nvPr/>
          </p:nvSpPr>
          <p:spPr>
            <a:xfrm>
              <a:off x="5413212" y="4528542"/>
              <a:ext cx="61329" cy="66080"/>
            </a:xfrm>
            <a:custGeom>
              <a:rect b="b" l="l" r="r" t="t"/>
              <a:pathLst>
                <a:path extrusionOk="0" h="488" w="453">
                  <a:moveTo>
                    <a:pt x="0" y="143"/>
                  </a:moveTo>
                  <a:lnTo>
                    <a:pt x="365" y="0"/>
                  </a:lnTo>
                  <a:lnTo>
                    <a:pt x="452" y="93"/>
                  </a:lnTo>
                  <a:lnTo>
                    <a:pt x="272" y="487"/>
                  </a:lnTo>
                  <a:lnTo>
                    <a:pt x="0" y="14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7125" lIns="34275" spcFirstLastPara="1" rIns="34275" wrap="square" tIns="171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7" name="Google Shape;1637;p2"/>
          <p:cNvGrpSpPr/>
          <p:nvPr/>
        </p:nvGrpSpPr>
        <p:grpSpPr>
          <a:xfrm>
            <a:off x="228600" y="890588"/>
            <a:ext cx="8712200" cy="3363912"/>
            <a:chOff x="849312" y="3429000"/>
            <a:chExt cx="7251700" cy="2799409"/>
          </a:xfrm>
        </p:grpSpPr>
        <p:grpSp>
          <p:nvGrpSpPr>
            <p:cNvPr id="1638" name="Google Shape;1638;p2"/>
            <p:cNvGrpSpPr/>
            <p:nvPr/>
          </p:nvGrpSpPr>
          <p:grpSpPr>
            <a:xfrm>
              <a:off x="4571623" y="3429000"/>
              <a:ext cx="3529389" cy="2799409"/>
              <a:chOff x="709236" y="5280025"/>
              <a:chExt cx="3529389" cy="2799409"/>
            </a:xfrm>
          </p:grpSpPr>
          <p:sp>
            <p:nvSpPr>
              <p:cNvPr id="1639" name="Google Shape;1639;p2"/>
              <p:cNvSpPr/>
              <p:nvPr/>
            </p:nvSpPr>
            <p:spPr>
              <a:xfrm>
                <a:off x="4043062" y="7920902"/>
                <a:ext cx="170458" cy="95119"/>
              </a:xfrm>
              <a:custGeom>
                <a:rect b="b" l="l" r="r" t="t"/>
                <a:pathLst>
                  <a:path extrusionOk="0" h="266" w="472">
                    <a:moveTo>
                      <a:pt x="471" y="0"/>
                    </a:moveTo>
                    <a:lnTo>
                      <a:pt x="471" y="0"/>
                    </a:lnTo>
                    <a:cubicBezTo>
                      <a:pt x="456" y="0"/>
                      <a:pt x="441" y="0"/>
                      <a:pt x="441" y="0"/>
                    </a:cubicBezTo>
                    <a:cubicBezTo>
                      <a:pt x="235" y="221"/>
                      <a:pt x="235" y="221"/>
                      <a:pt x="235" y="221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14" y="0"/>
                      <a:pt x="0" y="0"/>
                    </a:cubicBezTo>
                    <a:cubicBezTo>
                      <a:pt x="0" y="14"/>
                      <a:pt x="0" y="14"/>
                      <a:pt x="0" y="29"/>
                    </a:cubicBezTo>
                    <a:cubicBezTo>
                      <a:pt x="220" y="265"/>
                      <a:pt x="220" y="265"/>
                      <a:pt x="220" y="265"/>
                    </a:cubicBezTo>
                    <a:lnTo>
                      <a:pt x="235" y="265"/>
                    </a:lnTo>
                    <a:lnTo>
                      <a:pt x="250" y="265"/>
                    </a:lnTo>
                    <a:cubicBezTo>
                      <a:pt x="471" y="29"/>
                      <a:pt x="471" y="29"/>
                      <a:pt x="471" y="29"/>
                    </a:cubicBezTo>
                    <a:cubicBezTo>
                      <a:pt x="471" y="14"/>
                      <a:pt x="471" y="14"/>
                      <a:pt x="47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"/>
              <p:cNvSpPr/>
              <p:nvPr/>
            </p:nvSpPr>
            <p:spPr>
              <a:xfrm>
                <a:off x="3666471" y="7920902"/>
                <a:ext cx="170457" cy="95119"/>
              </a:xfrm>
              <a:custGeom>
                <a:rect b="b" l="l" r="r" t="t"/>
                <a:pathLst>
                  <a:path extrusionOk="0" h="266" w="472">
                    <a:moveTo>
                      <a:pt x="471" y="235"/>
                    </a:moveTo>
                    <a:lnTo>
                      <a:pt x="471" y="235"/>
                    </a:lnTo>
                    <a:cubicBezTo>
                      <a:pt x="251" y="0"/>
                      <a:pt x="251" y="0"/>
                      <a:pt x="251" y="0"/>
                    </a:cubicBezTo>
                    <a:cubicBezTo>
                      <a:pt x="251" y="0"/>
                      <a:pt x="251" y="0"/>
                      <a:pt x="236" y="0"/>
                    </a:cubicBezTo>
                    <a:cubicBezTo>
                      <a:pt x="236" y="0"/>
                      <a:pt x="236" y="0"/>
                      <a:pt x="221" y="0"/>
                    </a:cubicBezTo>
                    <a:cubicBezTo>
                      <a:pt x="15" y="235"/>
                      <a:pt x="15" y="235"/>
                      <a:pt x="15" y="235"/>
                    </a:cubicBezTo>
                    <a:cubicBezTo>
                      <a:pt x="0" y="250"/>
                      <a:pt x="0" y="250"/>
                      <a:pt x="15" y="265"/>
                    </a:cubicBezTo>
                    <a:cubicBezTo>
                      <a:pt x="15" y="265"/>
                      <a:pt x="30" y="265"/>
                      <a:pt x="44" y="265"/>
                    </a:cubicBezTo>
                    <a:cubicBezTo>
                      <a:pt x="236" y="44"/>
                      <a:pt x="236" y="44"/>
                      <a:pt x="236" y="44"/>
                    </a:cubicBezTo>
                    <a:cubicBezTo>
                      <a:pt x="442" y="265"/>
                      <a:pt x="442" y="265"/>
                      <a:pt x="442" y="265"/>
                    </a:cubicBezTo>
                    <a:cubicBezTo>
                      <a:pt x="457" y="265"/>
                      <a:pt x="457" y="265"/>
                      <a:pt x="471" y="265"/>
                    </a:cubicBezTo>
                    <a:cubicBezTo>
                      <a:pt x="471" y="250"/>
                      <a:pt x="471" y="250"/>
                      <a:pt x="471" y="2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"/>
              <p:cNvSpPr/>
              <p:nvPr/>
            </p:nvSpPr>
            <p:spPr>
              <a:xfrm>
                <a:off x="3342734" y="7882590"/>
                <a:ext cx="101746" cy="170421"/>
              </a:xfrm>
              <a:custGeom>
                <a:rect b="b" l="l" r="r" t="t"/>
                <a:pathLst>
                  <a:path extrusionOk="0" h="472" w="281">
                    <a:moveTo>
                      <a:pt x="266" y="221"/>
                    </a:moveTo>
                    <a:lnTo>
                      <a:pt x="266" y="221"/>
                    </a:ln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15" y="0"/>
                      <a:pt x="0" y="0"/>
                    </a:cubicBezTo>
                    <a:cubicBezTo>
                      <a:pt x="0" y="14"/>
                      <a:pt x="0" y="29"/>
                      <a:pt x="0" y="29"/>
                    </a:cubicBezTo>
                    <a:cubicBezTo>
                      <a:pt x="221" y="235"/>
                      <a:pt x="221" y="235"/>
                      <a:pt x="221" y="235"/>
                    </a:cubicBezTo>
                    <a:cubicBezTo>
                      <a:pt x="0" y="442"/>
                      <a:pt x="0" y="442"/>
                      <a:pt x="0" y="442"/>
                    </a:cubicBezTo>
                    <a:cubicBezTo>
                      <a:pt x="0" y="442"/>
                      <a:pt x="0" y="456"/>
                      <a:pt x="0" y="471"/>
                    </a:cubicBezTo>
                    <a:cubicBezTo>
                      <a:pt x="15" y="471"/>
                      <a:pt x="30" y="471"/>
                      <a:pt x="30" y="471"/>
                    </a:cubicBezTo>
                    <a:cubicBezTo>
                      <a:pt x="266" y="250"/>
                      <a:pt x="266" y="250"/>
                      <a:pt x="266" y="250"/>
                    </a:cubicBezTo>
                    <a:cubicBezTo>
                      <a:pt x="280" y="250"/>
                      <a:pt x="280" y="235"/>
                      <a:pt x="280" y="235"/>
                    </a:cubicBezTo>
                    <a:cubicBezTo>
                      <a:pt x="280" y="235"/>
                      <a:pt x="280" y="221"/>
                      <a:pt x="266" y="22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"/>
              <p:cNvSpPr/>
              <p:nvPr/>
            </p:nvSpPr>
            <p:spPr>
              <a:xfrm>
                <a:off x="2978034" y="7882590"/>
                <a:ext cx="95139" cy="170421"/>
              </a:xfrm>
              <a:custGeom>
                <a:rect b="b" l="l" r="r" t="t"/>
                <a:pathLst>
                  <a:path extrusionOk="0" h="472" w="265">
                    <a:moveTo>
                      <a:pt x="44" y="235"/>
                    </a:moveTo>
                    <a:lnTo>
                      <a:pt x="44" y="235"/>
                    </a:lnTo>
                    <a:cubicBezTo>
                      <a:pt x="264" y="29"/>
                      <a:pt x="264" y="29"/>
                      <a:pt x="264" y="29"/>
                    </a:cubicBezTo>
                    <a:cubicBezTo>
                      <a:pt x="264" y="29"/>
                      <a:pt x="264" y="14"/>
                      <a:pt x="264" y="0"/>
                    </a:cubicBezTo>
                    <a:cubicBezTo>
                      <a:pt x="250" y="0"/>
                      <a:pt x="250" y="0"/>
                      <a:pt x="235" y="0"/>
                    </a:cubicBezTo>
                    <a:cubicBezTo>
                      <a:pt x="0" y="221"/>
                      <a:pt x="0" y="221"/>
                      <a:pt x="0" y="221"/>
                    </a:cubicBezTo>
                    <a:lnTo>
                      <a:pt x="0" y="235"/>
                    </a:lnTo>
                    <a:lnTo>
                      <a:pt x="0" y="250"/>
                    </a:lnTo>
                    <a:cubicBezTo>
                      <a:pt x="235" y="471"/>
                      <a:pt x="235" y="471"/>
                      <a:pt x="235" y="471"/>
                    </a:cubicBezTo>
                    <a:cubicBezTo>
                      <a:pt x="250" y="471"/>
                      <a:pt x="250" y="471"/>
                      <a:pt x="264" y="471"/>
                    </a:cubicBezTo>
                    <a:cubicBezTo>
                      <a:pt x="264" y="456"/>
                      <a:pt x="264" y="442"/>
                      <a:pt x="264" y="442"/>
                    </a:cubicBezTo>
                    <a:lnTo>
                      <a:pt x="44" y="23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"/>
              <p:cNvSpPr/>
              <p:nvPr/>
            </p:nvSpPr>
            <p:spPr>
              <a:xfrm>
                <a:off x="2543303" y="7857489"/>
                <a:ext cx="228597" cy="221945"/>
              </a:xfrm>
              <a:custGeom>
                <a:rect b="b" l="l" r="r" t="t"/>
                <a:pathLst>
                  <a:path extrusionOk="0" h="619" w="634">
                    <a:moveTo>
                      <a:pt x="265" y="353"/>
                    </a:moveTo>
                    <a:lnTo>
                      <a:pt x="265" y="353"/>
                    </a:lnTo>
                    <a:cubicBezTo>
                      <a:pt x="89" y="353"/>
                      <a:pt x="89" y="353"/>
                      <a:pt x="89" y="353"/>
                    </a:cubicBezTo>
                    <a:cubicBezTo>
                      <a:pt x="74" y="353"/>
                      <a:pt x="59" y="353"/>
                      <a:pt x="59" y="368"/>
                    </a:cubicBezTo>
                    <a:cubicBezTo>
                      <a:pt x="59" y="383"/>
                      <a:pt x="74" y="383"/>
                      <a:pt x="89" y="383"/>
                    </a:cubicBezTo>
                    <a:cubicBezTo>
                      <a:pt x="221" y="383"/>
                      <a:pt x="221" y="383"/>
                      <a:pt x="221" y="383"/>
                    </a:cubicBezTo>
                    <a:cubicBezTo>
                      <a:pt x="0" y="589"/>
                      <a:pt x="0" y="589"/>
                      <a:pt x="0" y="589"/>
                    </a:cubicBezTo>
                    <a:cubicBezTo>
                      <a:pt x="30" y="618"/>
                      <a:pt x="30" y="618"/>
                      <a:pt x="30" y="618"/>
                    </a:cubicBezTo>
                    <a:cubicBezTo>
                      <a:pt x="236" y="412"/>
                      <a:pt x="236" y="412"/>
                      <a:pt x="236" y="412"/>
                    </a:cubicBezTo>
                    <a:cubicBezTo>
                      <a:pt x="236" y="545"/>
                      <a:pt x="236" y="545"/>
                      <a:pt x="236" y="545"/>
                    </a:cubicBezTo>
                    <a:cubicBezTo>
                      <a:pt x="236" y="559"/>
                      <a:pt x="251" y="559"/>
                      <a:pt x="265" y="559"/>
                    </a:cubicBezTo>
                    <a:cubicBezTo>
                      <a:pt x="265" y="559"/>
                      <a:pt x="280" y="559"/>
                      <a:pt x="280" y="545"/>
                    </a:cubicBezTo>
                    <a:cubicBezTo>
                      <a:pt x="280" y="368"/>
                      <a:pt x="280" y="368"/>
                      <a:pt x="280" y="368"/>
                    </a:cubicBezTo>
                    <a:lnTo>
                      <a:pt x="280" y="353"/>
                    </a:lnTo>
                    <a:cubicBezTo>
                      <a:pt x="265" y="353"/>
                      <a:pt x="265" y="353"/>
                      <a:pt x="265" y="353"/>
                    </a:cubicBezTo>
                    <a:close/>
                    <a:moveTo>
                      <a:pt x="560" y="236"/>
                    </a:moveTo>
                    <a:lnTo>
                      <a:pt x="560" y="236"/>
                    </a:lnTo>
                    <a:cubicBezTo>
                      <a:pt x="428" y="236"/>
                      <a:pt x="428" y="236"/>
                      <a:pt x="428" y="236"/>
                    </a:cubicBezTo>
                    <a:cubicBezTo>
                      <a:pt x="633" y="29"/>
                      <a:pt x="633" y="29"/>
                      <a:pt x="633" y="29"/>
                    </a:cubicBezTo>
                    <a:cubicBezTo>
                      <a:pt x="604" y="0"/>
                      <a:pt x="604" y="0"/>
                      <a:pt x="604" y="0"/>
                    </a:cubicBezTo>
                    <a:cubicBezTo>
                      <a:pt x="398" y="206"/>
                      <a:pt x="398" y="206"/>
                      <a:pt x="398" y="206"/>
                    </a:cubicBezTo>
                    <a:cubicBezTo>
                      <a:pt x="398" y="74"/>
                      <a:pt x="398" y="74"/>
                      <a:pt x="398" y="74"/>
                    </a:cubicBezTo>
                    <a:cubicBezTo>
                      <a:pt x="398" y="59"/>
                      <a:pt x="383" y="59"/>
                      <a:pt x="383" y="59"/>
                    </a:cubicBezTo>
                    <a:cubicBezTo>
                      <a:pt x="369" y="59"/>
                      <a:pt x="354" y="59"/>
                      <a:pt x="354" y="74"/>
                    </a:cubicBezTo>
                    <a:cubicBezTo>
                      <a:pt x="354" y="250"/>
                      <a:pt x="354" y="250"/>
                      <a:pt x="354" y="250"/>
                    </a:cubicBezTo>
                    <a:cubicBezTo>
                      <a:pt x="354" y="250"/>
                      <a:pt x="354" y="265"/>
                      <a:pt x="369" y="265"/>
                    </a:cubicBezTo>
                    <a:cubicBezTo>
                      <a:pt x="369" y="265"/>
                      <a:pt x="369" y="265"/>
                      <a:pt x="383" y="265"/>
                    </a:cubicBezTo>
                    <a:cubicBezTo>
                      <a:pt x="560" y="265"/>
                      <a:pt x="560" y="265"/>
                      <a:pt x="560" y="265"/>
                    </a:cubicBezTo>
                    <a:cubicBezTo>
                      <a:pt x="560" y="265"/>
                      <a:pt x="575" y="265"/>
                      <a:pt x="575" y="250"/>
                    </a:cubicBezTo>
                    <a:cubicBezTo>
                      <a:pt x="575" y="236"/>
                      <a:pt x="560" y="236"/>
                      <a:pt x="560" y="2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"/>
              <p:cNvSpPr/>
              <p:nvPr/>
            </p:nvSpPr>
            <p:spPr>
              <a:xfrm>
                <a:off x="2177282" y="7857489"/>
                <a:ext cx="228598" cy="221945"/>
              </a:xfrm>
              <a:custGeom>
                <a:rect b="b" l="l" r="r" t="t"/>
                <a:pathLst>
                  <a:path extrusionOk="0" h="619" w="634">
                    <a:moveTo>
                      <a:pt x="250" y="339"/>
                    </a:moveTo>
                    <a:lnTo>
                      <a:pt x="250" y="339"/>
                    </a:lnTo>
                    <a:cubicBezTo>
                      <a:pt x="44" y="559"/>
                      <a:pt x="44" y="559"/>
                      <a:pt x="44" y="559"/>
                    </a:cubicBezTo>
                    <a:cubicBezTo>
                      <a:pt x="44" y="427"/>
                      <a:pt x="44" y="427"/>
                      <a:pt x="44" y="427"/>
                    </a:cubicBezTo>
                    <a:cubicBezTo>
                      <a:pt x="44" y="412"/>
                      <a:pt x="29" y="412"/>
                      <a:pt x="14" y="412"/>
                    </a:cubicBezTo>
                    <a:cubicBezTo>
                      <a:pt x="14" y="412"/>
                      <a:pt x="0" y="412"/>
                      <a:pt x="0" y="427"/>
                    </a:cubicBezTo>
                    <a:cubicBezTo>
                      <a:pt x="0" y="604"/>
                      <a:pt x="0" y="604"/>
                      <a:pt x="0" y="604"/>
                    </a:cubicBezTo>
                    <a:lnTo>
                      <a:pt x="0" y="618"/>
                    </a:lnTo>
                    <a:cubicBezTo>
                      <a:pt x="14" y="618"/>
                      <a:pt x="14" y="618"/>
                      <a:pt x="14" y="618"/>
                    </a:cubicBezTo>
                    <a:cubicBezTo>
                      <a:pt x="191" y="618"/>
                      <a:pt x="191" y="618"/>
                      <a:pt x="191" y="618"/>
                    </a:cubicBezTo>
                    <a:cubicBezTo>
                      <a:pt x="206" y="618"/>
                      <a:pt x="221" y="618"/>
                      <a:pt x="221" y="604"/>
                    </a:cubicBezTo>
                    <a:cubicBezTo>
                      <a:pt x="221" y="589"/>
                      <a:pt x="206" y="589"/>
                      <a:pt x="191" y="589"/>
                    </a:cubicBezTo>
                    <a:cubicBezTo>
                      <a:pt x="58" y="589"/>
                      <a:pt x="58" y="589"/>
                      <a:pt x="58" y="589"/>
                    </a:cubicBezTo>
                    <a:cubicBezTo>
                      <a:pt x="279" y="368"/>
                      <a:pt x="279" y="368"/>
                      <a:pt x="279" y="368"/>
                    </a:cubicBezTo>
                    <a:lnTo>
                      <a:pt x="250" y="339"/>
                    </a:lnTo>
                    <a:close/>
                    <a:moveTo>
                      <a:pt x="618" y="0"/>
                    </a:moveTo>
                    <a:lnTo>
                      <a:pt x="618" y="0"/>
                    </a:lnTo>
                    <a:cubicBezTo>
                      <a:pt x="618" y="0"/>
                      <a:pt x="618" y="0"/>
                      <a:pt x="603" y="0"/>
                    </a:cubicBezTo>
                    <a:cubicBezTo>
                      <a:pt x="426" y="0"/>
                      <a:pt x="426" y="0"/>
                      <a:pt x="426" y="0"/>
                    </a:cubicBezTo>
                    <a:cubicBezTo>
                      <a:pt x="426" y="0"/>
                      <a:pt x="412" y="0"/>
                      <a:pt x="412" y="15"/>
                    </a:cubicBezTo>
                    <a:cubicBezTo>
                      <a:pt x="412" y="29"/>
                      <a:pt x="426" y="29"/>
                      <a:pt x="426" y="29"/>
                    </a:cubicBezTo>
                    <a:cubicBezTo>
                      <a:pt x="559" y="29"/>
                      <a:pt x="559" y="29"/>
                      <a:pt x="559" y="29"/>
                    </a:cubicBezTo>
                    <a:cubicBezTo>
                      <a:pt x="353" y="250"/>
                      <a:pt x="353" y="250"/>
                      <a:pt x="353" y="250"/>
                    </a:cubicBezTo>
                    <a:cubicBezTo>
                      <a:pt x="383" y="280"/>
                      <a:pt x="383" y="280"/>
                      <a:pt x="383" y="280"/>
                    </a:cubicBezTo>
                    <a:cubicBezTo>
                      <a:pt x="588" y="59"/>
                      <a:pt x="588" y="59"/>
                      <a:pt x="588" y="59"/>
                    </a:cubicBezTo>
                    <a:cubicBezTo>
                      <a:pt x="588" y="191"/>
                      <a:pt x="588" y="191"/>
                      <a:pt x="588" y="191"/>
                    </a:cubicBezTo>
                    <a:cubicBezTo>
                      <a:pt x="588" y="206"/>
                      <a:pt x="603" y="206"/>
                      <a:pt x="603" y="206"/>
                    </a:cubicBezTo>
                    <a:cubicBezTo>
                      <a:pt x="618" y="206"/>
                      <a:pt x="633" y="206"/>
                      <a:pt x="633" y="191"/>
                    </a:cubicBezTo>
                    <a:cubicBezTo>
                      <a:pt x="633" y="15"/>
                      <a:pt x="633" y="15"/>
                      <a:pt x="633" y="15"/>
                    </a:cubicBezTo>
                    <a:cubicBezTo>
                      <a:pt x="633" y="15"/>
                      <a:pt x="633" y="0"/>
                      <a:pt x="6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2"/>
              <p:cNvSpPr/>
              <p:nvPr/>
            </p:nvSpPr>
            <p:spPr>
              <a:xfrm>
                <a:off x="1812583" y="7920902"/>
                <a:ext cx="221991" cy="95119"/>
              </a:xfrm>
              <a:custGeom>
                <a:rect b="b" l="l" r="r" t="t"/>
                <a:pathLst>
                  <a:path extrusionOk="0" h="266" w="619">
                    <a:moveTo>
                      <a:pt x="618" y="118"/>
                    </a:moveTo>
                    <a:lnTo>
                      <a:pt x="618" y="118"/>
                    </a:lnTo>
                    <a:cubicBezTo>
                      <a:pt x="500" y="0"/>
                      <a:pt x="500" y="0"/>
                      <a:pt x="500" y="0"/>
                    </a:cubicBezTo>
                    <a:cubicBezTo>
                      <a:pt x="500" y="0"/>
                      <a:pt x="486" y="0"/>
                      <a:pt x="471" y="0"/>
                    </a:cubicBezTo>
                    <a:cubicBezTo>
                      <a:pt x="471" y="14"/>
                      <a:pt x="471" y="14"/>
                      <a:pt x="471" y="29"/>
                    </a:cubicBezTo>
                    <a:cubicBezTo>
                      <a:pt x="559" y="118"/>
                      <a:pt x="559" y="118"/>
                      <a:pt x="559" y="118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147" y="29"/>
                      <a:pt x="147" y="29"/>
                      <a:pt x="147" y="29"/>
                    </a:cubicBezTo>
                    <a:cubicBezTo>
                      <a:pt x="147" y="14"/>
                      <a:pt x="147" y="14"/>
                      <a:pt x="147" y="0"/>
                    </a:cubicBezTo>
                    <a:cubicBezTo>
                      <a:pt x="132" y="0"/>
                      <a:pt x="118" y="0"/>
                      <a:pt x="118" y="0"/>
                    </a:cubicBezTo>
                    <a:cubicBezTo>
                      <a:pt x="0" y="118"/>
                      <a:pt x="0" y="118"/>
                      <a:pt x="0" y="118"/>
                    </a:cubicBezTo>
                    <a:lnTo>
                      <a:pt x="0" y="132"/>
                    </a:lnTo>
                    <a:lnTo>
                      <a:pt x="0" y="147"/>
                    </a:lnTo>
                    <a:cubicBezTo>
                      <a:pt x="118" y="265"/>
                      <a:pt x="118" y="265"/>
                      <a:pt x="118" y="265"/>
                    </a:cubicBezTo>
                    <a:cubicBezTo>
                      <a:pt x="118" y="265"/>
                      <a:pt x="132" y="265"/>
                      <a:pt x="147" y="265"/>
                    </a:cubicBezTo>
                    <a:cubicBezTo>
                      <a:pt x="147" y="250"/>
                      <a:pt x="147" y="250"/>
                      <a:pt x="147" y="235"/>
                    </a:cubicBezTo>
                    <a:cubicBezTo>
                      <a:pt x="59" y="147"/>
                      <a:pt x="59" y="147"/>
                      <a:pt x="59" y="147"/>
                    </a:cubicBezTo>
                    <a:cubicBezTo>
                      <a:pt x="559" y="147"/>
                      <a:pt x="559" y="147"/>
                      <a:pt x="559" y="147"/>
                    </a:cubicBezTo>
                    <a:cubicBezTo>
                      <a:pt x="471" y="235"/>
                      <a:pt x="471" y="235"/>
                      <a:pt x="471" y="235"/>
                    </a:cubicBezTo>
                    <a:cubicBezTo>
                      <a:pt x="471" y="250"/>
                      <a:pt x="471" y="250"/>
                      <a:pt x="471" y="265"/>
                    </a:cubicBezTo>
                    <a:cubicBezTo>
                      <a:pt x="486" y="265"/>
                      <a:pt x="500" y="265"/>
                      <a:pt x="500" y="265"/>
                    </a:cubicBezTo>
                    <a:cubicBezTo>
                      <a:pt x="618" y="147"/>
                      <a:pt x="618" y="147"/>
                      <a:pt x="618" y="147"/>
                    </a:cubicBezTo>
                    <a:lnTo>
                      <a:pt x="618" y="132"/>
                    </a:lnTo>
                    <a:lnTo>
                      <a:pt x="618" y="11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2"/>
              <p:cNvSpPr/>
              <p:nvPr/>
            </p:nvSpPr>
            <p:spPr>
              <a:xfrm>
                <a:off x="1495453" y="7857489"/>
                <a:ext cx="95139" cy="221945"/>
              </a:xfrm>
              <a:custGeom>
                <a:rect b="b" l="l" r="r" t="t"/>
                <a:pathLst>
                  <a:path extrusionOk="0" h="619" w="265">
                    <a:moveTo>
                      <a:pt x="235" y="471"/>
                    </a:moveTo>
                    <a:lnTo>
                      <a:pt x="235" y="471"/>
                    </a:lnTo>
                    <a:cubicBezTo>
                      <a:pt x="147" y="559"/>
                      <a:pt x="147" y="559"/>
                      <a:pt x="147" y="559"/>
                    </a:cubicBezTo>
                    <a:cubicBezTo>
                      <a:pt x="147" y="59"/>
                      <a:pt x="147" y="59"/>
                      <a:pt x="147" y="59"/>
                    </a:cubicBezTo>
                    <a:cubicBezTo>
                      <a:pt x="235" y="147"/>
                      <a:pt x="235" y="147"/>
                      <a:pt x="235" y="147"/>
                    </a:cubicBezTo>
                    <a:cubicBezTo>
                      <a:pt x="250" y="147"/>
                      <a:pt x="250" y="147"/>
                      <a:pt x="264" y="147"/>
                    </a:cubicBezTo>
                    <a:cubicBezTo>
                      <a:pt x="264" y="133"/>
                      <a:pt x="264" y="118"/>
                      <a:pt x="264" y="118"/>
                    </a:cubicBezTo>
                    <a:cubicBezTo>
                      <a:pt x="147" y="0"/>
                      <a:pt x="147" y="0"/>
                      <a:pt x="147" y="0"/>
                    </a:cubicBezTo>
                    <a:lnTo>
                      <a:pt x="132" y="0"/>
                    </a:lnTo>
                    <a:lnTo>
                      <a:pt x="117" y="0"/>
                    </a:lnTo>
                    <a:cubicBezTo>
                      <a:pt x="0" y="118"/>
                      <a:pt x="0" y="118"/>
                      <a:pt x="0" y="118"/>
                    </a:cubicBezTo>
                    <a:cubicBezTo>
                      <a:pt x="0" y="118"/>
                      <a:pt x="0" y="133"/>
                      <a:pt x="0" y="147"/>
                    </a:cubicBezTo>
                    <a:cubicBezTo>
                      <a:pt x="14" y="147"/>
                      <a:pt x="14" y="147"/>
                      <a:pt x="29" y="147"/>
                    </a:cubicBezTo>
                    <a:cubicBezTo>
                      <a:pt x="117" y="59"/>
                      <a:pt x="117" y="59"/>
                      <a:pt x="117" y="59"/>
                    </a:cubicBezTo>
                    <a:cubicBezTo>
                      <a:pt x="117" y="559"/>
                      <a:pt x="117" y="559"/>
                      <a:pt x="117" y="559"/>
                    </a:cubicBezTo>
                    <a:cubicBezTo>
                      <a:pt x="29" y="471"/>
                      <a:pt x="29" y="471"/>
                      <a:pt x="29" y="471"/>
                    </a:cubicBezTo>
                    <a:cubicBezTo>
                      <a:pt x="14" y="471"/>
                      <a:pt x="14" y="471"/>
                      <a:pt x="0" y="471"/>
                    </a:cubicBezTo>
                    <a:cubicBezTo>
                      <a:pt x="0" y="486"/>
                      <a:pt x="0" y="500"/>
                      <a:pt x="0" y="500"/>
                    </a:cubicBezTo>
                    <a:cubicBezTo>
                      <a:pt x="117" y="618"/>
                      <a:pt x="117" y="618"/>
                      <a:pt x="117" y="618"/>
                    </a:cubicBezTo>
                    <a:lnTo>
                      <a:pt x="132" y="618"/>
                    </a:lnTo>
                    <a:lnTo>
                      <a:pt x="147" y="618"/>
                    </a:lnTo>
                    <a:cubicBezTo>
                      <a:pt x="264" y="500"/>
                      <a:pt x="264" y="500"/>
                      <a:pt x="264" y="500"/>
                    </a:cubicBezTo>
                    <a:cubicBezTo>
                      <a:pt x="264" y="500"/>
                      <a:pt x="264" y="486"/>
                      <a:pt x="264" y="471"/>
                    </a:cubicBezTo>
                    <a:cubicBezTo>
                      <a:pt x="250" y="471"/>
                      <a:pt x="250" y="471"/>
                      <a:pt x="235" y="47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"/>
              <p:cNvSpPr/>
              <p:nvPr/>
            </p:nvSpPr>
            <p:spPr>
              <a:xfrm>
                <a:off x="1080542" y="7866737"/>
                <a:ext cx="190278" cy="202128"/>
              </a:xfrm>
              <a:custGeom>
                <a:rect b="b" l="l" r="r" t="t"/>
                <a:pathLst>
                  <a:path extrusionOk="0" h="561" w="531">
                    <a:moveTo>
                      <a:pt x="530" y="221"/>
                    </a:moveTo>
                    <a:lnTo>
                      <a:pt x="530" y="221"/>
                    </a:lnTo>
                    <a:cubicBezTo>
                      <a:pt x="339" y="15"/>
                      <a:pt x="339" y="15"/>
                      <a:pt x="339" y="15"/>
                    </a:cubicBezTo>
                    <a:cubicBezTo>
                      <a:pt x="324" y="0"/>
                      <a:pt x="310" y="0"/>
                      <a:pt x="310" y="15"/>
                    </a:cubicBezTo>
                    <a:cubicBezTo>
                      <a:pt x="295" y="15"/>
                      <a:pt x="295" y="15"/>
                      <a:pt x="295" y="30"/>
                    </a:cubicBezTo>
                    <a:cubicBezTo>
                      <a:pt x="295" y="148"/>
                      <a:pt x="295" y="148"/>
                      <a:pt x="295" y="148"/>
                    </a:cubicBezTo>
                    <a:cubicBezTo>
                      <a:pt x="133" y="148"/>
                      <a:pt x="0" y="280"/>
                      <a:pt x="0" y="442"/>
                    </a:cubicBezTo>
                    <a:cubicBezTo>
                      <a:pt x="0" y="487"/>
                      <a:pt x="15" y="516"/>
                      <a:pt x="30" y="560"/>
                    </a:cubicBezTo>
                    <a:cubicBezTo>
                      <a:pt x="59" y="428"/>
                      <a:pt x="177" y="339"/>
                      <a:pt x="295" y="339"/>
                    </a:cubicBezTo>
                    <a:lnTo>
                      <a:pt x="295" y="457"/>
                    </a:lnTo>
                    <a:cubicBezTo>
                      <a:pt x="295" y="457"/>
                      <a:pt x="295" y="471"/>
                      <a:pt x="310" y="471"/>
                    </a:cubicBezTo>
                    <a:cubicBezTo>
                      <a:pt x="310" y="471"/>
                      <a:pt x="310" y="471"/>
                      <a:pt x="324" y="471"/>
                    </a:cubicBezTo>
                    <a:cubicBezTo>
                      <a:pt x="324" y="471"/>
                      <a:pt x="324" y="471"/>
                      <a:pt x="339" y="471"/>
                    </a:cubicBezTo>
                    <a:cubicBezTo>
                      <a:pt x="530" y="251"/>
                      <a:pt x="530" y="251"/>
                      <a:pt x="530" y="251"/>
                    </a:cubicBezTo>
                    <a:cubicBezTo>
                      <a:pt x="530" y="251"/>
                      <a:pt x="530" y="251"/>
                      <a:pt x="530" y="236"/>
                    </a:cubicBezTo>
                    <a:cubicBezTo>
                      <a:pt x="530" y="236"/>
                      <a:pt x="530" y="236"/>
                      <a:pt x="530" y="221"/>
                    </a:cubicBezTo>
                    <a:close/>
                    <a:moveTo>
                      <a:pt x="339" y="413"/>
                    </a:moveTo>
                    <a:lnTo>
                      <a:pt x="339" y="413"/>
                    </a:lnTo>
                    <a:cubicBezTo>
                      <a:pt x="339" y="295"/>
                      <a:pt x="339" y="295"/>
                      <a:pt x="339" y="295"/>
                    </a:cubicBezTo>
                    <a:cubicBezTo>
                      <a:pt x="339" y="295"/>
                      <a:pt x="295" y="295"/>
                      <a:pt x="280" y="295"/>
                    </a:cubicBezTo>
                    <a:cubicBezTo>
                      <a:pt x="192" y="295"/>
                      <a:pt x="89" y="369"/>
                      <a:pt x="44" y="413"/>
                    </a:cubicBezTo>
                    <a:cubicBezTo>
                      <a:pt x="44" y="339"/>
                      <a:pt x="148" y="192"/>
                      <a:pt x="280" y="177"/>
                    </a:cubicBezTo>
                    <a:cubicBezTo>
                      <a:pt x="295" y="177"/>
                      <a:pt x="339" y="177"/>
                      <a:pt x="339" y="177"/>
                    </a:cubicBezTo>
                    <a:cubicBezTo>
                      <a:pt x="339" y="74"/>
                      <a:pt x="339" y="74"/>
                      <a:pt x="339" y="74"/>
                    </a:cubicBezTo>
                    <a:cubicBezTo>
                      <a:pt x="486" y="236"/>
                      <a:pt x="486" y="236"/>
                      <a:pt x="486" y="236"/>
                    </a:cubicBezTo>
                    <a:lnTo>
                      <a:pt x="339" y="4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"/>
              <p:cNvSpPr/>
              <p:nvPr/>
            </p:nvSpPr>
            <p:spPr>
              <a:xfrm>
                <a:off x="709236" y="7866737"/>
                <a:ext cx="190278" cy="202128"/>
              </a:xfrm>
              <a:custGeom>
                <a:rect b="b" l="l" r="r" t="t"/>
                <a:pathLst>
                  <a:path extrusionOk="0" h="561" w="531">
                    <a:moveTo>
                      <a:pt x="235" y="148"/>
                    </a:moveTo>
                    <a:lnTo>
                      <a:pt x="235" y="148"/>
                    </a:lnTo>
                    <a:cubicBezTo>
                      <a:pt x="235" y="30"/>
                      <a:pt x="235" y="30"/>
                      <a:pt x="235" y="30"/>
                    </a:cubicBezTo>
                    <a:cubicBezTo>
                      <a:pt x="235" y="15"/>
                      <a:pt x="235" y="15"/>
                      <a:pt x="221" y="15"/>
                    </a:cubicBezTo>
                    <a:cubicBezTo>
                      <a:pt x="221" y="0"/>
                      <a:pt x="206" y="0"/>
                      <a:pt x="191" y="15"/>
                    </a:cubicBez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36"/>
                      <a:pt x="0" y="236"/>
                      <a:pt x="0" y="236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191" y="471"/>
                      <a:pt x="191" y="471"/>
                      <a:pt x="191" y="471"/>
                    </a:cubicBezTo>
                    <a:cubicBezTo>
                      <a:pt x="206" y="471"/>
                      <a:pt x="206" y="471"/>
                      <a:pt x="206" y="471"/>
                    </a:cubicBezTo>
                    <a:cubicBezTo>
                      <a:pt x="221" y="471"/>
                      <a:pt x="221" y="471"/>
                      <a:pt x="221" y="471"/>
                    </a:cubicBezTo>
                    <a:cubicBezTo>
                      <a:pt x="235" y="471"/>
                      <a:pt x="235" y="457"/>
                      <a:pt x="235" y="457"/>
                    </a:cubicBezTo>
                    <a:lnTo>
                      <a:pt x="235" y="339"/>
                    </a:lnTo>
                    <a:cubicBezTo>
                      <a:pt x="353" y="339"/>
                      <a:pt x="471" y="428"/>
                      <a:pt x="500" y="560"/>
                    </a:cubicBezTo>
                    <a:cubicBezTo>
                      <a:pt x="515" y="516"/>
                      <a:pt x="530" y="487"/>
                      <a:pt x="530" y="442"/>
                    </a:cubicBezTo>
                    <a:cubicBezTo>
                      <a:pt x="530" y="280"/>
                      <a:pt x="397" y="148"/>
                      <a:pt x="235" y="148"/>
                    </a:cubicBezTo>
                    <a:close/>
                    <a:moveTo>
                      <a:pt x="250" y="295"/>
                    </a:moveTo>
                    <a:lnTo>
                      <a:pt x="250" y="295"/>
                    </a:lnTo>
                    <a:cubicBezTo>
                      <a:pt x="235" y="295"/>
                      <a:pt x="191" y="295"/>
                      <a:pt x="191" y="295"/>
                    </a:cubicBezTo>
                    <a:cubicBezTo>
                      <a:pt x="191" y="413"/>
                      <a:pt x="191" y="413"/>
                      <a:pt x="191" y="413"/>
                    </a:cubicBezTo>
                    <a:cubicBezTo>
                      <a:pt x="44" y="236"/>
                      <a:pt x="44" y="236"/>
                      <a:pt x="44" y="236"/>
                    </a:cubicBezTo>
                    <a:cubicBezTo>
                      <a:pt x="191" y="74"/>
                      <a:pt x="191" y="74"/>
                      <a:pt x="191" y="74"/>
                    </a:cubicBezTo>
                    <a:cubicBezTo>
                      <a:pt x="191" y="177"/>
                      <a:pt x="191" y="177"/>
                      <a:pt x="191" y="177"/>
                    </a:cubicBezTo>
                    <a:cubicBezTo>
                      <a:pt x="191" y="177"/>
                      <a:pt x="235" y="177"/>
                      <a:pt x="250" y="177"/>
                    </a:cubicBezTo>
                    <a:cubicBezTo>
                      <a:pt x="382" y="192"/>
                      <a:pt x="486" y="339"/>
                      <a:pt x="486" y="413"/>
                    </a:cubicBezTo>
                    <a:cubicBezTo>
                      <a:pt x="441" y="369"/>
                      <a:pt x="339" y="295"/>
                      <a:pt x="250" y="2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"/>
              <p:cNvSpPr/>
              <p:nvPr/>
            </p:nvSpPr>
            <p:spPr>
              <a:xfrm>
                <a:off x="4016634" y="7521930"/>
                <a:ext cx="221991" cy="154569"/>
              </a:xfrm>
              <a:custGeom>
                <a:rect b="b" l="l" r="r" t="t"/>
                <a:pathLst>
                  <a:path extrusionOk="0" h="427" w="619">
                    <a:moveTo>
                      <a:pt x="545" y="0"/>
                    </a:moveTo>
                    <a:lnTo>
                      <a:pt x="545" y="0"/>
                    </a:lnTo>
                    <a:cubicBezTo>
                      <a:pt x="191" y="0"/>
                      <a:pt x="191" y="0"/>
                      <a:pt x="191" y="0"/>
                    </a:cubicBezTo>
                    <a:lnTo>
                      <a:pt x="177" y="0"/>
                    </a:ln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06"/>
                      <a:pt x="0" y="206"/>
                      <a:pt x="0" y="221"/>
                    </a:cubicBezTo>
                    <a:cubicBezTo>
                      <a:pt x="0" y="221"/>
                      <a:pt x="0" y="221"/>
                      <a:pt x="0" y="235"/>
                    </a:cubicBezTo>
                    <a:cubicBezTo>
                      <a:pt x="177" y="426"/>
                      <a:pt x="177" y="426"/>
                      <a:pt x="177" y="426"/>
                    </a:cubicBezTo>
                    <a:lnTo>
                      <a:pt x="191" y="426"/>
                    </a:lnTo>
                    <a:cubicBezTo>
                      <a:pt x="545" y="426"/>
                      <a:pt x="545" y="426"/>
                      <a:pt x="545" y="426"/>
                    </a:cubicBezTo>
                    <a:cubicBezTo>
                      <a:pt x="589" y="426"/>
                      <a:pt x="618" y="397"/>
                      <a:pt x="618" y="353"/>
                    </a:cubicBezTo>
                    <a:cubicBezTo>
                      <a:pt x="618" y="73"/>
                      <a:pt x="618" y="73"/>
                      <a:pt x="618" y="73"/>
                    </a:cubicBezTo>
                    <a:cubicBezTo>
                      <a:pt x="618" y="29"/>
                      <a:pt x="589" y="0"/>
                      <a:pt x="545" y="0"/>
                    </a:cubicBezTo>
                    <a:close/>
                    <a:moveTo>
                      <a:pt x="589" y="353"/>
                    </a:moveTo>
                    <a:lnTo>
                      <a:pt x="589" y="353"/>
                    </a:lnTo>
                    <a:cubicBezTo>
                      <a:pt x="589" y="368"/>
                      <a:pt x="559" y="397"/>
                      <a:pt x="545" y="397"/>
                    </a:cubicBezTo>
                    <a:cubicBezTo>
                      <a:pt x="206" y="397"/>
                      <a:pt x="206" y="397"/>
                      <a:pt x="206" y="397"/>
                    </a:cubicBezTo>
                    <a:cubicBezTo>
                      <a:pt x="44" y="221"/>
                      <a:pt x="44" y="221"/>
                      <a:pt x="44" y="221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545" y="44"/>
                      <a:pt x="545" y="44"/>
                      <a:pt x="545" y="44"/>
                    </a:cubicBezTo>
                    <a:cubicBezTo>
                      <a:pt x="559" y="44"/>
                      <a:pt x="589" y="58"/>
                      <a:pt x="589" y="73"/>
                    </a:cubicBezTo>
                    <a:lnTo>
                      <a:pt x="589" y="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"/>
              <p:cNvSpPr/>
              <p:nvPr/>
            </p:nvSpPr>
            <p:spPr>
              <a:xfrm>
                <a:off x="3646650" y="7521930"/>
                <a:ext cx="228598" cy="154569"/>
              </a:xfrm>
              <a:custGeom>
                <a:rect b="b" l="l" r="r" t="t"/>
                <a:pathLst>
                  <a:path extrusionOk="0" h="427" w="634">
                    <a:moveTo>
                      <a:pt x="560" y="0"/>
                    </a:moveTo>
                    <a:lnTo>
                      <a:pt x="560" y="0"/>
                    </a:lnTo>
                    <a:cubicBezTo>
                      <a:pt x="207" y="0"/>
                      <a:pt x="207" y="0"/>
                      <a:pt x="207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5" y="206"/>
                      <a:pt x="15" y="206"/>
                      <a:pt x="15" y="206"/>
                    </a:cubicBezTo>
                    <a:cubicBezTo>
                      <a:pt x="0" y="206"/>
                      <a:pt x="0" y="206"/>
                      <a:pt x="0" y="221"/>
                    </a:cubicBezTo>
                    <a:cubicBezTo>
                      <a:pt x="0" y="221"/>
                      <a:pt x="0" y="221"/>
                      <a:pt x="15" y="235"/>
                    </a:cubicBezTo>
                    <a:cubicBezTo>
                      <a:pt x="192" y="426"/>
                      <a:pt x="192" y="426"/>
                      <a:pt x="192" y="426"/>
                    </a:cubicBezTo>
                    <a:cubicBezTo>
                      <a:pt x="192" y="426"/>
                      <a:pt x="192" y="426"/>
                      <a:pt x="207" y="426"/>
                    </a:cubicBezTo>
                    <a:cubicBezTo>
                      <a:pt x="560" y="426"/>
                      <a:pt x="560" y="426"/>
                      <a:pt x="560" y="426"/>
                    </a:cubicBezTo>
                    <a:cubicBezTo>
                      <a:pt x="604" y="426"/>
                      <a:pt x="633" y="397"/>
                      <a:pt x="633" y="353"/>
                    </a:cubicBezTo>
                    <a:cubicBezTo>
                      <a:pt x="633" y="73"/>
                      <a:pt x="633" y="73"/>
                      <a:pt x="633" y="73"/>
                    </a:cubicBezTo>
                    <a:cubicBezTo>
                      <a:pt x="633" y="29"/>
                      <a:pt x="604" y="0"/>
                      <a:pt x="560" y="0"/>
                    </a:cubicBezTo>
                    <a:close/>
                    <a:moveTo>
                      <a:pt x="589" y="353"/>
                    </a:moveTo>
                    <a:lnTo>
                      <a:pt x="589" y="353"/>
                    </a:lnTo>
                    <a:cubicBezTo>
                      <a:pt x="589" y="368"/>
                      <a:pt x="575" y="397"/>
                      <a:pt x="560" y="397"/>
                    </a:cubicBezTo>
                    <a:cubicBezTo>
                      <a:pt x="207" y="397"/>
                      <a:pt x="207" y="397"/>
                      <a:pt x="207" y="397"/>
                    </a:cubicBezTo>
                    <a:cubicBezTo>
                      <a:pt x="45" y="221"/>
                      <a:pt x="45" y="221"/>
                      <a:pt x="45" y="221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560" y="44"/>
                      <a:pt x="560" y="44"/>
                      <a:pt x="560" y="44"/>
                    </a:cubicBezTo>
                    <a:cubicBezTo>
                      <a:pt x="575" y="44"/>
                      <a:pt x="589" y="58"/>
                      <a:pt x="589" y="73"/>
                    </a:cubicBezTo>
                    <a:lnTo>
                      <a:pt x="589" y="353"/>
                    </a:lnTo>
                    <a:close/>
                    <a:moveTo>
                      <a:pt x="457" y="147"/>
                    </a:moveTo>
                    <a:lnTo>
                      <a:pt x="457" y="147"/>
                    </a:lnTo>
                    <a:cubicBezTo>
                      <a:pt x="442" y="132"/>
                      <a:pt x="428" y="132"/>
                      <a:pt x="428" y="147"/>
                    </a:cubicBezTo>
                    <a:cubicBezTo>
                      <a:pt x="383" y="191"/>
                      <a:pt x="383" y="191"/>
                      <a:pt x="383" y="191"/>
                    </a:cubicBezTo>
                    <a:cubicBezTo>
                      <a:pt x="339" y="147"/>
                      <a:pt x="339" y="147"/>
                      <a:pt x="339" y="147"/>
                    </a:cubicBezTo>
                    <a:cubicBezTo>
                      <a:pt x="324" y="132"/>
                      <a:pt x="310" y="132"/>
                      <a:pt x="310" y="147"/>
                    </a:cubicBezTo>
                    <a:cubicBezTo>
                      <a:pt x="295" y="147"/>
                      <a:pt x="295" y="162"/>
                      <a:pt x="310" y="176"/>
                    </a:cubicBezTo>
                    <a:cubicBezTo>
                      <a:pt x="354" y="221"/>
                      <a:pt x="354" y="221"/>
                      <a:pt x="354" y="221"/>
                    </a:cubicBezTo>
                    <a:cubicBezTo>
                      <a:pt x="310" y="265"/>
                      <a:pt x="310" y="265"/>
                      <a:pt x="310" y="265"/>
                    </a:cubicBezTo>
                    <a:cubicBezTo>
                      <a:pt x="295" y="265"/>
                      <a:pt x="295" y="279"/>
                      <a:pt x="310" y="294"/>
                    </a:cubicBezTo>
                    <a:cubicBezTo>
                      <a:pt x="310" y="294"/>
                      <a:pt x="324" y="294"/>
                      <a:pt x="339" y="294"/>
                    </a:cubicBezTo>
                    <a:cubicBezTo>
                      <a:pt x="383" y="250"/>
                      <a:pt x="383" y="250"/>
                      <a:pt x="383" y="250"/>
                    </a:cubicBezTo>
                    <a:cubicBezTo>
                      <a:pt x="428" y="294"/>
                      <a:pt x="428" y="294"/>
                      <a:pt x="428" y="294"/>
                    </a:cubicBezTo>
                    <a:cubicBezTo>
                      <a:pt x="428" y="294"/>
                      <a:pt x="442" y="294"/>
                      <a:pt x="457" y="294"/>
                    </a:cubicBezTo>
                    <a:cubicBezTo>
                      <a:pt x="457" y="279"/>
                      <a:pt x="457" y="265"/>
                      <a:pt x="457" y="265"/>
                    </a:cubicBezTo>
                    <a:cubicBezTo>
                      <a:pt x="412" y="221"/>
                      <a:pt x="412" y="221"/>
                      <a:pt x="412" y="221"/>
                    </a:cubicBezTo>
                    <a:cubicBezTo>
                      <a:pt x="457" y="176"/>
                      <a:pt x="457" y="176"/>
                      <a:pt x="457" y="176"/>
                    </a:cubicBezTo>
                    <a:cubicBezTo>
                      <a:pt x="457" y="162"/>
                      <a:pt x="457" y="147"/>
                      <a:pt x="457" y="14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"/>
              <p:cNvSpPr/>
              <p:nvPr/>
            </p:nvSpPr>
            <p:spPr>
              <a:xfrm>
                <a:off x="3279308" y="7484939"/>
                <a:ext cx="228598" cy="170422"/>
              </a:xfrm>
              <a:custGeom>
                <a:rect b="b" l="l" r="r" t="t"/>
                <a:pathLst>
                  <a:path extrusionOk="0" h="473" w="634">
                    <a:moveTo>
                      <a:pt x="324" y="133"/>
                    </a:moveTo>
                    <a:lnTo>
                      <a:pt x="324" y="133"/>
                    </a:lnTo>
                    <a:cubicBezTo>
                      <a:pt x="324" y="118"/>
                      <a:pt x="324" y="118"/>
                      <a:pt x="309" y="118"/>
                    </a:cubicBezTo>
                    <a:cubicBezTo>
                      <a:pt x="309" y="118"/>
                      <a:pt x="309" y="118"/>
                      <a:pt x="294" y="133"/>
                    </a:cubicBezTo>
                    <a:cubicBezTo>
                      <a:pt x="176" y="251"/>
                      <a:pt x="176" y="251"/>
                      <a:pt x="176" y="251"/>
                    </a:cubicBezTo>
                    <a:lnTo>
                      <a:pt x="176" y="266"/>
                    </a:lnTo>
                    <a:cubicBezTo>
                      <a:pt x="191" y="280"/>
                      <a:pt x="206" y="280"/>
                      <a:pt x="206" y="266"/>
                    </a:cubicBezTo>
                    <a:cubicBezTo>
                      <a:pt x="294" y="192"/>
                      <a:pt x="294" y="192"/>
                      <a:pt x="294" y="192"/>
                    </a:cubicBezTo>
                    <a:cubicBezTo>
                      <a:pt x="294" y="383"/>
                      <a:pt x="294" y="383"/>
                      <a:pt x="294" y="383"/>
                    </a:cubicBezTo>
                    <a:lnTo>
                      <a:pt x="309" y="398"/>
                    </a:lnTo>
                    <a:cubicBezTo>
                      <a:pt x="324" y="398"/>
                      <a:pt x="338" y="383"/>
                      <a:pt x="338" y="383"/>
                    </a:cubicBezTo>
                    <a:cubicBezTo>
                      <a:pt x="338" y="192"/>
                      <a:pt x="338" y="192"/>
                      <a:pt x="338" y="192"/>
                    </a:cubicBezTo>
                    <a:cubicBezTo>
                      <a:pt x="412" y="266"/>
                      <a:pt x="412" y="266"/>
                      <a:pt x="412" y="266"/>
                    </a:cubicBezTo>
                    <a:cubicBezTo>
                      <a:pt x="426" y="280"/>
                      <a:pt x="442" y="280"/>
                      <a:pt x="442" y="266"/>
                    </a:cubicBezTo>
                    <a:cubicBezTo>
                      <a:pt x="456" y="266"/>
                      <a:pt x="456" y="251"/>
                      <a:pt x="442" y="251"/>
                    </a:cubicBezTo>
                    <a:lnTo>
                      <a:pt x="324" y="133"/>
                    </a:lnTo>
                    <a:close/>
                    <a:moveTo>
                      <a:pt x="456" y="104"/>
                    </a:moveTo>
                    <a:lnTo>
                      <a:pt x="456" y="104"/>
                    </a:lnTo>
                    <a:cubicBezTo>
                      <a:pt x="426" y="45"/>
                      <a:pt x="368" y="0"/>
                      <a:pt x="294" y="0"/>
                    </a:cubicBezTo>
                    <a:cubicBezTo>
                      <a:pt x="206" y="0"/>
                      <a:pt x="117" y="74"/>
                      <a:pt x="117" y="162"/>
                    </a:cubicBezTo>
                    <a:cubicBezTo>
                      <a:pt x="44" y="192"/>
                      <a:pt x="0" y="251"/>
                      <a:pt x="0" y="325"/>
                    </a:cubicBezTo>
                    <a:cubicBezTo>
                      <a:pt x="0" y="398"/>
                      <a:pt x="73" y="472"/>
                      <a:pt x="162" y="472"/>
                    </a:cubicBezTo>
                    <a:cubicBezTo>
                      <a:pt x="485" y="472"/>
                      <a:pt x="485" y="472"/>
                      <a:pt x="485" y="472"/>
                    </a:cubicBezTo>
                    <a:cubicBezTo>
                      <a:pt x="559" y="442"/>
                      <a:pt x="633" y="369"/>
                      <a:pt x="633" y="295"/>
                    </a:cubicBezTo>
                    <a:cubicBezTo>
                      <a:pt x="633" y="192"/>
                      <a:pt x="544" y="104"/>
                      <a:pt x="456" y="104"/>
                    </a:cubicBezTo>
                    <a:close/>
                    <a:moveTo>
                      <a:pt x="485" y="442"/>
                    </a:moveTo>
                    <a:lnTo>
                      <a:pt x="485" y="442"/>
                    </a:lnTo>
                    <a:cubicBezTo>
                      <a:pt x="162" y="442"/>
                      <a:pt x="162" y="442"/>
                      <a:pt x="162" y="442"/>
                    </a:cubicBezTo>
                    <a:cubicBezTo>
                      <a:pt x="162" y="442"/>
                      <a:pt x="44" y="428"/>
                      <a:pt x="44" y="325"/>
                    </a:cubicBezTo>
                    <a:cubicBezTo>
                      <a:pt x="44" y="266"/>
                      <a:pt x="88" y="207"/>
                      <a:pt x="162" y="207"/>
                    </a:cubicBezTo>
                    <a:cubicBezTo>
                      <a:pt x="162" y="118"/>
                      <a:pt x="206" y="45"/>
                      <a:pt x="294" y="45"/>
                    </a:cubicBezTo>
                    <a:cubicBezTo>
                      <a:pt x="368" y="45"/>
                      <a:pt x="412" y="89"/>
                      <a:pt x="426" y="148"/>
                    </a:cubicBezTo>
                    <a:cubicBezTo>
                      <a:pt x="515" y="133"/>
                      <a:pt x="588" y="221"/>
                      <a:pt x="588" y="280"/>
                    </a:cubicBezTo>
                    <a:cubicBezTo>
                      <a:pt x="588" y="339"/>
                      <a:pt x="544" y="413"/>
                      <a:pt x="485" y="4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2"/>
              <p:cNvSpPr/>
              <p:nvPr/>
            </p:nvSpPr>
            <p:spPr>
              <a:xfrm>
                <a:off x="2914608" y="7484939"/>
                <a:ext cx="221991" cy="170422"/>
              </a:xfrm>
              <a:custGeom>
                <a:rect b="b" l="l" r="r" t="t"/>
                <a:pathLst>
                  <a:path extrusionOk="0" h="473" w="619">
                    <a:moveTo>
                      <a:pt x="412" y="251"/>
                    </a:moveTo>
                    <a:lnTo>
                      <a:pt x="412" y="251"/>
                    </a:lnTo>
                    <a:cubicBezTo>
                      <a:pt x="324" y="339"/>
                      <a:pt x="324" y="339"/>
                      <a:pt x="324" y="339"/>
                    </a:cubicBezTo>
                    <a:cubicBezTo>
                      <a:pt x="324" y="148"/>
                      <a:pt x="324" y="148"/>
                      <a:pt x="324" y="148"/>
                    </a:cubicBezTo>
                    <a:cubicBezTo>
                      <a:pt x="324" y="133"/>
                      <a:pt x="324" y="118"/>
                      <a:pt x="309" y="118"/>
                    </a:cubicBezTo>
                    <a:cubicBezTo>
                      <a:pt x="294" y="118"/>
                      <a:pt x="294" y="133"/>
                      <a:pt x="294" y="148"/>
                    </a:cubicBezTo>
                    <a:cubicBezTo>
                      <a:pt x="294" y="339"/>
                      <a:pt x="294" y="339"/>
                      <a:pt x="294" y="339"/>
                    </a:cubicBezTo>
                    <a:cubicBezTo>
                      <a:pt x="206" y="251"/>
                      <a:pt x="206" y="251"/>
                      <a:pt x="206" y="251"/>
                    </a:cubicBezTo>
                    <a:cubicBezTo>
                      <a:pt x="191" y="236"/>
                      <a:pt x="191" y="236"/>
                      <a:pt x="177" y="251"/>
                    </a:cubicBezTo>
                    <a:cubicBezTo>
                      <a:pt x="177" y="251"/>
                      <a:pt x="177" y="266"/>
                      <a:pt x="177" y="280"/>
                    </a:cubicBezTo>
                    <a:cubicBezTo>
                      <a:pt x="294" y="398"/>
                      <a:pt x="294" y="398"/>
                      <a:pt x="294" y="398"/>
                    </a:cubicBezTo>
                    <a:lnTo>
                      <a:pt x="309" y="398"/>
                    </a:lnTo>
                    <a:lnTo>
                      <a:pt x="324" y="398"/>
                    </a:lnTo>
                    <a:cubicBezTo>
                      <a:pt x="441" y="280"/>
                      <a:pt x="441" y="280"/>
                      <a:pt x="441" y="280"/>
                    </a:cubicBezTo>
                    <a:cubicBezTo>
                      <a:pt x="441" y="266"/>
                      <a:pt x="441" y="251"/>
                      <a:pt x="441" y="251"/>
                    </a:cubicBezTo>
                    <a:cubicBezTo>
                      <a:pt x="427" y="236"/>
                      <a:pt x="427" y="236"/>
                      <a:pt x="412" y="251"/>
                    </a:cubicBezTo>
                    <a:close/>
                    <a:moveTo>
                      <a:pt x="441" y="104"/>
                    </a:moveTo>
                    <a:lnTo>
                      <a:pt x="441" y="104"/>
                    </a:lnTo>
                    <a:cubicBezTo>
                      <a:pt x="412" y="45"/>
                      <a:pt x="353" y="0"/>
                      <a:pt x="294" y="0"/>
                    </a:cubicBezTo>
                    <a:cubicBezTo>
                      <a:pt x="191" y="0"/>
                      <a:pt x="118" y="74"/>
                      <a:pt x="118" y="162"/>
                    </a:cubicBezTo>
                    <a:cubicBezTo>
                      <a:pt x="44" y="192"/>
                      <a:pt x="0" y="251"/>
                      <a:pt x="0" y="325"/>
                    </a:cubicBezTo>
                    <a:cubicBezTo>
                      <a:pt x="0" y="398"/>
                      <a:pt x="59" y="472"/>
                      <a:pt x="147" y="472"/>
                    </a:cubicBezTo>
                    <a:cubicBezTo>
                      <a:pt x="486" y="472"/>
                      <a:pt x="486" y="472"/>
                      <a:pt x="486" y="472"/>
                    </a:cubicBezTo>
                    <a:cubicBezTo>
                      <a:pt x="559" y="442"/>
                      <a:pt x="618" y="369"/>
                      <a:pt x="618" y="295"/>
                    </a:cubicBezTo>
                    <a:cubicBezTo>
                      <a:pt x="618" y="192"/>
                      <a:pt x="545" y="104"/>
                      <a:pt x="441" y="104"/>
                    </a:cubicBezTo>
                    <a:close/>
                    <a:moveTo>
                      <a:pt x="486" y="442"/>
                    </a:moveTo>
                    <a:lnTo>
                      <a:pt x="486" y="442"/>
                    </a:lnTo>
                    <a:cubicBezTo>
                      <a:pt x="147" y="442"/>
                      <a:pt x="147" y="442"/>
                      <a:pt x="147" y="442"/>
                    </a:cubicBezTo>
                    <a:cubicBezTo>
                      <a:pt x="147" y="442"/>
                      <a:pt x="29" y="428"/>
                      <a:pt x="29" y="325"/>
                    </a:cubicBezTo>
                    <a:cubicBezTo>
                      <a:pt x="29" y="266"/>
                      <a:pt x="88" y="207"/>
                      <a:pt x="147" y="207"/>
                    </a:cubicBezTo>
                    <a:cubicBezTo>
                      <a:pt x="147" y="118"/>
                      <a:pt x="206" y="45"/>
                      <a:pt x="294" y="45"/>
                    </a:cubicBezTo>
                    <a:cubicBezTo>
                      <a:pt x="353" y="45"/>
                      <a:pt x="398" y="89"/>
                      <a:pt x="412" y="148"/>
                    </a:cubicBezTo>
                    <a:cubicBezTo>
                      <a:pt x="515" y="133"/>
                      <a:pt x="574" y="221"/>
                      <a:pt x="589" y="280"/>
                    </a:cubicBezTo>
                    <a:cubicBezTo>
                      <a:pt x="589" y="339"/>
                      <a:pt x="545" y="413"/>
                      <a:pt x="486" y="4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2"/>
              <p:cNvSpPr/>
              <p:nvPr/>
            </p:nvSpPr>
            <p:spPr>
              <a:xfrm>
                <a:off x="2543303" y="7484939"/>
                <a:ext cx="228597" cy="229871"/>
              </a:xfrm>
              <a:custGeom>
                <a:rect b="b" l="l" r="r" t="t"/>
                <a:pathLst>
                  <a:path extrusionOk="0" h="635" w="634">
                    <a:moveTo>
                      <a:pt x="369" y="251"/>
                    </a:moveTo>
                    <a:lnTo>
                      <a:pt x="369" y="251"/>
                    </a:lnTo>
                    <a:cubicBezTo>
                      <a:pt x="177" y="251"/>
                      <a:pt x="177" y="251"/>
                      <a:pt x="177" y="251"/>
                    </a:cubicBezTo>
                    <a:cubicBezTo>
                      <a:pt x="162" y="251"/>
                      <a:pt x="162" y="251"/>
                      <a:pt x="162" y="266"/>
                    </a:cubicBezTo>
                    <a:cubicBezTo>
                      <a:pt x="162" y="280"/>
                      <a:pt x="162" y="280"/>
                      <a:pt x="177" y="280"/>
                    </a:cubicBezTo>
                    <a:cubicBezTo>
                      <a:pt x="369" y="280"/>
                      <a:pt x="369" y="280"/>
                      <a:pt x="369" y="280"/>
                    </a:cubicBezTo>
                    <a:cubicBezTo>
                      <a:pt x="383" y="280"/>
                      <a:pt x="398" y="280"/>
                      <a:pt x="398" y="266"/>
                    </a:cubicBezTo>
                    <a:cubicBezTo>
                      <a:pt x="398" y="251"/>
                      <a:pt x="383" y="251"/>
                      <a:pt x="369" y="251"/>
                    </a:cubicBezTo>
                    <a:close/>
                    <a:moveTo>
                      <a:pt x="633" y="604"/>
                    </a:moveTo>
                    <a:lnTo>
                      <a:pt x="633" y="604"/>
                    </a:lnTo>
                    <a:cubicBezTo>
                      <a:pt x="471" y="442"/>
                      <a:pt x="471" y="442"/>
                      <a:pt x="471" y="442"/>
                    </a:cubicBezTo>
                    <a:cubicBezTo>
                      <a:pt x="501" y="398"/>
                      <a:pt x="530" y="339"/>
                      <a:pt x="530" y="266"/>
                    </a:cubicBezTo>
                    <a:cubicBezTo>
                      <a:pt x="530" y="118"/>
                      <a:pt x="412" y="0"/>
                      <a:pt x="265" y="0"/>
                    </a:cubicBezTo>
                    <a:cubicBezTo>
                      <a:pt x="118" y="0"/>
                      <a:pt x="0" y="118"/>
                      <a:pt x="0" y="266"/>
                    </a:cubicBezTo>
                    <a:cubicBezTo>
                      <a:pt x="0" y="413"/>
                      <a:pt x="118" y="530"/>
                      <a:pt x="265" y="530"/>
                    </a:cubicBezTo>
                    <a:cubicBezTo>
                      <a:pt x="339" y="530"/>
                      <a:pt x="383" y="501"/>
                      <a:pt x="442" y="472"/>
                    </a:cubicBezTo>
                    <a:cubicBezTo>
                      <a:pt x="604" y="634"/>
                      <a:pt x="604" y="634"/>
                      <a:pt x="604" y="634"/>
                    </a:cubicBezTo>
                    <a:cubicBezTo>
                      <a:pt x="604" y="634"/>
                      <a:pt x="619" y="634"/>
                      <a:pt x="633" y="634"/>
                    </a:cubicBezTo>
                    <a:cubicBezTo>
                      <a:pt x="633" y="619"/>
                      <a:pt x="633" y="604"/>
                      <a:pt x="633" y="604"/>
                    </a:cubicBezTo>
                    <a:close/>
                    <a:moveTo>
                      <a:pt x="265" y="487"/>
                    </a:moveTo>
                    <a:lnTo>
                      <a:pt x="265" y="487"/>
                    </a:lnTo>
                    <a:cubicBezTo>
                      <a:pt x="148" y="487"/>
                      <a:pt x="45" y="383"/>
                      <a:pt x="45" y="266"/>
                    </a:cubicBezTo>
                    <a:cubicBezTo>
                      <a:pt x="45" y="148"/>
                      <a:pt x="148" y="45"/>
                      <a:pt x="265" y="45"/>
                    </a:cubicBezTo>
                    <a:cubicBezTo>
                      <a:pt x="398" y="45"/>
                      <a:pt x="486" y="148"/>
                      <a:pt x="486" y="266"/>
                    </a:cubicBezTo>
                    <a:cubicBezTo>
                      <a:pt x="486" y="383"/>
                      <a:pt x="398" y="487"/>
                      <a:pt x="265" y="4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"/>
              <p:cNvSpPr/>
              <p:nvPr/>
            </p:nvSpPr>
            <p:spPr>
              <a:xfrm>
                <a:off x="2177282" y="7484939"/>
                <a:ext cx="228598" cy="229871"/>
              </a:xfrm>
              <a:custGeom>
                <a:rect b="b" l="l" r="r" t="t"/>
                <a:pathLst>
                  <a:path extrusionOk="0" h="635" w="634">
                    <a:moveTo>
                      <a:pt x="368" y="251"/>
                    </a:moveTo>
                    <a:lnTo>
                      <a:pt x="368" y="251"/>
                    </a:lnTo>
                    <a:cubicBezTo>
                      <a:pt x="279" y="251"/>
                      <a:pt x="279" y="251"/>
                      <a:pt x="279" y="251"/>
                    </a:cubicBezTo>
                    <a:cubicBezTo>
                      <a:pt x="279" y="177"/>
                      <a:pt x="279" y="177"/>
                      <a:pt x="279" y="177"/>
                    </a:cubicBezTo>
                    <a:cubicBezTo>
                      <a:pt x="279" y="162"/>
                      <a:pt x="279" y="148"/>
                      <a:pt x="265" y="148"/>
                    </a:cubicBezTo>
                    <a:cubicBezTo>
                      <a:pt x="250" y="148"/>
                      <a:pt x="250" y="162"/>
                      <a:pt x="250" y="177"/>
                    </a:cubicBezTo>
                    <a:cubicBezTo>
                      <a:pt x="250" y="251"/>
                      <a:pt x="250" y="251"/>
                      <a:pt x="250" y="251"/>
                    </a:cubicBezTo>
                    <a:cubicBezTo>
                      <a:pt x="162" y="251"/>
                      <a:pt x="162" y="251"/>
                      <a:pt x="162" y="251"/>
                    </a:cubicBezTo>
                    <a:cubicBezTo>
                      <a:pt x="162" y="251"/>
                      <a:pt x="147" y="251"/>
                      <a:pt x="147" y="266"/>
                    </a:cubicBezTo>
                    <a:cubicBezTo>
                      <a:pt x="147" y="280"/>
                      <a:pt x="162" y="295"/>
                      <a:pt x="162" y="295"/>
                    </a:cubicBezTo>
                    <a:cubicBezTo>
                      <a:pt x="250" y="295"/>
                      <a:pt x="250" y="295"/>
                      <a:pt x="250" y="295"/>
                    </a:cubicBezTo>
                    <a:cubicBezTo>
                      <a:pt x="250" y="369"/>
                      <a:pt x="250" y="369"/>
                      <a:pt x="250" y="369"/>
                    </a:cubicBezTo>
                    <a:cubicBezTo>
                      <a:pt x="250" y="383"/>
                      <a:pt x="250" y="383"/>
                      <a:pt x="265" y="383"/>
                    </a:cubicBezTo>
                    <a:cubicBezTo>
                      <a:pt x="279" y="383"/>
                      <a:pt x="279" y="383"/>
                      <a:pt x="279" y="369"/>
                    </a:cubicBezTo>
                    <a:cubicBezTo>
                      <a:pt x="279" y="295"/>
                      <a:pt x="279" y="295"/>
                      <a:pt x="279" y="295"/>
                    </a:cubicBezTo>
                    <a:cubicBezTo>
                      <a:pt x="368" y="295"/>
                      <a:pt x="368" y="295"/>
                      <a:pt x="368" y="295"/>
                    </a:cubicBezTo>
                    <a:cubicBezTo>
                      <a:pt x="368" y="295"/>
                      <a:pt x="383" y="280"/>
                      <a:pt x="383" y="266"/>
                    </a:cubicBezTo>
                    <a:cubicBezTo>
                      <a:pt x="383" y="251"/>
                      <a:pt x="368" y="251"/>
                      <a:pt x="368" y="251"/>
                    </a:cubicBezTo>
                    <a:close/>
                    <a:moveTo>
                      <a:pt x="618" y="604"/>
                    </a:moveTo>
                    <a:lnTo>
                      <a:pt x="618" y="604"/>
                    </a:lnTo>
                    <a:cubicBezTo>
                      <a:pt x="456" y="442"/>
                      <a:pt x="456" y="442"/>
                      <a:pt x="456" y="442"/>
                    </a:cubicBezTo>
                    <a:cubicBezTo>
                      <a:pt x="500" y="398"/>
                      <a:pt x="530" y="339"/>
                      <a:pt x="530" y="266"/>
                    </a:cubicBezTo>
                    <a:cubicBezTo>
                      <a:pt x="530" y="118"/>
                      <a:pt x="412" y="0"/>
                      <a:pt x="265" y="0"/>
                    </a:cubicBezTo>
                    <a:cubicBezTo>
                      <a:pt x="117" y="0"/>
                      <a:pt x="0" y="118"/>
                      <a:pt x="0" y="266"/>
                    </a:cubicBezTo>
                    <a:cubicBezTo>
                      <a:pt x="0" y="413"/>
                      <a:pt x="117" y="530"/>
                      <a:pt x="265" y="530"/>
                    </a:cubicBezTo>
                    <a:cubicBezTo>
                      <a:pt x="324" y="530"/>
                      <a:pt x="383" y="501"/>
                      <a:pt x="426" y="472"/>
                    </a:cubicBezTo>
                    <a:cubicBezTo>
                      <a:pt x="588" y="634"/>
                      <a:pt x="588" y="634"/>
                      <a:pt x="588" y="634"/>
                    </a:cubicBezTo>
                    <a:cubicBezTo>
                      <a:pt x="603" y="634"/>
                      <a:pt x="618" y="634"/>
                      <a:pt x="618" y="634"/>
                    </a:cubicBezTo>
                    <a:cubicBezTo>
                      <a:pt x="633" y="619"/>
                      <a:pt x="633" y="604"/>
                      <a:pt x="618" y="604"/>
                    </a:cubicBezTo>
                    <a:close/>
                    <a:moveTo>
                      <a:pt x="265" y="487"/>
                    </a:moveTo>
                    <a:lnTo>
                      <a:pt x="265" y="487"/>
                    </a:lnTo>
                    <a:cubicBezTo>
                      <a:pt x="147" y="487"/>
                      <a:pt x="44" y="383"/>
                      <a:pt x="44" y="266"/>
                    </a:cubicBezTo>
                    <a:cubicBezTo>
                      <a:pt x="44" y="148"/>
                      <a:pt x="147" y="45"/>
                      <a:pt x="265" y="45"/>
                    </a:cubicBezTo>
                    <a:cubicBezTo>
                      <a:pt x="383" y="45"/>
                      <a:pt x="485" y="148"/>
                      <a:pt x="485" y="266"/>
                    </a:cubicBezTo>
                    <a:cubicBezTo>
                      <a:pt x="485" y="383"/>
                      <a:pt x="383" y="487"/>
                      <a:pt x="265" y="4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"/>
              <p:cNvSpPr/>
              <p:nvPr/>
            </p:nvSpPr>
            <p:spPr>
              <a:xfrm>
                <a:off x="1812583" y="7484939"/>
                <a:ext cx="221991" cy="229871"/>
              </a:xfrm>
              <a:custGeom>
                <a:rect b="b" l="l" r="r" t="t"/>
                <a:pathLst>
                  <a:path extrusionOk="0" h="635" w="619">
                    <a:moveTo>
                      <a:pt x="618" y="604"/>
                    </a:moveTo>
                    <a:lnTo>
                      <a:pt x="618" y="604"/>
                    </a:lnTo>
                    <a:cubicBezTo>
                      <a:pt x="456" y="442"/>
                      <a:pt x="456" y="442"/>
                      <a:pt x="456" y="442"/>
                    </a:cubicBezTo>
                    <a:cubicBezTo>
                      <a:pt x="500" y="398"/>
                      <a:pt x="530" y="339"/>
                      <a:pt x="530" y="266"/>
                    </a:cubicBezTo>
                    <a:cubicBezTo>
                      <a:pt x="530" y="118"/>
                      <a:pt x="412" y="0"/>
                      <a:pt x="265" y="0"/>
                    </a:cubicBezTo>
                    <a:cubicBezTo>
                      <a:pt x="118" y="0"/>
                      <a:pt x="0" y="118"/>
                      <a:pt x="0" y="266"/>
                    </a:cubicBezTo>
                    <a:cubicBezTo>
                      <a:pt x="0" y="413"/>
                      <a:pt x="118" y="530"/>
                      <a:pt x="265" y="530"/>
                    </a:cubicBezTo>
                    <a:cubicBezTo>
                      <a:pt x="324" y="530"/>
                      <a:pt x="382" y="501"/>
                      <a:pt x="427" y="472"/>
                    </a:cubicBezTo>
                    <a:cubicBezTo>
                      <a:pt x="589" y="634"/>
                      <a:pt x="589" y="634"/>
                      <a:pt x="589" y="634"/>
                    </a:cubicBezTo>
                    <a:cubicBezTo>
                      <a:pt x="603" y="634"/>
                      <a:pt x="603" y="634"/>
                      <a:pt x="618" y="634"/>
                    </a:cubicBezTo>
                    <a:cubicBezTo>
                      <a:pt x="618" y="619"/>
                      <a:pt x="618" y="604"/>
                      <a:pt x="618" y="604"/>
                    </a:cubicBezTo>
                    <a:close/>
                    <a:moveTo>
                      <a:pt x="265" y="487"/>
                    </a:moveTo>
                    <a:lnTo>
                      <a:pt x="265" y="487"/>
                    </a:lnTo>
                    <a:cubicBezTo>
                      <a:pt x="132" y="487"/>
                      <a:pt x="29" y="383"/>
                      <a:pt x="29" y="266"/>
                    </a:cubicBezTo>
                    <a:cubicBezTo>
                      <a:pt x="29" y="148"/>
                      <a:pt x="132" y="45"/>
                      <a:pt x="265" y="45"/>
                    </a:cubicBezTo>
                    <a:cubicBezTo>
                      <a:pt x="382" y="45"/>
                      <a:pt x="486" y="148"/>
                      <a:pt x="486" y="266"/>
                    </a:cubicBezTo>
                    <a:cubicBezTo>
                      <a:pt x="486" y="383"/>
                      <a:pt x="382" y="487"/>
                      <a:pt x="265" y="4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2"/>
              <p:cNvSpPr/>
              <p:nvPr/>
            </p:nvSpPr>
            <p:spPr>
              <a:xfrm>
                <a:off x="1441277" y="7484939"/>
                <a:ext cx="228597" cy="229871"/>
              </a:xfrm>
              <a:custGeom>
                <a:rect b="b" l="l" r="r" t="t"/>
                <a:pathLst>
                  <a:path extrusionOk="0" h="635" w="634">
                    <a:moveTo>
                      <a:pt x="30" y="236"/>
                    </a:moveTo>
                    <a:lnTo>
                      <a:pt x="30" y="236"/>
                    </a:lnTo>
                    <a:cubicBezTo>
                      <a:pt x="221" y="236"/>
                      <a:pt x="221" y="236"/>
                      <a:pt x="221" y="236"/>
                    </a:cubicBezTo>
                    <a:cubicBezTo>
                      <a:pt x="236" y="236"/>
                      <a:pt x="236" y="236"/>
                      <a:pt x="236" y="221"/>
                    </a:cubicBezTo>
                    <a:cubicBezTo>
                      <a:pt x="236" y="207"/>
                      <a:pt x="236" y="207"/>
                      <a:pt x="221" y="207"/>
                    </a:cubicBezTo>
                    <a:cubicBezTo>
                      <a:pt x="74" y="207"/>
                      <a:pt x="74" y="207"/>
                      <a:pt x="74" y="207"/>
                    </a:cubicBezTo>
                    <a:cubicBezTo>
                      <a:pt x="118" y="104"/>
                      <a:pt x="207" y="45"/>
                      <a:pt x="324" y="45"/>
                    </a:cubicBezTo>
                    <a:cubicBezTo>
                      <a:pt x="457" y="45"/>
                      <a:pt x="574" y="148"/>
                      <a:pt x="589" y="280"/>
                    </a:cubicBezTo>
                    <a:cubicBezTo>
                      <a:pt x="633" y="280"/>
                      <a:pt x="633" y="280"/>
                      <a:pt x="633" y="280"/>
                    </a:cubicBezTo>
                    <a:cubicBezTo>
                      <a:pt x="619" y="118"/>
                      <a:pt x="486" y="0"/>
                      <a:pt x="324" y="0"/>
                    </a:cubicBezTo>
                    <a:cubicBezTo>
                      <a:pt x="207" y="0"/>
                      <a:pt x="103" y="74"/>
                      <a:pt x="44" y="162"/>
                    </a:cubicBezTo>
                    <a:cubicBezTo>
                      <a:pt x="44" y="30"/>
                      <a:pt x="44" y="30"/>
                      <a:pt x="44" y="30"/>
                    </a:cubicBezTo>
                    <a:cubicBezTo>
                      <a:pt x="44" y="15"/>
                      <a:pt x="30" y="0"/>
                      <a:pt x="30" y="0"/>
                    </a:cubicBezTo>
                    <a:cubicBezTo>
                      <a:pt x="15" y="0"/>
                      <a:pt x="0" y="15"/>
                      <a:pt x="0" y="30"/>
                    </a:cubicBez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36"/>
                      <a:pt x="30" y="236"/>
                      <a:pt x="30" y="236"/>
                    </a:cubicBezTo>
                    <a:close/>
                    <a:moveTo>
                      <a:pt x="619" y="398"/>
                    </a:moveTo>
                    <a:lnTo>
                      <a:pt x="619" y="398"/>
                    </a:lnTo>
                    <a:cubicBezTo>
                      <a:pt x="412" y="398"/>
                      <a:pt x="412" y="398"/>
                      <a:pt x="412" y="398"/>
                    </a:cubicBezTo>
                    <a:lnTo>
                      <a:pt x="398" y="413"/>
                    </a:lnTo>
                    <a:cubicBezTo>
                      <a:pt x="398" y="428"/>
                      <a:pt x="412" y="442"/>
                      <a:pt x="412" y="442"/>
                    </a:cubicBezTo>
                    <a:cubicBezTo>
                      <a:pt x="574" y="442"/>
                      <a:pt x="574" y="442"/>
                      <a:pt x="574" y="442"/>
                    </a:cubicBezTo>
                    <a:cubicBezTo>
                      <a:pt x="530" y="530"/>
                      <a:pt x="427" y="589"/>
                      <a:pt x="324" y="589"/>
                    </a:cubicBezTo>
                    <a:cubicBezTo>
                      <a:pt x="177" y="589"/>
                      <a:pt x="74" y="487"/>
                      <a:pt x="44" y="354"/>
                    </a:cubicBezTo>
                    <a:cubicBezTo>
                      <a:pt x="15" y="354"/>
                      <a:pt x="15" y="354"/>
                      <a:pt x="15" y="354"/>
                    </a:cubicBezTo>
                    <a:cubicBezTo>
                      <a:pt x="30" y="516"/>
                      <a:pt x="162" y="634"/>
                      <a:pt x="324" y="634"/>
                    </a:cubicBezTo>
                    <a:cubicBezTo>
                      <a:pt x="442" y="634"/>
                      <a:pt x="545" y="575"/>
                      <a:pt x="589" y="472"/>
                    </a:cubicBezTo>
                    <a:cubicBezTo>
                      <a:pt x="589" y="619"/>
                      <a:pt x="589" y="619"/>
                      <a:pt x="589" y="619"/>
                    </a:cubicBezTo>
                    <a:cubicBezTo>
                      <a:pt x="589" y="619"/>
                      <a:pt x="604" y="634"/>
                      <a:pt x="619" y="634"/>
                    </a:cubicBezTo>
                    <a:lnTo>
                      <a:pt x="633" y="619"/>
                    </a:lnTo>
                    <a:cubicBezTo>
                      <a:pt x="633" y="413"/>
                      <a:pt x="633" y="413"/>
                      <a:pt x="633" y="413"/>
                    </a:cubicBezTo>
                    <a:cubicBezTo>
                      <a:pt x="633" y="398"/>
                      <a:pt x="619" y="398"/>
                      <a:pt x="619" y="3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2"/>
              <p:cNvSpPr/>
              <p:nvPr/>
            </p:nvSpPr>
            <p:spPr>
              <a:xfrm>
                <a:off x="1076578" y="7484939"/>
                <a:ext cx="228597" cy="229871"/>
              </a:xfrm>
              <a:custGeom>
                <a:rect b="b" l="l" r="r" t="t"/>
                <a:pathLst>
                  <a:path extrusionOk="0" h="635" w="634">
                    <a:moveTo>
                      <a:pt x="471" y="45"/>
                    </a:moveTo>
                    <a:lnTo>
                      <a:pt x="471" y="45"/>
                    </a:lnTo>
                    <a:cubicBezTo>
                      <a:pt x="603" y="45"/>
                      <a:pt x="603" y="45"/>
                      <a:pt x="603" y="45"/>
                    </a:cubicBezTo>
                    <a:cubicBezTo>
                      <a:pt x="618" y="45"/>
                      <a:pt x="633" y="30"/>
                      <a:pt x="633" y="30"/>
                    </a:cubicBezTo>
                    <a:cubicBezTo>
                      <a:pt x="633" y="15"/>
                      <a:pt x="618" y="0"/>
                      <a:pt x="603" y="0"/>
                    </a:cubicBezTo>
                    <a:cubicBezTo>
                      <a:pt x="412" y="0"/>
                      <a:pt x="412" y="0"/>
                      <a:pt x="412" y="0"/>
                    </a:cubicBezTo>
                    <a:cubicBezTo>
                      <a:pt x="412" y="0"/>
                      <a:pt x="397" y="0"/>
                      <a:pt x="397" y="30"/>
                    </a:cubicBezTo>
                    <a:cubicBezTo>
                      <a:pt x="397" y="221"/>
                      <a:pt x="397" y="221"/>
                      <a:pt x="397" y="221"/>
                    </a:cubicBezTo>
                    <a:cubicBezTo>
                      <a:pt x="397" y="236"/>
                      <a:pt x="397" y="236"/>
                      <a:pt x="412" y="236"/>
                    </a:cubicBezTo>
                    <a:cubicBezTo>
                      <a:pt x="426" y="236"/>
                      <a:pt x="426" y="236"/>
                      <a:pt x="426" y="221"/>
                    </a:cubicBezTo>
                    <a:cubicBezTo>
                      <a:pt x="426" y="74"/>
                      <a:pt x="426" y="74"/>
                      <a:pt x="426" y="74"/>
                    </a:cubicBezTo>
                    <a:cubicBezTo>
                      <a:pt x="530" y="118"/>
                      <a:pt x="588" y="207"/>
                      <a:pt x="588" y="325"/>
                    </a:cubicBezTo>
                    <a:cubicBezTo>
                      <a:pt x="588" y="472"/>
                      <a:pt x="471" y="589"/>
                      <a:pt x="309" y="589"/>
                    </a:cubicBezTo>
                    <a:cubicBezTo>
                      <a:pt x="162" y="589"/>
                      <a:pt x="44" y="472"/>
                      <a:pt x="44" y="325"/>
                    </a:cubicBezTo>
                    <a:cubicBezTo>
                      <a:pt x="44" y="177"/>
                      <a:pt x="147" y="74"/>
                      <a:pt x="279" y="45"/>
                    </a:cubicBezTo>
                    <a:cubicBezTo>
                      <a:pt x="279" y="15"/>
                      <a:pt x="279" y="15"/>
                      <a:pt x="279" y="15"/>
                    </a:cubicBezTo>
                    <a:cubicBezTo>
                      <a:pt x="117" y="30"/>
                      <a:pt x="0" y="162"/>
                      <a:pt x="0" y="325"/>
                    </a:cubicBezTo>
                    <a:cubicBezTo>
                      <a:pt x="0" y="487"/>
                      <a:pt x="147" y="634"/>
                      <a:pt x="309" y="634"/>
                    </a:cubicBezTo>
                    <a:cubicBezTo>
                      <a:pt x="485" y="634"/>
                      <a:pt x="633" y="487"/>
                      <a:pt x="633" y="325"/>
                    </a:cubicBezTo>
                    <a:cubicBezTo>
                      <a:pt x="633" y="207"/>
                      <a:pt x="559" y="104"/>
                      <a:pt x="471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"/>
              <p:cNvSpPr/>
              <p:nvPr/>
            </p:nvSpPr>
            <p:spPr>
              <a:xfrm>
                <a:off x="709236" y="7484939"/>
                <a:ext cx="221991" cy="229871"/>
              </a:xfrm>
              <a:custGeom>
                <a:rect b="b" l="l" r="r" t="t"/>
                <a:pathLst>
                  <a:path extrusionOk="0" h="635" w="619">
                    <a:moveTo>
                      <a:pt x="309" y="0"/>
                    </a:moveTo>
                    <a:lnTo>
                      <a:pt x="309" y="0"/>
                    </a:lnTo>
                    <a:cubicBezTo>
                      <a:pt x="132" y="0"/>
                      <a:pt x="0" y="148"/>
                      <a:pt x="0" y="325"/>
                    </a:cubicBezTo>
                    <a:cubicBezTo>
                      <a:pt x="0" y="487"/>
                      <a:pt x="132" y="634"/>
                      <a:pt x="309" y="634"/>
                    </a:cubicBezTo>
                    <a:cubicBezTo>
                      <a:pt x="486" y="634"/>
                      <a:pt x="618" y="487"/>
                      <a:pt x="618" y="325"/>
                    </a:cubicBezTo>
                    <a:cubicBezTo>
                      <a:pt x="618" y="148"/>
                      <a:pt x="486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29" y="472"/>
                      <a:pt x="29" y="325"/>
                    </a:cubicBezTo>
                    <a:cubicBezTo>
                      <a:pt x="29" y="162"/>
                      <a:pt x="162" y="45"/>
                      <a:pt x="309" y="45"/>
                    </a:cubicBezTo>
                    <a:cubicBezTo>
                      <a:pt x="456" y="45"/>
                      <a:pt x="589" y="162"/>
                      <a:pt x="589" y="325"/>
                    </a:cubicBezTo>
                    <a:cubicBezTo>
                      <a:pt x="589" y="472"/>
                      <a:pt x="456" y="589"/>
                      <a:pt x="309" y="589"/>
                    </a:cubicBezTo>
                    <a:close/>
                    <a:moveTo>
                      <a:pt x="427" y="177"/>
                    </a:moveTo>
                    <a:lnTo>
                      <a:pt x="427" y="177"/>
                    </a:lnTo>
                    <a:cubicBezTo>
                      <a:pt x="412" y="177"/>
                      <a:pt x="412" y="177"/>
                      <a:pt x="397" y="192"/>
                    </a:cubicBezTo>
                    <a:cubicBezTo>
                      <a:pt x="280" y="413"/>
                      <a:pt x="280" y="413"/>
                      <a:pt x="280" y="413"/>
                    </a:cubicBezTo>
                    <a:cubicBezTo>
                      <a:pt x="206" y="339"/>
                      <a:pt x="206" y="339"/>
                      <a:pt x="206" y="339"/>
                    </a:cubicBezTo>
                    <a:cubicBezTo>
                      <a:pt x="191" y="339"/>
                      <a:pt x="191" y="339"/>
                      <a:pt x="177" y="339"/>
                    </a:cubicBezTo>
                    <a:cubicBezTo>
                      <a:pt x="162" y="354"/>
                      <a:pt x="162" y="369"/>
                      <a:pt x="177" y="369"/>
                    </a:cubicBezTo>
                    <a:cubicBezTo>
                      <a:pt x="265" y="457"/>
                      <a:pt x="265" y="457"/>
                      <a:pt x="265" y="457"/>
                    </a:cubicBezTo>
                    <a:cubicBezTo>
                      <a:pt x="280" y="457"/>
                      <a:pt x="280" y="457"/>
                      <a:pt x="294" y="457"/>
                    </a:cubicBezTo>
                    <a:lnTo>
                      <a:pt x="441" y="207"/>
                    </a:lnTo>
                    <a:cubicBezTo>
                      <a:pt x="441" y="207"/>
                      <a:pt x="441" y="192"/>
                      <a:pt x="427" y="1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2"/>
              <p:cNvSpPr/>
              <p:nvPr/>
            </p:nvSpPr>
            <p:spPr>
              <a:xfrm>
                <a:off x="4016634" y="7120316"/>
                <a:ext cx="221991" cy="228551"/>
              </a:xfrm>
              <a:custGeom>
                <a:rect b="b" l="l" r="r" t="t"/>
                <a:pathLst>
                  <a:path extrusionOk="0" h="634" w="619">
                    <a:moveTo>
                      <a:pt x="427" y="206"/>
                    </a:moveTo>
                    <a:lnTo>
                      <a:pt x="427" y="206"/>
                    </a:lnTo>
                    <a:cubicBezTo>
                      <a:pt x="412" y="191"/>
                      <a:pt x="398" y="191"/>
                      <a:pt x="398" y="206"/>
                    </a:cubicBezTo>
                    <a:cubicBezTo>
                      <a:pt x="309" y="280"/>
                      <a:pt x="309" y="280"/>
                      <a:pt x="309" y="280"/>
                    </a:cubicBezTo>
                    <a:cubicBezTo>
                      <a:pt x="221" y="206"/>
                      <a:pt x="221" y="206"/>
                      <a:pt x="221" y="206"/>
                    </a:cubicBezTo>
                    <a:cubicBezTo>
                      <a:pt x="221" y="191"/>
                      <a:pt x="206" y="191"/>
                      <a:pt x="191" y="206"/>
                    </a:cubicBezTo>
                    <a:cubicBezTo>
                      <a:pt x="191" y="206"/>
                      <a:pt x="191" y="221"/>
                      <a:pt x="191" y="235"/>
                    </a:cubicBezTo>
                    <a:cubicBezTo>
                      <a:pt x="280" y="309"/>
                      <a:pt x="280" y="309"/>
                      <a:pt x="280" y="309"/>
                    </a:cubicBezTo>
                    <a:cubicBezTo>
                      <a:pt x="191" y="397"/>
                      <a:pt x="191" y="397"/>
                      <a:pt x="191" y="397"/>
                    </a:cubicBezTo>
                    <a:cubicBezTo>
                      <a:pt x="191" y="412"/>
                      <a:pt x="191" y="412"/>
                      <a:pt x="191" y="427"/>
                    </a:cubicBezTo>
                    <a:cubicBezTo>
                      <a:pt x="206" y="427"/>
                      <a:pt x="221" y="427"/>
                      <a:pt x="221" y="427"/>
                    </a:cubicBezTo>
                    <a:cubicBezTo>
                      <a:pt x="309" y="338"/>
                      <a:pt x="309" y="338"/>
                      <a:pt x="309" y="338"/>
                    </a:cubicBezTo>
                    <a:cubicBezTo>
                      <a:pt x="398" y="427"/>
                      <a:pt x="398" y="427"/>
                      <a:pt x="398" y="427"/>
                    </a:cubicBezTo>
                    <a:cubicBezTo>
                      <a:pt x="398" y="427"/>
                      <a:pt x="412" y="427"/>
                      <a:pt x="427" y="427"/>
                    </a:cubicBezTo>
                    <a:cubicBezTo>
                      <a:pt x="427" y="412"/>
                      <a:pt x="427" y="412"/>
                      <a:pt x="427" y="397"/>
                    </a:cubicBezTo>
                    <a:cubicBezTo>
                      <a:pt x="339" y="309"/>
                      <a:pt x="339" y="309"/>
                      <a:pt x="339" y="309"/>
                    </a:cubicBezTo>
                    <a:cubicBezTo>
                      <a:pt x="427" y="235"/>
                      <a:pt x="427" y="235"/>
                      <a:pt x="427" y="235"/>
                    </a:cubicBezTo>
                    <a:cubicBezTo>
                      <a:pt x="427" y="221"/>
                      <a:pt x="427" y="206"/>
                      <a:pt x="427" y="206"/>
                    </a:cubicBez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32" y="0"/>
                      <a:pt x="0" y="147"/>
                      <a:pt x="0" y="309"/>
                    </a:cubicBezTo>
                    <a:cubicBezTo>
                      <a:pt x="0" y="485"/>
                      <a:pt x="132" y="633"/>
                      <a:pt x="309" y="633"/>
                    </a:cubicBezTo>
                    <a:cubicBezTo>
                      <a:pt x="486" y="633"/>
                      <a:pt x="618" y="485"/>
                      <a:pt x="618" y="309"/>
                    </a:cubicBezTo>
                    <a:cubicBezTo>
                      <a:pt x="618" y="147"/>
                      <a:pt x="486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29" y="471"/>
                      <a:pt x="29" y="309"/>
                    </a:cubicBezTo>
                    <a:cubicBezTo>
                      <a:pt x="29" y="162"/>
                      <a:pt x="162" y="44"/>
                      <a:pt x="309" y="44"/>
                    </a:cubicBezTo>
                    <a:cubicBezTo>
                      <a:pt x="457" y="44"/>
                      <a:pt x="589" y="162"/>
                      <a:pt x="589" y="309"/>
                    </a:cubicBezTo>
                    <a:cubicBezTo>
                      <a:pt x="589" y="471"/>
                      <a:pt x="457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2"/>
              <p:cNvSpPr/>
              <p:nvPr/>
            </p:nvSpPr>
            <p:spPr>
              <a:xfrm>
                <a:off x="3646650" y="7120316"/>
                <a:ext cx="228598" cy="228551"/>
              </a:xfrm>
              <a:custGeom>
                <a:rect b="b" l="l" r="r" t="t"/>
                <a:pathLst>
                  <a:path extrusionOk="0" h="634" w="634">
                    <a:moveTo>
                      <a:pt x="442" y="294"/>
                    </a:moveTo>
                    <a:lnTo>
                      <a:pt x="442" y="294"/>
                    </a:lnTo>
                    <a:cubicBezTo>
                      <a:pt x="207" y="294"/>
                      <a:pt x="207" y="294"/>
                      <a:pt x="207" y="294"/>
                    </a:cubicBezTo>
                    <a:cubicBezTo>
                      <a:pt x="192" y="294"/>
                      <a:pt x="177" y="309"/>
                      <a:pt x="177" y="309"/>
                    </a:cubicBezTo>
                    <a:cubicBezTo>
                      <a:pt x="177" y="324"/>
                      <a:pt x="192" y="338"/>
                      <a:pt x="207" y="338"/>
                    </a:cubicBezTo>
                    <a:cubicBezTo>
                      <a:pt x="442" y="338"/>
                      <a:pt x="442" y="338"/>
                      <a:pt x="442" y="338"/>
                    </a:cubicBezTo>
                    <a:cubicBezTo>
                      <a:pt x="442" y="338"/>
                      <a:pt x="457" y="324"/>
                      <a:pt x="457" y="309"/>
                    </a:cubicBezTo>
                    <a:lnTo>
                      <a:pt x="442" y="294"/>
                    </a:lnTo>
                    <a:close/>
                    <a:moveTo>
                      <a:pt x="324" y="0"/>
                    </a:moveTo>
                    <a:lnTo>
                      <a:pt x="324" y="0"/>
                    </a:lnTo>
                    <a:cubicBezTo>
                      <a:pt x="148" y="0"/>
                      <a:pt x="0" y="147"/>
                      <a:pt x="0" y="309"/>
                    </a:cubicBezTo>
                    <a:cubicBezTo>
                      <a:pt x="0" y="485"/>
                      <a:pt x="148" y="633"/>
                      <a:pt x="324" y="633"/>
                    </a:cubicBezTo>
                    <a:cubicBezTo>
                      <a:pt x="486" y="633"/>
                      <a:pt x="633" y="485"/>
                      <a:pt x="633" y="309"/>
                    </a:cubicBezTo>
                    <a:cubicBezTo>
                      <a:pt x="633" y="147"/>
                      <a:pt x="486" y="0"/>
                      <a:pt x="324" y="0"/>
                    </a:cubicBezTo>
                    <a:close/>
                    <a:moveTo>
                      <a:pt x="324" y="589"/>
                    </a:moveTo>
                    <a:lnTo>
                      <a:pt x="324" y="589"/>
                    </a:lnTo>
                    <a:cubicBezTo>
                      <a:pt x="162" y="589"/>
                      <a:pt x="45" y="471"/>
                      <a:pt x="45" y="309"/>
                    </a:cubicBezTo>
                    <a:cubicBezTo>
                      <a:pt x="45" y="162"/>
                      <a:pt x="162" y="44"/>
                      <a:pt x="324" y="44"/>
                    </a:cubicBezTo>
                    <a:cubicBezTo>
                      <a:pt x="471" y="44"/>
                      <a:pt x="589" y="162"/>
                      <a:pt x="589" y="309"/>
                    </a:cubicBezTo>
                    <a:cubicBezTo>
                      <a:pt x="589" y="471"/>
                      <a:pt x="471" y="589"/>
                      <a:pt x="324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"/>
              <p:cNvSpPr/>
              <p:nvPr/>
            </p:nvSpPr>
            <p:spPr>
              <a:xfrm>
                <a:off x="3279308" y="7120316"/>
                <a:ext cx="228598" cy="228551"/>
              </a:xfrm>
              <a:custGeom>
                <a:rect b="b" l="l" r="r" t="t"/>
                <a:pathLst>
                  <a:path extrusionOk="0" h="634" w="634">
                    <a:moveTo>
                      <a:pt x="426" y="294"/>
                    </a:moveTo>
                    <a:lnTo>
                      <a:pt x="426" y="294"/>
                    </a:lnTo>
                    <a:cubicBezTo>
                      <a:pt x="338" y="294"/>
                      <a:pt x="338" y="294"/>
                      <a:pt x="338" y="294"/>
                    </a:cubicBezTo>
                    <a:cubicBezTo>
                      <a:pt x="338" y="191"/>
                      <a:pt x="338" y="191"/>
                      <a:pt x="338" y="191"/>
                    </a:cubicBezTo>
                    <a:cubicBezTo>
                      <a:pt x="338" y="191"/>
                      <a:pt x="324" y="176"/>
                      <a:pt x="309" y="176"/>
                    </a:cubicBezTo>
                    <a:lnTo>
                      <a:pt x="294" y="191"/>
                    </a:lnTo>
                    <a:cubicBezTo>
                      <a:pt x="294" y="294"/>
                      <a:pt x="294" y="294"/>
                      <a:pt x="294" y="294"/>
                    </a:cubicBezTo>
                    <a:cubicBezTo>
                      <a:pt x="191" y="294"/>
                      <a:pt x="191" y="294"/>
                      <a:pt x="191" y="294"/>
                    </a:cubicBezTo>
                    <a:lnTo>
                      <a:pt x="176" y="309"/>
                    </a:lnTo>
                    <a:cubicBezTo>
                      <a:pt x="176" y="324"/>
                      <a:pt x="191" y="338"/>
                      <a:pt x="191" y="338"/>
                    </a:cubicBezTo>
                    <a:cubicBezTo>
                      <a:pt x="294" y="338"/>
                      <a:pt x="294" y="338"/>
                      <a:pt x="294" y="338"/>
                    </a:cubicBezTo>
                    <a:cubicBezTo>
                      <a:pt x="294" y="427"/>
                      <a:pt x="294" y="427"/>
                      <a:pt x="294" y="427"/>
                    </a:cubicBezTo>
                    <a:cubicBezTo>
                      <a:pt x="294" y="442"/>
                      <a:pt x="309" y="456"/>
                      <a:pt x="309" y="456"/>
                    </a:cubicBezTo>
                    <a:cubicBezTo>
                      <a:pt x="324" y="456"/>
                      <a:pt x="338" y="442"/>
                      <a:pt x="338" y="427"/>
                    </a:cubicBezTo>
                    <a:cubicBezTo>
                      <a:pt x="338" y="338"/>
                      <a:pt x="338" y="338"/>
                      <a:pt x="338" y="338"/>
                    </a:cubicBezTo>
                    <a:cubicBezTo>
                      <a:pt x="426" y="338"/>
                      <a:pt x="426" y="338"/>
                      <a:pt x="426" y="338"/>
                    </a:cubicBezTo>
                    <a:cubicBezTo>
                      <a:pt x="442" y="338"/>
                      <a:pt x="456" y="324"/>
                      <a:pt x="456" y="309"/>
                    </a:cubicBezTo>
                    <a:cubicBezTo>
                      <a:pt x="456" y="309"/>
                      <a:pt x="442" y="294"/>
                      <a:pt x="426" y="294"/>
                    </a:cubicBez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47" y="0"/>
                      <a:pt x="0" y="147"/>
                      <a:pt x="0" y="309"/>
                    </a:cubicBezTo>
                    <a:cubicBezTo>
                      <a:pt x="0" y="485"/>
                      <a:pt x="147" y="633"/>
                      <a:pt x="309" y="633"/>
                    </a:cubicBezTo>
                    <a:cubicBezTo>
                      <a:pt x="485" y="633"/>
                      <a:pt x="633" y="485"/>
                      <a:pt x="633" y="309"/>
                    </a:cubicBezTo>
                    <a:cubicBezTo>
                      <a:pt x="633" y="147"/>
                      <a:pt x="485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44" y="471"/>
                      <a:pt x="44" y="309"/>
                    </a:cubicBezTo>
                    <a:cubicBezTo>
                      <a:pt x="44" y="162"/>
                      <a:pt x="162" y="44"/>
                      <a:pt x="309" y="44"/>
                    </a:cubicBezTo>
                    <a:cubicBezTo>
                      <a:pt x="471" y="44"/>
                      <a:pt x="588" y="162"/>
                      <a:pt x="588" y="309"/>
                    </a:cubicBezTo>
                    <a:cubicBezTo>
                      <a:pt x="588" y="471"/>
                      <a:pt x="471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"/>
              <p:cNvSpPr/>
              <p:nvPr/>
            </p:nvSpPr>
            <p:spPr>
              <a:xfrm>
                <a:off x="2914608" y="7120316"/>
                <a:ext cx="221991" cy="228551"/>
              </a:xfrm>
              <a:custGeom>
                <a:rect b="b" l="l" r="r" t="t"/>
                <a:pathLst>
                  <a:path extrusionOk="0" h="634" w="619">
                    <a:moveTo>
                      <a:pt x="412" y="309"/>
                    </a:moveTo>
                    <a:lnTo>
                      <a:pt x="412" y="309"/>
                    </a:lnTo>
                    <a:cubicBezTo>
                      <a:pt x="324" y="383"/>
                      <a:pt x="324" y="383"/>
                      <a:pt x="324" y="383"/>
                    </a:cubicBezTo>
                    <a:cubicBezTo>
                      <a:pt x="324" y="176"/>
                      <a:pt x="324" y="176"/>
                      <a:pt x="324" y="176"/>
                    </a:cubicBezTo>
                    <a:cubicBezTo>
                      <a:pt x="324" y="162"/>
                      <a:pt x="324" y="162"/>
                      <a:pt x="309" y="162"/>
                    </a:cubicBezTo>
                    <a:cubicBezTo>
                      <a:pt x="294" y="162"/>
                      <a:pt x="294" y="162"/>
                      <a:pt x="294" y="176"/>
                    </a:cubicBezTo>
                    <a:cubicBezTo>
                      <a:pt x="294" y="383"/>
                      <a:pt x="294" y="383"/>
                      <a:pt x="294" y="383"/>
                    </a:cubicBezTo>
                    <a:cubicBezTo>
                      <a:pt x="206" y="309"/>
                      <a:pt x="206" y="309"/>
                      <a:pt x="206" y="309"/>
                    </a:cubicBezTo>
                    <a:cubicBezTo>
                      <a:pt x="206" y="294"/>
                      <a:pt x="191" y="294"/>
                      <a:pt x="177" y="309"/>
                    </a:cubicBezTo>
                    <a:cubicBezTo>
                      <a:pt x="177" y="309"/>
                      <a:pt x="177" y="324"/>
                      <a:pt x="177" y="338"/>
                    </a:cubicBezTo>
                    <a:cubicBezTo>
                      <a:pt x="294" y="442"/>
                      <a:pt x="294" y="442"/>
                      <a:pt x="294" y="442"/>
                    </a:cubicBezTo>
                    <a:lnTo>
                      <a:pt x="309" y="442"/>
                    </a:lnTo>
                    <a:lnTo>
                      <a:pt x="324" y="442"/>
                    </a:lnTo>
                    <a:cubicBezTo>
                      <a:pt x="441" y="338"/>
                      <a:pt x="441" y="338"/>
                      <a:pt x="441" y="338"/>
                    </a:cubicBezTo>
                    <a:cubicBezTo>
                      <a:pt x="441" y="324"/>
                      <a:pt x="441" y="309"/>
                      <a:pt x="441" y="309"/>
                    </a:cubicBezTo>
                    <a:cubicBezTo>
                      <a:pt x="427" y="294"/>
                      <a:pt x="412" y="294"/>
                      <a:pt x="412" y="309"/>
                    </a:cubicBez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32" y="0"/>
                      <a:pt x="0" y="147"/>
                      <a:pt x="0" y="309"/>
                    </a:cubicBezTo>
                    <a:cubicBezTo>
                      <a:pt x="0" y="485"/>
                      <a:pt x="132" y="633"/>
                      <a:pt x="309" y="633"/>
                    </a:cubicBezTo>
                    <a:cubicBezTo>
                      <a:pt x="486" y="633"/>
                      <a:pt x="618" y="485"/>
                      <a:pt x="618" y="309"/>
                    </a:cubicBezTo>
                    <a:cubicBezTo>
                      <a:pt x="618" y="147"/>
                      <a:pt x="486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29" y="471"/>
                      <a:pt x="29" y="309"/>
                    </a:cubicBezTo>
                    <a:cubicBezTo>
                      <a:pt x="29" y="162"/>
                      <a:pt x="162" y="44"/>
                      <a:pt x="309" y="44"/>
                    </a:cubicBezTo>
                    <a:cubicBezTo>
                      <a:pt x="456" y="44"/>
                      <a:pt x="589" y="162"/>
                      <a:pt x="589" y="309"/>
                    </a:cubicBezTo>
                    <a:cubicBezTo>
                      <a:pt x="589" y="471"/>
                      <a:pt x="456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2"/>
              <p:cNvSpPr/>
              <p:nvPr/>
            </p:nvSpPr>
            <p:spPr>
              <a:xfrm>
                <a:off x="2543303" y="7120316"/>
                <a:ext cx="228597" cy="228551"/>
              </a:xfrm>
              <a:custGeom>
                <a:rect b="b" l="l" r="r" t="t"/>
                <a:pathLst>
                  <a:path extrusionOk="0" h="634" w="634">
                    <a:moveTo>
                      <a:pt x="339" y="191"/>
                    </a:moveTo>
                    <a:lnTo>
                      <a:pt x="339" y="191"/>
                    </a:lnTo>
                    <a:cubicBezTo>
                      <a:pt x="339" y="176"/>
                      <a:pt x="324" y="176"/>
                      <a:pt x="324" y="176"/>
                    </a:cubicBezTo>
                    <a:cubicBezTo>
                      <a:pt x="310" y="176"/>
                      <a:pt x="310" y="176"/>
                      <a:pt x="295" y="191"/>
                    </a:cubicBezTo>
                    <a:cubicBezTo>
                      <a:pt x="192" y="294"/>
                      <a:pt x="192" y="294"/>
                      <a:pt x="192" y="294"/>
                    </a:cubicBezTo>
                    <a:cubicBezTo>
                      <a:pt x="177" y="309"/>
                      <a:pt x="177" y="324"/>
                      <a:pt x="192" y="324"/>
                    </a:cubicBezTo>
                    <a:cubicBezTo>
                      <a:pt x="192" y="338"/>
                      <a:pt x="207" y="338"/>
                      <a:pt x="221" y="324"/>
                    </a:cubicBezTo>
                    <a:cubicBezTo>
                      <a:pt x="295" y="250"/>
                      <a:pt x="295" y="250"/>
                      <a:pt x="295" y="250"/>
                    </a:cubicBezTo>
                    <a:cubicBezTo>
                      <a:pt x="295" y="456"/>
                      <a:pt x="295" y="456"/>
                      <a:pt x="295" y="456"/>
                    </a:cubicBezTo>
                    <a:cubicBezTo>
                      <a:pt x="295" y="456"/>
                      <a:pt x="310" y="471"/>
                      <a:pt x="324" y="471"/>
                    </a:cubicBezTo>
                    <a:lnTo>
                      <a:pt x="339" y="456"/>
                    </a:lnTo>
                    <a:cubicBezTo>
                      <a:pt x="339" y="250"/>
                      <a:pt x="339" y="250"/>
                      <a:pt x="339" y="250"/>
                    </a:cubicBezTo>
                    <a:cubicBezTo>
                      <a:pt x="412" y="324"/>
                      <a:pt x="412" y="324"/>
                      <a:pt x="412" y="324"/>
                    </a:cubicBezTo>
                    <a:cubicBezTo>
                      <a:pt x="428" y="338"/>
                      <a:pt x="442" y="338"/>
                      <a:pt x="442" y="324"/>
                    </a:cubicBezTo>
                    <a:cubicBezTo>
                      <a:pt x="457" y="324"/>
                      <a:pt x="457" y="309"/>
                      <a:pt x="442" y="294"/>
                    </a:cubicBezTo>
                    <a:lnTo>
                      <a:pt x="339" y="191"/>
                    </a:lnTo>
                    <a:close/>
                    <a:moveTo>
                      <a:pt x="324" y="0"/>
                    </a:moveTo>
                    <a:lnTo>
                      <a:pt x="324" y="0"/>
                    </a:lnTo>
                    <a:cubicBezTo>
                      <a:pt x="148" y="0"/>
                      <a:pt x="0" y="147"/>
                      <a:pt x="0" y="309"/>
                    </a:cubicBezTo>
                    <a:cubicBezTo>
                      <a:pt x="0" y="485"/>
                      <a:pt x="148" y="633"/>
                      <a:pt x="324" y="633"/>
                    </a:cubicBezTo>
                    <a:cubicBezTo>
                      <a:pt x="486" y="633"/>
                      <a:pt x="633" y="485"/>
                      <a:pt x="633" y="309"/>
                    </a:cubicBezTo>
                    <a:cubicBezTo>
                      <a:pt x="633" y="147"/>
                      <a:pt x="486" y="0"/>
                      <a:pt x="324" y="0"/>
                    </a:cubicBezTo>
                    <a:close/>
                    <a:moveTo>
                      <a:pt x="324" y="589"/>
                    </a:moveTo>
                    <a:lnTo>
                      <a:pt x="324" y="589"/>
                    </a:lnTo>
                    <a:cubicBezTo>
                      <a:pt x="162" y="589"/>
                      <a:pt x="45" y="471"/>
                      <a:pt x="45" y="309"/>
                    </a:cubicBezTo>
                    <a:cubicBezTo>
                      <a:pt x="45" y="162"/>
                      <a:pt x="162" y="44"/>
                      <a:pt x="324" y="44"/>
                    </a:cubicBezTo>
                    <a:cubicBezTo>
                      <a:pt x="471" y="44"/>
                      <a:pt x="589" y="162"/>
                      <a:pt x="589" y="309"/>
                    </a:cubicBezTo>
                    <a:cubicBezTo>
                      <a:pt x="589" y="471"/>
                      <a:pt x="471" y="589"/>
                      <a:pt x="324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2"/>
              <p:cNvSpPr/>
              <p:nvPr/>
            </p:nvSpPr>
            <p:spPr>
              <a:xfrm>
                <a:off x="2177282" y="7120316"/>
                <a:ext cx="228598" cy="228551"/>
              </a:xfrm>
              <a:custGeom>
                <a:rect b="b" l="l" r="r" t="t"/>
                <a:pathLst>
                  <a:path extrusionOk="0" h="634" w="634">
                    <a:moveTo>
                      <a:pt x="441" y="294"/>
                    </a:moveTo>
                    <a:lnTo>
                      <a:pt x="441" y="294"/>
                    </a:lnTo>
                    <a:cubicBezTo>
                      <a:pt x="338" y="191"/>
                      <a:pt x="338" y="191"/>
                      <a:pt x="338" y="191"/>
                    </a:cubicBezTo>
                    <a:cubicBezTo>
                      <a:pt x="324" y="176"/>
                      <a:pt x="309" y="176"/>
                      <a:pt x="309" y="191"/>
                    </a:cubicBezTo>
                    <a:cubicBezTo>
                      <a:pt x="294" y="191"/>
                      <a:pt x="294" y="206"/>
                      <a:pt x="309" y="221"/>
                    </a:cubicBezTo>
                    <a:cubicBezTo>
                      <a:pt x="383" y="294"/>
                      <a:pt x="383" y="294"/>
                      <a:pt x="383" y="294"/>
                    </a:cubicBezTo>
                    <a:cubicBezTo>
                      <a:pt x="176" y="294"/>
                      <a:pt x="176" y="294"/>
                      <a:pt x="176" y="294"/>
                    </a:cubicBezTo>
                    <a:cubicBezTo>
                      <a:pt x="162" y="294"/>
                      <a:pt x="162" y="309"/>
                      <a:pt x="162" y="309"/>
                    </a:cubicBezTo>
                    <a:cubicBezTo>
                      <a:pt x="162" y="324"/>
                      <a:pt x="162" y="338"/>
                      <a:pt x="176" y="338"/>
                    </a:cubicBezTo>
                    <a:cubicBezTo>
                      <a:pt x="383" y="338"/>
                      <a:pt x="383" y="338"/>
                      <a:pt x="383" y="338"/>
                    </a:cubicBezTo>
                    <a:cubicBezTo>
                      <a:pt x="309" y="412"/>
                      <a:pt x="309" y="412"/>
                      <a:pt x="309" y="412"/>
                    </a:cubicBezTo>
                    <a:cubicBezTo>
                      <a:pt x="294" y="427"/>
                      <a:pt x="294" y="442"/>
                      <a:pt x="309" y="442"/>
                    </a:cubicBezTo>
                    <a:cubicBezTo>
                      <a:pt x="309" y="456"/>
                      <a:pt x="324" y="456"/>
                      <a:pt x="338" y="442"/>
                    </a:cubicBezTo>
                    <a:cubicBezTo>
                      <a:pt x="441" y="338"/>
                      <a:pt x="441" y="338"/>
                      <a:pt x="441" y="338"/>
                    </a:cubicBezTo>
                    <a:cubicBezTo>
                      <a:pt x="441" y="324"/>
                      <a:pt x="441" y="324"/>
                      <a:pt x="441" y="309"/>
                    </a:cubicBezTo>
                    <a:lnTo>
                      <a:pt x="441" y="294"/>
                    </a:ln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47" y="0"/>
                      <a:pt x="0" y="147"/>
                      <a:pt x="0" y="309"/>
                    </a:cubicBezTo>
                    <a:cubicBezTo>
                      <a:pt x="0" y="485"/>
                      <a:pt x="147" y="633"/>
                      <a:pt x="309" y="633"/>
                    </a:cubicBezTo>
                    <a:cubicBezTo>
                      <a:pt x="485" y="633"/>
                      <a:pt x="633" y="485"/>
                      <a:pt x="633" y="309"/>
                    </a:cubicBezTo>
                    <a:cubicBezTo>
                      <a:pt x="633" y="147"/>
                      <a:pt x="485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44" y="471"/>
                      <a:pt x="44" y="309"/>
                    </a:cubicBezTo>
                    <a:cubicBezTo>
                      <a:pt x="44" y="162"/>
                      <a:pt x="162" y="44"/>
                      <a:pt x="309" y="44"/>
                    </a:cubicBezTo>
                    <a:cubicBezTo>
                      <a:pt x="471" y="44"/>
                      <a:pt x="588" y="162"/>
                      <a:pt x="588" y="309"/>
                    </a:cubicBezTo>
                    <a:cubicBezTo>
                      <a:pt x="588" y="471"/>
                      <a:pt x="471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"/>
              <p:cNvSpPr/>
              <p:nvPr/>
            </p:nvSpPr>
            <p:spPr>
              <a:xfrm>
                <a:off x="1812583" y="7120316"/>
                <a:ext cx="221991" cy="228551"/>
              </a:xfrm>
              <a:custGeom>
                <a:rect b="b" l="l" r="r" t="t"/>
                <a:pathLst>
                  <a:path extrusionOk="0" h="634" w="619">
                    <a:moveTo>
                      <a:pt x="309" y="0"/>
                    </a:moveTo>
                    <a:lnTo>
                      <a:pt x="309" y="0"/>
                    </a:lnTo>
                    <a:cubicBezTo>
                      <a:pt x="132" y="0"/>
                      <a:pt x="0" y="147"/>
                      <a:pt x="0" y="309"/>
                    </a:cubicBezTo>
                    <a:cubicBezTo>
                      <a:pt x="0" y="485"/>
                      <a:pt x="132" y="633"/>
                      <a:pt x="309" y="633"/>
                    </a:cubicBezTo>
                    <a:cubicBezTo>
                      <a:pt x="486" y="633"/>
                      <a:pt x="618" y="485"/>
                      <a:pt x="618" y="309"/>
                    </a:cubicBezTo>
                    <a:cubicBezTo>
                      <a:pt x="618" y="147"/>
                      <a:pt x="486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29" y="471"/>
                      <a:pt x="29" y="309"/>
                    </a:cubicBezTo>
                    <a:cubicBezTo>
                      <a:pt x="29" y="162"/>
                      <a:pt x="162" y="44"/>
                      <a:pt x="309" y="44"/>
                    </a:cubicBezTo>
                    <a:cubicBezTo>
                      <a:pt x="456" y="44"/>
                      <a:pt x="589" y="162"/>
                      <a:pt x="589" y="309"/>
                    </a:cubicBezTo>
                    <a:cubicBezTo>
                      <a:pt x="589" y="471"/>
                      <a:pt x="456" y="589"/>
                      <a:pt x="309" y="589"/>
                    </a:cubicBezTo>
                    <a:close/>
                    <a:moveTo>
                      <a:pt x="441" y="294"/>
                    </a:moveTo>
                    <a:lnTo>
                      <a:pt x="441" y="294"/>
                    </a:lnTo>
                    <a:cubicBezTo>
                      <a:pt x="235" y="294"/>
                      <a:pt x="235" y="294"/>
                      <a:pt x="235" y="294"/>
                    </a:cubicBezTo>
                    <a:cubicBezTo>
                      <a:pt x="324" y="221"/>
                      <a:pt x="324" y="221"/>
                      <a:pt x="324" y="221"/>
                    </a:cubicBezTo>
                    <a:cubicBezTo>
                      <a:pt x="324" y="206"/>
                      <a:pt x="324" y="191"/>
                      <a:pt x="324" y="191"/>
                    </a:cubicBezTo>
                    <a:cubicBezTo>
                      <a:pt x="309" y="176"/>
                      <a:pt x="294" y="176"/>
                      <a:pt x="294" y="191"/>
                    </a:cubicBezTo>
                    <a:cubicBezTo>
                      <a:pt x="177" y="294"/>
                      <a:pt x="177" y="294"/>
                      <a:pt x="177" y="294"/>
                    </a:cubicBezTo>
                    <a:lnTo>
                      <a:pt x="177" y="309"/>
                    </a:lnTo>
                    <a:cubicBezTo>
                      <a:pt x="177" y="324"/>
                      <a:pt x="177" y="324"/>
                      <a:pt x="177" y="338"/>
                    </a:cubicBezTo>
                    <a:cubicBezTo>
                      <a:pt x="294" y="442"/>
                      <a:pt x="294" y="442"/>
                      <a:pt x="294" y="442"/>
                    </a:cubicBezTo>
                    <a:cubicBezTo>
                      <a:pt x="294" y="456"/>
                      <a:pt x="309" y="456"/>
                      <a:pt x="324" y="442"/>
                    </a:cubicBezTo>
                    <a:cubicBezTo>
                      <a:pt x="324" y="442"/>
                      <a:pt x="324" y="427"/>
                      <a:pt x="324" y="412"/>
                    </a:cubicBezTo>
                    <a:cubicBezTo>
                      <a:pt x="235" y="338"/>
                      <a:pt x="235" y="338"/>
                      <a:pt x="235" y="338"/>
                    </a:cubicBezTo>
                    <a:cubicBezTo>
                      <a:pt x="441" y="338"/>
                      <a:pt x="441" y="338"/>
                      <a:pt x="441" y="338"/>
                    </a:cubicBezTo>
                    <a:cubicBezTo>
                      <a:pt x="456" y="338"/>
                      <a:pt x="471" y="324"/>
                      <a:pt x="471" y="309"/>
                    </a:cubicBezTo>
                    <a:cubicBezTo>
                      <a:pt x="471" y="309"/>
                      <a:pt x="456" y="294"/>
                      <a:pt x="441" y="2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"/>
              <p:cNvSpPr/>
              <p:nvPr/>
            </p:nvSpPr>
            <p:spPr>
              <a:xfrm>
                <a:off x="1441277" y="7120316"/>
                <a:ext cx="228597" cy="228551"/>
              </a:xfrm>
              <a:custGeom>
                <a:rect b="b" l="l" r="r" t="t"/>
                <a:pathLst>
                  <a:path extrusionOk="0" h="634" w="634">
                    <a:moveTo>
                      <a:pt x="324" y="0"/>
                    </a:moveTo>
                    <a:lnTo>
                      <a:pt x="324" y="0"/>
                    </a:lnTo>
                    <a:cubicBezTo>
                      <a:pt x="148" y="0"/>
                      <a:pt x="0" y="147"/>
                      <a:pt x="0" y="309"/>
                    </a:cubicBezTo>
                    <a:cubicBezTo>
                      <a:pt x="0" y="485"/>
                      <a:pt x="148" y="633"/>
                      <a:pt x="324" y="633"/>
                    </a:cubicBezTo>
                    <a:cubicBezTo>
                      <a:pt x="486" y="633"/>
                      <a:pt x="633" y="485"/>
                      <a:pt x="633" y="309"/>
                    </a:cubicBezTo>
                    <a:cubicBezTo>
                      <a:pt x="633" y="147"/>
                      <a:pt x="486" y="0"/>
                      <a:pt x="324" y="0"/>
                    </a:cubicBezTo>
                    <a:close/>
                    <a:moveTo>
                      <a:pt x="324" y="589"/>
                    </a:moveTo>
                    <a:lnTo>
                      <a:pt x="324" y="589"/>
                    </a:lnTo>
                    <a:cubicBezTo>
                      <a:pt x="162" y="589"/>
                      <a:pt x="44" y="471"/>
                      <a:pt x="44" y="309"/>
                    </a:cubicBezTo>
                    <a:cubicBezTo>
                      <a:pt x="44" y="162"/>
                      <a:pt x="162" y="44"/>
                      <a:pt x="324" y="44"/>
                    </a:cubicBezTo>
                    <a:cubicBezTo>
                      <a:pt x="471" y="44"/>
                      <a:pt x="589" y="162"/>
                      <a:pt x="589" y="309"/>
                    </a:cubicBezTo>
                    <a:cubicBezTo>
                      <a:pt x="589" y="471"/>
                      <a:pt x="471" y="589"/>
                      <a:pt x="324" y="589"/>
                    </a:cubicBezTo>
                    <a:close/>
                    <a:moveTo>
                      <a:pt x="457" y="221"/>
                    </a:moveTo>
                    <a:lnTo>
                      <a:pt x="457" y="221"/>
                    </a:lnTo>
                    <a:cubicBezTo>
                      <a:pt x="324" y="368"/>
                      <a:pt x="324" y="368"/>
                      <a:pt x="324" y="368"/>
                    </a:cubicBezTo>
                    <a:cubicBezTo>
                      <a:pt x="177" y="221"/>
                      <a:pt x="177" y="221"/>
                      <a:pt x="177" y="221"/>
                    </a:cubicBezTo>
                    <a:cubicBezTo>
                      <a:pt x="177" y="221"/>
                      <a:pt x="162" y="221"/>
                      <a:pt x="148" y="221"/>
                    </a:cubicBezTo>
                    <a:cubicBezTo>
                      <a:pt x="148" y="235"/>
                      <a:pt x="148" y="250"/>
                      <a:pt x="148" y="250"/>
                    </a:cubicBezTo>
                    <a:cubicBezTo>
                      <a:pt x="295" y="397"/>
                      <a:pt x="295" y="397"/>
                      <a:pt x="295" y="397"/>
                    </a:cubicBezTo>
                    <a:cubicBezTo>
                      <a:pt x="310" y="412"/>
                      <a:pt x="310" y="412"/>
                      <a:pt x="324" y="412"/>
                    </a:cubicBezTo>
                    <a:cubicBezTo>
                      <a:pt x="324" y="412"/>
                      <a:pt x="339" y="412"/>
                      <a:pt x="339" y="397"/>
                    </a:cubicBezTo>
                    <a:cubicBezTo>
                      <a:pt x="486" y="250"/>
                      <a:pt x="486" y="250"/>
                      <a:pt x="486" y="250"/>
                    </a:cubicBezTo>
                    <a:cubicBezTo>
                      <a:pt x="501" y="250"/>
                      <a:pt x="501" y="235"/>
                      <a:pt x="486" y="221"/>
                    </a:cubicBezTo>
                    <a:cubicBezTo>
                      <a:pt x="486" y="221"/>
                      <a:pt x="471" y="221"/>
                      <a:pt x="457" y="2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2"/>
              <p:cNvSpPr/>
              <p:nvPr/>
            </p:nvSpPr>
            <p:spPr>
              <a:xfrm>
                <a:off x="1076578" y="7120316"/>
                <a:ext cx="228597" cy="228551"/>
              </a:xfrm>
              <a:custGeom>
                <a:rect b="b" l="l" r="r" t="t"/>
                <a:pathLst>
                  <a:path extrusionOk="0" h="634" w="634">
                    <a:moveTo>
                      <a:pt x="338" y="221"/>
                    </a:moveTo>
                    <a:lnTo>
                      <a:pt x="338" y="221"/>
                    </a:lnTo>
                    <a:cubicBezTo>
                      <a:pt x="324" y="221"/>
                      <a:pt x="324" y="221"/>
                      <a:pt x="309" y="221"/>
                    </a:cubicBezTo>
                    <a:lnTo>
                      <a:pt x="294" y="221"/>
                    </a:lnTo>
                    <a:cubicBezTo>
                      <a:pt x="147" y="368"/>
                      <a:pt x="147" y="368"/>
                      <a:pt x="147" y="368"/>
                    </a:cubicBezTo>
                    <a:cubicBezTo>
                      <a:pt x="132" y="383"/>
                      <a:pt x="132" y="397"/>
                      <a:pt x="147" y="397"/>
                    </a:cubicBezTo>
                    <a:cubicBezTo>
                      <a:pt x="147" y="412"/>
                      <a:pt x="162" y="412"/>
                      <a:pt x="176" y="397"/>
                    </a:cubicBezTo>
                    <a:cubicBezTo>
                      <a:pt x="309" y="265"/>
                      <a:pt x="309" y="265"/>
                      <a:pt x="309" y="265"/>
                    </a:cubicBezTo>
                    <a:cubicBezTo>
                      <a:pt x="456" y="397"/>
                      <a:pt x="456" y="397"/>
                      <a:pt x="456" y="397"/>
                    </a:cubicBezTo>
                    <a:cubicBezTo>
                      <a:pt x="456" y="412"/>
                      <a:pt x="471" y="412"/>
                      <a:pt x="485" y="397"/>
                    </a:cubicBezTo>
                    <a:cubicBezTo>
                      <a:pt x="485" y="397"/>
                      <a:pt x="485" y="383"/>
                      <a:pt x="485" y="368"/>
                    </a:cubicBezTo>
                    <a:lnTo>
                      <a:pt x="338" y="221"/>
                    </a:ln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47" y="0"/>
                      <a:pt x="0" y="147"/>
                      <a:pt x="0" y="309"/>
                    </a:cubicBezTo>
                    <a:cubicBezTo>
                      <a:pt x="0" y="485"/>
                      <a:pt x="147" y="633"/>
                      <a:pt x="309" y="633"/>
                    </a:cubicBezTo>
                    <a:cubicBezTo>
                      <a:pt x="485" y="633"/>
                      <a:pt x="633" y="485"/>
                      <a:pt x="633" y="309"/>
                    </a:cubicBezTo>
                    <a:cubicBezTo>
                      <a:pt x="633" y="147"/>
                      <a:pt x="485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44" y="471"/>
                      <a:pt x="44" y="309"/>
                    </a:cubicBezTo>
                    <a:cubicBezTo>
                      <a:pt x="44" y="162"/>
                      <a:pt x="162" y="44"/>
                      <a:pt x="309" y="44"/>
                    </a:cubicBezTo>
                    <a:cubicBezTo>
                      <a:pt x="471" y="44"/>
                      <a:pt x="588" y="162"/>
                      <a:pt x="588" y="309"/>
                    </a:cubicBezTo>
                    <a:cubicBezTo>
                      <a:pt x="588" y="471"/>
                      <a:pt x="471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2"/>
              <p:cNvSpPr/>
              <p:nvPr/>
            </p:nvSpPr>
            <p:spPr>
              <a:xfrm>
                <a:off x="709236" y="7120316"/>
                <a:ext cx="221991" cy="228551"/>
              </a:xfrm>
              <a:custGeom>
                <a:rect b="b" l="l" r="r" t="t"/>
                <a:pathLst>
                  <a:path extrusionOk="0" h="634" w="619">
                    <a:moveTo>
                      <a:pt x="397" y="294"/>
                    </a:moveTo>
                    <a:lnTo>
                      <a:pt x="397" y="294"/>
                    </a:lnTo>
                    <a:cubicBezTo>
                      <a:pt x="250" y="147"/>
                      <a:pt x="250" y="147"/>
                      <a:pt x="250" y="147"/>
                    </a:cubicBezTo>
                    <a:cubicBezTo>
                      <a:pt x="235" y="132"/>
                      <a:pt x="221" y="132"/>
                      <a:pt x="221" y="147"/>
                    </a:cubicBezTo>
                    <a:cubicBezTo>
                      <a:pt x="206" y="147"/>
                      <a:pt x="206" y="162"/>
                      <a:pt x="221" y="176"/>
                    </a:cubicBezTo>
                    <a:cubicBezTo>
                      <a:pt x="353" y="309"/>
                      <a:pt x="353" y="309"/>
                      <a:pt x="353" y="309"/>
                    </a:cubicBezTo>
                    <a:cubicBezTo>
                      <a:pt x="221" y="456"/>
                      <a:pt x="221" y="456"/>
                      <a:pt x="221" y="456"/>
                    </a:cubicBezTo>
                    <a:cubicBezTo>
                      <a:pt x="206" y="456"/>
                      <a:pt x="206" y="471"/>
                      <a:pt x="221" y="485"/>
                    </a:cubicBezTo>
                    <a:cubicBezTo>
                      <a:pt x="221" y="485"/>
                      <a:pt x="235" y="485"/>
                      <a:pt x="250" y="485"/>
                    </a:cubicBezTo>
                    <a:cubicBezTo>
                      <a:pt x="397" y="338"/>
                      <a:pt x="397" y="338"/>
                      <a:pt x="397" y="338"/>
                    </a:cubicBezTo>
                    <a:cubicBezTo>
                      <a:pt x="397" y="324"/>
                      <a:pt x="397" y="324"/>
                      <a:pt x="397" y="309"/>
                    </a:cubicBezTo>
                    <a:lnTo>
                      <a:pt x="397" y="294"/>
                    </a:ln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32" y="0"/>
                      <a:pt x="0" y="147"/>
                      <a:pt x="0" y="309"/>
                    </a:cubicBezTo>
                    <a:cubicBezTo>
                      <a:pt x="0" y="485"/>
                      <a:pt x="132" y="633"/>
                      <a:pt x="309" y="633"/>
                    </a:cubicBezTo>
                    <a:cubicBezTo>
                      <a:pt x="486" y="633"/>
                      <a:pt x="618" y="485"/>
                      <a:pt x="618" y="309"/>
                    </a:cubicBezTo>
                    <a:cubicBezTo>
                      <a:pt x="618" y="147"/>
                      <a:pt x="486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29" y="471"/>
                      <a:pt x="29" y="309"/>
                    </a:cubicBezTo>
                    <a:cubicBezTo>
                      <a:pt x="29" y="162"/>
                      <a:pt x="162" y="44"/>
                      <a:pt x="309" y="44"/>
                    </a:cubicBezTo>
                    <a:cubicBezTo>
                      <a:pt x="456" y="44"/>
                      <a:pt x="589" y="162"/>
                      <a:pt x="589" y="309"/>
                    </a:cubicBezTo>
                    <a:cubicBezTo>
                      <a:pt x="589" y="471"/>
                      <a:pt x="456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2"/>
              <p:cNvSpPr/>
              <p:nvPr/>
            </p:nvSpPr>
            <p:spPr>
              <a:xfrm>
                <a:off x="4016634" y="6753050"/>
                <a:ext cx="221991" cy="223266"/>
              </a:xfrm>
              <a:custGeom>
                <a:rect b="b" l="l" r="r" t="t"/>
                <a:pathLst>
                  <a:path extrusionOk="0" h="619" w="619">
                    <a:moveTo>
                      <a:pt x="398" y="147"/>
                    </a:moveTo>
                    <a:lnTo>
                      <a:pt x="398" y="147"/>
                    </a:lnTo>
                    <a:cubicBezTo>
                      <a:pt x="398" y="132"/>
                      <a:pt x="383" y="132"/>
                      <a:pt x="368" y="147"/>
                    </a:cubicBezTo>
                    <a:cubicBezTo>
                      <a:pt x="221" y="294"/>
                      <a:pt x="221" y="294"/>
                      <a:pt x="221" y="294"/>
                    </a:cubicBezTo>
                    <a:lnTo>
                      <a:pt x="221" y="309"/>
                    </a:lnTo>
                    <a:lnTo>
                      <a:pt x="221" y="324"/>
                    </a:lnTo>
                    <a:cubicBezTo>
                      <a:pt x="368" y="471"/>
                      <a:pt x="368" y="471"/>
                      <a:pt x="368" y="471"/>
                    </a:cubicBezTo>
                    <a:cubicBezTo>
                      <a:pt x="383" y="486"/>
                      <a:pt x="398" y="486"/>
                      <a:pt x="398" y="471"/>
                    </a:cubicBezTo>
                    <a:cubicBezTo>
                      <a:pt x="412" y="471"/>
                      <a:pt x="412" y="457"/>
                      <a:pt x="398" y="441"/>
                    </a:cubicBezTo>
                    <a:cubicBezTo>
                      <a:pt x="265" y="309"/>
                      <a:pt x="265" y="309"/>
                      <a:pt x="265" y="309"/>
                    </a:cubicBezTo>
                    <a:cubicBezTo>
                      <a:pt x="398" y="177"/>
                      <a:pt x="398" y="177"/>
                      <a:pt x="398" y="177"/>
                    </a:cubicBezTo>
                    <a:cubicBezTo>
                      <a:pt x="412" y="162"/>
                      <a:pt x="412" y="147"/>
                      <a:pt x="398" y="147"/>
                    </a:cubicBez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132" y="0"/>
                      <a:pt x="0" y="132"/>
                      <a:pt x="0" y="309"/>
                    </a:cubicBezTo>
                    <a:cubicBezTo>
                      <a:pt x="0" y="486"/>
                      <a:pt x="132" y="618"/>
                      <a:pt x="309" y="618"/>
                    </a:cubicBezTo>
                    <a:cubicBezTo>
                      <a:pt x="486" y="618"/>
                      <a:pt x="618" y="486"/>
                      <a:pt x="618" y="309"/>
                    </a:cubicBezTo>
                    <a:cubicBezTo>
                      <a:pt x="618" y="132"/>
                      <a:pt x="486" y="0"/>
                      <a:pt x="309" y="0"/>
                    </a:cubicBezTo>
                    <a:close/>
                    <a:moveTo>
                      <a:pt x="309" y="589"/>
                    </a:moveTo>
                    <a:lnTo>
                      <a:pt x="309" y="589"/>
                    </a:lnTo>
                    <a:cubicBezTo>
                      <a:pt x="162" y="589"/>
                      <a:pt x="29" y="457"/>
                      <a:pt x="29" y="309"/>
                    </a:cubicBezTo>
                    <a:cubicBezTo>
                      <a:pt x="29" y="162"/>
                      <a:pt x="162" y="29"/>
                      <a:pt x="309" y="29"/>
                    </a:cubicBezTo>
                    <a:cubicBezTo>
                      <a:pt x="457" y="29"/>
                      <a:pt x="589" y="162"/>
                      <a:pt x="589" y="309"/>
                    </a:cubicBezTo>
                    <a:cubicBezTo>
                      <a:pt x="589" y="457"/>
                      <a:pt x="457" y="589"/>
                      <a:pt x="309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"/>
              <p:cNvSpPr/>
              <p:nvPr/>
            </p:nvSpPr>
            <p:spPr>
              <a:xfrm>
                <a:off x="3646650" y="6764940"/>
                <a:ext cx="232562" cy="190238"/>
              </a:xfrm>
              <a:custGeom>
                <a:rect b="b" l="l" r="r" t="t"/>
                <a:pathLst>
                  <a:path extrusionOk="0" h="531" w="649">
                    <a:moveTo>
                      <a:pt x="604" y="30"/>
                    </a:moveTo>
                    <a:lnTo>
                      <a:pt x="604" y="30"/>
                    </a:lnTo>
                    <a:cubicBezTo>
                      <a:pt x="575" y="0"/>
                      <a:pt x="530" y="0"/>
                      <a:pt x="501" y="30"/>
                    </a:cubicBezTo>
                    <a:cubicBezTo>
                      <a:pt x="207" y="324"/>
                      <a:pt x="207" y="324"/>
                      <a:pt x="207" y="324"/>
                    </a:cubicBezTo>
                    <a:cubicBezTo>
                      <a:pt x="148" y="251"/>
                      <a:pt x="148" y="251"/>
                      <a:pt x="148" y="251"/>
                    </a:cubicBezTo>
                    <a:cubicBezTo>
                      <a:pt x="103" y="207"/>
                      <a:pt x="59" y="207"/>
                      <a:pt x="30" y="251"/>
                    </a:cubicBezTo>
                    <a:cubicBezTo>
                      <a:pt x="0" y="280"/>
                      <a:pt x="0" y="324"/>
                      <a:pt x="30" y="369"/>
                    </a:cubicBezTo>
                    <a:cubicBezTo>
                      <a:pt x="162" y="486"/>
                      <a:pt x="162" y="486"/>
                      <a:pt x="162" y="486"/>
                    </a:cubicBezTo>
                    <a:cubicBezTo>
                      <a:pt x="192" y="530"/>
                      <a:pt x="236" y="530"/>
                      <a:pt x="266" y="486"/>
                    </a:cubicBezTo>
                    <a:cubicBezTo>
                      <a:pt x="604" y="148"/>
                      <a:pt x="604" y="148"/>
                      <a:pt x="604" y="148"/>
                    </a:cubicBezTo>
                    <a:cubicBezTo>
                      <a:pt x="648" y="118"/>
                      <a:pt x="648" y="59"/>
                      <a:pt x="604" y="30"/>
                    </a:cubicBezTo>
                    <a:close/>
                    <a:moveTo>
                      <a:pt x="575" y="118"/>
                    </a:moveTo>
                    <a:lnTo>
                      <a:pt x="575" y="118"/>
                    </a:lnTo>
                    <a:cubicBezTo>
                      <a:pt x="575" y="118"/>
                      <a:pt x="251" y="457"/>
                      <a:pt x="236" y="457"/>
                    </a:cubicBezTo>
                    <a:cubicBezTo>
                      <a:pt x="221" y="471"/>
                      <a:pt x="207" y="471"/>
                      <a:pt x="192" y="457"/>
                    </a:cubicBezTo>
                    <a:lnTo>
                      <a:pt x="59" y="324"/>
                    </a:lnTo>
                    <a:cubicBezTo>
                      <a:pt x="45" y="310"/>
                      <a:pt x="45" y="295"/>
                      <a:pt x="59" y="280"/>
                    </a:cubicBezTo>
                    <a:cubicBezTo>
                      <a:pt x="74" y="265"/>
                      <a:pt x="103" y="265"/>
                      <a:pt x="118" y="280"/>
                    </a:cubicBezTo>
                    <a:cubicBezTo>
                      <a:pt x="207" y="369"/>
                      <a:pt x="207" y="369"/>
                      <a:pt x="207" y="369"/>
                    </a:cubicBezTo>
                    <a:cubicBezTo>
                      <a:pt x="530" y="59"/>
                      <a:pt x="530" y="59"/>
                      <a:pt x="530" y="59"/>
                    </a:cubicBezTo>
                    <a:cubicBezTo>
                      <a:pt x="545" y="45"/>
                      <a:pt x="560" y="45"/>
                      <a:pt x="575" y="59"/>
                    </a:cubicBezTo>
                    <a:cubicBezTo>
                      <a:pt x="604" y="74"/>
                      <a:pt x="604" y="103"/>
                      <a:pt x="575" y="1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2"/>
              <p:cNvSpPr/>
              <p:nvPr/>
            </p:nvSpPr>
            <p:spPr>
              <a:xfrm>
                <a:off x="3295164" y="6775509"/>
                <a:ext cx="186314" cy="186275"/>
              </a:xfrm>
              <a:custGeom>
                <a:rect b="b" l="l" r="r" t="t"/>
                <a:pathLst>
                  <a:path extrusionOk="0" h="516" w="516">
                    <a:moveTo>
                      <a:pt x="368" y="265"/>
                    </a:moveTo>
                    <a:lnTo>
                      <a:pt x="368" y="265"/>
                    </a:lnTo>
                    <a:cubicBezTo>
                      <a:pt x="486" y="147"/>
                      <a:pt x="486" y="147"/>
                      <a:pt x="486" y="147"/>
                    </a:cubicBezTo>
                    <a:cubicBezTo>
                      <a:pt x="515" y="118"/>
                      <a:pt x="515" y="73"/>
                      <a:pt x="486" y="44"/>
                    </a:cubicBezTo>
                    <a:cubicBezTo>
                      <a:pt x="456" y="0"/>
                      <a:pt x="398" y="0"/>
                      <a:pt x="368" y="44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18" y="0"/>
                      <a:pt x="73" y="0"/>
                      <a:pt x="44" y="44"/>
                    </a:cubicBezTo>
                    <a:cubicBezTo>
                      <a:pt x="0" y="73"/>
                      <a:pt x="0" y="118"/>
                      <a:pt x="44" y="147"/>
                    </a:cubicBezTo>
                    <a:cubicBezTo>
                      <a:pt x="147" y="265"/>
                      <a:pt x="147" y="265"/>
                      <a:pt x="147" y="265"/>
                    </a:cubicBezTo>
                    <a:cubicBezTo>
                      <a:pt x="44" y="368"/>
                      <a:pt x="44" y="368"/>
                      <a:pt x="44" y="368"/>
                    </a:cubicBezTo>
                    <a:cubicBezTo>
                      <a:pt x="0" y="398"/>
                      <a:pt x="0" y="456"/>
                      <a:pt x="44" y="486"/>
                    </a:cubicBezTo>
                    <a:cubicBezTo>
                      <a:pt x="73" y="515"/>
                      <a:pt x="118" y="515"/>
                      <a:pt x="147" y="486"/>
                    </a:cubicBezTo>
                    <a:cubicBezTo>
                      <a:pt x="265" y="368"/>
                      <a:pt x="265" y="368"/>
                      <a:pt x="265" y="368"/>
                    </a:cubicBezTo>
                    <a:cubicBezTo>
                      <a:pt x="368" y="486"/>
                      <a:pt x="368" y="486"/>
                      <a:pt x="368" y="486"/>
                    </a:cubicBezTo>
                    <a:cubicBezTo>
                      <a:pt x="398" y="515"/>
                      <a:pt x="456" y="515"/>
                      <a:pt x="486" y="486"/>
                    </a:cubicBezTo>
                    <a:cubicBezTo>
                      <a:pt x="515" y="456"/>
                      <a:pt x="515" y="398"/>
                      <a:pt x="486" y="368"/>
                    </a:cubicBezTo>
                    <a:lnTo>
                      <a:pt x="368" y="265"/>
                    </a:lnTo>
                    <a:close/>
                    <a:moveTo>
                      <a:pt x="456" y="456"/>
                    </a:moveTo>
                    <a:lnTo>
                      <a:pt x="456" y="456"/>
                    </a:lnTo>
                    <a:cubicBezTo>
                      <a:pt x="441" y="471"/>
                      <a:pt x="412" y="471"/>
                      <a:pt x="398" y="456"/>
                    </a:cubicBezTo>
                    <a:cubicBezTo>
                      <a:pt x="265" y="309"/>
                      <a:pt x="265" y="309"/>
                      <a:pt x="265" y="309"/>
                    </a:cubicBezTo>
                    <a:cubicBezTo>
                      <a:pt x="118" y="456"/>
                      <a:pt x="118" y="456"/>
                      <a:pt x="118" y="456"/>
                    </a:cubicBezTo>
                    <a:cubicBezTo>
                      <a:pt x="103" y="471"/>
                      <a:pt x="73" y="471"/>
                      <a:pt x="59" y="456"/>
                    </a:cubicBezTo>
                    <a:cubicBezTo>
                      <a:pt x="44" y="441"/>
                      <a:pt x="44" y="412"/>
                      <a:pt x="59" y="398"/>
                    </a:cubicBezTo>
                    <a:cubicBezTo>
                      <a:pt x="206" y="265"/>
                      <a:pt x="206" y="265"/>
                      <a:pt x="206" y="265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44" y="103"/>
                      <a:pt x="44" y="73"/>
                      <a:pt x="59" y="59"/>
                    </a:cubicBezTo>
                    <a:cubicBezTo>
                      <a:pt x="73" y="44"/>
                      <a:pt x="103" y="44"/>
                      <a:pt x="118" y="59"/>
                    </a:cubicBezTo>
                    <a:cubicBezTo>
                      <a:pt x="265" y="206"/>
                      <a:pt x="265" y="206"/>
                      <a:pt x="265" y="206"/>
                    </a:cubicBezTo>
                    <a:cubicBezTo>
                      <a:pt x="398" y="59"/>
                      <a:pt x="398" y="59"/>
                      <a:pt x="398" y="59"/>
                    </a:cubicBezTo>
                    <a:cubicBezTo>
                      <a:pt x="412" y="44"/>
                      <a:pt x="441" y="44"/>
                      <a:pt x="456" y="59"/>
                    </a:cubicBezTo>
                    <a:cubicBezTo>
                      <a:pt x="471" y="73"/>
                      <a:pt x="471" y="103"/>
                      <a:pt x="456" y="118"/>
                    </a:cubicBezTo>
                    <a:cubicBezTo>
                      <a:pt x="309" y="265"/>
                      <a:pt x="309" y="265"/>
                      <a:pt x="309" y="265"/>
                    </a:cubicBezTo>
                    <a:cubicBezTo>
                      <a:pt x="456" y="398"/>
                      <a:pt x="456" y="398"/>
                      <a:pt x="456" y="398"/>
                    </a:cubicBezTo>
                    <a:cubicBezTo>
                      <a:pt x="471" y="412"/>
                      <a:pt x="471" y="441"/>
                      <a:pt x="456" y="4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2"/>
              <p:cNvSpPr/>
              <p:nvPr/>
            </p:nvSpPr>
            <p:spPr>
              <a:xfrm>
                <a:off x="2914608" y="6838922"/>
                <a:ext cx="221991" cy="54165"/>
              </a:xfrm>
              <a:custGeom>
                <a:rect b="b" l="l" r="r" t="t"/>
                <a:pathLst>
                  <a:path extrusionOk="0" h="148" w="619"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3"/>
                    </a:cubicBezTo>
                    <a:cubicBezTo>
                      <a:pt x="0" y="117"/>
                      <a:pt x="29" y="147"/>
                      <a:pt x="73" y="147"/>
                    </a:cubicBezTo>
                    <a:cubicBezTo>
                      <a:pt x="545" y="147"/>
                      <a:pt x="545" y="147"/>
                      <a:pt x="545" y="147"/>
                    </a:cubicBezTo>
                    <a:cubicBezTo>
                      <a:pt x="589" y="147"/>
                      <a:pt x="618" y="117"/>
                      <a:pt x="618" y="73"/>
                    </a:cubicBezTo>
                    <a:cubicBezTo>
                      <a:pt x="618" y="29"/>
                      <a:pt x="589" y="0"/>
                      <a:pt x="545" y="0"/>
                    </a:cubicBezTo>
                    <a:close/>
                    <a:moveTo>
                      <a:pt x="545" y="117"/>
                    </a:moveTo>
                    <a:lnTo>
                      <a:pt x="545" y="117"/>
                    </a:lnTo>
                    <a:cubicBezTo>
                      <a:pt x="73" y="117"/>
                      <a:pt x="73" y="117"/>
                      <a:pt x="73" y="117"/>
                    </a:cubicBezTo>
                    <a:cubicBezTo>
                      <a:pt x="59" y="117"/>
                      <a:pt x="29" y="88"/>
                      <a:pt x="29" y="73"/>
                    </a:cubicBezTo>
                    <a:cubicBezTo>
                      <a:pt x="29" y="58"/>
                      <a:pt x="59" y="29"/>
                      <a:pt x="73" y="29"/>
                    </a:cubicBezTo>
                    <a:cubicBezTo>
                      <a:pt x="545" y="29"/>
                      <a:pt x="545" y="29"/>
                      <a:pt x="545" y="29"/>
                    </a:cubicBezTo>
                    <a:cubicBezTo>
                      <a:pt x="559" y="29"/>
                      <a:pt x="589" y="58"/>
                      <a:pt x="589" y="73"/>
                    </a:cubicBezTo>
                    <a:cubicBezTo>
                      <a:pt x="589" y="88"/>
                      <a:pt x="559" y="117"/>
                      <a:pt x="545" y="1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2"/>
              <p:cNvSpPr/>
              <p:nvPr/>
            </p:nvSpPr>
            <p:spPr>
              <a:xfrm>
                <a:off x="2543303" y="6753050"/>
                <a:ext cx="228597" cy="223266"/>
              </a:xfrm>
              <a:custGeom>
                <a:rect b="b" l="l" r="r" t="t"/>
                <a:pathLst>
                  <a:path extrusionOk="0" h="619" w="634">
                    <a:moveTo>
                      <a:pt x="560" y="236"/>
                    </a:moveTo>
                    <a:lnTo>
                      <a:pt x="560" y="236"/>
                    </a:lnTo>
                    <a:cubicBezTo>
                      <a:pt x="398" y="236"/>
                      <a:pt x="398" y="236"/>
                      <a:pt x="398" y="236"/>
                    </a:cubicBezTo>
                    <a:cubicBezTo>
                      <a:pt x="398" y="74"/>
                      <a:pt x="398" y="74"/>
                      <a:pt x="398" y="74"/>
                    </a:cubicBezTo>
                    <a:cubicBezTo>
                      <a:pt x="398" y="29"/>
                      <a:pt x="369" y="0"/>
                      <a:pt x="324" y="0"/>
                    </a:cubicBezTo>
                    <a:cubicBezTo>
                      <a:pt x="280" y="0"/>
                      <a:pt x="236" y="29"/>
                      <a:pt x="236" y="74"/>
                    </a:cubicBezTo>
                    <a:cubicBezTo>
                      <a:pt x="236" y="236"/>
                      <a:pt x="236" y="236"/>
                      <a:pt x="236" y="236"/>
                    </a:cubicBezTo>
                    <a:cubicBezTo>
                      <a:pt x="89" y="236"/>
                      <a:pt x="89" y="236"/>
                      <a:pt x="89" y="236"/>
                    </a:cubicBezTo>
                    <a:cubicBezTo>
                      <a:pt x="45" y="236"/>
                      <a:pt x="0" y="265"/>
                      <a:pt x="0" y="309"/>
                    </a:cubicBezTo>
                    <a:cubicBezTo>
                      <a:pt x="0" y="353"/>
                      <a:pt x="45" y="383"/>
                      <a:pt x="89" y="383"/>
                    </a:cubicBezTo>
                    <a:cubicBezTo>
                      <a:pt x="236" y="383"/>
                      <a:pt x="236" y="383"/>
                      <a:pt x="236" y="383"/>
                    </a:cubicBezTo>
                    <a:cubicBezTo>
                      <a:pt x="236" y="545"/>
                      <a:pt x="236" y="545"/>
                      <a:pt x="236" y="545"/>
                    </a:cubicBezTo>
                    <a:cubicBezTo>
                      <a:pt x="236" y="589"/>
                      <a:pt x="280" y="618"/>
                      <a:pt x="324" y="618"/>
                    </a:cubicBezTo>
                    <a:cubicBezTo>
                      <a:pt x="369" y="618"/>
                      <a:pt x="398" y="589"/>
                      <a:pt x="398" y="545"/>
                    </a:cubicBezTo>
                    <a:cubicBezTo>
                      <a:pt x="398" y="383"/>
                      <a:pt x="398" y="383"/>
                      <a:pt x="398" y="383"/>
                    </a:cubicBezTo>
                    <a:cubicBezTo>
                      <a:pt x="560" y="383"/>
                      <a:pt x="560" y="383"/>
                      <a:pt x="560" y="383"/>
                    </a:cubicBezTo>
                    <a:cubicBezTo>
                      <a:pt x="604" y="383"/>
                      <a:pt x="633" y="353"/>
                      <a:pt x="633" y="309"/>
                    </a:cubicBezTo>
                    <a:cubicBezTo>
                      <a:pt x="633" y="265"/>
                      <a:pt x="604" y="236"/>
                      <a:pt x="560" y="236"/>
                    </a:cubicBezTo>
                    <a:close/>
                    <a:moveTo>
                      <a:pt x="560" y="353"/>
                    </a:moveTo>
                    <a:lnTo>
                      <a:pt x="560" y="353"/>
                    </a:lnTo>
                    <a:cubicBezTo>
                      <a:pt x="354" y="353"/>
                      <a:pt x="354" y="353"/>
                      <a:pt x="354" y="353"/>
                    </a:cubicBezTo>
                    <a:cubicBezTo>
                      <a:pt x="354" y="545"/>
                      <a:pt x="354" y="545"/>
                      <a:pt x="354" y="545"/>
                    </a:cubicBezTo>
                    <a:cubicBezTo>
                      <a:pt x="354" y="559"/>
                      <a:pt x="339" y="589"/>
                      <a:pt x="324" y="589"/>
                    </a:cubicBezTo>
                    <a:cubicBezTo>
                      <a:pt x="295" y="589"/>
                      <a:pt x="280" y="559"/>
                      <a:pt x="280" y="545"/>
                    </a:cubicBezTo>
                    <a:cubicBezTo>
                      <a:pt x="280" y="353"/>
                      <a:pt x="280" y="353"/>
                      <a:pt x="280" y="353"/>
                    </a:cubicBezTo>
                    <a:cubicBezTo>
                      <a:pt x="89" y="353"/>
                      <a:pt x="89" y="353"/>
                      <a:pt x="89" y="353"/>
                    </a:cubicBezTo>
                    <a:cubicBezTo>
                      <a:pt x="59" y="353"/>
                      <a:pt x="45" y="324"/>
                      <a:pt x="45" y="309"/>
                    </a:cubicBezTo>
                    <a:cubicBezTo>
                      <a:pt x="45" y="294"/>
                      <a:pt x="59" y="265"/>
                      <a:pt x="89" y="265"/>
                    </a:cubicBezTo>
                    <a:cubicBezTo>
                      <a:pt x="280" y="265"/>
                      <a:pt x="280" y="265"/>
                      <a:pt x="280" y="265"/>
                    </a:cubicBezTo>
                    <a:cubicBezTo>
                      <a:pt x="280" y="74"/>
                      <a:pt x="280" y="74"/>
                      <a:pt x="280" y="74"/>
                    </a:cubicBezTo>
                    <a:cubicBezTo>
                      <a:pt x="280" y="59"/>
                      <a:pt x="295" y="29"/>
                      <a:pt x="324" y="29"/>
                    </a:cubicBezTo>
                    <a:cubicBezTo>
                      <a:pt x="339" y="29"/>
                      <a:pt x="354" y="59"/>
                      <a:pt x="354" y="74"/>
                    </a:cubicBezTo>
                    <a:cubicBezTo>
                      <a:pt x="354" y="265"/>
                      <a:pt x="354" y="265"/>
                      <a:pt x="354" y="265"/>
                    </a:cubicBezTo>
                    <a:cubicBezTo>
                      <a:pt x="560" y="265"/>
                      <a:pt x="560" y="265"/>
                      <a:pt x="560" y="265"/>
                    </a:cubicBezTo>
                    <a:cubicBezTo>
                      <a:pt x="575" y="265"/>
                      <a:pt x="589" y="294"/>
                      <a:pt x="589" y="309"/>
                    </a:cubicBezTo>
                    <a:cubicBezTo>
                      <a:pt x="589" y="324"/>
                      <a:pt x="575" y="353"/>
                      <a:pt x="560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2"/>
              <p:cNvSpPr/>
              <p:nvPr/>
            </p:nvSpPr>
            <p:spPr>
              <a:xfrm>
                <a:off x="2177282" y="6764940"/>
                <a:ext cx="228598" cy="200807"/>
              </a:xfrm>
              <a:custGeom>
                <a:rect b="b" l="l" r="r" t="t"/>
                <a:pathLst>
                  <a:path extrusionOk="0" h="561" w="634">
                    <a:moveTo>
                      <a:pt x="73" y="162"/>
                    </a:moveTo>
                    <a:lnTo>
                      <a:pt x="73" y="162"/>
                    </a:lnTo>
                    <a:cubicBezTo>
                      <a:pt x="544" y="162"/>
                      <a:pt x="544" y="162"/>
                      <a:pt x="544" y="162"/>
                    </a:cubicBezTo>
                    <a:cubicBezTo>
                      <a:pt x="588" y="162"/>
                      <a:pt x="633" y="133"/>
                      <a:pt x="633" y="89"/>
                    </a:cubicBezTo>
                    <a:cubicBezTo>
                      <a:pt x="633" y="45"/>
                      <a:pt x="588" y="0"/>
                      <a:pt x="544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133"/>
                      <a:pt x="29" y="162"/>
                      <a:pt x="73" y="162"/>
                    </a:cubicBezTo>
                    <a:close/>
                    <a:moveTo>
                      <a:pt x="73" y="45"/>
                    </a:moveTo>
                    <a:lnTo>
                      <a:pt x="73" y="45"/>
                    </a:lnTo>
                    <a:cubicBezTo>
                      <a:pt x="544" y="45"/>
                      <a:pt x="544" y="45"/>
                      <a:pt x="544" y="45"/>
                    </a:cubicBezTo>
                    <a:cubicBezTo>
                      <a:pt x="574" y="45"/>
                      <a:pt x="588" y="59"/>
                      <a:pt x="588" y="89"/>
                    </a:cubicBezTo>
                    <a:cubicBezTo>
                      <a:pt x="588" y="103"/>
                      <a:pt x="574" y="118"/>
                      <a:pt x="544" y="118"/>
                    </a:cubicBezTo>
                    <a:cubicBezTo>
                      <a:pt x="73" y="118"/>
                      <a:pt x="73" y="118"/>
                      <a:pt x="73" y="118"/>
                    </a:cubicBezTo>
                    <a:cubicBezTo>
                      <a:pt x="58" y="118"/>
                      <a:pt x="44" y="103"/>
                      <a:pt x="44" y="89"/>
                    </a:cubicBezTo>
                    <a:cubicBezTo>
                      <a:pt x="44" y="59"/>
                      <a:pt x="58" y="45"/>
                      <a:pt x="73" y="45"/>
                    </a:cubicBezTo>
                    <a:close/>
                    <a:moveTo>
                      <a:pt x="544" y="207"/>
                    </a:moveTo>
                    <a:lnTo>
                      <a:pt x="544" y="207"/>
                    </a:lnTo>
                    <a:cubicBezTo>
                      <a:pt x="73" y="207"/>
                      <a:pt x="73" y="207"/>
                      <a:pt x="73" y="207"/>
                    </a:cubicBezTo>
                    <a:cubicBezTo>
                      <a:pt x="29" y="207"/>
                      <a:pt x="0" y="236"/>
                      <a:pt x="0" y="280"/>
                    </a:cubicBezTo>
                    <a:cubicBezTo>
                      <a:pt x="0" y="324"/>
                      <a:pt x="29" y="354"/>
                      <a:pt x="73" y="354"/>
                    </a:cubicBezTo>
                    <a:cubicBezTo>
                      <a:pt x="544" y="354"/>
                      <a:pt x="544" y="354"/>
                      <a:pt x="544" y="354"/>
                    </a:cubicBezTo>
                    <a:cubicBezTo>
                      <a:pt x="588" y="354"/>
                      <a:pt x="633" y="324"/>
                      <a:pt x="633" y="280"/>
                    </a:cubicBezTo>
                    <a:cubicBezTo>
                      <a:pt x="633" y="236"/>
                      <a:pt x="588" y="207"/>
                      <a:pt x="544" y="207"/>
                    </a:cubicBezTo>
                    <a:close/>
                    <a:moveTo>
                      <a:pt x="544" y="324"/>
                    </a:moveTo>
                    <a:lnTo>
                      <a:pt x="544" y="324"/>
                    </a:lnTo>
                    <a:cubicBezTo>
                      <a:pt x="73" y="324"/>
                      <a:pt x="73" y="324"/>
                      <a:pt x="73" y="324"/>
                    </a:cubicBezTo>
                    <a:cubicBezTo>
                      <a:pt x="58" y="324"/>
                      <a:pt x="44" y="295"/>
                      <a:pt x="44" y="280"/>
                    </a:cubicBezTo>
                    <a:cubicBezTo>
                      <a:pt x="44" y="265"/>
                      <a:pt x="58" y="236"/>
                      <a:pt x="73" y="236"/>
                    </a:cubicBezTo>
                    <a:cubicBezTo>
                      <a:pt x="544" y="236"/>
                      <a:pt x="544" y="236"/>
                      <a:pt x="544" y="236"/>
                    </a:cubicBezTo>
                    <a:cubicBezTo>
                      <a:pt x="574" y="236"/>
                      <a:pt x="588" y="265"/>
                      <a:pt x="588" y="280"/>
                    </a:cubicBezTo>
                    <a:cubicBezTo>
                      <a:pt x="588" y="295"/>
                      <a:pt x="574" y="324"/>
                      <a:pt x="544" y="324"/>
                    </a:cubicBezTo>
                    <a:close/>
                    <a:moveTo>
                      <a:pt x="544" y="398"/>
                    </a:moveTo>
                    <a:lnTo>
                      <a:pt x="544" y="398"/>
                    </a:lnTo>
                    <a:cubicBezTo>
                      <a:pt x="73" y="398"/>
                      <a:pt x="73" y="398"/>
                      <a:pt x="73" y="398"/>
                    </a:cubicBezTo>
                    <a:cubicBezTo>
                      <a:pt x="29" y="398"/>
                      <a:pt x="0" y="428"/>
                      <a:pt x="0" y="471"/>
                    </a:cubicBezTo>
                    <a:cubicBezTo>
                      <a:pt x="0" y="516"/>
                      <a:pt x="29" y="560"/>
                      <a:pt x="73" y="560"/>
                    </a:cubicBezTo>
                    <a:cubicBezTo>
                      <a:pt x="544" y="560"/>
                      <a:pt x="544" y="560"/>
                      <a:pt x="544" y="560"/>
                    </a:cubicBezTo>
                    <a:cubicBezTo>
                      <a:pt x="588" y="560"/>
                      <a:pt x="633" y="516"/>
                      <a:pt x="633" y="471"/>
                    </a:cubicBezTo>
                    <a:cubicBezTo>
                      <a:pt x="633" y="428"/>
                      <a:pt x="588" y="398"/>
                      <a:pt x="544" y="398"/>
                    </a:cubicBezTo>
                    <a:close/>
                    <a:moveTo>
                      <a:pt x="544" y="516"/>
                    </a:moveTo>
                    <a:lnTo>
                      <a:pt x="544" y="516"/>
                    </a:lnTo>
                    <a:cubicBezTo>
                      <a:pt x="73" y="516"/>
                      <a:pt x="73" y="516"/>
                      <a:pt x="73" y="516"/>
                    </a:cubicBezTo>
                    <a:cubicBezTo>
                      <a:pt x="58" y="516"/>
                      <a:pt x="44" y="501"/>
                      <a:pt x="44" y="471"/>
                    </a:cubicBezTo>
                    <a:cubicBezTo>
                      <a:pt x="44" y="457"/>
                      <a:pt x="58" y="442"/>
                      <a:pt x="73" y="442"/>
                    </a:cubicBezTo>
                    <a:cubicBezTo>
                      <a:pt x="544" y="442"/>
                      <a:pt x="544" y="442"/>
                      <a:pt x="544" y="442"/>
                    </a:cubicBezTo>
                    <a:cubicBezTo>
                      <a:pt x="574" y="442"/>
                      <a:pt x="588" y="457"/>
                      <a:pt x="588" y="471"/>
                    </a:cubicBezTo>
                    <a:cubicBezTo>
                      <a:pt x="588" y="501"/>
                      <a:pt x="574" y="516"/>
                      <a:pt x="544" y="5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2"/>
              <p:cNvSpPr/>
              <p:nvPr/>
            </p:nvSpPr>
            <p:spPr>
              <a:xfrm>
                <a:off x="1812583" y="6753050"/>
                <a:ext cx="221991" cy="223266"/>
              </a:xfrm>
              <a:custGeom>
                <a:rect b="b" l="l" r="r" t="t"/>
                <a:pathLst>
                  <a:path extrusionOk="0" h="619" w="619">
                    <a:moveTo>
                      <a:pt x="427" y="177"/>
                    </a:moveTo>
                    <a:lnTo>
                      <a:pt x="427" y="177"/>
                    </a:lnTo>
                    <a:cubicBezTo>
                      <a:pt x="412" y="162"/>
                      <a:pt x="412" y="177"/>
                      <a:pt x="398" y="177"/>
                    </a:cubicBezTo>
                    <a:cubicBezTo>
                      <a:pt x="280" y="398"/>
                      <a:pt x="280" y="398"/>
                      <a:pt x="280" y="398"/>
                    </a:cubicBezTo>
                    <a:cubicBezTo>
                      <a:pt x="206" y="339"/>
                      <a:pt x="206" y="339"/>
                      <a:pt x="206" y="339"/>
                    </a:cubicBezTo>
                    <a:cubicBezTo>
                      <a:pt x="191" y="324"/>
                      <a:pt x="191" y="324"/>
                      <a:pt x="177" y="339"/>
                    </a:cubicBezTo>
                    <a:cubicBezTo>
                      <a:pt x="162" y="339"/>
                      <a:pt x="162" y="353"/>
                      <a:pt x="177" y="353"/>
                    </a:cubicBezTo>
                    <a:cubicBezTo>
                      <a:pt x="265" y="441"/>
                      <a:pt x="265" y="441"/>
                      <a:pt x="265" y="441"/>
                    </a:cubicBezTo>
                    <a:cubicBezTo>
                      <a:pt x="280" y="457"/>
                      <a:pt x="280" y="457"/>
                      <a:pt x="294" y="441"/>
                    </a:cubicBezTo>
                    <a:lnTo>
                      <a:pt x="441" y="206"/>
                    </a:lnTo>
                    <a:cubicBezTo>
                      <a:pt x="441" y="191"/>
                      <a:pt x="441" y="177"/>
                      <a:pt x="427" y="177"/>
                    </a:cubicBezTo>
                    <a:close/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18"/>
                      <a:pt x="73" y="618"/>
                    </a:cubicBezTo>
                    <a:cubicBezTo>
                      <a:pt x="545" y="618"/>
                      <a:pt x="545" y="618"/>
                      <a:pt x="545" y="618"/>
                    </a:cubicBezTo>
                    <a:cubicBezTo>
                      <a:pt x="589" y="618"/>
                      <a:pt x="618" y="589"/>
                      <a:pt x="618" y="545"/>
                    </a:cubicBezTo>
                    <a:cubicBezTo>
                      <a:pt x="618" y="74"/>
                      <a:pt x="618" y="74"/>
                      <a:pt x="618" y="74"/>
                    </a:cubicBezTo>
                    <a:cubicBezTo>
                      <a:pt x="618" y="29"/>
                      <a:pt x="589" y="0"/>
                      <a:pt x="545" y="0"/>
                    </a:cubicBezTo>
                    <a:close/>
                    <a:moveTo>
                      <a:pt x="589" y="545"/>
                    </a:moveTo>
                    <a:lnTo>
                      <a:pt x="589" y="545"/>
                    </a:lnTo>
                    <a:cubicBezTo>
                      <a:pt x="589" y="559"/>
                      <a:pt x="559" y="589"/>
                      <a:pt x="545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59"/>
                      <a:pt x="29" y="545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59"/>
                      <a:pt x="59" y="29"/>
                      <a:pt x="73" y="29"/>
                    </a:cubicBezTo>
                    <a:cubicBezTo>
                      <a:pt x="545" y="29"/>
                      <a:pt x="545" y="29"/>
                      <a:pt x="545" y="29"/>
                    </a:cubicBezTo>
                    <a:cubicBezTo>
                      <a:pt x="559" y="29"/>
                      <a:pt x="589" y="59"/>
                      <a:pt x="589" y="74"/>
                    </a:cubicBezTo>
                    <a:lnTo>
                      <a:pt x="589" y="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2"/>
              <p:cNvSpPr/>
              <p:nvPr/>
            </p:nvSpPr>
            <p:spPr>
              <a:xfrm>
                <a:off x="1441277" y="6753050"/>
                <a:ext cx="228597" cy="223266"/>
              </a:xfrm>
              <a:custGeom>
                <a:rect b="b" l="l" r="r" t="t"/>
                <a:pathLst>
                  <a:path extrusionOk="0" h="619" w="634">
                    <a:moveTo>
                      <a:pt x="560" y="0"/>
                    </a:moveTo>
                    <a:lnTo>
                      <a:pt x="56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29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44" y="618"/>
                      <a:pt x="89" y="618"/>
                    </a:cubicBezTo>
                    <a:cubicBezTo>
                      <a:pt x="560" y="618"/>
                      <a:pt x="560" y="618"/>
                      <a:pt x="560" y="618"/>
                    </a:cubicBezTo>
                    <a:cubicBezTo>
                      <a:pt x="604" y="618"/>
                      <a:pt x="633" y="589"/>
                      <a:pt x="633" y="545"/>
                    </a:cubicBezTo>
                    <a:cubicBezTo>
                      <a:pt x="633" y="74"/>
                      <a:pt x="633" y="74"/>
                      <a:pt x="633" y="74"/>
                    </a:cubicBezTo>
                    <a:cubicBezTo>
                      <a:pt x="633" y="29"/>
                      <a:pt x="604" y="0"/>
                      <a:pt x="560" y="0"/>
                    </a:cubicBezTo>
                    <a:close/>
                    <a:moveTo>
                      <a:pt x="589" y="545"/>
                    </a:moveTo>
                    <a:lnTo>
                      <a:pt x="589" y="545"/>
                    </a:lnTo>
                    <a:cubicBezTo>
                      <a:pt x="589" y="559"/>
                      <a:pt x="574" y="589"/>
                      <a:pt x="56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4" y="559"/>
                      <a:pt x="44" y="545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9" y="29"/>
                      <a:pt x="89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74" y="29"/>
                      <a:pt x="589" y="59"/>
                      <a:pt x="589" y="74"/>
                    </a:cubicBezTo>
                    <a:lnTo>
                      <a:pt x="589" y="545"/>
                    </a:lnTo>
                    <a:close/>
                    <a:moveTo>
                      <a:pt x="412" y="206"/>
                    </a:moveTo>
                    <a:lnTo>
                      <a:pt x="412" y="206"/>
                    </a:lnTo>
                    <a:cubicBezTo>
                      <a:pt x="412" y="206"/>
                      <a:pt x="398" y="206"/>
                      <a:pt x="383" y="206"/>
                    </a:cubicBezTo>
                    <a:cubicBezTo>
                      <a:pt x="324" y="280"/>
                      <a:pt x="324" y="280"/>
                      <a:pt x="324" y="280"/>
                    </a:cubicBezTo>
                    <a:cubicBezTo>
                      <a:pt x="251" y="206"/>
                      <a:pt x="251" y="206"/>
                      <a:pt x="251" y="206"/>
                    </a:cubicBezTo>
                    <a:cubicBezTo>
                      <a:pt x="236" y="206"/>
                      <a:pt x="236" y="206"/>
                      <a:pt x="221" y="206"/>
                    </a:cubicBezTo>
                    <a:cubicBezTo>
                      <a:pt x="221" y="221"/>
                      <a:pt x="221" y="236"/>
                      <a:pt x="221" y="236"/>
                    </a:cubicBezTo>
                    <a:cubicBezTo>
                      <a:pt x="295" y="309"/>
                      <a:pt x="295" y="309"/>
                      <a:pt x="295" y="309"/>
                    </a:cubicBezTo>
                    <a:cubicBezTo>
                      <a:pt x="221" y="383"/>
                      <a:pt x="221" y="383"/>
                      <a:pt x="221" y="383"/>
                    </a:cubicBezTo>
                    <a:cubicBezTo>
                      <a:pt x="221" y="383"/>
                      <a:pt x="221" y="398"/>
                      <a:pt x="221" y="412"/>
                    </a:cubicBezTo>
                    <a:cubicBezTo>
                      <a:pt x="236" y="412"/>
                      <a:pt x="236" y="412"/>
                      <a:pt x="251" y="412"/>
                    </a:cubicBezTo>
                    <a:cubicBezTo>
                      <a:pt x="324" y="339"/>
                      <a:pt x="324" y="339"/>
                      <a:pt x="324" y="339"/>
                    </a:cubicBezTo>
                    <a:cubicBezTo>
                      <a:pt x="383" y="412"/>
                      <a:pt x="383" y="412"/>
                      <a:pt x="383" y="412"/>
                    </a:cubicBezTo>
                    <a:cubicBezTo>
                      <a:pt x="398" y="412"/>
                      <a:pt x="412" y="412"/>
                      <a:pt x="412" y="412"/>
                    </a:cubicBezTo>
                    <a:cubicBezTo>
                      <a:pt x="427" y="398"/>
                      <a:pt x="427" y="383"/>
                      <a:pt x="412" y="383"/>
                    </a:cubicBezTo>
                    <a:cubicBezTo>
                      <a:pt x="354" y="309"/>
                      <a:pt x="354" y="309"/>
                      <a:pt x="354" y="309"/>
                    </a:cubicBezTo>
                    <a:cubicBezTo>
                      <a:pt x="412" y="236"/>
                      <a:pt x="412" y="236"/>
                      <a:pt x="412" y="236"/>
                    </a:cubicBezTo>
                    <a:cubicBezTo>
                      <a:pt x="427" y="236"/>
                      <a:pt x="427" y="221"/>
                      <a:pt x="412" y="2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2"/>
              <p:cNvSpPr/>
              <p:nvPr/>
            </p:nvSpPr>
            <p:spPr>
              <a:xfrm>
                <a:off x="1076578" y="6753050"/>
                <a:ext cx="228597" cy="223266"/>
              </a:xfrm>
              <a:custGeom>
                <a:rect b="b" l="l" r="r" t="t"/>
                <a:pathLst>
                  <a:path extrusionOk="0" h="619" w="634"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18"/>
                      <a:pt x="73" y="618"/>
                    </a:cubicBezTo>
                    <a:cubicBezTo>
                      <a:pt x="544" y="618"/>
                      <a:pt x="544" y="618"/>
                      <a:pt x="544" y="618"/>
                    </a:cubicBezTo>
                    <a:cubicBezTo>
                      <a:pt x="588" y="618"/>
                      <a:pt x="633" y="589"/>
                      <a:pt x="633" y="545"/>
                    </a:cubicBezTo>
                    <a:cubicBezTo>
                      <a:pt x="633" y="74"/>
                      <a:pt x="633" y="74"/>
                      <a:pt x="633" y="74"/>
                    </a:cubicBezTo>
                    <a:cubicBezTo>
                      <a:pt x="633" y="29"/>
                      <a:pt x="588" y="0"/>
                      <a:pt x="544" y="0"/>
                    </a:cubicBezTo>
                    <a:close/>
                    <a:moveTo>
                      <a:pt x="588" y="545"/>
                    </a:moveTo>
                    <a:lnTo>
                      <a:pt x="588" y="545"/>
                    </a:lnTo>
                    <a:cubicBezTo>
                      <a:pt x="588" y="559"/>
                      <a:pt x="574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59"/>
                      <a:pt x="44" y="545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8" y="29"/>
                      <a:pt x="73" y="29"/>
                    </a:cubicBezTo>
                    <a:cubicBezTo>
                      <a:pt x="544" y="29"/>
                      <a:pt x="544" y="29"/>
                      <a:pt x="544" y="29"/>
                    </a:cubicBezTo>
                    <a:cubicBezTo>
                      <a:pt x="574" y="29"/>
                      <a:pt x="588" y="59"/>
                      <a:pt x="588" y="74"/>
                    </a:cubicBezTo>
                    <a:lnTo>
                      <a:pt x="588" y="545"/>
                    </a:lnTo>
                    <a:close/>
                    <a:moveTo>
                      <a:pt x="426" y="294"/>
                    </a:moveTo>
                    <a:lnTo>
                      <a:pt x="426" y="294"/>
                    </a:lnTo>
                    <a:cubicBezTo>
                      <a:pt x="191" y="294"/>
                      <a:pt x="191" y="294"/>
                      <a:pt x="191" y="294"/>
                    </a:cubicBezTo>
                    <a:cubicBezTo>
                      <a:pt x="191" y="294"/>
                      <a:pt x="176" y="294"/>
                      <a:pt x="176" y="309"/>
                    </a:cubicBezTo>
                    <a:cubicBezTo>
                      <a:pt x="176" y="324"/>
                      <a:pt x="191" y="324"/>
                      <a:pt x="191" y="324"/>
                    </a:cubicBezTo>
                    <a:cubicBezTo>
                      <a:pt x="426" y="324"/>
                      <a:pt x="426" y="324"/>
                      <a:pt x="426" y="324"/>
                    </a:cubicBezTo>
                    <a:cubicBezTo>
                      <a:pt x="441" y="324"/>
                      <a:pt x="456" y="324"/>
                      <a:pt x="456" y="309"/>
                    </a:cubicBezTo>
                    <a:cubicBezTo>
                      <a:pt x="456" y="294"/>
                      <a:pt x="441" y="294"/>
                      <a:pt x="426" y="2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2"/>
              <p:cNvSpPr/>
              <p:nvPr/>
            </p:nvSpPr>
            <p:spPr>
              <a:xfrm>
                <a:off x="709236" y="6753050"/>
                <a:ext cx="221991" cy="223266"/>
              </a:xfrm>
              <a:custGeom>
                <a:rect b="b" l="l" r="r" t="t"/>
                <a:pathLst>
                  <a:path extrusionOk="0" h="619" w="619">
                    <a:moveTo>
                      <a:pt x="427" y="294"/>
                    </a:moveTo>
                    <a:lnTo>
                      <a:pt x="427" y="294"/>
                    </a:lnTo>
                    <a:cubicBezTo>
                      <a:pt x="324" y="294"/>
                      <a:pt x="324" y="294"/>
                      <a:pt x="324" y="294"/>
                    </a:cubicBezTo>
                    <a:cubicBezTo>
                      <a:pt x="324" y="191"/>
                      <a:pt x="324" y="191"/>
                      <a:pt x="324" y="191"/>
                    </a:cubicBezTo>
                    <a:cubicBezTo>
                      <a:pt x="324" y="177"/>
                      <a:pt x="324" y="177"/>
                      <a:pt x="309" y="177"/>
                    </a:cubicBezTo>
                    <a:cubicBezTo>
                      <a:pt x="294" y="177"/>
                      <a:pt x="294" y="177"/>
                      <a:pt x="294" y="191"/>
                    </a:cubicBezTo>
                    <a:cubicBezTo>
                      <a:pt x="294" y="294"/>
                      <a:pt x="294" y="294"/>
                      <a:pt x="294" y="294"/>
                    </a:cubicBezTo>
                    <a:cubicBezTo>
                      <a:pt x="191" y="294"/>
                      <a:pt x="191" y="294"/>
                      <a:pt x="191" y="294"/>
                    </a:cubicBezTo>
                    <a:cubicBezTo>
                      <a:pt x="177" y="294"/>
                      <a:pt x="177" y="294"/>
                      <a:pt x="177" y="309"/>
                    </a:cubicBezTo>
                    <a:cubicBezTo>
                      <a:pt x="177" y="324"/>
                      <a:pt x="177" y="324"/>
                      <a:pt x="191" y="324"/>
                    </a:cubicBezTo>
                    <a:cubicBezTo>
                      <a:pt x="294" y="324"/>
                      <a:pt x="294" y="324"/>
                      <a:pt x="294" y="324"/>
                    </a:cubicBezTo>
                    <a:cubicBezTo>
                      <a:pt x="294" y="427"/>
                      <a:pt x="294" y="427"/>
                      <a:pt x="294" y="427"/>
                    </a:cubicBezTo>
                    <a:cubicBezTo>
                      <a:pt x="294" y="441"/>
                      <a:pt x="294" y="441"/>
                      <a:pt x="309" y="441"/>
                    </a:cubicBezTo>
                    <a:cubicBezTo>
                      <a:pt x="324" y="441"/>
                      <a:pt x="324" y="441"/>
                      <a:pt x="324" y="427"/>
                    </a:cubicBezTo>
                    <a:cubicBezTo>
                      <a:pt x="324" y="324"/>
                      <a:pt x="324" y="324"/>
                      <a:pt x="324" y="324"/>
                    </a:cubicBezTo>
                    <a:cubicBezTo>
                      <a:pt x="427" y="324"/>
                      <a:pt x="427" y="324"/>
                      <a:pt x="427" y="324"/>
                    </a:cubicBezTo>
                    <a:cubicBezTo>
                      <a:pt x="441" y="324"/>
                      <a:pt x="441" y="324"/>
                      <a:pt x="441" y="309"/>
                    </a:cubicBezTo>
                    <a:cubicBezTo>
                      <a:pt x="441" y="294"/>
                      <a:pt x="441" y="294"/>
                      <a:pt x="427" y="294"/>
                    </a:cubicBez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18"/>
                      <a:pt x="73" y="618"/>
                    </a:cubicBezTo>
                    <a:cubicBezTo>
                      <a:pt x="544" y="618"/>
                      <a:pt x="544" y="618"/>
                      <a:pt x="544" y="618"/>
                    </a:cubicBezTo>
                    <a:cubicBezTo>
                      <a:pt x="589" y="618"/>
                      <a:pt x="618" y="589"/>
                      <a:pt x="618" y="545"/>
                    </a:cubicBezTo>
                    <a:cubicBezTo>
                      <a:pt x="618" y="74"/>
                      <a:pt x="618" y="74"/>
                      <a:pt x="618" y="74"/>
                    </a:cubicBezTo>
                    <a:cubicBezTo>
                      <a:pt x="618" y="29"/>
                      <a:pt x="589" y="0"/>
                      <a:pt x="544" y="0"/>
                    </a:cubicBezTo>
                    <a:close/>
                    <a:moveTo>
                      <a:pt x="589" y="545"/>
                    </a:moveTo>
                    <a:lnTo>
                      <a:pt x="589" y="545"/>
                    </a:lnTo>
                    <a:cubicBezTo>
                      <a:pt x="589" y="559"/>
                      <a:pt x="559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59"/>
                      <a:pt x="29" y="545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59"/>
                      <a:pt x="59" y="29"/>
                      <a:pt x="73" y="29"/>
                    </a:cubicBezTo>
                    <a:cubicBezTo>
                      <a:pt x="544" y="29"/>
                      <a:pt x="544" y="29"/>
                      <a:pt x="544" y="29"/>
                    </a:cubicBezTo>
                    <a:cubicBezTo>
                      <a:pt x="559" y="29"/>
                      <a:pt x="589" y="59"/>
                      <a:pt x="589" y="74"/>
                    </a:cubicBezTo>
                    <a:lnTo>
                      <a:pt x="589" y="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2"/>
              <p:cNvSpPr/>
              <p:nvPr/>
            </p:nvSpPr>
            <p:spPr>
              <a:xfrm>
                <a:off x="4016634" y="6381822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412" y="324"/>
                    </a:moveTo>
                    <a:lnTo>
                      <a:pt x="412" y="324"/>
                    </a:lnTo>
                    <a:cubicBezTo>
                      <a:pt x="324" y="412"/>
                      <a:pt x="324" y="412"/>
                      <a:pt x="324" y="412"/>
                    </a:cubicBezTo>
                    <a:cubicBezTo>
                      <a:pt x="324" y="207"/>
                      <a:pt x="324" y="207"/>
                      <a:pt x="324" y="207"/>
                    </a:cubicBezTo>
                    <a:cubicBezTo>
                      <a:pt x="324" y="192"/>
                      <a:pt x="324" y="177"/>
                      <a:pt x="309" y="177"/>
                    </a:cubicBezTo>
                    <a:cubicBezTo>
                      <a:pt x="294" y="177"/>
                      <a:pt x="294" y="192"/>
                      <a:pt x="294" y="207"/>
                    </a:cubicBezTo>
                    <a:cubicBezTo>
                      <a:pt x="294" y="412"/>
                      <a:pt x="294" y="412"/>
                      <a:pt x="294" y="412"/>
                    </a:cubicBezTo>
                    <a:cubicBezTo>
                      <a:pt x="206" y="324"/>
                      <a:pt x="206" y="324"/>
                      <a:pt x="206" y="324"/>
                    </a:cubicBezTo>
                    <a:cubicBezTo>
                      <a:pt x="206" y="324"/>
                      <a:pt x="191" y="324"/>
                      <a:pt x="177" y="324"/>
                    </a:cubicBezTo>
                    <a:cubicBezTo>
                      <a:pt x="177" y="339"/>
                      <a:pt x="177" y="354"/>
                      <a:pt x="177" y="354"/>
                    </a:cubicBezTo>
                    <a:cubicBezTo>
                      <a:pt x="294" y="471"/>
                      <a:pt x="294" y="471"/>
                      <a:pt x="294" y="471"/>
                    </a:cubicBezTo>
                    <a:lnTo>
                      <a:pt x="309" y="471"/>
                    </a:lnTo>
                    <a:lnTo>
                      <a:pt x="324" y="471"/>
                    </a:lnTo>
                    <a:cubicBezTo>
                      <a:pt x="441" y="354"/>
                      <a:pt x="441" y="354"/>
                      <a:pt x="441" y="354"/>
                    </a:cubicBezTo>
                    <a:cubicBezTo>
                      <a:pt x="441" y="354"/>
                      <a:pt x="441" y="339"/>
                      <a:pt x="441" y="324"/>
                    </a:cubicBezTo>
                    <a:cubicBezTo>
                      <a:pt x="427" y="324"/>
                      <a:pt x="412" y="324"/>
                      <a:pt x="412" y="324"/>
                    </a:cubicBezTo>
                    <a:close/>
                    <a:moveTo>
                      <a:pt x="545" y="0"/>
                    </a:moveTo>
                    <a:lnTo>
                      <a:pt x="545" y="0"/>
                    </a:lnTo>
                    <a:cubicBezTo>
                      <a:pt x="74" y="0"/>
                      <a:pt x="74" y="0"/>
                      <a:pt x="74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4" y="633"/>
                    </a:cubicBezTo>
                    <a:cubicBezTo>
                      <a:pt x="545" y="633"/>
                      <a:pt x="545" y="633"/>
                      <a:pt x="545" y="633"/>
                    </a:cubicBezTo>
                    <a:cubicBezTo>
                      <a:pt x="589" y="633"/>
                      <a:pt x="618" y="604"/>
                      <a:pt x="618" y="560"/>
                    </a:cubicBezTo>
                    <a:cubicBezTo>
                      <a:pt x="618" y="89"/>
                      <a:pt x="618" y="89"/>
                      <a:pt x="618" y="89"/>
                    </a:cubicBezTo>
                    <a:cubicBezTo>
                      <a:pt x="618" y="45"/>
                      <a:pt x="589" y="0"/>
                      <a:pt x="545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59" y="589"/>
                      <a:pt x="545" y="589"/>
                    </a:cubicBezTo>
                    <a:cubicBezTo>
                      <a:pt x="74" y="589"/>
                      <a:pt x="74" y="589"/>
                      <a:pt x="74" y="589"/>
                    </a:cubicBezTo>
                    <a:cubicBezTo>
                      <a:pt x="59" y="589"/>
                      <a:pt x="29" y="575"/>
                      <a:pt x="29" y="560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5"/>
                      <a:pt x="74" y="45"/>
                    </a:cubicBezTo>
                    <a:cubicBezTo>
                      <a:pt x="545" y="45"/>
                      <a:pt x="545" y="45"/>
                      <a:pt x="545" y="45"/>
                    </a:cubicBezTo>
                    <a:cubicBezTo>
                      <a:pt x="559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2"/>
              <p:cNvSpPr/>
              <p:nvPr/>
            </p:nvSpPr>
            <p:spPr>
              <a:xfrm>
                <a:off x="3646650" y="6381822"/>
                <a:ext cx="228598" cy="228550"/>
              </a:xfrm>
              <a:custGeom>
                <a:rect b="b" l="l" r="r" t="t"/>
                <a:pathLst>
                  <a:path extrusionOk="0" h="634" w="634">
                    <a:moveTo>
                      <a:pt x="339" y="177"/>
                    </a:moveTo>
                    <a:lnTo>
                      <a:pt x="339" y="177"/>
                    </a:lnTo>
                    <a:cubicBezTo>
                      <a:pt x="339" y="162"/>
                      <a:pt x="324" y="162"/>
                      <a:pt x="324" y="162"/>
                    </a:cubicBezTo>
                    <a:cubicBezTo>
                      <a:pt x="310" y="162"/>
                      <a:pt x="310" y="162"/>
                      <a:pt x="295" y="177"/>
                    </a:cubicBezTo>
                    <a:cubicBezTo>
                      <a:pt x="192" y="280"/>
                      <a:pt x="192" y="280"/>
                      <a:pt x="192" y="280"/>
                    </a:cubicBezTo>
                    <a:cubicBezTo>
                      <a:pt x="177" y="295"/>
                      <a:pt x="177" y="310"/>
                      <a:pt x="192" y="310"/>
                    </a:cubicBezTo>
                    <a:cubicBezTo>
                      <a:pt x="192" y="324"/>
                      <a:pt x="207" y="324"/>
                      <a:pt x="221" y="310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95" y="442"/>
                      <a:pt x="295" y="442"/>
                      <a:pt x="295" y="442"/>
                    </a:cubicBezTo>
                    <a:cubicBezTo>
                      <a:pt x="295" y="442"/>
                      <a:pt x="310" y="457"/>
                      <a:pt x="324" y="457"/>
                    </a:cubicBezTo>
                    <a:lnTo>
                      <a:pt x="339" y="442"/>
                    </a:lnTo>
                    <a:cubicBezTo>
                      <a:pt x="339" y="236"/>
                      <a:pt x="339" y="236"/>
                      <a:pt x="339" y="236"/>
                    </a:cubicBezTo>
                    <a:cubicBezTo>
                      <a:pt x="412" y="310"/>
                      <a:pt x="412" y="310"/>
                      <a:pt x="412" y="310"/>
                    </a:cubicBezTo>
                    <a:cubicBezTo>
                      <a:pt x="428" y="324"/>
                      <a:pt x="442" y="324"/>
                      <a:pt x="442" y="310"/>
                    </a:cubicBezTo>
                    <a:cubicBezTo>
                      <a:pt x="457" y="310"/>
                      <a:pt x="457" y="295"/>
                      <a:pt x="442" y="280"/>
                    </a:cubicBezTo>
                    <a:lnTo>
                      <a:pt x="339" y="177"/>
                    </a:ln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5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45" y="633"/>
                      <a:pt x="89" y="633"/>
                    </a:cubicBezTo>
                    <a:cubicBezTo>
                      <a:pt x="560" y="633"/>
                      <a:pt x="560" y="633"/>
                      <a:pt x="560" y="633"/>
                    </a:cubicBezTo>
                    <a:cubicBezTo>
                      <a:pt x="604" y="633"/>
                      <a:pt x="633" y="604"/>
                      <a:pt x="633" y="560"/>
                    </a:cubicBezTo>
                    <a:cubicBezTo>
                      <a:pt x="633" y="89"/>
                      <a:pt x="633" y="89"/>
                      <a:pt x="633" y="89"/>
                    </a:cubicBezTo>
                    <a:cubicBezTo>
                      <a:pt x="633" y="45"/>
                      <a:pt x="604" y="0"/>
                      <a:pt x="560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75" y="589"/>
                      <a:pt x="56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5" y="575"/>
                      <a:pt x="45" y="560"/>
                    </a:cubicBezTo>
                    <a:cubicBezTo>
                      <a:pt x="45" y="89"/>
                      <a:pt x="45" y="89"/>
                      <a:pt x="45" y="89"/>
                    </a:cubicBezTo>
                    <a:cubicBezTo>
                      <a:pt x="45" y="59"/>
                      <a:pt x="59" y="45"/>
                      <a:pt x="89" y="45"/>
                    </a:cubicBezTo>
                    <a:cubicBezTo>
                      <a:pt x="560" y="45"/>
                      <a:pt x="560" y="45"/>
                      <a:pt x="560" y="45"/>
                    </a:cubicBezTo>
                    <a:cubicBezTo>
                      <a:pt x="575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2"/>
              <p:cNvSpPr/>
              <p:nvPr/>
            </p:nvSpPr>
            <p:spPr>
              <a:xfrm>
                <a:off x="3279308" y="6381822"/>
                <a:ext cx="228598" cy="228550"/>
              </a:xfrm>
              <a:custGeom>
                <a:rect b="b" l="l" r="r" t="t"/>
                <a:pathLst>
                  <a:path extrusionOk="0" h="634" w="634">
                    <a:moveTo>
                      <a:pt x="456" y="295"/>
                    </a:moveTo>
                    <a:lnTo>
                      <a:pt x="456" y="295"/>
                    </a:lnTo>
                    <a:cubicBezTo>
                      <a:pt x="353" y="192"/>
                      <a:pt x="353" y="192"/>
                      <a:pt x="353" y="192"/>
                    </a:cubicBezTo>
                    <a:cubicBezTo>
                      <a:pt x="338" y="177"/>
                      <a:pt x="324" y="177"/>
                      <a:pt x="324" y="192"/>
                    </a:cubicBezTo>
                    <a:cubicBezTo>
                      <a:pt x="309" y="192"/>
                      <a:pt x="309" y="207"/>
                      <a:pt x="324" y="221"/>
                    </a:cubicBezTo>
                    <a:cubicBezTo>
                      <a:pt x="397" y="295"/>
                      <a:pt x="397" y="295"/>
                      <a:pt x="397" y="295"/>
                    </a:cubicBezTo>
                    <a:cubicBezTo>
                      <a:pt x="191" y="295"/>
                      <a:pt x="191" y="295"/>
                      <a:pt x="191" y="295"/>
                    </a:cubicBezTo>
                    <a:cubicBezTo>
                      <a:pt x="191" y="295"/>
                      <a:pt x="176" y="310"/>
                      <a:pt x="176" y="324"/>
                    </a:cubicBezTo>
                    <a:lnTo>
                      <a:pt x="191" y="339"/>
                    </a:lnTo>
                    <a:cubicBezTo>
                      <a:pt x="397" y="339"/>
                      <a:pt x="397" y="339"/>
                      <a:pt x="397" y="339"/>
                    </a:cubicBezTo>
                    <a:cubicBezTo>
                      <a:pt x="324" y="412"/>
                      <a:pt x="324" y="412"/>
                      <a:pt x="324" y="412"/>
                    </a:cubicBezTo>
                    <a:cubicBezTo>
                      <a:pt x="309" y="428"/>
                      <a:pt x="309" y="442"/>
                      <a:pt x="324" y="442"/>
                    </a:cubicBezTo>
                    <a:cubicBezTo>
                      <a:pt x="324" y="457"/>
                      <a:pt x="338" y="457"/>
                      <a:pt x="353" y="442"/>
                    </a:cubicBezTo>
                    <a:cubicBezTo>
                      <a:pt x="456" y="339"/>
                      <a:pt x="456" y="339"/>
                      <a:pt x="456" y="339"/>
                    </a:cubicBezTo>
                    <a:cubicBezTo>
                      <a:pt x="471" y="339"/>
                      <a:pt x="471" y="324"/>
                      <a:pt x="471" y="324"/>
                    </a:cubicBezTo>
                    <a:cubicBezTo>
                      <a:pt x="471" y="310"/>
                      <a:pt x="471" y="310"/>
                      <a:pt x="456" y="295"/>
                    </a:cubicBez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4" y="633"/>
                      <a:pt x="544" y="633"/>
                      <a:pt x="544" y="633"/>
                    </a:cubicBezTo>
                    <a:cubicBezTo>
                      <a:pt x="588" y="633"/>
                      <a:pt x="633" y="604"/>
                      <a:pt x="633" y="560"/>
                    </a:cubicBezTo>
                    <a:cubicBezTo>
                      <a:pt x="633" y="89"/>
                      <a:pt x="633" y="89"/>
                      <a:pt x="633" y="89"/>
                    </a:cubicBezTo>
                    <a:cubicBezTo>
                      <a:pt x="633" y="45"/>
                      <a:pt x="588" y="0"/>
                      <a:pt x="544" y="0"/>
                    </a:cubicBezTo>
                    <a:close/>
                    <a:moveTo>
                      <a:pt x="588" y="560"/>
                    </a:moveTo>
                    <a:lnTo>
                      <a:pt x="588" y="560"/>
                    </a:lnTo>
                    <a:cubicBezTo>
                      <a:pt x="588" y="575"/>
                      <a:pt x="574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44" y="575"/>
                      <a:pt x="44" y="560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4" y="59"/>
                      <a:pt x="59" y="45"/>
                      <a:pt x="73" y="45"/>
                    </a:cubicBezTo>
                    <a:cubicBezTo>
                      <a:pt x="544" y="45"/>
                      <a:pt x="544" y="45"/>
                      <a:pt x="544" y="45"/>
                    </a:cubicBezTo>
                    <a:cubicBezTo>
                      <a:pt x="574" y="45"/>
                      <a:pt x="588" y="59"/>
                      <a:pt x="588" y="89"/>
                    </a:cubicBezTo>
                    <a:lnTo>
                      <a:pt x="588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2"/>
              <p:cNvSpPr/>
              <p:nvPr/>
            </p:nvSpPr>
            <p:spPr>
              <a:xfrm>
                <a:off x="2914608" y="6381822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5" y="633"/>
                      <a:pt x="545" y="633"/>
                      <a:pt x="545" y="633"/>
                    </a:cubicBezTo>
                    <a:cubicBezTo>
                      <a:pt x="589" y="633"/>
                      <a:pt x="618" y="604"/>
                      <a:pt x="618" y="560"/>
                    </a:cubicBezTo>
                    <a:cubicBezTo>
                      <a:pt x="618" y="89"/>
                      <a:pt x="618" y="89"/>
                      <a:pt x="618" y="89"/>
                    </a:cubicBezTo>
                    <a:cubicBezTo>
                      <a:pt x="618" y="45"/>
                      <a:pt x="589" y="0"/>
                      <a:pt x="545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59" y="589"/>
                      <a:pt x="545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5"/>
                      <a:pt x="29" y="560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5"/>
                      <a:pt x="73" y="45"/>
                    </a:cubicBezTo>
                    <a:cubicBezTo>
                      <a:pt x="545" y="45"/>
                      <a:pt x="545" y="45"/>
                      <a:pt x="545" y="45"/>
                    </a:cubicBezTo>
                    <a:cubicBezTo>
                      <a:pt x="559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  <a:moveTo>
                      <a:pt x="427" y="295"/>
                    </a:moveTo>
                    <a:lnTo>
                      <a:pt x="427" y="295"/>
                    </a:lnTo>
                    <a:cubicBezTo>
                      <a:pt x="221" y="295"/>
                      <a:pt x="221" y="295"/>
                      <a:pt x="221" y="295"/>
                    </a:cubicBezTo>
                    <a:cubicBezTo>
                      <a:pt x="294" y="221"/>
                      <a:pt x="294" y="221"/>
                      <a:pt x="294" y="221"/>
                    </a:cubicBezTo>
                    <a:cubicBezTo>
                      <a:pt x="309" y="207"/>
                      <a:pt x="309" y="192"/>
                      <a:pt x="294" y="192"/>
                    </a:cubicBezTo>
                    <a:cubicBezTo>
                      <a:pt x="294" y="177"/>
                      <a:pt x="280" y="177"/>
                      <a:pt x="265" y="192"/>
                    </a:cubicBezTo>
                    <a:cubicBezTo>
                      <a:pt x="162" y="295"/>
                      <a:pt x="162" y="295"/>
                      <a:pt x="162" y="295"/>
                    </a:cubicBezTo>
                    <a:cubicBezTo>
                      <a:pt x="162" y="310"/>
                      <a:pt x="162" y="310"/>
                      <a:pt x="162" y="324"/>
                    </a:cubicBezTo>
                    <a:lnTo>
                      <a:pt x="162" y="339"/>
                    </a:lnTo>
                    <a:cubicBezTo>
                      <a:pt x="265" y="442"/>
                      <a:pt x="265" y="442"/>
                      <a:pt x="265" y="442"/>
                    </a:cubicBezTo>
                    <a:cubicBezTo>
                      <a:pt x="280" y="457"/>
                      <a:pt x="294" y="457"/>
                      <a:pt x="294" y="442"/>
                    </a:cubicBezTo>
                    <a:cubicBezTo>
                      <a:pt x="309" y="442"/>
                      <a:pt x="309" y="428"/>
                      <a:pt x="294" y="412"/>
                    </a:cubicBezTo>
                    <a:cubicBezTo>
                      <a:pt x="221" y="339"/>
                      <a:pt x="221" y="339"/>
                      <a:pt x="221" y="339"/>
                    </a:cubicBezTo>
                    <a:cubicBezTo>
                      <a:pt x="427" y="339"/>
                      <a:pt x="427" y="339"/>
                      <a:pt x="427" y="339"/>
                    </a:cubicBezTo>
                    <a:cubicBezTo>
                      <a:pt x="441" y="339"/>
                      <a:pt x="441" y="324"/>
                      <a:pt x="441" y="324"/>
                    </a:cubicBezTo>
                    <a:cubicBezTo>
                      <a:pt x="441" y="310"/>
                      <a:pt x="441" y="295"/>
                      <a:pt x="427" y="2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2"/>
              <p:cNvSpPr/>
              <p:nvPr/>
            </p:nvSpPr>
            <p:spPr>
              <a:xfrm>
                <a:off x="2543303" y="6381822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486" y="207"/>
                    </a:moveTo>
                    <a:lnTo>
                      <a:pt x="486" y="207"/>
                    </a:lnTo>
                    <a:cubicBezTo>
                      <a:pt x="324" y="369"/>
                      <a:pt x="324" y="369"/>
                      <a:pt x="324" y="369"/>
                    </a:cubicBezTo>
                    <a:cubicBezTo>
                      <a:pt x="162" y="207"/>
                      <a:pt x="162" y="207"/>
                      <a:pt x="162" y="207"/>
                    </a:cubicBezTo>
                    <a:cubicBezTo>
                      <a:pt x="148" y="207"/>
                      <a:pt x="133" y="207"/>
                      <a:pt x="133" y="207"/>
                    </a:cubicBezTo>
                    <a:cubicBezTo>
                      <a:pt x="118" y="221"/>
                      <a:pt x="118" y="221"/>
                      <a:pt x="133" y="236"/>
                    </a:cubicBezTo>
                    <a:cubicBezTo>
                      <a:pt x="310" y="412"/>
                      <a:pt x="310" y="412"/>
                      <a:pt x="310" y="412"/>
                    </a:cubicBezTo>
                    <a:cubicBezTo>
                      <a:pt x="310" y="412"/>
                      <a:pt x="310" y="412"/>
                      <a:pt x="324" y="412"/>
                    </a:cubicBezTo>
                    <a:cubicBezTo>
                      <a:pt x="324" y="412"/>
                      <a:pt x="324" y="412"/>
                      <a:pt x="339" y="412"/>
                    </a:cubicBezTo>
                    <a:cubicBezTo>
                      <a:pt x="516" y="236"/>
                      <a:pt x="516" y="236"/>
                      <a:pt x="516" y="236"/>
                    </a:cubicBezTo>
                    <a:cubicBezTo>
                      <a:pt x="516" y="221"/>
                      <a:pt x="516" y="221"/>
                      <a:pt x="516" y="207"/>
                    </a:cubicBezTo>
                    <a:cubicBezTo>
                      <a:pt x="501" y="207"/>
                      <a:pt x="486" y="207"/>
                      <a:pt x="486" y="207"/>
                    </a:cubicBez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5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45" y="633"/>
                      <a:pt x="89" y="633"/>
                    </a:cubicBezTo>
                    <a:cubicBezTo>
                      <a:pt x="560" y="633"/>
                      <a:pt x="560" y="633"/>
                      <a:pt x="560" y="633"/>
                    </a:cubicBezTo>
                    <a:cubicBezTo>
                      <a:pt x="604" y="633"/>
                      <a:pt x="633" y="604"/>
                      <a:pt x="633" y="560"/>
                    </a:cubicBezTo>
                    <a:cubicBezTo>
                      <a:pt x="633" y="89"/>
                      <a:pt x="633" y="89"/>
                      <a:pt x="633" y="89"/>
                    </a:cubicBezTo>
                    <a:cubicBezTo>
                      <a:pt x="633" y="45"/>
                      <a:pt x="604" y="0"/>
                      <a:pt x="560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75" y="589"/>
                      <a:pt x="56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5" y="575"/>
                      <a:pt x="45" y="560"/>
                    </a:cubicBezTo>
                    <a:cubicBezTo>
                      <a:pt x="45" y="89"/>
                      <a:pt x="45" y="89"/>
                      <a:pt x="45" y="89"/>
                    </a:cubicBezTo>
                    <a:cubicBezTo>
                      <a:pt x="45" y="59"/>
                      <a:pt x="59" y="45"/>
                      <a:pt x="89" y="45"/>
                    </a:cubicBezTo>
                    <a:cubicBezTo>
                      <a:pt x="560" y="45"/>
                      <a:pt x="560" y="45"/>
                      <a:pt x="560" y="45"/>
                    </a:cubicBezTo>
                    <a:cubicBezTo>
                      <a:pt x="575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"/>
              <p:cNvSpPr/>
              <p:nvPr/>
            </p:nvSpPr>
            <p:spPr>
              <a:xfrm>
                <a:off x="2177282" y="6381822"/>
                <a:ext cx="228598" cy="228550"/>
              </a:xfrm>
              <a:custGeom>
                <a:rect b="b" l="l" r="r" t="t"/>
                <a:pathLst>
                  <a:path extrusionOk="0" h="634" w="634">
                    <a:moveTo>
                      <a:pt x="324" y="221"/>
                    </a:moveTo>
                    <a:lnTo>
                      <a:pt x="324" y="221"/>
                    </a:lnTo>
                    <a:cubicBezTo>
                      <a:pt x="324" y="221"/>
                      <a:pt x="324" y="221"/>
                      <a:pt x="309" y="221"/>
                    </a:cubicBezTo>
                    <a:cubicBezTo>
                      <a:pt x="309" y="221"/>
                      <a:pt x="309" y="221"/>
                      <a:pt x="294" y="221"/>
                    </a:cubicBezTo>
                    <a:cubicBezTo>
                      <a:pt x="117" y="398"/>
                      <a:pt x="117" y="398"/>
                      <a:pt x="117" y="398"/>
                    </a:cubicBezTo>
                    <a:cubicBezTo>
                      <a:pt x="117" y="412"/>
                      <a:pt x="117" y="428"/>
                      <a:pt x="117" y="428"/>
                    </a:cubicBezTo>
                    <a:cubicBezTo>
                      <a:pt x="132" y="442"/>
                      <a:pt x="147" y="442"/>
                      <a:pt x="147" y="428"/>
                    </a:cubicBezTo>
                    <a:cubicBezTo>
                      <a:pt x="309" y="266"/>
                      <a:pt x="309" y="266"/>
                      <a:pt x="309" y="266"/>
                    </a:cubicBezTo>
                    <a:cubicBezTo>
                      <a:pt x="471" y="428"/>
                      <a:pt x="471" y="428"/>
                      <a:pt x="471" y="428"/>
                    </a:cubicBezTo>
                    <a:cubicBezTo>
                      <a:pt x="485" y="442"/>
                      <a:pt x="500" y="442"/>
                      <a:pt x="500" y="428"/>
                    </a:cubicBezTo>
                    <a:cubicBezTo>
                      <a:pt x="515" y="428"/>
                      <a:pt x="515" y="412"/>
                      <a:pt x="500" y="398"/>
                    </a:cubicBezTo>
                    <a:lnTo>
                      <a:pt x="324" y="221"/>
                    </a:ln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4" y="633"/>
                      <a:pt x="544" y="633"/>
                      <a:pt x="544" y="633"/>
                    </a:cubicBezTo>
                    <a:cubicBezTo>
                      <a:pt x="588" y="633"/>
                      <a:pt x="633" y="604"/>
                      <a:pt x="633" y="560"/>
                    </a:cubicBezTo>
                    <a:cubicBezTo>
                      <a:pt x="633" y="89"/>
                      <a:pt x="633" y="89"/>
                      <a:pt x="633" y="89"/>
                    </a:cubicBezTo>
                    <a:cubicBezTo>
                      <a:pt x="633" y="45"/>
                      <a:pt x="588" y="0"/>
                      <a:pt x="544" y="0"/>
                    </a:cubicBezTo>
                    <a:close/>
                    <a:moveTo>
                      <a:pt x="588" y="560"/>
                    </a:moveTo>
                    <a:lnTo>
                      <a:pt x="588" y="560"/>
                    </a:lnTo>
                    <a:cubicBezTo>
                      <a:pt x="588" y="575"/>
                      <a:pt x="574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75"/>
                      <a:pt x="44" y="560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4" y="59"/>
                      <a:pt x="58" y="45"/>
                      <a:pt x="73" y="45"/>
                    </a:cubicBezTo>
                    <a:cubicBezTo>
                      <a:pt x="544" y="45"/>
                      <a:pt x="544" y="45"/>
                      <a:pt x="544" y="45"/>
                    </a:cubicBezTo>
                    <a:cubicBezTo>
                      <a:pt x="574" y="45"/>
                      <a:pt x="588" y="59"/>
                      <a:pt x="588" y="89"/>
                    </a:cubicBezTo>
                    <a:lnTo>
                      <a:pt x="588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"/>
              <p:cNvSpPr/>
              <p:nvPr/>
            </p:nvSpPr>
            <p:spPr>
              <a:xfrm>
                <a:off x="1812583" y="6381822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221" y="133"/>
                    </a:moveTo>
                    <a:lnTo>
                      <a:pt x="221" y="133"/>
                    </a:lnTo>
                    <a:cubicBezTo>
                      <a:pt x="221" y="118"/>
                      <a:pt x="206" y="118"/>
                      <a:pt x="191" y="133"/>
                    </a:cubicBezTo>
                    <a:cubicBezTo>
                      <a:pt x="191" y="133"/>
                      <a:pt x="191" y="148"/>
                      <a:pt x="191" y="162"/>
                    </a:cubicBezTo>
                    <a:cubicBezTo>
                      <a:pt x="353" y="324"/>
                      <a:pt x="353" y="324"/>
                      <a:pt x="353" y="324"/>
                    </a:cubicBezTo>
                    <a:cubicBezTo>
                      <a:pt x="191" y="486"/>
                      <a:pt x="191" y="486"/>
                      <a:pt x="191" y="486"/>
                    </a:cubicBezTo>
                    <a:cubicBezTo>
                      <a:pt x="191" y="486"/>
                      <a:pt x="191" y="501"/>
                      <a:pt x="191" y="516"/>
                    </a:cubicBezTo>
                    <a:cubicBezTo>
                      <a:pt x="206" y="516"/>
                      <a:pt x="221" y="516"/>
                      <a:pt x="221" y="516"/>
                    </a:cubicBezTo>
                    <a:cubicBezTo>
                      <a:pt x="398" y="339"/>
                      <a:pt x="398" y="339"/>
                      <a:pt x="398" y="339"/>
                    </a:cubicBezTo>
                    <a:cubicBezTo>
                      <a:pt x="412" y="324"/>
                      <a:pt x="412" y="324"/>
                      <a:pt x="412" y="324"/>
                    </a:cubicBezTo>
                    <a:cubicBezTo>
                      <a:pt x="412" y="310"/>
                      <a:pt x="412" y="310"/>
                      <a:pt x="398" y="310"/>
                    </a:cubicBezTo>
                    <a:lnTo>
                      <a:pt x="221" y="133"/>
                    </a:lnTo>
                    <a:close/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5" y="633"/>
                      <a:pt x="545" y="633"/>
                      <a:pt x="545" y="633"/>
                    </a:cubicBezTo>
                    <a:cubicBezTo>
                      <a:pt x="589" y="633"/>
                      <a:pt x="618" y="604"/>
                      <a:pt x="618" y="560"/>
                    </a:cubicBezTo>
                    <a:cubicBezTo>
                      <a:pt x="618" y="89"/>
                      <a:pt x="618" y="89"/>
                      <a:pt x="618" y="89"/>
                    </a:cubicBezTo>
                    <a:cubicBezTo>
                      <a:pt x="618" y="45"/>
                      <a:pt x="589" y="0"/>
                      <a:pt x="545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59" y="589"/>
                      <a:pt x="545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5"/>
                      <a:pt x="29" y="560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5"/>
                      <a:pt x="73" y="45"/>
                    </a:cubicBezTo>
                    <a:cubicBezTo>
                      <a:pt x="545" y="45"/>
                      <a:pt x="545" y="45"/>
                      <a:pt x="545" y="45"/>
                    </a:cubicBezTo>
                    <a:cubicBezTo>
                      <a:pt x="559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"/>
              <p:cNvSpPr/>
              <p:nvPr/>
            </p:nvSpPr>
            <p:spPr>
              <a:xfrm>
                <a:off x="1441277" y="6381822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427" y="133"/>
                    </a:moveTo>
                    <a:lnTo>
                      <a:pt x="427" y="133"/>
                    </a:lnTo>
                    <a:cubicBezTo>
                      <a:pt x="427" y="118"/>
                      <a:pt x="412" y="118"/>
                      <a:pt x="398" y="133"/>
                    </a:cubicBezTo>
                    <a:cubicBezTo>
                      <a:pt x="221" y="310"/>
                      <a:pt x="221" y="310"/>
                      <a:pt x="221" y="310"/>
                    </a:cubicBezTo>
                    <a:cubicBezTo>
                      <a:pt x="221" y="310"/>
                      <a:pt x="221" y="310"/>
                      <a:pt x="221" y="324"/>
                    </a:cubicBezTo>
                    <a:cubicBezTo>
                      <a:pt x="221" y="324"/>
                      <a:pt x="221" y="324"/>
                      <a:pt x="221" y="339"/>
                    </a:cubicBezTo>
                    <a:cubicBezTo>
                      <a:pt x="398" y="516"/>
                      <a:pt x="398" y="516"/>
                      <a:pt x="398" y="516"/>
                    </a:cubicBezTo>
                    <a:cubicBezTo>
                      <a:pt x="412" y="516"/>
                      <a:pt x="427" y="516"/>
                      <a:pt x="427" y="516"/>
                    </a:cubicBezTo>
                    <a:cubicBezTo>
                      <a:pt x="442" y="501"/>
                      <a:pt x="442" y="486"/>
                      <a:pt x="427" y="486"/>
                    </a:cubicBezTo>
                    <a:cubicBezTo>
                      <a:pt x="265" y="324"/>
                      <a:pt x="265" y="324"/>
                      <a:pt x="265" y="324"/>
                    </a:cubicBezTo>
                    <a:cubicBezTo>
                      <a:pt x="427" y="162"/>
                      <a:pt x="427" y="162"/>
                      <a:pt x="427" y="162"/>
                    </a:cubicBezTo>
                    <a:cubicBezTo>
                      <a:pt x="442" y="148"/>
                      <a:pt x="442" y="133"/>
                      <a:pt x="427" y="133"/>
                    </a:cubicBez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44" y="633"/>
                      <a:pt x="89" y="633"/>
                    </a:cubicBezTo>
                    <a:cubicBezTo>
                      <a:pt x="560" y="633"/>
                      <a:pt x="560" y="633"/>
                      <a:pt x="560" y="633"/>
                    </a:cubicBezTo>
                    <a:cubicBezTo>
                      <a:pt x="604" y="633"/>
                      <a:pt x="633" y="604"/>
                      <a:pt x="633" y="560"/>
                    </a:cubicBezTo>
                    <a:cubicBezTo>
                      <a:pt x="633" y="89"/>
                      <a:pt x="633" y="89"/>
                      <a:pt x="633" y="89"/>
                    </a:cubicBezTo>
                    <a:cubicBezTo>
                      <a:pt x="633" y="45"/>
                      <a:pt x="604" y="0"/>
                      <a:pt x="560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74" y="589"/>
                      <a:pt x="56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4" y="575"/>
                      <a:pt x="44" y="560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4" y="59"/>
                      <a:pt x="59" y="45"/>
                      <a:pt x="89" y="45"/>
                    </a:cubicBezTo>
                    <a:cubicBezTo>
                      <a:pt x="560" y="45"/>
                      <a:pt x="560" y="45"/>
                      <a:pt x="560" y="45"/>
                    </a:cubicBezTo>
                    <a:cubicBezTo>
                      <a:pt x="574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"/>
              <p:cNvSpPr/>
              <p:nvPr/>
            </p:nvSpPr>
            <p:spPr>
              <a:xfrm>
                <a:off x="1076578" y="6381822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235" y="162"/>
                    </a:moveTo>
                    <a:lnTo>
                      <a:pt x="235" y="162"/>
                    </a:lnTo>
                    <a:cubicBezTo>
                      <a:pt x="250" y="162"/>
                      <a:pt x="250" y="148"/>
                      <a:pt x="250" y="148"/>
                    </a:cubicBezTo>
                    <a:cubicBezTo>
                      <a:pt x="250" y="133"/>
                      <a:pt x="250" y="118"/>
                      <a:pt x="235" y="118"/>
                    </a:cubicBezTo>
                    <a:cubicBezTo>
                      <a:pt x="132" y="118"/>
                      <a:pt x="132" y="118"/>
                      <a:pt x="132" y="118"/>
                    </a:cubicBezTo>
                    <a:cubicBezTo>
                      <a:pt x="132" y="118"/>
                      <a:pt x="132" y="118"/>
                      <a:pt x="117" y="133"/>
                    </a:cubicBezTo>
                    <a:cubicBezTo>
                      <a:pt x="117" y="133"/>
                      <a:pt x="117" y="133"/>
                      <a:pt x="117" y="148"/>
                    </a:cubicBezTo>
                    <a:cubicBezTo>
                      <a:pt x="117" y="236"/>
                      <a:pt x="117" y="236"/>
                      <a:pt x="117" y="236"/>
                    </a:cubicBezTo>
                    <a:cubicBezTo>
                      <a:pt x="117" y="251"/>
                      <a:pt x="132" y="266"/>
                      <a:pt x="132" y="266"/>
                    </a:cubicBezTo>
                    <a:cubicBezTo>
                      <a:pt x="147" y="266"/>
                      <a:pt x="162" y="251"/>
                      <a:pt x="162" y="236"/>
                    </a:cubicBezTo>
                    <a:cubicBezTo>
                      <a:pt x="162" y="192"/>
                      <a:pt x="162" y="192"/>
                      <a:pt x="162" y="192"/>
                    </a:cubicBezTo>
                    <a:cubicBezTo>
                      <a:pt x="250" y="280"/>
                      <a:pt x="250" y="280"/>
                      <a:pt x="250" y="280"/>
                    </a:cubicBezTo>
                    <a:cubicBezTo>
                      <a:pt x="279" y="251"/>
                      <a:pt x="279" y="251"/>
                      <a:pt x="279" y="251"/>
                    </a:cubicBezTo>
                    <a:cubicBezTo>
                      <a:pt x="176" y="162"/>
                      <a:pt x="176" y="162"/>
                      <a:pt x="176" y="162"/>
                    </a:cubicBezTo>
                    <a:lnTo>
                      <a:pt x="235" y="162"/>
                    </a:lnTo>
                    <a:close/>
                    <a:moveTo>
                      <a:pt x="485" y="383"/>
                    </a:moveTo>
                    <a:lnTo>
                      <a:pt x="485" y="383"/>
                    </a:lnTo>
                    <a:cubicBezTo>
                      <a:pt x="485" y="383"/>
                      <a:pt x="471" y="383"/>
                      <a:pt x="471" y="398"/>
                    </a:cubicBezTo>
                    <a:cubicBezTo>
                      <a:pt x="471" y="442"/>
                      <a:pt x="471" y="442"/>
                      <a:pt x="471" y="442"/>
                    </a:cubicBezTo>
                    <a:cubicBezTo>
                      <a:pt x="383" y="354"/>
                      <a:pt x="383" y="354"/>
                      <a:pt x="383" y="354"/>
                    </a:cubicBezTo>
                    <a:cubicBezTo>
                      <a:pt x="353" y="383"/>
                      <a:pt x="353" y="383"/>
                      <a:pt x="353" y="383"/>
                    </a:cubicBezTo>
                    <a:cubicBezTo>
                      <a:pt x="441" y="471"/>
                      <a:pt x="441" y="471"/>
                      <a:pt x="441" y="471"/>
                    </a:cubicBezTo>
                    <a:cubicBezTo>
                      <a:pt x="397" y="471"/>
                      <a:pt x="397" y="471"/>
                      <a:pt x="397" y="471"/>
                    </a:cubicBezTo>
                    <a:cubicBezTo>
                      <a:pt x="383" y="471"/>
                      <a:pt x="367" y="486"/>
                      <a:pt x="367" y="501"/>
                    </a:cubicBezTo>
                    <a:cubicBezTo>
                      <a:pt x="367" y="501"/>
                      <a:pt x="383" y="516"/>
                      <a:pt x="397" y="516"/>
                    </a:cubicBezTo>
                    <a:cubicBezTo>
                      <a:pt x="485" y="516"/>
                      <a:pt x="485" y="516"/>
                      <a:pt x="485" y="516"/>
                    </a:cubicBezTo>
                    <a:cubicBezTo>
                      <a:pt x="500" y="516"/>
                      <a:pt x="500" y="516"/>
                      <a:pt x="500" y="516"/>
                    </a:cubicBezTo>
                    <a:cubicBezTo>
                      <a:pt x="515" y="501"/>
                      <a:pt x="515" y="501"/>
                      <a:pt x="515" y="501"/>
                    </a:cubicBezTo>
                    <a:cubicBezTo>
                      <a:pt x="515" y="398"/>
                      <a:pt x="515" y="398"/>
                      <a:pt x="515" y="398"/>
                    </a:cubicBezTo>
                    <a:cubicBezTo>
                      <a:pt x="515" y="383"/>
                      <a:pt x="500" y="383"/>
                      <a:pt x="485" y="383"/>
                    </a:cubicBezTo>
                    <a:close/>
                    <a:moveTo>
                      <a:pt x="250" y="354"/>
                    </a:moveTo>
                    <a:lnTo>
                      <a:pt x="250" y="354"/>
                    </a:lnTo>
                    <a:cubicBezTo>
                      <a:pt x="162" y="442"/>
                      <a:pt x="162" y="442"/>
                      <a:pt x="162" y="442"/>
                    </a:cubicBezTo>
                    <a:cubicBezTo>
                      <a:pt x="162" y="398"/>
                      <a:pt x="162" y="398"/>
                      <a:pt x="162" y="398"/>
                    </a:cubicBezTo>
                    <a:cubicBezTo>
                      <a:pt x="162" y="383"/>
                      <a:pt x="147" y="383"/>
                      <a:pt x="132" y="383"/>
                    </a:cubicBezTo>
                    <a:cubicBezTo>
                      <a:pt x="132" y="383"/>
                      <a:pt x="117" y="383"/>
                      <a:pt x="117" y="398"/>
                    </a:cubicBezTo>
                    <a:cubicBezTo>
                      <a:pt x="117" y="501"/>
                      <a:pt x="117" y="501"/>
                      <a:pt x="117" y="501"/>
                    </a:cubicBezTo>
                    <a:cubicBezTo>
                      <a:pt x="117" y="501"/>
                      <a:pt x="117" y="501"/>
                      <a:pt x="117" y="516"/>
                    </a:cubicBezTo>
                    <a:cubicBezTo>
                      <a:pt x="132" y="516"/>
                      <a:pt x="132" y="516"/>
                      <a:pt x="132" y="516"/>
                    </a:cubicBezTo>
                    <a:cubicBezTo>
                      <a:pt x="235" y="516"/>
                      <a:pt x="235" y="516"/>
                      <a:pt x="235" y="516"/>
                    </a:cubicBezTo>
                    <a:cubicBezTo>
                      <a:pt x="250" y="516"/>
                      <a:pt x="250" y="501"/>
                      <a:pt x="250" y="501"/>
                    </a:cubicBezTo>
                    <a:cubicBezTo>
                      <a:pt x="250" y="486"/>
                      <a:pt x="250" y="471"/>
                      <a:pt x="235" y="471"/>
                    </a:cubicBezTo>
                    <a:cubicBezTo>
                      <a:pt x="176" y="471"/>
                      <a:pt x="176" y="471"/>
                      <a:pt x="176" y="471"/>
                    </a:cubicBezTo>
                    <a:cubicBezTo>
                      <a:pt x="279" y="383"/>
                      <a:pt x="279" y="383"/>
                      <a:pt x="279" y="383"/>
                    </a:cubicBezTo>
                    <a:lnTo>
                      <a:pt x="250" y="354"/>
                    </a:ln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4" y="633"/>
                      <a:pt x="544" y="633"/>
                      <a:pt x="544" y="633"/>
                    </a:cubicBezTo>
                    <a:cubicBezTo>
                      <a:pt x="588" y="633"/>
                      <a:pt x="633" y="604"/>
                      <a:pt x="633" y="560"/>
                    </a:cubicBezTo>
                    <a:cubicBezTo>
                      <a:pt x="633" y="89"/>
                      <a:pt x="633" y="89"/>
                      <a:pt x="633" y="89"/>
                    </a:cubicBezTo>
                    <a:cubicBezTo>
                      <a:pt x="633" y="45"/>
                      <a:pt x="588" y="0"/>
                      <a:pt x="544" y="0"/>
                    </a:cubicBezTo>
                    <a:close/>
                    <a:moveTo>
                      <a:pt x="588" y="560"/>
                    </a:moveTo>
                    <a:lnTo>
                      <a:pt x="588" y="560"/>
                    </a:lnTo>
                    <a:cubicBezTo>
                      <a:pt x="588" y="575"/>
                      <a:pt x="574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75"/>
                      <a:pt x="44" y="560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4" y="59"/>
                      <a:pt x="58" y="45"/>
                      <a:pt x="73" y="45"/>
                    </a:cubicBezTo>
                    <a:cubicBezTo>
                      <a:pt x="544" y="45"/>
                      <a:pt x="544" y="45"/>
                      <a:pt x="544" y="45"/>
                    </a:cubicBezTo>
                    <a:cubicBezTo>
                      <a:pt x="574" y="45"/>
                      <a:pt x="588" y="59"/>
                      <a:pt x="588" y="89"/>
                    </a:cubicBezTo>
                    <a:lnTo>
                      <a:pt x="588" y="560"/>
                    </a:lnTo>
                    <a:close/>
                    <a:moveTo>
                      <a:pt x="485" y="118"/>
                    </a:moveTo>
                    <a:lnTo>
                      <a:pt x="485" y="118"/>
                    </a:lnTo>
                    <a:cubicBezTo>
                      <a:pt x="397" y="118"/>
                      <a:pt x="397" y="118"/>
                      <a:pt x="397" y="118"/>
                    </a:cubicBezTo>
                    <a:cubicBezTo>
                      <a:pt x="383" y="118"/>
                      <a:pt x="367" y="133"/>
                      <a:pt x="367" y="148"/>
                    </a:cubicBezTo>
                    <a:cubicBezTo>
                      <a:pt x="367" y="148"/>
                      <a:pt x="383" y="162"/>
                      <a:pt x="397" y="162"/>
                    </a:cubicBezTo>
                    <a:cubicBezTo>
                      <a:pt x="441" y="162"/>
                      <a:pt x="441" y="162"/>
                      <a:pt x="441" y="162"/>
                    </a:cubicBezTo>
                    <a:cubicBezTo>
                      <a:pt x="353" y="251"/>
                      <a:pt x="353" y="251"/>
                      <a:pt x="353" y="251"/>
                    </a:cubicBezTo>
                    <a:cubicBezTo>
                      <a:pt x="383" y="280"/>
                      <a:pt x="383" y="280"/>
                      <a:pt x="383" y="280"/>
                    </a:cubicBezTo>
                    <a:cubicBezTo>
                      <a:pt x="471" y="192"/>
                      <a:pt x="471" y="192"/>
                      <a:pt x="471" y="192"/>
                    </a:cubicBezTo>
                    <a:cubicBezTo>
                      <a:pt x="471" y="236"/>
                      <a:pt x="471" y="236"/>
                      <a:pt x="471" y="236"/>
                    </a:cubicBezTo>
                    <a:cubicBezTo>
                      <a:pt x="471" y="251"/>
                      <a:pt x="485" y="266"/>
                      <a:pt x="485" y="266"/>
                    </a:cubicBezTo>
                    <a:cubicBezTo>
                      <a:pt x="500" y="266"/>
                      <a:pt x="515" y="251"/>
                      <a:pt x="515" y="236"/>
                    </a:cubicBezTo>
                    <a:cubicBezTo>
                      <a:pt x="515" y="148"/>
                      <a:pt x="515" y="148"/>
                      <a:pt x="515" y="148"/>
                    </a:cubicBezTo>
                    <a:cubicBezTo>
                      <a:pt x="515" y="133"/>
                      <a:pt x="515" y="133"/>
                      <a:pt x="500" y="133"/>
                    </a:cubicBezTo>
                    <a:cubicBezTo>
                      <a:pt x="500" y="118"/>
                      <a:pt x="500" y="118"/>
                      <a:pt x="485" y="1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"/>
              <p:cNvSpPr/>
              <p:nvPr/>
            </p:nvSpPr>
            <p:spPr>
              <a:xfrm>
                <a:off x="709236" y="6381822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265" y="339"/>
                    </a:moveTo>
                    <a:lnTo>
                      <a:pt x="265" y="339"/>
                    </a:lnTo>
                    <a:cubicBezTo>
                      <a:pt x="88" y="339"/>
                      <a:pt x="88" y="339"/>
                      <a:pt x="88" y="339"/>
                    </a:cubicBezTo>
                    <a:lnTo>
                      <a:pt x="73" y="354"/>
                    </a:lnTo>
                    <a:cubicBezTo>
                      <a:pt x="73" y="369"/>
                      <a:pt x="88" y="383"/>
                      <a:pt x="88" y="383"/>
                    </a:cubicBezTo>
                    <a:cubicBezTo>
                      <a:pt x="221" y="383"/>
                      <a:pt x="221" y="383"/>
                      <a:pt x="221" y="383"/>
                    </a:cubicBezTo>
                    <a:cubicBezTo>
                      <a:pt x="88" y="516"/>
                      <a:pt x="88" y="516"/>
                      <a:pt x="88" y="516"/>
                    </a:cubicBezTo>
                    <a:cubicBezTo>
                      <a:pt x="118" y="545"/>
                      <a:pt x="118" y="545"/>
                      <a:pt x="118" y="545"/>
                    </a:cubicBezTo>
                    <a:cubicBezTo>
                      <a:pt x="250" y="412"/>
                      <a:pt x="250" y="412"/>
                      <a:pt x="250" y="412"/>
                    </a:cubicBezTo>
                    <a:cubicBezTo>
                      <a:pt x="250" y="530"/>
                      <a:pt x="250" y="530"/>
                      <a:pt x="250" y="530"/>
                    </a:cubicBezTo>
                    <a:cubicBezTo>
                      <a:pt x="250" y="545"/>
                      <a:pt x="265" y="560"/>
                      <a:pt x="265" y="560"/>
                    </a:cubicBezTo>
                    <a:cubicBezTo>
                      <a:pt x="280" y="560"/>
                      <a:pt x="294" y="545"/>
                      <a:pt x="294" y="530"/>
                    </a:cubicBezTo>
                    <a:cubicBezTo>
                      <a:pt x="294" y="354"/>
                      <a:pt x="294" y="354"/>
                      <a:pt x="294" y="354"/>
                    </a:cubicBezTo>
                    <a:cubicBezTo>
                      <a:pt x="294" y="354"/>
                      <a:pt x="294" y="354"/>
                      <a:pt x="280" y="339"/>
                    </a:cubicBezTo>
                    <a:cubicBezTo>
                      <a:pt x="280" y="339"/>
                      <a:pt x="280" y="339"/>
                      <a:pt x="265" y="339"/>
                    </a:cubicBezTo>
                    <a:close/>
                    <a:moveTo>
                      <a:pt x="530" y="266"/>
                    </a:moveTo>
                    <a:lnTo>
                      <a:pt x="530" y="266"/>
                    </a:lnTo>
                    <a:cubicBezTo>
                      <a:pt x="397" y="266"/>
                      <a:pt x="397" y="266"/>
                      <a:pt x="397" y="266"/>
                    </a:cubicBezTo>
                    <a:cubicBezTo>
                      <a:pt x="530" y="133"/>
                      <a:pt x="530" y="133"/>
                      <a:pt x="530" y="133"/>
                    </a:cubicBezTo>
                    <a:cubicBezTo>
                      <a:pt x="500" y="103"/>
                      <a:pt x="500" y="103"/>
                      <a:pt x="500" y="103"/>
                    </a:cubicBezTo>
                    <a:cubicBezTo>
                      <a:pt x="368" y="236"/>
                      <a:pt x="368" y="236"/>
                      <a:pt x="368" y="236"/>
                    </a:cubicBezTo>
                    <a:cubicBezTo>
                      <a:pt x="368" y="103"/>
                      <a:pt x="368" y="103"/>
                      <a:pt x="368" y="103"/>
                    </a:cubicBezTo>
                    <a:cubicBezTo>
                      <a:pt x="368" y="89"/>
                      <a:pt x="353" y="89"/>
                      <a:pt x="353" y="89"/>
                    </a:cubicBezTo>
                    <a:cubicBezTo>
                      <a:pt x="339" y="89"/>
                      <a:pt x="324" y="89"/>
                      <a:pt x="324" y="103"/>
                    </a:cubicBezTo>
                    <a:cubicBezTo>
                      <a:pt x="324" y="280"/>
                      <a:pt x="324" y="280"/>
                      <a:pt x="324" y="280"/>
                    </a:cubicBezTo>
                    <a:cubicBezTo>
                      <a:pt x="324" y="280"/>
                      <a:pt x="324" y="295"/>
                      <a:pt x="339" y="295"/>
                    </a:cubicBezTo>
                    <a:cubicBezTo>
                      <a:pt x="339" y="295"/>
                      <a:pt x="339" y="295"/>
                      <a:pt x="353" y="295"/>
                    </a:cubicBezTo>
                    <a:cubicBezTo>
                      <a:pt x="530" y="295"/>
                      <a:pt x="530" y="295"/>
                      <a:pt x="530" y="295"/>
                    </a:cubicBezTo>
                    <a:cubicBezTo>
                      <a:pt x="530" y="295"/>
                      <a:pt x="544" y="295"/>
                      <a:pt x="544" y="280"/>
                    </a:cubicBezTo>
                    <a:cubicBezTo>
                      <a:pt x="544" y="266"/>
                      <a:pt x="530" y="266"/>
                      <a:pt x="530" y="266"/>
                    </a:cubicBez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5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4" y="633"/>
                      <a:pt x="544" y="633"/>
                      <a:pt x="544" y="633"/>
                    </a:cubicBezTo>
                    <a:cubicBezTo>
                      <a:pt x="589" y="633"/>
                      <a:pt x="618" y="604"/>
                      <a:pt x="618" y="560"/>
                    </a:cubicBezTo>
                    <a:cubicBezTo>
                      <a:pt x="618" y="89"/>
                      <a:pt x="618" y="89"/>
                      <a:pt x="618" y="89"/>
                    </a:cubicBezTo>
                    <a:cubicBezTo>
                      <a:pt x="618" y="45"/>
                      <a:pt x="589" y="0"/>
                      <a:pt x="544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5"/>
                      <a:pt x="559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5"/>
                      <a:pt x="29" y="560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5"/>
                      <a:pt x="73" y="45"/>
                    </a:cubicBezTo>
                    <a:cubicBezTo>
                      <a:pt x="544" y="45"/>
                      <a:pt x="544" y="45"/>
                      <a:pt x="544" y="45"/>
                    </a:cubicBezTo>
                    <a:cubicBezTo>
                      <a:pt x="559" y="45"/>
                      <a:pt x="589" y="59"/>
                      <a:pt x="589" y="89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"/>
              <p:cNvSpPr/>
              <p:nvPr/>
            </p:nvSpPr>
            <p:spPr>
              <a:xfrm>
                <a:off x="4016634" y="6017198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265" y="515"/>
                    </a:moveTo>
                    <a:lnTo>
                      <a:pt x="265" y="515"/>
                    </a:lnTo>
                    <a:cubicBezTo>
                      <a:pt x="132" y="515"/>
                      <a:pt x="132" y="515"/>
                      <a:pt x="132" y="515"/>
                    </a:cubicBezTo>
                    <a:cubicBezTo>
                      <a:pt x="280" y="383"/>
                      <a:pt x="280" y="383"/>
                      <a:pt x="280" y="383"/>
                    </a:cubicBezTo>
                    <a:cubicBezTo>
                      <a:pt x="250" y="353"/>
                      <a:pt x="250" y="353"/>
                      <a:pt x="250" y="353"/>
                    </a:cubicBezTo>
                    <a:cubicBezTo>
                      <a:pt x="118" y="485"/>
                      <a:pt x="118" y="485"/>
                      <a:pt x="118" y="485"/>
                    </a:cubicBezTo>
                    <a:cubicBezTo>
                      <a:pt x="118" y="353"/>
                      <a:pt x="118" y="353"/>
                      <a:pt x="118" y="353"/>
                    </a:cubicBezTo>
                    <a:cubicBezTo>
                      <a:pt x="118" y="338"/>
                      <a:pt x="103" y="338"/>
                      <a:pt x="88" y="338"/>
                    </a:cubicBezTo>
                    <a:cubicBezTo>
                      <a:pt x="88" y="338"/>
                      <a:pt x="74" y="338"/>
                      <a:pt x="74" y="353"/>
                    </a:cubicBezTo>
                    <a:cubicBezTo>
                      <a:pt x="74" y="530"/>
                      <a:pt x="74" y="530"/>
                      <a:pt x="74" y="530"/>
                    </a:cubicBezTo>
                    <a:lnTo>
                      <a:pt x="74" y="544"/>
                    </a:lnTo>
                    <a:cubicBezTo>
                      <a:pt x="88" y="544"/>
                      <a:pt x="88" y="544"/>
                      <a:pt x="88" y="544"/>
                    </a:cubicBezTo>
                    <a:cubicBezTo>
                      <a:pt x="265" y="544"/>
                      <a:pt x="265" y="544"/>
                      <a:pt x="265" y="544"/>
                    </a:cubicBezTo>
                    <a:cubicBezTo>
                      <a:pt x="280" y="544"/>
                      <a:pt x="294" y="544"/>
                      <a:pt x="294" y="530"/>
                    </a:cubicBezTo>
                    <a:cubicBezTo>
                      <a:pt x="294" y="515"/>
                      <a:pt x="280" y="515"/>
                      <a:pt x="265" y="515"/>
                    </a:cubicBezTo>
                    <a:close/>
                    <a:moveTo>
                      <a:pt x="530" y="73"/>
                    </a:moveTo>
                    <a:lnTo>
                      <a:pt x="530" y="73"/>
                    </a:lnTo>
                    <a:cubicBezTo>
                      <a:pt x="353" y="73"/>
                      <a:pt x="353" y="73"/>
                      <a:pt x="353" y="73"/>
                    </a:cubicBezTo>
                    <a:cubicBezTo>
                      <a:pt x="339" y="73"/>
                      <a:pt x="324" y="88"/>
                      <a:pt x="324" y="103"/>
                    </a:cubicBezTo>
                    <a:cubicBezTo>
                      <a:pt x="324" y="103"/>
                      <a:pt x="339" y="117"/>
                      <a:pt x="353" y="117"/>
                    </a:cubicBezTo>
                    <a:cubicBezTo>
                      <a:pt x="486" y="117"/>
                      <a:pt x="486" y="117"/>
                      <a:pt x="486" y="117"/>
                    </a:cubicBezTo>
                    <a:cubicBezTo>
                      <a:pt x="339" y="250"/>
                      <a:pt x="339" y="250"/>
                      <a:pt x="339" y="250"/>
                    </a:cubicBezTo>
                    <a:cubicBezTo>
                      <a:pt x="368" y="279"/>
                      <a:pt x="368" y="279"/>
                      <a:pt x="368" y="279"/>
                    </a:cubicBezTo>
                    <a:cubicBezTo>
                      <a:pt x="500" y="147"/>
                      <a:pt x="500" y="147"/>
                      <a:pt x="500" y="147"/>
                    </a:cubicBezTo>
                    <a:cubicBezTo>
                      <a:pt x="500" y="279"/>
                      <a:pt x="500" y="279"/>
                      <a:pt x="500" y="279"/>
                    </a:cubicBezTo>
                    <a:cubicBezTo>
                      <a:pt x="500" y="279"/>
                      <a:pt x="515" y="294"/>
                      <a:pt x="530" y="294"/>
                    </a:cubicBezTo>
                    <a:lnTo>
                      <a:pt x="545" y="279"/>
                    </a:lnTo>
                    <a:cubicBezTo>
                      <a:pt x="545" y="103"/>
                      <a:pt x="545" y="103"/>
                      <a:pt x="545" y="103"/>
                    </a:cubicBezTo>
                    <a:cubicBezTo>
                      <a:pt x="545" y="88"/>
                      <a:pt x="545" y="88"/>
                      <a:pt x="545" y="88"/>
                    </a:cubicBezTo>
                    <a:cubicBezTo>
                      <a:pt x="530" y="73"/>
                      <a:pt x="530" y="73"/>
                      <a:pt x="530" y="73"/>
                    </a:cubicBezTo>
                    <a:close/>
                    <a:moveTo>
                      <a:pt x="545" y="0"/>
                    </a:moveTo>
                    <a:lnTo>
                      <a:pt x="545" y="0"/>
                    </a:lnTo>
                    <a:cubicBezTo>
                      <a:pt x="74" y="0"/>
                      <a:pt x="74" y="0"/>
                      <a:pt x="74" y="0"/>
                    </a:cubicBezTo>
                    <a:cubicBezTo>
                      <a:pt x="29" y="0"/>
                      <a:pt x="0" y="29"/>
                      <a:pt x="0" y="7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88"/>
                      <a:pt x="29" y="633"/>
                      <a:pt x="74" y="633"/>
                    </a:cubicBezTo>
                    <a:cubicBezTo>
                      <a:pt x="545" y="633"/>
                      <a:pt x="545" y="633"/>
                      <a:pt x="545" y="633"/>
                    </a:cubicBezTo>
                    <a:cubicBezTo>
                      <a:pt x="589" y="633"/>
                      <a:pt x="618" y="588"/>
                      <a:pt x="618" y="544"/>
                    </a:cubicBezTo>
                    <a:cubicBezTo>
                      <a:pt x="618" y="73"/>
                      <a:pt x="618" y="73"/>
                      <a:pt x="618" y="73"/>
                    </a:cubicBezTo>
                    <a:cubicBezTo>
                      <a:pt x="618" y="29"/>
                      <a:pt x="589" y="0"/>
                      <a:pt x="545" y="0"/>
                    </a:cubicBezTo>
                    <a:close/>
                    <a:moveTo>
                      <a:pt x="589" y="544"/>
                    </a:moveTo>
                    <a:lnTo>
                      <a:pt x="589" y="544"/>
                    </a:lnTo>
                    <a:cubicBezTo>
                      <a:pt x="589" y="574"/>
                      <a:pt x="559" y="588"/>
                      <a:pt x="545" y="588"/>
                    </a:cubicBezTo>
                    <a:cubicBezTo>
                      <a:pt x="74" y="588"/>
                      <a:pt x="74" y="588"/>
                      <a:pt x="74" y="588"/>
                    </a:cubicBezTo>
                    <a:cubicBezTo>
                      <a:pt x="59" y="588"/>
                      <a:pt x="29" y="574"/>
                      <a:pt x="29" y="544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58"/>
                      <a:pt x="59" y="44"/>
                      <a:pt x="74" y="44"/>
                    </a:cubicBezTo>
                    <a:cubicBezTo>
                      <a:pt x="545" y="44"/>
                      <a:pt x="545" y="44"/>
                      <a:pt x="545" y="44"/>
                    </a:cubicBezTo>
                    <a:cubicBezTo>
                      <a:pt x="559" y="44"/>
                      <a:pt x="589" y="58"/>
                      <a:pt x="589" y="73"/>
                    </a:cubicBezTo>
                    <a:lnTo>
                      <a:pt x="589" y="5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"/>
              <p:cNvSpPr/>
              <p:nvPr/>
            </p:nvSpPr>
            <p:spPr>
              <a:xfrm>
                <a:off x="3666471" y="6017198"/>
                <a:ext cx="202170" cy="228550"/>
              </a:xfrm>
              <a:custGeom>
                <a:rect b="b" l="l" r="r" t="t"/>
                <a:pathLst>
                  <a:path extrusionOk="0" h="634" w="561">
                    <a:moveTo>
                      <a:pt x="133" y="368"/>
                    </a:moveTo>
                    <a:lnTo>
                      <a:pt x="133" y="368"/>
                    </a:lnTo>
                    <a:cubicBezTo>
                      <a:pt x="265" y="500"/>
                      <a:pt x="265" y="500"/>
                      <a:pt x="265" y="500"/>
                    </a:cubicBezTo>
                    <a:lnTo>
                      <a:pt x="280" y="515"/>
                    </a:lnTo>
                    <a:lnTo>
                      <a:pt x="295" y="500"/>
                    </a:lnTo>
                    <a:cubicBezTo>
                      <a:pt x="427" y="368"/>
                      <a:pt x="427" y="368"/>
                      <a:pt x="427" y="368"/>
                    </a:cubicBezTo>
                    <a:cubicBezTo>
                      <a:pt x="442" y="353"/>
                      <a:pt x="442" y="353"/>
                      <a:pt x="427" y="338"/>
                    </a:cubicBezTo>
                    <a:cubicBezTo>
                      <a:pt x="427" y="338"/>
                      <a:pt x="412" y="338"/>
                      <a:pt x="398" y="338"/>
                    </a:cubicBezTo>
                    <a:cubicBezTo>
                      <a:pt x="295" y="441"/>
                      <a:pt x="295" y="441"/>
                      <a:pt x="295" y="441"/>
                    </a:cubicBezTo>
                    <a:cubicBezTo>
                      <a:pt x="295" y="14"/>
                      <a:pt x="295" y="14"/>
                      <a:pt x="295" y="14"/>
                    </a:cubicBezTo>
                    <a:cubicBezTo>
                      <a:pt x="295" y="14"/>
                      <a:pt x="295" y="0"/>
                      <a:pt x="280" y="0"/>
                    </a:cubicBezTo>
                    <a:cubicBezTo>
                      <a:pt x="265" y="0"/>
                      <a:pt x="265" y="14"/>
                      <a:pt x="265" y="14"/>
                    </a:cubicBezTo>
                    <a:cubicBezTo>
                      <a:pt x="265" y="441"/>
                      <a:pt x="265" y="441"/>
                      <a:pt x="265" y="441"/>
                    </a:cubicBezTo>
                    <a:cubicBezTo>
                      <a:pt x="162" y="338"/>
                      <a:pt x="162" y="338"/>
                      <a:pt x="162" y="338"/>
                    </a:cubicBezTo>
                    <a:cubicBezTo>
                      <a:pt x="148" y="338"/>
                      <a:pt x="133" y="338"/>
                      <a:pt x="133" y="338"/>
                    </a:cubicBezTo>
                    <a:cubicBezTo>
                      <a:pt x="118" y="353"/>
                      <a:pt x="118" y="353"/>
                      <a:pt x="133" y="368"/>
                    </a:cubicBezTo>
                    <a:close/>
                    <a:moveTo>
                      <a:pt x="471" y="73"/>
                    </a:moveTo>
                    <a:lnTo>
                      <a:pt x="471" y="73"/>
                    </a:lnTo>
                    <a:cubicBezTo>
                      <a:pt x="412" y="73"/>
                      <a:pt x="412" y="73"/>
                      <a:pt x="412" y="73"/>
                    </a:cubicBezTo>
                    <a:cubicBezTo>
                      <a:pt x="412" y="117"/>
                      <a:pt x="412" y="117"/>
                      <a:pt x="412" y="117"/>
                    </a:cubicBezTo>
                    <a:cubicBezTo>
                      <a:pt x="471" y="117"/>
                      <a:pt x="471" y="117"/>
                      <a:pt x="471" y="117"/>
                    </a:cubicBezTo>
                    <a:cubicBezTo>
                      <a:pt x="501" y="117"/>
                      <a:pt x="516" y="132"/>
                      <a:pt x="516" y="162"/>
                    </a:cubicBezTo>
                    <a:cubicBezTo>
                      <a:pt x="516" y="544"/>
                      <a:pt x="516" y="544"/>
                      <a:pt x="516" y="544"/>
                    </a:cubicBezTo>
                    <a:cubicBezTo>
                      <a:pt x="516" y="574"/>
                      <a:pt x="501" y="588"/>
                      <a:pt x="471" y="588"/>
                    </a:cubicBezTo>
                    <a:cubicBezTo>
                      <a:pt x="89" y="588"/>
                      <a:pt x="89" y="588"/>
                      <a:pt x="89" y="588"/>
                    </a:cubicBezTo>
                    <a:cubicBezTo>
                      <a:pt x="59" y="588"/>
                      <a:pt x="44" y="574"/>
                      <a:pt x="44" y="544"/>
                    </a:cubicBezTo>
                    <a:cubicBezTo>
                      <a:pt x="44" y="162"/>
                      <a:pt x="44" y="162"/>
                      <a:pt x="44" y="162"/>
                    </a:cubicBezTo>
                    <a:cubicBezTo>
                      <a:pt x="44" y="132"/>
                      <a:pt x="59" y="117"/>
                      <a:pt x="89" y="117"/>
                    </a:cubicBezTo>
                    <a:cubicBezTo>
                      <a:pt x="148" y="117"/>
                      <a:pt x="148" y="117"/>
                      <a:pt x="148" y="117"/>
                    </a:cubicBezTo>
                    <a:cubicBezTo>
                      <a:pt x="148" y="73"/>
                      <a:pt x="148" y="73"/>
                      <a:pt x="148" y="73"/>
                    </a:cubicBezTo>
                    <a:cubicBezTo>
                      <a:pt x="89" y="73"/>
                      <a:pt x="89" y="73"/>
                      <a:pt x="89" y="73"/>
                    </a:cubicBezTo>
                    <a:cubicBezTo>
                      <a:pt x="44" y="73"/>
                      <a:pt x="0" y="117"/>
                      <a:pt x="0" y="162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88"/>
                      <a:pt x="44" y="633"/>
                      <a:pt x="89" y="633"/>
                    </a:cubicBezTo>
                    <a:cubicBezTo>
                      <a:pt x="471" y="633"/>
                      <a:pt x="471" y="633"/>
                      <a:pt x="471" y="633"/>
                    </a:cubicBezTo>
                    <a:cubicBezTo>
                      <a:pt x="516" y="633"/>
                      <a:pt x="560" y="588"/>
                      <a:pt x="560" y="544"/>
                    </a:cubicBezTo>
                    <a:cubicBezTo>
                      <a:pt x="560" y="162"/>
                      <a:pt x="560" y="162"/>
                      <a:pt x="560" y="162"/>
                    </a:cubicBezTo>
                    <a:cubicBezTo>
                      <a:pt x="560" y="117"/>
                      <a:pt x="516" y="73"/>
                      <a:pt x="471" y="7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"/>
              <p:cNvSpPr/>
              <p:nvPr/>
            </p:nvSpPr>
            <p:spPr>
              <a:xfrm>
                <a:off x="3295164" y="6017198"/>
                <a:ext cx="196885" cy="228550"/>
              </a:xfrm>
              <a:custGeom>
                <a:rect b="b" l="l" r="r" t="t"/>
                <a:pathLst>
                  <a:path extrusionOk="0" h="634" w="545">
                    <a:moveTo>
                      <a:pt x="427" y="265"/>
                    </a:moveTo>
                    <a:lnTo>
                      <a:pt x="427" y="265"/>
                    </a:lnTo>
                    <a:cubicBezTo>
                      <a:pt x="280" y="117"/>
                      <a:pt x="280" y="117"/>
                      <a:pt x="280" y="117"/>
                    </a:cubicBezTo>
                    <a:cubicBezTo>
                      <a:pt x="280" y="117"/>
                      <a:pt x="280" y="117"/>
                      <a:pt x="265" y="117"/>
                    </a:cubicBezTo>
                    <a:cubicBezTo>
                      <a:pt x="265" y="117"/>
                      <a:pt x="265" y="117"/>
                      <a:pt x="250" y="117"/>
                    </a:cubicBezTo>
                    <a:cubicBezTo>
                      <a:pt x="118" y="265"/>
                      <a:pt x="118" y="265"/>
                      <a:pt x="118" y="265"/>
                    </a:cubicBezTo>
                    <a:cubicBezTo>
                      <a:pt x="118" y="265"/>
                      <a:pt x="118" y="279"/>
                      <a:pt x="118" y="294"/>
                    </a:cubicBezTo>
                    <a:cubicBezTo>
                      <a:pt x="132" y="294"/>
                      <a:pt x="132" y="294"/>
                      <a:pt x="147" y="294"/>
                    </a:cubicBezTo>
                    <a:cubicBezTo>
                      <a:pt x="250" y="191"/>
                      <a:pt x="250" y="191"/>
                      <a:pt x="250" y="191"/>
                    </a:cubicBezTo>
                    <a:cubicBezTo>
                      <a:pt x="250" y="603"/>
                      <a:pt x="250" y="603"/>
                      <a:pt x="250" y="603"/>
                    </a:cubicBezTo>
                    <a:cubicBezTo>
                      <a:pt x="250" y="618"/>
                      <a:pt x="265" y="633"/>
                      <a:pt x="265" y="633"/>
                    </a:cubicBezTo>
                    <a:cubicBezTo>
                      <a:pt x="280" y="633"/>
                      <a:pt x="294" y="618"/>
                      <a:pt x="294" y="603"/>
                    </a:cubicBezTo>
                    <a:cubicBezTo>
                      <a:pt x="294" y="191"/>
                      <a:pt x="294" y="191"/>
                      <a:pt x="294" y="191"/>
                    </a:cubicBezTo>
                    <a:cubicBezTo>
                      <a:pt x="398" y="294"/>
                      <a:pt x="398" y="294"/>
                      <a:pt x="398" y="294"/>
                    </a:cubicBezTo>
                    <a:cubicBezTo>
                      <a:pt x="398" y="294"/>
                      <a:pt x="412" y="294"/>
                      <a:pt x="427" y="294"/>
                    </a:cubicBezTo>
                    <a:cubicBezTo>
                      <a:pt x="427" y="279"/>
                      <a:pt x="427" y="265"/>
                      <a:pt x="427" y="265"/>
                    </a:cubicBezTo>
                    <a:close/>
                    <a:moveTo>
                      <a:pt x="471" y="0"/>
                    </a:moveTo>
                    <a:lnTo>
                      <a:pt x="471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3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29" y="544"/>
                      <a:pt x="73" y="544"/>
                    </a:cubicBezTo>
                    <a:cubicBezTo>
                      <a:pt x="132" y="544"/>
                      <a:pt x="132" y="544"/>
                      <a:pt x="132" y="544"/>
                    </a:cubicBezTo>
                    <a:cubicBezTo>
                      <a:pt x="132" y="515"/>
                      <a:pt x="132" y="515"/>
                      <a:pt x="132" y="515"/>
                    </a:cubicBezTo>
                    <a:cubicBezTo>
                      <a:pt x="73" y="515"/>
                      <a:pt x="73" y="515"/>
                      <a:pt x="73" y="515"/>
                    </a:cubicBezTo>
                    <a:cubicBezTo>
                      <a:pt x="59" y="515"/>
                      <a:pt x="29" y="485"/>
                      <a:pt x="29" y="471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58"/>
                      <a:pt x="59" y="44"/>
                      <a:pt x="73" y="44"/>
                    </a:cubicBezTo>
                    <a:cubicBezTo>
                      <a:pt x="471" y="44"/>
                      <a:pt x="471" y="44"/>
                      <a:pt x="471" y="44"/>
                    </a:cubicBezTo>
                    <a:cubicBezTo>
                      <a:pt x="486" y="44"/>
                      <a:pt x="500" y="58"/>
                      <a:pt x="500" y="73"/>
                    </a:cubicBezTo>
                    <a:cubicBezTo>
                      <a:pt x="500" y="471"/>
                      <a:pt x="500" y="471"/>
                      <a:pt x="500" y="471"/>
                    </a:cubicBezTo>
                    <a:cubicBezTo>
                      <a:pt x="500" y="485"/>
                      <a:pt x="486" y="515"/>
                      <a:pt x="471" y="515"/>
                    </a:cubicBezTo>
                    <a:cubicBezTo>
                      <a:pt x="412" y="515"/>
                      <a:pt x="412" y="515"/>
                      <a:pt x="412" y="515"/>
                    </a:cubicBezTo>
                    <a:cubicBezTo>
                      <a:pt x="412" y="544"/>
                      <a:pt x="412" y="544"/>
                      <a:pt x="412" y="544"/>
                    </a:cubicBezTo>
                    <a:cubicBezTo>
                      <a:pt x="471" y="544"/>
                      <a:pt x="471" y="544"/>
                      <a:pt x="471" y="544"/>
                    </a:cubicBezTo>
                    <a:cubicBezTo>
                      <a:pt x="515" y="544"/>
                      <a:pt x="544" y="515"/>
                      <a:pt x="544" y="471"/>
                    </a:cubicBezTo>
                    <a:cubicBezTo>
                      <a:pt x="544" y="73"/>
                      <a:pt x="544" y="73"/>
                      <a:pt x="544" y="73"/>
                    </a:cubicBezTo>
                    <a:cubicBezTo>
                      <a:pt x="544" y="29"/>
                      <a:pt x="515" y="0"/>
                      <a:pt x="4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"/>
              <p:cNvSpPr/>
              <p:nvPr/>
            </p:nvSpPr>
            <p:spPr>
              <a:xfrm>
                <a:off x="2914608" y="6033052"/>
                <a:ext cx="221991" cy="196843"/>
              </a:xfrm>
              <a:custGeom>
                <a:rect b="b" l="l" r="r" t="t"/>
                <a:pathLst>
                  <a:path extrusionOk="0" h="545" w="619">
                    <a:moveTo>
                      <a:pt x="603" y="250"/>
                    </a:moveTo>
                    <a:lnTo>
                      <a:pt x="603" y="250"/>
                    </a:lnTo>
                    <a:cubicBezTo>
                      <a:pt x="177" y="250"/>
                      <a:pt x="177" y="250"/>
                      <a:pt x="177" y="250"/>
                    </a:cubicBezTo>
                    <a:cubicBezTo>
                      <a:pt x="280" y="147"/>
                      <a:pt x="280" y="147"/>
                      <a:pt x="280" y="147"/>
                    </a:cubicBezTo>
                    <a:cubicBezTo>
                      <a:pt x="294" y="132"/>
                      <a:pt x="294" y="132"/>
                      <a:pt x="280" y="118"/>
                    </a:cubicBezTo>
                    <a:cubicBezTo>
                      <a:pt x="280" y="118"/>
                      <a:pt x="265" y="118"/>
                      <a:pt x="250" y="118"/>
                    </a:cubicBezTo>
                    <a:cubicBezTo>
                      <a:pt x="118" y="250"/>
                      <a:pt x="118" y="250"/>
                      <a:pt x="118" y="250"/>
                    </a:cubicBezTo>
                    <a:cubicBezTo>
                      <a:pt x="118" y="265"/>
                      <a:pt x="118" y="265"/>
                      <a:pt x="118" y="265"/>
                    </a:cubicBezTo>
                    <a:cubicBezTo>
                      <a:pt x="118" y="280"/>
                      <a:pt x="118" y="280"/>
                      <a:pt x="118" y="280"/>
                    </a:cubicBezTo>
                    <a:cubicBezTo>
                      <a:pt x="250" y="427"/>
                      <a:pt x="250" y="427"/>
                      <a:pt x="250" y="427"/>
                    </a:cubicBezTo>
                    <a:cubicBezTo>
                      <a:pt x="265" y="427"/>
                      <a:pt x="280" y="427"/>
                      <a:pt x="280" y="427"/>
                    </a:cubicBezTo>
                    <a:cubicBezTo>
                      <a:pt x="294" y="412"/>
                      <a:pt x="294" y="397"/>
                      <a:pt x="280" y="397"/>
                    </a:cubicBezTo>
                    <a:cubicBezTo>
                      <a:pt x="177" y="294"/>
                      <a:pt x="177" y="294"/>
                      <a:pt x="177" y="294"/>
                    </a:cubicBezTo>
                    <a:cubicBezTo>
                      <a:pt x="603" y="294"/>
                      <a:pt x="603" y="294"/>
                      <a:pt x="603" y="294"/>
                    </a:cubicBezTo>
                    <a:cubicBezTo>
                      <a:pt x="618" y="294"/>
                      <a:pt x="618" y="280"/>
                      <a:pt x="618" y="265"/>
                    </a:cubicBezTo>
                    <a:cubicBezTo>
                      <a:pt x="618" y="265"/>
                      <a:pt x="618" y="250"/>
                      <a:pt x="603" y="250"/>
                    </a:cubicBezTo>
                    <a:close/>
                    <a:moveTo>
                      <a:pt x="500" y="471"/>
                    </a:moveTo>
                    <a:lnTo>
                      <a:pt x="500" y="471"/>
                    </a:lnTo>
                    <a:cubicBezTo>
                      <a:pt x="500" y="486"/>
                      <a:pt x="486" y="500"/>
                      <a:pt x="471" y="500"/>
                    </a:cubicBezTo>
                    <a:cubicBezTo>
                      <a:pt x="73" y="500"/>
                      <a:pt x="73" y="500"/>
                      <a:pt x="73" y="500"/>
                    </a:cubicBezTo>
                    <a:cubicBezTo>
                      <a:pt x="59" y="500"/>
                      <a:pt x="29" y="486"/>
                      <a:pt x="29" y="471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59"/>
                      <a:pt x="59" y="29"/>
                      <a:pt x="73" y="29"/>
                    </a:cubicBezTo>
                    <a:cubicBezTo>
                      <a:pt x="471" y="29"/>
                      <a:pt x="471" y="29"/>
                      <a:pt x="471" y="29"/>
                    </a:cubicBezTo>
                    <a:cubicBezTo>
                      <a:pt x="486" y="29"/>
                      <a:pt x="500" y="59"/>
                      <a:pt x="500" y="73"/>
                    </a:cubicBezTo>
                    <a:cubicBezTo>
                      <a:pt x="500" y="132"/>
                      <a:pt x="500" y="132"/>
                      <a:pt x="500" y="132"/>
                    </a:cubicBezTo>
                    <a:cubicBezTo>
                      <a:pt x="545" y="132"/>
                      <a:pt x="545" y="132"/>
                      <a:pt x="545" y="132"/>
                    </a:cubicBezTo>
                    <a:cubicBezTo>
                      <a:pt x="545" y="73"/>
                      <a:pt x="545" y="73"/>
                      <a:pt x="545" y="73"/>
                    </a:cubicBezTo>
                    <a:cubicBezTo>
                      <a:pt x="545" y="29"/>
                      <a:pt x="515" y="0"/>
                      <a:pt x="471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3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29" y="544"/>
                      <a:pt x="73" y="544"/>
                    </a:cubicBezTo>
                    <a:cubicBezTo>
                      <a:pt x="471" y="544"/>
                      <a:pt x="471" y="544"/>
                      <a:pt x="471" y="544"/>
                    </a:cubicBezTo>
                    <a:cubicBezTo>
                      <a:pt x="515" y="544"/>
                      <a:pt x="545" y="515"/>
                      <a:pt x="545" y="471"/>
                    </a:cubicBezTo>
                    <a:cubicBezTo>
                      <a:pt x="545" y="412"/>
                      <a:pt x="545" y="412"/>
                      <a:pt x="545" y="412"/>
                    </a:cubicBezTo>
                    <a:cubicBezTo>
                      <a:pt x="500" y="412"/>
                      <a:pt x="500" y="412"/>
                      <a:pt x="500" y="412"/>
                    </a:cubicBezTo>
                    <a:lnTo>
                      <a:pt x="500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"/>
              <p:cNvSpPr/>
              <p:nvPr/>
            </p:nvSpPr>
            <p:spPr>
              <a:xfrm>
                <a:off x="2543303" y="6033052"/>
                <a:ext cx="228597" cy="196843"/>
              </a:xfrm>
              <a:custGeom>
                <a:rect b="b" l="l" r="r" t="t"/>
                <a:pathLst>
                  <a:path extrusionOk="0" h="545" w="634">
                    <a:moveTo>
                      <a:pt x="339" y="397"/>
                    </a:moveTo>
                    <a:lnTo>
                      <a:pt x="339" y="397"/>
                    </a:lnTo>
                    <a:cubicBezTo>
                      <a:pt x="339" y="397"/>
                      <a:pt x="339" y="412"/>
                      <a:pt x="339" y="427"/>
                    </a:cubicBezTo>
                    <a:cubicBezTo>
                      <a:pt x="354" y="427"/>
                      <a:pt x="369" y="427"/>
                      <a:pt x="369" y="427"/>
                    </a:cubicBezTo>
                    <a:cubicBezTo>
                      <a:pt x="516" y="280"/>
                      <a:pt x="516" y="280"/>
                      <a:pt x="516" y="280"/>
                    </a:cubicBezTo>
                    <a:cubicBezTo>
                      <a:pt x="516" y="280"/>
                      <a:pt x="516" y="280"/>
                      <a:pt x="516" y="265"/>
                    </a:cubicBezTo>
                    <a:cubicBezTo>
                      <a:pt x="516" y="265"/>
                      <a:pt x="516" y="265"/>
                      <a:pt x="516" y="250"/>
                    </a:cubicBezTo>
                    <a:cubicBezTo>
                      <a:pt x="369" y="118"/>
                      <a:pt x="369" y="118"/>
                      <a:pt x="369" y="118"/>
                    </a:cubicBezTo>
                    <a:cubicBezTo>
                      <a:pt x="369" y="118"/>
                      <a:pt x="354" y="118"/>
                      <a:pt x="339" y="118"/>
                    </a:cubicBezTo>
                    <a:cubicBezTo>
                      <a:pt x="339" y="132"/>
                      <a:pt x="339" y="132"/>
                      <a:pt x="339" y="147"/>
                    </a:cubicBezTo>
                    <a:cubicBezTo>
                      <a:pt x="442" y="250"/>
                      <a:pt x="442" y="250"/>
                      <a:pt x="442" y="250"/>
                    </a:cubicBezTo>
                    <a:cubicBezTo>
                      <a:pt x="30" y="250"/>
                      <a:pt x="30" y="250"/>
                      <a:pt x="30" y="250"/>
                    </a:cubicBezTo>
                    <a:cubicBezTo>
                      <a:pt x="15" y="250"/>
                      <a:pt x="0" y="265"/>
                      <a:pt x="0" y="265"/>
                    </a:cubicBezTo>
                    <a:cubicBezTo>
                      <a:pt x="0" y="280"/>
                      <a:pt x="15" y="294"/>
                      <a:pt x="30" y="294"/>
                    </a:cubicBezTo>
                    <a:cubicBezTo>
                      <a:pt x="442" y="294"/>
                      <a:pt x="442" y="294"/>
                      <a:pt x="442" y="294"/>
                    </a:cubicBezTo>
                    <a:lnTo>
                      <a:pt x="339" y="397"/>
                    </a:ln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162" y="0"/>
                      <a:pt x="162" y="0"/>
                      <a:pt x="162" y="0"/>
                    </a:cubicBezTo>
                    <a:cubicBezTo>
                      <a:pt x="118" y="0"/>
                      <a:pt x="89" y="29"/>
                      <a:pt x="89" y="73"/>
                    </a:cubicBezTo>
                    <a:cubicBezTo>
                      <a:pt x="89" y="147"/>
                      <a:pt x="89" y="147"/>
                      <a:pt x="89" y="147"/>
                    </a:cubicBezTo>
                    <a:cubicBezTo>
                      <a:pt x="118" y="147"/>
                      <a:pt x="118" y="147"/>
                      <a:pt x="118" y="147"/>
                    </a:cubicBezTo>
                    <a:cubicBezTo>
                      <a:pt x="118" y="73"/>
                      <a:pt x="118" y="73"/>
                      <a:pt x="118" y="73"/>
                    </a:cubicBezTo>
                    <a:cubicBezTo>
                      <a:pt x="118" y="59"/>
                      <a:pt x="148" y="29"/>
                      <a:pt x="162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75" y="29"/>
                      <a:pt x="589" y="59"/>
                      <a:pt x="589" y="73"/>
                    </a:cubicBezTo>
                    <a:cubicBezTo>
                      <a:pt x="589" y="471"/>
                      <a:pt x="589" y="471"/>
                      <a:pt x="589" y="471"/>
                    </a:cubicBezTo>
                    <a:cubicBezTo>
                      <a:pt x="589" y="486"/>
                      <a:pt x="575" y="500"/>
                      <a:pt x="560" y="500"/>
                    </a:cubicBezTo>
                    <a:cubicBezTo>
                      <a:pt x="162" y="500"/>
                      <a:pt x="162" y="500"/>
                      <a:pt x="162" y="500"/>
                    </a:cubicBezTo>
                    <a:cubicBezTo>
                      <a:pt x="148" y="500"/>
                      <a:pt x="118" y="486"/>
                      <a:pt x="118" y="471"/>
                    </a:cubicBezTo>
                    <a:cubicBezTo>
                      <a:pt x="118" y="382"/>
                      <a:pt x="118" y="382"/>
                      <a:pt x="118" y="382"/>
                    </a:cubicBezTo>
                    <a:cubicBezTo>
                      <a:pt x="89" y="382"/>
                      <a:pt x="89" y="382"/>
                      <a:pt x="89" y="382"/>
                    </a:cubicBezTo>
                    <a:cubicBezTo>
                      <a:pt x="89" y="471"/>
                      <a:pt x="89" y="471"/>
                      <a:pt x="89" y="471"/>
                    </a:cubicBezTo>
                    <a:cubicBezTo>
                      <a:pt x="89" y="515"/>
                      <a:pt x="118" y="544"/>
                      <a:pt x="162" y="544"/>
                    </a:cubicBezTo>
                    <a:cubicBezTo>
                      <a:pt x="560" y="544"/>
                      <a:pt x="560" y="544"/>
                      <a:pt x="560" y="544"/>
                    </a:cubicBezTo>
                    <a:cubicBezTo>
                      <a:pt x="604" y="544"/>
                      <a:pt x="633" y="515"/>
                      <a:pt x="633" y="471"/>
                    </a:cubicBezTo>
                    <a:cubicBezTo>
                      <a:pt x="633" y="73"/>
                      <a:pt x="633" y="73"/>
                      <a:pt x="633" y="73"/>
                    </a:cubicBezTo>
                    <a:cubicBezTo>
                      <a:pt x="633" y="29"/>
                      <a:pt x="604" y="0"/>
                      <a:pt x="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"/>
              <p:cNvSpPr/>
              <p:nvPr/>
            </p:nvSpPr>
            <p:spPr>
              <a:xfrm>
                <a:off x="2193138" y="6033052"/>
                <a:ext cx="196885" cy="196843"/>
              </a:xfrm>
              <a:custGeom>
                <a:rect b="b" l="l" r="r" t="t"/>
                <a:pathLst>
                  <a:path extrusionOk="0" h="545" w="545">
                    <a:moveTo>
                      <a:pt x="530" y="0"/>
                    </a:moveTo>
                    <a:lnTo>
                      <a:pt x="530" y="0"/>
                    </a:lnTo>
                    <a:cubicBezTo>
                      <a:pt x="382" y="0"/>
                      <a:pt x="382" y="0"/>
                      <a:pt x="382" y="0"/>
                    </a:cubicBezTo>
                    <a:cubicBezTo>
                      <a:pt x="382" y="0"/>
                      <a:pt x="368" y="0"/>
                      <a:pt x="368" y="14"/>
                    </a:cubicBezTo>
                    <a:cubicBezTo>
                      <a:pt x="368" y="29"/>
                      <a:pt x="382" y="29"/>
                      <a:pt x="382" y="29"/>
                    </a:cubicBezTo>
                    <a:cubicBezTo>
                      <a:pt x="471" y="29"/>
                      <a:pt x="471" y="29"/>
                      <a:pt x="471" y="29"/>
                    </a:cubicBezTo>
                    <a:cubicBezTo>
                      <a:pt x="177" y="309"/>
                      <a:pt x="177" y="309"/>
                      <a:pt x="177" y="309"/>
                    </a:cubicBezTo>
                    <a:cubicBezTo>
                      <a:pt x="177" y="324"/>
                      <a:pt x="177" y="339"/>
                      <a:pt x="177" y="339"/>
                    </a:cubicBezTo>
                    <a:cubicBezTo>
                      <a:pt x="191" y="353"/>
                      <a:pt x="191" y="353"/>
                      <a:pt x="206" y="339"/>
                    </a:cubicBezTo>
                    <a:cubicBezTo>
                      <a:pt x="500" y="59"/>
                      <a:pt x="500" y="59"/>
                      <a:pt x="500" y="59"/>
                    </a:cubicBezTo>
                    <a:cubicBezTo>
                      <a:pt x="500" y="147"/>
                      <a:pt x="500" y="147"/>
                      <a:pt x="500" y="147"/>
                    </a:cubicBezTo>
                    <a:cubicBezTo>
                      <a:pt x="500" y="162"/>
                      <a:pt x="515" y="177"/>
                      <a:pt x="530" y="177"/>
                    </a:cubicBezTo>
                    <a:cubicBezTo>
                      <a:pt x="530" y="177"/>
                      <a:pt x="544" y="162"/>
                      <a:pt x="544" y="147"/>
                    </a:cubicBezTo>
                    <a:cubicBezTo>
                      <a:pt x="544" y="14"/>
                      <a:pt x="544" y="14"/>
                      <a:pt x="544" y="14"/>
                    </a:cubicBezTo>
                    <a:cubicBezTo>
                      <a:pt x="544" y="0"/>
                      <a:pt x="530" y="0"/>
                      <a:pt x="530" y="0"/>
                    </a:cubicBezTo>
                    <a:close/>
                    <a:moveTo>
                      <a:pt x="500" y="471"/>
                    </a:moveTo>
                    <a:lnTo>
                      <a:pt x="500" y="471"/>
                    </a:lnTo>
                    <a:cubicBezTo>
                      <a:pt x="500" y="486"/>
                      <a:pt x="486" y="500"/>
                      <a:pt x="471" y="500"/>
                    </a:cubicBezTo>
                    <a:cubicBezTo>
                      <a:pt x="73" y="500"/>
                      <a:pt x="73" y="500"/>
                      <a:pt x="73" y="500"/>
                    </a:cubicBezTo>
                    <a:cubicBezTo>
                      <a:pt x="44" y="500"/>
                      <a:pt x="29" y="486"/>
                      <a:pt x="29" y="471"/>
                    </a:cubicBezTo>
                    <a:cubicBezTo>
                      <a:pt x="29" y="73"/>
                      <a:pt x="29" y="73"/>
                      <a:pt x="29" y="73"/>
                    </a:cubicBezTo>
                    <a:cubicBezTo>
                      <a:pt x="29" y="59"/>
                      <a:pt x="59" y="29"/>
                      <a:pt x="73" y="29"/>
                    </a:cubicBezTo>
                    <a:cubicBezTo>
                      <a:pt x="294" y="29"/>
                      <a:pt x="294" y="29"/>
                      <a:pt x="294" y="29"/>
                    </a:cubicBezTo>
                    <a:cubicBezTo>
                      <a:pt x="294" y="0"/>
                      <a:pt x="294" y="0"/>
                      <a:pt x="294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8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29" y="544"/>
                      <a:pt x="73" y="544"/>
                    </a:cubicBezTo>
                    <a:cubicBezTo>
                      <a:pt x="456" y="544"/>
                      <a:pt x="456" y="544"/>
                      <a:pt x="456" y="544"/>
                    </a:cubicBezTo>
                    <a:cubicBezTo>
                      <a:pt x="500" y="544"/>
                      <a:pt x="544" y="515"/>
                      <a:pt x="544" y="471"/>
                    </a:cubicBezTo>
                    <a:cubicBezTo>
                      <a:pt x="544" y="250"/>
                      <a:pt x="544" y="250"/>
                      <a:pt x="544" y="250"/>
                    </a:cubicBezTo>
                    <a:cubicBezTo>
                      <a:pt x="500" y="250"/>
                      <a:pt x="500" y="250"/>
                      <a:pt x="500" y="250"/>
                    </a:cubicBezTo>
                    <a:lnTo>
                      <a:pt x="500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2"/>
              <p:cNvSpPr/>
              <p:nvPr/>
            </p:nvSpPr>
            <p:spPr>
              <a:xfrm>
                <a:off x="1821833" y="6033052"/>
                <a:ext cx="202170" cy="196843"/>
              </a:xfrm>
              <a:custGeom>
                <a:rect b="b" l="l" r="r" t="t"/>
                <a:pathLst>
                  <a:path extrusionOk="0" h="545" w="561">
                    <a:moveTo>
                      <a:pt x="516" y="250"/>
                    </a:moveTo>
                    <a:lnTo>
                      <a:pt x="516" y="250"/>
                    </a:lnTo>
                    <a:cubicBezTo>
                      <a:pt x="516" y="471"/>
                      <a:pt x="516" y="471"/>
                      <a:pt x="516" y="471"/>
                    </a:cubicBezTo>
                    <a:cubicBezTo>
                      <a:pt x="516" y="486"/>
                      <a:pt x="501" y="500"/>
                      <a:pt x="471" y="500"/>
                    </a:cubicBezTo>
                    <a:cubicBezTo>
                      <a:pt x="89" y="500"/>
                      <a:pt x="89" y="500"/>
                      <a:pt x="89" y="500"/>
                    </a:cubicBezTo>
                    <a:cubicBezTo>
                      <a:pt x="59" y="500"/>
                      <a:pt x="44" y="486"/>
                      <a:pt x="44" y="471"/>
                    </a:cubicBezTo>
                    <a:cubicBezTo>
                      <a:pt x="44" y="73"/>
                      <a:pt x="44" y="73"/>
                      <a:pt x="44" y="73"/>
                    </a:cubicBezTo>
                    <a:cubicBezTo>
                      <a:pt x="44" y="59"/>
                      <a:pt x="59" y="29"/>
                      <a:pt x="89" y="29"/>
                    </a:cubicBezTo>
                    <a:cubicBezTo>
                      <a:pt x="295" y="29"/>
                      <a:pt x="295" y="29"/>
                      <a:pt x="295" y="29"/>
                    </a:cubicBezTo>
                    <a:cubicBezTo>
                      <a:pt x="295" y="0"/>
                      <a:pt x="295" y="0"/>
                      <a:pt x="295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44"/>
                      <a:pt x="0" y="88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44" y="544"/>
                      <a:pt x="89" y="544"/>
                    </a:cubicBezTo>
                    <a:cubicBezTo>
                      <a:pt x="471" y="544"/>
                      <a:pt x="471" y="544"/>
                      <a:pt x="471" y="544"/>
                    </a:cubicBezTo>
                    <a:cubicBezTo>
                      <a:pt x="516" y="544"/>
                      <a:pt x="560" y="515"/>
                      <a:pt x="560" y="471"/>
                    </a:cubicBezTo>
                    <a:cubicBezTo>
                      <a:pt x="560" y="250"/>
                      <a:pt x="560" y="250"/>
                      <a:pt x="560" y="250"/>
                    </a:cubicBezTo>
                    <a:lnTo>
                      <a:pt x="516" y="250"/>
                    </a:lnTo>
                    <a:close/>
                    <a:moveTo>
                      <a:pt x="221" y="206"/>
                    </a:moveTo>
                    <a:lnTo>
                      <a:pt x="221" y="206"/>
                    </a:lnTo>
                    <a:lnTo>
                      <a:pt x="206" y="191"/>
                    </a:lnTo>
                    <a:cubicBezTo>
                      <a:pt x="192" y="191"/>
                      <a:pt x="177" y="206"/>
                      <a:pt x="177" y="206"/>
                    </a:cubicBezTo>
                    <a:cubicBezTo>
                      <a:pt x="177" y="353"/>
                      <a:pt x="177" y="353"/>
                      <a:pt x="177" y="353"/>
                    </a:cubicBezTo>
                    <a:cubicBezTo>
                      <a:pt x="177" y="353"/>
                      <a:pt x="192" y="368"/>
                      <a:pt x="206" y="368"/>
                    </a:cubicBezTo>
                    <a:cubicBezTo>
                      <a:pt x="339" y="368"/>
                      <a:pt x="339" y="368"/>
                      <a:pt x="339" y="368"/>
                    </a:cubicBezTo>
                    <a:cubicBezTo>
                      <a:pt x="353" y="368"/>
                      <a:pt x="353" y="353"/>
                      <a:pt x="353" y="353"/>
                    </a:cubicBezTo>
                    <a:cubicBezTo>
                      <a:pt x="353" y="339"/>
                      <a:pt x="353" y="324"/>
                      <a:pt x="339" y="324"/>
                    </a:cubicBezTo>
                    <a:cubicBezTo>
                      <a:pt x="251" y="324"/>
                      <a:pt x="251" y="324"/>
                      <a:pt x="251" y="324"/>
                    </a:cubicBezTo>
                    <a:cubicBezTo>
                      <a:pt x="545" y="44"/>
                      <a:pt x="545" y="44"/>
                      <a:pt x="545" y="44"/>
                    </a:cubicBezTo>
                    <a:cubicBezTo>
                      <a:pt x="545" y="29"/>
                      <a:pt x="545" y="14"/>
                      <a:pt x="545" y="14"/>
                    </a:cubicBezTo>
                    <a:cubicBezTo>
                      <a:pt x="530" y="0"/>
                      <a:pt x="516" y="0"/>
                      <a:pt x="516" y="14"/>
                    </a:cubicBezTo>
                    <a:cubicBezTo>
                      <a:pt x="221" y="309"/>
                      <a:pt x="221" y="309"/>
                      <a:pt x="221" y="309"/>
                    </a:cubicBezTo>
                    <a:lnTo>
                      <a:pt x="221" y="2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2"/>
              <p:cNvSpPr/>
              <p:nvPr/>
            </p:nvSpPr>
            <p:spPr>
              <a:xfrm>
                <a:off x="1441277" y="6017198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442" y="544"/>
                    </a:moveTo>
                    <a:lnTo>
                      <a:pt x="442" y="544"/>
                    </a:lnTo>
                    <a:cubicBezTo>
                      <a:pt x="442" y="574"/>
                      <a:pt x="412" y="588"/>
                      <a:pt x="398" y="588"/>
                    </a:cubicBezTo>
                    <a:cubicBezTo>
                      <a:pt x="89" y="588"/>
                      <a:pt x="89" y="588"/>
                      <a:pt x="89" y="588"/>
                    </a:cubicBezTo>
                    <a:cubicBezTo>
                      <a:pt x="59" y="588"/>
                      <a:pt x="44" y="574"/>
                      <a:pt x="44" y="544"/>
                    </a:cubicBezTo>
                    <a:cubicBezTo>
                      <a:pt x="44" y="235"/>
                      <a:pt x="44" y="235"/>
                      <a:pt x="44" y="235"/>
                    </a:cubicBezTo>
                    <a:cubicBezTo>
                      <a:pt x="44" y="221"/>
                      <a:pt x="59" y="191"/>
                      <a:pt x="89" y="191"/>
                    </a:cubicBezTo>
                    <a:cubicBezTo>
                      <a:pt x="118" y="191"/>
                      <a:pt x="118" y="191"/>
                      <a:pt x="118" y="191"/>
                    </a:cubicBezTo>
                    <a:cubicBezTo>
                      <a:pt x="118" y="162"/>
                      <a:pt x="118" y="162"/>
                      <a:pt x="118" y="162"/>
                    </a:cubicBezTo>
                    <a:cubicBezTo>
                      <a:pt x="89" y="162"/>
                      <a:pt x="89" y="162"/>
                      <a:pt x="89" y="162"/>
                    </a:cubicBezTo>
                    <a:cubicBezTo>
                      <a:pt x="44" y="162"/>
                      <a:pt x="0" y="191"/>
                      <a:pt x="0" y="235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88"/>
                      <a:pt x="44" y="633"/>
                      <a:pt x="89" y="633"/>
                    </a:cubicBezTo>
                    <a:cubicBezTo>
                      <a:pt x="398" y="633"/>
                      <a:pt x="398" y="633"/>
                      <a:pt x="398" y="633"/>
                    </a:cubicBezTo>
                    <a:cubicBezTo>
                      <a:pt x="442" y="633"/>
                      <a:pt x="471" y="588"/>
                      <a:pt x="471" y="544"/>
                    </a:cubicBezTo>
                    <a:cubicBezTo>
                      <a:pt x="471" y="515"/>
                      <a:pt x="471" y="515"/>
                      <a:pt x="471" y="515"/>
                    </a:cubicBezTo>
                    <a:cubicBezTo>
                      <a:pt x="442" y="515"/>
                      <a:pt x="442" y="515"/>
                      <a:pt x="442" y="515"/>
                    </a:cubicBezTo>
                    <a:lnTo>
                      <a:pt x="442" y="544"/>
                    </a:ln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236" y="0"/>
                      <a:pt x="236" y="0"/>
                      <a:pt x="236" y="0"/>
                    </a:cubicBezTo>
                    <a:cubicBezTo>
                      <a:pt x="192" y="0"/>
                      <a:pt x="162" y="29"/>
                      <a:pt x="162" y="73"/>
                    </a:cubicBezTo>
                    <a:cubicBezTo>
                      <a:pt x="162" y="397"/>
                      <a:pt x="162" y="397"/>
                      <a:pt x="162" y="397"/>
                    </a:cubicBezTo>
                    <a:cubicBezTo>
                      <a:pt x="162" y="441"/>
                      <a:pt x="192" y="471"/>
                      <a:pt x="236" y="471"/>
                    </a:cubicBezTo>
                    <a:cubicBezTo>
                      <a:pt x="560" y="471"/>
                      <a:pt x="560" y="471"/>
                      <a:pt x="560" y="471"/>
                    </a:cubicBezTo>
                    <a:cubicBezTo>
                      <a:pt x="604" y="471"/>
                      <a:pt x="633" y="441"/>
                      <a:pt x="633" y="397"/>
                    </a:cubicBezTo>
                    <a:cubicBezTo>
                      <a:pt x="633" y="73"/>
                      <a:pt x="633" y="73"/>
                      <a:pt x="633" y="73"/>
                    </a:cubicBezTo>
                    <a:cubicBezTo>
                      <a:pt x="633" y="29"/>
                      <a:pt x="604" y="0"/>
                      <a:pt x="560" y="0"/>
                    </a:cubicBezTo>
                    <a:close/>
                    <a:moveTo>
                      <a:pt x="589" y="397"/>
                    </a:moveTo>
                    <a:lnTo>
                      <a:pt x="589" y="397"/>
                    </a:lnTo>
                    <a:cubicBezTo>
                      <a:pt x="589" y="412"/>
                      <a:pt x="574" y="426"/>
                      <a:pt x="560" y="426"/>
                    </a:cubicBezTo>
                    <a:cubicBezTo>
                      <a:pt x="236" y="426"/>
                      <a:pt x="236" y="426"/>
                      <a:pt x="236" y="426"/>
                    </a:cubicBezTo>
                    <a:cubicBezTo>
                      <a:pt x="221" y="426"/>
                      <a:pt x="207" y="412"/>
                      <a:pt x="207" y="397"/>
                    </a:cubicBezTo>
                    <a:cubicBezTo>
                      <a:pt x="207" y="73"/>
                      <a:pt x="207" y="73"/>
                      <a:pt x="207" y="73"/>
                    </a:cubicBezTo>
                    <a:cubicBezTo>
                      <a:pt x="207" y="58"/>
                      <a:pt x="221" y="44"/>
                      <a:pt x="236" y="44"/>
                    </a:cubicBezTo>
                    <a:cubicBezTo>
                      <a:pt x="560" y="44"/>
                      <a:pt x="560" y="44"/>
                      <a:pt x="560" y="44"/>
                    </a:cubicBezTo>
                    <a:cubicBezTo>
                      <a:pt x="574" y="44"/>
                      <a:pt x="589" y="58"/>
                      <a:pt x="589" y="73"/>
                    </a:cubicBezTo>
                    <a:lnTo>
                      <a:pt x="589" y="3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2"/>
              <p:cNvSpPr/>
              <p:nvPr/>
            </p:nvSpPr>
            <p:spPr>
              <a:xfrm>
                <a:off x="1076578" y="6033052"/>
                <a:ext cx="228597" cy="196843"/>
              </a:xfrm>
              <a:custGeom>
                <a:rect b="b" l="l" r="r" t="t"/>
                <a:pathLst>
                  <a:path extrusionOk="0" h="545" w="634">
                    <a:moveTo>
                      <a:pt x="73" y="191"/>
                    </a:moveTo>
                    <a:lnTo>
                      <a:pt x="73" y="191"/>
                    </a:lnTo>
                    <a:cubicBezTo>
                      <a:pt x="29" y="191"/>
                      <a:pt x="0" y="221"/>
                      <a:pt x="0" y="265"/>
                    </a:cubicBezTo>
                    <a:cubicBezTo>
                      <a:pt x="0" y="309"/>
                      <a:pt x="29" y="353"/>
                      <a:pt x="73" y="353"/>
                    </a:cubicBezTo>
                    <a:cubicBezTo>
                      <a:pt x="117" y="353"/>
                      <a:pt x="162" y="309"/>
                      <a:pt x="162" y="265"/>
                    </a:cubicBezTo>
                    <a:cubicBezTo>
                      <a:pt x="162" y="221"/>
                      <a:pt x="117" y="191"/>
                      <a:pt x="73" y="191"/>
                    </a:cubicBezTo>
                    <a:close/>
                    <a:moveTo>
                      <a:pt x="73" y="309"/>
                    </a:moveTo>
                    <a:lnTo>
                      <a:pt x="73" y="309"/>
                    </a:lnTo>
                    <a:cubicBezTo>
                      <a:pt x="58" y="309"/>
                      <a:pt x="44" y="294"/>
                      <a:pt x="44" y="265"/>
                    </a:cubicBezTo>
                    <a:cubicBezTo>
                      <a:pt x="44" y="250"/>
                      <a:pt x="58" y="235"/>
                      <a:pt x="73" y="235"/>
                    </a:cubicBezTo>
                    <a:cubicBezTo>
                      <a:pt x="103" y="235"/>
                      <a:pt x="117" y="250"/>
                      <a:pt x="117" y="265"/>
                    </a:cubicBezTo>
                    <a:cubicBezTo>
                      <a:pt x="117" y="294"/>
                      <a:pt x="103" y="309"/>
                      <a:pt x="73" y="309"/>
                    </a:cubicBezTo>
                    <a:close/>
                    <a:moveTo>
                      <a:pt x="544" y="147"/>
                    </a:moveTo>
                    <a:lnTo>
                      <a:pt x="544" y="147"/>
                    </a:lnTo>
                    <a:cubicBezTo>
                      <a:pt x="588" y="147"/>
                      <a:pt x="633" y="118"/>
                      <a:pt x="633" y="73"/>
                    </a:cubicBezTo>
                    <a:cubicBezTo>
                      <a:pt x="633" y="29"/>
                      <a:pt x="588" y="0"/>
                      <a:pt x="544" y="0"/>
                    </a:cubicBezTo>
                    <a:cubicBezTo>
                      <a:pt x="500" y="0"/>
                      <a:pt x="471" y="29"/>
                      <a:pt x="471" y="73"/>
                    </a:cubicBezTo>
                    <a:cubicBezTo>
                      <a:pt x="471" y="118"/>
                      <a:pt x="500" y="147"/>
                      <a:pt x="544" y="147"/>
                    </a:cubicBezTo>
                    <a:close/>
                    <a:moveTo>
                      <a:pt x="544" y="29"/>
                    </a:moveTo>
                    <a:lnTo>
                      <a:pt x="544" y="29"/>
                    </a:lnTo>
                    <a:cubicBezTo>
                      <a:pt x="574" y="29"/>
                      <a:pt x="588" y="59"/>
                      <a:pt x="588" y="73"/>
                    </a:cubicBezTo>
                    <a:cubicBezTo>
                      <a:pt x="588" y="88"/>
                      <a:pt x="574" y="118"/>
                      <a:pt x="544" y="118"/>
                    </a:cubicBezTo>
                    <a:cubicBezTo>
                      <a:pt x="530" y="118"/>
                      <a:pt x="515" y="88"/>
                      <a:pt x="515" y="73"/>
                    </a:cubicBezTo>
                    <a:cubicBezTo>
                      <a:pt x="515" y="59"/>
                      <a:pt x="530" y="29"/>
                      <a:pt x="544" y="29"/>
                    </a:cubicBezTo>
                    <a:close/>
                    <a:moveTo>
                      <a:pt x="73" y="382"/>
                    </a:moveTo>
                    <a:lnTo>
                      <a:pt x="73" y="382"/>
                    </a:lnTo>
                    <a:cubicBezTo>
                      <a:pt x="29" y="382"/>
                      <a:pt x="0" y="427"/>
                      <a:pt x="0" y="471"/>
                    </a:cubicBezTo>
                    <a:cubicBezTo>
                      <a:pt x="0" y="515"/>
                      <a:pt x="29" y="544"/>
                      <a:pt x="73" y="544"/>
                    </a:cubicBezTo>
                    <a:cubicBezTo>
                      <a:pt x="117" y="544"/>
                      <a:pt x="162" y="515"/>
                      <a:pt x="162" y="471"/>
                    </a:cubicBezTo>
                    <a:cubicBezTo>
                      <a:pt x="162" y="427"/>
                      <a:pt x="117" y="382"/>
                      <a:pt x="73" y="382"/>
                    </a:cubicBezTo>
                    <a:close/>
                    <a:moveTo>
                      <a:pt x="73" y="500"/>
                    </a:moveTo>
                    <a:lnTo>
                      <a:pt x="73" y="500"/>
                    </a:lnTo>
                    <a:cubicBezTo>
                      <a:pt x="58" y="500"/>
                      <a:pt x="44" y="486"/>
                      <a:pt x="44" y="471"/>
                    </a:cubicBezTo>
                    <a:cubicBezTo>
                      <a:pt x="44" y="441"/>
                      <a:pt x="58" y="427"/>
                      <a:pt x="73" y="427"/>
                    </a:cubicBezTo>
                    <a:cubicBezTo>
                      <a:pt x="103" y="427"/>
                      <a:pt x="117" y="441"/>
                      <a:pt x="117" y="471"/>
                    </a:cubicBezTo>
                    <a:cubicBezTo>
                      <a:pt x="117" y="486"/>
                      <a:pt x="103" y="500"/>
                      <a:pt x="73" y="500"/>
                    </a:cubicBezTo>
                    <a:close/>
                    <a:moveTo>
                      <a:pt x="544" y="382"/>
                    </a:moveTo>
                    <a:lnTo>
                      <a:pt x="544" y="382"/>
                    </a:lnTo>
                    <a:cubicBezTo>
                      <a:pt x="500" y="382"/>
                      <a:pt x="471" y="427"/>
                      <a:pt x="471" y="471"/>
                    </a:cubicBezTo>
                    <a:cubicBezTo>
                      <a:pt x="471" y="515"/>
                      <a:pt x="500" y="544"/>
                      <a:pt x="544" y="544"/>
                    </a:cubicBezTo>
                    <a:cubicBezTo>
                      <a:pt x="588" y="544"/>
                      <a:pt x="633" y="515"/>
                      <a:pt x="633" y="471"/>
                    </a:cubicBezTo>
                    <a:cubicBezTo>
                      <a:pt x="633" y="427"/>
                      <a:pt x="588" y="382"/>
                      <a:pt x="544" y="382"/>
                    </a:cubicBezTo>
                    <a:close/>
                    <a:moveTo>
                      <a:pt x="544" y="500"/>
                    </a:moveTo>
                    <a:lnTo>
                      <a:pt x="544" y="500"/>
                    </a:lnTo>
                    <a:cubicBezTo>
                      <a:pt x="530" y="500"/>
                      <a:pt x="515" y="486"/>
                      <a:pt x="515" y="471"/>
                    </a:cubicBezTo>
                    <a:cubicBezTo>
                      <a:pt x="515" y="441"/>
                      <a:pt x="530" y="427"/>
                      <a:pt x="544" y="427"/>
                    </a:cubicBezTo>
                    <a:cubicBezTo>
                      <a:pt x="574" y="427"/>
                      <a:pt x="588" y="441"/>
                      <a:pt x="588" y="471"/>
                    </a:cubicBezTo>
                    <a:cubicBezTo>
                      <a:pt x="588" y="486"/>
                      <a:pt x="574" y="500"/>
                      <a:pt x="544" y="500"/>
                    </a:cubicBezTo>
                    <a:close/>
                    <a:moveTo>
                      <a:pt x="73" y="0"/>
                    </a:moveTo>
                    <a:lnTo>
                      <a:pt x="73" y="0"/>
                    </a:lnTo>
                    <a:cubicBezTo>
                      <a:pt x="29" y="0"/>
                      <a:pt x="0" y="29"/>
                      <a:pt x="0" y="73"/>
                    </a:cubicBezTo>
                    <a:cubicBezTo>
                      <a:pt x="0" y="118"/>
                      <a:pt x="29" y="147"/>
                      <a:pt x="73" y="147"/>
                    </a:cubicBezTo>
                    <a:cubicBezTo>
                      <a:pt x="117" y="147"/>
                      <a:pt x="162" y="118"/>
                      <a:pt x="162" y="73"/>
                    </a:cubicBezTo>
                    <a:cubicBezTo>
                      <a:pt x="162" y="29"/>
                      <a:pt x="117" y="0"/>
                      <a:pt x="73" y="0"/>
                    </a:cubicBezTo>
                    <a:close/>
                    <a:moveTo>
                      <a:pt x="73" y="118"/>
                    </a:moveTo>
                    <a:lnTo>
                      <a:pt x="73" y="118"/>
                    </a:lnTo>
                    <a:cubicBezTo>
                      <a:pt x="58" y="118"/>
                      <a:pt x="44" y="88"/>
                      <a:pt x="44" y="73"/>
                    </a:cubicBezTo>
                    <a:cubicBezTo>
                      <a:pt x="44" y="59"/>
                      <a:pt x="58" y="29"/>
                      <a:pt x="73" y="29"/>
                    </a:cubicBezTo>
                    <a:cubicBezTo>
                      <a:pt x="103" y="29"/>
                      <a:pt x="117" y="59"/>
                      <a:pt x="117" y="73"/>
                    </a:cubicBezTo>
                    <a:cubicBezTo>
                      <a:pt x="117" y="88"/>
                      <a:pt x="103" y="118"/>
                      <a:pt x="73" y="118"/>
                    </a:cubicBezTo>
                    <a:close/>
                    <a:moveTo>
                      <a:pt x="544" y="191"/>
                    </a:moveTo>
                    <a:lnTo>
                      <a:pt x="544" y="191"/>
                    </a:lnTo>
                    <a:cubicBezTo>
                      <a:pt x="500" y="191"/>
                      <a:pt x="471" y="221"/>
                      <a:pt x="471" y="265"/>
                    </a:cubicBezTo>
                    <a:cubicBezTo>
                      <a:pt x="471" y="309"/>
                      <a:pt x="500" y="353"/>
                      <a:pt x="544" y="353"/>
                    </a:cubicBezTo>
                    <a:cubicBezTo>
                      <a:pt x="588" y="353"/>
                      <a:pt x="633" y="309"/>
                      <a:pt x="633" y="265"/>
                    </a:cubicBezTo>
                    <a:cubicBezTo>
                      <a:pt x="633" y="221"/>
                      <a:pt x="588" y="191"/>
                      <a:pt x="544" y="191"/>
                    </a:cubicBezTo>
                    <a:close/>
                    <a:moveTo>
                      <a:pt x="544" y="309"/>
                    </a:moveTo>
                    <a:lnTo>
                      <a:pt x="544" y="309"/>
                    </a:lnTo>
                    <a:cubicBezTo>
                      <a:pt x="530" y="309"/>
                      <a:pt x="515" y="294"/>
                      <a:pt x="515" y="265"/>
                    </a:cubicBezTo>
                    <a:cubicBezTo>
                      <a:pt x="515" y="250"/>
                      <a:pt x="530" y="235"/>
                      <a:pt x="544" y="235"/>
                    </a:cubicBezTo>
                    <a:cubicBezTo>
                      <a:pt x="574" y="235"/>
                      <a:pt x="588" y="250"/>
                      <a:pt x="588" y="265"/>
                    </a:cubicBezTo>
                    <a:cubicBezTo>
                      <a:pt x="588" y="294"/>
                      <a:pt x="574" y="309"/>
                      <a:pt x="544" y="309"/>
                    </a:cubicBezTo>
                    <a:close/>
                    <a:moveTo>
                      <a:pt x="309" y="0"/>
                    </a:moveTo>
                    <a:lnTo>
                      <a:pt x="309" y="0"/>
                    </a:lnTo>
                    <a:cubicBezTo>
                      <a:pt x="265" y="0"/>
                      <a:pt x="235" y="29"/>
                      <a:pt x="235" y="73"/>
                    </a:cubicBezTo>
                    <a:cubicBezTo>
                      <a:pt x="235" y="118"/>
                      <a:pt x="265" y="147"/>
                      <a:pt x="309" y="147"/>
                    </a:cubicBezTo>
                    <a:cubicBezTo>
                      <a:pt x="353" y="147"/>
                      <a:pt x="397" y="118"/>
                      <a:pt x="397" y="73"/>
                    </a:cubicBezTo>
                    <a:cubicBezTo>
                      <a:pt x="397" y="29"/>
                      <a:pt x="353" y="0"/>
                      <a:pt x="309" y="0"/>
                    </a:cubicBezTo>
                    <a:close/>
                    <a:moveTo>
                      <a:pt x="309" y="118"/>
                    </a:moveTo>
                    <a:lnTo>
                      <a:pt x="309" y="118"/>
                    </a:lnTo>
                    <a:cubicBezTo>
                      <a:pt x="294" y="118"/>
                      <a:pt x="279" y="88"/>
                      <a:pt x="279" y="73"/>
                    </a:cubicBezTo>
                    <a:cubicBezTo>
                      <a:pt x="279" y="59"/>
                      <a:pt x="294" y="29"/>
                      <a:pt x="309" y="29"/>
                    </a:cubicBezTo>
                    <a:cubicBezTo>
                      <a:pt x="338" y="29"/>
                      <a:pt x="353" y="59"/>
                      <a:pt x="353" y="73"/>
                    </a:cubicBezTo>
                    <a:cubicBezTo>
                      <a:pt x="353" y="88"/>
                      <a:pt x="338" y="118"/>
                      <a:pt x="309" y="118"/>
                    </a:cubicBezTo>
                    <a:close/>
                    <a:moveTo>
                      <a:pt x="309" y="382"/>
                    </a:moveTo>
                    <a:lnTo>
                      <a:pt x="309" y="382"/>
                    </a:lnTo>
                    <a:cubicBezTo>
                      <a:pt x="265" y="382"/>
                      <a:pt x="235" y="427"/>
                      <a:pt x="235" y="471"/>
                    </a:cubicBezTo>
                    <a:cubicBezTo>
                      <a:pt x="235" y="515"/>
                      <a:pt x="265" y="544"/>
                      <a:pt x="309" y="544"/>
                    </a:cubicBezTo>
                    <a:cubicBezTo>
                      <a:pt x="353" y="544"/>
                      <a:pt x="397" y="515"/>
                      <a:pt x="397" y="471"/>
                    </a:cubicBezTo>
                    <a:cubicBezTo>
                      <a:pt x="397" y="427"/>
                      <a:pt x="353" y="382"/>
                      <a:pt x="309" y="382"/>
                    </a:cubicBezTo>
                    <a:close/>
                    <a:moveTo>
                      <a:pt x="309" y="500"/>
                    </a:moveTo>
                    <a:lnTo>
                      <a:pt x="309" y="500"/>
                    </a:lnTo>
                    <a:cubicBezTo>
                      <a:pt x="294" y="500"/>
                      <a:pt x="279" y="486"/>
                      <a:pt x="279" y="471"/>
                    </a:cubicBezTo>
                    <a:cubicBezTo>
                      <a:pt x="279" y="441"/>
                      <a:pt x="294" y="427"/>
                      <a:pt x="309" y="427"/>
                    </a:cubicBezTo>
                    <a:cubicBezTo>
                      <a:pt x="338" y="427"/>
                      <a:pt x="353" y="441"/>
                      <a:pt x="353" y="471"/>
                    </a:cubicBezTo>
                    <a:cubicBezTo>
                      <a:pt x="353" y="486"/>
                      <a:pt x="338" y="500"/>
                      <a:pt x="309" y="500"/>
                    </a:cubicBezTo>
                    <a:close/>
                    <a:moveTo>
                      <a:pt x="309" y="191"/>
                    </a:moveTo>
                    <a:lnTo>
                      <a:pt x="309" y="191"/>
                    </a:lnTo>
                    <a:cubicBezTo>
                      <a:pt x="265" y="191"/>
                      <a:pt x="235" y="221"/>
                      <a:pt x="235" y="265"/>
                    </a:cubicBezTo>
                    <a:cubicBezTo>
                      <a:pt x="235" y="309"/>
                      <a:pt x="265" y="353"/>
                      <a:pt x="309" y="353"/>
                    </a:cubicBezTo>
                    <a:cubicBezTo>
                      <a:pt x="353" y="353"/>
                      <a:pt x="397" y="309"/>
                      <a:pt x="397" y="265"/>
                    </a:cubicBezTo>
                    <a:cubicBezTo>
                      <a:pt x="397" y="221"/>
                      <a:pt x="353" y="191"/>
                      <a:pt x="309" y="191"/>
                    </a:cubicBezTo>
                    <a:close/>
                    <a:moveTo>
                      <a:pt x="309" y="309"/>
                    </a:moveTo>
                    <a:lnTo>
                      <a:pt x="309" y="309"/>
                    </a:lnTo>
                    <a:cubicBezTo>
                      <a:pt x="294" y="309"/>
                      <a:pt x="279" y="294"/>
                      <a:pt x="279" y="265"/>
                    </a:cubicBezTo>
                    <a:cubicBezTo>
                      <a:pt x="279" y="250"/>
                      <a:pt x="294" y="235"/>
                      <a:pt x="309" y="235"/>
                    </a:cubicBezTo>
                    <a:cubicBezTo>
                      <a:pt x="338" y="235"/>
                      <a:pt x="353" y="250"/>
                      <a:pt x="353" y="265"/>
                    </a:cubicBezTo>
                    <a:cubicBezTo>
                      <a:pt x="353" y="294"/>
                      <a:pt x="338" y="309"/>
                      <a:pt x="309" y="30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2"/>
              <p:cNvSpPr/>
              <p:nvPr/>
            </p:nvSpPr>
            <p:spPr>
              <a:xfrm>
                <a:off x="719807" y="6033052"/>
                <a:ext cx="202170" cy="196843"/>
              </a:xfrm>
              <a:custGeom>
                <a:rect b="b" l="l" r="r" t="t"/>
                <a:pathLst>
                  <a:path extrusionOk="0" h="545" w="561">
                    <a:moveTo>
                      <a:pt x="162" y="309"/>
                    </a:moveTo>
                    <a:lnTo>
                      <a:pt x="162" y="309"/>
                    </a:lnTo>
                    <a:cubicBezTo>
                      <a:pt x="89" y="309"/>
                      <a:pt x="89" y="309"/>
                      <a:pt x="89" y="309"/>
                    </a:cubicBezTo>
                    <a:cubicBezTo>
                      <a:pt x="44" y="309"/>
                      <a:pt x="0" y="339"/>
                      <a:pt x="0" y="382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44" y="544"/>
                      <a:pt x="89" y="544"/>
                    </a:cubicBezTo>
                    <a:cubicBezTo>
                      <a:pt x="162" y="544"/>
                      <a:pt x="162" y="544"/>
                      <a:pt x="162" y="544"/>
                    </a:cubicBezTo>
                    <a:cubicBezTo>
                      <a:pt x="206" y="544"/>
                      <a:pt x="236" y="515"/>
                      <a:pt x="236" y="471"/>
                    </a:cubicBezTo>
                    <a:cubicBezTo>
                      <a:pt x="236" y="382"/>
                      <a:pt x="236" y="382"/>
                      <a:pt x="236" y="382"/>
                    </a:cubicBezTo>
                    <a:cubicBezTo>
                      <a:pt x="236" y="339"/>
                      <a:pt x="206" y="309"/>
                      <a:pt x="162" y="309"/>
                    </a:cubicBezTo>
                    <a:close/>
                    <a:moveTo>
                      <a:pt x="206" y="471"/>
                    </a:moveTo>
                    <a:lnTo>
                      <a:pt x="206" y="471"/>
                    </a:lnTo>
                    <a:cubicBezTo>
                      <a:pt x="206" y="486"/>
                      <a:pt x="177" y="500"/>
                      <a:pt x="162" y="500"/>
                    </a:cubicBezTo>
                    <a:cubicBezTo>
                      <a:pt x="89" y="500"/>
                      <a:pt x="89" y="500"/>
                      <a:pt x="89" y="500"/>
                    </a:cubicBezTo>
                    <a:cubicBezTo>
                      <a:pt x="59" y="500"/>
                      <a:pt x="44" y="486"/>
                      <a:pt x="44" y="471"/>
                    </a:cubicBezTo>
                    <a:cubicBezTo>
                      <a:pt x="44" y="382"/>
                      <a:pt x="44" y="382"/>
                      <a:pt x="44" y="382"/>
                    </a:cubicBezTo>
                    <a:cubicBezTo>
                      <a:pt x="44" y="368"/>
                      <a:pt x="59" y="353"/>
                      <a:pt x="89" y="353"/>
                    </a:cubicBezTo>
                    <a:cubicBezTo>
                      <a:pt x="162" y="353"/>
                      <a:pt x="162" y="353"/>
                      <a:pt x="162" y="353"/>
                    </a:cubicBezTo>
                    <a:cubicBezTo>
                      <a:pt x="177" y="353"/>
                      <a:pt x="206" y="368"/>
                      <a:pt x="206" y="382"/>
                    </a:cubicBezTo>
                    <a:lnTo>
                      <a:pt x="206" y="471"/>
                    </a:lnTo>
                    <a:close/>
                    <a:moveTo>
                      <a:pt x="162" y="0"/>
                    </a:moveTo>
                    <a:lnTo>
                      <a:pt x="162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29"/>
                      <a:pt x="0" y="73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91"/>
                      <a:pt x="44" y="235"/>
                      <a:pt x="89" y="235"/>
                    </a:cubicBezTo>
                    <a:cubicBezTo>
                      <a:pt x="162" y="235"/>
                      <a:pt x="162" y="235"/>
                      <a:pt x="162" y="235"/>
                    </a:cubicBezTo>
                    <a:cubicBezTo>
                      <a:pt x="206" y="235"/>
                      <a:pt x="236" y="191"/>
                      <a:pt x="236" y="147"/>
                    </a:cubicBezTo>
                    <a:cubicBezTo>
                      <a:pt x="236" y="73"/>
                      <a:pt x="236" y="73"/>
                      <a:pt x="236" y="73"/>
                    </a:cubicBezTo>
                    <a:cubicBezTo>
                      <a:pt x="236" y="29"/>
                      <a:pt x="206" y="0"/>
                      <a:pt x="162" y="0"/>
                    </a:cubicBezTo>
                    <a:close/>
                    <a:moveTo>
                      <a:pt x="206" y="147"/>
                    </a:moveTo>
                    <a:lnTo>
                      <a:pt x="206" y="147"/>
                    </a:lnTo>
                    <a:cubicBezTo>
                      <a:pt x="206" y="177"/>
                      <a:pt x="177" y="191"/>
                      <a:pt x="162" y="191"/>
                    </a:cubicBezTo>
                    <a:cubicBezTo>
                      <a:pt x="89" y="191"/>
                      <a:pt x="89" y="191"/>
                      <a:pt x="89" y="191"/>
                    </a:cubicBezTo>
                    <a:cubicBezTo>
                      <a:pt x="59" y="191"/>
                      <a:pt x="44" y="177"/>
                      <a:pt x="44" y="147"/>
                    </a:cubicBezTo>
                    <a:cubicBezTo>
                      <a:pt x="44" y="73"/>
                      <a:pt x="44" y="73"/>
                      <a:pt x="44" y="73"/>
                    </a:cubicBezTo>
                    <a:cubicBezTo>
                      <a:pt x="44" y="59"/>
                      <a:pt x="59" y="29"/>
                      <a:pt x="89" y="29"/>
                    </a:cubicBezTo>
                    <a:cubicBezTo>
                      <a:pt x="162" y="29"/>
                      <a:pt x="162" y="29"/>
                      <a:pt x="162" y="29"/>
                    </a:cubicBezTo>
                    <a:cubicBezTo>
                      <a:pt x="177" y="29"/>
                      <a:pt x="206" y="59"/>
                      <a:pt x="206" y="73"/>
                    </a:cubicBezTo>
                    <a:lnTo>
                      <a:pt x="206" y="147"/>
                    </a:lnTo>
                    <a:close/>
                    <a:moveTo>
                      <a:pt x="471" y="309"/>
                    </a:moveTo>
                    <a:lnTo>
                      <a:pt x="471" y="309"/>
                    </a:lnTo>
                    <a:cubicBezTo>
                      <a:pt x="398" y="309"/>
                      <a:pt x="398" y="309"/>
                      <a:pt x="398" y="309"/>
                    </a:cubicBezTo>
                    <a:cubicBezTo>
                      <a:pt x="353" y="309"/>
                      <a:pt x="324" y="339"/>
                      <a:pt x="324" y="382"/>
                    </a:cubicBezTo>
                    <a:cubicBezTo>
                      <a:pt x="324" y="471"/>
                      <a:pt x="324" y="471"/>
                      <a:pt x="324" y="471"/>
                    </a:cubicBezTo>
                    <a:cubicBezTo>
                      <a:pt x="324" y="515"/>
                      <a:pt x="353" y="544"/>
                      <a:pt x="398" y="544"/>
                    </a:cubicBezTo>
                    <a:cubicBezTo>
                      <a:pt x="471" y="544"/>
                      <a:pt x="471" y="544"/>
                      <a:pt x="471" y="544"/>
                    </a:cubicBezTo>
                    <a:cubicBezTo>
                      <a:pt x="515" y="544"/>
                      <a:pt x="560" y="515"/>
                      <a:pt x="560" y="471"/>
                    </a:cubicBezTo>
                    <a:cubicBezTo>
                      <a:pt x="560" y="382"/>
                      <a:pt x="560" y="382"/>
                      <a:pt x="560" y="382"/>
                    </a:cubicBezTo>
                    <a:cubicBezTo>
                      <a:pt x="560" y="339"/>
                      <a:pt x="515" y="309"/>
                      <a:pt x="471" y="309"/>
                    </a:cubicBezTo>
                    <a:close/>
                    <a:moveTo>
                      <a:pt x="515" y="471"/>
                    </a:moveTo>
                    <a:lnTo>
                      <a:pt x="515" y="471"/>
                    </a:lnTo>
                    <a:cubicBezTo>
                      <a:pt x="515" y="486"/>
                      <a:pt x="501" y="500"/>
                      <a:pt x="471" y="500"/>
                    </a:cubicBezTo>
                    <a:cubicBezTo>
                      <a:pt x="398" y="500"/>
                      <a:pt x="398" y="500"/>
                      <a:pt x="398" y="500"/>
                    </a:cubicBezTo>
                    <a:cubicBezTo>
                      <a:pt x="383" y="500"/>
                      <a:pt x="353" y="486"/>
                      <a:pt x="353" y="471"/>
                    </a:cubicBezTo>
                    <a:cubicBezTo>
                      <a:pt x="353" y="382"/>
                      <a:pt x="353" y="382"/>
                      <a:pt x="353" y="382"/>
                    </a:cubicBezTo>
                    <a:cubicBezTo>
                      <a:pt x="353" y="368"/>
                      <a:pt x="383" y="353"/>
                      <a:pt x="398" y="353"/>
                    </a:cubicBezTo>
                    <a:cubicBezTo>
                      <a:pt x="471" y="353"/>
                      <a:pt x="471" y="353"/>
                      <a:pt x="471" y="353"/>
                    </a:cubicBezTo>
                    <a:cubicBezTo>
                      <a:pt x="501" y="353"/>
                      <a:pt x="515" y="368"/>
                      <a:pt x="515" y="382"/>
                    </a:cubicBezTo>
                    <a:lnTo>
                      <a:pt x="515" y="471"/>
                    </a:lnTo>
                    <a:close/>
                    <a:moveTo>
                      <a:pt x="471" y="0"/>
                    </a:moveTo>
                    <a:lnTo>
                      <a:pt x="471" y="0"/>
                    </a:lnTo>
                    <a:cubicBezTo>
                      <a:pt x="398" y="0"/>
                      <a:pt x="398" y="0"/>
                      <a:pt x="398" y="0"/>
                    </a:cubicBezTo>
                    <a:cubicBezTo>
                      <a:pt x="353" y="0"/>
                      <a:pt x="324" y="29"/>
                      <a:pt x="324" y="73"/>
                    </a:cubicBezTo>
                    <a:cubicBezTo>
                      <a:pt x="324" y="147"/>
                      <a:pt x="324" y="147"/>
                      <a:pt x="324" y="147"/>
                    </a:cubicBezTo>
                    <a:cubicBezTo>
                      <a:pt x="324" y="191"/>
                      <a:pt x="353" y="235"/>
                      <a:pt x="398" y="235"/>
                    </a:cubicBezTo>
                    <a:cubicBezTo>
                      <a:pt x="471" y="235"/>
                      <a:pt x="471" y="235"/>
                      <a:pt x="471" y="235"/>
                    </a:cubicBezTo>
                    <a:cubicBezTo>
                      <a:pt x="515" y="235"/>
                      <a:pt x="560" y="191"/>
                      <a:pt x="560" y="147"/>
                    </a:cubicBezTo>
                    <a:cubicBezTo>
                      <a:pt x="560" y="73"/>
                      <a:pt x="560" y="73"/>
                      <a:pt x="560" y="73"/>
                    </a:cubicBezTo>
                    <a:cubicBezTo>
                      <a:pt x="560" y="29"/>
                      <a:pt x="515" y="0"/>
                      <a:pt x="471" y="0"/>
                    </a:cubicBezTo>
                    <a:close/>
                    <a:moveTo>
                      <a:pt x="515" y="147"/>
                    </a:moveTo>
                    <a:lnTo>
                      <a:pt x="515" y="147"/>
                    </a:lnTo>
                    <a:cubicBezTo>
                      <a:pt x="515" y="177"/>
                      <a:pt x="501" y="191"/>
                      <a:pt x="471" y="191"/>
                    </a:cubicBezTo>
                    <a:cubicBezTo>
                      <a:pt x="398" y="191"/>
                      <a:pt x="398" y="191"/>
                      <a:pt x="398" y="191"/>
                    </a:cubicBezTo>
                    <a:cubicBezTo>
                      <a:pt x="383" y="191"/>
                      <a:pt x="353" y="177"/>
                      <a:pt x="353" y="147"/>
                    </a:cubicBezTo>
                    <a:cubicBezTo>
                      <a:pt x="353" y="73"/>
                      <a:pt x="353" y="73"/>
                      <a:pt x="353" y="73"/>
                    </a:cubicBezTo>
                    <a:cubicBezTo>
                      <a:pt x="353" y="59"/>
                      <a:pt x="383" y="29"/>
                      <a:pt x="398" y="29"/>
                    </a:cubicBezTo>
                    <a:cubicBezTo>
                      <a:pt x="471" y="29"/>
                      <a:pt x="471" y="29"/>
                      <a:pt x="471" y="29"/>
                    </a:cubicBezTo>
                    <a:cubicBezTo>
                      <a:pt x="501" y="29"/>
                      <a:pt x="515" y="59"/>
                      <a:pt x="515" y="73"/>
                    </a:cubicBezTo>
                    <a:lnTo>
                      <a:pt x="515" y="1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2"/>
              <p:cNvSpPr/>
              <p:nvPr/>
            </p:nvSpPr>
            <p:spPr>
              <a:xfrm>
                <a:off x="4023241" y="5651253"/>
                <a:ext cx="212741" cy="223266"/>
              </a:xfrm>
              <a:custGeom>
                <a:rect b="b" l="l" r="r" t="t"/>
                <a:pathLst>
                  <a:path extrusionOk="0" h="619" w="589">
                    <a:moveTo>
                      <a:pt x="294" y="0"/>
                    </a:moveTo>
                    <a:lnTo>
                      <a:pt x="294" y="0"/>
                    </a:lnTo>
                    <a:cubicBezTo>
                      <a:pt x="0" y="339"/>
                      <a:pt x="0" y="339"/>
                      <a:pt x="0" y="339"/>
                    </a:cubicBezTo>
                    <a:cubicBezTo>
                      <a:pt x="29" y="368"/>
                      <a:pt x="29" y="368"/>
                      <a:pt x="29" y="368"/>
                    </a:cubicBezTo>
                    <a:cubicBezTo>
                      <a:pt x="103" y="294"/>
                      <a:pt x="103" y="294"/>
                      <a:pt x="103" y="294"/>
                    </a:cubicBezTo>
                    <a:cubicBezTo>
                      <a:pt x="103" y="545"/>
                      <a:pt x="103" y="545"/>
                      <a:pt x="103" y="545"/>
                    </a:cubicBezTo>
                    <a:cubicBezTo>
                      <a:pt x="103" y="589"/>
                      <a:pt x="132" y="618"/>
                      <a:pt x="176" y="618"/>
                    </a:cubicBezTo>
                    <a:cubicBezTo>
                      <a:pt x="412" y="618"/>
                      <a:pt x="412" y="618"/>
                      <a:pt x="412" y="618"/>
                    </a:cubicBezTo>
                    <a:cubicBezTo>
                      <a:pt x="456" y="618"/>
                      <a:pt x="485" y="589"/>
                      <a:pt x="485" y="545"/>
                    </a:cubicBezTo>
                    <a:cubicBezTo>
                      <a:pt x="485" y="294"/>
                      <a:pt x="485" y="294"/>
                      <a:pt x="485" y="294"/>
                    </a:cubicBezTo>
                    <a:cubicBezTo>
                      <a:pt x="559" y="368"/>
                      <a:pt x="559" y="368"/>
                      <a:pt x="559" y="368"/>
                    </a:cubicBezTo>
                    <a:cubicBezTo>
                      <a:pt x="588" y="339"/>
                      <a:pt x="588" y="339"/>
                      <a:pt x="588" y="339"/>
                    </a:cubicBezTo>
                    <a:lnTo>
                      <a:pt x="294" y="0"/>
                    </a:lnTo>
                    <a:close/>
                    <a:moveTo>
                      <a:pt x="456" y="545"/>
                    </a:moveTo>
                    <a:lnTo>
                      <a:pt x="456" y="545"/>
                    </a:lnTo>
                    <a:cubicBezTo>
                      <a:pt x="456" y="559"/>
                      <a:pt x="426" y="589"/>
                      <a:pt x="412" y="589"/>
                    </a:cubicBezTo>
                    <a:cubicBezTo>
                      <a:pt x="176" y="589"/>
                      <a:pt x="176" y="589"/>
                      <a:pt x="176" y="589"/>
                    </a:cubicBezTo>
                    <a:cubicBezTo>
                      <a:pt x="162" y="589"/>
                      <a:pt x="132" y="559"/>
                      <a:pt x="132" y="545"/>
                    </a:cubicBezTo>
                    <a:cubicBezTo>
                      <a:pt x="132" y="235"/>
                      <a:pt x="132" y="235"/>
                      <a:pt x="132" y="235"/>
                    </a:cubicBezTo>
                    <a:cubicBezTo>
                      <a:pt x="294" y="59"/>
                      <a:pt x="294" y="59"/>
                      <a:pt x="294" y="59"/>
                    </a:cubicBezTo>
                    <a:cubicBezTo>
                      <a:pt x="456" y="235"/>
                      <a:pt x="456" y="235"/>
                      <a:pt x="456" y="235"/>
                    </a:cubicBezTo>
                    <a:lnTo>
                      <a:pt x="456" y="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2"/>
              <p:cNvSpPr/>
              <p:nvPr/>
            </p:nvSpPr>
            <p:spPr>
              <a:xfrm>
                <a:off x="3646650" y="5651253"/>
                <a:ext cx="228598" cy="223266"/>
              </a:xfrm>
              <a:custGeom>
                <a:rect b="b" l="l" r="r" t="t"/>
                <a:pathLst>
                  <a:path extrusionOk="0" h="619" w="634">
                    <a:moveTo>
                      <a:pt x="0" y="73"/>
                    </a:moveTo>
                    <a:lnTo>
                      <a:pt x="0" y="73"/>
                    </a:lnTo>
                    <a:cubicBezTo>
                      <a:pt x="0" y="235"/>
                      <a:pt x="0" y="235"/>
                      <a:pt x="0" y="235"/>
                    </a:cubicBezTo>
                    <a:cubicBezTo>
                      <a:pt x="45" y="235"/>
                      <a:pt x="45" y="235"/>
                      <a:pt x="45" y="235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5" y="59"/>
                      <a:pt x="59" y="29"/>
                      <a:pt x="89" y="29"/>
                    </a:cubicBezTo>
                    <a:cubicBezTo>
                      <a:pt x="236" y="29"/>
                      <a:pt x="236" y="29"/>
                      <a:pt x="236" y="29"/>
                    </a:cubicBezTo>
                    <a:cubicBezTo>
                      <a:pt x="236" y="0"/>
                      <a:pt x="236" y="0"/>
                      <a:pt x="236" y="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45" y="0"/>
                      <a:pt x="0" y="29"/>
                      <a:pt x="0" y="73"/>
                    </a:cubicBezTo>
                    <a:close/>
                    <a:moveTo>
                      <a:pt x="45" y="545"/>
                    </a:moveTo>
                    <a:lnTo>
                      <a:pt x="45" y="545"/>
                    </a:lnTo>
                    <a:cubicBezTo>
                      <a:pt x="45" y="382"/>
                      <a:pt x="45" y="382"/>
                      <a:pt x="45" y="382"/>
                    </a:cubicBezTo>
                    <a:cubicBezTo>
                      <a:pt x="0" y="382"/>
                      <a:pt x="0" y="382"/>
                      <a:pt x="0" y="382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45" y="618"/>
                      <a:pt x="89" y="618"/>
                    </a:cubicBezTo>
                    <a:cubicBezTo>
                      <a:pt x="236" y="618"/>
                      <a:pt x="236" y="618"/>
                      <a:pt x="236" y="618"/>
                    </a:cubicBezTo>
                    <a:cubicBezTo>
                      <a:pt x="236" y="589"/>
                      <a:pt x="236" y="589"/>
                      <a:pt x="236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5" y="559"/>
                      <a:pt x="45" y="545"/>
                    </a:cubicBezTo>
                    <a:close/>
                    <a:moveTo>
                      <a:pt x="589" y="545"/>
                    </a:moveTo>
                    <a:lnTo>
                      <a:pt x="589" y="545"/>
                    </a:lnTo>
                    <a:cubicBezTo>
                      <a:pt x="589" y="559"/>
                      <a:pt x="575" y="589"/>
                      <a:pt x="560" y="589"/>
                    </a:cubicBezTo>
                    <a:cubicBezTo>
                      <a:pt x="398" y="589"/>
                      <a:pt x="398" y="589"/>
                      <a:pt x="398" y="589"/>
                    </a:cubicBezTo>
                    <a:cubicBezTo>
                      <a:pt x="398" y="618"/>
                      <a:pt x="398" y="618"/>
                      <a:pt x="398" y="618"/>
                    </a:cubicBezTo>
                    <a:cubicBezTo>
                      <a:pt x="560" y="618"/>
                      <a:pt x="560" y="618"/>
                      <a:pt x="560" y="618"/>
                    </a:cubicBezTo>
                    <a:cubicBezTo>
                      <a:pt x="604" y="618"/>
                      <a:pt x="633" y="589"/>
                      <a:pt x="633" y="545"/>
                    </a:cubicBezTo>
                    <a:cubicBezTo>
                      <a:pt x="633" y="382"/>
                      <a:pt x="633" y="382"/>
                      <a:pt x="633" y="382"/>
                    </a:cubicBezTo>
                    <a:cubicBezTo>
                      <a:pt x="589" y="382"/>
                      <a:pt x="589" y="382"/>
                      <a:pt x="589" y="382"/>
                    </a:cubicBezTo>
                    <a:lnTo>
                      <a:pt x="589" y="545"/>
                    </a:ln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398" y="0"/>
                      <a:pt x="398" y="0"/>
                      <a:pt x="398" y="0"/>
                    </a:cubicBezTo>
                    <a:cubicBezTo>
                      <a:pt x="398" y="29"/>
                      <a:pt x="398" y="29"/>
                      <a:pt x="398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75" y="29"/>
                      <a:pt x="589" y="59"/>
                      <a:pt x="589" y="73"/>
                    </a:cubicBezTo>
                    <a:cubicBezTo>
                      <a:pt x="589" y="235"/>
                      <a:pt x="589" y="235"/>
                      <a:pt x="589" y="235"/>
                    </a:cubicBezTo>
                    <a:cubicBezTo>
                      <a:pt x="633" y="235"/>
                      <a:pt x="633" y="235"/>
                      <a:pt x="633" y="235"/>
                    </a:cubicBezTo>
                    <a:cubicBezTo>
                      <a:pt x="633" y="73"/>
                      <a:pt x="633" y="73"/>
                      <a:pt x="633" y="73"/>
                    </a:cubicBezTo>
                    <a:cubicBezTo>
                      <a:pt x="633" y="29"/>
                      <a:pt x="604" y="0"/>
                      <a:pt x="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2"/>
              <p:cNvSpPr/>
              <p:nvPr/>
            </p:nvSpPr>
            <p:spPr>
              <a:xfrm>
                <a:off x="3285915" y="5656538"/>
                <a:ext cx="212741" cy="212697"/>
              </a:xfrm>
              <a:custGeom>
                <a:rect b="b" l="l" r="r" t="t"/>
                <a:pathLst>
                  <a:path extrusionOk="0" h="589" w="590">
                    <a:moveTo>
                      <a:pt x="295" y="0"/>
                    </a:moveTo>
                    <a:lnTo>
                      <a:pt x="295" y="0"/>
                    </a:lnTo>
                    <a:cubicBezTo>
                      <a:pt x="133" y="0"/>
                      <a:pt x="0" y="132"/>
                      <a:pt x="0" y="294"/>
                    </a:cubicBezTo>
                    <a:cubicBezTo>
                      <a:pt x="0" y="456"/>
                      <a:pt x="133" y="588"/>
                      <a:pt x="295" y="588"/>
                    </a:cubicBezTo>
                    <a:cubicBezTo>
                      <a:pt x="457" y="588"/>
                      <a:pt x="589" y="456"/>
                      <a:pt x="589" y="294"/>
                    </a:cubicBezTo>
                    <a:cubicBezTo>
                      <a:pt x="589" y="132"/>
                      <a:pt x="457" y="0"/>
                      <a:pt x="295" y="0"/>
                    </a:cubicBezTo>
                    <a:close/>
                    <a:moveTo>
                      <a:pt x="324" y="544"/>
                    </a:moveTo>
                    <a:lnTo>
                      <a:pt x="324" y="544"/>
                    </a:lnTo>
                    <a:cubicBezTo>
                      <a:pt x="324" y="456"/>
                      <a:pt x="324" y="456"/>
                      <a:pt x="324" y="456"/>
                    </a:cubicBezTo>
                    <a:cubicBezTo>
                      <a:pt x="324" y="441"/>
                      <a:pt x="310" y="426"/>
                      <a:pt x="295" y="426"/>
                    </a:cubicBezTo>
                    <a:cubicBezTo>
                      <a:pt x="295" y="426"/>
                      <a:pt x="280" y="441"/>
                      <a:pt x="280" y="456"/>
                    </a:cubicBezTo>
                    <a:cubicBezTo>
                      <a:pt x="280" y="544"/>
                      <a:pt x="280" y="544"/>
                      <a:pt x="280" y="544"/>
                    </a:cubicBezTo>
                    <a:cubicBezTo>
                      <a:pt x="148" y="544"/>
                      <a:pt x="59" y="441"/>
                      <a:pt x="45" y="309"/>
                    </a:cubicBezTo>
                    <a:cubicBezTo>
                      <a:pt x="148" y="309"/>
                      <a:pt x="148" y="309"/>
                      <a:pt x="148" y="309"/>
                    </a:cubicBezTo>
                    <a:cubicBezTo>
                      <a:pt x="148" y="309"/>
                      <a:pt x="162" y="309"/>
                      <a:pt x="162" y="294"/>
                    </a:cubicBezTo>
                    <a:cubicBezTo>
                      <a:pt x="162" y="279"/>
                      <a:pt x="148" y="279"/>
                      <a:pt x="148" y="279"/>
                    </a:cubicBezTo>
                    <a:cubicBezTo>
                      <a:pt x="45" y="279"/>
                      <a:pt x="45" y="279"/>
                      <a:pt x="45" y="279"/>
                    </a:cubicBezTo>
                    <a:cubicBezTo>
                      <a:pt x="59" y="147"/>
                      <a:pt x="148" y="44"/>
                      <a:pt x="280" y="44"/>
                    </a:cubicBezTo>
                    <a:cubicBezTo>
                      <a:pt x="280" y="132"/>
                      <a:pt x="280" y="132"/>
                      <a:pt x="280" y="132"/>
                    </a:cubicBezTo>
                    <a:cubicBezTo>
                      <a:pt x="280" y="147"/>
                      <a:pt x="295" y="162"/>
                      <a:pt x="295" y="162"/>
                    </a:cubicBezTo>
                    <a:cubicBezTo>
                      <a:pt x="310" y="162"/>
                      <a:pt x="324" y="147"/>
                      <a:pt x="324" y="132"/>
                    </a:cubicBezTo>
                    <a:cubicBezTo>
                      <a:pt x="324" y="44"/>
                      <a:pt x="324" y="44"/>
                      <a:pt x="324" y="44"/>
                    </a:cubicBezTo>
                    <a:cubicBezTo>
                      <a:pt x="442" y="44"/>
                      <a:pt x="545" y="147"/>
                      <a:pt x="560" y="279"/>
                    </a:cubicBezTo>
                    <a:cubicBezTo>
                      <a:pt x="457" y="279"/>
                      <a:pt x="457" y="279"/>
                      <a:pt x="457" y="279"/>
                    </a:cubicBezTo>
                    <a:cubicBezTo>
                      <a:pt x="442" y="279"/>
                      <a:pt x="442" y="279"/>
                      <a:pt x="442" y="294"/>
                    </a:cubicBezTo>
                    <a:cubicBezTo>
                      <a:pt x="442" y="309"/>
                      <a:pt x="442" y="309"/>
                      <a:pt x="457" y="309"/>
                    </a:cubicBezTo>
                    <a:cubicBezTo>
                      <a:pt x="560" y="309"/>
                      <a:pt x="560" y="309"/>
                      <a:pt x="560" y="309"/>
                    </a:cubicBezTo>
                    <a:cubicBezTo>
                      <a:pt x="545" y="441"/>
                      <a:pt x="442" y="544"/>
                      <a:pt x="324" y="5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2"/>
              <p:cNvSpPr/>
              <p:nvPr/>
            </p:nvSpPr>
            <p:spPr>
              <a:xfrm>
                <a:off x="2919894" y="5644648"/>
                <a:ext cx="221991" cy="223265"/>
              </a:xfrm>
              <a:custGeom>
                <a:rect b="b" l="l" r="r" t="t"/>
                <a:pathLst>
                  <a:path extrusionOk="0" h="619" w="619">
                    <a:moveTo>
                      <a:pt x="485" y="59"/>
                    </a:moveTo>
                    <a:lnTo>
                      <a:pt x="485" y="59"/>
                    </a:lnTo>
                    <a:cubicBezTo>
                      <a:pt x="397" y="0"/>
                      <a:pt x="279" y="30"/>
                      <a:pt x="221" y="118"/>
                    </a:cubicBezTo>
                    <a:cubicBezTo>
                      <a:pt x="147" y="250"/>
                      <a:pt x="147" y="250"/>
                      <a:pt x="147" y="250"/>
                    </a:cubicBezTo>
                    <a:cubicBezTo>
                      <a:pt x="0" y="354"/>
                      <a:pt x="0" y="354"/>
                      <a:pt x="0" y="354"/>
                    </a:cubicBezTo>
                    <a:cubicBezTo>
                      <a:pt x="147" y="442"/>
                      <a:pt x="147" y="442"/>
                      <a:pt x="147" y="442"/>
                    </a:cubicBezTo>
                    <a:cubicBezTo>
                      <a:pt x="132" y="486"/>
                      <a:pt x="147" y="545"/>
                      <a:pt x="191" y="574"/>
                    </a:cubicBezTo>
                    <a:cubicBezTo>
                      <a:pt x="235" y="589"/>
                      <a:pt x="294" y="574"/>
                      <a:pt x="324" y="530"/>
                    </a:cubicBezTo>
                    <a:cubicBezTo>
                      <a:pt x="471" y="618"/>
                      <a:pt x="471" y="618"/>
                      <a:pt x="471" y="618"/>
                    </a:cubicBezTo>
                    <a:cubicBezTo>
                      <a:pt x="485" y="442"/>
                      <a:pt x="485" y="442"/>
                      <a:pt x="485" y="442"/>
                    </a:cubicBezTo>
                    <a:cubicBezTo>
                      <a:pt x="559" y="309"/>
                      <a:pt x="559" y="309"/>
                      <a:pt x="559" y="309"/>
                    </a:cubicBezTo>
                    <a:cubicBezTo>
                      <a:pt x="618" y="221"/>
                      <a:pt x="588" y="103"/>
                      <a:pt x="485" y="59"/>
                    </a:cubicBezTo>
                    <a:close/>
                    <a:moveTo>
                      <a:pt x="206" y="530"/>
                    </a:moveTo>
                    <a:lnTo>
                      <a:pt x="206" y="530"/>
                    </a:lnTo>
                    <a:cubicBezTo>
                      <a:pt x="176" y="515"/>
                      <a:pt x="176" y="486"/>
                      <a:pt x="191" y="456"/>
                    </a:cubicBezTo>
                    <a:cubicBezTo>
                      <a:pt x="294" y="515"/>
                      <a:pt x="294" y="515"/>
                      <a:pt x="294" y="515"/>
                    </a:cubicBezTo>
                    <a:cubicBezTo>
                      <a:pt x="265" y="545"/>
                      <a:pt x="235" y="545"/>
                      <a:pt x="206" y="530"/>
                    </a:cubicBezTo>
                    <a:close/>
                    <a:moveTo>
                      <a:pt x="530" y="295"/>
                    </a:moveTo>
                    <a:lnTo>
                      <a:pt x="530" y="295"/>
                    </a:lnTo>
                    <a:cubicBezTo>
                      <a:pt x="456" y="427"/>
                      <a:pt x="456" y="427"/>
                      <a:pt x="456" y="427"/>
                    </a:cubicBezTo>
                    <a:cubicBezTo>
                      <a:pt x="441" y="560"/>
                      <a:pt x="441" y="560"/>
                      <a:pt x="441" y="560"/>
                    </a:cubicBezTo>
                    <a:cubicBezTo>
                      <a:pt x="73" y="354"/>
                      <a:pt x="73" y="354"/>
                      <a:pt x="73" y="354"/>
                    </a:cubicBezTo>
                    <a:cubicBezTo>
                      <a:pt x="176" y="280"/>
                      <a:pt x="176" y="280"/>
                      <a:pt x="176" y="280"/>
                    </a:cubicBezTo>
                    <a:cubicBezTo>
                      <a:pt x="265" y="147"/>
                      <a:pt x="265" y="147"/>
                      <a:pt x="265" y="147"/>
                    </a:cubicBezTo>
                    <a:cubicBezTo>
                      <a:pt x="294" y="74"/>
                      <a:pt x="397" y="44"/>
                      <a:pt x="471" y="88"/>
                    </a:cubicBezTo>
                    <a:cubicBezTo>
                      <a:pt x="544" y="133"/>
                      <a:pt x="574" y="221"/>
                      <a:pt x="530" y="29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2"/>
              <p:cNvSpPr/>
              <p:nvPr/>
            </p:nvSpPr>
            <p:spPr>
              <a:xfrm>
                <a:off x="2559159" y="5656538"/>
                <a:ext cx="196884" cy="212697"/>
              </a:xfrm>
              <a:custGeom>
                <a:rect b="b" l="l" r="r" t="t"/>
                <a:pathLst>
                  <a:path extrusionOk="0" h="589" w="545">
                    <a:moveTo>
                      <a:pt x="471" y="353"/>
                    </a:moveTo>
                    <a:lnTo>
                      <a:pt x="471" y="353"/>
                    </a:lnTo>
                    <a:cubicBezTo>
                      <a:pt x="471" y="191"/>
                      <a:pt x="471" y="191"/>
                      <a:pt x="471" y="191"/>
                    </a:cubicBezTo>
                    <a:cubicBezTo>
                      <a:pt x="471" y="88"/>
                      <a:pt x="383" y="0"/>
                      <a:pt x="279" y="0"/>
                    </a:cubicBezTo>
                    <a:cubicBezTo>
                      <a:pt x="162" y="0"/>
                      <a:pt x="73" y="88"/>
                      <a:pt x="73" y="191"/>
                    </a:cubicBezTo>
                    <a:cubicBezTo>
                      <a:pt x="73" y="353"/>
                      <a:pt x="73" y="353"/>
                      <a:pt x="73" y="353"/>
                    </a:cubicBezTo>
                    <a:cubicBezTo>
                      <a:pt x="0" y="515"/>
                      <a:pt x="0" y="515"/>
                      <a:pt x="0" y="515"/>
                    </a:cubicBezTo>
                    <a:cubicBezTo>
                      <a:pt x="176" y="515"/>
                      <a:pt x="176" y="515"/>
                      <a:pt x="176" y="515"/>
                    </a:cubicBezTo>
                    <a:cubicBezTo>
                      <a:pt x="191" y="559"/>
                      <a:pt x="220" y="588"/>
                      <a:pt x="279" y="588"/>
                    </a:cubicBezTo>
                    <a:cubicBezTo>
                      <a:pt x="324" y="588"/>
                      <a:pt x="367" y="559"/>
                      <a:pt x="367" y="515"/>
                    </a:cubicBezTo>
                    <a:cubicBezTo>
                      <a:pt x="544" y="515"/>
                      <a:pt x="544" y="515"/>
                      <a:pt x="544" y="515"/>
                    </a:cubicBezTo>
                    <a:lnTo>
                      <a:pt x="471" y="353"/>
                    </a:lnTo>
                    <a:close/>
                    <a:moveTo>
                      <a:pt x="279" y="544"/>
                    </a:moveTo>
                    <a:lnTo>
                      <a:pt x="279" y="544"/>
                    </a:lnTo>
                    <a:cubicBezTo>
                      <a:pt x="250" y="544"/>
                      <a:pt x="220" y="530"/>
                      <a:pt x="220" y="515"/>
                    </a:cubicBezTo>
                    <a:cubicBezTo>
                      <a:pt x="324" y="515"/>
                      <a:pt x="324" y="515"/>
                      <a:pt x="324" y="515"/>
                    </a:cubicBezTo>
                    <a:cubicBezTo>
                      <a:pt x="324" y="530"/>
                      <a:pt x="294" y="544"/>
                      <a:pt x="279" y="544"/>
                    </a:cubicBezTo>
                    <a:close/>
                    <a:moveTo>
                      <a:pt x="58" y="471"/>
                    </a:moveTo>
                    <a:lnTo>
                      <a:pt x="58" y="471"/>
                    </a:lnTo>
                    <a:cubicBezTo>
                      <a:pt x="117" y="353"/>
                      <a:pt x="117" y="353"/>
                      <a:pt x="117" y="353"/>
                    </a:cubicBezTo>
                    <a:cubicBezTo>
                      <a:pt x="117" y="191"/>
                      <a:pt x="117" y="191"/>
                      <a:pt x="117" y="191"/>
                    </a:cubicBezTo>
                    <a:cubicBezTo>
                      <a:pt x="117" y="103"/>
                      <a:pt x="191" y="44"/>
                      <a:pt x="279" y="44"/>
                    </a:cubicBezTo>
                    <a:cubicBezTo>
                      <a:pt x="367" y="44"/>
                      <a:pt x="426" y="103"/>
                      <a:pt x="426" y="191"/>
                    </a:cubicBezTo>
                    <a:cubicBezTo>
                      <a:pt x="426" y="353"/>
                      <a:pt x="426" y="353"/>
                      <a:pt x="426" y="353"/>
                    </a:cubicBezTo>
                    <a:cubicBezTo>
                      <a:pt x="485" y="471"/>
                      <a:pt x="485" y="471"/>
                      <a:pt x="485" y="471"/>
                    </a:cubicBezTo>
                    <a:lnTo>
                      <a:pt x="58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2"/>
              <p:cNvSpPr/>
              <p:nvPr/>
            </p:nvSpPr>
            <p:spPr>
              <a:xfrm>
                <a:off x="2177282" y="5651253"/>
                <a:ext cx="228598" cy="223266"/>
              </a:xfrm>
              <a:custGeom>
                <a:rect b="b" l="l" r="r" t="t"/>
                <a:pathLst>
                  <a:path extrusionOk="0" h="619" w="634">
                    <a:moveTo>
                      <a:pt x="603" y="500"/>
                    </a:moveTo>
                    <a:lnTo>
                      <a:pt x="603" y="500"/>
                    </a:lnTo>
                    <a:cubicBezTo>
                      <a:pt x="544" y="500"/>
                      <a:pt x="544" y="500"/>
                      <a:pt x="544" y="500"/>
                    </a:cubicBezTo>
                    <a:cubicBezTo>
                      <a:pt x="544" y="177"/>
                      <a:pt x="544" y="177"/>
                      <a:pt x="544" y="177"/>
                    </a:cubicBezTo>
                    <a:cubicBezTo>
                      <a:pt x="515" y="206"/>
                      <a:pt x="515" y="206"/>
                      <a:pt x="515" y="206"/>
                    </a:cubicBezTo>
                    <a:cubicBezTo>
                      <a:pt x="515" y="500"/>
                      <a:pt x="515" y="500"/>
                      <a:pt x="515" y="500"/>
                    </a:cubicBezTo>
                    <a:cubicBezTo>
                      <a:pt x="147" y="500"/>
                      <a:pt x="147" y="500"/>
                      <a:pt x="147" y="500"/>
                    </a:cubicBezTo>
                    <a:cubicBezTo>
                      <a:pt x="574" y="59"/>
                      <a:pt x="574" y="59"/>
                      <a:pt x="574" y="59"/>
                    </a:cubicBezTo>
                    <a:cubicBezTo>
                      <a:pt x="544" y="29"/>
                      <a:pt x="544" y="29"/>
                      <a:pt x="544" y="29"/>
                    </a:cubicBezTo>
                    <a:cubicBezTo>
                      <a:pt x="117" y="471"/>
                      <a:pt x="117" y="471"/>
                      <a:pt x="117" y="471"/>
                    </a:cubicBezTo>
                    <a:cubicBezTo>
                      <a:pt x="117" y="118"/>
                      <a:pt x="117" y="118"/>
                      <a:pt x="117" y="118"/>
                    </a:cubicBezTo>
                    <a:cubicBezTo>
                      <a:pt x="397" y="118"/>
                      <a:pt x="397" y="118"/>
                      <a:pt x="397" y="118"/>
                    </a:cubicBezTo>
                    <a:cubicBezTo>
                      <a:pt x="426" y="73"/>
                      <a:pt x="426" y="73"/>
                      <a:pt x="426" y="73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0"/>
                      <a:pt x="103" y="0"/>
                      <a:pt x="103" y="0"/>
                    </a:cubicBezTo>
                    <a:cubicBezTo>
                      <a:pt x="88" y="0"/>
                      <a:pt x="73" y="0"/>
                      <a:pt x="73" y="15"/>
                    </a:cubicBezTo>
                    <a:cubicBezTo>
                      <a:pt x="73" y="73"/>
                      <a:pt x="73" y="73"/>
                      <a:pt x="73" y="73"/>
                    </a:cubicBezTo>
                    <a:cubicBezTo>
                      <a:pt x="14" y="73"/>
                      <a:pt x="14" y="73"/>
                      <a:pt x="14" y="73"/>
                    </a:cubicBezTo>
                    <a:lnTo>
                      <a:pt x="0" y="88"/>
                    </a:lnTo>
                    <a:cubicBezTo>
                      <a:pt x="0" y="103"/>
                      <a:pt x="14" y="118"/>
                      <a:pt x="14" y="118"/>
                    </a:cubicBezTo>
                    <a:cubicBezTo>
                      <a:pt x="73" y="118"/>
                      <a:pt x="73" y="118"/>
                      <a:pt x="73" y="118"/>
                    </a:cubicBezTo>
                    <a:cubicBezTo>
                      <a:pt x="73" y="500"/>
                      <a:pt x="73" y="500"/>
                      <a:pt x="73" y="500"/>
                    </a:cubicBezTo>
                    <a:cubicBezTo>
                      <a:pt x="73" y="545"/>
                      <a:pt x="73" y="545"/>
                      <a:pt x="73" y="545"/>
                    </a:cubicBezTo>
                    <a:cubicBezTo>
                      <a:pt x="117" y="545"/>
                      <a:pt x="117" y="545"/>
                      <a:pt x="117" y="545"/>
                    </a:cubicBezTo>
                    <a:cubicBezTo>
                      <a:pt x="515" y="545"/>
                      <a:pt x="515" y="545"/>
                      <a:pt x="515" y="545"/>
                    </a:cubicBezTo>
                    <a:cubicBezTo>
                      <a:pt x="515" y="603"/>
                      <a:pt x="515" y="603"/>
                      <a:pt x="515" y="603"/>
                    </a:cubicBezTo>
                    <a:cubicBezTo>
                      <a:pt x="515" y="618"/>
                      <a:pt x="515" y="618"/>
                      <a:pt x="530" y="618"/>
                    </a:cubicBezTo>
                    <a:cubicBezTo>
                      <a:pt x="544" y="618"/>
                      <a:pt x="544" y="618"/>
                      <a:pt x="544" y="603"/>
                    </a:cubicBezTo>
                    <a:cubicBezTo>
                      <a:pt x="544" y="545"/>
                      <a:pt x="544" y="545"/>
                      <a:pt x="544" y="545"/>
                    </a:cubicBezTo>
                    <a:cubicBezTo>
                      <a:pt x="603" y="545"/>
                      <a:pt x="603" y="545"/>
                      <a:pt x="603" y="545"/>
                    </a:cubicBezTo>
                    <a:cubicBezTo>
                      <a:pt x="618" y="545"/>
                      <a:pt x="633" y="530"/>
                      <a:pt x="633" y="530"/>
                    </a:cubicBezTo>
                    <a:cubicBezTo>
                      <a:pt x="633" y="515"/>
                      <a:pt x="618" y="500"/>
                      <a:pt x="603" y="50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"/>
              <p:cNvSpPr/>
              <p:nvPr/>
            </p:nvSpPr>
            <p:spPr>
              <a:xfrm>
                <a:off x="1812583" y="5651253"/>
                <a:ext cx="221991" cy="223266"/>
              </a:xfrm>
              <a:custGeom>
                <a:rect b="b" l="l" r="r" t="t"/>
                <a:pathLst>
                  <a:path extrusionOk="0" h="619" w="619">
                    <a:moveTo>
                      <a:pt x="559" y="471"/>
                    </a:moveTo>
                    <a:lnTo>
                      <a:pt x="559" y="471"/>
                    </a:lnTo>
                    <a:cubicBezTo>
                      <a:pt x="559" y="147"/>
                      <a:pt x="559" y="147"/>
                      <a:pt x="559" y="147"/>
                    </a:cubicBezTo>
                    <a:cubicBezTo>
                      <a:pt x="603" y="147"/>
                      <a:pt x="618" y="103"/>
                      <a:pt x="618" y="73"/>
                    </a:cubicBezTo>
                    <a:cubicBezTo>
                      <a:pt x="618" y="29"/>
                      <a:pt x="589" y="0"/>
                      <a:pt x="545" y="0"/>
                    </a:cubicBezTo>
                    <a:cubicBezTo>
                      <a:pt x="515" y="0"/>
                      <a:pt x="471" y="15"/>
                      <a:pt x="471" y="59"/>
                    </a:cubicBezTo>
                    <a:cubicBezTo>
                      <a:pt x="147" y="59"/>
                      <a:pt x="147" y="59"/>
                      <a:pt x="147" y="59"/>
                    </a:cubicBezTo>
                    <a:cubicBezTo>
                      <a:pt x="147" y="15"/>
                      <a:pt x="103" y="0"/>
                      <a:pt x="73" y="0"/>
                    </a:cubicBezTo>
                    <a:cubicBezTo>
                      <a:pt x="29" y="0"/>
                      <a:pt x="0" y="29"/>
                      <a:pt x="0" y="73"/>
                    </a:cubicBezTo>
                    <a:cubicBezTo>
                      <a:pt x="0" y="103"/>
                      <a:pt x="15" y="147"/>
                      <a:pt x="59" y="147"/>
                    </a:cubicBezTo>
                    <a:cubicBezTo>
                      <a:pt x="59" y="471"/>
                      <a:pt x="59" y="471"/>
                      <a:pt x="59" y="471"/>
                    </a:cubicBezTo>
                    <a:cubicBezTo>
                      <a:pt x="15" y="471"/>
                      <a:pt x="0" y="515"/>
                      <a:pt x="0" y="545"/>
                    </a:cubicBezTo>
                    <a:cubicBezTo>
                      <a:pt x="0" y="589"/>
                      <a:pt x="29" y="618"/>
                      <a:pt x="73" y="618"/>
                    </a:cubicBezTo>
                    <a:cubicBezTo>
                      <a:pt x="103" y="618"/>
                      <a:pt x="147" y="603"/>
                      <a:pt x="147" y="559"/>
                    </a:cubicBezTo>
                    <a:cubicBezTo>
                      <a:pt x="471" y="559"/>
                      <a:pt x="471" y="559"/>
                      <a:pt x="471" y="559"/>
                    </a:cubicBezTo>
                    <a:cubicBezTo>
                      <a:pt x="471" y="603"/>
                      <a:pt x="515" y="618"/>
                      <a:pt x="545" y="618"/>
                    </a:cubicBezTo>
                    <a:cubicBezTo>
                      <a:pt x="589" y="618"/>
                      <a:pt x="618" y="589"/>
                      <a:pt x="618" y="545"/>
                    </a:cubicBezTo>
                    <a:cubicBezTo>
                      <a:pt x="618" y="515"/>
                      <a:pt x="603" y="471"/>
                      <a:pt x="559" y="471"/>
                    </a:cubicBezTo>
                    <a:close/>
                    <a:moveTo>
                      <a:pt x="545" y="29"/>
                    </a:moveTo>
                    <a:lnTo>
                      <a:pt x="545" y="29"/>
                    </a:lnTo>
                    <a:cubicBezTo>
                      <a:pt x="559" y="29"/>
                      <a:pt x="589" y="59"/>
                      <a:pt x="589" y="73"/>
                    </a:cubicBezTo>
                    <a:cubicBezTo>
                      <a:pt x="589" y="88"/>
                      <a:pt x="559" y="118"/>
                      <a:pt x="545" y="118"/>
                    </a:cubicBezTo>
                    <a:cubicBezTo>
                      <a:pt x="530" y="118"/>
                      <a:pt x="500" y="88"/>
                      <a:pt x="500" y="73"/>
                    </a:cubicBezTo>
                    <a:cubicBezTo>
                      <a:pt x="500" y="59"/>
                      <a:pt x="530" y="29"/>
                      <a:pt x="545" y="29"/>
                    </a:cubicBezTo>
                    <a:close/>
                    <a:moveTo>
                      <a:pt x="29" y="73"/>
                    </a:moveTo>
                    <a:lnTo>
                      <a:pt x="29" y="73"/>
                    </a:lnTo>
                    <a:cubicBezTo>
                      <a:pt x="29" y="59"/>
                      <a:pt x="59" y="29"/>
                      <a:pt x="73" y="29"/>
                    </a:cubicBezTo>
                    <a:cubicBezTo>
                      <a:pt x="88" y="29"/>
                      <a:pt x="118" y="59"/>
                      <a:pt x="118" y="73"/>
                    </a:cubicBezTo>
                    <a:cubicBezTo>
                      <a:pt x="118" y="88"/>
                      <a:pt x="88" y="118"/>
                      <a:pt x="73" y="118"/>
                    </a:cubicBezTo>
                    <a:cubicBezTo>
                      <a:pt x="59" y="118"/>
                      <a:pt x="29" y="88"/>
                      <a:pt x="29" y="73"/>
                    </a:cubicBezTo>
                    <a:close/>
                    <a:moveTo>
                      <a:pt x="73" y="589"/>
                    </a:moveTo>
                    <a:lnTo>
                      <a:pt x="73" y="589"/>
                    </a:lnTo>
                    <a:cubicBezTo>
                      <a:pt x="59" y="589"/>
                      <a:pt x="29" y="559"/>
                      <a:pt x="29" y="545"/>
                    </a:cubicBezTo>
                    <a:cubicBezTo>
                      <a:pt x="29" y="530"/>
                      <a:pt x="59" y="500"/>
                      <a:pt x="73" y="500"/>
                    </a:cubicBezTo>
                    <a:cubicBezTo>
                      <a:pt x="88" y="500"/>
                      <a:pt x="118" y="530"/>
                      <a:pt x="118" y="545"/>
                    </a:cubicBezTo>
                    <a:cubicBezTo>
                      <a:pt x="118" y="559"/>
                      <a:pt x="88" y="589"/>
                      <a:pt x="73" y="589"/>
                    </a:cubicBezTo>
                    <a:close/>
                    <a:moveTo>
                      <a:pt x="471" y="530"/>
                    </a:moveTo>
                    <a:lnTo>
                      <a:pt x="471" y="530"/>
                    </a:lnTo>
                    <a:cubicBezTo>
                      <a:pt x="147" y="530"/>
                      <a:pt x="147" y="530"/>
                      <a:pt x="147" y="530"/>
                    </a:cubicBezTo>
                    <a:cubicBezTo>
                      <a:pt x="147" y="500"/>
                      <a:pt x="118" y="471"/>
                      <a:pt x="88" y="471"/>
                    </a:cubicBezTo>
                    <a:cubicBezTo>
                      <a:pt x="88" y="147"/>
                      <a:pt x="88" y="147"/>
                      <a:pt x="88" y="147"/>
                    </a:cubicBezTo>
                    <a:cubicBezTo>
                      <a:pt x="118" y="147"/>
                      <a:pt x="147" y="118"/>
                      <a:pt x="147" y="88"/>
                    </a:cubicBezTo>
                    <a:cubicBezTo>
                      <a:pt x="471" y="88"/>
                      <a:pt x="471" y="88"/>
                      <a:pt x="471" y="88"/>
                    </a:cubicBezTo>
                    <a:cubicBezTo>
                      <a:pt x="471" y="118"/>
                      <a:pt x="500" y="147"/>
                      <a:pt x="530" y="147"/>
                    </a:cubicBezTo>
                    <a:cubicBezTo>
                      <a:pt x="530" y="471"/>
                      <a:pt x="530" y="471"/>
                      <a:pt x="530" y="471"/>
                    </a:cubicBezTo>
                    <a:cubicBezTo>
                      <a:pt x="500" y="471"/>
                      <a:pt x="471" y="500"/>
                      <a:pt x="471" y="530"/>
                    </a:cubicBezTo>
                    <a:close/>
                    <a:moveTo>
                      <a:pt x="545" y="589"/>
                    </a:moveTo>
                    <a:lnTo>
                      <a:pt x="545" y="589"/>
                    </a:lnTo>
                    <a:cubicBezTo>
                      <a:pt x="530" y="589"/>
                      <a:pt x="500" y="559"/>
                      <a:pt x="500" y="545"/>
                    </a:cubicBezTo>
                    <a:cubicBezTo>
                      <a:pt x="500" y="530"/>
                      <a:pt x="530" y="500"/>
                      <a:pt x="545" y="500"/>
                    </a:cubicBezTo>
                    <a:cubicBezTo>
                      <a:pt x="559" y="500"/>
                      <a:pt x="589" y="530"/>
                      <a:pt x="589" y="545"/>
                    </a:cubicBezTo>
                    <a:cubicBezTo>
                      <a:pt x="589" y="559"/>
                      <a:pt x="559" y="589"/>
                      <a:pt x="545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"/>
              <p:cNvSpPr/>
              <p:nvPr/>
            </p:nvSpPr>
            <p:spPr>
              <a:xfrm>
                <a:off x="1483561" y="5704097"/>
                <a:ext cx="142708" cy="126826"/>
              </a:xfrm>
              <a:custGeom>
                <a:rect b="b" l="l" r="r" t="t"/>
                <a:pathLst>
                  <a:path extrusionOk="0" h="354" w="399">
                    <a:moveTo>
                      <a:pt x="30" y="44"/>
                    </a:moveTo>
                    <a:lnTo>
                      <a:pt x="30" y="44"/>
                    </a:lnTo>
                    <a:cubicBezTo>
                      <a:pt x="383" y="44"/>
                      <a:pt x="383" y="44"/>
                      <a:pt x="383" y="44"/>
                    </a:cubicBezTo>
                    <a:lnTo>
                      <a:pt x="398" y="30"/>
                    </a:lnTo>
                    <a:cubicBezTo>
                      <a:pt x="398" y="15"/>
                      <a:pt x="383" y="0"/>
                      <a:pt x="383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15" y="0"/>
                      <a:pt x="0" y="15"/>
                      <a:pt x="0" y="30"/>
                    </a:cubicBezTo>
                    <a:cubicBezTo>
                      <a:pt x="0" y="30"/>
                      <a:pt x="15" y="44"/>
                      <a:pt x="30" y="44"/>
                    </a:cubicBezTo>
                    <a:close/>
                    <a:moveTo>
                      <a:pt x="383" y="324"/>
                    </a:moveTo>
                    <a:lnTo>
                      <a:pt x="383" y="324"/>
                    </a:lnTo>
                    <a:cubicBezTo>
                      <a:pt x="30" y="324"/>
                      <a:pt x="30" y="324"/>
                      <a:pt x="30" y="324"/>
                    </a:cubicBezTo>
                    <a:cubicBezTo>
                      <a:pt x="15" y="324"/>
                      <a:pt x="0" y="324"/>
                      <a:pt x="0" y="339"/>
                    </a:cubicBezTo>
                    <a:cubicBezTo>
                      <a:pt x="0" y="353"/>
                      <a:pt x="15" y="353"/>
                      <a:pt x="30" y="353"/>
                    </a:cubicBezTo>
                    <a:cubicBezTo>
                      <a:pt x="383" y="353"/>
                      <a:pt x="383" y="353"/>
                      <a:pt x="383" y="353"/>
                    </a:cubicBezTo>
                    <a:cubicBezTo>
                      <a:pt x="383" y="353"/>
                      <a:pt x="398" y="353"/>
                      <a:pt x="398" y="339"/>
                    </a:cubicBezTo>
                    <a:cubicBezTo>
                      <a:pt x="398" y="324"/>
                      <a:pt x="383" y="324"/>
                      <a:pt x="383" y="324"/>
                    </a:cubicBezTo>
                    <a:close/>
                    <a:moveTo>
                      <a:pt x="383" y="162"/>
                    </a:moveTo>
                    <a:lnTo>
                      <a:pt x="383" y="162"/>
                    </a:lnTo>
                    <a:cubicBezTo>
                      <a:pt x="30" y="162"/>
                      <a:pt x="30" y="162"/>
                      <a:pt x="30" y="162"/>
                    </a:cubicBezTo>
                    <a:cubicBezTo>
                      <a:pt x="15" y="162"/>
                      <a:pt x="0" y="177"/>
                      <a:pt x="0" y="177"/>
                    </a:cubicBezTo>
                    <a:cubicBezTo>
                      <a:pt x="0" y="192"/>
                      <a:pt x="15" y="206"/>
                      <a:pt x="30" y="206"/>
                    </a:cubicBezTo>
                    <a:cubicBezTo>
                      <a:pt x="383" y="206"/>
                      <a:pt x="383" y="206"/>
                      <a:pt x="383" y="206"/>
                    </a:cubicBezTo>
                    <a:cubicBezTo>
                      <a:pt x="383" y="206"/>
                      <a:pt x="398" y="192"/>
                      <a:pt x="398" y="177"/>
                    </a:cubicBezTo>
                    <a:lnTo>
                      <a:pt x="383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"/>
              <p:cNvSpPr/>
              <p:nvPr/>
            </p:nvSpPr>
            <p:spPr>
              <a:xfrm>
                <a:off x="1076578" y="5651253"/>
                <a:ext cx="228597" cy="223266"/>
              </a:xfrm>
              <a:custGeom>
                <a:rect b="b" l="l" r="r" t="t"/>
                <a:pathLst>
                  <a:path extrusionOk="0" h="619" w="634">
                    <a:moveTo>
                      <a:pt x="633" y="235"/>
                    </a:moveTo>
                    <a:lnTo>
                      <a:pt x="412" y="206"/>
                    </a:lnTo>
                    <a:lnTo>
                      <a:pt x="309" y="0"/>
                    </a:lnTo>
                    <a:lnTo>
                      <a:pt x="220" y="206"/>
                    </a:lnTo>
                    <a:lnTo>
                      <a:pt x="0" y="235"/>
                    </a:lnTo>
                    <a:lnTo>
                      <a:pt x="162" y="398"/>
                    </a:lnTo>
                    <a:lnTo>
                      <a:pt x="117" y="618"/>
                    </a:lnTo>
                    <a:lnTo>
                      <a:pt x="309" y="515"/>
                    </a:lnTo>
                    <a:lnTo>
                      <a:pt x="515" y="618"/>
                    </a:lnTo>
                    <a:lnTo>
                      <a:pt x="471" y="398"/>
                    </a:lnTo>
                    <a:lnTo>
                      <a:pt x="633" y="235"/>
                    </a:lnTo>
                    <a:close/>
                    <a:moveTo>
                      <a:pt x="309" y="471"/>
                    </a:moveTo>
                    <a:lnTo>
                      <a:pt x="162" y="545"/>
                    </a:lnTo>
                    <a:lnTo>
                      <a:pt x="191" y="382"/>
                    </a:lnTo>
                    <a:lnTo>
                      <a:pt x="73" y="265"/>
                    </a:lnTo>
                    <a:lnTo>
                      <a:pt x="235" y="235"/>
                    </a:lnTo>
                    <a:lnTo>
                      <a:pt x="309" y="73"/>
                    </a:lnTo>
                    <a:lnTo>
                      <a:pt x="383" y="235"/>
                    </a:lnTo>
                    <a:lnTo>
                      <a:pt x="559" y="265"/>
                    </a:lnTo>
                    <a:lnTo>
                      <a:pt x="426" y="382"/>
                    </a:lnTo>
                    <a:lnTo>
                      <a:pt x="456" y="559"/>
                    </a:lnTo>
                    <a:lnTo>
                      <a:pt x="309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"/>
              <p:cNvSpPr/>
              <p:nvPr/>
            </p:nvSpPr>
            <p:spPr>
              <a:xfrm>
                <a:off x="709236" y="5656538"/>
                <a:ext cx="221991" cy="217982"/>
              </a:xfrm>
              <a:custGeom>
                <a:rect b="b" l="l" r="r" t="t"/>
                <a:pathLst>
                  <a:path extrusionOk="0" h="604" w="619">
                    <a:moveTo>
                      <a:pt x="471" y="0"/>
                    </a:moveTo>
                    <a:lnTo>
                      <a:pt x="471" y="0"/>
                    </a:lnTo>
                    <a:cubicBezTo>
                      <a:pt x="397" y="0"/>
                      <a:pt x="353" y="44"/>
                      <a:pt x="309" y="73"/>
                    </a:cubicBezTo>
                    <a:cubicBezTo>
                      <a:pt x="265" y="29"/>
                      <a:pt x="221" y="0"/>
                      <a:pt x="147" y="0"/>
                    </a:cubicBezTo>
                    <a:cubicBezTo>
                      <a:pt x="59" y="0"/>
                      <a:pt x="0" y="73"/>
                      <a:pt x="0" y="162"/>
                    </a:cubicBezTo>
                    <a:cubicBezTo>
                      <a:pt x="0" y="206"/>
                      <a:pt x="15" y="250"/>
                      <a:pt x="29" y="279"/>
                    </a:cubicBezTo>
                    <a:cubicBezTo>
                      <a:pt x="280" y="574"/>
                      <a:pt x="280" y="574"/>
                      <a:pt x="280" y="574"/>
                    </a:cubicBezTo>
                    <a:cubicBezTo>
                      <a:pt x="309" y="603"/>
                      <a:pt x="309" y="603"/>
                      <a:pt x="339" y="574"/>
                    </a:cubicBezTo>
                    <a:cubicBezTo>
                      <a:pt x="589" y="279"/>
                      <a:pt x="589" y="279"/>
                      <a:pt x="589" y="279"/>
                    </a:cubicBezTo>
                    <a:cubicBezTo>
                      <a:pt x="603" y="250"/>
                      <a:pt x="618" y="206"/>
                      <a:pt x="618" y="162"/>
                    </a:cubicBezTo>
                    <a:cubicBezTo>
                      <a:pt x="618" y="73"/>
                      <a:pt x="559" y="0"/>
                      <a:pt x="471" y="0"/>
                    </a:cubicBezTo>
                    <a:close/>
                    <a:moveTo>
                      <a:pt x="544" y="265"/>
                    </a:moveTo>
                    <a:lnTo>
                      <a:pt x="544" y="265"/>
                    </a:lnTo>
                    <a:cubicBezTo>
                      <a:pt x="309" y="544"/>
                      <a:pt x="309" y="544"/>
                      <a:pt x="309" y="544"/>
                    </a:cubicBezTo>
                    <a:cubicBezTo>
                      <a:pt x="73" y="265"/>
                      <a:pt x="73" y="265"/>
                      <a:pt x="73" y="265"/>
                    </a:cubicBezTo>
                    <a:cubicBezTo>
                      <a:pt x="44" y="235"/>
                      <a:pt x="29" y="206"/>
                      <a:pt x="29" y="162"/>
                    </a:cubicBezTo>
                    <a:cubicBezTo>
                      <a:pt x="29" y="103"/>
                      <a:pt x="88" y="44"/>
                      <a:pt x="147" y="29"/>
                    </a:cubicBezTo>
                    <a:cubicBezTo>
                      <a:pt x="206" y="29"/>
                      <a:pt x="280" y="88"/>
                      <a:pt x="309" y="132"/>
                    </a:cubicBezTo>
                    <a:cubicBezTo>
                      <a:pt x="339" y="103"/>
                      <a:pt x="412" y="29"/>
                      <a:pt x="471" y="29"/>
                    </a:cubicBezTo>
                    <a:cubicBezTo>
                      <a:pt x="530" y="29"/>
                      <a:pt x="589" y="103"/>
                      <a:pt x="589" y="162"/>
                    </a:cubicBezTo>
                    <a:cubicBezTo>
                      <a:pt x="589" y="206"/>
                      <a:pt x="574" y="235"/>
                      <a:pt x="544" y="2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"/>
              <p:cNvSpPr/>
              <p:nvPr/>
            </p:nvSpPr>
            <p:spPr>
              <a:xfrm>
                <a:off x="4048347" y="5280025"/>
                <a:ext cx="158565" cy="228550"/>
              </a:xfrm>
              <a:custGeom>
                <a:rect b="b" l="l" r="r" t="t"/>
                <a:pathLst>
                  <a:path extrusionOk="0" h="634" w="443">
                    <a:moveTo>
                      <a:pt x="221" y="324"/>
                    </a:moveTo>
                    <a:lnTo>
                      <a:pt x="221" y="324"/>
                    </a:lnTo>
                    <a:cubicBezTo>
                      <a:pt x="221" y="177"/>
                      <a:pt x="310" y="74"/>
                      <a:pt x="442" y="30"/>
                    </a:cubicBezTo>
                    <a:cubicBezTo>
                      <a:pt x="398" y="15"/>
                      <a:pt x="369" y="0"/>
                      <a:pt x="324" y="0"/>
                    </a:cubicBezTo>
                    <a:cubicBezTo>
                      <a:pt x="148" y="0"/>
                      <a:pt x="0" y="148"/>
                      <a:pt x="0" y="324"/>
                    </a:cubicBezTo>
                    <a:cubicBezTo>
                      <a:pt x="0" y="486"/>
                      <a:pt x="148" y="633"/>
                      <a:pt x="324" y="633"/>
                    </a:cubicBezTo>
                    <a:cubicBezTo>
                      <a:pt x="369" y="633"/>
                      <a:pt x="398" y="633"/>
                      <a:pt x="442" y="619"/>
                    </a:cubicBezTo>
                    <a:cubicBezTo>
                      <a:pt x="310" y="574"/>
                      <a:pt x="221" y="457"/>
                      <a:pt x="221" y="324"/>
                    </a:cubicBezTo>
                    <a:close/>
                    <a:moveTo>
                      <a:pt x="280" y="589"/>
                    </a:moveTo>
                    <a:lnTo>
                      <a:pt x="280" y="589"/>
                    </a:lnTo>
                    <a:cubicBezTo>
                      <a:pt x="192" y="589"/>
                      <a:pt x="44" y="471"/>
                      <a:pt x="44" y="324"/>
                    </a:cubicBezTo>
                    <a:cubicBezTo>
                      <a:pt x="44" y="162"/>
                      <a:pt x="192" y="59"/>
                      <a:pt x="280" y="44"/>
                    </a:cubicBezTo>
                    <a:cubicBezTo>
                      <a:pt x="310" y="44"/>
                      <a:pt x="295" y="44"/>
                      <a:pt x="324" y="44"/>
                    </a:cubicBezTo>
                    <a:cubicBezTo>
                      <a:pt x="265" y="89"/>
                      <a:pt x="192" y="206"/>
                      <a:pt x="192" y="324"/>
                    </a:cubicBezTo>
                    <a:cubicBezTo>
                      <a:pt x="192" y="442"/>
                      <a:pt x="236" y="545"/>
                      <a:pt x="324" y="589"/>
                    </a:cubicBezTo>
                    <a:cubicBezTo>
                      <a:pt x="295" y="589"/>
                      <a:pt x="310" y="589"/>
                      <a:pt x="280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2"/>
              <p:cNvSpPr/>
              <p:nvPr/>
            </p:nvSpPr>
            <p:spPr>
              <a:xfrm>
                <a:off x="3646650" y="5290594"/>
                <a:ext cx="228598" cy="212697"/>
              </a:xfrm>
              <a:custGeom>
                <a:rect b="b" l="l" r="r" t="t"/>
                <a:pathLst>
                  <a:path extrusionOk="0" h="590" w="634">
                    <a:moveTo>
                      <a:pt x="339" y="544"/>
                    </a:moveTo>
                    <a:lnTo>
                      <a:pt x="339" y="544"/>
                    </a:lnTo>
                    <a:cubicBezTo>
                      <a:pt x="148" y="544"/>
                      <a:pt x="148" y="544"/>
                      <a:pt x="148" y="544"/>
                    </a:cubicBezTo>
                    <a:cubicBezTo>
                      <a:pt x="133" y="544"/>
                      <a:pt x="118" y="559"/>
                      <a:pt x="118" y="559"/>
                    </a:cubicBezTo>
                    <a:cubicBezTo>
                      <a:pt x="118" y="574"/>
                      <a:pt x="133" y="589"/>
                      <a:pt x="148" y="589"/>
                    </a:cubicBezTo>
                    <a:cubicBezTo>
                      <a:pt x="339" y="589"/>
                      <a:pt x="339" y="589"/>
                      <a:pt x="339" y="589"/>
                    </a:cubicBezTo>
                    <a:cubicBezTo>
                      <a:pt x="354" y="589"/>
                      <a:pt x="354" y="574"/>
                      <a:pt x="354" y="559"/>
                    </a:cubicBezTo>
                    <a:cubicBezTo>
                      <a:pt x="354" y="559"/>
                      <a:pt x="354" y="544"/>
                      <a:pt x="339" y="544"/>
                    </a:cubicBezTo>
                    <a:close/>
                    <a:moveTo>
                      <a:pt x="383" y="471"/>
                    </a:moveTo>
                    <a:lnTo>
                      <a:pt x="383" y="471"/>
                    </a:lnTo>
                    <a:cubicBezTo>
                      <a:pt x="103" y="471"/>
                      <a:pt x="103" y="471"/>
                      <a:pt x="103" y="471"/>
                    </a:cubicBezTo>
                    <a:cubicBezTo>
                      <a:pt x="89" y="471"/>
                      <a:pt x="89" y="471"/>
                      <a:pt x="89" y="486"/>
                    </a:cubicBezTo>
                    <a:cubicBezTo>
                      <a:pt x="89" y="500"/>
                      <a:pt x="89" y="500"/>
                      <a:pt x="103" y="500"/>
                    </a:cubicBezTo>
                    <a:cubicBezTo>
                      <a:pt x="383" y="500"/>
                      <a:pt x="383" y="500"/>
                      <a:pt x="383" y="500"/>
                    </a:cubicBezTo>
                    <a:cubicBezTo>
                      <a:pt x="383" y="500"/>
                      <a:pt x="398" y="500"/>
                      <a:pt x="398" y="486"/>
                    </a:cubicBezTo>
                    <a:cubicBezTo>
                      <a:pt x="398" y="471"/>
                      <a:pt x="383" y="471"/>
                      <a:pt x="383" y="471"/>
                    </a:cubicBezTo>
                    <a:close/>
                    <a:moveTo>
                      <a:pt x="619" y="382"/>
                    </a:moveTo>
                    <a:lnTo>
                      <a:pt x="619" y="382"/>
                    </a:lnTo>
                    <a:cubicBezTo>
                      <a:pt x="324" y="382"/>
                      <a:pt x="324" y="382"/>
                      <a:pt x="324" y="382"/>
                    </a:cubicBezTo>
                    <a:cubicBezTo>
                      <a:pt x="324" y="368"/>
                      <a:pt x="324" y="339"/>
                      <a:pt x="324" y="323"/>
                    </a:cubicBezTo>
                    <a:cubicBezTo>
                      <a:pt x="324" y="176"/>
                      <a:pt x="412" y="73"/>
                      <a:pt x="530" y="29"/>
                    </a:cubicBezTo>
                    <a:cubicBezTo>
                      <a:pt x="486" y="14"/>
                      <a:pt x="442" y="0"/>
                      <a:pt x="383" y="0"/>
                    </a:cubicBezTo>
                    <a:cubicBezTo>
                      <a:pt x="221" y="0"/>
                      <a:pt x="89" y="132"/>
                      <a:pt x="89" y="294"/>
                    </a:cubicBezTo>
                    <a:cubicBezTo>
                      <a:pt x="89" y="323"/>
                      <a:pt x="89" y="353"/>
                      <a:pt x="103" y="382"/>
                    </a:cubicBezTo>
                    <a:cubicBezTo>
                      <a:pt x="30" y="382"/>
                      <a:pt x="30" y="382"/>
                      <a:pt x="30" y="382"/>
                    </a:cubicBezTo>
                    <a:cubicBezTo>
                      <a:pt x="15" y="382"/>
                      <a:pt x="0" y="397"/>
                      <a:pt x="0" y="412"/>
                    </a:cubicBezTo>
                    <a:cubicBezTo>
                      <a:pt x="0" y="412"/>
                      <a:pt x="15" y="427"/>
                      <a:pt x="30" y="427"/>
                    </a:cubicBezTo>
                    <a:cubicBezTo>
                      <a:pt x="619" y="427"/>
                      <a:pt x="619" y="427"/>
                      <a:pt x="619" y="427"/>
                    </a:cubicBezTo>
                    <a:lnTo>
                      <a:pt x="633" y="412"/>
                    </a:lnTo>
                    <a:cubicBezTo>
                      <a:pt x="633" y="397"/>
                      <a:pt x="619" y="382"/>
                      <a:pt x="619" y="382"/>
                    </a:cubicBezTo>
                    <a:close/>
                    <a:moveTo>
                      <a:pt x="148" y="382"/>
                    </a:moveTo>
                    <a:lnTo>
                      <a:pt x="148" y="382"/>
                    </a:lnTo>
                    <a:cubicBezTo>
                      <a:pt x="133" y="353"/>
                      <a:pt x="118" y="339"/>
                      <a:pt x="118" y="309"/>
                    </a:cubicBezTo>
                    <a:cubicBezTo>
                      <a:pt x="118" y="147"/>
                      <a:pt x="207" y="88"/>
                      <a:pt x="280" y="59"/>
                    </a:cubicBezTo>
                    <a:cubicBezTo>
                      <a:pt x="339" y="29"/>
                      <a:pt x="398" y="29"/>
                      <a:pt x="442" y="29"/>
                    </a:cubicBezTo>
                    <a:cubicBezTo>
                      <a:pt x="354" y="73"/>
                      <a:pt x="280" y="191"/>
                      <a:pt x="280" y="323"/>
                    </a:cubicBezTo>
                    <a:cubicBezTo>
                      <a:pt x="280" y="339"/>
                      <a:pt x="280" y="368"/>
                      <a:pt x="280" y="382"/>
                    </a:cubicBezTo>
                    <a:lnTo>
                      <a:pt x="148" y="3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2"/>
              <p:cNvSpPr/>
              <p:nvPr/>
            </p:nvSpPr>
            <p:spPr>
              <a:xfrm>
                <a:off x="3295164" y="5301163"/>
                <a:ext cx="196885" cy="184954"/>
              </a:xfrm>
              <a:custGeom>
                <a:rect b="b" l="l" r="r" t="t"/>
                <a:pathLst>
                  <a:path extrusionOk="0" h="516" w="545">
                    <a:moveTo>
                      <a:pt x="73" y="236"/>
                    </a:moveTo>
                    <a:lnTo>
                      <a:pt x="73" y="236"/>
                    </a:lnTo>
                    <a:cubicBezTo>
                      <a:pt x="427" y="236"/>
                      <a:pt x="427" y="236"/>
                      <a:pt x="427" y="236"/>
                    </a:cubicBezTo>
                    <a:cubicBezTo>
                      <a:pt x="486" y="236"/>
                      <a:pt x="544" y="192"/>
                      <a:pt x="544" y="118"/>
                    </a:cubicBezTo>
                    <a:cubicBezTo>
                      <a:pt x="544" y="59"/>
                      <a:pt x="486" y="0"/>
                      <a:pt x="427" y="0"/>
                    </a:cubicBezTo>
                    <a:cubicBezTo>
                      <a:pt x="427" y="44"/>
                      <a:pt x="427" y="44"/>
                      <a:pt x="427" y="44"/>
                    </a:cubicBezTo>
                    <a:cubicBezTo>
                      <a:pt x="486" y="59"/>
                      <a:pt x="500" y="74"/>
                      <a:pt x="500" y="118"/>
                    </a:cubicBezTo>
                    <a:cubicBezTo>
                      <a:pt x="500" y="162"/>
                      <a:pt x="456" y="206"/>
                      <a:pt x="398" y="206"/>
                    </a:cubicBezTo>
                    <a:cubicBezTo>
                      <a:pt x="73" y="206"/>
                      <a:pt x="73" y="206"/>
                      <a:pt x="73" y="206"/>
                    </a:cubicBezTo>
                    <a:cubicBezTo>
                      <a:pt x="59" y="206"/>
                      <a:pt x="59" y="206"/>
                      <a:pt x="59" y="221"/>
                    </a:cubicBezTo>
                    <a:cubicBezTo>
                      <a:pt x="59" y="236"/>
                      <a:pt x="59" y="236"/>
                      <a:pt x="73" y="236"/>
                    </a:cubicBezTo>
                    <a:close/>
                    <a:moveTo>
                      <a:pt x="177" y="162"/>
                    </a:moveTo>
                    <a:lnTo>
                      <a:pt x="177" y="162"/>
                    </a:lnTo>
                    <a:cubicBezTo>
                      <a:pt x="412" y="162"/>
                      <a:pt x="412" y="162"/>
                      <a:pt x="412" y="162"/>
                    </a:cubicBezTo>
                    <a:lnTo>
                      <a:pt x="427" y="147"/>
                    </a:lnTo>
                    <a:cubicBezTo>
                      <a:pt x="427" y="133"/>
                      <a:pt x="412" y="118"/>
                      <a:pt x="412" y="118"/>
                    </a:cubicBezTo>
                    <a:cubicBezTo>
                      <a:pt x="177" y="118"/>
                      <a:pt x="177" y="118"/>
                      <a:pt x="177" y="118"/>
                    </a:cubicBezTo>
                    <a:cubicBezTo>
                      <a:pt x="162" y="118"/>
                      <a:pt x="147" y="133"/>
                      <a:pt x="147" y="147"/>
                    </a:cubicBezTo>
                    <a:cubicBezTo>
                      <a:pt x="147" y="147"/>
                      <a:pt x="162" y="162"/>
                      <a:pt x="177" y="162"/>
                    </a:cubicBezTo>
                    <a:close/>
                    <a:moveTo>
                      <a:pt x="265" y="353"/>
                    </a:moveTo>
                    <a:lnTo>
                      <a:pt x="265" y="353"/>
                    </a:lnTo>
                    <a:cubicBezTo>
                      <a:pt x="118" y="353"/>
                      <a:pt x="118" y="353"/>
                      <a:pt x="118" y="353"/>
                    </a:cubicBezTo>
                    <a:cubicBezTo>
                      <a:pt x="103" y="353"/>
                      <a:pt x="88" y="368"/>
                      <a:pt x="88" y="383"/>
                    </a:cubicBezTo>
                    <a:cubicBezTo>
                      <a:pt x="88" y="383"/>
                      <a:pt x="103" y="398"/>
                      <a:pt x="118" y="398"/>
                    </a:cubicBezTo>
                    <a:cubicBezTo>
                      <a:pt x="265" y="398"/>
                      <a:pt x="265" y="398"/>
                      <a:pt x="265" y="398"/>
                    </a:cubicBezTo>
                    <a:cubicBezTo>
                      <a:pt x="294" y="398"/>
                      <a:pt x="309" y="412"/>
                      <a:pt x="309" y="442"/>
                    </a:cubicBezTo>
                    <a:cubicBezTo>
                      <a:pt x="309" y="457"/>
                      <a:pt x="294" y="471"/>
                      <a:pt x="265" y="471"/>
                    </a:cubicBezTo>
                    <a:cubicBezTo>
                      <a:pt x="265" y="515"/>
                      <a:pt x="265" y="515"/>
                      <a:pt x="265" y="515"/>
                    </a:cubicBezTo>
                    <a:cubicBezTo>
                      <a:pt x="309" y="515"/>
                      <a:pt x="353" y="486"/>
                      <a:pt x="353" y="442"/>
                    </a:cubicBezTo>
                    <a:cubicBezTo>
                      <a:pt x="353" y="398"/>
                      <a:pt x="309" y="353"/>
                      <a:pt x="265" y="353"/>
                    </a:cubicBezTo>
                    <a:close/>
                    <a:moveTo>
                      <a:pt x="427" y="280"/>
                    </a:moveTo>
                    <a:lnTo>
                      <a:pt x="427" y="280"/>
                    </a:lnTo>
                    <a:cubicBezTo>
                      <a:pt x="15" y="280"/>
                      <a:pt x="15" y="280"/>
                      <a:pt x="15" y="280"/>
                    </a:cubicBezTo>
                    <a:cubicBezTo>
                      <a:pt x="0" y="280"/>
                      <a:pt x="0" y="294"/>
                      <a:pt x="0" y="294"/>
                    </a:cubicBezTo>
                    <a:cubicBezTo>
                      <a:pt x="0" y="310"/>
                      <a:pt x="0" y="324"/>
                      <a:pt x="15" y="324"/>
                    </a:cubicBezTo>
                    <a:cubicBezTo>
                      <a:pt x="398" y="324"/>
                      <a:pt x="398" y="324"/>
                      <a:pt x="398" y="324"/>
                    </a:cubicBezTo>
                    <a:cubicBezTo>
                      <a:pt x="456" y="324"/>
                      <a:pt x="500" y="353"/>
                      <a:pt x="500" y="398"/>
                    </a:cubicBezTo>
                    <a:cubicBezTo>
                      <a:pt x="500" y="442"/>
                      <a:pt x="471" y="471"/>
                      <a:pt x="382" y="471"/>
                    </a:cubicBezTo>
                    <a:cubicBezTo>
                      <a:pt x="382" y="471"/>
                      <a:pt x="382" y="486"/>
                      <a:pt x="382" y="515"/>
                    </a:cubicBezTo>
                    <a:cubicBezTo>
                      <a:pt x="427" y="515"/>
                      <a:pt x="427" y="515"/>
                      <a:pt x="427" y="515"/>
                    </a:cubicBezTo>
                    <a:cubicBezTo>
                      <a:pt x="486" y="515"/>
                      <a:pt x="544" y="457"/>
                      <a:pt x="544" y="398"/>
                    </a:cubicBezTo>
                    <a:cubicBezTo>
                      <a:pt x="544" y="339"/>
                      <a:pt x="486" y="280"/>
                      <a:pt x="427" y="2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"/>
              <p:cNvSpPr/>
              <p:nvPr/>
            </p:nvSpPr>
            <p:spPr>
              <a:xfrm>
                <a:off x="2914608" y="5280025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73" y="295"/>
                    </a:moveTo>
                    <a:lnTo>
                      <a:pt x="73" y="295"/>
                    </a:lnTo>
                    <a:cubicBezTo>
                      <a:pt x="15" y="295"/>
                      <a:pt x="15" y="295"/>
                      <a:pt x="15" y="295"/>
                    </a:cubicBezTo>
                    <a:cubicBezTo>
                      <a:pt x="0" y="295"/>
                      <a:pt x="0" y="310"/>
                      <a:pt x="0" y="324"/>
                    </a:cubicBezTo>
                    <a:cubicBezTo>
                      <a:pt x="0" y="324"/>
                      <a:pt x="0" y="339"/>
                      <a:pt x="15" y="339"/>
                    </a:cubicBezTo>
                    <a:cubicBezTo>
                      <a:pt x="73" y="339"/>
                      <a:pt x="73" y="339"/>
                      <a:pt x="73" y="339"/>
                    </a:cubicBezTo>
                    <a:cubicBezTo>
                      <a:pt x="88" y="339"/>
                      <a:pt x="88" y="324"/>
                      <a:pt x="88" y="324"/>
                    </a:cubicBezTo>
                    <a:cubicBezTo>
                      <a:pt x="88" y="310"/>
                      <a:pt x="88" y="295"/>
                      <a:pt x="73" y="295"/>
                    </a:cubicBezTo>
                    <a:close/>
                    <a:moveTo>
                      <a:pt x="500" y="162"/>
                    </a:moveTo>
                    <a:lnTo>
                      <a:pt x="500" y="162"/>
                    </a:lnTo>
                    <a:cubicBezTo>
                      <a:pt x="545" y="118"/>
                      <a:pt x="545" y="118"/>
                      <a:pt x="545" y="118"/>
                    </a:cubicBezTo>
                    <a:cubicBezTo>
                      <a:pt x="545" y="103"/>
                      <a:pt x="545" y="103"/>
                      <a:pt x="545" y="89"/>
                    </a:cubicBezTo>
                    <a:cubicBezTo>
                      <a:pt x="530" y="89"/>
                      <a:pt x="515" y="89"/>
                      <a:pt x="515" y="89"/>
                    </a:cubicBezTo>
                    <a:cubicBezTo>
                      <a:pt x="471" y="133"/>
                      <a:pt x="471" y="133"/>
                      <a:pt x="471" y="133"/>
                    </a:cubicBezTo>
                    <a:cubicBezTo>
                      <a:pt x="456" y="133"/>
                      <a:pt x="456" y="148"/>
                      <a:pt x="471" y="162"/>
                    </a:cubicBezTo>
                    <a:cubicBezTo>
                      <a:pt x="471" y="162"/>
                      <a:pt x="486" y="162"/>
                      <a:pt x="500" y="162"/>
                    </a:cubicBezTo>
                    <a:close/>
                    <a:moveTo>
                      <a:pt x="132" y="162"/>
                    </a:moveTo>
                    <a:lnTo>
                      <a:pt x="132" y="162"/>
                    </a:lnTo>
                    <a:cubicBezTo>
                      <a:pt x="132" y="177"/>
                      <a:pt x="147" y="177"/>
                      <a:pt x="162" y="162"/>
                    </a:cubicBezTo>
                    <a:cubicBezTo>
                      <a:pt x="162" y="162"/>
                      <a:pt x="162" y="148"/>
                      <a:pt x="162" y="133"/>
                    </a:cubicBezTo>
                    <a:cubicBezTo>
                      <a:pt x="118" y="103"/>
                      <a:pt x="118" y="103"/>
                      <a:pt x="118" y="103"/>
                    </a:cubicBezTo>
                    <a:cubicBezTo>
                      <a:pt x="103" y="89"/>
                      <a:pt x="88" y="89"/>
                      <a:pt x="88" y="103"/>
                    </a:cubicBezTo>
                    <a:cubicBezTo>
                      <a:pt x="73" y="103"/>
                      <a:pt x="73" y="118"/>
                      <a:pt x="88" y="118"/>
                    </a:cubicBezTo>
                    <a:lnTo>
                      <a:pt x="132" y="162"/>
                    </a:lnTo>
                    <a:close/>
                    <a:moveTo>
                      <a:pt x="309" y="103"/>
                    </a:moveTo>
                    <a:lnTo>
                      <a:pt x="309" y="103"/>
                    </a:lnTo>
                    <a:cubicBezTo>
                      <a:pt x="324" y="103"/>
                      <a:pt x="324" y="89"/>
                      <a:pt x="324" y="89"/>
                    </a:cubicBezTo>
                    <a:cubicBezTo>
                      <a:pt x="324" y="30"/>
                      <a:pt x="324" y="30"/>
                      <a:pt x="324" y="30"/>
                    </a:cubicBezTo>
                    <a:cubicBezTo>
                      <a:pt x="324" y="15"/>
                      <a:pt x="324" y="0"/>
                      <a:pt x="309" y="0"/>
                    </a:cubicBezTo>
                    <a:cubicBezTo>
                      <a:pt x="294" y="0"/>
                      <a:pt x="294" y="15"/>
                      <a:pt x="294" y="30"/>
                    </a:cubicBezTo>
                    <a:cubicBezTo>
                      <a:pt x="294" y="89"/>
                      <a:pt x="294" y="89"/>
                      <a:pt x="294" y="89"/>
                    </a:cubicBezTo>
                    <a:cubicBezTo>
                      <a:pt x="294" y="89"/>
                      <a:pt x="294" y="103"/>
                      <a:pt x="309" y="103"/>
                    </a:cubicBezTo>
                    <a:close/>
                    <a:moveTo>
                      <a:pt x="309" y="530"/>
                    </a:moveTo>
                    <a:lnTo>
                      <a:pt x="309" y="530"/>
                    </a:lnTo>
                    <a:cubicBezTo>
                      <a:pt x="294" y="530"/>
                      <a:pt x="294" y="545"/>
                      <a:pt x="294" y="560"/>
                    </a:cubicBezTo>
                    <a:cubicBezTo>
                      <a:pt x="294" y="619"/>
                      <a:pt x="294" y="619"/>
                      <a:pt x="294" y="619"/>
                    </a:cubicBezTo>
                    <a:cubicBezTo>
                      <a:pt x="294" y="619"/>
                      <a:pt x="294" y="633"/>
                      <a:pt x="309" y="633"/>
                    </a:cubicBezTo>
                    <a:cubicBezTo>
                      <a:pt x="324" y="633"/>
                      <a:pt x="324" y="619"/>
                      <a:pt x="324" y="619"/>
                    </a:cubicBezTo>
                    <a:cubicBezTo>
                      <a:pt x="324" y="560"/>
                      <a:pt x="324" y="560"/>
                      <a:pt x="324" y="560"/>
                    </a:cubicBezTo>
                    <a:cubicBezTo>
                      <a:pt x="324" y="545"/>
                      <a:pt x="324" y="530"/>
                      <a:pt x="309" y="530"/>
                    </a:cubicBezTo>
                    <a:close/>
                    <a:moveTo>
                      <a:pt x="486" y="471"/>
                    </a:moveTo>
                    <a:lnTo>
                      <a:pt x="486" y="471"/>
                    </a:lnTo>
                    <a:cubicBezTo>
                      <a:pt x="486" y="471"/>
                      <a:pt x="471" y="471"/>
                      <a:pt x="456" y="471"/>
                    </a:cubicBezTo>
                    <a:cubicBezTo>
                      <a:pt x="456" y="486"/>
                      <a:pt x="456" y="486"/>
                      <a:pt x="456" y="501"/>
                    </a:cubicBezTo>
                    <a:cubicBezTo>
                      <a:pt x="500" y="545"/>
                      <a:pt x="500" y="545"/>
                      <a:pt x="500" y="545"/>
                    </a:cubicBezTo>
                    <a:cubicBezTo>
                      <a:pt x="515" y="545"/>
                      <a:pt x="530" y="545"/>
                      <a:pt x="530" y="545"/>
                    </a:cubicBezTo>
                    <a:cubicBezTo>
                      <a:pt x="545" y="530"/>
                      <a:pt x="545" y="516"/>
                      <a:pt x="530" y="516"/>
                    </a:cubicBezTo>
                    <a:lnTo>
                      <a:pt x="486" y="471"/>
                    </a:lnTo>
                    <a:close/>
                    <a:moveTo>
                      <a:pt x="603" y="295"/>
                    </a:moveTo>
                    <a:lnTo>
                      <a:pt x="603" y="295"/>
                    </a:lnTo>
                    <a:cubicBezTo>
                      <a:pt x="545" y="295"/>
                      <a:pt x="545" y="295"/>
                      <a:pt x="545" y="295"/>
                    </a:cubicBezTo>
                    <a:cubicBezTo>
                      <a:pt x="530" y="295"/>
                      <a:pt x="530" y="310"/>
                      <a:pt x="530" y="324"/>
                    </a:cubicBezTo>
                    <a:cubicBezTo>
                      <a:pt x="530" y="324"/>
                      <a:pt x="530" y="339"/>
                      <a:pt x="545" y="339"/>
                    </a:cubicBezTo>
                    <a:cubicBezTo>
                      <a:pt x="603" y="339"/>
                      <a:pt x="603" y="339"/>
                      <a:pt x="603" y="339"/>
                    </a:cubicBezTo>
                    <a:cubicBezTo>
                      <a:pt x="618" y="339"/>
                      <a:pt x="618" y="324"/>
                      <a:pt x="618" y="324"/>
                    </a:cubicBezTo>
                    <a:cubicBezTo>
                      <a:pt x="618" y="310"/>
                      <a:pt x="618" y="295"/>
                      <a:pt x="603" y="295"/>
                    </a:cubicBezTo>
                    <a:close/>
                    <a:moveTo>
                      <a:pt x="147" y="457"/>
                    </a:moveTo>
                    <a:lnTo>
                      <a:pt x="147" y="457"/>
                    </a:lnTo>
                    <a:cubicBezTo>
                      <a:pt x="103" y="501"/>
                      <a:pt x="103" y="501"/>
                      <a:pt x="103" y="501"/>
                    </a:cubicBezTo>
                    <a:cubicBezTo>
                      <a:pt x="88" y="516"/>
                      <a:pt x="88" y="516"/>
                      <a:pt x="103" y="530"/>
                    </a:cubicBezTo>
                    <a:cubicBezTo>
                      <a:pt x="103" y="530"/>
                      <a:pt x="118" y="530"/>
                      <a:pt x="132" y="530"/>
                    </a:cubicBezTo>
                    <a:cubicBezTo>
                      <a:pt x="162" y="486"/>
                      <a:pt x="162" y="486"/>
                      <a:pt x="162" y="486"/>
                    </a:cubicBezTo>
                    <a:cubicBezTo>
                      <a:pt x="177" y="486"/>
                      <a:pt x="177" y="471"/>
                      <a:pt x="162" y="457"/>
                    </a:cubicBezTo>
                    <a:lnTo>
                      <a:pt x="147" y="457"/>
                    </a:lnTo>
                    <a:close/>
                    <a:moveTo>
                      <a:pt x="309" y="148"/>
                    </a:moveTo>
                    <a:lnTo>
                      <a:pt x="309" y="148"/>
                    </a:lnTo>
                    <a:cubicBezTo>
                      <a:pt x="206" y="148"/>
                      <a:pt x="132" y="221"/>
                      <a:pt x="132" y="324"/>
                    </a:cubicBezTo>
                    <a:cubicBezTo>
                      <a:pt x="132" y="412"/>
                      <a:pt x="206" y="501"/>
                      <a:pt x="309" y="501"/>
                    </a:cubicBezTo>
                    <a:cubicBezTo>
                      <a:pt x="412" y="501"/>
                      <a:pt x="486" y="412"/>
                      <a:pt x="486" y="324"/>
                    </a:cubicBezTo>
                    <a:cubicBezTo>
                      <a:pt x="486" y="221"/>
                      <a:pt x="412" y="148"/>
                      <a:pt x="309" y="148"/>
                    </a:cubicBezTo>
                    <a:close/>
                    <a:moveTo>
                      <a:pt x="309" y="457"/>
                    </a:moveTo>
                    <a:lnTo>
                      <a:pt x="309" y="457"/>
                    </a:lnTo>
                    <a:cubicBezTo>
                      <a:pt x="236" y="457"/>
                      <a:pt x="177" y="398"/>
                      <a:pt x="177" y="324"/>
                    </a:cubicBezTo>
                    <a:cubicBezTo>
                      <a:pt x="177" y="251"/>
                      <a:pt x="236" y="177"/>
                      <a:pt x="309" y="177"/>
                    </a:cubicBezTo>
                    <a:cubicBezTo>
                      <a:pt x="383" y="177"/>
                      <a:pt x="441" y="251"/>
                      <a:pt x="441" y="324"/>
                    </a:cubicBezTo>
                    <a:cubicBezTo>
                      <a:pt x="441" y="398"/>
                      <a:pt x="383" y="457"/>
                      <a:pt x="309" y="45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2"/>
              <p:cNvSpPr/>
              <p:nvPr/>
            </p:nvSpPr>
            <p:spPr>
              <a:xfrm>
                <a:off x="2543303" y="5280025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59" y="398"/>
                    </a:moveTo>
                    <a:lnTo>
                      <a:pt x="59" y="398"/>
                    </a:lnTo>
                    <a:cubicBezTo>
                      <a:pt x="45" y="369"/>
                      <a:pt x="45" y="353"/>
                      <a:pt x="45" y="324"/>
                    </a:cubicBezTo>
                    <a:cubicBezTo>
                      <a:pt x="45" y="162"/>
                      <a:pt x="162" y="44"/>
                      <a:pt x="324" y="44"/>
                    </a:cubicBezTo>
                    <a:cubicBezTo>
                      <a:pt x="471" y="44"/>
                      <a:pt x="589" y="162"/>
                      <a:pt x="589" y="324"/>
                    </a:cubicBezTo>
                    <a:cubicBezTo>
                      <a:pt x="589" y="353"/>
                      <a:pt x="589" y="369"/>
                      <a:pt x="589" y="398"/>
                    </a:cubicBezTo>
                    <a:cubicBezTo>
                      <a:pt x="619" y="398"/>
                      <a:pt x="619" y="398"/>
                      <a:pt x="619" y="398"/>
                    </a:cubicBezTo>
                    <a:cubicBezTo>
                      <a:pt x="633" y="369"/>
                      <a:pt x="633" y="353"/>
                      <a:pt x="633" y="324"/>
                    </a:cubicBezTo>
                    <a:cubicBezTo>
                      <a:pt x="633" y="148"/>
                      <a:pt x="486" y="0"/>
                      <a:pt x="324" y="0"/>
                    </a:cubicBezTo>
                    <a:cubicBezTo>
                      <a:pt x="148" y="0"/>
                      <a:pt x="0" y="148"/>
                      <a:pt x="0" y="324"/>
                    </a:cubicBezTo>
                    <a:cubicBezTo>
                      <a:pt x="0" y="353"/>
                      <a:pt x="15" y="369"/>
                      <a:pt x="15" y="398"/>
                    </a:cubicBezTo>
                    <a:lnTo>
                      <a:pt x="59" y="398"/>
                    </a:lnTo>
                    <a:close/>
                    <a:moveTo>
                      <a:pt x="412" y="589"/>
                    </a:moveTo>
                    <a:lnTo>
                      <a:pt x="412" y="589"/>
                    </a:lnTo>
                    <a:cubicBezTo>
                      <a:pt x="221" y="589"/>
                      <a:pt x="221" y="589"/>
                      <a:pt x="221" y="589"/>
                    </a:cubicBezTo>
                    <a:cubicBezTo>
                      <a:pt x="207" y="589"/>
                      <a:pt x="207" y="604"/>
                      <a:pt x="207" y="619"/>
                    </a:cubicBezTo>
                    <a:cubicBezTo>
                      <a:pt x="207" y="619"/>
                      <a:pt x="207" y="633"/>
                      <a:pt x="221" y="633"/>
                    </a:cubicBezTo>
                    <a:cubicBezTo>
                      <a:pt x="324" y="633"/>
                      <a:pt x="324" y="633"/>
                      <a:pt x="324" y="633"/>
                    </a:cubicBezTo>
                    <a:cubicBezTo>
                      <a:pt x="412" y="633"/>
                      <a:pt x="412" y="633"/>
                      <a:pt x="412" y="633"/>
                    </a:cubicBezTo>
                    <a:cubicBezTo>
                      <a:pt x="428" y="633"/>
                      <a:pt x="442" y="619"/>
                      <a:pt x="442" y="619"/>
                    </a:cubicBezTo>
                    <a:cubicBezTo>
                      <a:pt x="442" y="604"/>
                      <a:pt x="428" y="589"/>
                      <a:pt x="412" y="589"/>
                    </a:cubicBezTo>
                    <a:close/>
                    <a:moveTo>
                      <a:pt x="619" y="442"/>
                    </a:moveTo>
                    <a:lnTo>
                      <a:pt x="619" y="442"/>
                    </a:lnTo>
                    <a:cubicBezTo>
                      <a:pt x="30" y="442"/>
                      <a:pt x="30" y="442"/>
                      <a:pt x="30" y="442"/>
                    </a:cubicBezTo>
                    <a:cubicBezTo>
                      <a:pt x="15" y="442"/>
                      <a:pt x="0" y="442"/>
                      <a:pt x="0" y="457"/>
                    </a:cubicBezTo>
                    <a:cubicBezTo>
                      <a:pt x="0" y="471"/>
                      <a:pt x="15" y="471"/>
                      <a:pt x="30" y="471"/>
                    </a:cubicBezTo>
                    <a:cubicBezTo>
                      <a:pt x="619" y="471"/>
                      <a:pt x="619" y="471"/>
                      <a:pt x="619" y="471"/>
                    </a:cubicBezTo>
                    <a:cubicBezTo>
                      <a:pt x="619" y="471"/>
                      <a:pt x="633" y="471"/>
                      <a:pt x="633" y="457"/>
                    </a:cubicBezTo>
                    <a:cubicBezTo>
                      <a:pt x="633" y="442"/>
                      <a:pt x="619" y="442"/>
                      <a:pt x="619" y="442"/>
                    </a:cubicBezTo>
                    <a:close/>
                    <a:moveTo>
                      <a:pt x="560" y="516"/>
                    </a:moveTo>
                    <a:lnTo>
                      <a:pt x="560" y="516"/>
                    </a:lnTo>
                    <a:cubicBezTo>
                      <a:pt x="89" y="516"/>
                      <a:pt x="89" y="516"/>
                      <a:pt x="89" y="516"/>
                    </a:cubicBezTo>
                    <a:cubicBezTo>
                      <a:pt x="74" y="516"/>
                      <a:pt x="59" y="530"/>
                      <a:pt x="59" y="530"/>
                    </a:cubicBezTo>
                    <a:cubicBezTo>
                      <a:pt x="59" y="545"/>
                      <a:pt x="74" y="560"/>
                      <a:pt x="89" y="560"/>
                    </a:cubicBezTo>
                    <a:cubicBezTo>
                      <a:pt x="560" y="560"/>
                      <a:pt x="560" y="560"/>
                      <a:pt x="560" y="560"/>
                    </a:cubicBezTo>
                    <a:cubicBezTo>
                      <a:pt x="560" y="560"/>
                      <a:pt x="575" y="545"/>
                      <a:pt x="575" y="530"/>
                    </a:cubicBezTo>
                    <a:lnTo>
                      <a:pt x="560" y="5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2"/>
              <p:cNvSpPr/>
              <p:nvPr/>
            </p:nvSpPr>
            <p:spPr>
              <a:xfrm>
                <a:off x="2220888" y="5280025"/>
                <a:ext cx="142708" cy="228550"/>
              </a:xfrm>
              <a:custGeom>
                <a:rect b="b" l="l" r="r" t="t"/>
                <a:pathLst>
                  <a:path extrusionOk="0" h="634" w="399">
                    <a:moveTo>
                      <a:pt x="192" y="0"/>
                    </a:moveTo>
                    <a:lnTo>
                      <a:pt x="192" y="0"/>
                    </a:lnTo>
                    <a:cubicBezTo>
                      <a:pt x="133" y="74"/>
                      <a:pt x="0" y="324"/>
                      <a:pt x="0" y="442"/>
                    </a:cubicBezTo>
                    <a:cubicBezTo>
                      <a:pt x="0" y="545"/>
                      <a:pt x="89" y="633"/>
                      <a:pt x="192" y="633"/>
                    </a:cubicBezTo>
                    <a:cubicBezTo>
                      <a:pt x="309" y="633"/>
                      <a:pt x="398" y="545"/>
                      <a:pt x="398" y="442"/>
                    </a:cubicBezTo>
                    <a:cubicBezTo>
                      <a:pt x="398" y="324"/>
                      <a:pt x="251" y="74"/>
                      <a:pt x="192" y="0"/>
                    </a:cubicBezTo>
                    <a:close/>
                    <a:moveTo>
                      <a:pt x="192" y="589"/>
                    </a:moveTo>
                    <a:lnTo>
                      <a:pt x="192" y="589"/>
                    </a:lnTo>
                    <a:cubicBezTo>
                      <a:pt x="104" y="589"/>
                      <a:pt x="45" y="530"/>
                      <a:pt x="45" y="442"/>
                    </a:cubicBezTo>
                    <a:cubicBezTo>
                      <a:pt x="45" y="353"/>
                      <a:pt x="148" y="148"/>
                      <a:pt x="192" y="89"/>
                    </a:cubicBezTo>
                    <a:cubicBezTo>
                      <a:pt x="251" y="133"/>
                      <a:pt x="354" y="353"/>
                      <a:pt x="354" y="442"/>
                    </a:cubicBezTo>
                    <a:cubicBezTo>
                      <a:pt x="354" y="530"/>
                      <a:pt x="280" y="589"/>
                      <a:pt x="192" y="5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"/>
              <p:cNvSpPr/>
              <p:nvPr/>
            </p:nvSpPr>
            <p:spPr>
              <a:xfrm>
                <a:off x="1817868" y="5295878"/>
                <a:ext cx="212742" cy="196843"/>
              </a:xfrm>
              <a:custGeom>
                <a:rect b="b" l="l" r="r" t="t"/>
                <a:pathLst>
                  <a:path extrusionOk="0" h="546" w="589">
                    <a:moveTo>
                      <a:pt x="103" y="309"/>
                    </a:moveTo>
                    <a:lnTo>
                      <a:pt x="103" y="309"/>
                    </a:lnTo>
                    <a:cubicBezTo>
                      <a:pt x="117" y="221"/>
                      <a:pt x="206" y="162"/>
                      <a:pt x="294" y="162"/>
                    </a:cubicBezTo>
                    <a:cubicBezTo>
                      <a:pt x="383" y="162"/>
                      <a:pt x="471" y="221"/>
                      <a:pt x="485" y="309"/>
                    </a:cubicBezTo>
                    <a:cubicBezTo>
                      <a:pt x="530" y="309"/>
                      <a:pt x="530" y="309"/>
                      <a:pt x="530" y="309"/>
                    </a:cubicBezTo>
                    <a:cubicBezTo>
                      <a:pt x="515" y="207"/>
                      <a:pt x="412" y="118"/>
                      <a:pt x="294" y="118"/>
                    </a:cubicBezTo>
                    <a:cubicBezTo>
                      <a:pt x="176" y="118"/>
                      <a:pt x="73" y="207"/>
                      <a:pt x="58" y="309"/>
                    </a:cubicBezTo>
                    <a:lnTo>
                      <a:pt x="103" y="309"/>
                    </a:lnTo>
                    <a:close/>
                    <a:moveTo>
                      <a:pt x="530" y="162"/>
                    </a:moveTo>
                    <a:lnTo>
                      <a:pt x="530" y="162"/>
                    </a:lnTo>
                    <a:cubicBezTo>
                      <a:pt x="559" y="133"/>
                      <a:pt x="559" y="133"/>
                      <a:pt x="559" y="133"/>
                    </a:cubicBezTo>
                    <a:cubicBezTo>
                      <a:pt x="559" y="133"/>
                      <a:pt x="559" y="118"/>
                      <a:pt x="559" y="104"/>
                    </a:cubicBezTo>
                    <a:cubicBezTo>
                      <a:pt x="544" y="104"/>
                      <a:pt x="544" y="104"/>
                      <a:pt x="530" y="104"/>
                    </a:cubicBezTo>
                    <a:cubicBezTo>
                      <a:pt x="500" y="133"/>
                      <a:pt x="500" y="133"/>
                      <a:pt x="500" y="133"/>
                    </a:cubicBezTo>
                    <a:cubicBezTo>
                      <a:pt x="500" y="148"/>
                      <a:pt x="500" y="162"/>
                      <a:pt x="500" y="162"/>
                    </a:cubicBezTo>
                    <a:cubicBezTo>
                      <a:pt x="515" y="177"/>
                      <a:pt x="515" y="177"/>
                      <a:pt x="530" y="162"/>
                    </a:cubicBezTo>
                    <a:close/>
                    <a:moveTo>
                      <a:pt x="294" y="74"/>
                    </a:moveTo>
                    <a:lnTo>
                      <a:pt x="294" y="74"/>
                    </a:lnTo>
                    <a:cubicBezTo>
                      <a:pt x="309" y="74"/>
                      <a:pt x="309" y="74"/>
                      <a:pt x="309" y="59"/>
                    </a:cubicBezTo>
                    <a:cubicBezTo>
                      <a:pt x="309" y="15"/>
                      <a:pt x="309" y="15"/>
                      <a:pt x="309" y="15"/>
                    </a:cubicBezTo>
                    <a:cubicBezTo>
                      <a:pt x="309" y="15"/>
                      <a:pt x="309" y="0"/>
                      <a:pt x="294" y="0"/>
                    </a:cubicBezTo>
                    <a:cubicBezTo>
                      <a:pt x="279" y="0"/>
                      <a:pt x="279" y="15"/>
                      <a:pt x="279" y="15"/>
                    </a:cubicBezTo>
                    <a:cubicBezTo>
                      <a:pt x="279" y="59"/>
                      <a:pt x="279" y="59"/>
                      <a:pt x="279" y="59"/>
                    </a:cubicBezTo>
                    <a:cubicBezTo>
                      <a:pt x="279" y="74"/>
                      <a:pt x="279" y="74"/>
                      <a:pt x="294" y="74"/>
                    </a:cubicBezTo>
                    <a:close/>
                    <a:moveTo>
                      <a:pt x="485" y="516"/>
                    </a:moveTo>
                    <a:lnTo>
                      <a:pt x="485" y="516"/>
                    </a:lnTo>
                    <a:cubicBezTo>
                      <a:pt x="103" y="516"/>
                      <a:pt x="103" y="516"/>
                      <a:pt x="103" y="516"/>
                    </a:cubicBezTo>
                    <a:cubicBezTo>
                      <a:pt x="88" y="516"/>
                      <a:pt x="73" y="516"/>
                      <a:pt x="73" y="530"/>
                    </a:cubicBezTo>
                    <a:cubicBezTo>
                      <a:pt x="73" y="545"/>
                      <a:pt x="88" y="545"/>
                      <a:pt x="103" y="545"/>
                    </a:cubicBezTo>
                    <a:cubicBezTo>
                      <a:pt x="485" y="545"/>
                      <a:pt x="485" y="545"/>
                      <a:pt x="485" y="545"/>
                    </a:cubicBezTo>
                    <a:cubicBezTo>
                      <a:pt x="500" y="545"/>
                      <a:pt x="515" y="545"/>
                      <a:pt x="515" y="530"/>
                    </a:cubicBezTo>
                    <a:cubicBezTo>
                      <a:pt x="515" y="516"/>
                      <a:pt x="500" y="516"/>
                      <a:pt x="485" y="516"/>
                    </a:cubicBezTo>
                    <a:close/>
                    <a:moveTo>
                      <a:pt x="574" y="354"/>
                    </a:moveTo>
                    <a:lnTo>
                      <a:pt x="574" y="354"/>
                    </a:lnTo>
                    <a:cubicBezTo>
                      <a:pt x="14" y="354"/>
                      <a:pt x="14" y="354"/>
                      <a:pt x="14" y="354"/>
                    </a:cubicBezTo>
                    <a:lnTo>
                      <a:pt x="0" y="368"/>
                    </a:lnTo>
                    <a:cubicBezTo>
                      <a:pt x="0" y="383"/>
                      <a:pt x="14" y="398"/>
                      <a:pt x="14" y="398"/>
                    </a:cubicBezTo>
                    <a:cubicBezTo>
                      <a:pt x="574" y="398"/>
                      <a:pt x="574" y="398"/>
                      <a:pt x="574" y="398"/>
                    </a:cubicBezTo>
                    <a:cubicBezTo>
                      <a:pt x="574" y="398"/>
                      <a:pt x="588" y="383"/>
                      <a:pt x="588" y="368"/>
                    </a:cubicBezTo>
                    <a:lnTo>
                      <a:pt x="574" y="354"/>
                    </a:lnTo>
                    <a:close/>
                    <a:moveTo>
                      <a:pt x="58" y="162"/>
                    </a:moveTo>
                    <a:lnTo>
                      <a:pt x="58" y="162"/>
                    </a:lnTo>
                    <a:cubicBezTo>
                      <a:pt x="73" y="177"/>
                      <a:pt x="73" y="177"/>
                      <a:pt x="88" y="162"/>
                    </a:cubicBezTo>
                    <a:cubicBezTo>
                      <a:pt x="88" y="162"/>
                      <a:pt x="88" y="148"/>
                      <a:pt x="88" y="133"/>
                    </a:cubicBezTo>
                    <a:cubicBezTo>
                      <a:pt x="58" y="104"/>
                      <a:pt x="58" y="104"/>
                      <a:pt x="58" y="104"/>
                    </a:cubicBezTo>
                    <a:cubicBezTo>
                      <a:pt x="44" y="104"/>
                      <a:pt x="44" y="104"/>
                      <a:pt x="29" y="104"/>
                    </a:cubicBezTo>
                    <a:cubicBezTo>
                      <a:pt x="29" y="118"/>
                      <a:pt x="29" y="133"/>
                      <a:pt x="29" y="133"/>
                    </a:cubicBezTo>
                    <a:lnTo>
                      <a:pt x="58" y="162"/>
                    </a:lnTo>
                    <a:close/>
                    <a:moveTo>
                      <a:pt x="544" y="427"/>
                    </a:moveTo>
                    <a:lnTo>
                      <a:pt x="544" y="427"/>
                    </a:lnTo>
                    <a:cubicBezTo>
                      <a:pt x="44" y="427"/>
                      <a:pt x="44" y="427"/>
                      <a:pt x="44" y="427"/>
                    </a:cubicBezTo>
                    <a:cubicBezTo>
                      <a:pt x="29" y="427"/>
                      <a:pt x="14" y="442"/>
                      <a:pt x="14" y="457"/>
                    </a:cubicBezTo>
                    <a:cubicBezTo>
                      <a:pt x="14" y="457"/>
                      <a:pt x="29" y="472"/>
                      <a:pt x="44" y="472"/>
                    </a:cubicBezTo>
                    <a:cubicBezTo>
                      <a:pt x="544" y="472"/>
                      <a:pt x="544" y="472"/>
                      <a:pt x="544" y="472"/>
                    </a:cubicBezTo>
                    <a:cubicBezTo>
                      <a:pt x="559" y="472"/>
                      <a:pt x="574" y="457"/>
                      <a:pt x="574" y="457"/>
                    </a:cubicBezTo>
                    <a:cubicBezTo>
                      <a:pt x="574" y="442"/>
                      <a:pt x="559" y="427"/>
                      <a:pt x="544" y="4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"/>
              <p:cNvSpPr/>
              <p:nvPr/>
            </p:nvSpPr>
            <p:spPr>
              <a:xfrm>
                <a:off x="1457134" y="5311731"/>
                <a:ext cx="212741" cy="138715"/>
              </a:xfrm>
              <a:custGeom>
                <a:rect b="b" l="l" r="r" t="t"/>
                <a:pathLst>
                  <a:path extrusionOk="0" h="383" w="590">
                    <a:moveTo>
                      <a:pt x="295" y="73"/>
                    </a:moveTo>
                    <a:lnTo>
                      <a:pt x="295" y="73"/>
                    </a:lnTo>
                    <a:cubicBezTo>
                      <a:pt x="310" y="73"/>
                      <a:pt x="310" y="59"/>
                      <a:pt x="310" y="59"/>
                    </a:cubicBezTo>
                    <a:cubicBezTo>
                      <a:pt x="310" y="14"/>
                      <a:pt x="310" y="14"/>
                      <a:pt x="310" y="14"/>
                    </a:cubicBezTo>
                    <a:cubicBezTo>
                      <a:pt x="310" y="0"/>
                      <a:pt x="310" y="0"/>
                      <a:pt x="295" y="0"/>
                    </a:cubicBezTo>
                    <a:cubicBezTo>
                      <a:pt x="280" y="0"/>
                      <a:pt x="280" y="0"/>
                      <a:pt x="280" y="14"/>
                    </a:cubicBezTo>
                    <a:cubicBezTo>
                      <a:pt x="280" y="59"/>
                      <a:pt x="280" y="59"/>
                      <a:pt x="280" y="59"/>
                    </a:cubicBezTo>
                    <a:cubicBezTo>
                      <a:pt x="280" y="59"/>
                      <a:pt x="280" y="73"/>
                      <a:pt x="295" y="73"/>
                    </a:cubicBezTo>
                    <a:close/>
                    <a:moveTo>
                      <a:pt x="530" y="162"/>
                    </a:moveTo>
                    <a:lnTo>
                      <a:pt x="530" y="162"/>
                    </a:lnTo>
                    <a:cubicBezTo>
                      <a:pt x="560" y="132"/>
                      <a:pt x="560" y="132"/>
                      <a:pt x="560" y="132"/>
                    </a:cubicBezTo>
                    <a:cubicBezTo>
                      <a:pt x="560" y="117"/>
                      <a:pt x="560" y="117"/>
                      <a:pt x="560" y="103"/>
                    </a:cubicBezTo>
                    <a:cubicBezTo>
                      <a:pt x="545" y="103"/>
                      <a:pt x="545" y="103"/>
                      <a:pt x="530" y="103"/>
                    </a:cubicBezTo>
                    <a:cubicBezTo>
                      <a:pt x="501" y="132"/>
                      <a:pt x="501" y="132"/>
                      <a:pt x="501" y="132"/>
                    </a:cubicBezTo>
                    <a:cubicBezTo>
                      <a:pt x="501" y="147"/>
                      <a:pt x="501" y="147"/>
                      <a:pt x="501" y="162"/>
                    </a:cubicBezTo>
                    <a:cubicBezTo>
                      <a:pt x="516" y="162"/>
                      <a:pt x="516" y="162"/>
                      <a:pt x="530" y="162"/>
                    </a:cubicBezTo>
                    <a:close/>
                    <a:moveTo>
                      <a:pt x="59" y="162"/>
                    </a:moveTo>
                    <a:lnTo>
                      <a:pt x="59" y="162"/>
                    </a:lnTo>
                    <a:cubicBezTo>
                      <a:pt x="74" y="162"/>
                      <a:pt x="74" y="162"/>
                      <a:pt x="89" y="162"/>
                    </a:cubicBezTo>
                    <a:cubicBezTo>
                      <a:pt x="89" y="147"/>
                      <a:pt x="89" y="147"/>
                      <a:pt x="89" y="132"/>
                    </a:cubicBezTo>
                    <a:cubicBezTo>
                      <a:pt x="59" y="103"/>
                      <a:pt x="59" y="103"/>
                      <a:pt x="59" y="103"/>
                    </a:cubicBezTo>
                    <a:cubicBezTo>
                      <a:pt x="45" y="103"/>
                      <a:pt x="45" y="103"/>
                      <a:pt x="30" y="103"/>
                    </a:cubicBezTo>
                    <a:cubicBezTo>
                      <a:pt x="30" y="117"/>
                      <a:pt x="30" y="117"/>
                      <a:pt x="30" y="132"/>
                    </a:cubicBezTo>
                    <a:lnTo>
                      <a:pt x="59" y="162"/>
                    </a:lnTo>
                    <a:close/>
                    <a:moveTo>
                      <a:pt x="575" y="353"/>
                    </a:moveTo>
                    <a:lnTo>
                      <a:pt x="575" y="353"/>
                    </a:lnTo>
                    <a:cubicBezTo>
                      <a:pt x="15" y="353"/>
                      <a:pt x="15" y="353"/>
                      <a:pt x="15" y="353"/>
                    </a:cubicBezTo>
                    <a:cubicBezTo>
                      <a:pt x="15" y="353"/>
                      <a:pt x="0" y="353"/>
                      <a:pt x="0" y="368"/>
                    </a:cubicBezTo>
                    <a:cubicBezTo>
                      <a:pt x="0" y="382"/>
                      <a:pt x="15" y="382"/>
                      <a:pt x="15" y="382"/>
                    </a:cubicBezTo>
                    <a:cubicBezTo>
                      <a:pt x="575" y="382"/>
                      <a:pt x="575" y="382"/>
                      <a:pt x="575" y="382"/>
                    </a:cubicBezTo>
                    <a:cubicBezTo>
                      <a:pt x="575" y="382"/>
                      <a:pt x="589" y="382"/>
                      <a:pt x="589" y="368"/>
                    </a:cubicBezTo>
                    <a:cubicBezTo>
                      <a:pt x="589" y="353"/>
                      <a:pt x="575" y="353"/>
                      <a:pt x="575" y="353"/>
                    </a:cubicBezTo>
                    <a:close/>
                    <a:moveTo>
                      <a:pt x="104" y="309"/>
                    </a:moveTo>
                    <a:lnTo>
                      <a:pt x="104" y="309"/>
                    </a:lnTo>
                    <a:cubicBezTo>
                      <a:pt x="118" y="221"/>
                      <a:pt x="207" y="147"/>
                      <a:pt x="295" y="147"/>
                    </a:cubicBezTo>
                    <a:cubicBezTo>
                      <a:pt x="383" y="147"/>
                      <a:pt x="472" y="221"/>
                      <a:pt x="486" y="309"/>
                    </a:cubicBezTo>
                    <a:cubicBezTo>
                      <a:pt x="530" y="309"/>
                      <a:pt x="530" y="309"/>
                      <a:pt x="530" y="309"/>
                    </a:cubicBezTo>
                    <a:cubicBezTo>
                      <a:pt x="516" y="191"/>
                      <a:pt x="413" y="117"/>
                      <a:pt x="295" y="117"/>
                    </a:cubicBezTo>
                    <a:cubicBezTo>
                      <a:pt x="177" y="117"/>
                      <a:pt x="74" y="191"/>
                      <a:pt x="59" y="309"/>
                    </a:cubicBezTo>
                    <a:lnTo>
                      <a:pt x="104" y="3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2"/>
              <p:cNvSpPr/>
              <p:nvPr/>
            </p:nvSpPr>
            <p:spPr>
              <a:xfrm>
                <a:off x="1080542" y="5280025"/>
                <a:ext cx="228598" cy="228550"/>
              </a:xfrm>
              <a:custGeom>
                <a:rect b="b" l="l" r="r" t="t"/>
                <a:pathLst>
                  <a:path extrusionOk="0" h="634" w="634">
                    <a:moveTo>
                      <a:pt x="265" y="530"/>
                    </a:moveTo>
                    <a:lnTo>
                      <a:pt x="265" y="530"/>
                    </a:lnTo>
                    <a:cubicBezTo>
                      <a:pt x="251" y="530"/>
                      <a:pt x="236" y="545"/>
                      <a:pt x="236" y="560"/>
                    </a:cubicBezTo>
                    <a:cubicBezTo>
                      <a:pt x="236" y="619"/>
                      <a:pt x="236" y="619"/>
                      <a:pt x="236" y="619"/>
                    </a:cubicBezTo>
                    <a:cubicBezTo>
                      <a:pt x="236" y="619"/>
                      <a:pt x="251" y="633"/>
                      <a:pt x="265" y="633"/>
                    </a:cubicBezTo>
                    <a:lnTo>
                      <a:pt x="280" y="619"/>
                    </a:lnTo>
                    <a:cubicBezTo>
                      <a:pt x="280" y="560"/>
                      <a:pt x="280" y="560"/>
                      <a:pt x="280" y="560"/>
                    </a:cubicBezTo>
                    <a:cubicBezTo>
                      <a:pt x="280" y="545"/>
                      <a:pt x="265" y="530"/>
                      <a:pt x="265" y="530"/>
                    </a:cubicBezTo>
                    <a:close/>
                    <a:moveTo>
                      <a:pt x="148" y="530"/>
                    </a:moveTo>
                    <a:lnTo>
                      <a:pt x="148" y="530"/>
                    </a:lnTo>
                    <a:cubicBezTo>
                      <a:pt x="133" y="530"/>
                      <a:pt x="118" y="545"/>
                      <a:pt x="118" y="560"/>
                    </a:cubicBezTo>
                    <a:cubicBezTo>
                      <a:pt x="118" y="619"/>
                      <a:pt x="118" y="619"/>
                      <a:pt x="118" y="619"/>
                    </a:cubicBezTo>
                    <a:cubicBezTo>
                      <a:pt x="118" y="619"/>
                      <a:pt x="133" y="633"/>
                      <a:pt x="148" y="633"/>
                    </a:cubicBezTo>
                    <a:lnTo>
                      <a:pt x="162" y="619"/>
                    </a:lnTo>
                    <a:cubicBezTo>
                      <a:pt x="162" y="560"/>
                      <a:pt x="162" y="560"/>
                      <a:pt x="162" y="560"/>
                    </a:cubicBezTo>
                    <a:cubicBezTo>
                      <a:pt x="162" y="545"/>
                      <a:pt x="148" y="530"/>
                      <a:pt x="148" y="530"/>
                    </a:cubicBezTo>
                    <a:close/>
                    <a:moveTo>
                      <a:pt x="383" y="530"/>
                    </a:moveTo>
                    <a:lnTo>
                      <a:pt x="383" y="530"/>
                    </a:lnTo>
                    <a:cubicBezTo>
                      <a:pt x="369" y="530"/>
                      <a:pt x="353" y="545"/>
                      <a:pt x="353" y="560"/>
                    </a:cubicBezTo>
                    <a:cubicBezTo>
                      <a:pt x="353" y="619"/>
                      <a:pt x="353" y="619"/>
                      <a:pt x="353" y="619"/>
                    </a:cubicBezTo>
                    <a:cubicBezTo>
                      <a:pt x="353" y="619"/>
                      <a:pt x="369" y="633"/>
                      <a:pt x="383" y="633"/>
                    </a:cubicBezTo>
                    <a:lnTo>
                      <a:pt x="398" y="619"/>
                    </a:lnTo>
                    <a:cubicBezTo>
                      <a:pt x="398" y="560"/>
                      <a:pt x="398" y="560"/>
                      <a:pt x="398" y="560"/>
                    </a:cubicBezTo>
                    <a:cubicBezTo>
                      <a:pt x="398" y="545"/>
                      <a:pt x="383" y="530"/>
                      <a:pt x="383" y="530"/>
                    </a:cubicBezTo>
                    <a:close/>
                    <a:moveTo>
                      <a:pt x="501" y="530"/>
                    </a:moveTo>
                    <a:lnTo>
                      <a:pt x="501" y="530"/>
                    </a:lnTo>
                    <a:cubicBezTo>
                      <a:pt x="486" y="530"/>
                      <a:pt x="471" y="545"/>
                      <a:pt x="471" y="560"/>
                    </a:cubicBezTo>
                    <a:cubicBezTo>
                      <a:pt x="471" y="619"/>
                      <a:pt x="471" y="619"/>
                      <a:pt x="471" y="619"/>
                    </a:cubicBezTo>
                    <a:cubicBezTo>
                      <a:pt x="471" y="619"/>
                      <a:pt x="486" y="633"/>
                      <a:pt x="501" y="633"/>
                    </a:cubicBezTo>
                    <a:lnTo>
                      <a:pt x="516" y="619"/>
                    </a:lnTo>
                    <a:cubicBezTo>
                      <a:pt x="516" y="560"/>
                      <a:pt x="516" y="560"/>
                      <a:pt x="516" y="560"/>
                    </a:cubicBezTo>
                    <a:cubicBezTo>
                      <a:pt x="516" y="545"/>
                      <a:pt x="501" y="530"/>
                      <a:pt x="501" y="530"/>
                    </a:cubicBezTo>
                    <a:close/>
                    <a:moveTo>
                      <a:pt x="457" y="103"/>
                    </a:moveTo>
                    <a:lnTo>
                      <a:pt x="457" y="103"/>
                    </a:lnTo>
                    <a:cubicBezTo>
                      <a:pt x="427" y="44"/>
                      <a:pt x="369" y="0"/>
                      <a:pt x="295" y="0"/>
                    </a:cubicBezTo>
                    <a:cubicBezTo>
                      <a:pt x="206" y="0"/>
                      <a:pt x="133" y="74"/>
                      <a:pt x="118" y="162"/>
                    </a:cubicBezTo>
                    <a:cubicBezTo>
                      <a:pt x="59" y="192"/>
                      <a:pt x="0" y="251"/>
                      <a:pt x="0" y="324"/>
                    </a:cubicBezTo>
                    <a:cubicBezTo>
                      <a:pt x="0" y="398"/>
                      <a:pt x="74" y="471"/>
                      <a:pt x="162" y="471"/>
                    </a:cubicBezTo>
                    <a:cubicBezTo>
                      <a:pt x="162" y="471"/>
                      <a:pt x="427" y="471"/>
                      <a:pt x="442" y="471"/>
                    </a:cubicBezTo>
                    <a:cubicBezTo>
                      <a:pt x="545" y="471"/>
                      <a:pt x="633" y="398"/>
                      <a:pt x="633" y="295"/>
                    </a:cubicBezTo>
                    <a:cubicBezTo>
                      <a:pt x="633" y="192"/>
                      <a:pt x="560" y="103"/>
                      <a:pt x="457" y="103"/>
                    </a:cubicBezTo>
                    <a:close/>
                    <a:moveTo>
                      <a:pt x="442" y="442"/>
                    </a:moveTo>
                    <a:lnTo>
                      <a:pt x="442" y="442"/>
                    </a:lnTo>
                    <a:cubicBezTo>
                      <a:pt x="427" y="442"/>
                      <a:pt x="162" y="442"/>
                      <a:pt x="162" y="442"/>
                    </a:cubicBezTo>
                    <a:cubicBezTo>
                      <a:pt x="162" y="442"/>
                      <a:pt x="44" y="427"/>
                      <a:pt x="44" y="324"/>
                    </a:cubicBezTo>
                    <a:cubicBezTo>
                      <a:pt x="44" y="265"/>
                      <a:pt x="103" y="206"/>
                      <a:pt x="162" y="206"/>
                    </a:cubicBezTo>
                    <a:cubicBezTo>
                      <a:pt x="162" y="118"/>
                      <a:pt x="221" y="44"/>
                      <a:pt x="295" y="44"/>
                    </a:cubicBezTo>
                    <a:cubicBezTo>
                      <a:pt x="369" y="44"/>
                      <a:pt x="412" y="89"/>
                      <a:pt x="427" y="148"/>
                    </a:cubicBezTo>
                    <a:cubicBezTo>
                      <a:pt x="530" y="133"/>
                      <a:pt x="589" y="221"/>
                      <a:pt x="589" y="280"/>
                    </a:cubicBezTo>
                    <a:cubicBezTo>
                      <a:pt x="604" y="369"/>
                      <a:pt x="501" y="442"/>
                      <a:pt x="442" y="4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2"/>
              <p:cNvSpPr/>
              <p:nvPr/>
            </p:nvSpPr>
            <p:spPr>
              <a:xfrm>
                <a:off x="709236" y="5280025"/>
                <a:ext cx="221991" cy="170421"/>
              </a:xfrm>
              <a:custGeom>
                <a:rect b="b" l="l" r="r" t="t"/>
                <a:pathLst>
                  <a:path extrusionOk="0" h="472" w="619">
                    <a:moveTo>
                      <a:pt x="368" y="221"/>
                    </a:moveTo>
                    <a:lnTo>
                      <a:pt x="368" y="221"/>
                    </a:lnTo>
                    <a:cubicBezTo>
                      <a:pt x="294" y="221"/>
                      <a:pt x="294" y="221"/>
                      <a:pt x="294" y="221"/>
                    </a:cubicBezTo>
                    <a:cubicBezTo>
                      <a:pt x="324" y="133"/>
                      <a:pt x="324" y="133"/>
                      <a:pt x="324" y="133"/>
                    </a:cubicBezTo>
                    <a:cubicBezTo>
                      <a:pt x="324" y="133"/>
                      <a:pt x="324" y="118"/>
                      <a:pt x="309" y="118"/>
                    </a:cubicBezTo>
                    <a:cubicBezTo>
                      <a:pt x="294" y="103"/>
                      <a:pt x="294" y="118"/>
                      <a:pt x="280" y="118"/>
                    </a:cubicBezTo>
                    <a:cubicBezTo>
                      <a:pt x="235" y="236"/>
                      <a:pt x="235" y="236"/>
                      <a:pt x="235" y="236"/>
                    </a:cubicBezTo>
                    <a:lnTo>
                      <a:pt x="235" y="251"/>
                    </a:lnTo>
                    <a:lnTo>
                      <a:pt x="250" y="265"/>
                    </a:lnTo>
                    <a:cubicBezTo>
                      <a:pt x="339" y="265"/>
                      <a:pt x="339" y="265"/>
                      <a:pt x="339" y="265"/>
                    </a:cubicBezTo>
                    <a:cubicBezTo>
                      <a:pt x="294" y="353"/>
                      <a:pt x="294" y="353"/>
                      <a:pt x="294" y="353"/>
                    </a:cubicBezTo>
                    <a:cubicBezTo>
                      <a:pt x="280" y="353"/>
                      <a:pt x="294" y="369"/>
                      <a:pt x="294" y="383"/>
                    </a:cubicBezTo>
                    <a:cubicBezTo>
                      <a:pt x="309" y="383"/>
                      <a:pt x="324" y="383"/>
                      <a:pt x="324" y="369"/>
                    </a:cubicBezTo>
                    <a:cubicBezTo>
                      <a:pt x="324" y="369"/>
                      <a:pt x="382" y="251"/>
                      <a:pt x="382" y="236"/>
                    </a:cubicBezTo>
                    <a:cubicBezTo>
                      <a:pt x="382" y="236"/>
                      <a:pt x="382" y="221"/>
                      <a:pt x="368" y="221"/>
                    </a:cubicBezTo>
                    <a:close/>
                    <a:moveTo>
                      <a:pt x="441" y="103"/>
                    </a:moveTo>
                    <a:lnTo>
                      <a:pt x="441" y="103"/>
                    </a:lnTo>
                    <a:cubicBezTo>
                      <a:pt x="412" y="44"/>
                      <a:pt x="353" y="0"/>
                      <a:pt x="294" y="0"/>
                    </a:cubicBezTo>
                    <a:cubicBezTo>
                      <a:pt x="191" y="0"/>
                      <a:pt x="118" y="74"/>
                      <a:pt x="118" y="162"/>
                    </a:cubicBezTo>
                    <a:cubicBezTo>
                      <a:pt x="44" y="192"/>
                      <a:pt x="0" y="251"/>
                      <a:pt x="0" y="324"/>
                    </a:cubicBezTo>
                    <a:cubicBezTo>
                      <a:pt x="0" y="398"/>
                      <a:pt x="59" y="471"/>
                      <a:pt x="147" y="471"/>
                    </a:cubicBezTo>
                    <a:lnTo>
                      <a:pt x="427" y="471"/>
                    </a:lnTo>
                    <a:cubicBezTo>
                      <a:pt x="530" y="471"/>
                      <a:pt x="618" y="398"/>
                      <a:pt x="618" y="295"/>
                    </a:cubicBezTo>
                    <a:cubicBezTo>
                      <a:pt x="618" y="192"/>
                      <a:pt x="544" y="103"/>
                      <a:pt x="441" y="103"/>
                    </a:cubicBezTo>
                    <a:close/>
                    <a:moveTo>
                      <a:pt x="427" y="442"/>
                    </a:moveTo>
                    <a:lnTo>
                      <a:pt x="427" y="442"/>
                    </a:lnTo>
                    <a:lnTo>
                      <a:pt x="147" y="442"/>
                    </a:lnTo>
                    <a:cubicBezTo>
                      <a:pt x="147" y="442"/>
                      <a:pt x="29" y="427"/>
                      <a:pt x="29" y="324"/>
                    </a:cubicBezTo>
                    <a:cubicBezTo>
                      <a:pt x="29" y="265"/>
                      <a:pt x="88" y="206"/>
                      <a:pt x="147" y="206"/>
                    </a:cubicBezTo>
                    <a:cubicBezTo>
                      <a:pt x="147" y="118"/>
                      <a:pt x="206" y="44"/>
                      <a:pt x="294" y="44"/>
                    </a:cubicBezTo>
                    <a:cubicBezTo>
                      <a:pt x="353" y="44"/>
                      <a:pt x="397" y="89"/>
                      <a:pt x="412" y="148"/>
                    </a:cubicBezTo>
                    <a:cubicBezTo>
                      <a:pt x="515" y="133"/>
                      <a:pt x="574" y="221"/>
                      <a:pt x="589" y="280"/>
                    </a:cubicBezTo>
                    <a:cubicBezTo>
                      <a:pt x="589" y="369"/>
                      <a:pt x="500" y="442"/>
                      <a:pt x="427" y="4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9" name="Google Shape;1719;p2"/>
            <p:cNvGrpSpPr/>
            <p:nvPr/>
          </p:nvGrpSpPr>
          <p:grpSpPr>
            <a:xfrm>
              <a:off x="849312" y="3429000"/>
              <a:ext cx="3539961" cy="2799409"/>
              <a:chOff x="704850" y="2344091"/>
              <a:chExt cx="3539961" cy="2799409"/>
            </a:xfrm>
          </p:grpSpPr>
          <p:sp>
            <p:nvSpPr>
              <p:cNvPr id="1720" name="Google Shape;1720;p2"/>
              <p:cNvSpPr/>
              <p:nvPr/>
            </p:nvSpPr>
            <p:spPr>
              <a:xfrm>
                <a:off x="4016213" y="4914950"/>
                <a:ext cx="221991" cy="228550"/>
              </a:xfrm>
              <a:custGeom>
                <a:rect b="b" l="l" r="r" t="t"/>
                <a:pathLst>
                  <a:path extrusionOk="0" h="635" w="619">
                    <a:moveTo>
                      <a:pt x="324" y="516"/>
                    </a:moveTo>
                    <a:lnTo>
                      <a:pt x="324" y="516"/>
                    </a:lnTo>
                    <a:cubicBezTo>
                      <a:pt x="324" y="516"/>
                      <a:pt x="309" y="516"/>
                      <a:pt x="309" y="530"/>
                    </a:cubicBezTo>
                    <a:cubicBezTo>
                      <a:pt x="309" y="545"/>
                      <a:pt x="324" y="545"/>
                      <a:pt x="324" y="545"/>
                    </a:cubicBezTo>
                    <a:cubicBezTo>
                      <a:pt x="339" y="545"/>
                      <a:pt x="353" y="545"/>
                      <a:pt x="353" y="530"/>
                    </a:cubicBezTo>
                    <a:cubicBezTo>
                      <a:pt x="353" y="516"/>
                      <a:pt x="339" y="516"/>
                      <a:pt x="324" y="516"/>
                    </a:cubicBezTo>
                    <a:close/>
                    <a:moveTo>
                      <a:pt x="206" y="516"/>
                    </a:moveTo>
                    <a:lnTo>
                      <a:pt x="206" y="516"/>
                    </a:lnTo>
                    <a:cubicBezTo>
                      <a:pt x="206" y="516"/>
                      <a:pt x="191" y="516"/>
                      <a:pt x="191" y="530"/>
                    </a:cubicBezTo>
                    <a:cubicBezTo>
                      <a:pt x="191" y="545"/>
                      <a:pt x="206" y="545"/>
                      <a:pt x="206" y="545"/>
                    </a:cubicBezTo>
                    <a:cubicBezTo>
                      <a:pt x="221" y="545"/>
                      <a:pt x="236" y="545"/>
                      <a:pt x="236" y="530"/>
                    </a:cubicBezTo>
                    <a:cubicBezTo>
                      <a:pt x="236" y="516"/>
                      <a:pt x="221" y="516"/>
                      <a:pt x="206" y="516"/>
                    </a:cubicBezTo>
                    <a:close/>
                    <a:moveTo>
                      <a:pt x="250" y="589"/>
                    </a:moveTo>
                    <a:lnTo>
                      <a:pt x="250" y="589"/>
                    </a:lnTo>
                    <a:cubicBezTo>
                      <a:pt x="236" y="589"/>
                      <a:pt x="236" y="604"/>
                      <a:pt x="236" y="604"/>
                    </a:cubicBezTo>
                    <a:cubicBezTo>
                      <a:pt x="236" y="619"/>
                      <a:pt x="236" y="634"/>
                      <a:pt x="250" y="634"/>
                    </a:cubicBezTo>
                    <a:cubicBezTo>
                      <a:pt x="265" y="634"/>
                      <a:pt x="265" y="619"/>
                      <a:pt x="265" y="604"/>
                    </a:cubicBezTo>
                    <a:cubicBezTo>
                      <a:pt x="265" y="604"/>
                      <a:pt x="265" y="589"/>
                      <a:pt x="250" y="589"/>
                    </a:cubicBezTo>
                    <a:close/>
                    <a:moveTo>
                      <a:pt x="368" y="589"/>
                    </a:moveTo>
                    <a:lnTo>
                      <a:pt x="368" y="589"/>
                    </a:lnTo>
                    <a:cubicBezTo>
                      <a:pt x="353" y="589"/>
                      <a:pt x="353" y="604"/>
                      <a:pt x="353" y="604"/>
                    </a:cubicBezTo>
                    <a:cubicBezTo>
                      <a:pt x="353" y="619"/>
                      <a:pt x="353" y="634"/>
                      <a:pt x="368" y="634"/>
                    </a:cubicBezTo>
                    <a:cubicBezTo>
                      <a:pt x="383" y="634"/>
                      <a:pt x="383" y="619"/>
                      <a:pt x="383" y="604"/>
                    </a:cubicBezTo>
                    <a:cubicBezTo>
                      <a:pt x="383" y="604"/>
                      <a:pt x="383" y="589"/>
                      <a:pt x="368" y="589"/>
                    </a:cubicBezTo>
                    <a:close/>
                    <a:moveTo>
                      <a:pt x="441" y="516"/>
                    </a:moveTo>
                    <a:lnTo>
                      <a:pt x="441" y="516"/>
                    </a:lnTo>
                    <a:cubicBezTo>
                      <a:pt x="441" y="516"/>
                      <a:pt x="427" y="516"/>
                      <a:pt x="427" y="530"/>
                    </a:cubicBezTo>
                    <a:cubicBezTo>
                      <a:pt x="427" y="545"/>
                      <a:pt x="441" y="545"/>
                      <a:pt x="441" y="545"/>
                    </a:cubicBezTo>
                    <a:cubicBezTo>
                      <a:pt x="457" y="545"/>
                      <a:pt x="471" y="545"/>
                      <a:pt x="471" y="530"/>
                    </a:cubicBezTo>
                    <a:cubicBezTo>
                      <a:pt x="471" y="516"/>
                      <a:pt x="457" y="516"/>
                      <a:pt x="441" y="516"/>
                    </a:cubicBezTo>
                    <a:close/>
                    <a:moveTo>
                      <a:pt x="441" y="104"/>
                    </a:moveTo>
                    <a:lnTo>
                      <a:pt x="441" y="104"/>
                    </a:lnTo>
                    <a:cubicBezTo>
                      <a:pt x="412" y="45"/>
                      <a:pt x="353" y="0"/>
                      <a:pt x="294" y="0"/>
                    </a:cubicBezTo>
                    <a:cubicBezTo>
                      <a:pt x="191" y="0"/>
                      <a:pt x="118" y="74"/>
                      <a:pt x="118" y="163"/>
                    </a:cubicBezTo>
                    <a:cubicBezTo>
                      <a:pt x="44" y="177"/>
                      <a:pt x="0" y="251"/>
                      <a:pt x="0" y="310"/>
                    </a:cubicBezTo>
                    <a:cubicBezTo>
                      <a:pt x="0" y="398"/>
                      <a:pt x="59" y="472"/>
                      <a:pt x="147" y="472"/>
                    </a:cubicBezTo>
                    <a:lnTo>
                      <a:pt x="441" y="472"/>
                    </a:lnTo>
                    <a:cubicBezTo>
                      <a:pt x="545" y="472"/>
                      <a:pt x="618" y="383"/>
                      <a:pt x="618" y="280"/>
                    </a:cubicBezTo>
                    <a:cubicBezTo>
                      <a:pt x="618" y="177"/>
                      <a:pt x="545" y="104"/>
                      <a:pt x="441" y="104"/>
                    </a:cubicBezTo>
                    <a:close/>
                    <a:moveTo>
                      <a:pt x="427" y="427"/>
                    </a:moveTo>
                    <a:lnTo>
                      <a:pt x="427" y="427"/>
                    </a:lnTo>
                    <a:lnTo>
                      <a:pt x="177" y="427"/>
                    </a:lnTo>
                    <a:cubicBezTo>
                      <a:pt x="74" y="427"/>
                      <a:pt x="29" y="354"/>
                      <a:pt x="29" y="310"/>
                    </a:cubicBezTo>
                    <a:cubicBezTo>
                      <a:pt x="29" y="266"/>
                      <a:pt x="88" y="207"/>
                      <a:pt x="147" y="192"/>
                    </a:cubicBezTo>
                    <a:cubicBezTo>
                      <a:pt x="147" y="118"/>
                      <a:pt x="206" y="45"/>
                      <a:pt x="294" y="45"/>
                    </a:cubicBezTo>
                    <a:cubicBezTo>
                      <a:pt x="353" y="45"/>
                      <a:pt x="398" y="74"/>
                      <a:pt x="412" y="133"/>
                    </a:cubicBezTo>
                    <a:cubicBezTo>
                      <a:pt x="515" y="133"/>
                      <a:pt x="589" y="192"/>
                      <a:pt x="589" y="280"/>
                    </a:cubicBezTo>
                    <a:cubicBezTo>
                      <a:pt x="589" y="354"/>
                      <a:pt x="530" y="427"/>
                      <a:pt x="427" y="4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2"/>
              <p:cNvSpPr/>
              <p:nvPr/>
            </p:nvSpPr>
            <p:spPr>
              <a:xfrm>
                <a:off x="3655478" y="4940051"/>
                <a:ext cx="221991" cy="170422"/>
              </a:xfrm>
              <a:custGeom>
                <a:rect b="b" l="l" r="r" t="t"/>
                <a:pathLst>
                  <a:path extrusionOk="0" h="472" w="619">
                    <a:moveTo>
                      <a:pt x="441" y="103"/>
                    </a:moveTo>
                    <a:lnTo>
                      <a:pt x="441" y="103"/>
                    </a:lnTo>
                    <a:cubicBezTo>
                      <a:pt x="412" y="44"/>
                      <a:pt x="353" y="0"/>
                      <a:pt x="294" y="0"/>
                    </a:cubicBezTo>
                    <a:cubicBezTo>
                      <a:pt x="191" y="0"/>
                      <a:pt x="118" y="74"/>
                      <a:pt x="118" y="162"/>
                    </a:cubicBezTo>
                    <a:cubicBezTo>
                      <a:pt x="44" y="192"/>
                      <a:pt x="0" y="251"/>
                      <a:pt x="0" y="324"/>
                    </a:cubicBezTo>
                    <a:cubicBezTo>
                      <a:pt x="0" y="398"/>
                      <a:pt x="59" y="471"/>
                      <a:pt x="147" y="471"/>
                    </a:cubicBezTo>
                    <a:lnTo>
                      <a:pt x="427" y="471"/>
                    </a:lnTo>
                    <a:cubicBezTo>
                      <a:pt x="530" y="471"/>
                      <a:pt x="618" y="398"/>
                      <a:pt x="618" y="294"/>
                    </a:cubicBezTo>
                    <a:cubicBezTo>
                      <a:pt x="618" y="192"/>
                      <a:pt x="545" y="103"/>
                      <a:pt x="441" y="103"/>
                    </a:cubicBezTo>
                    <a:close/>
                    <a:moveTo>
                      <a:pt x="427" y="442"/>
                    </a:moveTo>
                    <a:lnTo>
                      <a:pt x="427" y="442"/>
                    </a:lnTo>
                    <a:lnTo>
                      <a:pt x="147" y="442"/>
                    </a:lnTo>
                    <a:cubicBezTo>
                      <a:pt x="147" y="442"/>
                      <a:pt x="29" y="427"/>
                      <a:pt x="29" y="324"/>
                    </a:cubicBezTo>
                    <a:cubicBezTo>
                      <a:pt x="29" y="265"/>
                      <a:pt x="88" y="206"/>
                      <a:pt x="147" y="206"/>
                    </a:cubicBezTo>
                    <a:cubicBezTo>
                      <a:pt x="147" y="118"/>
                      <a:pt x="206" y="44"/>
                      <a:pt x="294" y="44"/>
                    </a:cubicBezTo>
                    <a:cubicBezTo>
                      <a:pt x="353" y="44"/>
                      <a:pt x="398" y="89"/>
                      <a:pt x="412" y="147"/>
                    </a:cubicBezTo>
                    <a:cubicBezTo>
                      <a:pt x="515" y="133"/>
                      <a:pt x="574" y="221"/>
                      <a:pt x="589" y="280"/>
                    </a:cubicBezTo>
                    <a:cubicBezTo>
                      <a:pt x="589" y="368"/>
                      <a:pt x="500" y="442"/>
                      <a:pt x="427" y="4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2"/>
              <p:cNvSpPr/>
              <p:nvPr/>
            </p:nvSpPr>
            <p:spPr>
              <a:xfrm>
                <a:off x="3285494" y="4920235"/>
                <a:ext cx="212741" cy="212697"/>
              </a:xfrm>
              <a:custGeom>
                <a:rect b="b" l="l" r="r" t="t"/>
                <a:pathLst>
                  <a:path extrusionOk="0" h="590" w="590">
                    <a:moveTo>
                      <a:pt x="30" y="0"/>
                    </a:moveTo>
                    <a:lnTo>
                      <a:pt x="30" y="0"/>
                    </a:lnTo>
                    <a:cubicBezTo>
                      <a:pt x="15" y="0"/>
                      <a:pt x="0" y="15"/>
                      <a:pt x="0" y="30"/>
                    </a:cubicBezTo>
                    <a:cubicBezTo>
                      <a:pt x="0" y="574"/>
                      <a:pt x="0" y="574"/>
                      <a:pt x="0" y="574"/>
                    </a:cubicBezTo>
                    <a:cubicBezTo>
                      <a:pt x="0" y="589"/>
                      <a:pt x="15" y="589"/>
                      <a:pt x="30" y="589"/>
                    </a:cubicBezTo>
                    <a:cubicBezTo>
                      <a:pt x="30" y="589"/>
                      <a:pt x="45" y="589"/>
                      <a:pt x="45" y="574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5" y="15"/>
                      <a:pt x="30" y="0"/>
                      <a:pt x="30" y="0"/>
                    </a:cubicBezTo>
                    <a:close/>
                    <a:moveTo>
                      <a:pt x="560" y="44"/>
                    </a:moveTo>
                    <a:lnTo>
                      <a:pt x="560" y="44"/>
                    </a:lnTo>
                    <a:cubicBezTo>
                      <a:pt x="118" y="0"/>
                      <a:pt x="118" y="0"/>
                      <a:pt x="118" y="0"/>
                    </a:cubicBezTo>
                    <a:cubicBezTo>
                      <a:pt x="103" y="0"/>
                      <a:pt x="89" y="30"/>
                      <a:pt x="89" y="44"/>
                    </a:cubicBezTo>
                    <a:cubicBezTo>
                      <a:pt x="89" y="265"/>
                      <a:pt x="89" y="265"/>
                      <a:pt x="89" y="265"/>
                    </a:cubicBezTo>
                    <a:cubicBezTo>
                      <a:pt x="89" y="280"/>
                      <a:pt x="103" y="295"/>
                      <a:pt x="118" y="295"/>
                    </a:cubicBezTo>
                    <a:cubicBezTo>
                      <a:pt x="560" y="265"/>
                      <a:pt x="560" y="265"/>
                      <a:pt x="560" y="265"/>
                    </a:cubicBezTo>
                    <a:cubicBezTo>
                      <a:pt x="574" y="265"/>
                      <a:pt x="589" y="236"/>
                      <a:pt x="589" y="221"/>
                    </a:cubicBezTo>
                    <a:cubicBezTo>
                      <a:pt x="589" y="89"/>
                      <a:pt x="589" y="89"/>
                      <a:pt x="589" y="89"/>
                    </a:cubicBezTo>
                    <a:cubicBezTo>
                      <a:pt x="589" y="59"/>
                      <a:pt x="574" y="44"/>
                      <a:pt x="560" y="44"/>
                    </a:cubicBezTo>
                    <a:close/>
                    <a:moveTo>
                      <a:pt x="280" y="251"/>
                    </a:moveTo>
                    <a:lnTo>
                      <a:pt x="280" y="251"/>
                    </a:lnTo>
                    <a:cubicBezTo>
                      <a:pt x="148" y="265"/>
                      <a:pt x="148" y="265"/>
                      <a:pt x="148" y="265"/>
                    </a:cubicBezTo>
                    <a:cubicBezTo>
                      <a:pt x="118" y="265"/>
                      <a:pt x="118" y="251"/>
                      <a:pt x="118" y="236"/>
                    </a:cubicBezTo>
                    <a:cubicBezTo>
                      <a:pt x="118" y="59"/>
                      <a:pt x="118" y="59"/>
                      <a:pt x="118" y="59"/>
                    </a:cubicBezTo>
                    <a:cubicBezTo>
                      <a:pt x="118" y="44"/>
                      <a:pt x="118" y="44"/>
                      <a:pt x="148" y="44"/>
                    </a:cubicBezTo>
                    <a:cubicBezTo>
                      <a:pt x="280" y="59"/>
                      <a:pt x="280" y="59"/>
                      <a:pt x="280" y="59"/>
                    </a:cubicBezTo>
                    <a:lnTo>
                      <a:pt x="280" y="251"/>
                    </a:lnTo>
                    <a:close/>
                    <a:moveTo>
                      <a:pt x="442" y="236"/>
                    </a:moveTo>
                    <a:lnTo>
                      <a:pt x="442" y="236"/>
                    </a:lnTo>
                    <a:cubicBezTo>
                      <a:pt x="324" y="236"/>
                      <a:pt x="324" y="236"/>
                      <a:pt x="324" y="236"/>
                    </a:cubicBezTo>
                    <a:cubicBezTo>
                      <a:pt x="324" y="59"/>
                      <a:pt x="324" y="59"/>
                      <a:pt x="324" y="59"/>
                    </a:cubicBezTo>
                    <a:cubicBezTo>
                      <a:pt x="442" y="74"/>
                      <a:pt x="442" y="74"/>
                      <a:pt x="442" y="74"/>
                    </a:cubicBezTo>
                    <a:lnTo>
                      <a:pt x="442" y="236"/>
                    </a:lnTo>
                    <a:close/>
                    <a:moveTo>
                      <a:pt x="560" y="206"/>
                    </a:moveTo>
                    <a:lnTo>
                      <a:pt x="560" y="206"/>
                    </a:lnTo>
                    <a:cubicBezTo>
                      <a:pt x="560" y="221"/>
                      <a:pt x="560" y="221"/>
                      <a:pt x="530" y="221"/>
                    </a:cubicBezTo>
                    <a:cubicBezTo>
                      <a:pt x="471" y="221"/>
                      <a:pt x="471" y="221"/>
                      <a:pt x="471" y="221"/>
                    </a:cubicBezTo>
                    <a:cubicBezTo>
                      <a:pt x="471" y="74"/>
                      <a:pt x="471" y="74"/>
                      <a:pt x="471" y="74"/>
                    </a:cubicBezTo>
                    <a:cubicBezTo>
                      <a:pt x="530" y="89"/>
                      <a:pt x="530" y="89"/>
                      <a:pt x="530" y="89"/>
                    </a:cubicBezTo>
                    <a:cubicBezTo>
                      <a:pt x="560" y="89"/>
                      <a:pt x="560" y="89"/>
                      <a:pt x="560" y="103"/>
                    </a:cubicBezTo>
                    <a:lnTo>
                      <a:pt x="560" y="2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"/>
              <p:cNvSpPr/>
              <p:nvPr/>
            </p:nvSpPr>
            <p:spPr>
              <a:xfrm>
                <a:off x="2926080" y="4914950"/>
                <a:ext cx="200849" cy="228550"/>
              </a:xfrm>
              <a:custGeom>
                <a:rect b="b" l="l" r="r" t="t"/>
                <a:pathLst>
                  <a:path extrusionOk="0" h="635" w="561">
                    <a:moveTo>
                      <a:pt x="471" y="0"/>
                    </a:moveTo>
                    <a:lnTo>
                      <a:pt x="471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30"/>
                      <a:pt x="0" y="74"/>
                    </a:cubicBezTo>
                    <a:cubicBezTo>
                      <a:pt x="0" y="634"/>
                      <a:pt x="0" y="634"/>
                      <a:pt x="0" y="634"/>
                    </a:cubicBezTo>
                    <a:cubicBezTo>
                      <a:pt x="44" y="634"/>
                      <a:pt x="44" y="634"/>
                      <a:pt x="44" y="634"/>
                    </a:cubicBezTo>
                    <a:cubicBezTo>
                      <a:pt x="118" y="575"/>
                      <a:pt x="118" y="575"/>
                      <a:pt x="118" y="575"/>
                    </a:cubicBezTo>
                    <a:cubicBezTo>
                      <a:pt x="207" y="634"/>
                      <a:pt x="207" y="634"/>
                      <a:pt x="207" y="634"/>
                    </a:cubicBezTo>
                    <a:cubicBezTo>
                      <a:pt x="280" y="575"/>
                      <a:pt x="280" y="575"/>
                      <a:pt x="280" y="575"/>
                    </a:cubicBezTo>
                    <a:cubicBezTo>
                      <a:pt x="354" y="634"/>
                      <a:pt x="354" y="634"/>
                      <a:pt x="354" y="634"/>
                    </a:cubicBezTo>
                    <a:cubicBezTo>
                      <a:pt x="442" y="575"/>
                      <a:pt x="442" y="575"/>
                      <a:pt x="442" y="575"/>
                    </a:cubicBezTo>
                    <a:cubicBezTo>
                      <a:pt x="516" y="634"/>
                      <a:pt x="516" y="634"/>
                      <a:pt x="516" y="634"/>
                    </a:cubicBezTo>
                    <a:cubicBezTo>
                      <a:pt x="560" y="634"/>
                      <a:pt x="560" y="634"/>
                      <a:pt x="560" y="634"/>
                    </a:cubicBezTo>
                    <a:cubicBezTo>
                      <a:pt x="560" y="74"/>
                      <a:pt x="560" y="74"/>
                      <a:pt x="560" y="74"/>
                    </a:cubicBezTo>
                    <a:cubicBezTo>
                      <a:pt x="560" y="30"/>
                      <a:pt x="516" y="0"/>
                      <a:pt x="471" y="0"/>
                    </a:cubicBezTo>
                    <a:close/>
                    <a:moveTo>
                      <a:pt x="516" y="589"/>
                    </a:moveTo>
                    <a:lnTo>
                      <a:pt x="516" y="589"/>
                    </a:lnTo>
                    <a:cubicBezTo>
                      <a:pt x="442" y="530"/>
                      <a:pt x="442" y="530"/>
                      <a:pt x="442" y="530"/>
                    </a:cubicBezTo>
                    <a:cubicBezTo>
                      <a:pt x="354" y="589"/>
                      <a:pt x="354" y="589"/>
                      <a:pt x="354" y="589"/>
                    </a:cubicBezTo>
                    <a:cubicBezTo>
                      <a:pt x="280" y="530"/>
                      <a:pt x="280" y="530"/>
                      <a:pt x="280" y="530"/>
                    </a:cubicBezTo>
                    <a:cubicBezTo>
                      <a:pt x="207" y="589"/>
                      <a:pt x="207" y="589"/>
                      <a:pt x="207" y="589"/>
                    </a:cubicBezTo>
                    <a:cubicBezTo>
                      <a:pt x="118" y="530"/>
                      <a:pt x="118" y="530"/>
                      <a:pt x="118" y="530"/>
                    </a:cubicBezTo>
                    <a:cubicBezTo>
                      <a:pt x="44" y="589"/>
                      <a:pt x="44" y="589"/>
                      <a:pt x="44" y="589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9" y="45"/>
                      <a:pt x="89" y="45"/>
                    </a:cubicBezTo>
                    <a:cubicBezTo>
                      <a:pt x="471" y="45"/>
                      <a:pt x="471" y="45"/>
                      <a:pt x="471" y="45"/>
                    </a:cubicBezTo>
                    <a:cubicBezTo>
                      <a:pt x="501" y="45"/>
                      <a:pt x="516" y="59"/>
                      <a:pt x="516" y="74"/>
                    </a:cubicBezTo>
                    <a:lnTo>
                      <a:pt x="516" y="589"/>
                    </a:lnTo>
                    <a:close/>
                    <a:moveTo>
                      <a:pt x="412" y="354"/>
                    </a:moveTo>
                    <a:lnTo>
                      <a:pt x="412" y="354"/>
                    </a:lnTo>
                    <a:cubicBezTo>
                      <a:pt x="148" y="354"/>
                      <a:pt x="148" y="354"/>
                      <a:pt x="148" y="354"/>
                    </a:cubicBezTo>
                    <a:cubicBezTo>
                      <a:pt x="133" y="354"/>
                      <a:pt x="118" y="368"/>
                      <a:pt x="118" y="368"/>
                    </a:cubicBezTo>
                    <a:cubicBezTo>
                      <a:pt x="118" y="383"/>
                      <a:pt x="133" y="398"/>
                      <a:pt x="148" y="398"/>
                    </a:cubicBezTo>
                    <a:cubicBezTo>
                      <a:pt x="412" y="398"/>
                      <a:pt x="412" y="398"/>
                      <a:pt x="412" y="398"/>
                    </a:cubicBezTo>
                    <a:cubicBezTo>
                      <a:pt x="427" y="398"/>
                      <a:pt x="442" y="383"/>
                      <a:pt x="442" y="368"/>
                    </a:cubicBezTo>
                    <a:cubicBezTo>
                      <a:pt x="442" y="368"/>
                      <a:pt x="427" y="354"/>
                      <a:pt x="412" y="354"/>
                    </a:cubicBezTo>
                    <a:close/>
                    <a:moveTo>
                      <a:pt x="412" y="236"/>
                    </a:moveTo>
                    <a:lnTo>
                      <a:pt x="412" y="236"/>
                    </a:lnTo>
                    <a:cubicBezTo>
                      <a:pt x="148" y="236"/>
                      <a:pt x="148" y="236"/>
                      <a:pt x="148" y="236"/>
                    </a:cubicBezTo>
                    <a:cubicBezTo>
                      <a:pt x="133" y="236"/>
                      <a:pt x="118" y="251"/>
                      <a:pt x="118" y="251"/>
                    </a:cubicBezTo>
                    <a:cubicBezTo>
                      <a:pt x="118" y="266"/>
                      <a:pt x="133" y="280"/>
                      <a:pt x="148" y="280"/>
                    </a:cubicBezTo>
                    <a:cubicBezTo>
                      <a:pt x="412" y="280"/>
                      <a:pt x="412" y="280"/>
                      <a:pt x="412" y="280"/>
                    </a:cubicBezTo>
                    <a:cubicBezTo>
                      <a:pt x="427" y="280"/>
                      <a:pt x="442" y="266"/>
                      <a:pt x="442" y="251"/>
                    </a:cubicBezTo>
                    <a:cubicBezTo>
                      <a:pt x="442" y="251"/>
                      <a:pt x="427" y="236"/>
                      <a:pt x="412" y="236"/>
                    </a:cubicBezTo>
                    <a:close/>
                    <a:moveTo>
                      <a:pt x="412" y="118"/>
                    </a:moveTo>
                    <a:lnTo>
                      <a:pt x="412" y="118"/>
                    </a:lnTo>
                    <a:cubicBezTo>
                      <a:pt x="148" y="118"/>
                      <a:pt x="148" y="118"/>
                      <a:pt x="148" y="118"/>
                    </a:cubicBezTo>
                    <a:cubicBezTo>
                      <a:pt x="133" y="118"/>
                      <a:pt x="118" y="133"/>
                      <a:pt x="118" y="133"/>
                    </a:cubicBezTo>
                    <a:cubicBezTo>
                      <a:pt x="118" y="148"/>
                      <a:pt x="133" y="163"/>
                      <a:pt x="148" y="163"/>
                    </a:cubicBezTo>
                    <a:cubicBezTo>
                      <a:pt x="412" y="163"/>
                      <a:pt x="412" y="163"/>
                      <a:pt x="412" y="163"/>
                    </a:cubicBezTo>
                    <a:cubicBezTo>
                      <a:pt x="427" y="163"/>
                      <a:pt x="442" y="148"/>
                      <a:pt x="442" y="133"/>
                    </a:cubicBezTo>
                    <a:cubicBezTo>
                      <a:pt x="442" y="133"/>
                      <a:pt x="427" y="118"/>
                      <a:pt x="412" y="1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2"/>
              <p:cNvSpPr/>
              <p:nvPr/>
            </p:nvSpPr>
            <p:spPr>
              <a:xfrm>
                <a:off x="2542881" y="4914950"/>
                <a:ext cx="228597" cy="228550"/>
              </a:xfrm>
              <a:custGeom>
                <a:rect b="b" l="l" r="r" t="t"/>
                <a:pathLst>
                  <a:path extrusionOk="0" h="635" w="634">
                    <a:moveTo>
                      <a:pt x="383" y="133"/>
                    </a:moveTo>
                    <a:lnTo>
                      <a:pt x="383" y="133"/>
                    </a:lnTo>
                    <a:cubicBezTo>
                      <a:pt x="354" y="163"/>
                      <a:pt x="354" y="207"/>
                      <a:pt x="383" y="251"/>
                    </a:cubicBezTo>
                    <a:cubicBezTo>
                      <a:pt x="428" y="280"/>
                      <a:pt x="471" y="280"/>
                      <a:pt x="501" y="251"/>
                    </a:cubicBezTo>
                    <a:cubicBezTo>
                      <a:pt x="530" y="207"/>
                      <a:pt x="530" y="163"/>
                      <a:pt x="501" y="133"/>
                    </a:cubicBezTo>
                    <a:cubicBezTo>
                      <a:pt x="471" y="104"/>
                      <a:pt x="428" y="104"/>
                      <a:pt x="383" y="133"/>
                    </a:cubicBezTo>
                    <a:close/>
                    <a:moveTo>
                      <a:pt x="471" y="221"/>
                    </a:moveTo>
                    <a:lnTo>
                      <a:pt x="471" y="221"/>
                    </a:lnTo>
                    <a:cubicBezTo>
                      <a:pt x="457" y="236"/>
                      <a:pt x="428" y="236"/>
                      <a:pt x="412" y="221"/>
                    </a:cubicBezTo>
                    <a:cubicBezTo>
                      <a:pt x="398" y="207"/>
                      <a:pt x="398" y="177"/>
                      <a:pt x="412" y="163"/>
                    </a:cubicBezTo>
                    <a:cubicBezTo>
                      <a:pt x="428" y="148"/>
                      <a:pt x="457" y="148"/>
                      <a:pt x="471" y="163"/>
                    </a:cubicBezTo>
                    <a:cubicBezTo>
                      <a:pt x="486" y="177"/>
                      <a:pt x="486" y="207"/>
                      <a:pt x="471" y="221"/>
                    </a:cubicBezTo>
                    <a:close/>
                    <a:moveTo>
                      <a:pt x="589" y="0"/>
                    </a:moveTo>
                    <a:lnTo>
                      <a:pt x="589" y="0"/>
                    </a:lnTo>
                    <a:cubicBezTo>
                      <a:pt x="339" y="0"/>
                      <a:pt x="339" y="0"/>
                      <a:pt x="339" y="0"/>
                    </a:cubicBezTo>
                    <a:cubicBezTo>
                      <a:pt x="310" y="0"/>
                      <a:pt x="310" y="15"/>
                      <a:pt x="295" y="30"/>
                    </a:cubicBezTo>
                    <a:cubicBezTo>
                      <a:pt x="30" y="295"/>
                      <a:pt x="30" y="295"/>
                      <a:pt x="30" y="295"/>
                    </a:cubicBezTo>
                    <a:cubicBezTo>
                      <a:pt x="0" y="325"/>
                      <a:pt x="0" y="368"/>
                      <a:pt x="30" y="398"/>
                    </a:cubicBezTo>
                    <a:cubicBezTo>
                      <a:pt x="236" y="604"/>
                      <a:pt x="236" y="604"/>
                      <a:pt x="236" y="604"/>
                    </a:cubicBezTo>
                    <a:cubicBezTo>
                      <a:pt x="265" y="634"/>
                      <a:pt x="310" y="634"/>
                      <a:pt x="339" y="604"/>
                    </a:cubicBezTo>
                    <a:cubicBezTo>
                      <a:pt x="604" y="339"/>
                      <a:pt x="604" y="339"/>
                      <a:pt x="604" y="339"/>
                    </a:cubicBezTo>
                    <a:cubicBezTo>
                      <a:pt x="619" y="325"/>
                      <a:pt x="633" y="325"/>
                      <a:pt x="633" y="295"/>
                    </a:cubicBezTo>
                    <a:cubicBezTo>
                      <a:pt x="633" y="45"/>
                      <a:pt x="633" y="45"/>
                      <a:pt x="633" y="45"/>
                    </a:cubicBezTo>
                    <a:cubicBezTo>
                      <a:pt x="633" y="15"/>
                      <a:pt x="619" y="0"/>
                      <a:pt x="589" y="0"/>
                    </a:cubicBezTo>
                    <a:close/>
                    <a:moveTo>
                      <a:pt x="324" y="575"/>
                    </a:moveTo>
                    <a:lnTo>
                      <a:pt x="324" y="575"/>
                    </a:lnTo>
                    <a:cubicBezTo>
                      <a:pt x="295" y="589"/>
                      <a:pt x="280" y="589"/>
                      <a:pt x="265" y="575"/>
                    </a:cubicBezTo>
                    <a:cubicBezTo>
                      <a:pt x="59" y="368"/>
                      <a:pt x="59" y="368"/>
                      <a:pt x="59" y="368"/>
                    </a:cubicBezTo>
                    <a:cubicBezTo>
                      <a:pt x="45" y="354"/>
                      <a:pt x="45" y="339"/>
                      <a:pt x="59" y="325"/>
                    </a:cubicBezTo>
                    <a:cubicBezTo>
                      <a:pt x="89" y="295"/>
                      <a:pt x="89" y="295"/>
                      <a:pt x="89" y="295"/>
                    </a:cubicBezTo>
                    <a:cubicBezTo>
                      <a:pt x="339" y="545"/>
                      <a:pt x="339" y="545"/>
                      <a:pt x="339" y="545"/>
                    </a:cubicBezTo>
                    <a:lnTo>
                      <a:pt x="324" y="575"/>
                    </a:lnTo>
                    <a:close/>
                    <a:moveTo>
                      <a:pt x="589" y="280"/>
                    </a:moveTo>
                    <a:lnTo>
                      <a:pt x="589" y="280"/>
                    </a:lnTo>
                    <a:cubicBezTo>
                      <a:pt x="589" y="295"/>
                      <a:pt x="589" y="310"/>
                      <a:pt x="575" y="325"/>
                    </a:cubicBezTo>
                    <a:cubicBezTo>
                      <a:pt x="369" y="516"/>
                      <a:pt x="369" y="516"/>
                      <a:pt x="369" y="516"/>
                    </a:cubicBezTo>
                    <a:cubicBezTo>
                      <a:pt x="118" y="266"/>
                      <a:pt x="118" y="266"/>
                      <a:pt x="118" y="266"/>
                    </a:cubicBezTo>
                    <a:cubicBezTo>
                      <a:pt x="324" y="59"/>
                      <a:pt x="324" y="59"/>
                      <a:pt x="324" y="59"/>
                    </a:cubicBezTo>
                    <a:cubicBezTo>
                      <a:pt x="324" y="45"/>
                      <a:pt x="339" y="45"/>
                      <a:pt x="354" y="45"/>
                    </a:cubicBezTo>
                    <a:cubicBezTo>
                      <a:pt x="575" y="45"/>
                      <a:pt x="575" y="45"/>
                      <a:pt x="575" y="45"/>
                    </a:cubicBezTo>
                    <a:cubicBezTo>
                      <a:pt x="589" y="45"/>
                      <a:pt x="589" y="45"/>
                      <a:pt x="589" y="59"/>
                    </a:cubicBezTo>
                    <a:lnTo>
                      <a:pt x="589" y="2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2"/>
              <p:cNvSpPr/>
              <p:nvPr/>
            </p:nvSpPr>
            <p:spPr>
              <a:xfrm>
                <a:off x="2216502" y="4914950"/>
                <a:ext cx="153279" cy="228550"/>
              </a:xfrm>
              <a:custGeom>
                <a:rect b="b" l="l" r="r" t="t"/>
                <a:pathLst>
                  <a:path extrusionOk="0" h="635" w="428">
                    <a:moveTo>
                      <a:pt x="412" y="192"/>
                    </a:moveTo>
                    <a:lnTo>
                      <a:pt x="412" y="192"/>
                    </a:lnTo>
                    <a:cubicBezTo>
                      <a:pt x="235" y="15"/>
                      <a:pt x="235" y="15"/>
                      <a:pt x="235" y="15"/>
                    </a:cubicBezTo>
                    <a:cubicBezTo>
                      <a:pt x="221" y="0"/>
                      <a:pt x="191" y="0"/>
                      <a:pt x="176" y="15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7"/>
                      <a:pt x="0" y="207"/>
                      <a:pt x="0" y="221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34"/>
                      <a:pt x="73" y="634"/>
                    </a:cubicBezTo>
                    <a:cubicBezTo>
                      <a:pt x="353" y="634"/>
                      <a:pt x="353" y="634"/>
                      <a:pt x="353" y="634"/>
                    </a:cubicBezTo>
                    <a:cubicBezTo>
                      <a:pt x="382" y="634"/>
                      <a:pt x="427" y="589"/>
                      <a:pt x="427" y="545"/>
                    </a:cubicBezTo>
                    <a:cubicBezTo>
                      <a:pt x="427" y="251"/>
                      <a:pt x="427" y="251"/>
                      <a:pt x="427" y="251"/>
                    </a:cubicBezTo>
                    <a:cubicBezTo>
                      <a:pt x="427" y="221"/>
                      <a:pt x="427" y="207"/>
                      <a:pt x="412" y="192"/>
                    </a:cubicBezTo>
                    <a:close/>
                    <a:moveTo>
                      <a:pt x="382" y="545"/>
                    </a:moveTo>
                    <a:lnTo>
                      <a:pt x="382" y="545"/>
                    </a:lnTo>
                    <a:cubicBezTo>
                      <a:pt x="382" y="575"/>
                      <a:pt x="368" y="589"/>
                      <a:pt x="353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5"/>
                      <a:pt x="29" y="545"/>
                    </a:cubicBezTo>
                    <a:cubicBezTo>
                      <a:pt x="29" y="236"/>
                      <a:pt x="29" y="236"/>
                      <a:pt x="29" y="236"/>
                    </a:cubicBezTo>
                    <a:cubicBezTo>
                      <a:pt x="29" y="221"/>
                      <a:pt x="29" y="221"/>
                      <a:pt x="44" y="207"/>
                    </a:cubicBezTo>
                    <a:cubicBezTo>
                      <a:pt x="191" y="45"/>
                      <a:pt x="191" y="45"/>
                      <a:pt x="191" y="45"/>
                    </a:cubicBezTo>
                    <a:cubicBezTo>
                      <a:pt x="206" y="45"/>
                      <a:pt x="221" y="45"/>
                      <a:pt x="221" y="45"/>
                    </a:cubicBezTo>
                    <a:cubicBezTo>
                      <a:pt x="368" y="207"/>
                      <a:pt x="368" y="207"/>
                      <a:pt x="368" y="207"/>
                    </a:cubicBezTo>
                    <a:cubicBezTo>
                      <a:pt x="382" y="221"/>
                      <a:pt x="382" y="221"/>
                      <a:pt x="382" y="236"/>
                    </a:cubicBezTo>
                    <a:lnTo>
                      <a:pt x="382" y="545"/>
                    </a:lnTo>
                    <a:close/>
                    <a:moveTo>
                      <a:pt x="206" y="163"/>
                    </a:moveTo>
                    <a:lnTo>
                      <a:pt x="206" y="163"/>
                    </a:lnTo>
                    <a:cubicBezTo>
                      <a:pt x="162" y="163"/>
                      <a:pt x="132" y="207"/>
                      <a:pt x="132" y="251"/>
                    </a:cubicBezTo>
                    <a:cubicBezTo>
                      <a:pt x="132" y="295"/>
                      <a:pt x="162" y="325"/>
                      <a:pt x="206" y="325"/>
                    </a:cubicBezTo>
                    <a:cubicBezTo>
                      <a:pt x="250" y="325"/>
                      <a:pt x="294" y="295"/>
                      <a:pt x="294" y="251"/>
                    </a:cubicBezTo>
                    <a:cubicBezTo>
                      <a:pt x="294" y="207"/>
                      <a:pt x="250" y="163"/>
                      <a:pt x="206" y="163"/>
                    </a:cubicBezTo>
                    <a:close/>
                    <a:moveTo>
                      <a:pt x="206" y="280"/>
                    </a:moveTo>
                    <a:lnTo>
                      <a:pt x="206" y="280"/>
                    </a:lnTo>
                    <a:cubicBezTo>
                      <a:pt x="191" y="280"/>
                      <a:pt x="176" y="266"/>
                      <a:pt x="176" y="251"/>
                    </a:cubicBezTo>
                    <a:cubicBezTo>
                      <a:pt x="176" y="221"/>
                      <a:pt x="191" y="207"/>
                      <a:pt x="206" y="207"/>
                    </a:cubicBezTo>
                    <a:cubicBezTo>
                      <a:pt x="235" y="207"/>
                      <a:pt x="250" y="221"/>
                      <a:pt x="250" y="251"/>
                    </a:cubicBezTo>
                    <a:cubicBezTo>
                      <a:pt x="250" y="266"/>
                      <a:pt x="235" y="280"/>
                      <a:pt x="206" y="2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"/>
              <p:cNvSpPr/>
              <p:nvPr/>
            </p:nvSpPr>
            <p:spPr>
              <a:xfrm>
                <a:off x="1817447" y="4914950"/>
                <a:ext cx="212742" cy="228550"/>
              </a:xfrm>
              <a:custGeom>
                <a:rect b="b" l="l" r="r" t="t"/>
                <a:pathLst>
                  <a:path extrusionOk="0" h="635" w="589">
                    <a:moveTo>
                      <a:pt x="544" y="163"/>
                    </a:moveTo>
                    <a:lnTo>
                      <a:pt x="544" y="163"/>
                    </a:lnTo>
                    <a:cubicBezTo>
                      <a:pt x="544" y="15"/>
                      <a:pt x="544" y="15"/>
                      <a:pt x="544" y="15"/>
                    </a:cubicBezTo>
                    <a:cubicBezTo>
                      <a:pt x="544" y="15"/>
                      <a:pt x="544" y="0"/>
                      <a:pt x="530" y="0"/>
                    </a:cubicBezTo>
                    <a:lnTo>
                      <a:pt x="515" y="0"/>
                    </a:ln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589"/>
                      <a:pt x="0" y="589"/>
                      <a:pt x="0" y="589"/>
                    </a:cubicBezTo>
                    <a:cubicBezTo>
                      <a:pt x="0" y="604"/>
                      <a:pt x="14" y="634"/>
                      <a:pt x="44" y="634"/>
                    </a:cubicBezTo>
                    <a:cubicBezTo>
                      <a:pt x="544" y="634"/>
                      <a:pt x="544" y="634"/>
                      <a:pt x="544" y="634"/>
                    </a:cubicBezTo>
                    <a:cubicBezTo>
                      <a:pt x="574" y="634"/>
                      <a:pt x="588" y="604"/>
                      <a:pt x="588" y="589"/>
                    </a:cubicBezTo>
                    <a:cubicBezTo>
                      <a:pt x="588" y="192"/>
                      <a:pt x="588" y="192"/>
                      <a:pt x="588" y="192"/>
                    </a:cubicBezTo>
                    <a:cubicBezTo>
                      <a:pt x="588" y="177"/>
                      <a:pt x="574" y="163"/>
                      <a:pt x="544" y="163"/>
                    </a:cubicBezTo>
                    <a:close/>
                    <a:moveTo>
                      <a:pt x="515" y="45"/>
                    </a:moveTo>
                    <a:lnTo>
                      <a:pt x="515" y="45"/>
                    </a:lnTo>
                    <a:cubicBezTo>
                      <a:pt x="515" y="163"/>
                      <a:pt x="515" y="163"/>
                      <a:pt x="515" y="163"/>
                    </a:cubicBezTo>
                    <a:cubicBezTo>
                      <a:pt x="132" y="163"/>
                      <a:pt x="132" y="163"/>
                      <a:pt x="132" y="163"/>
                    </a:cubicBezTo>
                    <a:lnTo>
                      <a:pt x="515" y="45"/>
                    </a:lnTo>
                    <a:close/>
                    <a:moveTo>
                      <a:pt x="544" y="413"/>
                    </a:moveTo>
                    <a:lnTo>
                      <a:pt x="544" y="413"/>
                    </a:lnTo>
                    <a:cubicBezTo>
                      <a:pt x="544" y="427"/>
                      <a:pt x="544" y="413"/>
                      <a:pt x="544" y="427"/>
                    </a:cubicBezTo>
                    <a:cubicBezTo>
                      <a:pt x="471" y="427"/>
                      <a:pt x="471" y="427"/>
                      <a:pt x="471" y="427"/>
                    </a:cubicBezTo>
                    <a:cubicBezTo>
                      <a:pt x="471" y="413"/>
                      <a:pt x="471" y="427"/>
                      <a:pt x="471" y="413"/>
                    </a:cubicBezTo>
                    <a:cubicBezTo>
                      <a:pt x="471" y="398"/>
                      <a:pt x="471" y="398"/>
                      <a:pt x="471" y="398"/>
                    </a:cubicBezTo>
                    <a:cubicBezTo>
                      <a:pt x="544" y="398"/>
                      <a:pt x="544" y="398"/>
                      <a:pt x="544" y="398"/>
                    </a:cubicBezTo>
                    <a:cubicBezTo>
                      <a:pt x="544" y="413"/>
                      <a:pt x="544" y="398"/>
                      <a:pt x="544" y="413"/>
                    </a:cubicBezTo>
                    <a:close/>
                    <a:moveTo>
                      <a:pt x="544" y="354"/>
                    </a:moveTo>
                    <a:lnTo>
                      <a:pt x="544" y="354"/>
                    </a:lnTo>
                    <a:cubicBezTo>
                      <a:pt x="456" y="354"/>
                      <a:pt x="456" y="354"/>
                      <a:pt x="456" y="354"/>
                    </a:cubicBezTo>
                    <a:cubicBezTo>
                      <a:pt x="441" y="354"/>
                      <a:pt x="426" y="368"/>
                      <a:pt x="426" y="368"/>
                    </a:cubicBezTo>
                    <a:cubicBezTo>
                      <a:pt x="426" y="457"/>
                      <a:pt x="426" y="457"/>
                      <a:pt x="426" y="457"/>
                    </a:cubicBezTo>
                    <a:cubicBezTo>
                      <a:pt x="426" y="457"/>
                      <a:pt x="441" y="472"/>
                      <a:pt x="456" y="472"/>
                    </a:cubicBezTo>
                    <a:cubicBezTo>
                      <a:pt x="544" y="472"/>
                      <a:pt x="544" y="472"/>
                      <a:pt x="544" y="472"/>
                    </a:cubicBezTo>
                    <a:cubicBezTo>
                      <a:pt x="544" y="575"/>
                      <a:pt x="544" y="575"/>
                      <a:pt x="544" y="575"/>
                    </a:cubicBezTo>
                    <a:cubicBezTo>
                      <a:pt x="544" y="575"/>
                      <a:pt x="544" y="589"/>
                      <a:pt x="530" y="589"/>
                    </a:cubicBezTo>
                    <a:cubicBezTo>
                      <a:pt x="58" y="589"/>
                      <a:pt x="58" y="589"/>
                      <a:pt x="58" y="589"/>
                    </a:cubicBezTo>
                    <a:cubicBezTo>
                      <a:pt x="44" y="589"/>
                      <a:pt x="44" y="575"/>
                      <a:pt x="44" y="575"/>
                    </a:cubicBezTo>
                    <a:cubicBezTo>
                      <a:pt x="44" y="575"/>
                      <a:pt x="44" y="207"/>
                      <a:pt x="44" y="192"/>
                    </a:cubicBezTo>
                    <a:cubicBezTo>
                      <a:pt x="530" y="192"/>
                      <a:pt x="530" y="192"/>
                      <a:pt x="530" y="192"/>
                    </a:cubicBezTo>
                    <a:cubicBezTo>
                      <a:pt x="544" y="192"/>
                      <a:pt x="544" y="207"/>
                      <a:pt x="544" y="221"/>
                    </a:cubicBezTo>
                    <a:lnTo>
                      <a:pt x="544" y="3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"/>
              <p:cNvSpPr/>
              <p:nvPr/>
            </p:nvSpPr>
            <p:spPr>
              <a:xfrm>
                <a:off x="1440856" y="4914950"/>
                <a:ext cx="228597" cy="228550"/>
              </a:xfrm>
              <a:custGeom>
                <a:rect b="b" l="l" r="r" t="t"/>
                <a:pathLst>
                  <a:path extrusionOk="0" h="635" w="634">
                    <a:moveTo>
                      <a:pt x="339" y="163"/>
                    </a:moveTo>
                    <a:lnTo>
                      <a:pt x="339" y="163"/>
                    </a:lnTo>
                    <a:cubicBezTo>
                      <a:pt x="324" y="163"/>
                      <a:pt x="324" y="163"/>
                      <a:pt x="324" y="163"/>
                    </a:cubicBezTo>
                    <a:cubicBezTo>
                      <a:pt x="310" y="163"/>
                      <a:pt x="310" y="163"/>
                      <a:pt x="310" y="163"/>
                    </a:cubicBezTo>
                    <a:cubicBezTo>
                      <a:pt x="207" y="280"/>
                      <a:pt x="207" y="280"/>
                      <a:pt x="207" y="280"/>
                    </a:cubicBezTo>
                    <a:cubicBezTo>
                      <a:pt x="207" y="295"/>
                      <a:pt x="207" y="295"/>
                      <a:pt x="207" y="310"/>
                    </a:cubicBezTo>
                    <a:cubicBezTo>
                      <a:pt x="221" y="310"/>
                      <a:pt x="221" y="310"/>
                      <a:pt x="236" y="310"/>
                    </a:cubicBezTo>
                    <a:cubicBezTo>
                      <a:pt x="295" y="236"/>
                      <a:pt x="295" y="236"/>
                      <a:pt x="295" y="236"/>
                    </a:cubicBezTo>
                    <a:cubicBezTo>
                      <a:pt x="295" y="530"/>
                      <a:pt x="295" y="530"/>
                      <a:pt x="295" y="530"/>
                    </a:cubicBezTo>
                    <a:cubicBezTo>
                      <a:pt x="295" y="545"/>
                      <a:pt x="310" y="545"/>
                      <a:pt x="324" y="545"/>
                    </a:cubicBezTo>
                    <a:cubicBezTo>
                      <a:pt x="324" y="545"/>
                      <a:pt x="339" y="545"/>
                      <a:pt x="339" y="530"/>
                    </a:cubicBezTo>
                    <a:cubicBezTo>
                      <a:pt x="339" y="236"/>
                      <a:pt x="339" y="236"/>
                      <a:pt x="339" y="236"/>
                    </a:cubicBezTo>
                    <a:cubicBezTo>
                      <a:pt x="398" y="310"/>
                      <a:pt x="398" y="310"/>
                      <a:pt x="398" y="310"/>
                    </a:cubicBezTo>
                    <a:cubicBezTo>
                      <a:pt x="412" y="310"/>
                      <a:pt x="427" y="310"/>
                      <a:pt x="427" y="310"/>
                    </a:cubicBezTo>
                    <a:cubicBezTo>
                      <a:pt x="442" y="295"/>
                      <a:pt x="442" y="295"/>
                      <a:pt x="427" y="280"/>
                    </a:cubicBezTo>
                    <a:lnTo>
                      <a:pt x="339" y="163"/>
                    </a:lnTo>
                    <a:close/>
                    <a:moveTo>
                      <a:pt x="560" y="0"/>
                    </a:moveTo>
                    <a:lnTo>
                      <a:pt x="56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30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44" y="634"/>
                      <a:pt x="89" y="634"/>
                    </a:cubicBezTo>
                    <a:cubicBezTo>
                      <a:pt x="560" y="634"/>
                      <a:pt x="560" y="634"/>
                      <a:pt x="560" y="634"/>
                    </a:cubicBezTo>
                    <a:cubicBezTo>
                      <a:pt x="604" y="634"/>
                      <a:pt x="633" y="589"/>
                      <a:pt x="633" y="545"/>
                    </a:cubicBezTo>
                    <a:cubicBezTo>
                      <a:pt x="633" y="74"/>
                      <a:pt x="633" y="74"/>
                      <a:pt x="633" y="74"/>
                    </a:cubicBezTo>
                    <a:cubicBezTo>
                      <a:pt x="633" y="30"/>
                      <a:pt x="604" y="0"/>
                      <a:pt x="560" y="0"/>
                    </a:cubicBezTo>
                    <a:close/>
                    <a:moveTo>
                      <a:pt x="589" y="545"/>
                    </a:moveTo>
                    <a:lnTo>
                      <a:pt x="589" y="545"/>
                    </a:lnTo>
                    <a:cubicBezTo>
                      <a:pt x="589" y="575"/>
                      <a:pt x="574" y="589"/>
                      <a:pt x="56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4" y="575"/>
                      <a:pt x="44" y="545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9" y="45"/>
                      <a:pt x="89" y="45"/>
                    </a:cubicBezTo>
                    <a:cubicBezTo>
                      <a:pt x="560" y="45"/>
                      <a:pt x="560" y="45"/>
                      <a:pt x="560" y="45"/>
                    </a:cubicBezTo>
                    <a:cubicBezTo>
                      <a:pt x="574" y="45"/>
                      <a:pt x="589" y="59"/>
                      <a:pt x="589" y="74"/>
                    </a:cubicBezTo>
                    <a:lnTo>
                      <a:pt x="589" y="545"/>
                    </a:lnTo>
                    <a:close/>
                    <a:moveTo>
                      <a:pt x="501" y="74"/>
                    </a:moveTo>
                    <a:lnTo>
                      <a:pt x="501" y="74"/>
                    </a:lnTo>
                    <a:cubicBezTo>
                      <a:pt x="148" y="74"/>
                      <a:pt x="148" y="74"/>
                      <a:pt x="148" y="74"/>
                    </a:cubicBezTo>
                    <a:cubicBezTo>
                      <a:pt x="133" y="74"/>
                      <a:pt x="118" y="89"/>
                      <a:pt x="118" y="104"/>
                    </a:cubicBezTo>
                    <a:cubicBezTo>
                      <a:pt x="118" y="104"/>
                      <a:pt x="133" y="118"/>
                      <a:pt x="148" y="118"/>
                    </a:cubicBezTo>
                    <a:cubicBezTo>
                      <a:pt x="501" y="118"/>
                      <a:pt x="501" y="118"/>
                      <a:pt x="501" y="118"/>
                    </a:cubicBezTo>
                    <a:lnTo>
                      <a:pt x="516" y="104"/>
                    </a:lnTo>
                    <a:cubicBezTo>
                      <a:pt x="516" y="89"/>
                      <a:pt x="501" y="74"/>
                      <a:pt x="501" y="7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2"/>
              <p:cNvSpPr/>
              <p:nvPr/>
            </p:nvSpPr>
            <p:spPr>
              <a:xfrm>
                <a:off x="1076156" y="4914950"/>
                <a:ext cx="228597" cy="228550"/>
              </a:xfrm>
              <a:custGeom>
                <a:rect b="b" l="l" r="r" t="t"/>
                <a:pathLst>
                  <a:path extrusionOk="0" h="635" w="634">
                    <a:moveTo>
                      <a:pt x="294" y="472"/>
                    </a:moveTo>
                    <a:lnTo>
                      <a:pt x="294" y="472"/>
                    </a:lnTo>
                    <a:cubicBezTo>
                      <a:pt x="309" y="472"/>
                      <a:pt x="309" y="472"/>
                      <a:pt x="309" y="472"/>
                    </a:cubicBezTo>
                    <a:cubicBezTo>
                      <a:pt x="324" y="472"/>
                      <a:pt x="324" y="472"/>
                      <a:pt x="324" y="472"/>
                    </a:cubicBezTo>
                    <a:cubicBezTo>
                      <a:pt x="426" y="354"/>
                      <a:pt x="426" y="354"/>
                      <a:pt x="426" y="354"/>
                    </a:cubicBezTo>
                    <a:cubicBezTo>
                      <a:pt x="426" y="339"/>
                      <a:pt x="426" y="325"/>
                      <a:pt x="426" y="325"/>
                    </a:cubicBezTo>
                    <a:cubicBezTo>
                      <a:pt x="412" y="310"/>
                      <a:pt x="412" y="310"/>
                      <a:pt x="397" y="325"/>
                    </a:cubicBezTo>
                    <a:cubicBezTo>
                      <a:pt x="338" y="398"/>
                      <a:pt x="338" y="398"/>
                      <a:pt x="338" y="398"/>
                    </a:cubicBezTo>
                    <a:cubicBezTo>
                      <a:pt x="338" y="104"/>
                      <a:pt x="338" y="104"/>
                      <a:pt x="338" y="104"/>
                    </a:cubicBezTo>
                    <a:cubicBezTo>
                      <a:pt x="338" y="89"/>
                      <a:pt x="324" y="74"/>
                      <a:pt x="309" y="74"/>
                    </a:cubicBezTo>
                    <a:cubicBezTo>
                      <a:pt x="309" y="74"/>
                      <a:pt x="294" y="89"/>
                      <a:pt x="294" y="104"/>
                    </a:cubicBezTo>
                    <a:cubicBezTo>
                      <a:pt x="294" y="398"/>
                      <a:pt x="294" y="398"/>
                      <a:pt x="294" y="398"/>
                    </a:cubicBezTo>
                    <a:cubicBezTo>
                      <a:pt x="235" y="325"/>
                      <a:pt x="235" y="325"/>
                      <a:pt x="235" y="325"/>
                    </a:cubicBezTo>
                    <a:cubicBezTo>
                      <a:pt x="220" y="310"/>
                      <a:pt x="206" y="310"/>
                      <a:pt x="206" y="325"/>
                    </a:cubicBezTo>
                    <a:cubicBezTo>
                      <a:pt x="191" y="325"/>
                      <a:pt x="191" y="339"/>
                      <a:pt x="206" y="354"/>
                    </a:cubicBezTo>
                    <a:lnTo>
                      <a:pt x="294" y="472"/>
                    </a:lnTo>
                    <a:close/>
                    <a:moveTo>
                      <a:pt x="485" y="516"/>
                    </a:moveTo>
                    <a:lnTo>
                      <a:pt x="485" y="516"/>
                    </a:lnTo>
                    <a:cubicBezTo>
                      <a:pt x="132" y="516"/>
                      <a:pt x="132" y="516"/>
                      <a:pt x="132" y="516"/>
                    </a:cubicBezTo>
                    <a:cubicBezTo>
                      <a:pt x="132" y="516"/>
                      <a:pt x="117" y="516"/>
                      <a:pt x="117" y="530"/>
                    </a:cubicBezTo>
                    <a:cubicBezTo>
                      <a:pt x="117" y="545"/>
                      <a:pt x="132" y="545"/>
                      <a:pt x="132" y="545"/>
                    </a:cubicBezTo>
                    <a:cubicBezTo>
                      <a:pt x="485" y="545"/>
                      <a:pt x="485" y="545"/>
                      <a:pt x="485" y="545"/>
                    </a:cubicBezTo>
                    <a:cubicBezTo>
                      <a:pt x="500" y="545"/>
                      <a:pt x="515" y="545"/>
                      <a:pt x="515" y="530"/>
                    </a:cubicBezTo>
                    <a:cubicBezTo>
                      <a:pt x="515" y="516"/>
                      <a:pt x="500" y="516"/>
                      <a:pt x="485" y="516"/>
                    </a:cubicBez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34"/>
                      <a:pt x="73" y="634"/>
                    </a:cubicBezTo>
                    <a:cubicBezTo>
                      <a:pt x="544" y="634"/>
                      <a:pt x="544" y="634"/>
                      <a:pt x="544" y="634"/>
                    </a:cubicBezTo>
                    <a:cubicBezTo>
                      <a:pt x="588" y="634"/>
                      <a:pt x="633" y="589"/>
                      <a:pt x="633" y="545"/>
                    </a:cubicBezTo>
                    <a:cubicBezTo>
                      <a:pt x="633" y="74"/>
                      <a:pt x="633" y="74"/>
                      <a:pt x="633" y="74"/>
                    </a:cubicBezTo>
                    <a:cubicBezTo>
                      <a:pt x="633" y="30"/>
                      <a:pt x="588" y="0"/>
                      <a:pt x="544" y="0"/>
                    </a:cubicBezTo>
                    <a:close/>
                    <a:moveTo>
                      <a:pt x="588" y="545"/>
                    </a:moveTo>
                    <a:lnTo>
                      <a:pt x="588" y="545"/>
                    </a:lnTo>
                    <a:cubicBezTo>
                      <a:pt x="588" y="575"/>
                      <a:pt x="574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75"/>
                      <a:pt x="44" y="545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8" y="45"/>
                      <a:pt x="73" y="45"/>
                    </a:cubicBezTo>
                    <a:cubicBezTo>
                      <a:pt x="544" y="45"/>
                      <a:pt x="544" y="45"/>
                      <a:pt x="544" y="45"/>
                    </a:cubicBezTo>
                    <a:cubicBezTo>
                      <a:pt x="574" y="45"/>
                      <a:pt x="588" y="59"/>
                      <a:pt x="588" y="74"/>
                    </a:cubicBezTo>
                    <a:lnTo>
                      <a:pt x="588" y="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2"/>
              <p:cNvSpPr/>
              <p:nvPr/>
            </p:nvSpPr>
            <p:spPr>
              <a:xfrm>
                <a:off x="710135" y="4914950"/>
                <a:ext cx="221991" cy="228550"/>
              </a:xfrm>
              <a:custGeom>
                <a:rect b="b" l="l" r="r" t="t"/>
                <a:pathLst>
                  <a:path extrusionOk="0" h="635" w="619">
                    <a:moveTo>
                      <a:pt x="589" y="118"/>
                    </a:moveTo>
                    <a:lnTo>
                      <a:pt x="589" y="118"/>
                    </a:lnTo>
                    <a:cubicBezTo>
                      <a:pt x="441" y="118"/>
                      <a:pt x="441" y="118"/>
                      <a:pt x="441" y="118"/>
                    </a:cubicBezTo>
                    <a:cubicBezTo>
                      <a:pt x="441" y="104"/>
                      <a:pt x="441" y="89"/>
                      <a:pt x="441" y="74"/>
                    </a:cubicBezTo>
                    <a:cubicBezTo>
                      <a:pt x="441" y="30"/>
                      <a:pt x="412" y="0"/>
                      <a:pt x="368" y="0"/>
                    </a:cubicBezTo>
                    <a:cubicBezTo>
                      <a:pt x="339" y="0"/>
                      <a:pt x="324" y="15"/>
                      <a:pt x="309" y="30"/>
                    </a:cubicBezTo>
                    <a:cubicBezTo>
                      <a:pt x="294" y="15"/>
                      <a:pt x="280" y="0"/>
                      <a:pt x="250" y="0"/>
                    </a:cubicBezTo>
                    <a:cubicBezTo>
                      <a:pt x="206" y="0"/>
                      <a:pt x="177" y="30"/>
                      <a:pt x="177" y="74"/>
                    </a:cubicBezTo>
                    <a:cubicBezTo>
                      <a:pt x="177" y="89"/>
                      <a:pt x="177" y="104"/>
                      <a:pt x="177" y="118"/>
                    </a:cubicBezTo>
                    <a:cubicBezTo>
                      <a:pt x="29" y="118"/>
                      <a:pt x="29" y="118"/>
                      <a:pt x="29" y="118"/>
                    </a:cubicBezTo>
                    <a:cubicBezTo>
                      <a:pt x="15" y="118"/>
                      <a:pt x="0" y="133"/>
                      <a:pt x="0" y="163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21"/>
                      <a:pt x="15" y="236"/>
                      <a:pt x="29" y="236"/>
                    </a:cubicBezTo>
                    <a:cubicBezTo>
                      <a:pt x="29" y="545"/>
                      <a:pt x="29" y="545"/>
                      <a:pt x="29" y="545"/>
                    </a:cubicBezTo>
                    <a:cubicBezTo>
                      <a:pt x="29" y="589"/>
                      <a:pt x="73" y="634"/>
                      <a:pt x="118" y="634"/>
                    </a:cubicBezTo>
                    <a:cubicBezTo>
                      <a:pt x="500" y="634"/>
                      <a:pt x="500" y="634"/>
                      <a:pt x="500" y="634"/>
                    </a:cubicBezTo>
                    <a:cubicBezTo>
                      <a:pt x="544" y="634"/>
                      <a:pt x="589" y="589"/>
                      <a:pt x="589" y="545"/>
                    </a:cubicBezTo>
                    <a:cubicBezTo>
                      <a:pt x="589" y="236"/>
                      <a:pt x="589" y="236"/>
                      <a:pt x="589" y="236"/>
                    </a:cubicBezTo>
                    <a:cubicBezTo>
                      <a:pt x="603" y="236"/>
                      <a:pt x="618" y="221"/>
                      <a:pt x="618" y="192"/>
                    </a:cubicBezTo>
                    <a:cubicBezTo>
                      <a:pt x="618" y="163"/>
                      <a:pt x="618" y="163"/>
                      <a:pt x="618" y="163"/>
                    </a:cubicBezTo>
                    <a:cubicBezTo>
                      <a:pt x="618" y="133"/>
                      <a:pt x="603" y="118"/>
                      <a:pt x="589" y="118"/>
                    </a:cubicBezTo>
                    <a:close/>
                    <a:moveTo>
                      <a:pt x="368" y="45"/>
                    </a:moveTo>
                    <a:lnTo>
                      <a:pt x="368" y="45"/>
                    </a:lnTo>
                    <a:cubicBezTo>
                      <a:pt x="382" y="45"/>
                      <a:pt x="412" y="59"/>
                      <a:pt x="412" y="74"/>
                    </a:cubicBezTo>
                    <a:cubicBezTo>
                      <a:pt x="412" y="104"/>
                      <a:pt x="382" y="118"/>
                      <a:pt x="368" y="118"/>
                    </a:cubicBezTo>
                    <a:cubicBezTo>
                      <a:pt x="353" y="118"/>
                      <a:pt x="324" y="104"/>
                      <a:pt x="324" y="74"/>
                    </a:cubicBezTo>
                    <a:cubicBezTo>
                      <a:pt x="324" y="59"/>
                      <a:pt x="353" y="45"/>
                      <a:pt x="368" y="45"/>
                    </a:cubicBezTo>
                    <a:close/>
                    <a:moveTo>
                      <a:pt x="250" y="45"/>
                    </a:moveTo>
                    <a:lnTo>
                      <a:pt x="250" y="45"/>
                    </a:lnTo>
                    <a:cubicBezTo>
                      <a:pt x="265" y="45"/>
                      <a:pt x="294" y="59"/>
                      <a:pt x="294" y="74"/>
                    </a:cubicBezTo>
                    <a:cubicBezTo>
                      <a:pt x="294" y="104"/>
                      <a:pt x="265" y="118"/>
                      <a:pt x="250" y="118"/>
                    </a:cubicBezTo>
                    <a:cubicBezTo>
                      <a:pt x="235" y="118"/>
                      <a:pt x="206" y="104"/>
                      <a:pt x="206" y="74"/>
                    </a:cubicBezTo>
                    <a:cubicBezTo>
                      <a:pt x="206" y="59"/>
                      <a:pt x="235" y="45"/>
                      <a:pt x="250" y="45"/>
                    </a:cubicBezTo>
                    <a:close/>
                    <a:moveTo>
                      <a:pt x="294" y="589"/>
                    </a:moveTo>
                    <a:lnTo>
                      <a:pt x="294" y="589"/>
                    </a:lnTo>
                    <a:cubicBezTo>
                      <a:pt x="118" y="589"/>
                      <a:pt x="118" y="589"/>
                      <a:pt x="118" y="589"/>
                    </a:cubicBezTo>
                    <a:cubicBezTo>
                      <a:pt x="88" y="589"/>
                      <a:pt x="73" y="575"/>
                      <a:pt x="73" y="545"/>
                    </a:cubicBezTo>
                    <a:cubicBezTo>
                      <a:pt x="73" y="427"/>
                      <a:pt x="73" y="427"/>
                      <a:pt x="73" y="427"/>
                    </a:cubicBezTo>
                    <a:cubicBezTo>
                      <a:pt x="294" y="427"/>
                      <a:pt x="294" y="427"/>
                      <a:pt x="294" y="427"/>
                    </a:cubicBezTo>
                    <a:lnTo>
                      <a:pt x="294" y="589"/>
                    </a:lnTo>
                    <a:close/>
                    <a:moveTo>
                      <a:pt x="294" y="398"/>
                    </a:moveTo>
                    <a:lnTo>
                      <a:pt x="294" y="398"/>
                    </a:lnTo>
                    <a:cubicBezTo>
                      <a:pt x="73" y="398"/>
                      <a:pt x="73" y="398"/>
                      <a:pt x="73" y="398"/>
                    </a:cubicBezTo>
                    <a:cubicBezTo>
                      <a:pt x="73" y="236"/>
                      <a:pt x="73" y="236"/>
                      <a:pt x="73" y="236"/>
                    </a:cubicBezTo>
                    <a:cubicBezTo>
                      <a:pt x="294" y="236"/>
                      <a:pt x="294" y="236"/>
                      <a:pt x="294" y="236"/>
                    </a:cubicBezTo>
                    <a:lnTo>
                      <a:pt x="294" y="398"/>
                    </a:lnTo>
                    <a:close/>
                    <a:moveTo>
                      <a:pt x="544" y="545"/>
                    </a:moveTo>
                    <a:lnTo>
                      <a:pt x="544" y="545"/>
                    </a:lnTo>
                    <a:cubicBezTo>
                      <a:pt x="544" y="575"/>
                      <a:pt x="530" y="589"/>
                      <a:pt x="500" y="589"/>
                    </a:cubicBezTo>
                    <a:cubicBezTo>
                      <a:pt x="324" y="589"/>
                      <a:pt x="324" y="589"/>
                      <a:pt x="324" y="589"/>
                    </a:cubicBezTo>
                    <a:cubicBezTo>
                      <a:pt x="324" y="427"/>
                      <a:pt x="324" y="427"/>
                      <a:pt x="324" y="427"/>
                    </a:cubicBezTo>
                    <a:cubicBezTo>
                      <a:pt x="544" y="427"/>
                      <a:pt x="544" y="427"/>
                      <a:pt x="544" y="427"/>
                    </a:cubicBezTo>
                    <a:lnTo>
                      <a:pt x="544" y="545"/>
                    </a:lnTo>
                    <a:close/>
                    <a:moveTo>
                      <a:pt x="544" y="398"/>
                    </a:moveTo>
                    <a:lnTo>
                      <a:pt x="544" y="398"/>
                    </a:lnTo>
                    <a:cubicBezTo>
                      <a:pt x="324" y="398"/>
                      <a:pt x="324" y="398"/>
                      <a:pt x="324" y="398"/>
                    </a:cubicBezTo>
                    <a:cubicBezTo>
                      <a:pt x="324" y="236"/>
                      <a:pt x="324" y="236"/>
                      <a:pt x="324" y="236"/>
                    </a:cubicBezTo>
                    <a:cubicBezTo>
                      <a:pt x="544" y="236"/>
                      <a:pt x="544" y="236"/>
                      <a:pt x="544" y="236"/>
                    </a:cubicBezTo>
                    <a:lnTo>
                      <a:pt x="544" y="398"/>
                    </a:lnTo>
                    <a:close/>
                    <a:moveTo>
                      <a:pt x="559" y="192"/>
                    </a:moveTo>
                    <a:lnTo>
                      <a:pt x="559" y="192"/>
                    </a:lnTo>
                    <a:cubicBezTo>
                      <a:pt x="59" y="192"/>
                      <a:pt x="59" y="192"/>
                      <a:pt x="59" y="192"/>
                    </a:cubicBezTo>
                    <a:cubicBezTo>
                      <a:pt x="44" y="192"/>
                      <a:pt x="29" y="192"/>
                      <a:pt x="29" y="177"/>
                    </a:cubicBezTo>
                    <a:cubicBezTo>
                      <a:pt x="29" y="163"/>
                      <a:pt x="44" y="163"/>
                      <a:pt x="59" y="163"/>
                    </a:cubicBezTo>
                    <a:cubicBezTo>
                      <a:pt x="559" y="163"/>
                      <a:pt x="559" y="163"/>
                      <a:pt x="559" y="163"/>
                    </a:cubicBezTo>
                    <a:cubicBezTo>
                      <a:pt x="574" y="163"/>
                      <a:pt x="589" y="163"/>
                      <a:pt x="589" y="177"/>
                    </a:cubicBezTo>
                    <a:cubicBezTo>
                      <a:pt x="589" y="192"/>
                      <a:pt x="574" y="192"/>
                      <a:pt x="559" y="19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"/>
              <p:cNvSpPr/>
              <p:nvPr/>
            </p:nvSpPr>
            <p:spPr>
              <a:xfrm>
                <a:off x="4042640" y="4547685"/>
                <a:ext cx="170458" cy="223265"/>
              </a:xfrm>
              <a:custGeom>
                <a:rect b="b" l="l" r="r" t="t"/>
                <a:pathLst>
                  <a:path extrusionOk="0" h="619" w="472">
                    <a:moveTo>
                      <a:pt x="397" y="73"/>
                    </a:moveTo>
                    <a:lnTo>
                      <a:pt x="397" y="73"/>
                    </a:lnTo>
                    <a:cubicBezTo>
                      <a:pt x="353" y="73"/>
                      <a:pt x="353" y="73"/>
                      <a:pt x="353" y="73"/>
                    </a:cubicBezTo>
                    <a:cubicBezTo>
                      <a:pt x="353" y="29"/>
                      <a:pt x="294" y="0"/>
                      <a:pt x="235" y="0"/>
                    </a:cubicBezTo>
                    <a:cubicBezTo>
                      <a:pt x="176" y="0"/>
                      <a:pt x="117" y="29"/>
                      <a:pt x="117" y="73"/>
                    </a:cubicBezTo>
                    <a:cubicBezTo>
                      <a:pt x="73" y="73"/>
                      <a:pt x="73" y="73"/>
                      <a:pt x="73" y="73"/>
                    </a:cubicBezTo>
                    <a:cubicBezTo>
                      <a:pt x="29" y="73"/>
                      <a:pt x="0" y="103"/>
                      <a:pt x="0" y="147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89"/>
                      <a:pt x="29" y="618"/>
                      <a:pt x="73" y="618"/>
                    </a:cubicBezTo>
                    <a:cubicBezTo>
                      <a:pt x="397" y="618"/>
                      <a:pt x="397" y="618"/>
                      <a:pt x="397" y="618"/>
                    </a:cubicBezTo>
                    <a:cubicBezTo>
                      <a:pt x="441" y="618"/>
                      <a:pt x="471" y="589"/>
                      <a:pt x="471" y="544"/>
                    </a:cubicBezTo>
                    <a:cubicBezTo>
                      <a:pt x="471" y="147"/>
                      <a:pt x="471" y="147"/>
                      <a:pt x="471" y="147"/>
                    </a:cubicBezTo>
                    <a:cubicBezTo>
                      <a:pt x="471" y="103"/>
                      <a:pt x="441" y="73"/>
                      <a:pt x="397" y="73"/>
                    </a:cubicBezTo>
                    <a:close/>
                    <a:moveTo>
                      <a:pt x="235" y="29"/>
                    </a:moveTo>
                    <a:lnTo>
                      <a:pt x="235" y="29"/>
                    </a:lnTo>
                    <a:cubicBezTo>
                      <a:pt x="279" y="29"/>
                      <a:pt x="309" y="44"/>
                      <a:pt x="309" y="73"/>
                    </a:cubicBezTo>
                    <a:cubicBezTo>
                      <a:pt x="162" y="73"/>
                      <a:pt x="162" y="73"/>
                      <a:pt x="162" y="73"/>
                    </a:cubicBezTo>
                    <a:cubicBezTo>
                      <a:pt x="162" y="44"/>
                      <a:pt x="191" y="29"/>
                      <a:pt x="235" y="29"/>
                    </a:cubicBezTo>
                    <a:close/>
                    <a:moveTo>
                      <a:pt x="426" y="544"/>
                    </a:moveTo>
                    <a:lnTo>
                      <a:pt x="426" y="544"/>
                    </a:lnTo>
                    <a:cubicBezTo>
                      <a:pt x="426" y="559"/>
                      <a:pt x="412" y="589"/>
                      <a:pt x="397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59"/>
                      <a:pt x="44" y="544"/>
                    </a:cubicBezTo>
                    <a:cubicBezTo>
                      <a:pt x="44" y="500"/>
                      <a:pt x="44" y="500"/>
                      <a:pt x="44" y="500"/>
                    </a:cubicBezTo>
                    <a:cubicBezTo>
                      <a:pt x="426" y="500"/>
                      <a:pt x="426" y="500"/>
                      <a:pt x="426" y="500"/>
                    </a:cubicBezTo>
                    <a:lnTo>
                      <a:pt x="426" y="544"/>
                    </a:lnTo>
                    <a:close/>
                    <a:moveTo>
                      <a:pt x="426" y="471"/>
                    </a:moveTo>
                    <a:lnTo>
                      <a:pt x="426" y="471"/>
                    </a:lnTo>
                    <a:cubicBezTo>
                      <a:pt x="44" y="471"/>
                      <a:pt x="44" y="471"/>
                      <a:pt x="44" y="471"/>
                    </a:cubicBezTo>
                    <a:cubicBezTo>
                      <a:pt x="44" y="147"/>
                      <a:pt x="44" y="147"/>
                      <a:pt x="44" y="147"/>
                    </a:cubicBezTo>
                    <a:cubicBezTo>
                      <a:pt x="44" y="132"/>
                      <a:pt x="58" y="118"/>
                      <a:pt x="73" y="118"/>
                    </a:cubicBezTo>
                    <a:cubicBezTo>
                      <a:pt x="117" y="118"/>
                      <a:pt x="117" y="118"/>
                      <a:pt x="117" y="118"/>
                    </a:cubicBezTo>
                    <a:cubicBezTo>
                      <a:pt x="117" y="235"/>
                      <a:pt x="117" y="235"/>
                      <a:pt x="117" y="235"/>
                    </a:cubicBezTo>
                    <a:cubicBezTo>
                      <a:pt x="162" y="235"/>
                      <a:pt x="162" y="235"/>
                      <a:pt x="162" y="235"/>
                    </a:cubicBezTo>
                    <a:cubicBezTo>
                      <a:pt x="162" y="118"/>
                      <a:pt x="162" y="118"/>
                      <a:pt x="162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09" y="235"/>
                      <a:pt x="309" y="235"/>
                      <a:pt x="309" y="235"/>
                    </a:cubicBezTo>
                    <a:cubicBezTo>
                      <a:pt x="353" y="235"/>
                      <a:pt x="353" y="235"/>
                      <a:pt x="353" y="235"/>
                    </a:cubicBezTo>
                    <a:cubicBezTo>
                      <a:pt x="353" y="118"/>
                      <a:pt x="353" y="118"/>
                      <a:pt x="353" y="118"/>
                    </a:cubicBezTo>
                    <a:cubicBezTo>
                      <a:pt x="397" y="118"/>
                      <a:pt x="397" y="118"/>
                      <a:pt x="397" y="118"/>
                    </a:cubicBezTo>
                    <a:cubicBezTo>
                      <a:pt x="412" y="118"/>
                      <a:pt x="426" y="132"/>
                      <a:pt x="426" y="147"/>
                    </a:cubicBezTo>
                    <a:lnTo>
                      <a:pt x="426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"/>
              <p:cNvSpPr/>
              <p:nvPr/>
            </p:nvSpPr>
            <p:spPr>
              <a:xfrm>
                <a:off x="3646228" y="4547685"/>
                <a:ext cx="228598" cy="223265"/>
              </a:xfrm>
              <a:custGeom>
                <a:rect b="b" l="l" r="r" t="t"/>
                <a:pathLst>
                  <a:path extrusionOk="0" h="619" w="634">
                    <a:moveTo>
                      <a:pt x="118" y="544"/>
                    </a:moveTo>
                    <a:lnTo>
                      <a:pt x="118" y="544"/>
                    </a:lnTo>
                    <a:cubicBezTo>
                      <a:pt x="118" y="589"/>
                      <a:pt x="162" y="618"/>
                      <a:pt x="207" y="618"/>
                    </a:cubicBezTo>
                    <a:cubicBezTo>
                      <a:pt x="251" y="618"/>
                      <a:pt x="280" y="589"/>
                      <a:pt x="280" y="544"/>
                    </a:cubicBezTo>
                    <a:cubicBezTo>
                      <a:pt x="280" y="500"/>
                      <a:pt x="251" y="471"/>
                      <a:pt x="207" y="471"/>
                    </a:cubicBezTo>
                    <a:cubicBezTo>
                      <a:pt x="162" y="471"/>
                      <a:pt x="118" y="500"/>
                      <a:pt x="118" y="544"/>
                    </a:cubicBezTo>
                    <a:close/>
                    <a:moveTo>
                      <a:pt x="207" y="500"/>
                    </a:moveTo>
                    <a:lnTo>
                      <a:pt x="207" y="500"/>
                    </a:lnTo>
                    <a:cubicBezTo>
                      <a:pt x="221" y="500"/>
                      <a:pt x="236" y="530"/>
                      <a:pt x="236" y="544"/>
                    </a:cubicBezTo>
                    <a:cubicBezTo>
                      <a:pt x="236" y="559"/>
                      <a:pt x="221" y="589"/>
                      <a:pt x="207" y="589"/>
                    </a:cubicBezTo>
                    <a:cubicBezTo>
                      <a:pt x="177" y="589"/>
                      <a:pt x="162" y="559"/>
                      <a:pt x="162" y="544"/>
                    </a:cubicBezTo>
                    <a:cubicBezTo>
                      <a:pt x="162" y="530"/>
                      <a:pt x="177" y="500"/>
                      <a:pt x="207" y="500"/>
                    </a:cubicBezTo>
                    <a:close/>
                    <a:moveTo>
                      <a:pt x="162" y="427"/>
                    </a:moveTo>
                    <a:lnTo>
                      <a:pt x="162" y="427"/>
                    </a:lnTo>
                    <a:cubicBezTo>
                      <a:pt x="148" y="427"/>
                      <a:pt x="118" y="412"/>
                      <a:pt x="118" y="382"/>
                    </a:cubicBezTo>
                    <a:cubicBezTo>
                      <a:pt x="575" y="353"/>
                      <a:pt x="575" y="353"/>
                      <a:pt x="575" y="353"/>
                    </a:cubicBezTo>
                    <a:cubicBezTo>
                      <a:pt x="575" y="353"/>
                      <a:pt x="633" y="103"/>
                      <a:pt x="633" y="88"/>
                    </a:cubicBezTo>
                    <a:lnTo>
                      <a:pt x="619" y="73"/>
                    </a:lnTo>
                    <a:cubicBezTo>
                      <a:pt x="118" y="73"/>
                      <a:pt x="118" y="73"/>
                      <a:pt x="118" y="73"/>
                    </a:cubicBezTo>
                    <a:cubicBezTo>
                      <a:pt x="118" y="29"/>
                      <a:pt x="118" y="29"/>
                      <a:pt x="118" y="29"/>
                    </a:cubicBezTo>
                    <a:cubicBezTo>
                      <a:pt x="148" y="29"/>
                      <a:pt x="148" y="29"/>
                      <a:pt x="148" y="29"/>
                    </a:cubicBezTo>
                    <a:cubicBezTo>
                      <a:pt x="148" y="29"/>
                      <a:pt x="162" y="29"/>
                      <a:pt x="162" y="14"/>
                    </a:cubicBezTo>
                    <a:cubicBezTo>
                      <a:pt x="162" y="0"/>
                      <a:pt x="148" y="0"/>
                      <a:pt x="148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15" y="0"/>
                      <a:pt x="0" y="0"/>
                      <a:pt x="0" y="14"/>
                    </a:cubicBezTo>
                    <a:cubicBezTo>
                      <a:pt x="0" y="29"/>
                      <a:pt x="15" y="29"/>
                      <a:pt x="30" y="29"/>
                    </a:cubicBezTo>
                    <a:cubicBezTo>
                      <a:pt x="89" y="29"/>
                      <a:pt x="89" y="29"/>
                      <a:pt x="89" y="29"/>
                    </a:cubicBezTo>
                    <a:cubicBezTo>
                      <a:pt x="89" y="382"/>
                      <a:pt x="89" y="382"/>
                      <a:pt x="89" y="382"/>
                    </a:cubicBezTo>
                    <a:cubicBezTo>
                      <a:pt x="89" y="427"/>
                      <a:pt x="118" y="471"/>
                      <a:pt x="162" y="471"/>
                    </a:cubicBezTo>
                    <a:cubicBezTo>
                      <a:pt x="207" y="471"/>
                      <a:pt x="207" y="471"/>
                      <a:pt x="207" y="471"/>
                    </a:cubicBezTo>
                    <a:cubicBezTo>
                      <a:pt x="442" y="471"/>
                      <a:pt x="442" y="471"/>
                      <a:pt x="442" y="471"/>
                    </a:cubicBezTo>
                    <a:cubicBezTo>
                      <a:pt x="619" y="471"/>
                      <a:pt x="619" y="471"/>
                      <a:pt x="619" y="471"/>
                    </a:cubicBezTo>
                    <a:cubicBezTo>
                      <a:pt x="619" y="471"/>
                      <a:pt x="619" y="441"/>
                      <a:pt x="619" y="427"/>
                    </a:cubicBezTo>
                    <a:lnTo>
                      <a:pt x="162" y="427"/>
                    </a:lnTo>
                    <a:close/>
                    <a:moveTo>
                      <a:pt x="118" y="118"/>
                    </a:moveTo>
                    <a:lnTo>
                      <a:pt x="118" y="118"/>
                    </a:lnTo>
                    <a:cubicBezTo>
                      <a:pt x="589" y="118"/>
                      <a:pt x="589" y="118"/>
                      <a:pt x="589" y="118"/>
                    </a:cubicBezTo>
                    <a:cubicBezTo>
                      <a:pt x="545" y="309"/>
                      <a:pt x="545" y="309"/>
                      <a:pt x="545" y="309"/>
                    </a:cubicBezTo>
                    <a:cubicBezTo>
                      <a:pt x="118" y="353"/>
                      <a:pt x="118" y="353"/>
                      <a:pt x="118" y="353"/>
                    </a:cubicBezTo>
                    <a:lnTo>
                      <a:pt x="118" y="118"/>
                    </a:lnTo>
                    <a:close/>
                    <a:moveTo>
                      <a:pt x="354" y="544"/>
                    </a:moveTo>
                    <a:lnTo>
                      <a:pt x="354" y="544"/>
                    </a:lnTo>
                    <a:cubicBezTo>
                      <a:pt x="354" y="589"/>
                      <a:pt x="398" y="618"/>
                      <a:pt x="442" y="618"/>
                    </a:cubicBezTo>
                    <a:cubicBezTo>
                      <a:pt x="486" y="618"/>
                      <a:pt x="516" y="589"/>
                      <a:pt x="516" y="544"/>
                    </a:cubicBezTo>
                    <a:cubicBezTo>
                      <a:pt x="516" y="500"/>
                      <a:pt x="486" y="471"/>
                      <a:pt x="442" y="471"/>
                    </a:cubicBezTo>
                    <a:cubicBezTo>
                      <a:pt x="398" y="471"/>
                      <a:pt x="354" y="500"/>
                      <a:pt x="354" y="544"/>
                    </a:cubicBezTo>
                    <a:close/>
                    <a:moveTo>
                      <a:pt x="442" y="500"/>
                    </a:moveTo>
                    <a:lnTo>
                      <a:pt x="442" y="500"/>
                    </a:lnTo>
                    <a:cubicBezTo>
                      <a:pt x="457" y="500"/>
                      <a:pt x="471" y="530"/>
                      <a:pt x="471" y="544"/>
                    </a:cubicBezTo>
                    <a:cubicBezTo>
                      <a:pt x="471" y="559"/>
                      <a:pt x="457" y="589"/>
                      <a:pt x="442" y="589"/>
                    </a:cubicBezTo>
                    <a:cubicBezTo>
                      <a:pt x="412" y="589"/>
                      <a:pt x="398" y="559"/>
                      <a:pt x="398" y="544"/>
                    </a:cubicBezTo>
                    <a:cubicBezTo>
                      <a:pt x="398" y="530"/>
                      <a:pt x="412" y="500"/>
                      <a:pt x="442" y="5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2"/>
              <p:cNvSpPr/>
              <p:nvPr/>
            </p:nvSpPr>
            <p:spPr>
              <a:xfrm>
                <a:off x="3280208" y="4554290"/>
                <a:ext cx="228597" cy="212697"/>
              </a:xfrm>
              <a:custGeom>
                <a:rect b="b" l="l" r="r" t="t"/>
                <a:pathLst>
                  <a:path extrusionOk="0" h="590" w="634">
                    <a:moveTo>
                      <a:pt x="191" y="162"/>
                    </a:moveTo>
                    <a:lnTo>
                      <a:pt x="191" y="162"/>
                    </a:lnTo>
                    <a:cubicBezTo>
                      <a:pt x="147" y="0"/>
                      <a:pt x="147" y="0"/>
                      <a:pt x="147" y="0"/>
                    </a:cubicBezTo>
                    <a:cubicBezTo>
                      <a:pt x="14" y="0"/>
                      <a:pt x="14" y="0"/>
                      <a:pt x="14" y="0"/>
                    </a:cubicBezTo>
                    <a:lnTo>
                      <a:pt x="0" y="15"/>
                    </a:lnTo>
                    <a:cubicBezTo>
                      <a:pt x="0" y="30"/>
                      <a:pt x="14" y="45"/>
                      <a:pt x="14" y="45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62" y="162"/>
                      <a:pt x="162" y="162"/>
                      <a:pt x="162" y="162"/>
                    </a:cubicBezTo>
                    <a:cubicBezTo>
                      <a:pt x="191" y="398"/>
                      <a:pt x="191" y="398"/>
                      <a:pt x="191" y="398"/>
                    </a:cubicBezTo>
                    <a:cubicBezTo>
                      <a:pt x="191" y="442"/>
                      <a:pt x="235" y="471"/>
                      <a:pt x="279" y="471"/>
                    </a:cubicBezTo>
                    <a:cubicBezTo>
                      <a:pt x="485" y="471"/>
                      <a:pt x="485" y="471"/>
                      <a:pt x="485" y="471"/>
                    </a:cubicBezTo>
                    <a:cubicBezTo>
                      <a:pt x="530" y="471"/>
                      <a:pt x="574" y="442"/>
                      <a:pt x="574" y="398"/>
                    </a:cubicBezTo>
                    <a:cubicBezTo>
                      <a:pt x="633" y="162"/>
                      <a:pt x="633" y="162"/>
                      <a:pt x="633" y="162"/>
                    </a:cubicBezTo>
                    <a:lnTo>
                      <a:pt x="191" y="162"/>
                    </a:lnTo>
                    <a:close/>
                    <a:moveTo>
                      <a:pt x="530" y="398"/>
                    </a:moveTo>
                    <a:lnTo>
                      <a:pt x="530" y="398"/>
                    </a:lnTo>
                    <a:cubicBezTo>
                      <a:pt x="530" y="413"/>
                      <a:pt x="515" y="427"/>
                      <a:pt x="485" y="427"/>
                    </a:cubicBezTo>
                    <a:cubicBezTo>
                      <a:pt x="279" y="427"/>
                      <a:pt x="279" y="427"/>
                      <a:pt x="279" y="427"/>
                    </a:cubicBezTo>
                    <a:cubicBezTo>
                      <a:pt x="250" y="427"/>
                      <a:pt x="235" y="413"/>
                      <a:pt x="235" y="398"/>
                    </a:cubicBezTo>
                    <a:cubicBezTo>
                      <a:pt x="206" y="192"/>
                      <a:pt x="206" y="192"/>
                      <a:pt x="206" y="192"/>
                    </a:cubicBezTo>
                    <a:cubicBezTo>
                      <a:pt x="574" y="192"/>
                      <a:pt x="574" y="192"/>
                      <a:pt x="574" y="192"/>
                    </a:cubicBezTo>
                    <a:lnTo>
                      <a:pt x="530" y="398"/>
                    </a:lnTo>
                    <a:close/>
                    <a:moveTo>
                      <a:pt x="279" y="516"/>
                    </a:moveTo>
                    <a:lnTo>
                      <a:pt x="279" y="516"/>
                    </a:lnTo>
                    <a:cubicBezTo>
                      <a:pt x="250" y="516"/>
                      <a:pt x="235" y="530"/>
                      <a:pt x="235" y="545"/>
                    </a:cubicBezTo>
                    <a:cubicBezTo>
                      <a:pt x="235" y="575"/>
                      <a:pt x="250" y="589"/>
                      <a:pt x="279" y="589"/>
                    </a:cubicBezTo>
                    <a:cubicBezTo>
                      <a:pt x="294" y="589"/>
                      <a:pt x="309" y="575"/>
                      <a:pt x="309" y="545"/>
                    </a:cubicBezTo>
                    <a:cubicBezTo>
                      <a:pt x="309" y="530"/>
                      <a:pt x="294" y="516"/>
                      <a:pt x="279" y="516"/>
                    </a:cubicBezTo>
                    <a:close/>
                    <a:moveTo>
                      <a:pt x="471" y="516"/>
                    </a:moveTo>
                    <a:lnTo>
                      <a:pt x="471" y="516"/>
                    </a:lnTo>
                    <a:cubicBezTo>
                      <a:pt x="456" y="516"/>
                      <a:pt x="426" y="530"/>
                      <a:pt x="426" y="545"/>
                    </a:cubicBezTo>
                    <a:cubicBezTo>
                      <a:pt x="426" y="575"/>
                      <a:pt x="456" y="589"/>
                      <a:pt x="471" y="589"/>
                    </a:cubicBezTo>
                    <a:cubicBezTo>
                      <a:pt x="485" y="589"/>
                      <a:pt x="515" y="575"/>
                      <a:pt x="515" y="545"/>
                    </a:cubicBezTo>
                    <a:cubicBezTo>
                      <a:pt x="515" y="530"/>
                      <a:pt x="485" y="516"/>
                      <a:pt x="471" y="5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2"/>
              <p:cNvSpPr/>
              <p:nvPr/>
            </p:nvSpPr>
            <p:spPr>
              <a:xfrm>
                <a:off x="2914187" y="4570143"/>
                <a:ext cx="221991" cy="180991"/>
              </a:xfrm>
              <a:custGeom>
                <a:rect b="b" l="l" r="r" t="t"/>
                <a:pathLst>
                  <a:path extrusionOk="0" h="501" w="619">
                    <a:moveTo>
                      <a:pt x="603" y="117"/>
                    </a:moveTo>
                    <a:lnTo>
                      <a:pt x="603" y="117"/>
                    </a:lnTo>
                    <a:cubicBezTo>
                      <a:pt x="471" y="117"/>
                      <a:pt x="471" y="117"/>
                      <a:pt x="471" y="117"/>
                    </a:cubicBezTo>
                    <a:cubicBezTo>
                      <a:pt x="515" y="29"/>
                      <a:pt x="515" y="29"/>
                      <a:pt x="515" y="29"/>
                    </a:cubicBezTo>
                    <a:cubicBezTo>
                      <a:pt x="559" y="29"/>
                      <a:pt x="559" y="29"/>
                      <a:pt x="559" y="29"/>
                    </a:cubicBezTo>
                    <a:cubicBezTo>
                      <a:pt x="574" y="29"/>
                      <a:pt x="589" y="29"/>
                      <a:pt x="589" y="14"/>
                    </a:cubicBezTo>
                    <a:cubicBezTo>
                      <a:pt x="589" y="0"/>
                      <a:pt x="574" y="0"/>
                      <a:pt x="559" y="0"/>
                    </a:cubicBezTo>
                    <a:cubicBezTo>
                      <a:pt x="486" y="0"/>
                      <a:pt x="486" y="0"/>
                      <a:pt x="486" y="0"/>
                    </a:cubicBezTo>
                    <a:cubicBezTo>
                      <a:pt x="427" y="117"/>
                      <a:pt x="427" y="117"/>
                      <a:pt x="427" y="117"/>
                    </a:cubicBezTo>
                    <a:cubicBezTo>
                      <a:pt x="191" y="117"/>
                      <a:pt x="191" y="117"/>
                      <a:pt x="191" y="117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44" y="0"/>
                      <a:pt x="29" y="0"/>
                      <a:pt x="29" y="14"/>
                    </a:cubicBezTo>
                    <a:cubicBezTo>
                      <a:pt x="29" y="29"/>
                      <a:pt x="44" y="29"/>
                      <a:pt x="59" y="29"/>
                    </a:cubicBezTo>
                    <a:cubicBezTo>
                      <a:pt x="103" y="29"/>
                      <a:pt x="103" y="29"/>
                      <a:pt x="103" y="29"/>
                    </a:cubicBezTo>
                    <a:cubicBezTo>
                      <a:pt x="147" y="117"/>
                      <a:pt x="147" y="117"/>
                      <a:pt x="147" y="117"/>
                    </a:cubicBezTo>
                    <a:cubicBezTo>
                      <a:pt x="15" y="117"/>
                      <a:pt x="15" y="117"/>
                      <a:pt x="15" y="117"/>
                    </a:cubicBezTo>
                    <a:cubicBezTo>
                      <a:pt x="0" y="117"/>
                      <a:pt x="0" y="117"/>
                      <a:pt x="0" y="132"/>
                    </a:cubicBezTo>
                    <a:cubicBezTo>
                      <a:pt x="0" y="147"/>
                      <a:pt x="0" y="147"/>
                      <a:pt x="15" y="147"/>
                    </a:cubicBezTo>
                    <a:cubicBezTo>
                      <a:pt x="29" y="147"/>
                      <a:pt x="29" y="147"/>
                      <a:pt x="29" y="147"/>
                    </a:cubicBezTo>
                    <a:cubicBezTo>
                      <a:pt x="59" y="426"/>
                      <a:pt x="59" y="426"/>
                      <a:pt x="59" y="426"/>
                    </a:cubicBezTo>
                    <a:cubicBezTo>
                      <a:pt x="59" y="471"/>
                      <a:pt x="88" y="500"/>
                      <a:pt x="132" y="500"/>
                    </a:cubicBezTo>
                    <a:cubicBezTo>
                      <a:pt x="471" y="500"/>
                      <a:pt x="471" y="500"/>
                      <a:pt x="471" y="500"/>
                    </a:cubicBezTo>
                    <a:cubicBezTo>
                      <a:pt x="515" y="500"/>
                      <a:pt x="545" y="471"/>
                      <a:pt x="545" y="426"/>
                    </a:cubicBezTo>
                    <a:cubicBezTo>
                      <a:pt x="589" y="147"/>
                      <a:pt x="589" y="147"/>
                      <a:pt x="589" y="147"/>
                    </a:cubicBezTo>
                    <a:cubicBezTo>
                      <a:pt x="603" y="147"/>
                      <a:pt x="603" y="147"/>
                      <a:pt x="603" y="147"/>
                    </a:cubicBezTo>
                    <a:cubicBezTo>
                      <a:pt x="618" y="147"/>
                      <a:pt x="618" y="147"/>
                      <a:pt x="618" y="132"/>
                    </a:cubicBezTo>
                    <a:cubicBezTo>
                      <a:pt x="618" y="117"/>
                      <a:pt x="618" y="117"/>
                      <a:pt x="603" y="117"/>
                    </a:cubicBezTo>
                    <a:close/>
                    <a:moveTo>
                      <a:pt x="191" y="471"/>
                    </a:moveTo>
                    <a:lnTo>
                      <a:pt x="191" y="471"/>
                    </a:lnTo>
                    <a:cubicBezTo>
                      <a:pt x="132" y="471"/>
                      <a:pt x="132" y="471"/>
                      <a:pt x="132" y="471"/>
                    </a:cubicBezTo>
                    <a:cubicBezTo>
                      <a:pt x="118" y="471"/>
                      <a:pt x="88" y="441"/>
                      <a:pt x="88" y="426"/>
                    </a:cubicBezTo>
                    <a:cubicBezTo>
                      <a:pt x="88" y="382"/>
                      <a:pt x="88" y="382"/>
                      <a:pt x="88" y="382"/>
                    </a:cubicBezTo>
                    <a:cubicBezTo>
                      <a:pt x="191" y="382"/>
                      <a:pt x="191" y="382"/>
                      <a:pt x="191" y="382"/>
                    </a:cubicBezTo>
                    <a:lnTo>
                      <a:pt x="191" y="471"/>
                    </a:lnTo>
                    <a:close/>
                    <a:moveTo>
                      <a:pt x="191" y="353"/>
                    </a:moveTo>
                    <a:lnTo>
                      <a:pt x="191" y="353"/>
                    </a:lnTo>
                    <a:cubicBezTo>
                      <a:pt x="88" y="353"/>
                      <a:pt x="88" y="353"/>
                      <a:pt x="88" y="353"/>
                    </a:cubicBezTo>
                    <a:cubicBezTo>
                      <a:pt x="88" y="264"/>
                      <a:pt x="88" y="264"/>
                      <a:pt x="88" y="264"/>
                    </a:cubicBezTo>
                    <a:cubicBezTo>
                      <a:pt x="191" y="264"/>
                      <a:pt x="191" y="264"/>
                      <a:pt x="191" y="264"/>
                    </a:cubicBezTo>
                    <a:lnTo>
                      <a:pt x="191" y="353"/>
                    </a:lnTo>
                    <a:close/>
                    <a:moveTo>
                      <a:pt x="191" y="235"/>
                    </a:moveTo>
                    <a:lnTo>
                      <a:pt x="191" y="235"/>
                    </a:lnTo>
                    <a:cubicBezTo>
                      <a:pt x="73" y="235"/>
                      <a:pt x="73" y="235"/>
                      <a:pt x="73" y="235"/>
                    </a:cubicBezTo>
                    <a:cubicBezTo>
                      <a:pt x="73" y="147"/>
                      <a:pt x="73" y="147"/>
                      <a:pt x="73" y="147"/>
                    </a:cubicBezTo>
                    <a:cubicBezTo>
                      <a:pt x="191" y="147"/>
                      <a:pt x="191" y="147"/>
                      <a:pt x="191" y="147"/>
                    </a:cubicBezTo>
                    <a:lnTo>
                      <a:pt x="191" y="235"/>
                    </a:lnTo>
                    <a:close/>
                    <a:moveTo>
                      <a:pt x="383" y="471"/>
                    </a:moveTo>
                    <a:lnTo>
                      <a:pt x="383" y="471"/>
                    </a:lnTo>
                    <a:cubicBezTo>
                      <a:pt x="236" y="471"/>
                      <a:pt x="236" y="471"/>
                      <a:pt x="236" y="471"/>
                    </a:cubicBezTo>
                    <a:cubicBezTo>
                      <a:pt x="236" y="382"/>
                      <a:pt x="236" y="382"/>
                      <a:pt x="236" y="382"/>
                    </a:cubicBezTo>
                    <a:cubicBezTo>
                      <a:pt x="383" y="382"/>
                      <a:pt x="383" y="382"/>
                      <a:pt x="383" y="382"/>
                    </a:cubicBezTo>
                    <a:lnTo>
                      <a:pt x="383" y="471"/>
                    </a:lnTo>
                    <a:close/>
                    <a:moveTo>
                      <a:pt x="383" y="353"/>
                    </a:moveTo>
                    <a:lnTo>
                      <a:pt x="383" y="353"/>
                    </a:lnTo>
                    <a:cubicBezTo>
                      <a:pt x="236" y="353"/>
                      <a:pt x="236" y="353"/>
                      <a:pt x="236" y="353"/>
                    </a:cubicBezTo>
                    <a:cubicBezTo>
                      <a:pt x="236" y="264"/>
                      <a:pt x="236" y="264"/>
                      <a:pt x="236" y="264"/>
                    </a:cubicBezTo>
                    <a:cubicBezTo>
                      <a:pt x="383" y="264"/>
                      <a:pt x="383" y="264"/>
                      <a:pt x="383" y="264"/>
                    </a:cubicBezTo>
                    <a:lnTo>
                      <a:pt x="383" y="353"/>
                    </a:lnTo>
                    <a:close/>
                    <a:moveTo>
                      <a:pt x="383" y="235"/>
                    </a:moveTo>
                    <a:lnTo>
                      <a:pt x="383" y="235"/>
                    </a:lnTo>
                    <a:cubicBezTo>
                      <a:pt x="236" y="235"/>
                      <a:pt x="236" y="235"/>
                      <a:pt x="236" y="235"/>
                    </a:cubicBezTo>
                    <a:cubicBezTo>
                      <a:pt x="236" y="147"/>
                      <a:pt x="236" y="147"/>
                      <a:pt x="236" y="147"/>
                    </a:cubicBezTo>
                    <a:cubicBezTo>
                      <a:pt x="383" y="147"/>
                      <a:pt x="383" y="147"/>
                      <a:pt x="383" y="147"/>
                    </a:cubicBezTo>
                    <a:lnTo>
                      <a:pt x="383" y="235"/>
                    </a:lnTo>
                    <a:close/>
                    <a:moveTo>
                      <a:pt x="500" y="426"/>
                    </a:moveTo>
                    <a:lnTo>
                      <a:pt x="500" y="426"/>
                    </a:lnTo>
                    <a:cubicBezTo>
                      <a:pt x="500" y="441"/>
                      <a:pt x="486" y="471"/>
                      <a:pt x="471" y="471"/>
                    </a:cubicBezTo>
                    <a:cubicBezTo>
                      <a:pt x="427" y="471"/>
                      <a:pt x="427" y="471"/>
                      <a:pt x="427" y="471"/>
                    </a:cubicBezTo>
                    <a:cubicBezTo>
                      <a:pt x="427" y="382"/>
                      <a:pt x="427" y="382"/>
                      <a:pt x="427" y="382"/>
                    </a:cubicBezTo>
                    <a:cubicBezTo>
                      <a:pt x="515" y="382"/>
                      <a:pt x="515" y="382"/>
                      <a:pt x="515" y="382"/>
                    </a:cubicBezTo>
                    <a:lnTo>
                      <a:pt x="500" y="426"/>
                    </a:lnTo>
                    <a:close/>
                    <a:moveTo>
                      <a:pt x="515" y="353"/>
                    </a:moveTo>
                    <a:lnTo>
                      <a:pt x="515" y="353"/>
                    </a:lnTo>
                    <a:cubicBezTo>
                      <a:pt x="427" y="353"/>
                      <a:pt x="427" y="353"/>
                      <a:pt x="427" y="353"/>
                    </a:cubicBezTo>
                    <a:cubicBezTo>
                      <a:pt x="427" y="264"/>
                      <a:pt x="427" y="264"/>
                      <a:pt x="427" y="264"/>
                    </a:cubicBezTo>
                    <a:cubicBezTo>
                      <a:pt x="530" y="264"/>
                      <a:pt x="530" y="264"/>
                      <a:pt x="530" y="264"/>
                    </a:cubicBezTo>
                    <a:lnTo>
                      <a:pt x="515" y="353"/>
                    </a:lnTo>
                    <a:close/>
                    <a:moveTo>
                      <a:pt x="530" y="235"/>
                    </a:moveTo>
                    <a:lnTo>
                      <a:pt x="530" y="235"/>
                    </a:lnTo>
                    <a:cubicBezTo>
                      <a:pt x="427" y="235"/>
                      <a:pt x="427" y="235"/>
                      <a:pt x="427" y="235"/>
                    </a:cubicBezTo>
                    <a:cubicBezTo>
                      <a:pt x="427" y="147"/>
                      <a:pt x="427" y="147"/>
                      <a:pt x="427" y="147"/>
                    </a:cubicBezTo>
                    <a:cubicBezTo>
                      <a:pt x="545" y="147"/>
                      <a:pt x="545" y="147"/>
                      <a:pt x="545" y="147"/>
                    </a:cubicBezTo>
                    <a:lnTo>
                      <a:pt x="530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2"/>
              <p:cNvSpPr/>
              <p:nvPr/>
            </p:nvSpPr>
            <p:spPr>
              <a:xfrm>
                <a:off x="2542881" y="4547685"/>
                <a:ext cx="228597" cy="223265"/>
              </a:xfrm>
              <a:custGeom>
                <a:rect b="b" l="l" r="r" t="t"/>
                <a:pathLst>
                  <a:path extrusionOk="0" h="619" w="634">
                    <a:moveTo>
                      <a:pt x="516" y="0"/>
                    </a:moveTo>
                    <a:lnTo>
                      <a:pt x="516" y="0"/>
                    </a:lnTo>
                    <a:cubicBezTo>
                      <a:pt x="118" y="0"/>
                      <a:pt x="118" y="0"/>
                      <a:pt x="118" y="0"/>
                    </a:cubicBezTo>
                    <a:cubicBezTo>
                      <a:pt x="0" y="191"/>
                      <a:pt x="0" y="191"/>
                      <a:pt x="0" y="191"/>
                    </a:cubicBezTo>
                    <a:lnTo>
                      <a:pt x="0" y="265"/>
                    </a:lnTo>
                    <a:cubicBezTo>
                      <a:pt x="0" y="294"/>
                      <a:pt x="15" y="309"/>
                      <a:pt x="30" y="323"/>
                    </a:cubicBezTo>
                    <a:cubicBezTo>
                      <a:pt x="30" y="544"/>
                      <a:pt x="30" y="544"/>
                      <a:pt x="30" y="544"/>
                    </a:cubicBezTo>
                    <a:cubicBezTo>
                      <a:pt x="30" y="589"/>
                      <a:pt x="59" y="618"/>
                      <a:pt x="103" y="618"/>
                    </a:cubicBezTo>
                    <a:cubicBezTo>
                      <a:pt x="530" y="618"/>
                      <a:pt x="530" y="618"/>
                      <a:pt x="530" y="618"/>
                    </a:cubicBezTo>
                    <a:cubicBezTo>
                      <a:pt x="575" y="618"/>
                      <a:pt x="619" y="589"/>
                      <a:pt x="619" y="544"/>
                    </a:cubicBezTo>
                    <a:cubicBezTo>
                      <a:pt x="619" y="323"/>
                      <a:pt x="619" y="323"/>
                      <a:pt x="619" y="323"/>
                    </a:cubicBezTo>
                    <a:cubicBezTo>
                      <a:pt x="633" y="309"/>
                      <a:pt x="633" y="294"/>
                      <a:pt x="633" y="265"/>
                    </a:cubicBezTo>
                    <a:cubicBezTo>
                      <a:pt x="633" y="250"/>
                      <a:pt x="633" y="191"/>
                      <a:pt x="633" y="191"/>
                    </a:cubicBezTo>
                    <a:lnTo>
                      <a:pt x="516" y="0"/>
                    </a:lnTo>
                    <a:close/>
                    <a:moveTo>
                      <a:pt x="575" y="544"/>
                    </a:moveTo>
                    <a:lnTo>
                      <a:pt x="575" y="544"/>
                    </a:lnTo>
                    <a:cubicBezTo>
                      <a:pt x="575" y="559"/>
                      <a:pt x="560" y="589"/>
                      <a:pt x="530" y="589"/>
                    </a:cubicBezTo>
                    <a:cubicBezTo>
                      <a:pt x="103" y="589"/>
                      <a:pt x="103" y="589"/>
                      <a:pt x="103" y="589"/>
                    </a:cubicBezTo>
                    <a:cubicBezTo>
                      <a:pt x="89" y="589"/>
                      <a:pt x="59" y="559"/>
                      <a:pt x="59" y="544"/>
                    </a:cubicBezTo>
                    <a:cubicBezTo>
                      <a:pt x="59" y="500"/>
                      <a:pt x="59" y="500"/>
                      <a:pt x="59" y="500"/>
                    </a:cubicBezTo>
                    <a:cubicBezTo>
                      <a:pt x="575" y="500"/>
                      <a:pt x="575" y="500"/>
                      <a:pt x="575" y="500"/>
                    </a:cubicBezTo>
                    <a:lnTo>
                      <a:pt x="575" y="544"/>
                    </a:lnTo>
                    <a:close/>
                    <a:moveTo>
                      <a:pt x="575" y="471"/>
                    </a:moveTo>
                    <a:lnTo>
                      <a:pt x="575" y="471"/>
                    </a:lnTo>
                    <a:cubicBezTo>
                      <a:pt x="59" y="471"/>
                      <a:pt x="59" y="471"/>
                      <a:pt x="59" y="471"/>
                    </a:cubicBezTo>
                    <a:cubicBezTo>
                      <a:pt x="59" y="353"/>
                      <a:pt x="59" y="353"/>
                      <a:pt x="59" y="353"/>
                    </a:cubicBezTo>
                    <a:cubicBezTo>
                      <a:pt x="74" y="353"/>
                      <a:pt x="89" y="353"/>
                      <a:pt x="103" y="353"/>
                    </a:cubicBezTo>
                    <a:cubicBezTo>
                      <a:pt x="118" y="353"/>
                      <a:pt x="162" y="323"/>
                      <a:pt x="177" y="294"/>
                    </a:cubicBezTo>
                    <a:cubicBezTo>
                      <a:pt x="192" y="323"/>
                      <a:pt x="221" y="353"/>
                      <a:pt x="251" y="353"/>
                    </a:cubicBezTo>
                    <a:cubicBezTo>
                      <a:pt x="280" y="353"/>
                      <a:pt x="310" y="323"/>
                      <a:pt x="324" y="309"/>
                    </a:cubicBezTo>
                    <a:cubicBezTo>
                      <a:pt x="324" y="323"/>
                      <a:pt x="369" y="353"/>
                      <a:pt x="398" y="353"/>
                    </a:cubicBezTo>
                    <a:cubicBezTo>
                      <a:pt x="428" y="353"/>
                      <a:pt x="457" y="323"/>
                      <a:pt x="471" y="294"/>
                    </a:cubicBezTo>
                    <a:cubicBezTo>
                      <a:pt x="486" y="323"/>
                      <a:pt x="501" y="353"/>
                      <a:pt x="530" y="353"/>
                    </a:cubicBezTo>
                    <a:cubicBezTo>
                      <a:pt x="545" y="353"/>
                      <a:pt x="575" y="353"/>
                      <a:pt x="575" y="353"/>
                    </a:cubicBezTo>
                    <a:lnTo>
                      <a:pt x="575" y="471"/>
                    </a:lnTo>
                    <a:close/>
                    <a:moveTo>
                      <a:pt x="589" y="265"/>
                    </a:moveTo>
                    <a:lnTo>
                      <a:pt x="589" y="265"/>
                    </a:lnTo>
                    <a:cubicBezTo>
                      <a:pt x="589" y="294"/>
                      <a:pt x="560" y="309"/>
                      <a:pt x="530" y="309"/>
                    </a:cubicBezTo>
                    <a:cubicBezTo>
                      <a:pt x="501" y="309"/>
                      <a:pt x="471" y="294"/>
                      <a:pt x="471" y="265"/>
                    </a:cubicBezTo>
                    <a:cubicBezTo>
                      <a:pt x="457" y="265"/>
                      <a:pt x="457" y="265"/>
                      <a:pt x="457" y="265"/>
                    </a:cubicBezTo>
                    <a:cubicBezTo>
                      <a:pt x="457" y="294"/>
                      <a:pt x="428" y="309"/>
                      <a:pt x="398" y="309"/>
                    </a:cubicBezTo>
                    <a:cubicBezTo>
                      <a:pt x="369" y="309"/>
                      <a:pt x="324" y="294"/>
                      <a:pt x="324" y="265"/>
                    </a:cubicBezTo>
                    <a:cubicBezTo>
                      <a:pt x="310" y="265"/>
                      <a:pt x="310" y="265"/>
                      <a:pt x="310" y="265"/>
                    </a:cubicBezTo>
                    <a:cubicBezTo>
                      <a:pt x="310" y="294"/>
                      <a:pt x="280" y="309"/>
                      <a:pt x="251" y="309"/>
                    </a:cubicBezTo>
                    <a:cubicBezTo>
                      <a:pt x="221" y="309"/>
                      <a:pt x="177" y="294"/>
                      <a:pt x="177" y="265"/>
                    </a:cubicBezTo>
                    <a:cubicBezTo>
                      <a:pt x="162" y="265"/>
                      <a:pt x="162" y="265"/>
                      <a:pt x="162" y="265"/>
                    </a:cubicBezTo>
                    <a:cubicBezTo>
                      <a:pt x="162" y="294"/>
                      <a:pt x="133" y="309"/>
                      <a:pt x="103" y="309"/>
                    </a:cubicBezTo>
                    <a:cubicBezTo>
                      <a:pt x="74" y="309"/>
                      <a:pt x="45" y="294"/>
                      <a:pt x="45" y="265"/>
                    </a:cubicBezTo>
                    <a:cubicBezTo>
                      <a:pt x="45" y="235"/>
                      <a:pt x="45" y="235"/>
                      <a:pt x="45" y="235"/>
                    </a:cubicBezTo>
                    <a:cubicBezTo>
                      <a:pt x="589" y="235"/>
                      <a:pt x="589" y="235"/>
                      <a:pt x="589" y="235"/>
                    </a:cubicBezTo>
                    <a:lnTo>
                      <a:pt x="589" y="265"/>
                    </a:lnTo>
                    <a:close/>
                    <a:moveTo>
                      <a:pt x="45" y="191"/>
                    </a:moveTo>
                    <a:lnTo>
                      <a:pt x="45" y="191"/>
                    </a:lnTo>
                    <a:cubicBezTo>
                      <a:pt x="133" y="29"/>
                      <a:pt x="133" y="29"/>
                      <a:pt x="133" y="29"/>
                    </a:cubicBezTo>
                    <a:cubicBezTo>
                      <a:pt x="501" y="29"/>
                      <a:pt x="501" y="29"/>
                      <a:pt x="501" y="29"/>
                    </a:cubicBezTo>
                    <a:cubicBezTo>
                      <a:pt x="589" y="191"/>
                      <a:pt x="589" y="191"/>
                      <a:pt x="589" y="191"/>
                    </a:cubicBezTo>
                    <a:lnTo>
                      <a:pt x="45" y="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2"/>
              <p:cNvSpPr/>
              <p:nvPr/>
            </p:nvSpPr>
            <p:spPr>
              <a:xfrm>
                <a:off x="2204610" y="4570143"/>
                <a:ext cx="170457" cy="180991"/>
              </a:xfrm>
              <a:custGeom>
                <a:rect b="b" l="l" r="r" t="t"/>
                <a:pathLst>
                  <a:path extrusionOk="0" h="501" w="472">
                    <a:moveTo>
                      <a:pt x="383" y="309"/>
                    </a:moveTo>
                    <a:lnTo>
                      <a:pt x="383" y="309"/>
                    </a:lnTo>
                    <a:cubicBezTo>
                      <a:pt x="339" y="309"/>
                      <a:pt x="310" y="323"/>
                      <a:pt x="295" y="353"/>
                    </a:cubicBezTo>
                    <a:cubicBezTo>
                      <a:pt x="192" y="294"/>
                      <a:pt x="192" y="294"/>
                      <a:pt x="192" y="294"/>
                    </a:cubicBezTo>
                    <a:cubicBezTo>
                      <a:pt x="192" y="280"/>
                      <a:pt x="206" y="264"/>
                      <a:pt x="206" y="250"/>
                    </a:cubicBezTo>
                    <a:cubicBezTo>
                      <a:pt x="206" y="235"/>
                      <a:pt x="206" y="235"/>
                      <a:pt x="192" y="221"/>
                    </a:cubicBezTo>
                    <a:cubicBezTo>
                      <a:pt x="310" y="162"/>
                      <a:pt x="310" y="162"/>
                      <a:pt x="310" y="162"/>
                    </a:cubicBezTo>
                    <a:cubicBezTo>
                      <a:pt x="324" y="176"/>
                      <a:pt x="353" y="191"/>
                      <a:pt x="383" y="191"/>
                    </a:cubicBezTo>
                    <a:cubicBezTo>
                      <a:pt x="427" y="191"/>
                      <a:pt x="471" y="147"/>
                      <a:pt x="471" y="88"/>
                    </a:cubicBezTo>
                    <a:cubicBezTo>
                      <a:pt x="471" y="44"/>
                      <a:pt x="427" y="0"/>
                      <a:pt x="383" y="0"/>
                    </a:cubicBezTo>
                    <a:cubicBezTo>
                      <a:pt x="324" y="0"/>
                      <a:pt x="280" y="44"/>
                      <a:pt x="280" y="88"/>
                    </a:cubicBezTo>
                    <a:cubicBezTo>
                      <a:pt x="280" y="103"/>
                      <a:pt x="280" y="117"/>
                      <a:pt x="280" y="117"/>
                    </a:cubicBezTo>
                    <a:cubicBezTo>
                      <a:pt x="177" y="176"/>
                      <a:pt x="177" y="176"/>
                      <a:pt x="177" y="176"/>
                    </a:cubicBezTo>
                    <a:cubicBezTo>
                      <a:pt x="162" y="162"/>
                      <a:pt x="133" y="147"/>
                      <a:pt x="103" y="147"/>
                    </a:cubicBezTo>
                    <a:cubicBezTo>
                      <a:pt x="44" y="147"/>
                      <a:pt x="0" y="191"/>
                      <a:pt x="0" y="250"/>
                    </a:cubicBezTo>
                    <a:cubicBezTo>
                      <a:pt x="0" y="309"/>
                      <a:pt x="44" y="353"/>
                      <a:pt x="103" y="353"/>
                    </a:cubicBezTo>
                    <a:cubicBezTo>
                      <a:pt x="133" y="353"/>
                      <a:pt x="148" y="338"/>
                      <a:pt x="162" y="323"/>
                    </a:cubicBezTo>
                    <a:cubicBezTo>
                      <a:pt x="280" y="397"/>
                      <a:pt x="280" y="397"/>
                      <a:pt x="280" y="397"/>
                    </a:cubicBezTo>
                    <a:cubicBezTo>
                      <a:pt x="280" y="397"/>
                      <a:pt x="280" y="397"/>
                      <a:pt x="280" y="412"/>
                    </a:cubicBezTo>
                    <a:cubicBezTo>
                      <a:pt x="280" y="456"/>
                      <a:pt x="324" y="500"/>
                      <a:pt x="383" y="500"/>
                    </a:cubicBezTo>
                    <a:cubicBezTo>
                      <a:pt x="427" y="500"/>
                      <a:pt x="471" y="456"/>
                      <a:pt x="471" y="412"/>
                    </a:cubicBezTo>
                    <a:cubicBezTo>
                      <a:pt x="471" y="353"/>
                      <a:pt x="427" y="309"/>
                      <a:pt x="383" y="309"/>
                    </a:cubicBezTo>
                    <a:close/>
                    <a:moveTo>
                      <a:pt x="383" y="29"/>
                    </a:moveTo>
                    <a:lnTo>
                      <a:pt x="383" y="29"/>
                    </a:lnTo>
                    <a:cubicBezTo>
                      <a:pt x="412" y="29"/>
                      <a:pt x="442" y="59"/>
                      <a:pt x="442" y="88"/>
                    </a:cubicBezTo>
                    <a:cubicBezTo>
                      <a:pt x="442" y="132"/>
                      <a:pt x="412" y="147"/>
                      <a:pt x="383" y="147"/>
                    </a:cubicBezTo>
                    <a:cubicBezTo>
                      <a:pt x="339" y="147"/>
                      <a:pt x="324" y="132"/>
                      <a:pt x="324" y="88"/>
                    </a:cubicBezTo>
                    <a:cubicBezTo>
                      <a:pt x="324" y="59"/>
                      <a:pt x="339" y="29"/>
                      <a:pt x="383" y="29"/>
                    </a:cubicBezTo>
                    <a:close/>
                    <a:moveTo>
                      <a:pt x="103" y="309"/>
                    </a:moveTo>
                    <a:lnTo>
                      <a:pt x="103" y="309"/>
                    </a:lnTo>
                    <a:cubicBezTo>
                      <a:pt x="74" y="309"/>
                      <a:pt x="44" y="280"/>
                      <a:pt x="44" y="250"/>
                    </a:cubicBezTo>
                    <a:cubicBezTo>
                      <a:pt x="44" y="221"/>
                      <a:pt x="74" y="191"/>
                      <a:pt x="103" y="191"/>
                    </a:cubicBezTo>
                    <a:cubicBezTo>
                      <a:pt x="133" y="191"/>
                      <a:pt x="162" y="221"/>
                      <a:pt x="162" y="250"/>
                    </a:cubicBezTo>
                    <a:cubicBezTo>
                      <a:pt x="162" y="280"/>
                      <a:pt x="133" y="309"/>
                      <a:pt x="103" y="309"/>
                    </a:cubicBezTo>
                    <a:close/>
                    <a:moveTo>
                      <a:pt x="383" y="471"/>
                    </a:moveTo>
                    <a:lnTo>
                      <a:pt x="383" y="471"/>
                    </a:lnTo>
                    <a:cubicBezTo>
                      <a:pt x="339" y="471"/>
                      <a:pt x="324" y="441"/>
                      <a:pt x="324" y="412"/>
                    </a:cubicBezTo>
                    <a:cubicBezTo>
                      <a:pt x="324" y="368"/>
                      <a:pt x="339" y="353"/>
                      <a:pt x="383" y="353"/>
                    </a:cubicBezTo>
                    <a:cubicBezTo>
                      <a:pt x="412" y="353"/>
                      <a:pt x="442" y="368"/>
                      <a:pt x="442" y="412"/>
                    </a:cubicBezTo>
                    <a:cubicBezTo>
                      <a:pt x="442" y="441"/>
                      <a:pt x="412" y="471"/>
                      <a:pt x="383" y="4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2"/>
              <p:cNvSpPr/>
              <p:nvPr/>
            </p:nvSpPr>
            <p:spPr>
              <a:xfrm>
                <a:off x="1817447" y="4563538"/>
                <a:ext cx="212742" cy="186275"/>
              </a:xfrm>
              <a:custGeom>
                <a:rect b="b" l="l" r="r" t="t"/>
                <a:pathLst>
                  <a:path extrusionOk="0" h="516" w="589">
                    <a:moveTo>
                      <a:pt x="426" y="15"/>
                    </a:moveTo>
                    <a:lnTo>
                      <a:pt x="426" y="15"/>
                    </a:lnTo>
                    <a:cubicBezTo>
                      <a:pt x="426" y="0"/>
                      <a:pt x="412" y="15"/>
                      <a:pt x="397" y="15"/>
                    </a:cubicBezTo>
                    <a:cubicBezTo>
                      <a:pt x="162" y="486"/>
                      <a:pt x="162" y="486"/>
                      <a:pt x="162" y="486"/>
                    </a:cubicBezTo>
                    <a:cubicBezTo>
                      <a:pt x="147" y="500"/>
                      <a:pt x="162" y="515"/>
                      <a:pt x="162" y="515"/>
                    </a:cubicBezTo>
                    <a:cubicBezTo>
                      <a:pt x="176" y="515"/>
                      <a:pt x="191" y="515"/>
                      <a:pt x="191" y="515"/>
                    </a:cubicBezTo>
                    <a:cubicBezTo>
                      <a:pt x="441" y="44"/>
                      <a:pt x="441" y="44"/>
                      <a:pt x="441" y="44"/>
                    </a:cubicBezTo>
                    <a:cubicBezTo>
                      <a:pt x="441" y="29"/>
                      <a:pt x="441" y="15"/>
                      <a:pt x="426" y="15"/>
                    </a:cubicBezTo>
                    <a:close/>
                    <a:moveTo>
                      <a:pt x="147" y="353"/>
                    </a:moveTo>
                    <a:lnTo>
                      <a:pt x="147" y="353"/>
                    </a:lnTo>
                    <a:cubicBezTo>
                      <a:pt x="44" y="265"/>
                      <a:pt x="44" y="265"/>
                      <a:pt x="44" y="265"/>
                    </a:cubicBezTo>
                    <a:cubicBezTo>
                      <a:pt x="147" y="191"/>
                      <a:pt x="147" y="191"/>
                      <a:pt x="147" y="191"/>
                    </a:cubicBezTo>
                    <a:cubicBezTo>
                      <a:pt x="162" y="177"/>
                      <a:pt x="162" y="162"/>
                      <a:pt x="147" y="162"/>
                    </a:cubicBezTo>
                    <a:cubicBezTo>
                      <a:pt x="147" y="147"/>
                      <a:pt x="132" y="147"/>
                      <a:pt x="117" y="162"/>
                    </a:cubicBezTo>
                    <a:cubicBezTo>
                      <a:pt x="0" y="250"/>
                      <a:pt x="0" y="250"/>
                      <a:pt x="0" y="250"/>
                    </a:cubicBezTo>
                    <a:cubicBezTo>
                      <a:pt x="0" y="265"/>
                      <a:pt x="0" y="265"/>
                      <a:pt x="0" y="265"/>
                    </a:cubicBezTo>
                    <a:cubicBezTo>
                      <a:pt x="0" y="279"/>
                      <a:pt x="0" y="279"/>
                      <a:pt x="0" y="279"/>
                    </a:cubicBezTo>
                    <a:cubicBezTo>
                      <a:pt x="117" y="383"/>
                      <a:pt x="117" y="383"/>
                      <a:pt x="117" y="383"/>
                    </a:cubicBezTo>
                    <a:cubicBezTo>
                      <a:pt x="132" y="383"/>
                      <a:pt x="147" y="383"/>
                      <a:pt x="147" y="383"/>
                    </a:cubicBezTo>
                    <a:cubicBezTo>
                      <a:pt x="162" y="368"/>
                      <a:pt x="162" y="353"/>
                      <a:pt x="147" y="353"/>
                    </a:cubicBezTo>
                    <a:close/>
                    <a:moveTo>
                      <a:pt x="588" y="250"/>
                    </a:moveTo>
                    <a:lnTo>
                      <a:pt x="588" y="250"/>
                    </a:lnTo>
                    <a:cubicBezTo>
                      <a:pt x="471" y="162"/>
                      <a:pt x="471" y="162"/>
                      <a:pt x="471" y="162"/>
                    </a:cubicBezTo>
                    <a:cubicBezTo>
                      <a:pt x="456" y="147"/>
                      <a:pt x="441" y="147"/>
                      <a:pt x="441" y="162"/>
                    </a:cubicBezTo>
                    <a:cubicBezTo>
                      <a:pt x="426" y="162"/>
                      <a:pt x="426" y="177"/>
                      <a:pt x="441" y="191"/>
                    </a:cubicBezTo>
                    <a:cubicBezTo>
                      <a:pt x="544" y="265"/>
                      <a:pt x="544" y="265"/>
                      <a:pt x="544" y="265"/>
                    </a:cubicBezTo>
                    <a:cubicBezTo>
                      <a:pt x="441" y="353"/>
                      <a:pt x="441" y="353"/>
                      <a:pt x="441" y="353"/>
                    </a:cubicBezTo>
                    <a:cubicBezTo>
                      <a:pt x="426" y="353"/>
                      <a:pt x="426" y="368"/>
                      <a:pt x="441" y="383"/>
                    </a:cubicBezTo>
                    <a:cubicBezTo>
                      <a:pt x="441" y="383"/>
                      <a:pt x="456" y="383"/>
                      <a:pt x="471" y="383"/>
                    </a:cubicBezTo>
                    <a:cubicBezTo>
                      <a:pt x="588" y="279"/>
                      <a:pt x="588" y="279"/>
                      <a:pt x="588" y="279"/>
                    </a:cubicBezTo>
                    <a:cubicBezTo>
                      <a:pt x="588" y="279"/>
                      <a:pt x="588" y="279"/>
                      <a:pt x="588" y="265"/>
                    </a:cubicBezTo>
                    <a:cubicBezTo>
                      <a:pt x="588" y="265"/>
                      <a:pt x="588" y="265"/>
                      <a:pt x="588" y="2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2"/>
              <p:cNvSpPr/>
              <p:nvPr/>
            </p:nvSpPr>
            <p:spPr>
              <a:xfrm>
                <a:off x="1472569" y="4547685"/>
                <a:ext cx="175742" cy="223265"/>
              </a:xfrm>
              <a:custGeom>
                <a:rect b="b" l="l" r="r" t="t"/>
                <a:pathLst>
                  <a:path extrusionOk="0" h="619" w="486">
                    <a:moveTo>
                      <a:pt x="441" y="132"/>
                    </a:moveTo>
                    <a:lnTo>
                      <a:pt x="441" y="132"/>
                    </a:lnTo>
                    <a:cubicBezTo>
                      <a:pt x="323" y="132"/>
                      <a:pt x="323" y="132"/>
                      <a:pt x="323" y="132"/>
                    </a:cubicBezTo>
                    <a:cubicBezTo>
                      <a:pt x="323" y="88"/>
                      <a:pt x="323" y="88"/>
                      <a:pt x="323" y="88"/>
                    </a:cubicBezTo>
                    <a:cubicBezTo>
                      <a:pt x="323" y="73"/>
                      <a:pt x="309" y="59"/>
                      <a:pt x="294" y="59"/>
                    </a:cubicBezTo>
                    <a:cubicBezTo>
                      <a:pt x="118" y="59"/>
                      <a:pt x="118" y="59"/>
                      <a:pt x="118" y="59"/>
                    </a:cubicBezTo>
                    <a:cubicBezTo>
                      <a:pt x="118" y="29"/>
                      <a:pt x="118" y="29"/>
                      <a:pt x="118" y="29"/>
                    </a:cubicBezTo>
                    <a:cubicBezTo>
                      <a:pt x="118" y="14"/>
                      <a:pt x="88" y="0"/>
                      <a:pt x="73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4" y="0"/>
                      <a:pt x="0" y="14"/>
                      <a:pt x="0" y="29"/>
                    </a:cubicBezTo>
                    <a:cubicBezTo>
                      <a:pt x="0" y="589"/>
                      <a:pt x="0" y="589"/>
                      <a:pt x="0" y="589"/>
                    </a:cubicBezTo>
                    <a:cubicBezTo>
                      <a:pt x="0" y="603"/>
                      <a:pt x="14" y="618"/>
                      <a:pt x="29" y="618"/>
                    </a:cubicBezTo>
                    <a:cubicBezTo>
                      <a:pt x="73" y="618"/>
                      <a:pt x="73" y="618"/>
                      <a:pt x="73" y="618"/>
                    </a:cubicBezTo>
                    <a:cubicBezTo>
                      <a:pt x="88" y="618"/>
                      <a:pt x="118" y="603"/>
                      <a:pt x="118" y="589"/>
                    </a:cubicBezTo>
                    <a:cubicBezTo>
                      <a:pt x="118" y="412"/>
                      <a:pt x="118" y="412"/>
                      <a:pt x="118" y="412"/>
                    </a:cubicBezTo>
                    <a:cubicBezTo>
                      <a:pt x="294" y="412"/>
                      <a:pt x="294" y="412"/>
                      <a:pt x="294" y="412"/>
                    </a:cubicBezTo>
                    <a:cubicBezTo>
                      <a:pt x="294" y="427"/>
                      <a:pt x="294" y="427"/>
                      <a:pt x="294" y="427"/>
                    </a:cubicBezTo>
                    <a:cubicBezTo>
                      <a:pt x="294" y="441"/>
                      <a:pt x="309" y="471"/>
                      <a:pt x="323" y="471"/>
                    </a:cubicBezTo>
                    <a:cubicBezTo>
                      <a:pt x="441" y="471"/>
                      <a:pt x="441" y="471"/>
                      <a:pt x="441" y="471"/>
                    </a:cubicBezTo>
                    <a:cubicBezTo>
                      <a:pt x="471" y="471"/>
                      <a:pt x="485" y="441"/>
                      <a:pt x="485" y="427"/>
                    </a:cubicBezTo>
                    <a:cubicBezTo>
                      <a:pt x="485" y="176"/>
                      <a:pt x="485" y="176"/>
                      <a:pt x="485" y="176"/>
                    </a:cubicBezTo>
                    <a:cubicBezTo>
                      <a:pt x="485" y="147"/>
                      <a:pt x="471" y="132"/>
                      <a:pt x="441" y="132"/>
                    </a:cubicBezTo>
                    <a:close/>
                    <a:moveTo>
                      <a:pt x="73" y="559"/>
                    </a:moveTo>
                    <a:lnTo>
                      <a:pt x="73" y="559"/>
                    </a:lnTo>
                    <a:cubicBezTo>
                      <a:pt x="73" y="574"/>
                      <a:pt x="59" y="589"/>
                      <a:pt x="59" y="589"/>
                    </a:cubicBezTo>
                    <a:cubicBezTo>
                      <a:pt x="44" y="589"/>
                      <a:pt x="29" y="574"/>
                      <a:pt x="29" y="5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44"/>
                      <a:pt x="44" y="29"/>
                      <a:pt x="59" y="29"/>
                    </a:cubicBezTo>
                    <a:cubicBezTo>
                      <a:pt x="59" y="29"/>
                      <a:pt x="73" y="44"/>
                      <a:pt x="73" y="59"/>
                    </a:cubicBezTo>
                    <a:lnTo>
                      <a:pt x="73" y="559"/>
                    </a:lnTo>
                    <a:close/>
                    <a:moveTo>
                      <a:pt x="294" y="353"/>
                    </a:moveTo>
                    <a:lnTo>
                      <a:pt x="294" y="353"/>
                    </a:lnTo>
                    <a:cubicBezTo>
                      <a:pt x="294" y="353"/>
                      <a:pt x="280" y="368"/>
                      <a:pt x="265" y="368"/>
                    </a:cubicBezTo>
                    <a:cubicBezTo>
                      <a:pt x="118" y="368"/>
                      <a:pt x="118" y="368"/>
                      <a:pt x="118" y="368"/>
                    </a:cubicBezTo>
                    <a:cubicBezTo>
                      <a:pt x="118" y="88"/>
                      <a:pt x="118" y="88"/>
                      <a:pt x="118" y="88"/>
                    </a:cubicBezTo>
                    <a:cubicBezTo>
                      <a:pt x="265" y="88"/>
                      <a:pt x="265" y="88"/>
                      <a:pt x="265" y="88"/>
                    </a:cubicBezTo>
                    <a:cubicBezTo>
                      <a:pt x="280" y="88"/>
                      <a:pt x="294" y="103"/>
                      <a:pt x="294" y="118"/>
                    </a:cubicBezTo>
                    <a:lnTo>
                      <a:pt x="294" y="353"/>
                    </a:lnTo>
                    <a:close/>
                    <a:moveTo>
                      <a:pt x="441" y="412"/>
                    </a:moveTo>
                    <a:lnTo>
                      <a:pt x="441" y="412"/>
                    </a:lnTo>
                    <a:cubicBezTo>
                      <a:pt x="441" y="412"/>
                      <a:pt x="441" y="427"/>
                      <a:pt x="427" y="427"/>
                    </a:cubicBezTo>
                    <a:cubicBezTo>
                      <a:pt x="323" y="427"/>
                      <a:pt x="323" y="427"/>
                      <a:pt x="323" y="427"/>
                    </a:cubicBezTo>
                    <a:cubicBezTo>
                      <a:pt x="323" y="176"/>
                      <a:pt x="323" y="176"/>
                      <a:pt x="323" y="176"/>
                    </a:cubicBezTo>
                    <a:cubicBezTo>
                      <a:pt x="427" y="176"/>
                      <a:pt x="427" y="176"/>
                      <a:pt x="427" y="176"/>
                    </a:cubicBezTo>
                    <a:cubicBezTo>
                      <a:pt x="441" y="176"/>
                      <a:pt x="441" y="176"/>
                      <a:pt x="441" y="191"/>
                    </a:cubicBezTo>
                    <a:lnTo>
                      <a:pt x="441" y="4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2"/>
              <p:cNvSpPr/>
              <p:nvPr/>
            </p:nvSpPr>
            <p:spPr>
              <a:xfrm>
                <a:off x="1081442" y="4543721"/>
                <a:ext cx="223312" cy="221945"/>
              </a:xfrm>
              <a:custGeom>
                <a:rect b="b" l="l" r="r" t="t"/>
                <a:pathLst>
                  <a:path extrusionOk="0" h="619" w="620">
                    <a:moveTo>
                      <a:pt x="148" y="559"/>
                    </a:moveTo>
                    <a:lnTo>
                      <a:pt x="148" y="559"/>
                    </a:lnTo>
                    <a:cubicBezTo>
                      <a:pt x="118" y="589"/>
                      <a:pt x="103" y="589"/>
                      <a:pt x="89" y="559"/>
                    </a:cubicBezTo>
                    <a:cubicBezTo>
                      <a:pt x="59" y="545"/>
                      <a:pt x="59" y="545"/>
                      <a:pt x="59" y="545"/>
                    </a:cubicBezTo>
                    <a:cubicBezTo>
                      <a:pt x="44" y="530"/>
                      <a:pt x="44" y="500"/>
                      <a:pt x="59" y="486"/>
                    </a:cubicBezTo>
                    <a:cubicBezTo>
                      <a:pt x="251" y="295"/>
                      <a:pt x="251" y="295"/>
                      <a:pt x="251" y="295"/>
                    </a:cubicBezTo>
                    <a:cubicBezTo>
                      <a:pt x="221" y="280"/>
                      <a:pt x="192" y="295"/>
                      <a:pt x="162" y="309"/>
                    </a:cubicBezTo>
                    <a:cubicBezTo>
                      <a:pt x="30" y="456"/>
                      <a:pt x="30" y="456"/>
                      <a:pt x="30" y="456"/>
                    </a:cubicBezTo>
                    <a:cubicBezTo>
                      <a:pt x="0" y="486"/>
                      <a:pt x="0" y="530"/>
                      <a:pt x="30" y="559"/>
                    </a:cubicBezTo>
                    <a:cubicBezTo>
                      <a:pt x="59" y="589"/>
                      <a:pt x="59" y="589"/>
                      <a:pt x="59" y="589"/>
                    </a:cubicBezTo>
                    <a:cubicBezTo>
                      <a:pt x="89" y="618"/>
                      <a:pt x="133" y="618"/>
                      <a:pt x="162" y="589"/>
                    </a:cubicBezTo>
                    <a:cubicBezTo>
                      <a:pt x="310" y="456"/>
                      <a:pt x="310" y="456"/>
                      <a:pt x="310" y="456"/>
                    </a:cubicBezTo>
                    <a:cubicBezTo>
                      <a:pt x="324" y="427"/>
                      <a:pt x="339" y="397"/>
                      <a:pt x="324" y="383"/>
                    </a:cubicBezTo>
                    <a:lnTo>
                      <a:pt x="148" y="559"/>
                    </a:lnTo>
                    <a:close/>
                    <a:moveTo>
                      <a:pt x="589" y="59"/>
                    </a:moveTo>
                    <a:lnTo>
                      <a:pt x="589" y="59"/>
                    </a:lnTo>
                    <a:cubicBezTo>
                      <a:pt x="560" y="29"/>
                      <a:pt x="560" y="29"/>
                      <a:pt x="560" y="29"/>
                    </a:cubicBezTo>
                    <a:cubicBezTo>
                      <a:pt x="530" y="0"/>
                      <a:pt x="486" y="0"/>
                      <a:pt x="457" y="29"/>
                    </a:cubicBezTo>
                    <a:cubicBezTo>
                      <a:pt x="310" y="177"/>
                      <a:pt x="310" y="177"/>
                      <a:pt x="310" y="177"/>
                    </a:cubicBezTo>
                    <a:cubicBezTo>
                      <a:pt x="295" y="191"/>
                      <a:pt x="280" y="221"/>
                      <a:pt x="295" y="250"/>
                    </a:cubicBezTo>
                    <a:cubicBezTo>
                      <a:pt x="471" y="59"/>
                      <a:pt x="471" y="59"/>
                      <a:pt x="471" y="59"/>
                    </a:cubicBezTo>
                    <a:cubicBezTo>
                      <a:pt x="486" y="44"/>
                      <a:pt x="516" y="44"/>
                      <a:pt x="530" y="59"/>
                    </a:cubicBezTo>
                    <a:cubicBezTo>
                      <a:pt x="560" y="88"/>
                      <a:pt x="560" y="88"/>
                      <a:pt x="560" y="88"/>
                    </a:cubicBezTo>
                    <a:cubicBezTo>
                      <a:pt x="574" y="103"/>
                      <a:pt x="574" y="133"/>
                      <a:pt x="560" y="147"/>
                    </a:cubicBezTo>
                    <a:cubicBezTo>
                      <a:pt x="369" y="338"/>
                      <a:pt x="369" y="338"/>
                      <a:pt x="369" y="338"/>
                    </a:cubicBezTo>
                    <a:cubicBezTo>
                      <a:pt x="398" y="338"/>
                      <a:pt x="427" y="338"/>
                      <a:pt x="457" y="309"/>
                    </a:cubicBezTo>
                    <a:cubicBezTo>
                      <a:pt x="589" y="177"/>
                      <a:pt x="589" y="177"/>
                      <a:pt x="589" y="177"/>
                    </a:cubicBezTo>
                    <a:cubicBezTo>
                      <a:pt x="619" y="147"/>
                      <a:pt x="619" y="88"/>
                      <a:pt x="589" y="59"/>
                    </a:cubicBezTo>
                    <a:close/>
                    <a:moveTo>
                      <a:pt x="369" y="250"/>
                    </a:moveTo>
                    <a:lnTo>
                      <a:pt x="369" y="250"/>
                    </a:lnTo>
                    <a:cubicBezTo>
                      <a:pt x="369" y="250"/>
                      <a:pt x="353" y="250"/>
                      <a:pt x="339" y="250"/>
                    </a:cubicBezTo>
                    <a:cubicBezTo>
                      <a:pt x="251" y="354"/>
                      <a:pt x="251" y="354"/>
                      <a:pt x="251" y="354"/>
                    </a:cubicBezTo>
                    <a:cubicBezTo>
                      <a:pt x="236" y="354"/>
                      <a:pt x="236" y="368"/>
                      <a:pt x="251" y="383"/>
                    </a:cubicBezTo>
                    <a:cubicBezTo>
                      <a:pt x="251" y="383"/>
                      <a:pt x="265" y="383"/>
                      <a:pt x="280" y="383"/>
                    </a:cubicBezTo>
                    <a:cubicBezTo>
                      <a:pt x="369" y="280"/>
                      <a:pt x="369" y="280"/>
                      <a:pt x="369" y="280"/>
                    </a:cubicBezTo>
                    <a:cubicBezTo>
                      <a:pt x="383" y="265"/>
                      <a:pt x="383" y="265"/>
                      <a:pt x="369" y="2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9" name="Google Shape;1739;p2"/>
              <p:cNvSpPr/>
              <p:nvPr/>
            </p:nvSpPr>
            <p:spPr>
              <a:xfrm>
                <a:off x="715421" y="4570143"/>
                <a:ext cx="212742" cy="180991"/>
              </a:xfrm>
              <a:custGeom>
                <a:rect b="b" l="l" r="r" t="t"/>
                <a:pathLst>
                  <a:path extrusionOk="0" h="501" w="589">
                    <a:moveTo>
                      <a:pt x="382" y="353"/>
                    </a:moveTo>
                    <a:lnTo>
                      <a:pt x="382" y="353"/>
                    </a:lnTo>
                    <a:cubicBezTo>
                      <a:pt x="309" y="426"/>
                      <a:pt x="309" y="426"/>
                      <a:pt x="309" y="426"/>
                    </a:cubicBezTo>
                    <a:cubicBezTo>
                      <a:pt x="309" y="147"/>
                      <a:pt x="309" y="147"/>
                      <a:pt x="309" y="147"/>
                    </a:cubicBezTo>
                    <a:cubicBezTo>
                      <a:pt x="309" y="147"/>
                      <a:pt x="309" y="132"/>
                      <a:pt x="294" y="132"/>
                    </a:cubicBezTo>
                    <a:cubicBezTo>
                      <a:pt x="279" y="132"/>
                      <a:pt x="279" y="147"/>
                      <a:pt x="279" y="147"/>
                    </a:cubicBezTo>
                    <a:cubicBezTo>
                      <a:pt x="279" y="426"/>
                      <a:pt x="279" y="426"/>
                      <a:pt x="279" y="426"/>
                    </a:cubicBezTo>
                    <a:cubicBezTo>
                      <a:pt x="206" y="353"/>
                      <a:pt x="206" y="353"/>
                      <a:pt x="206" y="353"/>
                    </a:cubicBezTo>
                    <a:cubicBezTo>
                      <a:pt x="206" y="353"/>
                      <a:pt x="191" y="353"/>
                      <a:pt x="176" y="353"/>
                    </a:cubicBezTo>
                    <a:cubicBezTo>
                      <a:pt x="176" y="368"/>
                      <a:pt x="176" y="368"/>
                      <a:pt x="176" y="382"/>
                    </a:cubicBezTo>
                    <a:cubicBezTo>
                      <a:pt x="279" y="500"/>
                      <a:pt x="279" y="500"/>
                      <a:pt x="279" y="500"/>
                    </a:cubicBezTo>
                    <a:lnTo>
                      <a:pt x="294" y="500"/>
                    </a:lnTo>
                    <a:lnTo>
                      <a:pt x="309" y="500"/>
                    </a:lnTo>
                    <a:cubicBezTo>
                      <a:pt x="412" y="382"/>
                      <a:pt x="412" y="382"/>
                      <a:pt x="412" y="382"/>
                    </a:cubicBezTo>
                    <a:cubicBezTo>
                      <a:pt x="412" y="368"/>
                      <a:pt x="412" y="368"/>
                      <a:pt x="412" y="353"/>
                    </a:cubicBezTo>
                    <a:cubicBezTo>
                      <a:pt x="397" y="353"/>
                      <a:pt x="382" y="353"/>
                      <a:pt x="382" y="353"/>
                    </a:cubicBezTo>
                    <a:close/>
                    <a:moveTo>
                      <a:pt x="574" y="0"/>
                    </a:moveTo>
                    <a:lnTo>
                      <a:pt x="574" y="0"/>
                    </a:ln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0" y="0"/>
                      <a:pt x="0" y="14"/>
                    </a:cubicBezTo>
                    <a:cubicBezTo>
                      <a:pt x="0" y="176"/>
                      <a:pt x="0" y="176"/>
                      <a:pt x="0" y="176"/>
                    </a:cubicBezTo>
                    <a:lnTo>
                      <a:pt x="14" y="191"/>
                    </a:lnTo>
                    <a:cubicBezTo>
                      <a:pt x="29" y="191"/>
                      <a:pt x="44" y="176"/>
                      <a:pt x="44" y="176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544" y="29"/>
                      <a:pt x="544" y="29"/>
                      <a:pt x="544" y="29"/>
                    </a:cubicBezTo>
                    <a:cubicBezTo>
                      <a:pt x="544" y="176"/>
                      <a:pt x="544" y="176"/>
                      <a:pt x="544" y="176"/>
                    </a:cubicBezTo>
                    <a:cubicBezTo>
                      <a:pt x="544" y="176"/>
                      <a:pt x="559" y="191"/>
                      <a:pt x="574" y="191"/>
                    </a:cubicBezTo>
                    <a:lnTo>
                      <a:pt x="588" y="176"/>
                    </a:lnTo>
                    <a:cubicBezTo>
                      <a:pt x="588" y="14"/>
                      <a:pt x="588" y="14"/>
                      <a:pt x="588" y="14"/>
                    </a:cubicBezTo>
                    <a:cubicBezTo>
                      <a:pt x="588" y="0"/>
                      <a:pt x="574" y="0"/>
                      <a:pt x="5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2"/>
              <p:cNvSpPr/>
              <p:nvPr/>
            </p:nvSpPr>
            <p:spPr>
              <a:xfrm>
                <a:off x="4022820" y="4198915"/>
                <a:ext cx="212741" cy="184954"/>
              </a:xfrm>
              <a:custGeom>
                <a:rect b="b" l="l" r="r" t="t"/>
                <a:pathLst>
                  <a:path extrusionOk="0" h="516" w="589">
                    <a:moveTo>
                      <a:pt x="574" y="324"/>
                    </a:moveTo>
                    <a:lnTo>
                      <a:pt x="574" y="324"/>
                    </a:lnTo>
                    <a:cubicBezTo>
                      <a:pt x="559" y="324"/>
                      <a:pt x="544" y="324"/>
                      <a:pt x="544" y="339"/>
                    </a:cubicBezTo>
                    <a:cubicBezTo>
                      <a:pt x="544" y="471"/>
                      <a:pt x="544" y="471"/>
                      <a:pt x="544" y="471"/>
                    </a:cubicBezTo>
                    <a:cubicBezTo>
                      <a:pt x="44" y="471"/>
                      <a:pt x="44" y="471"/>
                      <a:pt x="44" y="471"/>
                    </a:cubicBezTo>
                    <a:cubicBezTo>
                      <a:pt x="44" y="339"/>
                      <a:pt x="44" y="339"/>
                      <a:pt x="44" y="339"/>
                    </a:cubicBezTo>
                    <a:cubicBezTo>
                      <a:pt x="44" y="324"/>
                      <a:pt x="29" y="324"/>
                      <a:pt x="14" y="324"/>
                    </a:cubicBezTo>
                    <a:cubicBezTo>
                      <a:pt x="14" y="324"/>
                      <a:pt x="0" y="324"/>
                      <a:pt x="0" y="339"/>
                    </a:cubicBezTo>
                    <a:cubicBezTo>
                      <a:pt x="0" y="501"/>
                      <a:pt x="0" y="501"/>
                      <a:pt x="0" y="501"/>
                    </a:cubicBezTo>
                    <a:lnTo>
                      <a:pt x="14" y="515"/>
                    </a:lnTo>
                    <a:cubicBezTo>
                      <a:pt x="574" y="515"/>
                      <a:pt x="574" y="515"/>
                      <a:pt x="574" y="515"/>
                    </a:cubicBezTo>
                    <a:lnTo>
                      <a:pt x="588" y="501"/>
                    </a:lnTo>
                    <a:cubicBezTo>
                      <a:pt x="588" y="339"/>
                      <a:pt x="588" y="339"/>
                      <a:pt x="588" y="339"/>
                    </a:cubicBezTo>
                    <a:cubicBezTo>
                      <a:pt x="588" y="324"/>
                      <a:pt x="574" y="324"/>
                      <a:pt x="574" y="324"/>
                    </a:cubicBezTo>
                    <a:close/>
                    <a:moveTo>
                      <a:pt x="206" y="162"/>
                    </a:moveTo>
                    <a:lnTo>
                      <a:pt x="206" y="162"/>
                    </a:lnTo>
                    <a:cubicBezTo>
                      <a:pt x="279" y="74"/>
                      <a:pt x="279" y="74"/>
                      <a:pt x="279" y="74"/>
                    </a:cubicBezTo>
                    <a:cubicBezTo>
                      <a:pt x="279" y="353"/>
                      <a:pt x="279" y="353"/>
                      <a:pt x="279" y="353"/>
                    </a:cubicBezTo>
                    <a:cubicBezTo>
                      <a:pt x="279" y="368"/>
                      <a:pt x="279" y="383"/>
                      <a:pt x="294" y="383"/>
                    </a:cubicBezTo>
                    <a:cubicBezTo>
                      <a:pt x="309" y="383"/>
                      <a:pt x="309" y="368"/>
                      <a:pt x="309" y="353"/>
                    </a:cubicBezTo>
                    <a:cubicBezTo>
                      <a:pt x="309" y="74"/>
                      <a:pt x="309" y="74"/>
                      <a:pt x="309" y="74"/>
                    </a:cubicBezTo>
                    <a:cubicBezTo>
                      <a:pt x="383" y="162"/>
                      <a:pt x="383" y="162"/>
                      <a:pt x="383" y="162"/>
                    </a:cubicBezTo>
                    <a:cubicBezTo>
                      <a:pt x="383" y="162"/>
                      <a:pt x="397" y="162"/>
                      <a:pt x="412" y="162"/>
                    </a:cubicBezTo>
                    <a:cubicBezTo>
                      <a:pt x="412" y="147"/>
                      <a:pt x="412" y="133"/>
                      <a:pt x="412" y="133"/>
                    </a:cubicBezTo>
                    <a:cubicBezTo>
                      <a:pt x="309" y="15"/>
                      <a:pt x="309" y="15"/>
                      <a:pt x="309" y="15"/>
                    </a:cubicBezTo>
                    <a:cubicBezTo>
                      <a:pt x="309" y="0"/>
                      <a:pt x="294" y="0"/>
                      <a:pt x="294" y="0"/>
                    </a:cubicBezTo>
                    <a:cubicBezTo>
                      <a:pt x="294" y="0"/>
                      <a:pt x="279" y="0"/>
                      <a:pt x="279" y="15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6" y="133"/>
                      <a:pt x="176" y="147"/>
                      <a:pt x="176" y="162"/>
                    </a:cubicBezTo>
                    <a:cubicBezTo>
                      <a:pt x="191" y="162"/>
                      <a:pt x="206" y="162"/>
                      <a:pt x="206" y="1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2"/>
              <p:cNvSpPr/>
              <p:nvPr/>
            </p:nvSpPr>
            <p:spPr>
              <a:xfrm>
                <a:off x="3646228" y="4187024"/>
                <a:ext cx="228598" cy="212697"/>
              </a:xfrm>
              <a:custGeom>
                <a:rect b="b" l="l" r="r" t="t"/>
                <a:pathLst>
                  <a:path extrusionOk="0" h="590" w="634">
                    <a:moveTo>
                      <a:pt x="560" y="0"/>
                    </a:moveTo>
                    <a:lnTo>
                      <a:pt x="56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5" y="0"/>
                      <a:pt x="0" y="29"/>
                      <a:pt x="0" y="73"/>
                    </a:cubicBezTo>
                    <a:cubicBezTo>
                      <a:pt x="0" y="500"/>
                      <a:pt x="0" y="500"/>
                      <a:pt x="0" y="500"/>
                    </a:cubicBezTo>
                    <a:cubicBezTo>
                      <a:pt x="0" y="544"/>
                      <a:pt x="45" y="589"/>
                      <a:pt x="89" y="589"/>
                    </a:cubicBezTo>
                    <a:cubicBezTo>
                      <a:pt x="560" y="589"/>
                      <a:pt x="560" y="589"/>
                      <a:pt x="560" y="589"/>
                    </a:cubicBezTo>
                    <a:cubicBezTo>
                      <a:pt x="604" y="589"/>
                      <a:pt x="633" y="544"/>
                      <a:pt x="633" y="500"/>
                    </a:cubicBezTo>
                    <a:cubicBezTo>
                      <a:pt x="633" y="73"/>
                      <a:pt x="633" y="73"/>
                      <a:pt x="633" y="73"/>
                    </a:cubicBezTo>
                    <a:cubicBezTo>
                      <a:pt x="633" y="29"/>
                      <a:pt x="604" y="0"/>
                      <a:pt x="560" y="0"/>
                    </a:cubicBezTo>
                    <a:close/>
                    <a:moveTo>
                      <a:pt x="118" y="544"/>
                    </a:moveTo>
                    <a:lnTo>
                      <a:pt x="118" y="544"/>
                    </a:lnTo>
                    <a:cubicBezTo>
                      <a:pt x="89" y="544"/>
                      <a:pt x="89" y="544"/>
                      <a:pt x="89" y="544"/>
                    </a:cubicBezTo>
                    <a:cubicBezTo>
                      <a:pt x="59" y="544"/>
                      <a:pt x="45" y="530"/>
                      <a:pt x="45" y="500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5" y="59"/>
                      <a:pt x="59" y="29"/>
                      <a:pt x="89" y="29"/>
                    </a:cubicBezTo>
                    <a:cubicBezTo>
                      <a:pt x="118" y="29"/>
                      <a:pt x="118" y="29"/>
                      <a:pt x="118" y="29"/>
                    </a:cubicBezTo>
                    <a:lnTo>
                      <a:pt x="118" y="544"/>
                    </a:lnTo>
                    <a:close/>
                    <a:moveTo>
                      <a:pt x="589" y="500"/>
                    </a:moveTo>
                    <a:lnTo>
                      <a:pt x="589" y="500"/>
                    </a:lnTo>
                    <a:cubicBezTo>
                      <a:pt x="589" y="530"/>
                      <a:pt x="575" y="544"/>
                      <a:pt x="560" y="544"/>
                    </a:cubicBezTo>
                    <a:cubicBezTo>
                      <a:pt x="162" y="544"/>
                      <a:pt x="162" y="544"/>
                      <a:pt x="162" y="544"/>
                    </a:cubicBezTo>
                    <a:cubicBezTo>
                      <a:pt x="162" y="29"/>
                      <a:pt x="162" y="29"/>
                      <a:pt x="162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75" y="29"/>
                      <a:pt x="589" y="59"/>
                      <a:pt x="589" y="73"/>
                    </a:cubicBezTo>
                    <a:lnTo>
                      <a:pt x="589" y="500"/>
                    </a:lnTo>
                    <a:close/>
                    <a:moveTo>
                      <a:pt x="530" y="264"/>
                    </a:moveTo>
                    <a:lnTo>
                      <a:pt x="530" y="264"/>
                    </a:lnTo>
                    <a:cubicBezTo>
                      <a:pt x="295" y="264"/>
                      <a:pt x="295" y="264"/>
                      <a:pt x="295" y="264"/>
                    </a:cubicBezTo>
                    <a:cubicBezTo>
                      <a:pt x="369" y="206"/>
                      <a:pt x="369" y="206"/>
                      <a:pt x="369" y="206"/>
                    </a:cubicBezTo>
                    <a:cubicBezTo>
                      <a:pt x="383" y="191"/>
                      <a:pt x="383" y="191"/>
                      <a:pt x="369" y="176"/>
                    </a:cubicBezTo>
                    <a:cubicBezTo>
                      <a:pt x="369" y="176"/>
                      <a:pt x="354" y="176"/>
                      <a:pt x="339" y="176"/>
                    </a:cubicBezTo>
                    <a:cubicBezTo>
                      <a:pt x="221" y="280"/>
                      <a:pt x="221" y="280"/>
                      <a:pt x="221" y="280"/>
                    </a:cubicBezTo>
                    <a:cubicBezTo>
                      <a:pt x="221" y="280"/>
                      <a:pt x="221" y="280"/>
                      <a:pt x="221" y="294"/>
                    </a:cubicBezTo>
                    <a:cubicBezTo>
                      <a:pt x="221" y="294"/>
                      <a:pt x="221" y="294"/>
                      <a:pt x="221" y="309"/>
                    </a:cubicBezTo>
                    <a:cubicBezTo>
                      <a:pt x="339" y="397"/>
                      <a:pt x="339" y="397"/>
                      <a:pt x="339" y="397"/>
                    </a:cubicBezTo>
                    <a:cubicBezTo>
                      <a:pt x="354" y="412"/>
                      <a:pt x="369" y="412"/>
                      <a:pt x="369" y="397"/>
                    </a:cubicBezTo>
                    <a:cubicBezTo>
                      <a:pt x="383" y="397"/>
                      <a:pt x="383" y="382"/>
                      <a:pt x="369" y="368"/>
                    </a:cubicBezTo>
                    <a:cubicBezTo>
                      <a:pt x="295" y="309"/>
                      <a:pt x="295" y="309"/>
                      <a:pt x="295" y="309"/>
                    </a:cubicBezTo>
                    <a:cubicBezTo>
                      <a:pt x="530" y="309"/>
                      <a:pt x="530" y="309"/>
                      <a:pt x="530" y="309"/>
                    </a:cubicBezTo>
                    <a:cubicBezTo>
                      <a:pt x="545" y="309"/>
                      <a:pt x="560" y="294"/>
                      <a:pt x="560" y="294"/>
                    </a:cubicBezTo>
                    <a:cubicBezTo>
                      <a:pt x="560" y="280"/>
                      <a:pt x="545" y="264"/>
                      <a:pt x="530" y="2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2"/>
              <p:cNvSpPr/>
              <p:nvPr/>
            </p:nvSpPr>
            <p:spPr>
              <a:xfrm>
                <a:off x="3280208" y="4187024"/>
                <a:ext cx="228597" cy="212697"/>
              </a:xfrm>
              <a:custGeom>
                <a:rect b="b" l="l" r="r" t="t"/>
                <a:pathLst>
                  <a:path extrusionOk="0" h="590" w="634"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29"/>
                      <a:pt x="0" y="73"/>
                    </a:cubicBezTo>
                    <a:cubicBezTo>
                      <a:pt x="0" y="500"/>
                      <a:pt x="0" y="500"/>
                      <a:pt x="0" y="500"/>
                    </a:cubicBezTo>
                    <a:cubicBezTo>
                      <a:pt x="0" y="544"/>
                      <a:pt x="29" y="589"/>
                      <a:pt x="73" y="589"/>
                    </a:cubicBezTo>
                    <a:cubicBezTo>
                      <a:pt x="544" y="589"/>
                      <a:pt x="544" y="589"/>
                      <a:pt x="544" y="589"/>
                    </a:cubicBezTo>
                    <a:cubicBezTo>
                      <a:pt x="588" y="589"/>
                      <a:pt x="633" y="544"/>
                      <a:pt x="633" y="500"/>
                    </a:cubicBezTo>
                    <a:cubicBezTo>
                      <a:pt x="633" y="73"/>
                      <a:pt x="633" y="73"/>
                      <a:pt x="633" y="73"/>
                    </a:cubicBezTo>
                    <a:cubicBezTo>
                      <a:pt x="633" y="29"/>
                      <a:pt x="588" y="0"/>
                      <a:pt x="544" y="0"/>
                    </a:cubicBezTo>
                    <a:close/>
                    <a:moveTo>
                      <a:pt x="471" y="544"/>
                    </a:moveTo>
                    <a:lnTo>
                      <a:pt x="471" y="544"/>
                    </a:lnTo>
                    <a:cubicBezTo>
                      <a:pt x="73" y="544"/>
                      <a:pt x="73" y="544"/>
                      <a:pt x="73" y="544"/>
                    </a:cubicBezTo>
                    <a:cubicBezTo>
                      <a:pt x="59" y="544"/>
                      <a:pt x="44" y="530"/>
                      <a:pt x="44" y="500"/>
                    </a:cubicBezTo>
                    <a:cubicBezTo>
                      <a:pt x="44" y="73"/>
                      <a:pt x="44" y="73"/>
                      <a:pt x="44" y="73"/>
                    </a:cubicBezTo>
                    <a:cubicBezTo>
                      <a:pt x="44" y="59"/>
                      <a:pt x="59" y="29"/>
                      <a:pt x="73" y="29"/>
                    </a:cubicBezTo>
                    <a:cubicBezTo>
                      <a:pt x="471" y="29"/>
                      <a:pt x="471" y="29"/>
                      <a:pt x="471" y="29"/>
                    </a:cubicBezTo>
                    <a:lnTo>
                      <a:pt x="471" y="544"/>
                    </a:lnTo>
                    <a:close/>
                    <a:moveTo>
                      <a:pt x="588" y="500"/>
                    </a:moveTo>
                    <a:lnTo>
                      <a:pt x="588" y="500"/>
                    </a:lnTo>
                    <a:cubicBezTo>
                      <a:pt x="588" y="530"/>
                      <a:pt x="574" y="544"/>
                      <a:pt x="544" y="544"/>
                    </a:cubicBezTo>
                    <a:cubicBezTo>
                      <a:pt x="515" y="544"/>
                      <a:pt x="515" y="544"/>
                      <a:pt x="515" y="544"/>
                    </a:cubicBezTo>
                    <a:cubicBezTo>
                      <a:pt x="515" y="29"/>
                      <a:pt x="515" y="29"/>
                      <a:pt x="515" y="29"/>
                    </a:cubicBezTo>
                    <a:cubicBezTo>
                      <a:pt x="544" y="29"/>
                      <a:pt x="544" y="29"/>
                      <a:pt x="544" y="29"/>
                    </a:cubicBezTo>
                    <a:cubicBezTo>
                      <a:pt x="574" y="29"/>
                      <a:pt x="588" y="59"/>
                      <a:pt x="588" y="73"/>
                    </a:cubicBezTo>
                    <a:lnTo>
                      <a:pt x="588" y="500"/>
                    </a:lnTo>
                    <a:close/>
                    <a:moveTo>
                      <a:pt x="103" y="309"/>
                    </a:moveTo>
                    <a:lnTo>
                      <a:pt x="103" y="309"/>
                    </a:lnTo>
                    <a:cubicBezTo>
                      <a:pt x="338" y="309"/>
                      <a:pt x="338" y="309"/>
                      <a:pt x="338" y="309"/>
                    </a:cubicBezTo>
                    <a:cubicBezTo>
                      <a:pt x="265" y="368"/>
                      <a:pt x="265" y="368"/>
                      <a:pt x="265" y="368"/>
                    </a:cubicBezTo>
                    <a:cubicBezTo>
                      <a:pt x="250" y="382"/>
                      <a:pt x="250" y="397"/>
                      <a:pt x="265" y="397"/>
                    </a:cubicBezTo>
                    <a:cubicBezTo>
                      <a:pt x="265" y="412"/>
                      <a:pt x="279" y="412"/>
                      <a:pt x="294" y="397"/>
                    </a:cubicBezTo>
                    <a:cubicBezTo>
                      <a:pt x="412" y="309"/>
                      <a:pt x="412" y="309"/>
                      <a:pt x="412" y="309"/>
                    </a:cubicBezTo>
                    <a:cubicBezTo>
                      <a:pt x="412" y="294"/>
                      <a:pt x="412" y="294"/>
                      <a:pt x="412" y="294"/>
                    </a:cubicBezTo>
                    <a:cubicBezTo>
                      <a:pt x="412" y="280"/>
                      <a:pt x="412" y="280"/>
                      <a:pt x="412" y="280"/>
                    </a:cubicBezTo>
                    <a:cubicBezTo>
                      <a:pt x="294" y="176"/>
                      <a:pt x="294" y="176"/>
                      <a:pt x="294" y="176"/>
                    </a:cubicBezTo>
                    <a:cubicBezTo>
                      <a:pt x="279" y="176"/>
                      <a:pt x="265" y="176"/>
                      <a:pt x="265" y="176"/>
                    </a:cubicBezTo>
                    <a:cubicBezTo>
                      <a:pt x="250" y="191"/>
                      <a:pt x="250" y="191"/>
                      <a:pt x="265" y="206"/>
                    </a:cubicBezTo>
                    <a:cubicBezTo>
                      <a:pt x="338" y="264"/>
                      <a:pt x="338" y="264"/>
                      <a:pt x="338" y="264"/>
                    </a:cubicBezTo>
                    <a:cubicBezTo>
                      <a:pt x="103" y="264"/>
                      <a:pt x="103" y="264"/>
                      <a:pt x="103" y="264"/>
                    </a:cubicBezTo>
                    <a:cubicBezTo>
                      <a:pt x="88" y="264"/>
                      <a:pt x="73" y="280"/>
                      <a:pt x="73" y="294"/>
                    </a:cubicBezTo>
                    <a:cubicBezTo>
                      <a:pt x="73" y="294"/>
                      <a:pt x="88" y="309"/>
                      <a:pt x="103" y="30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2"/>
              <p:cNvSpPr/>
              <p:nvPr/>
            </p:nvSpPr>
            <p:spPr>
              <a:xfrm>
                <a:off x="2919473" y="4177777"/>
                <a:ext cx="212742" cy="228550"/>
              </a:xfrm>
              <a:custGeom>
                <a:rect b="b" l="l" r="r" t="t"/>
                <a:pathLst>
                  <a:path extrusionOk="0" h="634" w="589">
                    <a:moveTo>
                      <a:pt x="515" y="0"/>
                    </a:moveTo>
                    <a:lnTo>
                      <a:pt x="51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15" y="633"/>
                      <a:pt x="515" y="633"/>
                      <a:pt x="515" y="633"/>
                    </a:cubicBezTo>
                    <a:cubicBezTo>
                      <a:pt x="559" y="633"/>
                      <a:pt x="588" y="604"/>
                      <a:pt x="588" y="560"/>
                    </a:cubicBezTo>
                    <a:cubicBezTo>
                      <a:pt x="588" y="89"/>
                      <a:pt x="588" y="89"/>
                      <a:pt x="588" y="89"/>
                    </a:cubicBezTo>
                    <a:cubicBezTo>
                      <a:pt x="588" y="44"/>
                      <a:pt x="559" y="0"/>
                      <a:pt x="515" y="0"/>
                    </a:cubicBezTo>
                    <a:close/>
                    <a:moveTo>
                      <a:pt x="544" y="560"/>
                    </a:moveTo>
                    <a:lnTo>
                      <a:pt x="544" y="560"/>
                    </a:lnTo>
                    <a:cubicBezTo>
                      <a:pt x="544" y="574"/>
                      <a:pt x="530" y="589"/>
                      <a:pt x="515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74"/>
                      <a:pt x="44" y="560"/>
                    </a:cubicBezTo>
                    <a:cubicBezTo>
                      <a:pt x="44" y="162"/>
                      <a:pt x="44" y="162"/>
                      <a:pt x="44" y="162"/>
                    </a:cubicBezTo>
                    <a:cubicBezTo>
                      <a:pt x="544" y="162"/>
                      <a:pt x="544" y="162"/>
                      <a:pt x="544" y="162"/>
                    </a:cubicBezTo>
                    <a:lnTo>
                      <a:pt x="544" y="560"/>
                    </a:lnTo>
                    <a:close/>
                    <a:moveTo>
                      <a:pt x="544" y="118"/>
                    </a:moveTo>
                    <a:lnTo>
                      <a:pt x="544" y="118"/>
                    </a:lnTo>
                    <a:cubicBezTo>
                      <a:pt x="44" y="118"/>
                      <a:pt x="44" y="118"/>
                      <a:pt x="44" y="118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4" y="59"/>
                      <a:pt x="58" y="44"/>
                      <a:pt x="73" y="44"/>
                    </a:cubicBezTo>
                    <a:cubicBezTo>
                      <a:pt x="515" y="44"/>
                      <a:pt x="515" y="44"/>
                      <a:pt x="515" y="44"/>
                    </a:cubicBezTo>
                    <a:cubicBezTo>
                      <a:pt x="530" y="44"/>
                      <a:pt x="544" y="59"/>
                      <a:pt x="544" y="89"/>
                    </a:cubicBezTo>
                    <a:lnTo>
                      <a:pt x="544" y="118"/>
                    </a:lnTo>
                    <a:close/>
                    <a:moveTo>
                      <a:pt x="206" y="368"/>
                    </a:moveTo>
                    <a:lnTo>
                      <a:pt x="206" y="368"/>
                    </a:lnTo>
                    <a:cubicBezTo>
                      <a:pt x="279" y="294"/>
                      <a:pt x="279" y="294"/>
                      <a:pt x="279" y="294"/>
                    </a:cubicBezTo>
                    <a:cubicBezTo>
                      <a:pt x="279" y="530"/>
                      <a:pt x="279" y="530"/>
                      <a:pt x="279" y="530"/>
                    </a:cubicBezTo>
                    <a:cubicBezTo>
                      <a:pt x="279" y="545"/>
                      <a:pt x="279" y="560"/>
                      <a:pt x="294" y="560"/>
                    </a:cubicBezTo>
                    <a:cubicBezTo>
                      <a:pt x="309" y="560"/>
                      <a:pt x="309" y="545"/>
                      <a:pt x="309" y="530"/>
                    </a:cubicBezTo>
                    <a:cubicBezTo>
                      <a:pt x="309" y="294"/>
                      <a:pt x="309" y="294"/>
                      <a:pt x="309" y="294"/>
                    </a:cubicBezTo>
                    <a:cubicBezTo>
                      <a:pt x="383" y="368"/>
                      <a:pt x="383" y="368"/>
                      <a:pt x="383" y="368"/>
                    </a:cubicBezTo>
                    <a:cubicBezTo>
                      <a:pt x="383" y="383"/>
                      <a:pt x="397" y="383"/>
                      <a:pt x="412" y="368"/>
                    </a:cubicBezTo>
                    <a:cubicBezTo>
                      <a:pt x="412" y="368"/>
                      <a:pt x="412" y="353"/>
                      <a:pt x="412" y="339"/>
                    </a:cubicBezTo>
                    <a:cubicBezTo>
                      <a:pt x="309" y="221"/>
                      <a:pt x="309" y="221"/>
                      <a:pt x="309" y="221"/>
                    </a:cubicBezTo>
                    <a:lnTo>
                      <a:pt x="294" y="221"/>
                    </a:lnTo>
                    <a:lnTo>
                      <a:pt x="279" y="221"/>
                    </a:lnTo>
                    <a:cubicBezTo>
                      <a:pt x="176" y="339"/>
                      <a:pt x="176" y="339"/>
                      <a:pt x="176" y="339"/>
                    </a:cubicBezTo>
                    <a:cubicBezTo>
                      <a:pt x="176" y="353"/>
                      <a:pt x="176" y="368"/>
                      <a:pt x="176" y="368"/>
                    </a:cubicBezTo>
                    <a:cubicBezTo>
                      <a:pt x="191" y="383"/>
                      <a:pt x="206" y="383"/>
                      <a:pt x="206" y="3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2"/>
              <p:cNvSpPr/>
              <p:nvPr/>
            </p:nvSpPr>
            <p:spPr>
              <a:xfrm>
                <a:off x="2554773" y="4177777"/>
                <a:ext cx="212742" cy="228550"/>
              </a:xfrm>
              <a:custGeom>
                <a:rect b="b" l="l" r="r" t="t"/>
                <a:pathLst>
                  <a:path extrusionOk="0" h="634" w="590">
                    <a:moveTo>
                      <a:pt x="500" y="0"/>
                    </a:moveTo>
                    <a:lnTo>
                      <a:pt x="500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00" y="633"/>
                      <a:pt x="500" y="633"/>
                      <a:pt x="500" y="633"/>
                    </a:cubicBezTo>
                    <a:cubicBezTo>
                      <a:pt x="545" y="633"/>
                      <a:pt x="589" y="604"/>
                      <a:pt x="589" y="560"/>
                    </a:cubicBezTo>
                    <a:cubicBezTo>
                      <a:pt x="589" y="89"/>
                      <a:pt x="589" y="89"/>
                      <a:pt x="589" y="89"/>
                    </a:cubicBezTo>
                    <a:cubicBezTo>
                      <a:pt x="589" y="44"/>
                      <a:pt x="545" y="0"/>
                      <a:pt x="500" y="0"/>
                    </a:cubicBezTo>
                    <a:close/>
                    <a:moveTo>
                      <a:pt x="545" y="560"/>
                    </a:moveTo>
                    <a:lnTo>
                      <a:pt x="545" y="560"/>
                    </a:lnTo>
                    <a:cubicBezTo>
                      <a:pt x="545" y="574"/>
                      <a:pt x="530" y="589"/>
                      <a:pt x="500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4"/>
                      <a:pt x="29" y="560"/>
                    </a:cubicBezTo>
                    <a:cubicBezTo>
                      <a:pt x="29" y="515"/>
                      <a:pt x="29" y="515"/>
                      <a:pt x="29" y="515"/>
                    </a:cubicBezTo>
                    <a:cubicBezTo>
                      <a:pt x="545" y="515"/>
                      <a:pt x="545" y="515"/>
                      <a:pt x="545" y="515"/>
                    </a:cubicBezTo>
                    <a:lnTo>
                      <a:pt x="545" y="560"/>
                    </a:lnTo>
                    <a:close/>
                    <a:moveTo>
                      <a:pt x="545" y="471"/>
                    </a:moveTo>
                    <a:lnTo>
                      <a:pt x="545" y="471"/>
                    </a:lnTo>
                    <a:cubicBezTo>
                      <a:pt x="29" y="471"/>
                      <a:pt x="29" y="471"/>
                      <a:pt x="29" y="471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4"/>
                      <a:pt x="73" y="44"/>
                    </a:cubicBezTo>
                    <a:cubicBezTo>
                      <a:pt x="500" y="44"/>
                      <a:pt x="500" y="44"/>
                      <a:pt x="500" y="44"/>
                    </a:cubicBezTo>
                    <a:cubicBezTo>
                      <a:pt x="530" y="44"/>
                      <a:pt x="545" y="59"/>
                      <a:pt x="545" y="89"/>
                    </a:cubicBezTo>
                    <a:lnTo>
                      <a:pt x="545" y="471"/>
                    </a:lnTo>
                    <a:close/>
                    <a:moveTo>
                      <a:pt x="368" y="265"/>
                    </a:moveTo>
                    <a:lnTo>
                      <a:pt x="368" y="265"/>
                    </a:lnTo>
                    <a:cubicBezTo>
                      <a:pt x="309" y="339"/>
                      <a:pt x="309" y="339"/>
                      <a:pt x="309" y="339"/>
                    </a:cubicBezTo>
                    <a:cubicBezTo>
                      <a:pt x="309" y="103"/>
                      <a:pt x="309" y="103"/>
                      <a:pt x="309" y="103"/>
                    </a:cubicBezTo>
                    <a:cubicBezTo>
                      <a:pt x="309" y="89"/>
                      <a:pt x="294" y="89"/>
                      <a:pt x="294" y="89"/>
                    </a:cubicBezTo>
                    <a:cubicBezTo>
                      <a:pt x="280" y="89"/>
                      <a:pt x="265" y="89"/>
                      <a:pt x="265" y="103"/>
                    </a:cubicBezTo>
                    <a:cubicBezTo>
                      <a:pt x="265" y="339"/>
                      <a:pt x="265" y="339"/>
                      <a:pt x="265" y="339"/>
                    </a:cubicBezTo>
                    <a:cubicBezTo>
                      <a:pt x="206" y="265"/>
                      <a:pt x="206" y="265"/>
                      <a:pt x="206" y="265"/>
                    </a:cubicBezTo>
                    <a:cubicBezTo>
                      <a:pt x="191" y="265"/>
                      <a:pt x="191" y="265"/>
                      <a:pt x="177" y="265"/>
                    </a:cubicBezTo>
                    <a:cubicBezTo>
                      <a:pt x="177" y="280"/>
                      <a:pt x="177" y="280"/>
                      <a:pt x="177" y="294"/>
                    </a:cubicBezTo>
                    <a:cubicBezTo>
                      <a:pt x="280" y="412"/>
                      <a:pt x="280" y="412"/>
                      <a:pt x="280" y="412"/>
                    </a:cubicBezTo>
                    <a:cubicBezTo>
                      <a:pt x="280" y="412"/>
                      <a:pt x="280" y="412"/>
                      <a:pt x="294" y="412"/>
                    </a:cubicBezTo>
                    <a:cubicBezTo>
                      <a:pt x="294" y="412"/>
                      <a:pt x="294" y="412"/>
                      <a:pt x="309" y="412"/>
                    </a:cubicBezTo>
                    <a:cubicBezTo>
                      <a:pt x="398" y="294"/>
                      <a:pt x="398" y="294"/>
                      <a:pt x="398" y="294"/>
                    </a:cubicBezTo>
                    <a:cubicBezTo>
                      <a:pt x="412" y="280"/>
                      <a:pt x="412" y="280"/>
                      <a:pt x="398" y="265"/>
                    </a:cubicBezTo>
                    <a:cubicBezTo>
                      <a:pt x="398" y="265"/>
                      <a:pt x="382" y="265"/>
                      <a:pt x="368" y="2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2"/>
              <p:cNvSpPr/>
              <p:nvPr/>
            </p:nvSpPr>
            <p:spPr>
              <a:xfrm>
                <a:off x="2204610" y="4177777"/>
                <a:ext cx="186313" cy="228550"/>
              </a:xfrm>
              <a:custGeom>
                <a:rect b="b" l="l" r="r" t="t"/>
                <a:pathLst>
                  <a:path extrusionOk="0" h="634" w="516">
                    <a:moveTo>
                      <a:pt x="280" y="0"/>
                    </a:moveTo>
                    <a:lnTo>
                      <a:pt x="280" y="0"/>
                    </a:lnTo>
                    <a:cubicBezTo>
                      <a:pt x="236" y="0"/>
                      <a:pt x="236" y="0"/>
                      <a:pt x="236" y="0"/>
                    </a:cubicBezTo>
                    <a:cubicBezTo>
                      <a:pt x="221" y="0"/>
                      <a:pt x="206" y="30"/>
                      <a:pt x="206" y="44"/>
                    </a:cubicBezTo>
                    <a:cubicBezTo>
                      <a:pt x="206" y="589"/>
                      <a:pt x="206" y="589"/>
                      <a:pt x="206" y="589"/>
                    </a:cubicBezTo>
                    <a:cubicBezTo>
                      <a:pt x="206" y="619"/>
                      <a:pt x="221" y="633"/>
                      <a:pt x="236" y="633"/>
                    </a:cubicBezTo>
                    <a:cubicBezTo>
                      <a:pt x="280" y="633"/>
                      <a:pt x="280" y="633"/>
                      <a:pt x="280" y="633"/>
                    </a:cubicBezTo>
                    <a:cubicBezTo>
                      <a:pt x="295" y="633"/>
                      <a:pt x="324" y="619"/>
                      <a:pt x="324" y="589"/>
                    </a:cubicBezTo>
                    <a:cubicBezTo>
                      <a:pt x="324" y="44"/>
                      <a:pt x="324" y="44"/>
                      <a:pt x="324" y="44"/>
                    </a:cubicBezTo>
                    <a:cubicBezTo>
                      <a:pt x="324" y="30"/>
                      <a:pt x="295" y="0"/>
                      <a:pt x="280" y="0"/>
                    </a:cubicBezTo>
                    <a:close/>
                    <a:moveTo>
                      <a:pt x="280" y="574"/>
                    </a:moveTo>
                    <a:lnTo>
                      <a:pt x="280" y="574"/>
                    </a:lnTo>
                    <a:cubicBezTo>
                      <a:pt x="280" y="589"/>
                      <a:pt x="265" y="589"/>
                      <a:pt x="265" y="589"/>
                    </a:cubicBezTo>
                    <a:cubicBezTo>
                      <a:pt x="251" y="589"/>
                      <a:pt x="236" y="589"/>
                      <a:pt x="236" y="574"/>
                    </a:cubicBezTo>
                    <a:cubicBezTo>
                      <a:pt x="236" y="59"/>
                      <a:pt x="236" y="59"/>
                      <a:pt x="236" y="59"/>
                    </a:cubicBezTo>
                    <a:cubicBezTo>
                      <a:pt x="236" y="59"/>
                      <a:pt x="251" y="44"/>
                      <a:pt x="265" y="44"/>
                    </a:cubicBezTo>
                    <a:lnTo>
                      <a:pt x="280" y="59"/>
                    </a:lnTo>
                    <a:lnTo>
                      <a:pt x="280" y="574"/>
                    </a:lnTo>
                    <a:close/>
                    <a:moveTo>
                      <a:pt x="89" y="177"/>
                    </a:moveTo>
                    <a:lnTo>
                      <a:pt x="89" y="177"/>
                    </a:lnTo>
                    <a:cubicBezTo>
                      <a:pt x="44" y="177"/>
                      <a:pt x="44" y="177"/>
                      <a:pt x="44" y="177"/>
                    </a:cubicBezTo>
                    <a:cubicBezTo>
                      <a:pt x="30" y="177"/>
                      <a:pt x="0" y="206"/>
                      <a:pt x="0" y="221"/>
                    </a:cubicBezTo>
                    <a:cubicBezTo>
                      <a:pt x="0" y="589"/>
                      <a:pt x="0" y="589"/>
                      <a:pt x="0" y="589"/>
                    </a:cubicBezTo>
                    <a:cubicBezTo>
                      <a:pt x="0" y="619"/>
                      <a:pt x="30" y="633"/>
                      <a:pt x="44" y="633"/>
                    </a:cubicBezTo>
                    <a:cubicBezTo>
                      <a:pt x="89" y="633"/>
                      <a:pt x="89" y="633"/>
                      <a:pt x="89" y="633"/>
                    </a:cubicBezTo>
                    <a:cubicBezTo>
                      <a:pt x="103" y="633"/>
                      <a:pt x="118" y="619"/>
                      <a:pt x="118" y="589"/>
                    </a:cubicBezTo>
                    <a:cubicBezTo>
                      <a:pt x="118" y="221"/>
                      <a:pt x="118" y="221"/>
                      <a:pt x="118" y="221"/>
                    </a:cubicBezTo>
                    <a:cubicBezTo>
                      <a:pt x="118" y="206"/>
                      <a:pt x="103" y="177"/>
                      <a:pt x="89" y="177"/>
                    </a:cubicBezTo>
                    <a:close/>
                    <a:moveTo>
                      <a:pt x="89" y="574"/>
                    </a:moveTo>
                    <a:lnTo>
                      <a:pt x="89" y="574"/>
                    </a:lnTo>
                    <a:cubicBezTo>
                      <a:pt x="89" y="589"/>
                      <a:pt x="74" y="589"/>
                      <a:pt x="59" y="589"/>
                    </a:cubicBezTo>
                    <a:cubicBezTo>
                      <a:pt x="59" y="589"/>
                      <a:pt x="44" y="589"/>
                      <a:pt x="44" y="574"/>
                    </a:cubicBezTo>
                    <a:cubicBezTo>
                      <a:pt x="44" y="236"/>
                      <a:pt x="44" y="236"/>
                      <a:pt x="44" y="236"/>
                    </a:cubicBezTo>
                    <a:lnTo>
                      <a:pt x="59" y="221"/>
                    </a:lnTo>
                    <a:cubicBezTo>
                      <a:pt x="74" y="221"/>
                      <a:pt x="89" y="236"/>
                      <a:pt x="89" y="236"/>
                    </a:cubicBezTo>
                    <a:lnTo>
                      <a:pt x="89" y="574"/>
                    </a:lnTo>
                    <a:close/>
                    <a:moveTo>
                      <a:pt x="471" y="324"/>
                    </a:moveTo>
                    <a:lnTo>
                      <a:pt x="471" y="324"/>
                    </a:lnTo>
                    <a:cubicBezTo>
                      <a:pt x="442" y="324"/>
                      <a:pt x="442" y="324"/>
                      <a:pt x="442" y="324"/>
                    </a:cubicBezTo>
                    <a:cubicBezTo>
                      <a:pt x="412" y="324"/>
                      <a:pt x="398" y="339"/>
                      <a:pt x="398" y="353"/>
                    </a:cubicBezTo>
                    <a:cubicBezTo>
                      <a:pt x="398" y="589"/>
                      <a:pt x="398" y="589"/>
                      <a:pt x="398" y="589"/>
                    </a:cubicBezTo>
                    <a:cubicBezTo>
                      <a:pt x="398" y="619"/>
                      <a:pt x="412" y="633"/>
                      <a:pt x="442" y="633"/>
                    </a:cubicBezTo>
                    <a:cubicBezTo>
                      <a:pt x="471" y="633"/>
                      <a:pt x="471" y="633"/>
                      <a:pt x="471" y="633"/>
                    </a:cubicBezTo>
                    <a:cubicBezTo>
                      <a:pt x="501" y="633"/>
                      <a:pt x="515" y="619"/>
                      <a:pt x="515" y="589"/>
                    </a:cubicBezTo>
                    <a:cubicBezTo>
                      <a:pt x="515" y="353"/>
                      <a:pt x="515" y="353"/>
                      <a:pt x="515" y="353"/>
                    </a:cubicBezTo>
                    <a:cubicBezTo>
                      <a:pt x="515" y="339"/>
                      <a:pt x="501" y="324"/>
                      <a:pt x="471" y="324"/>
                    </a:cubicBezTo>
                    <a:close/>
                    <a:moveTo>
                      <a:pt x="471" y="574"/>
                    </a:moveTo>
                    <a:lnTo>
                      <a:pt x="471" y="574"/>
                    </a:lnTo>
                    <a:cubicBezTo>
                      <a:pt x="471" y="589"/>
                      <a:pt x="471" y="589"/>
                      <a:pt x="457" y="589"/>
                    </a:cubicBezTo>
                    <a:cubicBezTo>
                      <a:pt x="442" y="589"/>
                      <a:pt x="442" y="589"/>
                      <a:pt x="442" y="574"/>
                    </a:cubicBezTo>
                    <a:cubicBezTo>
                      <a:pt x="442" y="383"/>
                      <a:pt x="442" y="383"/>
                      <a:pt x="442" y="383"/>
                    </a:cubicBezTo>
                    <a:cubicBezTo>
                      <a:pt x="442" y="368"/>
                      <a:pt x="442" y="353"/>
                      <a:pt x="457" y="353"/>
                    </a:cubicBezTo>
                    <a:cubicBezTo>
                      <a:pt x="471" y="353"/>
                      <a:pt x="471" y="368"/>
                      <a:pt x="471" y="383"/>
                    </a:cubicBezTo>
                    <a:lnTo>
                      <a:pt x="471" y="5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2"/>
              <p:cNvSpPr/>
              <p:nvPr/>
            </p:nvSpPr>
            <p:spPr>
              <a:xfrm>
                <a:off x="1813483" y="4177777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88" y="89"/>
                    </a:moveTo>
                    <a:lnTo>
                      <a:pt x="88" y="89"/>
                    </a:lnTo>
                    <a:cubicBezTo>
                      <a:pt x="88" y="89"/>
                      <a:pt x="73" y="89"/>
                      <a:pt x="73" y="103"/>
                    </a:cubicBezTo>
                    <a:cubicBezTo>
                      <a:pt x="73" y="118"/>
                      <a:pt x="88" y="118"/>
                      <a:pt x="88" y="118"/>
                    </a:cubicBezTo>
                    <a:cubicBezTo>
                      <a:pt x="103" y="118"/>
                      <a:pt x="118" y="118"/>
                      <a:pt x="118" y="103"/>
                    </a:cubicBezTo>
                    <a:cubicBezTo>
                      <a:pt x="118" y="89"/>
                      <a:pt x="103" y="89"/>
                      <a:pt x="88" y="89"/>
                    </a:cubicBezTo>
                    <a:close/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9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5" y="633"/>
                      <a:pt x="545" y="633"/>
                      <a:pt x="545" y="633"/>
                    </a:cubicBezTo>
                    <a:cubicBezTo>
                      <a:pt x="589" y="633"/>
                      <a:pt x="618" y="604"/>
                      <a:pt x="618" y="560"/>
                    </a:cubicBezTo>
                    <a:cubicBezTo>
                      <a:pt x="618" y="89"/>
                      <a:pt x="618" y="89"/>
                      <a:pt x="618" y="89"/>
                    </a:cubicBezTo>
                    <a:cubicBezTo>
                      <a:pt x="618" y="44"/>
                      <a:pt x="589" y="0"/>
                      <a:pt x="545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4"/>
                      <a:pt x="559" y="589"/>
                      <a:pt x="545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4"/>
                      <a:pt x="29" y="560"/>
                    </a:cubicBezTo>
                    <a:cubicBezTo>
                      <a:pt x="29" y="206"/>
                      <a:pt x="29" y="206"/>
                      <a:pt x="29" y="206"/>
                    </a:cubicBezTo>
                    <a:cubicBezTo>
                      <a:pt x="589" y="206"/>
                      <a:pt x="589" y="206"/>
                      <a:pt x="589" y="206"/>
                    </a:cubicBezTo>
                    <a:lnTo>
                      <a:pt x="589" y="560"/>
                    </a:lnTo>
                    <a:close/>
                    <a:moveTo>
                      <a:pt x="589" y="162"/>
                    </a:moveTo>
                    <a:lnTo>
                      <a:pt x="589" y="162"/>
                    </a:lnTo>
                    <a:cubicBezTo>
                      <a:pt x="29" y="162"/>
                      <a:pt x="29" y="162"/>
                      <a:pt x="29" y="162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4"/>
                      <a:pt x="73" y="44"/>
                    </a:cubicBezTo>
                    <a:cubicBezTo>
                      <a:pt x="545" y="44"/>
                      <a:pt x="545" y="44"/>
                      <a:pt x="545" y="44"/>
                    </a:cubicBezTo>
                    <a:cubicBezTo>
                      <a:pt x="559" y="44"/>
                      <a:pt x="589" y="59"/>
                      <a:pt x="589" y="89"/>
                    </a:cubicBezTo>
                    <a:lnTo>
                      <a:pt x="589" y="162"/>
                    </a:lnTo>
                    <a:close/>
                    <a:moveTo>
                      <a:pt x="250" y="89"/>
                    </a:moveTo>
                    <a:lnTo>
                      <a:pt x="250" y="89"/>
                    </a:lnTo>
                    <a:cubicBezTo>
                      <a:pt x="235" y="89"/>
                      <a:pt x="235" y="89"/>
                      <a:pt x="235" y="103"/>
                    </a:cubicBezTo>
                    <a:cubicBezTo>
                      <a:pt x="235" y="118"/>
                      <a:pt x="235" y="118"/>
                      <a:pt x="250" y="118"/>
                    </a:cubicBezTo>
                    <a:cubicBezTo>
                      <a:pt x="265" y="118"/>
                      <a:pt x="265" y="118"/>
                      <a:pt x="265" y="103"/>
                    </a:cubicBezTo>
                    <a:cubicBezTo>
                      <a:pt x="265" y="89"/>
                      <a:pt x="265" y="89"/>
                      <a:pt x="250" y="89"/>
                    </a:cubicBezTo>
                    <a:close/>
                    <a:moveTo>
                      <a:pt x="177" y="89"/>
                    </a:moveTo>
                    <a:lnTo>
                      <a:pt x="177" y="89"/>
                    </a:lnTo>
                    <a:cubicBezTo>
                      <a:pt x="162" y="89"/>
                      <a:pt x="147" y="89"/>
                      <a:pt x="147" y="103"/>
                    </a:cubicBezTo>
                    <a:cubicBezTo>
                      <a:pt x="147" y="118"/>
                      <a:pt x="162" y="118"/>
                      <a:pt x="177" y="118"/>
                    </a:cubicBezTo>
                    <a:cubicBezTo>
                      <a:pt x="177" y="118"/>
                      <a:pt x="191" y="118"/>
                      <a:pt x="191" y="103"/>
                    </a:cubicBezTo>
                    <a:cubicBezTo>
                      <a:pt x="191" y="89"/>
                      <a:pt x="177" y="89"/>
                      <a:pt x="177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2"/>
              <p:cNvSpPr/>
              <p:nvPr/>
            </p:nvSpPr>
            <p:spPr>
              <a:xfrm>
                <a:off x="1440856" y="4177777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324" y="0"/>
                    </a:moveTo>
                    <a:lnTo>
                      <a:pt x="324" y="0"/>
                    </a:lnTo>
                    <a:cubicBezTo>
                      <a:pt x="148" y="0"/>
                      <a:pt x="0" y="147"/>
                      <a:pt x="0" y="324"/>
                    </a:cubicBezTo>
                    <a:cubicBezTo>
                      <a:pt x="0" y="486"/>
                      <a:pt x="148" y="633"/>
                      <a:pt x="324" y="633"/>
                    </a:cubicBezTo>
                    <a:cubicBezTo>
                      <a:pt x="486" y="633"/>
                      <a:pt x="633" y="486"/>
                      <a:pt x="633" y="324"/>
                    </a:cubicBezTo>
                    <a:cubicBezTo>
                      <a:pt x="633" y="147"/>
                      <a:pt x="486" y="0"/>
                      <a:pt x="324" y="0"/>
                    </a:cubicBezTo>
                    <a:close/>
                    <a:moveTo>
                      <a:pt x="545" y="162"/>
                    </a:moveTo>
                    <a:lnTo>
                      <a:pt x="545" y="162"/>
                    </a:lnTo>
                    <a:cubicBezTo>
                      <a:pt x="574" y="206"/>
                      <a:pt x="589" y="251"/>
                      <a:pt x="589" y="294"/>
                    </a:cubicBezTo>
                    <a:cubicBezTo>
                      <a:pt x="442" y="294"/>
                      <a:pt x="442" y="294"/>
                      <a:pt x="442" y="294"/>
                    </a:cubicBezTo>
                    <a:cubicBezTo>
                      <a:pt x="442" y="265"/>
                      <a:pt x="427" y="221"/>
                      <a:pt x="427" y="192"/>
                    </a:cubicBezTo>
                    <a:cubicBezTo>
                      <a:pt x="471" y="192"/>
                      <a:pt x="516" y="177"/>
                      <a:pt x="545" y="162"/>
                    </a:cubicBezTo>
                    <a:close/>
                    <a:moveTo>
                      <a:pt x="516" y="133"/>
                    </a:moveTo>
                    <a:lnTo>
                      <a:pt x="516" y="133"/>
                    </a:lnTo>
                    <a:cubicBezTo>
                      <a:pt x="486" y="147"/>
                      <a:pt x="457" y="147"/>
                      <a:pt x="412" y="147"/>
                    </a:cubicBezTo>
                    <a:cubicBezTo>
                      <a:pt x="412" y="118"/>
                      <a:pt x="398" y="89"/>
                      <a:pt x="383" y="59"/>
                    </a:cubicBezTo>
                    <a:cubicBezTo>
                      <a:pt x="442" y="59"/>
                      <a:pt x="486" y="89"/>
                      <a:pt x="516" y="133"/>
                    </a:cubicBezTo>
                    <a:close/>
                    <a:moveTo>
                      <a:pt x="236" y="294"/>
                    </a:moveTo>
                    <a:lnTo>
                      <a:pt x="236" y="294"/>
                    </a:lnTo>
                    <a:cubicBezTo>
                      <a:pt x="236" y="265"/>
                      <a:pt x="251" y="236"/>
                      <a:pt x="251" y="192"/>
                    </a:cubicBezTo>
                    <a:cubicBezTo>
                      <a:pt x="280" y="206"/>
                      <a:pt x="295" y="206"/>
                      <a:pt x="324" y="206"/>
                    </a:cubicBezTo>
                    <a:cubicBezTo>
                      <a:pt x="339" y="206"/>
                      <a:pt x="369" y="206"/>
                      <a:pt x="383" y="192"/>
                    </a:cubicBezTo>
                    <a:cubicBezTo>
                      <a:pt x="398" y="236"/>
                      <a:pt x="398" y="265"/>
                      <a:pt x="398" y="294"/>
                    </a:cubicBezTo>
                    <a:lnTo>
                      <a:pt x="236" y="294"/>
                    </a:lnTo>
                    <a:close/>
                    <a:moveTo>
                      <a:pt x="398" y="339"/>
                    </a:moveTo>
                    <a:lnTo>
                      <a:pt x="398" y="339"/>
                    </a:lnTo>
                    <a:cubicBezTo>
                      <a:pt x="398" y="368"/>
                      <a:pt x="398" y="412"/>
                      <a:pt x="383" y="442"/>
                    </a:cubicBezTo>
                    <a:cubicBezTo>
                      <a:pt x="369" y="442"/>
                      <a:pt x="339" y="442"/>
                      <a:pt x="324" y="442"/>
                    </a:cubicBezTo>
                    <a:cubicBezTo>
                      <a:pt x="295" y="442"/>
                      <a:pt x="280" y="442"/>
                      <a:pt x="251" y="442"/>
                    </a:cubicBezTo>
                    <a:cubicBezTo>
                      <a:pt x="251" y="412"/>
                      <a:pt x="236" y="368"/>
                      <a:pt x="236" y="339"/>
                    </a:cubicBezTo>
                    <a:lnTo>
                      <a:pt x="398" y="339"/>
                    </a:lnTo>
                    <a:close/>
                    <a:moveTo>
                      <a:pt x="295" y="44"/>
                    </a:moveTo>
                    <a:lnTo>
                      <a:pt x="295" y="44"/>
                    </a:lnTo>
                    <a:cubicBezTo>
                      <a:pt x="310" y="44"/>
                      <a:pt x="310" y="44"/>
                      <a:pt x="324" y="44"/>
                    </a:cubicBezTo>
                    <a:lnTo>
                      <a:pt x="339" y="44"/>
                    </a:lnTo>
                    <a:cubicBezTo>
                      <a:pt x="354" y="74"/>
                      <a:pt x="369" y="118"/>
                      <a:pt x="383" y="162"/>
                    </a:cubicBezTo>
                    <a:cubicBezTo>
                      <a:pt x="354" y="162"/>
                      <a:pt x="339" y="162"/>
                      <a:pt x="324" y="162"/>
                    </a:cubicBezTo>
                    <a:cubicBezTo>
                      <a:pt x="295" y="162"/>
                      <a:pt x="280" y="162"/>
                      <a:pt x="265" y="162"/>
                    </a:cubicBezTo>
                    <a:cubicBezTo>
                      <a:pt x="265" y="118"/>
                      <a:pt x="280" y="74"/>
                      <a:pt x="295" y="44"/>
                    </a:cubicBezTo>
                    <a:close/>
                    <a:moveTo>
                      <a:pt x="251" y="59"/>
                    </a:moveTo>
                    <a:lnTo>
                      <a:pt x="251" y="59"/>
                    </a:lnTo>
                    <a:cubicBezTo>
                      <a:pt x="236" y="89"/>
                      <a:pt x="221" y="118"/>
                      <a:pt x="221" y="147"/>
                    </a:cubicBezTo>
                    <a:cubicBezTo>
                      <a:pt x="192" y="147"/>
                      <a:pt x="148" y="147"/>
                      <a:pt x="118" y="133"/>
                    </a:cubicBezTo>
                    <a:cubicBezTo>
                      <a:pt x="148" y="89"/>
                      <a:pt x="207" y="59"/>
                      <a:pt x="251" y="59"/>
                    </a:cubicBezTo>
                    <a:close/>
                    <a:moveTo>
                      <a:pt x="89" y="162"/>
                    </a:moveTo>
                    <a:lnTo>
                      <a:pt x="89" y="162"/>
                    </a:lnTo>
                    <a:cubicBezTo>
                      <a:pt x="133" y="177"/>
                      <a:pt x="177" y="192"/>
                      <a:pt x="207" y="192"/>
                    </a:cubicBezTo>
                    <a:cubicBezTo>
                      <a:pt x="207" y="221"/>
                      <a:pt x="207" y="265"/>
                      <a:pt x="207" y="294"/>
                    </a:cubicBezTo>
                    <a:cubicBezTo>
                      <a:pt x="44" y="294"/>
                      <a:pt x="44" y="294"/>
                      <a:pt x="44" y="294"/>
                    </a:cubicBezTo>
                    <a:cubicBezTo>
                      <a:pt x="44" y="251"/>
                      <a:pt x="59" y="206"/>
                      <a:pt x="89" y="162"/>
                    </a:cubicBezTo>
                    <a:close/>
                    <a:moveTo>
                      <a:pt x="89" y="471"/>
                    </a:moveTo>
                    <a:lnTo>
                      <a:pt x="89" y="471"/>
                    </a:lnTo>
                    <a:cubicBezTo>
                      <a:pt x="59" y="427"/>
                      <a:pt x="44" y="383"/>
                      <a:pt x="44" y="339"/>
                    </a:cubicBezTo>
                    <a:cubicBezTo>
                      <a:pt x="207" y="339"/>
                      <a:pt x="207" y="339"/>
                      <a:pt x="207" y="339"/>
                    </a:cubicBezTo>
                    <a:cubicBezTo>
                      <a:pt x="207" y="368"/>
                      <a:pt x="207" y="412"/>
                      <a:pt x="207" y="442"/>
                    </a:cubicBezTo>
                    <a:cubicBezTo>
                      <a:pt x="177" y="457"/>
                      <a:pt x="133" y="457"/>
                      <a:pt x="89" y="471"/>
                    </a:cubicBezTo>
                    <a:close/>
                    <a:moveTo>
                      <a:pt x="118" y="501"/>
                    </a:moveTo>
                    <a:lnTo>
                      <a:pt x="118" y="501"/>
                    </a:lnTo>
                    <a:cubicBezTo>
                      <a:pt x="148" y="501"/>
                      <a:pt x="192" y="486"/>
                      <a:pt x="221" y="486"/>
                    </a:cubicBezTo>
                    <a:cubicBezTo>
                      <a:pt x="221" y="515"/>
                      <a:pt x="236" y="560"/>
                      <a:pt x="251" y="589"/>
                    </a:cubicBezTo>
                    <a:cubicBezTo>
                      <a:pt x="207" y="574"/>
                      <a:pt x="148" y="545"/>
                      <a:pt x="118" y="501"/>
                    </a:cubicBezTo>
                    <a:close/>
                    <a:moveTo>
                      <a:pt x="339" y="589"/>
                    </a:moveTo>
                    <a:lnTo>
                      <a:pt x="339" y="589"/>
                    </a:lnTo>
                    <a:lnTo>
                      <a:pt x="324" y="589"/>
                    </a:lnTo>
                    <a:cubicBezTo>
                      <a:pt x="310" y="589"/>
                      <a:pt x="310" y="589"/>
                      <a:pt x="295" y="589"/>
                    </a:cubicBezTo>
                    <a:cubicBezTo>
                      <a:pt x="280" y="560"/>
                      <a:pt x="265" y="515"/>
                      <a:pt x="265" y="471"/>
                    </a:cubicBezTo>
                    <a:cubicBezTo>
                      <a:pt x="280" y="471"/>
                      <a:pt x="295" y="471"/>
                      <a:pt x="324" y="471"/>
                    </a:cubicBezTo>
                    <a:cubicBezTo>
                      <a:pt x="339" y="471"/>
                      <a:pt x="354" y="471"/>
                      <a:pt x="383" y="471"/>
                    </a:cubicBezTo>
                    <a:cubicBezTo>
                      <a:pt x="369" y="515"/>
                      <a:pt x="354" y="560"/>
                      <a:pt x="339" y="589"/>
                    </a:cubicBezTo>
                    <a:close/>
                    <a:moveTo>
                      <a:pt x="383" y="589"/>
                    </a:moveTo>
                    <a:lnTo>
                      <a:pt x="383" y="589"/>
                    </a:lnTo>
                    <a:cubicBezTo>
                      <a:pt x="398" y="560"/>
                      <a:pt x="412" y="515"/>
                      <a:pt x="412" y="486"/>
                    </a:cubicBezTo>
                    <a:cubicBezTo>
                      <a:pt x="457" y="486"/>
                      <a:pt x="486" y="501"/>
                      <a:pt x="516" y="501"/>
                    </a:cubicBezTo>
                    <a:cubicBezTo>
                      <a:pt x="486" y="545"/>
                      <a:pt x="442" y="574"/>
                      <a:pt x="383" y="589"/>
                    </a:cubicBezTo>
                    <a:close/>
                    <a:moveTo>
                      <a:pt x="545" y="471"/>
                    </a:moveTo>
                    <a:lnTo>
                      <a:pt x="545" y="471"/>
                    </a:lnTo>
                    <a:cubicBezTo>
                      <a:pt x="516" y="457"/>
                      <a:pt x="471" y="457"/>
                      <a:pt x="427" y="442"/>
                    </a:cubicBezTo>
                    <a:cubicBezTo>
                      <a:pt x="427" y="412"/>
                      <a:pt x="442" y="368"/>
                      <a:pt x="442" y="339"/>
                    </a:cubicBezTo>
                    <a:cubicBezTo>
                      <a:pt x="589" y="339"/>
                      <a:pt x="589" y="339"/>
                      <a:pt x="589" y="339"/>
                    </a:cubicBezTo>
                    <a:cubicBezTo>
                      <a:pt x="589" y="383"/>
                      <a:pt x="574" y="427"/>
                      <a:pt x="545" y="4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2"/>
              <p:cNvSpPr/>
              <p:nvPr/>
            </p:nvSpPr>
            <p:spPr>
              <a:xfrm>
                <a:off x="1101262" y="4187024"/>
                <a:ext cx="186314" cy="217982"/>
              </a:xfrm>
              <a:custGeom>
                <a:rect b="b" l="l" r="r" t="t"/>
                <a:pathLst>
                  <a:path extrusionOk="0" h="604" w="516">
                    <a:moveTo>
                      <a:pt x="30" y="59"/>
                    </a:moveTo>
                    <a:lnTo>
                      <a:pt x="30" y="59"/>
                    </a:lnTo>
                    <a:cubicBezTo>
                      <a:pt x="383" y="59"/>
                      <a:pt x="383" y="59"/>
                      <a:pt x="383" y="59"/>
                    </a:cubicBezTo>
                    <a:cubicBezTo>
                      <a:pt x="383" y="59"/>
                      <a:pt x="398" y="44"/>
                      <a:pt x="398" y="29"/>
                    </a:cubicBezTo>
                    <a:lnTo>
                      <a:pt x="383" y="14"/>
                    </a:lnTo>
                    <a:cubicBezTo>
                      <a:pt x="30" y="14"/>
                      <a:pt x="30" y="14"/>
                      <a:pt x="30" y="14"/>
                    </a:cubicBezTo>
                    <a:cubicBezTo>
                      <a:pt x="15" y="14"/>
                      <a:pt x="0" y="29"/>
                      <a:pt x="0" y="29"/>
                    </a:cubicBezTo>
                    <a:cubicBezTo>
                      <a:pt x="0" y="44"/>
                      <a:pt x="15" y="59"/>
                      <a:pt x="30" y="59"/>
                    </a:cubicBezTo>
                    <a:close/>
                    <a:moveTo>
                      <a:pt x="30" y="176"/>
                    </a:moveTo>
                    <a:lnTo>
                      <a:pt x="30" y="176"/>
                    </a:lnTo>
                    <a:cubicBezTo>
                      <a:pt x="383" y="176"/>
                      <a:pt x="383" y="176"/>
                      <a:pt x="383" y="176"/>
                    </a:cubicBezTo>
                    <a:cubicBezTo>
                      <a:pt x="383" y="176"/>
                      <a:pt x="398" y="162"/>
                      <a:pt x="398" y="147"/>
                    </a:cubicBezTo>
                    <a:lnTo>
                      <a:pt x="383" y="132"/>
                    </a:lnTo>
                    <a:cubicBezTo>
                      <a:pt x="30" y="132"/>
                      <a:pt x="30" y="132"/>
                      <a:pt x="30" y="132"/>
                    </a:cubicBezTo>
                    <a:cubicBezTo>
                      <a:pt x="15" y="132"/>
                      <a:pt x="0" y="147"/>
                      <a:pt x="0" y="147"/>
                    </a:cubicBezTo>
                    <a:cubicBezTo>
                      <a:pt x="0" y="162"/>
                      <a:pt x="15" y="176"/>
                      <a:pt x="30" y="176"/>
                    </a:cubicBezTo>
                    <a:close/>
                    <a:moveTo>
                      <a:pt x="147" y="368"/>
                    </a:moveTo>
                    <a:lnTo>
                      <a:pt x="147" y="368"/>
                    </a:lnTo>
                    <a:cubicBezTo>
                      <a:pt x="30" y="368"/>
                      <a:pt x="30" y="368"/>
                      <a:pt x="30" y="368"/>
                    </a:cubicBezTo>
                    <a:cubicBezTo>
                      <a:pt x="15" y="368"/>
                      <a:pt x="0" y="382"/>
                      <a:pt x="0" y="382"/>
                    </a:cubicBezTo>
                    <a:cubicBezTo>
                      <a:pt x="0" y="397"/>
                      <a:pt x="15" y="412"/>
                      <a:pt x="30" y="412"/>
                    </a:cubicBezTo>
                    <a:cubicBezTo>
                      <a:pt x="147" y="412"/>
                      <a:pt x="147" y="412"/>
                      <a:pt x="147" y="412"/>
                    </a:cubicBezTo>
                    <a:cubicBezTo>
                      <a:pt x="147" y="412"/>
                      <a:pt x="162" y="397"/>
                      <a:pt x="162" y="382"/>
                    </a:cubicBezTo>
                    <a:lnTo>
                      <a:pt x="147" y="368"/>
                    </a:lnTo>
                    <a:close/>
                    <a:moveTo>
                      <a:pt x="30" y="294"/>
                    </a:moveTo>
                    <a:lnTo>
                      <a:pt x="30" y="294"/>
                    </a:lnTo>
                    <a:cubicBezTo>
                      <a:pt x="236" y="294"/>
                      <a:pt x="236" y="294"/>
                      <a:pt x="236" y="294"/>
                    </a:cubicBezTo>
                    <a:cubicBezTo>
                      <a:pt x="251" y="294"/>
                      <a:pt x="265" y="280"/>
                      <a:pt x="265" y="264"/>
                    </a:cubicBezTo>
                    <a:cubicBezTo>
                      <a:pt x="265" y="264"/>
                      <a:pt x="251" y="250"/>
                      <a:pt x="236" y="250"/>
                    </a:cubicBezTo>
                    <a:cubicBezTo>
                      <a:pt x="30" y="250"/>
                      <a:pt x="30" y="250"/>
                      <a:pt x="30" y="250"/>
                    </a:cubicBezTo>
                    <a:cubicBezTo>
                      <a:pt x="15" y="250"/>
                      <a:pt x="0" y="264"/>
                      <a:pt x="0" y="264"/>
                    </a:cubicBezTo>
                    <a:cubicBezTo>
                      <a:pt x="0" y="280"/>
                      <a:pt x="15" y="294"/>
                      <a:pt x="30" y="294"/>
                    </a:cubicBezTo>
                    <a:close/>
                    <a:moveTo>
                      <a:pt x="501" y="0"/>
                    </a:moveTo>
                    <a:lnTo>
                      <a:pt x="501" y="0"/>
                    </a:lnTo>
                    <a:cubicBezTo>
                      <a:pt x="486" y="0"/>
                      <a:pt x="471" y="0"/>
                      <a:pt x="471" y="14"/>
                    </a:cubicBezTo>
                    <a:cubicBezTo>
                      <a:pt x="471" y="338"/>
                      <a:pt x="471" y="338"/>
                      <a:pt x="471" y="338"/>
                    </a:cubicBezTo>
                    <a:cubicBezTo>
                      <a:pt x="427" y="309"/>
                      <a:pt x="368" y="309"/>
                      <a:pt x="294" y="338"/>
                    </a:cubicBezTo>
                    <a:cubicBezTo>
                      <a:pt x="221" y="382"/>
                      <a:pt x="177" y="471"/>
                      <a:pt x="221" y="530"/>
                    </a:cubicBezTo>
                    <a:cubicBezTo>
                      <a:pt x="251" y="589"/>
                      <a:pt x="339" y="603"/>
                      <a:pt x="427" y="559"/>
                    </a:cubicBezTo>
                    <a:cubicBezTo>
                      <a:pt x="486" y="515"/>
                      <a:pt x="515" y="456"/>
                      <a:pt x="515" y="412"/>
                    </a:cubicBezTo>
                    <a:cubicBezTo>
                      <a:pt x="515" y="14"/>
                      <a:pt x="515" y="14"/>
                      <a:pt x="515" y="14"/>
                    </a:cubicBezTo>
                    <a:cubicBezTo>
                      <a:pt x="515" y="0"/>
                      <a:pt x="501" y="0"/>
                      <a:pt x="501" y="0"/>
                    </a:cubicBezTo>
                    <a:close/>
                    <a:moveTo>
                      <a:pt x="412" y="515"/>
                    </a:moveTo>
                    <a:lnTo>
                      <a:pt x="412" y="515"/>
                    </a:lnTo>
                    <a:cubicBezTo>
                      <a:pt x="353" y="559"/>
                      <a:pt x="280" y="559"/>
                      <a:pt x="251" y="515"/>
                    </a:cubicBezTo>
                    <a:cubicBezTo>
                      <a:pt x="221" y="471"/>
                      <a:pt x="251" y="412"/>
                      <a:pt x="310" y="368"/>
                    </a:cubicBezTo>
                    <a:cubicBezTo>
                      <a:pt x="368" y="338"/>
                      <a:pt x="442" y="338"/>
                      <a:pt x="471" y="382"/>
                    </a:cubicBezTo>
                    <a:cubicBezTo>
                      <a:pt x="501" y="427"/>
                      <a:pt x="471" y="485"/>
                      <a:pt x="412" y="5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2"/>
              <p:cNvSpPr/>
              <p:nvPr/>
            </p:nvSpPr>
            <p:spPr>
              <a:xfrm>
                <a:off x="710135" y="4177777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530" y="89"/>
                    </a:moveTo>
                    <a:lnTo>
                      <a:pt x="530" y="89"/>
                    </a:lnTo>
                    <a:cubicBezTo>
                      <a:pt x="265" y="118"/>
                      <a:pt x="265" y="118"/>
                      <a:pt x="265" y="118"/>
                    </a:cubicBezTo>
                    <a:cubicBezTo>
                      <a:pt x="265" y="118"/>
                      <a:pt x="250" y="133"/>
                      <a:pt x="250" y="147"/>
                    </a:cubicBezTo>
                    <a:cubicBezTo>
                      <a:pt x="250" y="310"/>
                      <a:pt x="250" y="310"/>
                      <a:pt x="250" y="310"/>
                    </a:cubicBezTo>
                    <a:cubicBezTo>
                      <a:pt x="221" y="294"/>
                      <a:pt x="177" y="294"/>
                      <a:pt x="132" y="324"/>
                    </a:cubicBezTo>
                    <a:cubicBezTo>
                      <a:pt x="88" y="353"/>
                      <a:pt x="59" y="398"/>
                      <a:pt x="88" y="442"/>
                    </a:cubicBezTo>
                    <a:cubicBezTo>
                      <a:pt x="103" y="486"/>
                      <a:pt x="177" y="486"/>
                      <a:pt x="235" y="457"/>
                    </a:cubicBezTo>
                    <a:cubicBezTo>
                      <a:pt x="280" y="427"/>
                      <a:pt x="294" y="398"/>
                      <a:pt x="294" y="353"/>
                    </a:cubicBezTo>
                    <a:lnTo>
                      <a:pt x="294" y="162"/>
                    </a:lnTo>
                    <a:cubicBezTo>
                      <a:pt x="500" y="133"/>
                      <a:pt x="500" y="133"/>
                      <a:pt x="500" y="133"/>
                    </a:cubicBezTo>
                    <a:cubicBezTo>
                      <a:pt x="500" y="265"/>
                      <a:pt x="500" y="265"/>
                      <a:pt x="500" y="265"/>
                    </a:cubicBezTo>
                    <a:cubicBezTo>
                      <a:pt x="471" y="251"/>
                      <a:pt x="427" y="251"/>
                      <a:pt x="397" y="280"/>
                    </a:cubicBezTo>
                    <a:cubicBezTo>
                      <a:pt x="339" y="310"/>
                      <a:pt x="309" y="368"/>
                      <a:pt x="339" y="398"/>
                    </a:cubicBezTo>
                    <a:cubicBezTo>
                      <a:pt x="368" y="442"/>
                      <a:pt x="427" y="442"/>
                      <a:pt x="486" y="412"/>
                    </a:cubicBezTo>
                    <a:cubicBezTo>
                      <a:pt x="530" y="398"/>
                      <a:pt x="544" y="353"/>
                      <a:pt x="544" y="324"/>
                    </a:cubicBezTo>
                    <a:lnTo>
                      <a:pt x="544" y="103"/>
                    </a:lnTo>
                    <a:cubicBezTo>
                      <a:pt x="544" y="89"/>
                      <a:pt x="530" y="89"/>
                      <a:pt x="530" y="89"/>
                    </a:cubicBezTo>
                    <a:close/>
                    <a:moveTo>
                      <a:pt x="206" y="427"/>
                    </a:moveTo>
                    <a:lnTo>
                      <a:pt x="206" y="427"/>
                    </a:lnTo>
                    <a:cubicBezTo>
                      <a:pt x="177" y="442"/>
                      <a:pt x="132" y="442"/>
                      <a:pt x="118" y="427"/>
                    </a:cubicBezTo>
                    <a:cubicBezTo>
                      <a:pt x="103" y="398"/>
                      <a:pt x="118" y="368"/>
                      <a:pt x="147" y="353"/>
                    </a:cubicBezTo>
                    <a:cubicBezTo>
                      <a:pt x="191" y="339"/>
                      <a:pt x="221" y="339"/>
                      <a:pt x="235" y="353"/>
                    </a:cubicBezTo>
                    <a:cubicBezTo>
                      <a:pt x="265" y="368"/>
                      <a:pt x="250" y="412"/>
                      <a:pt x="206" y="427"/>
                    </a:cubicBezTo>
                    <a:close/>
                    <a:moveTo>
                      <a:pt x="471" y="383"/>
                    </a:moveTo>
                    <a:lnTo>
                      <a:pt x="471" y="383"/>
                    </a:lnTo>
                    <a:cubicBezTo>
                      <a:pt x="441" y="412"/>
                      <a:pt x="397" y="398"/>
                      <a:pt x="368" y="383"/>
                    </a:cubicBezTo>
                    <a:cubicBezTo>
                      <a:pt x="353" y="368"/>
                      <a:pt x="368" y="324"/>
                      <a:pt x="412" y="310"/>
                    </a:cubicBezTo>
                    <a:cubicBezTo>
                      <a:pt x="441" y="294"/>
                      <a:pt x="471" y="294"/>
                      <a:pt x="500" y="310"/>
                    </a:cubicBezTo>
                    <a:cubicBezTo>
                      <a:pt x="515" y="324"/>
                      <a:pt x="500" y="368"/>
                      <a:pt x="471" y="383"/>
                    </a:cubicBezTo>
                    <a:close/>
                    <a:moveTo>
                      <a:pt x="559" y="589"/>
                    </a:moveTo>
                    <a:lnTo>
                      <a:pt x="559" y="589"/>
                    </a:lnTo>
                    <a:cubicBezTo>
                      <a:pt x="59" y="589"/>
                      <a:pt x="59" y="589"/>
                      <a:pt x="59" y="589"/>
                    </a:cubicBezTo>
                    <a:cubicBezTo>
                      <a:pt x="44" y="589"/>
                      <a:pt x="29" y="604"/>
                      <a:pt x="29" y="619"/>
                    </a:cubicBezTo>
                    <a:cubicBezTo>
                      <a:pt x="29" y="619"/>
                      <a:pt x="44" y="633"/>
                      <a:pt x="59" y="633"/>
                    </a:cubicBezTo>
                    <a:cubicBezTo>
                      <a:pt x="559" y="633"/>
                      <a:pt x="559" y="633"/>
                      <a:pt x="559" y="633"/>
                    </a:cubicBezTo>
                    <a:cubicBezTo>
                      <a:pt x="574" y="633"/>
                      <a:pt x="589" y="619"/>
                      <a:pt x="589" y="619"/>
                    </a:cubicBezTo>
                    <a:cubicBezTo>
                      <a:pt x="589" y="604"/>
                      <a:pt x="574" y="589"/>
                      <a:pt x="559" y="589"/>
                    </a:cubicBez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9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29" y="560"/>
                      <a:pt x="73" y="560"/>
                    </a:cubicBezTo>
                    <a:cubicBezTo>
                      <a:pt x="544" y="560"/>
                      <a:pt x="544" y="560"/>
                      <a:pt x="544" y="560"/>
                    </a:cubicBezTo>
                    <a:cubicBezTo>
                      <a:pt x="589" y="560"/>
                      <a:pt x="618" y="515"/>
                      <a:pt x="618" y="471"/>
                    </a:cubicBezTo>
                    <a:cubicBezTo>
                      <a:pt x="618" y="89"/>
                      <a:pt x="618" y="89"/>
                      <a:pt x="618" y="89"/>
                    </a:cubicBezTo>
                    <a:cubicBezTo>
                      <a:pt x="618" y="44"/>
                      <a:pt x="589" y="0"/>
                      <a:pt x="544" y="0"/>
                    </a:cubicBezTo>
                    <a:close/>
                    <a:moveTo>
                      <a:pt x="589" y="471"/>
                    </a:moveTo>
                    <a:lnTo>
                      <a:pt x="589" y="471"/>
                    </a:lnTo>
                    <a:cubicBezTo>
                      <a:pt x="589" y="501"/>
                      <a:pt x="559" y="515"/>
                      <a:pt x="544" y="515"/>
                    </a:cubicBezTo>
                    <a:cubicBezTo>
                      <a:pt x="73" y="515"/>
                      <a:pt x="73" y="515"/>
                      <a:pt x="73" y="515"/>
                    </a:cubicBezTo>
                    <a:cubicBezTo>
                      <a:pt x="59" y="515"/>
                      <a:pt x="29" y="501"/>
                      <a:pt x="29" y="471"/>
                    </a:cubicBezTo>
                    <a:cubicBezTo>
                      <a:pt x="29" y="89"/>
                      <a:pt x="29" y="89"/>
                      <a:pt x="29" y="89"/>
                    </a:cubicBezTo>
                    <a:cubicBezTo>
                      <a:pt x="29" y="59"/>
                      <a:pt x="59" y="44"/>
                      <a:pt x="73" y="44"/>
                    </a:cubicBezTo>
                    <a:cubicBezTo>
                      <a:pt x="544" y="44"/>
                      <a:pt x="544" y="44"/>
                      <a:pt x="544" y="44"/>
                    </a:cubicBezTo>
                    <a:cubicBezTo>
                      <a:pt x="559" y="44"/>
                      <a:pt x="589" y="59"/>
                      <a:pt x="589" y="89"/>
                    </a:cubicBezTo>
                    <a:lnTo>
                      <a:pt x="589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1750;p2"/>
              <p:cNvSpPr/>
              <p:nvPr/>
            </p:nvSpPr>
            <p:spPr>
              <a:xfrm>
                <a:off x="4006964" y="3817116"/>
                <a:ext cx="232562" cy="217982"/>
              </a:xfrm>
              <a:custGeom>
                <a:rect b="b" l="l" r="r" t="t"/>
                <a:pathLst>
                  <a:path extrusionOk="0" h="605" w="649">
                    <a:moveTo>
                      <a:pt x="633" y="0"/>
                    </a:moveTo>
                    <a:lnTo>
                      <a:pt x="633" y="0"/>
                    </a:lnTo>
                    <a:cubicBezTo>
                      <a:pt x="633" y="0"/>
                      <a:pt x="633" y="0"/>
                      <a:pt x="619" y="0"/>
                    </a:cubicBezTo>
                    <a:cubicBezTo>
                      <a:pt x="295" y="89"/>
                      <a:pt x="295" y="89"/>
                      <a:pt x="295" y="89"/>
                    </a:cubicBezTo>
                    <a:cubicBezTo>
                      <a:pt x="295" y="89"/>
                      <a:pt x="280" y="89"/>
                      <a:pt x="280" y="103"/>
                    </a:cubicBezTo>
                    <a:cubicBezTo>
                      <a:pt x="280" y="383"/>
                      <a:pt x="280" y="383"/>
                      <a:pt x="280" y="383"/>
                    </a:cubicBezTo>
                    <a:cubicBezTo>
                      <a:pt x="236" y="353"/>
                      <a:pt x="177" y="353"/>
                      <a:pt x="118" y="383"/>
                    </a:cubicBezTo>
                    <a:cubicBezTo>
                      <a:pt x="45" y="427"/>
                      <a:pt x="0" y="501"/>
                      <a:pt x="30" y="545"/>
                    </a:cubicBezTo>
                    <a:cubicBezTo>
                      <a:pt x="74" y="604"/>
                      <a:pt x="162" y="604"/>
                      <a:pt x="236" y="574"/>
                    </a:cubicBezTo>
                    <a:cubicBezTo>
                      <a:pt x="280" y="545"/>
                      <a:pt x="310" y="501"/>
                      <a:pt x="324" y="456"/>
                    </a:cubicBezTo>
                    <a:lnTo>
                      <a:pt x="324" y="118"/>
                    </a:lnTo>
                    <a:cubicBezTo>
                      <a:pt x="619" y="44"/>
                      <a:pt x="619" y="44"/>
                      <a:pt x="619" y="44"/>
                    </a:cubicBezTo>
                    <a:cubicBezTo>
                      <a:pt x="619" y="294"/>
                      <a:pt x="619" y="294"/>
                      <a:pt x="619" y="294"/>
                    </a:cubicBezTo>
                    <a:cubicBezTo>
                      <a:pt x="575" y="280"/>
                      <a:pt x="501" y="280"/>
                      <a:pt x="442" y="309"/>
                    </a:cubicBezTo>
                    <a:cubicBezTo>
                      <a:pt x="369" y="339"/>
                      <a:pt x="339" y="412"/>
                      <a:pt x="369" y="471"/>
                    </a:cubicBezTo>
                    <a:cubicBezTo>
                      <a:pt x="398" y="515"/>
                      <a:pt x="487" y="530"/>
                      <a:pt x="575" y="501"/>
                    </a:cubicBezTo>
                    <a:cubicBezTo>
                      <a:pt x="619" y="471"/>
                      <a:pt x="648" y="412"/>
                      <a:pt x="648" y="383"/>
                    </a:cubicBezTo>
                    <a:cubicBezTo>
                      <a:pt x="648" y="368"/>
                      <a:pt x="648" y="30"/>
                      <a:pt x="648" y="30"/>
                    </a:cubicBezTo>
                    <a:cubicBezTo>
                      <a:pt x="648" y="15"/>
                      <a:pt x="648" y="0"/>
                      <a:pt x="633" y="0"/>
                    </a:cubicBezTo>
                    <a:close/>
                    <a:moveTo>
                      <a:pt x="221" y="530"/>
                    </a:moveTo>
                    <a:lnTo>
                      <a:pt x="221" y="530"/>
                    </a:lnTo>
                    <a:cubicBezTo>
                      <a:pt x="162" y="560"/>
                      <a:pt x="104" y="560"/>
                      <a:pt x="74" y="530"/>
                    </a:cubicBezTo>
                    <a:cubicBezTo>
                      <a:pt x="45" y="501"/>
                      <a:pt x="74" y="442"/>
                      <a:pt x="133" y="412"/>
                    </a:cubicBezTo>
                    <a:cubicBezTo>
                      <a:pt x="177" y="383"/>
                      <a:pt x="236" y="383"/>
                      <a:pt x="266" y="412"/>
                    </a:cubicBezTo>
                    <a:cubicBezTo>
                      <a:pt x="310" y="442"/>
                      <a:pt x="266" y="515"/>
                      <a:pt x="221" y="530"/>
                    </a:cubicBezTo>
                    <a:close/>
                    <a:moveTo>
                      <a:pt x="560" y="456"/>
                    </a:moveTo>
                    <a:lnTo>
                      <a:pt x="560" y="456"/>
                    </a:lnTo>
                    <a:cubicBezTo>
                      <a:pt x="501" y="486"/>
                      <a:pt x="428" y="486"/>
                      <a:pt x="413" y="456"/>
                    </a:cubicBezTo>
                    <a:cubicBezTo>
                      <a:pt x="383" y="412"/>
                      <a:pt x="398" y="368"/>
                      <a:pt x="457" y="339"/>
                    </a:cubicBezTo>
                    <a:cubicBezTo>
                      <a:pt x="516" y="309"/>
                      <a:pt x="575" y="309"/>
                      <a:pt x="604" y="339"/>
                    </a:cubicBezTo>
                    <a:cubicBezTo>
                      <a:pt x="633" y="368"/>
                      <a:pt x="604" y="427"/>
                      <a:pt x="560" y="4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2"/>
              <p:cNvSpPr/>
              <p:nvPr/>
            </p:nvSpPr>
            <p:spPr>
              <a:xfrm>
                <a:off x="3687191" y="3817116"/>
                <a:ext cx="122887" cy="223266"/>
              </a:xfrm>
              <a:custGeom>
                <a:rect b="b" l="l" r="r" t="t"/>
                <a:pathLst>
                  <a:path extrusionOk="0" h="619" w="340">
                    <a:moveTo>
                      <a:pt x="324" y="0"/>
                    </a:moveTo>
                    <a:lnTo>
                      <a:pt x="324" y="0"/>
                    </a:lnTo>
                    <a:cubicBezTo>
                      <a:pt x="294" y="0"/>
                      <a:pt x="294" y="30"/>
                      <a:pt x="294" y="30"/>
                    </a:cubicBezTo>
                    <a:cubicBezTo>
                      <a:pt x="294" y="339"/>
                      <a:pt x="294" y="339"/>
                      <a:pt x="294" y="339"/>
                    </a:cubicBezTo>
                    <a:cubicBezTo>
                      <a:pt x="251" y="309"/>
                      <a:pt x="177" y="309"/>
                      <a:pt x="118" y="353"/>
                    </a:cubicBezTo>
                    <a:cubicBezTo>
                      <a:pt x="44" y="398"/>
                      <a:pt x="0" y="486"/>
                      <a:pt x="30" y="545"/>
                    </a:cubicBezTo>
                    <a:cubicBezTo>
                      <a:pt x="74" y="604"/>
                      <a:pt x="162" y="618"/>
                      <a:pt x="251" y="560"/>
                    </a:cubicBezTo>
                    <a:cubicBezTo>
                      <a:pt x="310" y="530"/>
                      <a:pt x="339" y="471"/>
                      <a:pt x="339" y="412"/>
                    </a:cubicBezTo>
                    <a:cubicBezTo>
                      <a:pt x="339" y="30"/>
                      <a:pt x="339" y="30"/>
                      <a:pt x="339" y="30"/>
                    </a:cubicBezTo>
                    <a:cubicBezTo>
                      <a:pt x="339" y="15"/>
                      <a:pt x="324" y="0"/>
                      <a:pt x="324" y="0"/>
                    </a:cubicBezTo>
                    <a:close/>
                    <a:moveTo>
                      <a:pt x="236" y="530"/>
                    </a:moveTo>
                    <a:lnTo>
                      <a:pt x="236" y="530"/>
                    </a:lnTo>
                    <a:cubicBezTo>
                      <a:pt x="177" y="574"/>
                      <a:pt x="103" y="574"/>
                      <a:pt x="74" y="530"/>
                    </a:cubicBezTo>
                    <a:cubicBezTo>
                      <a:pt x="44" y="486"/>
                      <a:pt x="74" y="412"/>
                      <a:pt x="133" y="383"/>
                    </a:cubicBezTo>
                    <a:cubicBezTo>
                      <a:pt x="192" y="339"/>
                      <a:pt x="265" y="353"/>
                      <a:pt x="294" y="398"/>
                    </a:cubicBezTo>
                    <a:cubicBezTo>
                      <a:pt x="324" y="442"/>
                      <a:pt x="280" y="501"/>
                      <a:pt x="236" y="5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2"/>
              <p:cNvSpPr/>
              <p:nvPr/>
            </p:nvSpPr>
            <p:spPr>
              <a:xfrm>
                <a:off x="3301350" y="3806548"/>
                <a:ext cx="170457" cy="228551"/>
              </a:xfrm>
              <a:custGeom>
                <a:rect b="b" l="l" r="r" t="t"/>
                <a:pathLst>
                  <a:path extrusionOk="0" h="634" w="472">
                    <a:moveTo>
                      <a:pt x="456" y="132"/>
                    </a:moveTo>
                    <a:lnTo>
                      <a:pt x="456" y="132"/>
                    </a:lnTo>
                    <a:cubicBezTo>
                      <a:pt x="324" y="14"/>
                      <a:pt x="324" y="14"/>
                      <a:pt x="324" y="14"/>
                    </a:cubicBezTo>
                    <a:cubicBezTo>
                      <a:pt x="324" y="0"/>
                      <a:pt x="309" y="0"/>
                      <a:pt x="294" y="14"/>
                    </a:cubicBezTo>
                    <a:lnTo>
                      <a:pt x="294" y="29"/>
                    </a:lnTo>
                    <a:cubicBezTo>
                      <a:pt x="294" y="368"/>
                      <a:pt x="294" y="368"/>
                      <a:pt x="294" y="368"/>
                    </a:cubicBezTo>
                    <a:cubicBezTo>
                      <a:pt x="250" y="338"/>
                      <a:pt x="176" y="338"/>
                      <a:pt x="117" y="382"/>
                    </a:cubicBezTo>
                    <a:cubicBezTo>
                      <a:pt x="29" y="427"/>
                      <a:pt x="0" y="515"/>
                      <a:pt x="29" y="574"/>
                    </a:cubicBezTo>
                    <a:cubicBezTo>
                      <a:pt x="73" y="633"/>
                      <a:pt x="162" y="633"/>
                      <a:pt x="235" y="589"/>
                    </a:cubicBezTo>
                    <a:cubicBezTo>
                      <a:pt x="294" y="559"/>
                      <a:pt x="338" y="500"/>
                      <a:pt x="338" y="441"/>
                    </a:cubicBezTo>
                    <a:cubicBezTo>
                      <a:pt x="338" y="73"/>
                      <a:pt x="338" y="73"/>
                      <a:pt x="338" y="73"/>
                    </a:cubicBezTo>
                    <a:cubicBezTo>
                      <a:pt x="426" y="162"/>
                      <a:pt x="426" y="162"/>
                      <a:pt x="426" y="162"/>
                    </a:cubicBezTo>
                    <a:cubicBezTo>
                      <a:pt x="441" y="176"/>
                      <a:pt x="456" y="176"/>
                      <a:pt x="456" y="162"/>
                    </a:cubicBezTo>
                    <a:cubicBezTo>
                      <a:pt x="471" y="162"/>
                      <a:pt x="471" y="147"/>
                      <a:pt x="456" y="132"/>
                    </a:cubicBezTo>
                    <a:close/>
                    <a:moveTo>
                      <a:pt x="220" y="559"/>
                    </a:moveTo>
                    <a:lnTo>
                      <a:pt x="220" y="559"/>
                    </a:lnTo>
                    <a:cubicBezTo>
                      <a:pt x="176" y="603"/>
                      <a:pt x="103" y="589"/>
                      <a:pt x="73" y="559"/>
                    </a:cubicBezTo>
                    <a:cubicBezTo>
                      <a:pt x="44" y="515"/>
                      <a:pt x="73" y="441"/>
                      <a:pt x="132" y="412"/>
                    </a:cubicBezTo>
                    <a:cubicBezTo>
                      <a:pt x="176" y="368"/>
                      <a:pt x="250" y="382"/>
                      <a:pt x="279" y="427"/>
                    </a:cubicBezTo>
                    <a:cubicBezTo>
                      <a:pt x="309" y="456"/>
                      <a:pt x="279" y="530"/>
                      <a:pt x="220" y="5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1753;p2"/>
              <p:cNvSpPr/>
              <p:nvPr/>
            </p:nvSpPr>
            <p:spPr>
              <a:xfrm>
                <a:off x="2910223" y="3832970"/>
                <a:ext cx="232562" cy="186275"/>
              </a:xfrm>
              <a:custGeom>
                <a:rect b="b" l="l" r="r" t="t"/>
                <a:pathLst>
                  <a:path extrusionOk="0" h="517" w="649">
                    <a:moveTo>
                      <a:pt x="324" y="471"/>
                    </a:moveTo>
                    <a:lnTo>
                      <a:pt x="324" y="471"/>
                    </a:lnTo>
                    <a:cubicBezTo>
                      <a:pt x="221" y="471"/>
                      <a:pt x="147" y="398"/>
                      <a:pt x="118" y="309"/>
                    </a:cubicBezTo>
                    <a:cubicBezTo>
                      <a:pt x="177" y="309"/>
                      <a:pt x="177" y="309"/>
                      <a:pt x="177" y="309"/>
                    </a:cubicBezTo>
                    <a:cubicBezTo>
                      <a:pt x="192" y="309"/>
                      <a:pt x="192" y="295"/>
                      <a:pt x="177" y="295"/>
                    </a:cubicBezTo>
                    <a:cubicBezTo>
                      <a:pt x="103" y="221"/>
                      <a:pt x="103" y="221"/>
                      <a:pt x="103" y="221"/>
                    </a:cubicBezTo>
                    <a:lnTo>
                      <a:pt x="88" y="221"/>
                    </a:lnTo>
                    <a:cubicBezTo>
                      <a:pt x="15" y="295"/>
                      <a:pt x="15" y="295"/>
                      <a:pt x="15" y="295"/>
                    </a:cubicBezTo>
                    <a:cubicBezTo>
                      <a:pt x="0" y="309"/>
                      <a:pt x="15" y="309"/>
                      <a:pt x="15" y="309"/>
                    </a:cubicBezTo>
                    <a:cubicBezTo>
                      <a:pt x="74" y="309"/>
                      <a:pt x="74" y="309"/>
                      <a:pt x="74" y="309"/>
                    </a:cubicBezTo>
                    <a:cubicBezTo>
                      <a:pt x="103" y="427"/>
                      <a:pt x="206" y="516"/>
                      <a:pt x="324" y="516"/>
                    </a:cubicBezTo>
                    <a:cubicBezTo>
                      <a:pt x="413" y="516"/>
                      <a:pt x="501" y="457"/>
                      <a:pt x="545" y="383"/>
                    </a:cubicBezTo>
                    <a:cubicBezTo>
                      <a:pt x="501" y="368"/>
                      <a:pt x="501" y="368"/>
                      <a:pt x="501" y="368"/>
                    </a:cubicBezTo>
                    <a:cubicBezTo>
                      <a:pt x="471" y="427"/>
                      <a:pt x="398" y="471"/>
                      <a:pt x="324" y="471"/>
                    </a:cubicBezTo>
                    <a:close/>
                    <a:moveTo>
                      <a:pt x="633" y="221"/>
                    </a:moveTo>
                    <a:lnTo>
                      <a:pt x="633" y="221"/>
                    </a:lnTo>
                    <a:cubicBezTo>
                      <a:pt x="574" y="221"/>
                      <a:pt x="574" y="221"/>
                      <a:pt x="574" y="221"/>
                    </a:cubicBezTo>
                    <a:cubicBezTo>
                      <a:pt x="560" y="89"/>
                      <a:pt x="456" y="0"/>
                      <a:pt x="324" y="0"/>
                    </a:cubicBezTo>
                    <a:cubicBezTo>
                      <a:pt x="221" y="0"/>
                      <a:pt x="133" y="59"/>
                      <a:pt x="103" y="133"/>
                    </a:cubicBezTo>
                    <a:cubicBezTo>
                      <a:pt x="133" y="148"/>
                      <a:pt x="133" y="148"/>
                      <a:pt x="133" y="148"/>
                    </a:cubicBezTo>
                    <a:cubicBezTo>
                      <a:pt x="177" y="89"/>
                      <a:pt x="236" y="45"/>
                      <a:pt x="324" y="45"/>
                    </a:cubicBezTo>
                    <a:cubicBezTo>
                      <a:pt x="427" y="45"/>
                      <a:pt x="515" y="118"/>
                      <a:pt x="530" y="221"/>
                    </a:cubicBezTo>
                    <a:cubicBezTo>
                      <a:pt x="471" y="221"/>
                      <a:pt x="471" y="221"/>
                      <a:pt x="471" y="221"/>
                    </a:cubicBezTo>
                    <a:cubicBezTo>
                      <a:pt x="456" y="221"/>
                      <a:pt x="456" y="221"/>
                      <a:pt x="471" y="236"/>
                    </a:cubicBezTo>
                    <a:cubicBezTo>
                      <a:pt x="545" y="309"/>
                      <a:pt x="545" y="309"/>
                      <a:pt x="545" y="309"/>
                    </a:cubicBezTo>
                    <a:lnTo>
                      <a:pt x="560" y="309"/>
                    </a:lnTo>
                    <a:cubicBezTo>
                      <a:pt x="633" y="236"/>
                      <a:pt x="633" y="236"/>
                      <a:pt x="633" y="236"/>
                    </a:cubicBezTo>
                    <a:cubicBezTo>
                      <a:pt x="648" y="236"/>
                      <a:pt x="633" y="221"/>
                      <a:pt x="633" y="2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4" name="Google Shape;1754;p2"/>
              <p:cNvSpPr/>
              <p:nvPr/>
            </p:nvSpPr>
            <p:spPr>
              <a:xfrm>
                <a:off x="2558738" y="3838254"/>
                <a:ext cx="190278" cy="165138"/>
              </a:xfrm>
              <a:custGeom>
                <a:rect b="b" l="l" r="r" t="t"/>
                <a:pathLst>
                  <a:path extrusionOk="0" h="457" w="531">
                    <a:moveTo>
                      <a:pt x="14" y="103"/>
                    </a:moveTo>
                    <a:lnTo>
                      <a:pt x="14" y="103"/>
                    </a:lnTo>
                    <a:cubicBezTo>
                      <a:pt x="103" y="103"/>
                      <a:pt x="103" y="103"/>
                      <a:pt x="103" y="103"/>
                    </a:cubicBezTo>
                    <a:cubicBezTo>
                      <a:pt x="162" y="192"/>
                      <a:pt x="162" y="192"/>
                      <a:pt x="162" y="192"/>
                    </a:cubicBezTo>
                    <a:cubicBezTo>
                      <a:pt x="191" y="162"/>
                      <a:pt x="191" y="162"/>
                      <a:pt x="191" y="162"/>
                    </a:cubicBezTo>
                    <a:cubicBezTo>
                      <a:pt x="191" y="162"/>
                      <a:pt x="117" y="74"/>
                      <a:pt x="117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4" y="59"/>
                      <a:pt x="0" y="74"/>
                      <a:pt x="0" y="88"/>
                    </a:cubicBezTo>
                    <a:cubicBezTo>
                      <a:pt x="0" y="103"/>
                      <a:pt x="14" y="103"/>
                      <a:pt x="14" y="103"/>
                    </a:cubicBezTo>
                    <a:close/>
                    <a:moveTo>
                      <a:pt x="412" y="103"/>
                    </a:moveTo>
                    <a:lnTo>
                      <a:pt x="412" y="103"/>
                    </a:lnTo>
                    <a:cubicBezTo>
                      <a:pt x="412" y="162"/>
                      <a:pt x="412" y="162"/>
                      <a:pt x="412" y="162"/>
                    </a:cubicBezTo>
                    <a:lnTo>
                      <a:pt x="441" y="162"/>
                    </a:lnTo>
                    <a:cubicBezTo>
                      <a:pt x="530" y="88"/>
                      <a:pt x="530" y="88"/>
                      <a:pt x="530" y="88"/>
                    </a:cubicBezTo>
                    <a:lnTo>
                      <a:pt x="530" y="74"/>
                    </a:lnTo>
                    <a:cubicBezTo>
                      <a:pt x="441" y="15"/>
                      <a:pt x="441" y="15"/>
                      <a:pt x="441" y="15"/>
                    </a:cubicBezTo>
                    <a:cubicBezTo>
                      <a:pt x="441" y="0"/>
                      <a:pt x="412" y="0"/>
                      <a:pt x="412" y="15"/>
                    </a:cubicBezTo>
                    <a:cubicBezTo>
                      <a:pt x="412" y="59"/>
                      <a:pt x="412" y="59"/>
                      <a:pt x="412" y="59"/>
                    </a:cubicBezTo>
                    <a:cubicBezTo>
                      <a:pt x="309" y="59"/>
                      <a:pt x="309" y="59"/>
                      <a:pt x="309" y="59"/>
                    </a:cubicBezTo>
                    <a:cubicBezTo>
                      <a:pt x="103" y="353"/>
                      <a:pt x="103" y="353"/>
                      <a:pt x="103" y="353"/>
                    </a:cubicBezTo>
                    <a:cubicBezTo>
                      <a:pt x="14" y="353"/>
                      <a:pt x="14" y="353"/>
                      <a:pt x="14" y="353"/>
                    </a:cubicBezTo>
                    <a:cubicBezTo>
                      <a:pt x="14" y="353"/>
                      <a:pt x="0" y="368"/>
                      <a:pt x="0" y="383"/>
                    </a:cubicBezTo>
                    <a:lnTo>
                      <a:pt x="14" y="397"/>
                    </a:lnTo>
                    <a:cubicBezTo>
                      <a:pt x="117" y="397"/>
                      <a:pt x="117" y="397"/>
                      <a:pt x="117" y="397"/>
                    </a:cubicBezTo>
                    <a:cubicBezTo>
                      <a:pt x="338" y="103"/>
                      <a:pt x="338" y="103"/>
                      <a:pt x="338" y="103"/>
                    </a:cubicBezTo>
                    <a:lnTo>
                      <a:pt x="412" y="103"/>
                    </a:lnTo>
                    <a:close/>
                    <a:moveTo>
                      <a:pt x="441" y="309"/>
                    </a:moveTo>
                    <a:lnTo>
                      <a:pt x="441" y="309"/>
                    </a:lnTo>
                    <a:cubicBezTo>
                      <a:pt x="441" y="294"/>
                      <a:pt x="412" y="294"/>
                      <a:pt x="412" y="309"/>
                    </a:cubicBezTo>
                    <a:cubicBezTo>
                      <a:pt x="412" y="353"/>
                      <a:pt x="412" y="353"/>
                      <a:pt x="412" y="353"/>
                    </a:cubicBezTo>
                    <a:cubicBezTo>
                      <a:pt x="338" y="353"/>
                      <a:pt x="338" y="353"/>
                      <a:pt x="338" y="353"/>
                    </a:cubicBezTo>
                    <a:cubicBezTo>
                      <a:pt x="265" y="265"/>
                      <a:pt x="265" y="265"/>
                      <a:pt x="265" y="265"/>
                    </a:cubicBezTo>
                    <a:cubicBezTo>
                      <a:pt x="235" y="294"/>
                      <a:pt x="235" y="294"/>
                      <a:pt x="235" y="294"/>
                    </a:cubicBezTo>
                    <a:cubicBezTo>
                      <a:pt x="309" y="397"/>
                      <a:pt x="309" y="397"/>
                      <a:pt x="309" y="397"/>
                    </a:cubicBezTo>
                    <a:cubicBezTo>
                      <a:pt x="412" y="397"/>
                      <a:pt x="412" y="397"/>
                      <a:pt x="412" y="397"/>
                    </a:cubicBezTo>
                    <a:cubicBezTo>
                      <a:pt x="412" y="456"/>
                      <a:pt x="412" y="456"/>
                      <a:pt x="412" y="456"/>
                    </a:cubicBezTo>
                    <a:lnTo>
                      <a:pt x="441" y="456"/>
                    </a:lnTo>
                    <a:cubicBezTo>
                      <a:pt x="530" y="383"/>
                      <a:pt x="530" y="383"/>
                      <a:pt x="530" y="383"/>
                    </a:cubicBezTo>
                    <a:lnTo>
                      <a:pt x="530" y="368"/>
                    </a:lnTo>
                    <a:lnTo>
                      <a:pt x="441" y="3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5" name="Google Shape;1755;p2"/>
              <p:cNvSpPr/>
              <p:nvPr/>
            </p:nvSpPr>
            <p:spPr>
              <a:xfrm>
                <a:off x="2204610" y="3838254"/>
                <a:ext cx="165171" cy="170422"/>
              </a:xfrm>
              <a:custGeom>
                <a:rect b="b" l="l" r="r" t="t"/>
                <a:pathLst>
                  <a:path extrusionOk="0" h="472" w="458">
                    <a:moveTo>
                      <a:pt x="457" y="221"/>
                    </a:moveTo>
                    <a:lnTo>
                      <a:pt x="457" y="221"/>
                    </a:lnTo>
                    <a:cubicBezTo>
                      <a:pt x="236" y="15"/>
                      <a:pt x="236" y="15"/>
                      <a:pt x="236" y="15"/>
                    </a:cubicBezTo>
                    <a:cubicBezTo>
                      <a:pt x="236" y="0"/>
                      <a:pt x="221" y="0"/>
                      <a:pt x="206" y="15"/>
                    </a:cubicBezTo>
                    <a:cubicBezTo>
                      <a:pt x="206" y="15"/>
                      <a:pt x="206" y="30"/>
                      <a:pt x="206" y="44"/>
                    </a:cubicBezTo>
                    <a:cubicBezTo>
                      <a:pt x="412" y="235"/>
                      <a:pt x="412" y="235"/>
                      <a:pt x="412" y="235"/>
                    </a:cubicBezTo>
                    <a:cubicBezTo>
                      <a:pt x="206" y="442"/>
                      <a:pt x="206" y="442"/>
                      <a:pt x="206" y="442"/>
                    </a:cubicBezTo>
                    <a:cubicBezTo>
                      <a:pt x="206" y="456"/>
                      <a:pt x="206" y="456"/>
                      <a:pt x="206" y="471"/>
                    </a:cubicBezTo>
                    <a:cubicBezTo>
                      <a:pt x="221" y="471"/>
                      <a:pt x="236" y="471"/>
                      <a:pt x="236" y="471"/>
                    </a:cubicBezTo>
                    <a:cubicBezTo>
                      <a:pt x="457" y="250"/>
                      <a:pt x="457" y="250"/>
                      <a:pt x="457" y="250"/>
                    </a:cubicBezTo>
                    <a:cubicBezTo>
                      <a:pt x="457" y="250"/>
                      <a:pt x="457" y="250"/>
                      <a:pt x="457" y="235"/>
                    </a:cubicBezTo>
                    <a:cubicBezTo>
                      <a:pt x="457" y="235"/>
                      <a:pt x="457" y="235"/>
                      <a:pt x="457" y="221"/>
                    </a:cubicBezTo>
                    <a:close/>
                    <a:moveTo>
                      <a:pt x="221" y="235"/>
                    </a:moveTo>
                    <a:lnTo>
                      <a:pt x="221" y="235"/>
                    </a:lnTo>
                    <a:cubicBezTo>
                      <a:pt x="221" y="235"/>
                      <a:pt x="221" y="235"/>
                      <a:pt x="221" y="221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30" y="44"/>
                      <a:pt x="15" y="44"/>
                      <a:pt x="15" y="44"/>
                    </a:cubicBezTo>
                    <a:cubicBezTo>
                      <a:pt x="0" y="59"/>
                      <a:pt x="0" y="74"/>
                      <a:pt x="15" y="74"/>
                    </a:cubicBezTo>
                    <a:cubicBezTo>
                      <a:pt x="177" y="235"/>
                      <a:pt x="177" y="235"/>
                      <a:pt x="177" y="235"/>
                    </a:cubicBezTo>
                    <a:cubicBezTo>
                      <a:pt x="15" y="397"/>
                      <a:pt x="15" y="397"/>
                      <a:pt x="15" y="397"/>
                    </a:cubicBezTo>
                    <a:cubicBezTo>
                      <a:pt x="0" y="412"/>
                      <a:pt x="0" y="427"/>
                      <a:pt x="15" y="427"/>
                    </a:cubicBezTo>
                    <a:cubicBezTo>
                      <a:pt x="15" y="442"/>
                      <a:pt x="30" y="442"/>
                      <a:pt x="44" y="427"/>
                    </a:cubicBezTo>
                    <a:cubicBezTo>
                      <a:pt x="221" y="250"/>
                      <a:pt x="221" y="250"/>
                      <a:pt x="221" y="250"/>
                    </a:cubicBezTo>
                    <a:cubicBezTo>
                      <a:pt x="221" y="250"/>
                      <a:pt x="221" y="250"/>
                      <a:pt x="221" y="2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"/>
              <p:cNvSpPr/>
              <p:nvPr/>
            </p:nvSpPr>
            <p:spPr>
              <a:xfrm>
                <a:off x="1845196" y="3838254"/>
                <a:ext cx="165171" cy="170422"/>
              </a:xfrm>
              <a:custGeom>
                <a:rect b="b" l="l" r="r" t="t"/>
                <a:pathLst>
                  <a:path extrusionOk="0" h="472" w="458">
                    <a:moveTo>
                      <a:pt x="44" y="235"/>
                    </a:moveTo>
                    <a:lnTo>
                      <a:pt x="44" y="235"/>
                    </a:lnTo>
                    <a:cubicBezTo>
                      <a:pt x="251" y="44"/>
                      <a:pt x="251" y="44"/>
                      <a:pt x="251" y="44"/>
                    </a:cubicBezTo>
                    <a:cubicBezTo>
                      <a:pt x="265" y="30"/>
                      <a:pt x="265" y="15"/>
                      <a:pt x="251" y="15"/>
                    </a:cubicBezTo>
                    <a:cubicBezTo>
                      <a:pt x="251" y="0"/>
                      <a:pt x="236" y="0"/>
                      <a:pt x="221" y="15"/>
                    </a:cubicBezTo>
                    <a:cubicBezTo>
                      <a:pt x="15" y="221"/>
                      <a:pt x="15" y="221"/>
                      <a:pt x="15" y="221"/>
                    </a:cubicBezTo>
                    <a:cubicBezTo>
                      <a:pt x="0" y="235"/>
                      <a:pt x="0" y="235"/>
                      <a:pt x="0" y="235"/>
                    </a:cubicBezTo>
                    <a:cubicBezTo>
                      <a:pt x="0" y="250"/>
                      <a:pt x="0" y="250"/>
                      <a:pt x="15" y="250"/>
                    </a:cubicBezTo>
                    <a:cubicBezTo>
                      <a:pt x="221" y="471"/>
                      <a:pt x="221" y="471"/>
                      <a:pt x="221" y="471"/>
                    </a:cubicBezTo>
                    <a:cubicBezTo>
                      <a:pt x="236" y="471"/>
                      <a:pt x="251" y="471"/>
                      <a:pt x="251" y="471"/>
                    </a:cubicBezTo>
                    <a:cubicBezTo>
                      <a:pt x="265" y="456"/>
                      <a:pt x="265" y="456"/>
                      <a:pt x="251" y="442"/>
                    </a:cubicBezTo>
                    <a:lnTo>
                      <a:pt x="44" y="235"/>
                    </a:lnTo>
                    <a:close/>
                    <a:moveTo>
                      <a:pt x="294" y="235"/>
                    </a:moveTo>
                    <a:lnTo>
                      <a:pt x="294" y="235"/>
                    </a:lnTo>
                    <a:cubicBezTo>
                      <a:pt x="457" y="74"/>
                      <a:pt x="457" y="74"/>
                      <a:pt x="457" y="74"/>
                    </a:cubicBezTo>
                    <a:cubicBezTo>
                      <a:pt x="457" y="74"/>
                      <a:pt x="457" y="59"/>
                      <a:pt x="457" y="44"/>
                    </a:cubicBezTo>
                    <a:cubicBezTo>
                      <a:pt x="442" y="44"/>
                      <a:pt x="427" y="44"/>
                      <a:pt x="427" y="44"/>
                    </a:cubicBezTo>
                    <a:cubicBezTo>
                      <a:pt x="251" y="221"/>
                      <a:pt x="251" y="221"/>
                      <a:pt x="251" y="221"/>
                    </a:cubicBezTo>
                    <a:cubicBezTo>
                      <a:pt x="251" y="235"/>
                      <a:pt x="236" y="235"/>
                      <a:pt x="236" y="235"/>
                    </a:cubicBezTo>
                    <a:cubicBezTo>
                      <a:pt x="236" y="250"/>
                      <a:pt x="251" y="250"/>
                      <a:pt x="251" y="250"/>
                    </a:cubicBezTo>
                    <a:cubicBezTo>
                      <a:pt x="427" y="427"/>
                      <a:pt x="427" y="427"/>
                      <a:pt x="427" y="427"/>
                    </a:cubicBezTo>
                    <a:cubicBezTo>
                      <a:pt x="427" y="442"/>
                      <a:pt x="442" y="442"/>
                      <a:pt x="457" y="427"/>
                    </a:cubicBezTo>
                    <a:cubicBezTo>
                      <a:pt x="457" y="427"/>
                      <a:pt x="457" y="412"/>
                      <a:pt x="457" y="397"/>
                    </a:cubicBezTo>
                    <a:lnTo>
                      <a:pt x="294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2"/>
              <p:cNvSpPr/>
              <p:nvPr/>
            </p:nvSpPr>
            <p:spPr>
              <a:xfrm>
                <a:off x="1456712" y="3860713"/>
                <a:ext cx="196884" cy="126826"/>
              </a:xfrm>
              <a:custGeom>
                <a:rect b="b" l="l" r="r" t="t"/>
                <a:pathLst>
                  <a:path extrusionOk="0" h="354" w="546">
                    <a:moveTo>
                      <a:pt x="133" y="44"/>
                    </a:moveTo>
                    <a:lnTo>
                      <a:pt x="133" y="44"/>
                    </a:lnTo>
                    <a:cubicBezTo>
                      <a:pt x="530" y="44"/>
                      <a:pt x="530" y="44"/>
                      <a:pt x="530" y="44"/>
                    </a:cubicBezTo>
                    <a:cubicBezTo>
                      <a:pt x="545" y="44"/>
                      <a:pt x="545" y="29"/>
                      <a:pt x="545" y="29"/>
                    </a:cubicBezTo>
                    <a:cubicBezTo>
                      <a:pt x="545" y="15"/>
                      <a:pt x="545" y="0"/>
                      <a:pt x="530" y="0"/>
                    </a:cubicBezTo>
                    <a:cubicBezTo>
                      <a:pt x="133" y="0"/>
                      <a:pt x="133" y="0"/>
                      <a:pt x="133" y="0"/>
                    </a:cubicBezTo>
                    <a:cubicBezTo>
                      <a:pt x="133" y="0"/>
                      <a:pt x="118" y="15"/>
                      <a:pt x="118" y="29"/>
                    </a:cubicBezTo>
                    <a:lnTo>
                      <a:pt x="133" y="44"/>
                    </a:lnTo>
                    <a:close/>
                    <a:moveTo>
                      <a:pt x="15" y="324"/>
                    </a:moveTo>
                    <a:lnTo>
                      <a:pt x="15" y="324"/>
                    </a:lnTo>
                    <a:cubicBezTo>
                      <a:pt x="15" y="324"/>
                      <a:pt x="0" y="324"/>
                      <a:pt x="0" y="338"/>
                    </a:cubicBezTo>
                    <a:cubicBezTo>
                      <a:pt x="0" y="353"/>
                      <a:pt x="15" y="353"/>
                      <a:pt x="15" y="353"/>
                    </a:cubicBezTo>
                    <a:cubicBezTo>
                      <a:pt x="30" y="353"/>
                      <a:pt x="45" y="353"/>
                      <a:pt x="45" y="338"/>
                    </a:cubicBezTo>
                    <a:cubicBezTo>
                      <a:pt x="45" y="324"/>
                      <a:pt x="30" y="324"/>
                      <a:pt x="15" y="324"/>
                    </a:cubicBezTo>
                    <a:close/>
                    <a:moveTo>
                      <a:pt x="15" y="162"/>
                    </a:moveTo>
                    <a:lnTo>
                      <a:pt x="15" y="162"/>
                    </a:lnTo>
                    <a:lnTo>
                      <a:pt x="0" y="176"/>
                    </a:lnTo>
                    <a:cubicBezTo>
                      <a:pt x="0" y="191"/>
                      <a:pt x="15" y="206"/>
                      <a:pt x="15" y="206"/>
                    </a:cubicBezTo>
                    <a:cubicBezTo>
                      <a:pt x="30" y="206"/>
                      <a:pt x="45" y="191"/>
                      <a:pt x="45" y="176"/>
                    </a:cubicBezTo>
                    <a:cubicBezTo>
                      <a:pt x="45" y="176"/>
                      <a:pt x="30" y="162"/>
                      <a:pt x="15" y="162"/>
                    </a:cubicBezTo>
                    <a:close/>
                    <a:moveTo>
                      <a:pt x="530" y="324"/>
                    </a:moveTo>
                    <a:lnTo>
                      <a:pt x="530" y="324"/>
                    </a:lnTo>
                    <a:cubicBezTo>
                      <a:pt x="133" y="324"/>
                      <a:pt x="133" y="324"/>
                      <a:pt x="133" y="324"/>
                    </a:cubicBezTo>
                    <a:cubicBezTo>
                      <a:pt x="133" y="324"/>
                      <a:pt x="118" y="324"/>
                      <a:pt x="118" y="338"/>
                    </a:cubicBezTo>
                    <a:cubicBezTo>
                      <a:pt x="118" y="353"/>
                      <a:pt x="133" y="353"/>
                      <a:pt x="133" y="353"/>
                    </a:cubicBezTo>
                    <a:cubicBezTo>
                      <a:pt x="530" y="353"/>
                      <a:pt x="530" y="353"/>
                      <a:pt x="530" y="353"/>
                    </a:cubicBezTo>
                    <a:cubicBezTo>
                      <a:pt x="545" y="353"/>
                      <a:pt x="545" y="353"/>
                      <a:pt x="545" y="338"/>
                    </a:cubicBezTo>
                    <a:cubicBezTo>
                      <a:pt x="545" y="324"/>
                      <a:pt x="545" y="324"/>
                      <a:pt x="530" y="324"/>
                    </a:cubicBezTo>
                    <a:close/>
                    <a:moveTo>
                      <a:pt x="530" y="162"/>
                    </a:moveTo>
                    <a:lnTo>
                      <a:pt x="530" y="162"/>
                    </a:lnTo>
                    <a:cubicBezTo>
                      <a:pt x="133" y="162"/>
                      <a:pt x="133" y="162"/>
                      <a:pt x="133" y="162"/>
                    </a:cubicBezTo>
                    <a:lnTo>
                      <a:pt x="118" y="176"/>
                    </a:lnTo>
                    <a:cubicBezTo>
                      <a:pt x="118" y="191"/>
                      <a:pt x="133" y="206"/>
                      <a:pt x="133" y="206"/>
                    </a:cubicBezTo>
                    <a:cubicBezTo>
                      <a:pt x="530" y="206"/>
                      <a:pt x="530" y="206"/>
                      <a:pt x="530" y="206"/>
                    </a:cubicBezTo>
                    <a:cubicBezTo>
                      <a:pt x="545" y="206"/>
                      <a:pt x="545" y="191"/>
                      <a:pt x="545" y="176"/>
                    </a:cubicBezTo>
                    <a:cubicBezTo>
                      <a:pt x="545" y="176"/>
                      <a:pt x="545" y="162"/>
                      <a:pt x="530" y="162"/>
                    </a:cubicBezTo>
                    <a:close/>
                    <a:moveTo>
                      <a:pt x="15" y="0"/>
                    </a:moveTo>
                    <a:lnTo>
                      <a:pt x="15" y="0"/>
                    </a:lnTo>
                    <a:cubicBezTo>
                      <a:pt x="15" y="0"/>
                      <a:pt x="0" y="15"/>
                      <a:pt x="0" y="29"/>
                    </a:cubicBezTo>
                    <a:lnTo>
                      <a:pt x="15" y="44"/>
                    </a:lnTo>
                    <a:cubicBezTo>
                      <a:pt x="30" y="44"/>
                      <a:pt x="45" y="29"/>
                      <a:pt x="45" y="29"/>
                    </a:cubicBezTo>
                    <a:cubicBezTo>
                      <a:pt x="45" y="15"/>
                      <a:pt x="30" y="0"/>
                      <a:pt x="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2"/>
              <p:cNvSpPr/>
              <p:nvPr/>
            </p:nvSpPr>
            <p:spPr>
              <a:xfrm>
                <a:off x="1085406" y="3832970"/>
                <a:ext cx="206134" cy="186275"/>
              </a:xfrm>
              <a:custGeom>
                <a:rect b="b" l="l" r="r" t="t"/>
                <a:pathLst>
                  <a:path extrusionOk="0" h="517" w="575">
                    <a:moveTo>
                      <a:pt x="545" y="471"/>
                    </a:moveTo>
                    <a:lnTo>
                      <a:pt x="545" y="471"/>
                    </a:lnTo>
                    <a:cubicBezTo>
                      <a:pt x="29" y="471"/>
                      <a:pt x="29" y="471"/>
                      <a:pt x="29" y="471"/>
                    </a:cubicBezTo>
                    <a:cubicBezTo>
                      <a:pt x="15" y="471"/>
                      <a:pt x="15" y="486"/>
                      <a:pt x="15" y="486"/>
                    </a:cubicBezTo>
                    <a:cubicBezTo>
                      <a:pt x="15" y="501"/>
                      <a:pt x="15" y="516"/>
                      <a:pt x="29" y="516"/>
                    </a:cubicBezTo>
                    <a:cubicBezTo>
                      <a:pt x="545" y="516"/>
                      <a:pt x="545" y="516"/>
                      <a:pt x="545" y="516"/>
                    </a:cubicBezTo>
                    <a:cubicBezTo>
                      <a:pt x="545" y="516"/>
                      <a:pt x="559" y="501"/>
                      <a:pt x="559" y="486"/>
                    </a:cubicBezTo>
                    <a:lnTo>
                      <a:pt x="545" y="471"/>
                    </a:lnTo>
                    <a:close/>
                    <a:moveTo>
                      <a:pt x="44" y="427"/>
                    </a:moveTo>
                    <a:lnTo>
                      <a:pt x="44" y="427"/>
                    </a:lnTo>
                    <a:cubicBezTo>
                      <a:pt x="515" y="427"/>
                      <a:pt x="515" y="427"/>
                      <a:pt x="515" y="427"/>
                    </a:cubicBezTo>
                    <a:cubicBezTo>
                      <a:pt x="574" y="427"/>
                      <a:pt x="559" y="398"/>
                      <a:pt x="559" y="383"/>
                    </a:cubicBezTo>
                    <a:cubicBezTo>
                      <a:pt x="309" y="15"/>
                      <a:pt x="309" y="15"/>
                      <a:pt x="309" y="15"/>
                    </a:cubicBezTo>
                    <a:cubicBezTo>
                      <a:pt x="309" y="0"/>
                      <a:pt x="265" y="0"/>
                      <a:pt x="250" y="15"/>
                    </a:cubicBezTo>
                    <a:cubicBezTo>
                      <a:pt x="15" y="383"/>
                      <a:pt x="15" y="383"/>
                      <a:pt x="15" y="383"/>
                    </a:cubicBezTo>
                    <a:cubicBezTo>
                      <a:pt x="0" y="412"/>
                      <a:pt x="0" y="427"/>
                      <a:pt x="44" y="427"/>
                    </a:cubicBezTo>
                    <a:close/>
                    <a:moveTo>
                      <a:pt x="280" y="59"/>
                    </a:moveTo>
                    <a:lnTo>
                      <a:pt x="280" y="59"/>
                    </a:lnTo>
                    <a:cubicBezTo>
                      <a:pt x="501" y="398"/>
                      <a:pt x="501" y="398"/>
                      <a:pt x="501" y="398"/>
                    </a:cubicBezTo>
                    <a:cubicBezTo>
                      <a:pt x="59" y="398"/>
                      <a:pt x="59" y="398"/>
                      <a:pt x="59" y="398"/>
                    </a:cubicBezTo>
                    <a:lnTo>
                      <a:pt x="280" y="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"/>
              <p:cNvSpPr/>
              <p:nvPr/>
            </p:nvSpPr>
            <p:spPr>
              <a:xfrm>
                <a:off x="704850" y="3822401"/>
                <a:ext cx="228598" cy="202129"/>
              </a:xfrm>
              <a:custGeom>
                <a:rect b="b" l="l" r="r" t="t"/>
                <a:pathLst>
                  <a:path extrusionOk="0" h="560" w="634">
                    <a:moveTo>
                      <a:pt x="589" y="15"/>
                    </a:moveTo>
                    <a:lnTo>
                      <a:pt x="589" y="15"/>
                    </a:lnTo>
                    <a:cubicBezTo>
                      <a:pt x="397" y="147"/>
                      <a:pt x="397" y="147"/>
                      <a:pt x="397" y="147"/>
                    </a:cubicBezTo>
                    <a:cubicBezTo>
                      <a:pt x="397" y="44"/>
                      <a:pt x="397" y="44"/>
                      <a:pt x="397" y="44"/>
                    </a:cubicBezTo>
                    <a:cubicBezTo>
                      <a:pt x="397" y="0"/>
                      <a:pt x="383" y="0"/>
                      <a:pt x="354" y="15"/>
                    </a:cubicBezTo>
                    <a:cubicBezTo>
                      <a:pt x="15" y="250"/>
                      <a:pt x="15" y="250"/>
                      <a:pt x="15" y="250"/>
                    </a:cubicBezTo>
                    <a:cubicBezTo>
                      <a:pt x="0" y="265"/>
                      <a:pt x="0" y="294"/>
                      <a:pt x="15" y="309"/>
                    </a:cubicBezTo>
                    <a:cubicBezTo>
                      <a:pt x="354" y="559"/>
                      <a:pt x="354" y="559"/>
                      <a:pt x="354" y="559"/>
                    </a:cubicBezTo>
                    <a:cubicBezTo>
                      <a:pt x="368" y="559"/>
                      <a:pt x="397" y="559"/>
                      <a:pt x="397" y="515"/>
                    </a:cubicBezTo>
                    <a:cubicBezTo>
                      <a:pt x="397" y="412"/>
                      <a:pt x="397" y="412"/>
                      <a:pt x="397" y="412"/>
                    </a:cubicBezTo>
                    <a:cubicBezTo>
                      <a:pt x="589" y="559"/>
                      <a:pt x="589" y="559"/>
                      <a:pt x="589" y="559"/>
                    </a:cubicBezTo>
                    <a:cubicBezTo>
                      <a:pt x="604" y="559"/>
                      <a:pt x="633" y="559"/>
                      <a:pt x="633" y="515"/>
                    </a:cubicBezTo>
                    <a:cubicBezTo>
                      <a:pt x="633" y="44"/>
                      <a:pt x="633" y="44"/>
                      <a:pt x="633" y="44"/>
                    </a:cubicBezTo>
                    <a:cubicBezTo>
                      <a:pt x="633" y="0"/>
                      <a:pt x="618" y="0"/>
                      <a:pt x="589" y="15"/>
                    </a:cubicBezTo>
                    <a:close/>
                    <a:moveTo>
                      <a:pt x="604" y="500"/>
                    </a:moveTo>
                    <a:lnTo>
                      <a:pt x="604" y="500"/>
                    </a:lnTo>
                    <a:cubicBezTo>
                      <a:pt x="368" y="338"/>
                      <a:pt x="368" y="338"/>
                      <a:pt x="368" y="338"/>
                    </a:cubicBezTo>
                    <a:lnTo>
                      <a:pt x="368" y="500"/>
                    </a:lnTo>
                    <a:cubicBezTo>
                      <a:pt x="44" y="279"/>
                      <a:pt x="44" y="279"/>
                      <a:pt x="44" y="279"/>
                    </a:cubicBezTo>
                    <a:cubicBezTo>
                      <a:pt x="368" y="59"/>
                      <a:pt x="368" y="59"/>
                      <a:pt x="368" y="59"/>
                    </a:cubicBezTo>
                    <a:cubicBezTo>
                      <a:pt x="368" y="103"/>
                      <a:pt x="368" y="236"/>
                      <a:pt x="368" y="236"/>
                    </a:cubicBezTo>
                    <a:cubicBezTo>
                      <a:pt x="604" y="59"/>
                      <a:pt x="604" y="59"/>
                      <a:pt x="604" y="59"/>
                    </a:cubicBezTo>
                    <a:lnTo>
                      <a:pt x="604" y="5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"/>
              <p:cNvSpPr/>
              <p:nvPr/>
            </p:nvSpPr>
            <p:spPr>
              <a:xfrm>
                <a:off x="4016213" y="3457778"/>
                <a:ext cx="228598" cy="200807"/>
              </a:xfrm>
              <a:custGeom>
                <a:rect b="b" l="l" r="r" t="t"/>
                <a:pathLst>
                  <a:path extrusionOk="0" h="561" w="634">
                    <a:moveTo>
                      <a:pt x="618" y="250"/>
                    </a:moveTo>
                    <a:lnTo>
                      <a:pt x="618" y="250"/>
                    </a:lnTo>
                    <a:cubicBezTo>
                      <a:pt x="280" y="15"/>
                      <a:pt x="280" y="15"/>
                      <a:pt x="280" y="15"/>
                    </a:cubicBezTo>
                    <a:cubicBezTo>
                      <a:pt x="250" y="0"/>
                      <a:pt x="236" y="0"/>
                      <a:pt x="236" y="44"/>
                    </a:cubicBezTo>
                    <a:cubicBezTo>
                      <a:pt x="236" y="147"/>
                      <a:pt x="236" y="147"/>
                      <a:pt x="236" y="147"/>
                    </a:cubicBezTo>
                    <a:cubicBezTo>
                      <a:pt x="44" y="15"/>
                      <a:pt x="44" y="15"/>
                      <a:pt x="44" y="15"/>
                    </a:cubicBezTo>
                    <a:cubicBezTo>
                      <a:pt x="15" y="0"/>
                      <a:pt x="0" y="0"/>
                      <a:pt x="0" y="44"/>
                    </a:cubicBezTo>
                    <a:cubicBezTo>
                      <a:pt x="0" y="515"/>
                      <a:pt x="0" y="515"/>
                      <a:pt x="0" y="515"/>
                    </a:cubicBezTo>
                    <a:cubicBezTo>
                      <a:pt x="0" y="560"/>
                      <a:pt x="29" y="560"/>
                      <a:pt x="44" y="545"/>
                    </a:cubicBezTo>
                    <a:cubicBezTo>
                      <a:pt x="236" y="412"/>
                      <a:pt x="236" y="412"/>
                      <a:pt x="236" y="412"/>
                    </a:cubicBezTo>
                    <a:cubicBezTo>
                      <a:pt x="236" y="515"/>
                      <a:pt x="236" y="515"/>
                      <a:pt x="236" y="515"/>
                    </a:cubicBezTo>
                    <a:cubicBezTo>
                      <a:pt x="236" y="560"/>
                      <a:pt x="265" y="560"/>
                      <a:pt x="280" y="545"/>
                    </a:cubicBezTo>
                    <a:cubicBezTo>
                      <a:pt x="618" y="309"/>
                      <a:pt x="618" y="309"/>
                      <a:pt x="618" y="309"/>
                    </a:cubicBezTo>
                    <a:cubicBezTo>
                      <a:pt x="633" y="294"/>
                      <a:pt x="633" y="265"/>
                      <a:pt x="618" y="250"/>
                    </a:cubicBezTo>
                    <a:close/>
                    <a:moveTo>
                      <a:pt x="265" y="501"/>
                    </a:moveTo>
                    <a:lnTo>
                      <a:pt x="265" y="501"/>
                    </a:lnTo>
                    <a:cubicBezTo>
                      <a:pt x="265" y="486"/>
                      <a:pt x="265" y="339"/>
                      <a:pt x="265" y="339"/>
                    </a:cubicBezTo>
                    <a:cubicBezTo>
                      <a:pt x="29" y="501"/>
                      <a:pt x="29" y="501"/>
                      <a:pt x="29" y="501"/>
                    </a:cubicBezTo>
                    <a:cubicBezTo>
                      <a:pt x="29" y="486"/>
                      <a:pt x="29" y="88"/>
                      <a:pt x="29" y="59"/>
                    </a:cubicBezTo>
                    <a:cubicBezTo>
                      <a:pt x="265" y="221"/>
                      <a:pt x="265" y="221"/>
                      <a:pt x="265" y="221"/>
                    </a:cubicBezTo>
                    <a:cubicBezTo>
                      <a:pt x="265" y="221"/>
                      <a:pt x="265" y="88"/>
                      <a:pt x="265" y="59"/>
                    </a:cubicBezTo>
                    <a:cubicBezTo>
                      <a:pt x="589" y="280"/>
                      <a:pt x="589" y="280"/>
                      <a:pt x="589" y="280"/>
                    </a:cubicBezTo>
                    <a:lnTo>
                      <a:pt x="265" y="5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"/>
              <p:cNvSpPr/>
              <p:nvPr/>
            </p:nvSpPr>
            <p:spPr>
              <a:xfrm>
                <a:off x="3662085" y="3457778"/>
                <a:ext cx="196885" cy="200807"/>
              </a:xfrm>
              <a:custGeom>
                <a:rect b="b" l="l" r="r" t="t"/>
                <a:pathLst>
                  <a:path extrusionOk="0" h="561" w="545">
                    <a:moveTo>
                      <a:pt x="515" y="0"/>
                    </a:moveTo>
                    <a:lnTo>
                      <a:pt x="515" y="0"/>
                    </a:lnTo>
                    <a:cubicBezTo>
                      <a:pt x="44" y="0"/>
                      <a:pt x="44" y="0"/>
                      <a:pt x="44" y="0"/>
                    </a:cubicBezTo>
                    <a:cubicBezTo>
                      <a:pt x="14" y="0"/>
                      <a:pt x="0" y="30"/>
                      <a:pt x="0" y="44"/>
                    </a:cubicBezTo>
                    <a:cubicBezTo>
                      <a:pt x="0" y="515"/>
                      <a:pt x="0" y="515"/>
                      <a:pt x="0" y="515"/>
                    </a:cubicBezTo>
                    <a:cubicBezTo>
                      <a:pt x="0" y="530"/>
                      <a:pt x="14" y="560"/>
                      <a:pt x="44" y="560"/>
                    </a:cubicBezTo>
                    <a:cubicBezTo>
                      <a:pt x="515" y="560"/>
                      <a:pt x="515" y="560"/>
                      <a:pt x="515" y="560"/>
                    </a:cubicBezTo>
                    <a:cubicBezTo>
                      <a:pt x="530" y="560"/>
                      <a:pt x="544" y="530"/>
                      <a:pt x="544" y="515"/>
                    </a:cubicBezTo>
                    <a:cubicBezTo>
                      <a:pt x="544" y="44"/>
                      <a:pt x="544" y="44"/>
                      <a:pt x="544" y="44"/>
                    </a:cubicBezTo>
                    <a:cubicBezTo>
                      <a:pt x="544" y="30"/>
                      <a:pt x="530" y="0"/>
                      <a:pt x="515" y="0"/>
                    </a:cubicBezTo>
                    <a:close/>
                    <a:moveTo>
                      <a:pt x="515" y="501"/>
                    </a:moveTo>
                    <a:lnTo>
                      <a:pt x="515" y="501"/>
                    </a:lnTo>
                    <a:cubicBezTo>
                      <a:pt x="515" y="501"/>
                      <a:pt x="500" y="515"/>
                      <a:pt x="485" y="515"/>
                    </a:cubicBezTo>
                    <a:cubicBezTo>
                      <a:pt x="58" y="515"/>
                      <a:pt x="58" y="515"/>
                      <a:pt x="58" y="515"/>
                    </a:cubicBezTo>
                    <a:cubicBezTo>
                      <a:pt x="44" y="515"/>
                      <a:pt x="44" y="501"/>
                      <a:pt x="44" y="501"/>
                    </a:cubicBezTo>
                    <a:cubicBezTo>
                      <a:pt x="44" y="59"/>
                      <a:pt x="44" y="59"/>
                      <a:pt x="44" y="59"/>
                    </a:cubicBezTo>
                    <a:cubicBezTo>
                      <a:pt x="44" y="59"/>
                      <a:pt x="44" y="44"/>
                      <a:pt x="58" y="44"/>
                    </a:cubicBezTo>
                    <a:cubicBezTo>
                      <a:pt x="485" y="44"/>
                      <a:pt x="485" y="44"/>
                      <a:pt x="485" y="44"/>
                    </a:cubicBezTo>
                    <a:cubicBezTo>
                      <a:pt x="500" y="44"/>
                      <a:pt x="515" y="59"/>
                      <a:pt x="515" y="59"/>
                    </a:cubicBezTo>
                    <a:lnTo>
                      <a:pt x="515" y="5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2"/>
              <p:cNvSpPr/>
              <p:nvPr/>
            </p:nvSpPr>
            <p:spPr>
              <a:xfrm>
                <a:off x="3322492" y="3457778"/>
                <a:ext cx="142708" cy="200807"/>
              </a:xfrm>
              <a:custGeom>
                <a:rect b="b" l="l" r="r" t="t"/>
                <a:pathLst>
                  <a:path extrusionOk="0" h="561" w="399">
                    <a:moveTo>
                      <a:pt x="354" y="0"/>
                    </a:moveTo>
                    <a:lnTo>
                      <a:pt x="354" y="0"/>
                    </a:lnTo>
                    <a:cubicBezTo>
                      <a:pt x="280" y="0"/>
                      <a:pt x="280" y="0"/>
                      <a:pt x="280" y="0"/>
                    </a:cubicBezTo>
                    <a:cubicBezTo>
                      <a:pt x="251" y="0"/>
                      <a:pt x="236" y="30"/>
                      <a:pt x="236" y="44"/>
                    </a:cubicBezTo>
                    <a:cubicBezTo>
                      <a:pt x="236" y="515"/>
                      <a:pt x="236" y="515"/>
                      <a:pt x="236" y="515"/>
                    </a:cubicBezTo>
                    <a:cubicBezTo>
                      <a:pt x="236" y="530"/>
                      <a:pt x="251" y="560"/>
                      <a:pt x="280" y="560"/>
                    </a:cubicBezTo>
                    <a:cubicBezTo>
                      <a:pt x="354" y="560"/>
                      <a:pt x="354" y="560"/>
                      <a:pt x="354" y="560"/>
                    </a:cubicBezTo>
                    <a:cubicBezTo>
                      <a:pt x="368" y="560"/>
                      <a:pt x="398" y="530"/>
                      <a:pt x="398" y="515"/>
                    </a:cubicBezTo>
                    <a:cubicBezTo>
                      <a:pt x="398" y="44"/>
                      <a:pt x="398" y="44"/>
                      <a:pt x="398" y="44"/>
                    </a:cubicBezTo>
                    <a:cubicBezTo>
                      <a:pt x="398" y="30"/>
                      <a:pt x="368" y="0"/>
                      <a:pt x="354" y="0"/>
                    </a:cubicBezTo>
                    <a:close/>
                    <a:moveTo>
                      <a:pt x="354" y="501"/>
                    </a:moveTo>
                    <a:lnTo>
                      <a:pt x="354" y="501"/>
                    </a:lnTo>
                    <a:lnTo>
                      <a:pt x="339" y="515"/>
                    </a:lnTo>
                    <a:cubicBezTo>
                      <a:pt x="295" y="515"/>
                      <a:pt x="295" y="515"/>
                      <a:pt x="295" y="515"/>
                    </a:cubicBezTo>
                    <a:cubicBezTo>
                      <a:pt x="280" y="515"/>
                      <a:pt x="280" y="501"/>
                      <a:pt x="280" y="501"/>
                    </a:cubicBezTo>
                    <a:cubicBezTo>
                      <a:pt x="280" y="59"/>
                      <a:pt x="280" y="59"/>
                      <a:pt x="280" y="59"/>
                    </a:cubicBezTo>
                    <a:cubicBezTo>
                      <a:pt x="280" y="59"/>
                      <a:pt x="280" y="44"/>
                      <a:pt x="295" y="44"/>
                    </a:cubicBezTo>
                    <a:cubicBezTo>
                      <a:pt x="339" y="44"/>
                      <a:pt x="339" y="44"/>
                      <a:pt x="339" y="44"/>
                    </a:cubicBezTo>
                    <a:lnTo>
                      <a:pt x="354" y="59"/>
                    </a:lnTo>
                    <a:lnTo>
                      <a:pt x="354" y="501"/>
                    </a:lnTo>
                    <a:close/>
                    <a:moveTo>
                      <a:pt x="118" y="0"/>
                    </a:moveTo>
                    <a:lnTo>
                      <a:pt x="118" y="0"/>
                    </a:lnTo>
                    <a:cubicBezTo>
                      <a:pt x="45" y="0"/>
                      <a:pt x="45" y="0"/>
                      <a:pt x="45" y="0"/>
                    </a:cubicBezTo>
                    <a:cubicBezTo>
                      <a:pt x="15" y="0"/>
                      <a:pt x="0" y="30"/>
                      <a:pt x="0" y="44"/>
                    </a:cubicBezTo>
                    <a:cubicBezTo>
                      <a:pt x="0" y="515"/>
                      <a:pt x="0" y="515"/>
                      <a:pt x="0" y="515"/>
                    </a:cubicBezTo>
                    <a:cubicBezTo>
                      <a:pt x="0" y="530"/>
                      <a:pt x="15" y="560"/>
                      <a:pt x="45" y="560"/>
                    </a:cubicBezTo>
                    <a:cubicBezTo>
                      <a:pt x="118" y="560"/>
                      <a:pt x="118" y="560"/>
                      <a:pt x="118" y="560"/>
                    </a:cubicBezTo>
                    <a:cubicBezTo>
                      <a:pt x="133" y="560"/>
                      <a:pt x="162" y="530"/>
                      <a:pt x="162" y="515"/>
                    </a:cubicBezTo>
                    <a:cubicBezTo>
                      <a:pt x="162" y="44"/>
                      <a:pt x="162" y="44"/>
                      <a:pt x="162" y="44"/>
                    </a:cubicBezTo>
                    <a:cubicBezTo>
                      <a:pt x="162" y="30"/>
                      <a:pt x="133" y="0"/>
                      <a:pt x="118" y="0"/>
                    </a:cubicBezTo>
                    <a:close/>
                    <a:moveTo>
                      <a:pt x="118" y="501"/>
                    </a:moveTo>
                    <a:lnTo>
                      <a:pt x="118" y="501"/>
                    </a:lnTo>
                    <a:lnTo>
                      <a:pt x="104" y="515"/>
                    </a:lnTo>
                    <a:cubicBezTo>
                      <a:pt x="59" y="515"/>
                      <a:pt x="59" y="515"/>
                      <a:pt x="59" y="515"/>
                    </a:cubicBezTo>
                    <a:cubicBezTo>
                      <a:pt x="45" y="515"/>
                      <a:pt x="45" y="501"/>
                      <a:pt x="45" y="501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5" y="44"/>
                      <a:pt x="59" y="44"/>
                    </a:cubicBezTo>
                    <a:cubicBezTo>
                      <a:pt x="104" y="44"/>
                      <a:pt x="104" y="44"/>
                      <a:pt x="104" y="44"/>
                    </a:cubicBezTo>
                    <a:lnTo>
                      <a:pt x="118" y="59"/>
                    </a:lnTo>
                    <a:lnTo>
                      <a:pt x="118" y="5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"/>
              <p:cNvSpPr/>
              <p:nvPr/>
            </p:nvSpPr>
            <p:spPr>
              <a:xfrm>
                <a:off x="2945900" y="3457778"/>
                <a:ext cx="158565" cy="200807"/>
              </a:xfrm>
              <a:custGeom>
                <a:rect b="b" l="l" r="r" t="t"/>
                <a:pathLst>
                  <a:path extrusionOk="0" h="561" w="443">
                    <a:moveTo>
                      <a:pt x="427" y="250"/>
                    </a:moveTo>
                    <a:lnTo>
                      <a:pt x="427" y="250"/>
                    </a:lnTo>
                    <a:cubicBezTo>
                      <a:pt x="59" y="15"/>
                      <a:pt x="59" y="15"/>
                      <a:pt x="59" y="15"/>
                    </a:cubicBezTo>
                    <a:cubicBezTo>
                      <a:pt x="30" y="0"/>
                      <a:pt x="0" y="0"/>
                      <a:pt x="0" y="44"/>
                    </a:cubicBezTo>
                    <a:cubicBezTo>
                      <a:pt x="0" y="515"/>
                      <a:pt x="0" y="515"/>
                      <a:pt x="0" y="515"/>
                    </a:cubicBezTo>
                    <a:cubicBezTo>
                      <a:pt x="0" y="560"/>
                      <a:pt x="30" y="560"/>
                      <a:pt x="59" y="545"/>
                    </a:cubicBezTo>
                    <a:cubicBezTo>
                      <a:pt x="427" y="309"/>
                      <a:pt x="427" y="309"/>
                      <a:pt x="427" y="309"/>
                    </a:cubicBezTo>
                    <a:cubicBezTo>
                      <a:pt x="442" y="294"/>
                      <a:pt x="442" y="265"/>
                      <a:pt x="427" y="250"/>
                    </a:cubicBezTo>
                    <a:close/>
                    <a:moveTo>
                      <a:pt x="44" y="501"/>
                    </a:moveTo>
                    <a:lnTo>
                      <a:pt x="44" y="501"/>
                    </a:lnTo>
                    <a:cubicBezTo>
                      <a:pt x="44" y="486"/>
                      <a:pt x="44" y="88"/>
                      <a:pt x="44" y="59"/>
                    </a:cubicBezTo>
                    <a:cubicBezTo>
                      <a:pt x="398" y="280"/>
                      <a:pt x="398" y="280"/>
                      <a:pt x="398" y="280"/>
                    </a:cubicBezTo>
                    <a:lnTo>
                      <a:pt x="44" y="5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"/>
              <p:cNvSpPr/>
              <p:nvPr/>
            </p:nvSpPr>
            <p:spPr>
              <a:xfrm>
                <a:off x="2554773" y="3457778"/>
                <a:ext cx="212742" cy="200807"/>
              </a:xfrm>
              <a:custGeom>
                <a:rect b="b" l="l" r="r" t="t"/>
                <a:pathLst>
                  <a:path extrusionOk="0" h="561" w="590">
                    <a:moveTo>
                      <a:pt x="500" y="324"/>
                    </a:moveTo>
                    <a:lnTo>
                      <a:pt x="500" y="324"/>
                    </a:lnTo>
                    <a:cubicBezTo>
                      <a:pt x="500" y="30"/>
                      <a:pt x="500" y="30"/>
                      <a:pt x="500" y="30"/>
                    </a:cubicBezTo>
                    <a:cubicBezTo>
                      <a:pt x="500" y="15"/>
                      <a:pt x="500" y="0"/>
                      <a:pt x="486" y="0"/>
                    </a:cubicBezTo>
                    <a:cubicBezTo>
                      <a:pt x="471" y="0"/>
                      <a:pt x="471" y="15"/>
                      <a:pt x="471" y="30"/>
                    </a:cubicBezTo>
                    <a:cubicBezTo>
                      <a:pt x="471" y="324"/>
                      <a:pt x="471" y="324"/>
                      <a:pt x="471" y="324"/>
                    </a:cubicBezTo>
                    <a:cubicBezTo>
                      <a:pt x="427" y="324"/>
                      <a:pt x="382" y="368"/>
                      <a:pt x="382" y="412"/>
                    </a:cubicBezTo>
                    <a:cubicBezTo>
                      <a:pt x="382" y="471"/>
                      <a:pt x="427" y="501"/>
                      <a:pt x="471" y="515"/>
                    </a:cubicBezTo>
                    <a:cubicBezTo>
                      <a:pt x="471" y="530"/>
                      <a:pt x="471" y="530"/>
                      <a:pt x="471" y="530"/>
                    </a:cubicBezTo>
                    <a:cubicBezTo>
                      <a:pt x="471" y="545"/>
                      <a:pt x="471" y="560"/>
                      <a:pt x="486" y="560"/>
                    </a:cubicBezTo>
                    <a:cubicBezTo>
                      <a:pt x="500" y="560"/>
                      <a:pt x="500" y="545"/>
                      <a:pt x="500" y="530"/>
                    </a:cubicBezTo>
                    <a:cubicBezTo>
                      <a:pt x="500" y="515"/>
                      <a:pt x="500" y="515"/>
                      <a:pt x="500" y="515"/>
                    </a:cubicBezTo>
                    <a:cubicBezTo>
                      <a:pt x="545" y="501"/>
                      <a:pt x="589" y="471"/>
                      <a:pt x="589" y="412"/>
                    </a:cubicBezTo>
                    <a:cubicBezTo>
                      <a:pt x="589" y="368"/>
                      <a:pt x="545" y="324"/>
                      <a:pt x="500" y="324"/>
                    </a:cubicBezTo>
                    <a:close/>
                    <a:moveTo>
                      <a:pt x="486" y="471"/>
                    </a:moveTo>
                    <a:lnTo>
                      <a:pt x="486" y="471"/>
                    </a:lnTo>
                    <a:cubicBezTo>
                      <a:pt x="456" y="471"/>
                      <a:pt x="427" y="456"/>
                      <a:pt x="427" y="412"/>
                    </a:cubicBezTo>
                    <a:cubicBezTo>
                      <a:pt x="427" y="383"/>
                      <a:pt x="456" y="353"/>
                      <a:pt x="486" y="353"/>
                    </a:cubicBezTo>
                    <a:cubicBezTo>
                      <a:pt x="515" y="353"/>
                      <a:pt x="545" y="383"/>
                      <a:pt x="545" y="412"/>
                    </a:cubicBezTo>
                    <a:cubicBezTo>
                      <a:pt x="545" y="456"/>
                      <a:pt x="515" y="471"/>
                      <a:pt x="486" y="471"/>
                    </a:cubicBezTo>
                    <a:close/>
                    <a:moveTo>
                      <a:pt x="309" y="44"/>
                    </a:moveTo>
                    <a:lnTo>
                      <a:pt x="309" y="44"/>
                    </a:lnTo>
                    <a:cubicBezTo>
                      <a:pt x="309" y="30"/>
                      <a:pt x="309" y="30"/>
                      <a:pt x="309" y="30"/>
                    </a:cubicBezTo>
                    <a:cubicBezTo>
                      <a:pt x="309" y="15"/>
                      <a:pt x="294" y="0"/>
                      <a:pt x="294" y="0"/>
                    </a:cubicBezTo>
                    <a:cubicBezTo>
                      <a:pt x="280" y="0"/>
                      <a:pt x="265" y="15"/>
                      <a:pt x="265" y="30"/>
                    </a:cubicBezTo>
                    <a:cubicBezTo>
                      <a:pt x="265" y="44"/>
                      <a:pt x="265" y="44"/>
                      <a:pt x="265" y="44"/>
                    </a:cubicBezTo>
                    <a:cubicBezTo>
                      <a:pt x="221" y="59"/>
                      <a:pt x="191" y="88"/>
                      <a:pt x="191" y="147"/>
                    </a:cubicBezTo>
                    <a:cubicBezTo>
                      <a:pt x="191" y="192"/>
                      <a:pt x="221" y="235"/>
                      <a:pt x="265" y="235"/>
                    </a:cubicBezTo>
                    <a:cubicBezTo>
                      <a:pt x="265" y="530"/>
                      <a:pt x="265" y="530"/>
                      <a:pt x="265" y="530"/>
                    </a:cubicBezTo>
                    <a:cubicBezTo>
                      <a:pt x="265" y="545"/>
                      <a:pt x="280" y="560"/>
                      <a:pt x="294" y="560"/>
                    </a:cubicBezTo>
                    <a:cubicBezTo>
                      <a:pt x="294" y="560"/>
                      <a:pt x="309" y="545"/>
                      <a:pt x="309" y="530"/>
                    </a:cubicBezTo>
                    <a:cubicBezTo>
                      <a:pt x="309" y="235"/>
                      <a:pt x="309" y="235"/>
                      <a:pt x="309" y="235"/>
                    </a:cubicBezTo>
                    <a:cubicBezTo>
                      <a:pt x="353" y="235"/>
                      <a:pt x="382" y="192"/>
                      <a:pt x="382" y="147"/>
                    </a:cubicBezTo>
                    <a:cubicBezTo>
                      <a:pt x="382" y="88"/>
                      <a:pt x="353" y="59"/>
                      <a:pt x="309" y="44"/>
                    </a:cubicBezTo>
                    <a:close/>
                    <a:moveTo>
                      <a:pt x="294" y="206"/>
                    </a:moveTo>
                    <a:lnTo>
                      <a:pt x="294" y="206"/>
                    </a:lnTo>
                    <a:cubicBezTo>
                      <a:pt x="250" y="206"/>
                      <a:pt x="235" y="177"/>
                      <a:pt x="235" y="147"/>
                    </a:cubicBezTo>
                    <a:cubicBezTo>
                      <a:pt x="235" y="103"/>
                      <a:pt x="250" y="88"/>
                      <a:pt x="294" y="88"/>
                    </a:cubicBezTo>
                    <a:cubicBezTo>
                      <a:pt x="324" y="88"/>
                      <a:pt x="353" y="103"/>
                      <a:pt x="353" y="147"/>
                    </a:cubicBezTo>
                    <a:cubicBezTo>
                      <a:pt x="353" y="177"/>
                      <a:pt x="324" y="206"/>
                      <a:pt x="294" y="206"/>
                    </a:cubicBezTo>
                    <a:close/>
                    <a:moveTo>
                      <a:pt x="118" y="235"/>
                    </a:moveTo>
                    <a:lnTo>
                      <a:pt x="118" y="235"/>
                    </a:lnTo>
                    <a:cubicBezTo>
                      <a:pt x="118" y="30"/>
                      <a:pt x="118" y="30"/>
                      <a:pt x="118" y="30"/>
                    </a:cubicBezTo>
                    <a:cubicBezTo>
                      <a:pt x="118" y="15"/>
                      <a:pt x="103" y="0"/>
                      <a:pt x="88" y="0"/>
                    </a:cubicBezTo>
                    <a:cubicBezTo>
                      <a:pt x="88" y="0"/>
                      <a:pt x="73" y="15"/>
                      <a:pt x="73" y="30"/>
                    </a:cubicBezTo>
                    <a:cubicBezTo>
                      <a:pt x="73" y="235"/>
                      <a:pt x="73" y="235"/>
                      <a:pt x="73" y="235"/>
                    </a:cubicBezTo>
                    <a:cubicBezTo>
                      <a:pt x="29" y="250"/>
                      <a:pt x="0" y="294"/>
                      <a:pt x="0" y="339"/>
                    </a:cubicBezTo>
                    <a:cubicBezTo>
                      <a:pt x="0" y="383"/>
                      <a:pt x="29" y="427"/>
                      <a:pt x="73" y="442"/>
                    </a:cubicBezTo>
                    <a:cubicBezTo>
                      <a:pt x="73" y="530"/>
                      <a:pt x="73" y="530"/>
                      <a:pt x="73" y="530"/>
                    </a:cubicBezTo>
                    <a:cubicBezTo>
                      <a:pt x="73" y="545"/>
                      <a:pt x="88" y="560"/>
                      <a:pt x="88" y="560"/>
                    </a:cubicBezTo>
                    <a:cubicBezTo>
                      <a:pt x="103" y="560"/>
                      <a:pt x="118" y="545"/>
                      <a:pt x="118" y="530"/>
                    </a:cubicBezTo>
                    <a:cubicBezTo>
                      <a:pt x="118" y="442"/>
                      <a:pt x="118" y="442"/>
                      <a:pt x="118" y="442"/>
                    </a:cubicBezTo>
                    <a:cubicBezTo>
                      <a:pt x="162" y="427"/>
                      <a:pt x="191" y="383"/>
                      <a:pt x="191" y="339"/>
                    </a:cubicBezTo>
                    <a:cubicBezTo>
                      <a:pt x="191" y="294"/>
                      <a:pt x="162" y="250"/>
                      <a:pt x="118" y="235"/>
                    </a:cubicBezTo>
                    <a:close/>
                    <a:moveTo>
                      <a:pt x="88" y="397"/>
                    </a:moveTo>
                    <a:lnTo>
                      <a:pt x="88" y="397"/>
                    </a:lnTo>
                    <a:cubicBezTo>
                      <a:pt x="59" y="397"/>
                      <a:pt x="29" y="368"/>
                      <a:pt x="29" y="339"/>
                    </a:cubicBezTo>
                    <a:cubicBezTo>
                      <a:pt x="29" y="309"/>
                      <a:pt x="59" y="280"/>
                      <a:pt x="88" y="280"/>
                    </a:cubicBezTo>
                    <a:cubicBezTo>
                      <a:pt x="132" y="280"/>
                      <a:pt x="147" y="309"/>
                      <a:pt x="147" y="339"/>
                    </a:cubicBezTo>
                    <a:cubicBezTo>
                      <a:pt x="147" y="368"/>
                      <a:pt x="132" y="397"/>
                      <a:pt x="88" y="39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1765;p2"/>
              <p:cNvSpPr/>
              <p:nvPr/>
            </p:nvSpPr>
            <p:spPr>
              <a:xfrm>
                <a:off x="2182146" y="3473631"/>
                <a:ext cx="212742" cy="169101"/>
              </a:xfrm>
              <a:custGeom>
                <a:rect b="b" l="l" r="r" t="t"/>
                <a:pathLst>
                  <a:path extrusionOk="0" h="472" w="590">
                    <a:moveTo>
                      <a:pt x="501" y="236"/>
                    </a:moveTo>
                    <a:lnTo>
                      <a:pt x="501" y="236"/>
                    </a:lnTo>
                    <a:cubicBezTo>
                      <a:pt x="589" y="148"/>
                      <a:pt x="589" y="148"/>
                      <a:pt x="589" y="148"/>
                    </a:cubicBezTo>
                    <a:cubicBezTo>
                      <a:pt x="589" y="148"/>
                      <a:pt x="589" y="133"/>
                      <a:pt x="589" y="118"/>
                    </a:cubicBezTo>
                    <a:cubicBezTo>
                      <a:pt x="574" y="118"/>
                      <a:pt x="560" y="118"/>
                      <a:pt x="560" y="133"/>
                    </a:cubicBezTo>
                    <a:cubicBezTo>
                      <a:pt x="471" y="206"/>
                      <a:pt x="471" y="206"/>
                      <a:pt x="471" y="206"/>
                    </a:cubicBezTo>
                    <a:cubicBezTo>
                      <a:pt x="398" y="133"/>
                      <a:pt x="398" y="133"/>
                      <a:pt x="398" y="133"/>
                    </a:cubicBezTo>
                    <a:cubicBezTo>
                      <a:pt x="383" y="118"/>
                      <a:pt x="369" y="118"/>
                      <a:pt x="369" y="118"/>
                    </a:cubicBezTo>
                    <a:cubicBezTo>
                      <a:pt x="354" y="133"/>
                      <a:pt x="354" y="148"/>
                      <a:pt x="369" y="148"/>
                    </a:cubicBezTo>
                    <a:cubicBezTo>
                      <a:pt x="442" y="236"/>
                      <a:pt x="442" y="236"/>
                      <a:pt x="442" y="236"/>
                    </a:cubicBezTo>
                    <a:cubicBezTo>
                      <a:pt x="369" y="324"/>
                      <a:pt x="369" y="324"/>
                      <a:pt x="369" y="324"/>
                    </a:cubicBezTo>
                    <a:cubicBezTo>
                      <a:pt x="354" y="324"/>
                      <a:pt x="354" y="339"/>
                      <a:pt x="369" y="353"/>
                    </a:cubicBezTo>
                    <a:cubicBezTo>
                      <a:pt x="369" y="353"/>
                      <a:pt x="383" y="353"/>
                      <a:pt x="398" y="339"/>
                    </a:cubicBezTo>
                    <a:cubicBezTo>
                      <a:pt x="471" y="265"/>
                      <a:pt x="471" y="265"/>
                      <a:pt x="471" y="265"/>
                    </a:cubicBezTo>
                    <a:cubicBezTo>
                      <a:pt x="560" y="339"/>
                      <a:pt x="560" y="339"/>
                      <a:pt x="560" y="339"/>
                    </a:cubicBezTo>
                    <a:cubicBezTo>
                      <a:pt x="560" y="353"/>
                      <a:pt x="574" y="353"/>
                      <a:pt x="589" y="353"/>
                    </a:cubicBezTo>
                    <a:cubicBezTo>
                      <a:pt x="589" y="339"/>
                      <a:pt x="589" y="324"/>
                      <a:pt x="589" y="324"/>
                    </a:cubicBezTo>
                    <a:lnTo>
                      <a:pt x="501" y="236"/>
                    </a:lnTo>
                    <a:close/>
                    <a:moveTo>
                      <a:pt x="280" y="0"/>
                    </a:moveTo>
                    <a:lnTo>
                      <a:pt x="280" y="0"/>
                    </a:lnTo>
                    <a:cubicBezTo>
                      <a:pt x="103" y="118"/>
                      <a:pt x="103" y="118"/>
                      <a:pt x="103" y="118"/>
                    </a:cubicBezTo>
                    <a:cubicBezTo>
                      <a:pt x="44" y="118"/>
                      <a:pt x="44" y="118"/>
                      <a:pt x="44" y="118"/>
                    </a:cubicBezTo>
                    <a:cubicBezTo>
                      <a:pt x="30" y="118"/>
                      <a:pt x="0" y="133"/>
                      <a:pt x="0" y="162"/>
                    </a:cubicBezTo>
                    <a:cubicBezTo>
                      <a:pt x="0" y="309"/>
                      <a:pt x="0" y="309"/>
                      <a:pt x="0" y="309"/>
                    </a:cubicBezTo>
                    <a:cubicBezTo>
                      <a:pt x="0" y="339"/>
                      <a:pt x="30" y="353"/>
                      <a:pt x="44" y="353"/>
                    </a:cubicBezTo>
                    <a:cubicBezTo>
                      <a:pt x="103" y="353"/>
                      <a:pt x="103" y="353"/>
                      <a:pt x="103" y="353"/>
                    </a:cubicBezTo>
                    <a:cubicBezTo>
                      <a:pt x="280" y="471"/>
                      <a:pt x="280" y="471"/>
                      <a:pt x="280" y="471"/>
                    </a:cubicBezTo>
                    <a:cubicBezTo>
                      <a:pt x="295" y="471"/>
                      <a:pt x="324" y="457"/>
                      <a:pt x="324" y="427"/>
                    </a:cubicBezTo>
                    <a:cubicBezTo>
                      <a:pt x="324" y="44"/>
                      <a:pt x="324" y="44"/>
                      <a:pt x="324" y="44"/>
                    </a:cubicBezTo>
                    <a:cubicBezTo>
                      <a:pt x="324" y="15"/>
                      <a:pt x="295" y="0"/>
                      <a:pt x="280" y="0"/>
                    </a:cubicBezTo>
                    <a:close/>
                    <a:moveTo>
                      <a:pt x="103" y="295"/>
                    </a:moveTo>
                    <a:lnTo>
                      <a:pt x="103" y="295"/>
                    </a:lnTo>
                    <a:cubicBezTo>
                      <a:pt x="103" y="309"/>
                      <a:pt x="89" y="309"/>
                      <a:pt x="89" y="309"/>
                    </a:cubicBezTo>
                    <a:cubicBezTo>
                      <a:pt x="59" y="309"/>
                      <a:pt x="59" y="309"/>
                      <a:pt x="59" y="309"/>
                    </a:cubicBezTo>
                    <a:cubicBezTo>
                      <a:pt x="59" y="309"/>
                      <a:pt x="44" y="309"/>
                      <a:pt x="44" y="295"/>
                    </a:cubicBezTo>
                    <a:cubicBezTo>
                      <a:pt x="44" y="177"/>
                      <a:pt x="44" y="177"/>
                      <a:pt x="44" y="177"/>
                    </a:cubicBezTo>
                    <a:cubicBezTo>
                      <a:pt x="44" y="162"/>
                      <a:pt x="59" y="162"/>
                      <a:pt x="59" y="162"/>
                    </a:cubicBezTo>
                    <a:cubicBezTo>
                      <a:pt x="89" y="162"/>
                      <a:pt x="89" y="162"/>
                      <a:pt x="89" y="162"/>
                    </a:cubicBezTo>
                    <a:cubicBezTo>
                      <a:pt x="89" y="162"/>
                      <a:pt x="103" y="162"/>
                      <a:pt x="103" y="177"/>
                    </a:cubicBezTo>
                    <a:lnTo>
                      <a:pt x="103" y="295"/>
                    </a:lnTo>
                    <a:close/>
                    <a:moveTo>
                      <a:pt x="280" y="427"/>
                    </a:moveTo>
                    <a:lnTo>
                      <a:pt x="280" y="427"/>
                    </a:lnTo>
                    <a:cubicBezTo>
                      <a:pt x="148" y="339"/>
                      <a:pt x="148" y="339"/>
                      <a:pt x="148" y="339"/>
                    </a:cubicBezTo>
                    <a:cubicBezTo>
                      <a:pt x="148" y="118"/>
                      <a:pt x="148" y="118"/>
                      <a:pt x="148" y="118"/>
                    </a:cubicBezTo>
                    <a:cubicBezTo>
                      <a:pt x="280" y="44"/>
                      <a:pt x="280" y="44"/>
                      <a:pt x="280" y="44"/>
                    </a:cubicBezTo>
                    <a:lnTo>
                      <a:pt x="280" y="4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2"/>
              <p:cNvSpPr/>
              <p:nvPr/>
            </p:nvSpPr>
            <p:spPr>
              <a:xfrm>
                <a:off x="1813483" y="3457778"/>
                <a:ext cx="216705" cy="200807"/>
              </a:xfrm>
              <a:custGeom>
                <a:rect b="b" l="l" r="r" t="t"/>
                <a:pathLst>
                  <a:path extrusionOk="0" h="561" w="604">
                    <a:moveTo>
                      <a:pt x="368" y="0"/>
                    </a:moveTo>
                    <a:lnTo>
                      <a:pt x="368" y="0"/>
                    </a:lnTo>
                    <a:cubicBezTo>
                      <a:pt x="368" y="44"/>
                      <a:pt x="368" y="44"/>
                      <a:pt x="368" y="44"/>
                    </a:cubicBezTo>
                    <a:cubicBezTo>
                      <a:pt x="486" y="74"/>
                      <a:pt x="559" y="162"/>
                      <a:pt x="559" y="280"/>
                    </a:cubicBezTo>
                    <a:cubicBezTo>
                      <a:pt x="559" y="397"/>
                      <a:pt x="486" y="486"/>
                      <a:pt x="368" y="515"/>
                    </a:cubicBezTo>
                    <a:cubicBezTo>
                      <a:pt x="368" y="560"/>
                      <a:pt x="368" y="560"/>
                      <a:pt x="368" y="560"/>
                    </a:cubicBezTo>
                    <a:cubicBezTo>
                      <a:pt x="500" y="530"/>
                      <a:pt x="603" y="427"/>
                      <a:pt x="603" y="280"/>
                    </a:cubicBezTo>
                    <a:cubicBezTo>
                      <a:pt x="603" y="133"/>
                      <a:pt x="500" y="30"/>
                      <a:pt x="368" y="0"/>
                    </a:cubicBezTo>
                    <a:close/>
                    <a:moveTo>
                      <a:pt x="486" y="280"/>
                    </a:moveTo>
                    <a:lnTo>
                      <a:pt x="486" y="280"/>
                    </a:lnTo>
                    <a:cubicBezTo>
                      <a:pt x="486" y="206"/>
                      <a:pt x="441" y="147"/>
                      <a:pt x="368" y="147"/>
                    </a:cubicBezTo>
                    <a:cubicBezTo>
                      <a:pt x="368" y="177"/>
                      <a:pt x="368" y="177"/>
                      <a:pt x="368" y="177"/>
                    </a:cubicBezTo>
                    <a:cubicBezTo>
                      <a:pt x="412" y="192"/>
                      <a:pt x="441" y="235"/>
                      <a:pt x="441" y="280"/>
                    </a:cubicBezTo>
                    <a:cubicBezTo>
                      <a:pt x="441" y="324"/>
                      <a:pt x="412" y="368"/>
                      <a:pt x="368" y="383"/>
                    </a:cubicBezTo>
                    <a:cubicBezTo>
                      <a:pt x="368" y="412"/>
                      <a:pt x="368" y="412"/>
                      <a:pt x="368" y="412"/>
                    </a:cubicBezTo>
                    <a:cubicBezTo>
                      <a:pt x="441" y="412"/>
                      <a:pt x="486" y="353"/>
                      <a:pt x="486" y="280"/>
                    </a:cubicBezTo>
                    <a:close/>
                    <a:moveTo>
                      <a:pt x="265" y="44"/>
                    </a:moveTo>
                    <a:lnTo>
                      <a:pt x="265" y="44"/>
                    </a:lnTo>
                    <a:cubicBezTo>
                      <a:pt x="88" y="162"/>
                      <a:pt x="88" y="162"/>
                      <a:pt x="88" y="162"/>
                    </a:cubicBezTo>
                    <a:cubicBezTo>
                      <a:pt x="29" y="162"/>
                      <a:pt x="29" y="162"/>
                      <a:pt x="29" y="162"/>
                    </a:cubicBezTo>
                    <a:cubicBezTo>
                      <a:pt x="15" y="162"/>
                      <a:pt x="0" y="177"/>
                      <a:pt x="0" y="206"/>
                    </a:cubicBezTo>
                    <a:cubicBezTo>
                      <a:pt x="0" y="353"/>
                      <a:pt x="0" y="353"/>
                      <a:pt x="0" y="353"/>
                    </a:cubicBezTo>
                    <a:cubicBezTo>
                      <a:pt x="0" y="383"/>
                      <a:pt x="15" y="397"/>
                      <a:pt x="29" y="397"/>
                    </a:cubicBezTo>
                    <a:cubicBezTo>
                      <a:pt x="88" y="397"/>
                      <a:pt x="88" y="397"/>
                      <a:pt x="88" y="397"/>
                    </a:cubicBezTo>
                    <a:cubicBezTo>
                      <a:pt x="265" y="515"/>
                      <a:pt x="265" y="515"/>
                      <a:pt x="265" y="515"/>
                    </a:cubicBezTo>
                    <a:cubicBezTo>
                      <a:pt x="294" y="515"/>
                      <a:pt x="309" y="501"/>
                      <a:pt x="309" y="471"/>
                    </a:cubicBezTo>
                    <a:cubicBezTo>
                      <a:pt x="309" y="88"/>
                      <a:pt x="309" y="88"/>
                      <a:pt x="309" y="88"/>
                    </a:cubicBezTo>
                    <a:cubicBezTo>
                      <a:pt x="309" y="59"/>
                      <a:pt x="294" y="44"/>
                      <a:pt x="265" y="44"/>
                    </a:cubicBezTo>
                    <a:close/>
                    <a:moveTo>
                      <a:pt x="88" y="339"/>
                    </a:moveTo>
                    <a:lnTo>
                      <a:pt x="88" y="339"/>
                    </a:lnTo>
                    <a:cubicBezTo>
                      <a:pt x="88" y="353"/>
                      <a:pt x="88" y="353"/>
                      <a:pt x="73" y="353"/>
                    </a:cubicBezTo>
                    <a:cubicBezTo>
                      <a:pt x="59" y="353"/>
                      <a:pt x="59" y="353"/>
                      <a:pt x="59" y="353"/>
                    </a:cubicBezTo>
                    <a:cubicBezTo>
                      <a:pt x="44" y="353"/>
                      <a:pt x="29" y="353"/>
                      <a:pt x="29" y="339"/>
                    </a:cubicBezTo>
                    <a:cubicBezTo>
                      <a:pt x="29" y="221"/>
                      <a:pt x="29" y="221"/>
                      <a:pt x="29" y="221"/>
                    </a:cubicBezTo>
                    <a:cubicBezTo>
                      <a:pt x="29" y="206"/>
                      <a:pt x="44" y="206"/>
                      <a:pt x="59" y="206"/>
                    </a:cubicBezTo>
                    <a:cubicBezTo>
                      <a:pt x="73" y="206"/>
                      <a:pt x="73" y="206"/>
                      <a:pt x="73" y="206"/>
                    </a:cubicBezTo>
                    <a:cubicBezTo>
                      <a:pt x="88" y="206"/>
                      <a:pt x="88" y="206"/>
                      <a:pt x="88" y="221"/>
                    </a:cubicBezTo>
                    <a:lnTo>
                      <a:pt x="88" y="339"/>
                    </a:lnTo>
                    <a:close/>
                    <a:moveTo>
                      <a:pt x="265" y="471"/>
                    </a:moveTo>
                    <a:lnTo>
                      <a:pt x="265" y="471"/>
                    </a:lnTo>
                    <a:cubicBezTo>
                      <a:pt x="132" y="383"/>
                      <a:pt x="132" y="383"/>
                      <a:pt x="132" y="383"/>
                    </a:cubicBezTo>
                    <a:cubicBezTo>
                      <a:pt x="132" y="353"/>
                      <a:pt x="132" y="192"/>
                      <a:pt x="132" y="162"/>
                    </a:cubicBezTo>
                    <a:cubicBezTo>
                      <a:pt x="265" y="88"/>
                      <a:pt x="265" y="88"/>
                      <a:pt x="265" y="88"/>
                    </a:cubicBezTo>
                    <a:cubicBezTo>
                      <a:pt x="265" y="103"/>
                      <a:pt x="265" y="456"/>
                      <a:pt x="265" y="4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2"/>
              <p:cNvSpPr/>
              <p:nvPr/>
            </p:nvSpPr>
            <p:spPr>
              <a:xfrm>
                <a:off x="1461998" y="3473631"/>
                <a:ext cx="181028" cy="169101"/>
              </a:xfrm>
              <a:custGeom>
                <a:rect b="b" l="l" r="r" t="t"/>
                <a:pathLst>
                  <a:path extrusionOk="0" h="472" w="502">
                    <a:moveTo>
                      <a:pt x="280" y="0"/>
                    </a:moveTo>
                    <a:lnTo>
                      <a:pt x="280" y="0"/>
                    </a:lnTo>
                    <a:cubicBezTo>
                      <a:pt x="103" y="118"/>
                      <a:pt x="103" y="118"/>
                      <a:pt x="103" y="118"/>
                    </a:cubicBezTo>
                    <a:cubicBezTo>
                      <a:pt x="44" y="118"/>
                      <a:pt x="44" y="118"/>
                      <a:pt x="44" y="118"/>
                    </a:cubicBezTo>
                    <a:cubicBezTo>
                      <a:pt x="30" y="118"/>
                      <a:pt x="0" y="133"/>
                      <a:pt x="0" y="162"/>
                    </a:cubicBezTo>
                    <a:cubicBezTo>
                      <a:pt x="0" y="309"/>
                      <a:pt x="0" y="309"/>
                      <a:pt x="0" y="309"/>
                    </a:cubicBezTo>
                    <a:cubicBezTo>
                      <a:pt x="0" y="339"/>
                      <a:pt x="30" y="353"/>
                      <a:pt x="44" y="353"/>
                    </a:cubicBezTo>
                    <a:cubicBezTo>
                      <a:pt x="103" y="353"/>
                      <a:pt x="103" y="353"/>
                      <a:pt x="103" y="353"/>
                    </a:cubicBezTo>
                    <a:cubicBezTo>
                      <a:pt x="280" y="471"/>
                      <a:pt x="280" y="471"/>
                      <a:pt x="280" y="471"/>
                    </a:cubicBezTo>
                    <a:cubicBezTo>
                      <a:pt x="295" y="471"/>
                      <a:pt x="324" y="457"/>
                      <a:pt x="324" y="427"/>
                    </a:cubicBezTo>
                    <a:cubicBezTo>
                      <a:pt x="324" y="44"/>
                      <a:pt x="324" y="44"/>
                      <a:pt x="324" y="44"/>
                    </a:cubicBezTo>
                    <a:cubicBezTo>
                      <a:pt x="324" y="15"/>
                      <a:pt x="295" y="0"/>
                      <a:pt x="280" y="0"/>
                    </a:cubicBezTo>
                    <a:close/>
                    <a:moveTo>
                      <a:pt x="103" y="295"/>
                    </a:moveTo>
                    <a:lnTo>
                      <a:pt x="103" y="295"/>
                    </a:lnTo>
                    <a:cubicBezTo>
                      <a:pt x="103" y="309"/>
                      <a:pt x="89" y="309"/>
                      <a:pt x="89" y="309"/>
                    </a:cubicBezTo>
                    <a:cubicBezTo>
                      <a:pt x="59" y="309"/>
                      <a:pt x="59" y="309"/>
                      <a:pt x="59" y="309"/>
                    </a:cubicBezTo>
                    <a:cubicBezTo>
                      <a:pt x="59" y="309"/>
                      <a:pt x="44" y="309"/>
                      <a:pt x="44" y="295"/>
                    </a:cubicBezTo>
                    <a:cubicBezTo>
                      <a:pt x="44" y="177"/>
                      <a:pt x="44" y="177"/>
                      <a:pt x="44" y="177"/>
                    </a:cubicBezTo>
                    <a:cubicBezTo>
                      <a:pt x="44" y="162"/>
                      <a:pt x="59" y="162"/>
                      <a:pt x="59" y="162"/>
                    </a:cubicBezTo>
                    <a:cubicBezTo>
                      <a:pt x="89" y="162"/>
                      <a:pt x="89" y="162"/>
                      <a:pt x="89" y="162"/>
                    </a:cubicBezTo>
                    <a:cubicBezTo>
                      <a:pt x="89" y="162"/>
                      <a:pt x="103" y="162"/>
                      <a:pt x="103" y="177"/>
                    </a:cubicBezTo>
                    <a:lnTo>
                      <a:pt x="103" y="295"/>
                    </a:lnTo>
                    <a:close/>
                    <a:moveTo>
                      <a:pt x="280" y="427"/>
                    </a:moveTo>
                    <a:lnTo>
                      <a:pt x="280" y="427"/>
                    </a:lnTo>
                    <a:cubicBezTo>
                      <a:pt x="148" y="339"/>
                      <a:pt x="148" y="339"/>
                      <a:pt x="148" y="339"/>
                    </a:cubicBezTo>
                    <a:cubicBezTo>
                      <a:pt x="148" y="309"/>
                      <a:pt x="148" y="148"/>
                      <a:pt x="148" y="118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0" y="59"/>
                      <a:pt x="280" y="412"/>
                      <a:pt x="280" y="427"/>
                    </a:cubicBezTo>
                    <a:close/>
                    <a:moveTo>
                      <a:pt x="383" y="103"/>
                    </a:moveTo>
                    <a:lnTo>
                      <a:pt x="383" y="103"/>
                    </a:lnTo>
                    <a:cubicBezTo>
                      <a:pt x="383" y="133"/>
                      <a:pt x="383" y="133"/>
                      <a:pt x="383" y="133"/>
                    </a:cubicBezTo>
                    <a:cubicBezTo>
                      <a:pt x="427" y="148"/>
                      <a:pt x="457" y="191"/>
                      <a:pt x="457" y="236"/>
                    </a:cubicBezTo>
                    <a:cubicBezTo>
                      <a:pt x="457" y="280"/>
                      <a:pt x="427" y="324"/>
                      <a:pt x="383" y="339"/>
                    </a:cubicBezTo>
                    <a:cubicBezTo>
                      <a:pt x="383" y="368"/>
                      <a:pt x="383" y="368"/>
                      <a:pt x="383" y="368"/>
                    </a:cubicBezTo>
                    <a:cubicBezTo>
                      <a:pt x="442" y="368"/>
                      <a:pt x="501" y="309"/>
                      <a:pt x="501" y="236"/>
                    </a:cubicBezTo>
                    <a:cubicBezTo>
                      <a:pt x="501" y="162"/>
                      <a:pt x="442" y="103"/>
                      <a:pt x="383" y="10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2"/>
              <p:cNvSpPr/>
              <p:nvPr/>
            </p:nvSpPr>
            <p:spPr>
              <a:xfrm>
                <a:off x="1123726" y="3473631"/>
                <a:ext cx="117602" cy="169101"/>
              </a:xfrm>
              <a:custGeom>
                <a:rect b="b" l="l" r="r" t="t"/>
                <a:pathLst>
                  <a:path extrusionOk="0" h="472" w="325">
                    <a:moveTo>
                      <a:pt x="280" y="0"/>
                    </a:moveTo>
                    <a:lnTo>
                      <a:pt x="280" y="0"/>
                    </a:lnTo>
                    <a:cubicBezTo>
                      <a:pt x="103" y="118"/>
                      <a:pt x="103" y="118"/>
                      <a:pt x="103" y="118"/>
                    </a:cubicBezTo>
                    <a:cubicBezTo>
                      <a:pt x="44" y="118"/>
                      <a:pt x="44" y="118"/>
                      <a:pt x="44" y="118"/>
                    </a:cubicBezTo>
                    <a:cubicBezTo>
                      <a:pt x="30" y="118"/>
                      <a:pt x="0" y="133"/>
                      <a:pt x="0" y="162"/>
                    </a:cubicBezTo>
                    <a:cubicBezTo>
                      <a:pt x="0" y="309"/>
                      <a:pt x="0" y="309"/>
                      <a:pt x="0" y="309"/>
                    </a:cubicBezTo>
                    <a:cubicBezTo>
                      <a:pt x="0" y="339"/>
                      <a:pt x="30" y="353"/>
                      <a:pt x="44" y="353"/>
                    </a:cubicBezTo>
                    <a:cubicBezTo>
                      <a:pt x="103" y="353"/>
                      <a:pt x="103" y="353"/>
                      <a:pt x="103" y="353"/>
                    </a:cubicBezTo>
                    <a:cubicBezTo>
                      <a:pt x="280" y="471"/>
                      <a:pt x="280" y="471"/>
                      <a:pt x="280" y="471"/>
                    </a:cubicBezTo>
                    <a:cubicBezTo>
                      <a:pt x="294" y="471"/>
                      <a:pt x="324" y="457"/>
                      <a:pt x="324" y="427"/>
                    </a:cubicBezTo>
                    <a:cubicBezTo>
                      <a:pt x="324" y="44"/>
                      <a:pt x="324" y="44"/>
                      <a:pt x="324" y="44"/>
                    </a:cubicBezTo>
                    <a:cubicBezTo>
                      <a:pt x="324" y="15"/>
                      <a:pt x="294" y="0"/>
                      <a:pt x="280" y="0"/>
                    </a:cubicBezTo>
                    <a:close/>
                    <a:moveTo>
                      <a:pt x="103" y="295"/>
                    </a:moveTo>
                    <a:lnTo>
                      <a:pt x="103" y="295"/>
                    </a:lnTo>
                    <a:cubicBezTo>
                      <a:pt x="103" y="309"/>
                      <a:pt x="88" y="309"/>
                      <a:pt x="88" y="309"/>
                    </a:cubicBezTo>
                    <a:cubicBezTo>
                      <a:pt x="59" y="309"/>
                      <a:pt x="59" y="309"/>
                      <a:pt x="59" y="309"/>
                    </a:cubicBezTo>
                    <a:cubicBezTo>
                      <a:pt x="59" y="309"/>
                      <a:pt x="44" y="309"/>
                      <a:pt x="44" y="295"/>
                    </a:cubicBezTo>
                    <a:cubicBezTo>
                      <a:pt x="44" y="177"/>
                      <a:pt x="44" y="177"/>
                      <a:pt x="44" y="177"/>
                    </a:cubicBezTo>
                    <a:cubicBezTo>
                      <a:pt x="44" y="162"/>
                      <a:pt x="59" y="162"/>
                      <a:pt x="59" y="162"/>
                    </a:cubicBezTo>
                    <a:cubicBezTo>
                      <a:pt x="88" y="162"/>
                      <a:pt x="88" y="162"/>
                      <a:pt x="88" y="162"/>
                    </a:cubicBezTo>
                    <a:cubicBezTo>
                      <a:pt x="88" y="162"/>
                      <a:pt x="103" y="162"/>
                      <a:pt x="103" y="177"/>
                    </a:cubicBezTo>
                    <a:lnTo>
                      <a:pt x="103" y="295"/>
                    </a:lnTo>
                    <a:close/>
                    <a:moveTo>
                      <a:pt x="280" y="427"/>
                    </a:moveTo>
                    <a:lnTo>
                      <a:pt x="280" y="427"/>
                    </a:lnTo>
                    <a:cubicBezTo>
                      <a:pt x="147" y="339"/>
                      <a:pt x="147" y="339"/>
                      <a:pt x="147" y="339"/>
                    </a:cubicBezTo>
                    <a:cubicBezTo>
                      <a:pt x="147" y="309"/>
                      <a:pt x="147" y="148"/>
                      <a:pt x="147" y="118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80" y="59"/>
                      <a:pt x="280" y="412"/>
                      <a:pt x="280" y="4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1769;p2"/>
              <p:cNvSpPr/>
              <p:nvPr/>
            </p:nvSpPr>
            <p:spPr>
              <a:xfrm>
                <a:off x="736563" y="3445888"/>
                <a:ext cx="170458" cy="221945"/>
              </a:xfrm>
              <a:custGeom>
                <a:rect b="b" l="l" r="r" t="t"/>
                <a:pathLst>
                  <a:path extrusionOk="0" h="619" w="472">
                    <a:moveTo>
                      <a:pt x="368" y="441"/>
                    </a:moveTo>
                    <a:lnTo>
                      <a:pt x="368" y="441"/>
                    </a:lnTo>
                    <a:cubicBezTo>
                      <a:pt x="368" y="368"/>
                      <a:pt x="309" y="309"/>
                      <a:pt x="236" y="309"/>
                    </a:cubicBezTo>
                    <a:cubicBezTo>
                      <a:pt x="162" y="309"/>
                      <a:pt x="104" y="368"/>
                      <a:pt x="104" y="441"/>
                    </a:cubicBezTo>
                    <a:cubicBezTo>
                      <a:pt x="104" y="515"/>
                      <a:pt x="162" y="589"/>
                      <a:pt x="236" y="589"/>
                    </a:cubicBezTo>
                    <a:cubicBezTo>
                      <a:pt x="309" y="589"/>
                      <a:pt x="368" y="515"/>
                      <a:pt x="368" y="441"/>
                    </a:cubicBezTo>
                    <a:close/>
                    <a:moveTo>
                      <a:pt x="236" y="544"/>
                    </a:moveTo>
                    <a:lnTo>
                      <a:pt x="236" y="544"/>
                    </a:lnTo>
                    <a:cubicBezTo>
                      <a:pt x="177" y="544"/>
                      <a:pt x="133" y="500"/>
                      <a:pt x="133" y="441"/>
                    </a:cubicBezTo>
                    <a:cubicBezTo>
                      <a:pt x="133" y="397"/>
                      <a:pt x="177" y="353"/>
                      <a:pt x="236" y="353"/>
                    </a:cubicBezTo>
                    <a:cubicBezTo>
                      <a:pt x="295" y="353"/>
                      <a:pt x="339" y="397"/>
                      <a:pt x="339" y="441"/>
                    </a:cubicBezTo>
                    <a:cubicBezTo>
                      <a:pt x="339" y="500"/>
                      <a:pt x="295" y="544"/>
                      <a:pt x="236" y="544"/>
                    </a:cubicBezTo>
                    <a:close/>
                    <a:moveTo>
                      <a:pt x="398" y="0"/>
                    </a:moveTo>
                    <a:lnTo>
                      <a:pt x="398" y="0"/>
                    </a:lnTo>
                    <a:cubicBezTo>
                      <a:pt x="74" y="0"/>
                      <a:pt x="74" y="0"/>
                      <a:pt x="74" y="0"/>
                    </a:cubicBezTo>
                    <a:cubicBezTo>
                      <a:pt x="30" y="0"/>
                      <a:pt x="0" y="29"/>
                      <a:pt x="0" y="7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89"/>
                      <a:pt x="30" y="618"/>
                      <a:pt x="74" y="618"/>
                    </a:cubicBezTo>
                    <a:cubicBezTo>
                      <a:pt x="398" y="618"/>
                      <a:pt x="398" y="618"/>
                      <a:pt x="398" y="618"/>
                    </a:cubicBezTo>
                    <a:cubicBezTo>
                      <a:pt x="442" y="618"/>
                      <a:pt x="471" y="589"/>
                      <a:pt x="471" y="544"/>
                    </a:cubicBezTo>
                    <a:cubicBezTo>
                      <a:pt x="471" y="73"/>
                      <a:pt x="471" y="73"/>
                      <a:pt x="471" y="73"/>
                    </a:cubicBezTo>
                    <a:cubicBezTo>
                      <a:pt x="471" y="29"/>
                      <a:pt x="442" y="0"/>
                      <a:pt x="398" y="0"/>
                    </a:cubicBezTo>
                    <a:close/>
                    <a:moveTo>
                      <a:pt x="427" y="544"/>
                    </a:moveTo>
                    <a:lnTo>
                      <a:pt x="427" y="544"/>
                    </a:lnTo>
                    <a:cubicBezTo>
                      <a:pt x="427" y="559"/>
                      <a:pt x="413" y="589"/>
                      <a:pt x="398" y="589"/>
                    </a:cubicBezTo>
                    <a:cubicBezTo>
                      <a:pt x="236" y="589"/>
                      <a:pt x="236" y="589"/>
                      <a:pt x="236" y="589"/>
                    </a:cubicBezTo>
                    <a:cubicBezTo>
                      <a:pt x="74" y="589"/>
                      <a:pt x="74" y="589"/>
                      <a:pt x="74" y="589"/>
                    </a:cubicBezTo>
                    <a:cubicBezTo>
                      <a:pt x="59" y="589"/>
                      <a:pt x="45" y="559"/>
                      <a:pt x="45" y="544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5" y="59"/>
                      <a:pt x="59" y="29"/>
                      <a:pt x="74" y="29"/>
                    </a:cubicBezTo>
                    <a:cubicBezTo>
                      <a:pt x="398" y="29"/>
                      <a:pt x="398" y="29"/>
                      <a:pt x="398" y="29"/>
                    </a:cubicBezTo>
                    <a:cubicBezTo>
                      <a:pt x="413" y="29"/>
                      <a:pt x="427" y="59"/>
                      <a:pt x="427" y="73"/>
                    </a:cubicBezTo>
                    <a:lnTo>
                      <a:pt x="427" y="544"/>
                    </a:lnTo>
                    <a:close/>
                    <a:moveTo>
                      <a:pt x="236" y="73"/>
                    </a:moveTo>
                    <a:lnTo>
                      <a:pt x="236" y="73"/>
                    </a:lnTo>
                    <a:cubicBezTo>
                      <a:pt x="177" y="73"/>
                      <a:pt x="133" y="117"/>
                      <a:pt x="133" y="176"/>
                    </a:cubicBezTo>
                    <a:cubicBezTo>
                      <a:pt x="133" y="221"/>
                      <a:pt x="177" y="264"/>
                      <a:pt x="236" y="264"/>
                    </a:cubicBezTo>
                    <a:cubicBezTo>
                      <a:pt x="295" y="264"/>
                      <a:pt x="339" y="221"/>
                      <a:pt x="339" y="176"/>
                    </a:cubicBezTo>
                    <a:cubicBezTo>
                      <a:pt x="339" y="117"/>
                      <a:pt x="295" y="73"/>
                      <a:pt x="236" y="73"/>
                    </a:cubicBezTo>
                    <a:close/>
                    <a:moveTo>
                      <a:pt x="236" y="235"/>
                    </a:moveTo>
                    <a:lnTo>
                      <a:pt x="236" y="235"/>
                    </a:lnTo>
                    <a:cubicBezTo>
                      <a:pt x="207" y="235"/>
                      <a:pt x="177" y="206"/>
                      <a:pt x="177" y="176"/>
                    </a:cubicBezTo>
                    <a:cubicBezTo>
                      <a:pt x="177" y="132"/>
                      <a:pt x="207" y="117"/>
                      <a:pt x="236" y="117"/>
                    </a:cubicBezTo>
                    <a:cubicBezTo>
                      <a:pt x="266" y="117"/>
                      <a:pt x="295" y="132"/>
                      <a:pt x="295" y="176"/>
                    </a:cubicBezTo>
                    <a:cubicBezTo>
                      <a:pt x="295" y="206"/>
                      <a:pt x="266" y="235"/>
                      <a:pt x="236" y="2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2"/>
              <p:cNvSpPr/>
              <p:nvPr/>
            </p:nvSpPr>
            <p:spPr>
              <a:xfrm>
                <a:off x="4016213" y="3075980"/>
                <a:ext cx="221991" cy="228550"/>
              </a:xfrm>
              <a:custGeom>
                <a:rect b="b" l="l" r="r" t="t"/>
                <a:pathLst>
                  <a:path extrusionOk="0" h="634" w="619">
                    <a:moveTo>
                      <a:pt x="530" y="515"/>
                    </a:moveTo>
                    <a:lnTo>
                      <a:pt x="530" y="515"/>
                    </a:lnTo>
                    <a:cubicBezTo>
                      <a:pt x="515" y="515"/>
                      <a:pt x="500" y="530"/>
                      <a:pt x="500" y="530"/>
                    </a:cubicBezTo>
                    <a:cubicBezTo>
                      <a:pt x="500" y="545"/>
                      <a:pt x="515" y="560"/>
                      <a:pt x="530" y="560"/>
                    </a:cubicBezTo>
                    <a:cubicBezTo>
                      <a:pt x="530" y="560"/>
                      <a:pt x="545" y="545"/>
                      <a:pt x="545" y="530"/>
                    </a:cubicBezTo>
                    <a:lnTo>
                      <a:pt x="530" y="515"/>
                    </a:lnTo>
                    <a:close/>
                    <a:moveTo>
                      <a:pt x="88" y="118"/>
                    </a:moveTo>
                    <a:lnTo>
                      <a:pt x="88" y="118"/>
                    </a:lnTo>
                    <a:cubicBezTo>
                      <a:pt x="103" y="118"/>
                      <a:pt x="118" y="118"/>
                      <a:pt x="118" y="103"/>
                    </a:cubicBezTo>
                    <a:cubicBezTo>
                      <a:pt x="118" y="88"/>
                      <a:pt x="103" y="88"/>
                      <a:pt x="88" y="88"/>
                    </a:cubicBezTo>
                    <a:cubicBezTo>
                      <a:pt x="88" y="88"/>
                      <a:pt x="74" y="88"/>
                      <a:pt x="74" y="103"/>
                    </a:cubicBezTo>
                    <a:cubicBezTo>
                      <a:pt x="74" y="118"/>
                      <a:pt x="88" y="118"/>
                      <a:pt x="88" y="118"/>
                    </a:cubicBezTo>
                    <a:close/>
                    <a:moveTo>
                      <a:pt x="88" y="515"/>
                    </a:moveTo>
                    <a:lnTo>
                      <a:pt x="88" y="515"/>
                    </a:lnTo>
                    <a:lnTo>
                      <a:pt x="74" y="530"/>
                    </a:lnTo>
                    <a:cubicBezTo>
                      <a:pt x="74" y="545"/>
                      <a:pt x="88" y="560"/>
                      <a:pt x="88" y="560"/>
                    </a:cubicBezTo>
                    <a:cubicBezTo>
                      <a:pt x="103" y="560"/>
                      <a:pt x="118" y="545"/>
                      <a:pt x="118" y="530"/>
                    </a:cubicBezTo>
                    <a:cubicBezTo>
                      <a:pt x="118" y="530"/>
                      <a:pt x="103" y="515"/>
                      <a:pt x="88" y="515"/>
                    </a:cubicBezTo>
                    <a:close/>
                    <a:moveTo>
                      <a:pt x="309" y="88"/>
                    </a:moveTo>
                    <a:lnTo>
                      <a:pt x="309" y="88"/>
                    </a:lnTo>
                    <a:cubicBezTo>
                      <a:pt x="177" y="88"/>
                      <a:pt x="74" y="192"/>
                      <a:pt x="74" y="324"/>
                    </a:cubicBezTo>
                    <a:cubicBezTo>
                      <a:pt x="74" y="456"/>
                      <a:pt x="177" y="560"/>
                      <a:pt x="309" y="560"/>
                    </a:cubicBezTo>
                    <a:cubicBezTo>
                      <a:pt x="441" y="560"/>
                      <a:pt x="545" y="456"/>
                      <a:pt x="545" y="324"/>
                    </a:cubicBezTo>
                    <a:cubicBezTo>
                      <a:pt x="545" y="192"/>
                      <a:pt x="441" y="88"/>
                      <a:pt x="309" y="88"/>
                    </a:cubicBezTo>
                    <a:close/>
                    <a:moveTo>
                      <a:pt x="309" y="515"/>
                    </a:moveTo>
                    <a:lnTo>
                      <a:pt x="309" y="515"/>
                    </a:lnTo>
                    <a:cubicBezTo>
                      <a:pt x="206" y="515"/>
                      <a:pt x="118" y="427"/>
                      <a:pt x="118" y="324"/>
                    </a:cubicBezTo>
                    <a:cubicBezTo>
                      <a:pt x="118" y="206"/>
                      <a:pt x="206" y="118"/>
                      <a:pt x="309" y="118"/>
                    </a:cubicBezTo>
                    <a:cubicBezTo>
                      <a:pt x="412" y="118"/>
                      <a:pt x="500" y="206"/>
                      <a:pt x="500" y="324"/>
                    </a:cubicBezTo>
                    <a:cubicBezTo>
                      <a:pt x="500" y="427"/>
                      <a:pt x="412" y="515"/>
                      <a:pt x="309" y="515"/>
                    </a:cubicBezTo>
                    <a:close/>
                    <a:moveTo>
                      <a:pt x="309" y="206"/>
                    </a:moveTo>
                    <a:lnTo>
                      <a:pt x="309" y="206"/>
                    </a:lnTo>
                    <a:cubicBezTo>
                      <a:pt x="250" y="206"/>
                      <a:pt x="191" y="251"/>
                      <a:pt x="191" y="324"/>
                    </a:cubicBezTo>
                    <a:cubicBezTo>
                      <a:pt x="191" y="383"/>
                      <a:pt x="250" y="442"/>
                      <a:pt x="309" y="442"/>
                    </a:cubicBezTo>
                    <a:cubicBezTo>
                      <a:pt x="368" y="442"/>
                      <a:pt x="427" y="383"/>
                      <a:pt x="427" y="324"/>
                    </a:cubicBezTo>
                    <a:cubicBezTo>
                      <a:pt x="427" y="251"/>
                      <a:pt x="368" y="206"/>
                      <a:pt x="309" y="206"/>
                    </a:cubicBezTo>
                    <a:close/>
                    <a:moveTo>
                      <a:pt x="309" y="398"/>
                    </a:moveTo>
                    <a:lnTo>
                      <a:pt x="309" y="398"/>
                    </a:lnTo>
                    <a:cubicBezTo>
                      <a:pt x="265" y="398"/>
                      <a:pt x="236" y="368"/>
                      <a:pt x="236" y="324"/>
                    </a:cubicBezTo>
                    <a:cubicBezTo>
                      <a:pt x="236" y="280"/>
                      <a:pt x="265" y="235"/>
                      <a:pt x="309" y="235"/>
                    </a:cubicBezTo>
                    <a:cubicBezTo>
                      <a:pt x="353" y="235"/>
                      <a:pt x="383" y="280"/>
                      <a:pt x="383" y="324"/>
                    </a:cubicBezTo>
                    <a:cubicBezTo>
                      <a:pt x="383" y="368"/>
                      <a:pt x="353" y="398"/>
                      <a:pt x="309" y="398"/>
                    </a:cubicBezTo>
                    <a:close/>
                    <a:moveTo>
                      <a:pt x="545" y="0"/>
                    </a:moveTo>
                    <a:lnTo>
                      <a:pt x="545" y="0"/>
                    </a:lnTo>
                    <a:cubicBezTo>
                      <a:pt x="74" y="0"/>
                      <a:pt x="74" y="0"/>
                      <a:pt x="74" y="0"/>
                    </a:cubicBezTo>
                    <a:cubicBezTo>
                      <a:pt x="29" y="0"/>
                      <a:pt x="0" y="44"/>
                      <a:pt x="0" y="88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4" y="633"/>
                    </a:cubicBezTo>
                    <a:cubicBezTo>
                      <a:pt x="545" y="633"/>
                      <a:pt x="545" y="633"/>
                      <a:pt x="545" y="633"/>
                    </a:cubicBezTo>
                    <a:cubicBezTo>
                      <a:pt x="589" y="633"/>
                      <a:pt x="618" y="604"/>
                      <a:pt x="618" y="560"/>
                    </a:cubicBezTo>
                    <a:cubicBezTo>
                      <a:pt x="618" y="88"/>
                      <a:pt x="618" y="88"/>
                      <a:pt x="618" y="88"/>
                    </a:cubicBezTo>
                    <a:cubicBezTo>
                      <a:pt x="618" y="44"/>
                      <a:pt x="589" y="0"/>
                      <a:pt x="545" y="0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4"/>
                      <a:pt x="559" y="589"/>
                      <a:pt x="545" y="589"/>
                    </a:cubicBezTo>
                    <a:cubicBezTo>
                      <a:pt x="74" y="589"/>
                      <a:pt x="74" y="589"/>
                      <a:pt x="74" y="589"/>
                    </a:cubicBezTo>
                    <a:cubicBezTo>
                      <a:pt x="59" y="589"/>
                      <a:pt x="29" y="574"/>
                      <a:pt x="29" y="560"/>
                    </a:cubicBezTo>
                    <a:cubicBezTo>
                      <a:pt x="29" y="88"/>
                      <a:pt x="29" y="88"/>
                      <a:pt x="29" y="88"/>
                    </a:cubicBezTo>
                    <a:cubicBezTo>
                      <a:pt x="29" y="59"/>
                      <a:pt x="59" y="44"/>
                      <a:pt x="74" y="44"/>
                    </a:cubicBezTo>
                    <a:cubicBezTo>
                      <a:pt x="545" y="44"/>
                      <a:pt x="545" y="44"/>
                      <a:pt x="545" y="44"/>
                    </a:cubicBezTo>
                    <a:cubicBezTo>
                      <a:pt x="559" y="44"/>
                      <a:pt x="589" y="59"/>
                      <a:pt x="589" y="88"/>
                    </a:cubicBezTo>
                    <a:lnTo>
                      <a:pt x="589" y="560"/>
                    </a:lnTo>
                    <a:close/>
                    <a:moveTo>
                      <a:pt x="530" y="88"/>
                    </a:moveTo>
                    <a:lnTo>
                      <a:pt x="530" y="88"/>
                    </a:lnTo>
                    <a:cubicBezTo>
                      <a:pt x="515" y="88"/>
                      <a:pt x="500" y="88"/>
                      <a:pt x="500" y="103"/>
                    </a:cubicBezTo>
                    <a:cubicBezTo>
                      <a:pt x="500" y="118"/>
                      <a:pt x="515" y="118"/>
                      <a:pt x="530" y="118"/>
                    </a:cubicBezTo>
                    <a:cubicBezTo>
                      <a:pt x="530" y="118"/>
                      <a:pt x="545" y="118"/>
                      <a:pt x="545" y="103"/>
                    </a:cubicBezTo>
                    <a:cubicBezTo>
                      <a:pt x="545" y="88"/>
                      <a:pt x="530" y="88"/>
                      <a:pt x="530" y="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"/>
              <p:cNvSpPr/>
              <p:nvPr/>
            </p:nvSpPr>
            <p:spPr>
              <a:xfrm>
                <a:off x="3683227" y="3075980"/>
                <a:ext cx="153279" cy="228550"/>
              </a:xfrm>
              <a:custGeom>
                <a:rect b="b" l="l" r="r" t="t"/>
                <a:pathLst>
                  <a:path extrusionOk="0" h="634" w="428">
                    <a:moveTo>
                      <a:pt x="413" y="147"/>
                    </a:moveTo>
                    <a:lnTo>
                      <a:pt x="413" y="147"/>
                    </a:lnTo>
                    <a:cubicBezTo>
                      <a:pt x="383" y="59"/>
                      <a:pt x="309" y="0"/>
                      <a:pt x="221" y="0"/>
                    </a:cubicBezTo>
                    <a:cubicBezTo>
                      <a:pt x="118" y="0"/>
                      <a:pt x="45" y="59"/>
                      <a:pt x="30" y="147"/>
                    </a:cubicBezTo>
                    <a:cubicBezTo>
                      <a:pt x="15" y="147"/>
                      <a:pt x="0" y="162"/>
                      <a:pt x="0" y="177"/>
                    </a:cubicBezTo>
                    <a:cubicBezTo>
                      <a:pt x="0" y="221"/>
                      <a:pt x="0" y="221"/>
                      <a:pt x="0" y="221"/>
                    </a:cubicBezTo>
                    <a:cubicBezTo>
                      <a:pt x="0" y="235"/>
                      <a:pt x="15" y="265"/>
                      <a:pt x="45" y="265"/>
                    </a:cubicBezTo>
                    <a:cubicBezTo>
                      <a:pt x="59" y="280"/>
                      <a:pt x="74" y="309"/>
                      <a:pt x="104" y="324"/>
                    </a:cubicBezTo>
                    <a:cubicBezTo>
                      <a:pt x="133" y="589"/>
                      <a:pt x="133" y="589"/>
                      <a:pt x="133" y="589"/>
                    </a:cubicBezTo>
                    <a:cubicBezTo>
                      <a:pt x="133" y="618"/>
                      <a:pt x="163" y="633"/>
                      <a:pt x="177" y="633"/>
                    </a:cubicBezTo>
                    <a:cubicBezTo>
                      <a:pt x="251" y="633"/>
                      <a:pt x="251" y="633"/>
                      <a:pt x="251" y="633"/>
                    </a:cubicBezTo>
                    <a:cubicBezTo>
                      <a:pt x="280" y="633"/>
                      <a:pt x="295" y="618"/>
                      <a:pt x="295" y="589"/>
                    </a:cubicBezTo>
                    <a:cubicBezTo>
                      <a:pt x="339" y="324"/>
                      <a:pt x="339" y="324"/>
                      <a:pt x="339" y="324"/>
                    </a:cubicBezTo>
                    <a:cubicBezTo>
                      <a:pt x="354" y="309"/>
                      <a:pt x="383" y="280"/>
                      <a:pt x="398" y="265"/>
                    </a:cubicBezTo>
                    <a:cubicBezTo>
                      <a:pt x="413" y="265"/>
                      <a:pt x="427" y="235"/>
                      <a:pt x="427" y="221"/>
                    </a:cubicBezTo>
                    <a:cubicBezTo>
                      <a:pt x="427" y="177"/>
                      <a:pt x="427" y="177"/>
                      <a:pt x="427" y="177"/>
                    </a:cubicBezTo>
                    <a:cubicBezTo>
                      <a:pt x="427" y="162"/>
                      <a:pt x="427" y="147"/>
                      <a:pt x="413" y="147"/>
                    </a:cubicBezTo>
                    <a:close/>
                    <a:moveTo>
                      <a:pt x="221" y="44"/>
                    </a:moveTo>
                    <a:lnTo>
                      <a:pt x="221" y="44"/>
                    </a:lnTo>
                    <a:cubicBezTo>
                      <a:pt x="280" y="44"/>
                      <a:pt x="354" y="88"/>
                      <a:pt x="368" y="147"/>
                    </a:cubicBezTo>
                    <a:cubicBezTo>
                      <a:pt x="59" y="147"/>
                      <a:pt x="59" y="147"/>
                      <a:pt x="59" y="147"/>
                    </a:cubicBezTo>
                    <a:cubicBezTo>
                      <a:pt x="89" y="88"/>
                      <a:pt x="148" y="44"/>
                      <a:pt x="221" y="44"/>
                    </a:cubicBezTo>
                    <a:close/>
                    <a:moveTo>
                      <a:pt x="251" y="560"/>
                    </a:moveTo>
                    <a:lnTo>
                      <a:pt x="251" y="560"/>
                    </a:lnTo>
                    <a:cubicBezTo>
                      <a:pt x="251" y="574"/>
                      <a:pt x="251" y="589"/>
                      <a:pt x="236" y="589"/>
                    </a:cubicBezTo>
                    <a:cubicBezTo>
                      <a:pt x="192" y="589"/>
                      <a:pt x="192" y="589"/>
                      <a:pt x="192" y="589"/>
                    </a:cubicBezTo>
                    <a:cubicBezTo>
                      <a:pt x="177" y="589"/>
                      <a:pt x="177" y="574"/>
                      <a:pt x="177" y="560"/>
                    </a:cubicBezTo>
                    <a:cubicBezTo>
                      <a:pt x="133" y="339"/>
                      <a:pt x="133" y="339"/>
                      <a:pt x="133" y="339"/>
                    </a:cubicBezTo>
                    <a:cubicBezTo>
                      <a:pt x="163" y="353"/>
                      <a:pt x="192" y="353"/>
                      <a:pt x="221" y="353"/>
                    </a:cubicBezTo>
                    <a:cubicBezTo>
                      <a:pt x="251" y="353"/>
                      <a:pt x="266" y="353"/>
                      <a:pt x="295" y="339"/>
                    </a:cubicBezTo>
                    <a:lnTo>
                      <a:pt x="251" y="560"/>
                    </a:lnTo>
                    <a:close/>
                    <a:moveTo>
                      <a:pt x="221" y="324"/>
                    </a:moveTo>
                    <a:lnTo>
                      <a:pt x="221" y="324"/>
                    </a:lnTo>
                    <a:cubicBezTo>
                      <a:pt x="163" y="324"/>
                      <a:pt x="118" y="294"/>
                      <a:pt x="89" y="265"/>
                    </a:cubicBezTo>
                    <a:cubicBezTo>
                      <a:pt x="339" y="265"/>
                      <a:pt x="339" y="265"/>
                      <a:pt x="339" y="265"/>
                    </a:cubicBezTo>
                    <a:cubicBezTo>
                      <a:pt x="309" y="294"/>
                      <a:pt x="266" y="324"/>
                      <a:pt x="221" y="324"/>
                    </a:cubicBezTo>
                    <a:close/>
                    <a:moveTo>
                      <a:pt x="368" y="221"/>
                    </a:moveTo>
                    <a:lnTo>
                      <a:pt x="368" y="221"/>
                    </a:lnTo>
                    <a:cubicBezTo>
                      <a:pt x="59" y="221"/>
                      <a:pt x="59" y="221"/>
                      <a:pt x="59" y="221"/>
                    </a:cubicBezTo>
                    <a:cubicBezTo>
                      <a:pt x="45" y="221"/>
                      <a:pt x="45" y="206"/>
                      <a:pt x="45" y="206"/>
                    </a:cubicBezTo>
                    <a:cubicBezTo>
                      <a:pt x="45" y="192"/>
                      <a:pt x="45" y="177"/>
                      <a:pt x="59" y="177"/>
                    </a:cubicBezTo>
                    <a:cubicBezTo>
                      <a:pt x="368" y="177"/>
                      <a:pt x="368" y="177"/>
                      <a:pt x="368" y="177"/>
                    </a:cubicBezTo>
                    <a:cubicBezTo>
                      <a:pt x="383" y="177"/>
                      <a:pt x="398" y="192"/>
                      <a:pt x="398" y="206"/>
                    </a:cubicBezTo>
                    <a:cubicBezTo>
                      <a:pt x="398" y="206"/>
                      <a:pt x="383" y="221"/>
                      <a:pt x="368" y="2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"/>
              <p:cNvSpPr/>
              <p:nvPr/>
            </p:nvSpPr>
            <p:spPr>
              <a:xfrm>
                <a:off x="3280208" y="3075980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588" y="294"/>
                    </a:moveTo>
                    <a:lnTo>
                      <a:pt x="588" y="294"/>
                    </a:lnTo>
                    <a:cubicBezTo>
                      <a:pt x="588" y="280"/>
                      <a:pt x="588" y="280"/>
                      <a:pt x="588" y="265"/>
                    </a:cubicBezTo>
                    <a:cubicBezTo>
                      <a:pt x="588" y="118"/>
                      <a:pt x="471" y="0"/>
                      <a:pt x="309" y="0"/>
                    </a:cubicBezTo>
                    <a:cubicBezTo>
                      <a:pt x="162" y="0"/>
                      <a:pt x="44" y="118"/>
                      <a:pt x="44" y="265"/>
                    </a:cubicBezTo>
                    <a:cubicBezTo>
                      <a:pt x="44" y="280"/>
                      <a:pt x="44" y="280"/>
                      <a:pt x="44" y="294"/>
                    </a:cubicBezTo>
                    <a:cubicBezTo>
                      <a:pt x="14" y="309"/>
                      <a:pt x="0" y="324"/>
                      <a:pt x="0" y="353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5"/>
                      <a:pt x="29" y="560"/>
                      <a:pt x="73" y="560"/>
                    </a:cubicBezTo>
                    <a:lnTo>
                      <a:pt x="162" y="560"/>
                    </a:lnTo>
                    <a:cubicBezTo>
                      <a:pt x="206" y="560"/>
                      <a:pt x="235" y="515"/>
                      <a:pt x="235" y="471"/>
                    </a:cubicBezTo>
                    <a:cubicBezTo>
                      <a:pt x="235" y="353"/>
                      <a:pt x="235" y="353"/>
                      <a:pt x="235" y="353"/>
                    </a:cubicBezTo>
                    <a:cubicBezTo>
                      <a:pt x="235" y="309"/>
                      <a:pt x="206" y="280"/>
                      <a:pt x="162" y="280"/>
                    </a:cubicBezTo>
                    <a:cubicBezTo>
                      <a:pt x="162" y="280"/>
                      <a:pt x="88" y="280"/>
                      <a:pt x="73" y="280"/>
                    </a:cubicBezTo>
                    <a:cubicBezTo>
                      <a:pt x="73" y="147"/>
                      <a:pt x="176" y="44"/>
                      <a:pt x="309" y="44"/>
                    </a:cubicBezTo>
                    <a:cubicBezTo>
                      <a:pt x="442" y="44"/>
                      <a:pt x="544" y="133"/>
                      <a:pt x="544" y="280"/>
                    </a:cubicBezTo>
                    <a:lnTo>
                      <a:pt x="471" y="280"/>
                    </a:lnTo>
                    <a:cubicBezTo>
                      <a:pt x="426" y="280"/>
                      <a:pt x="397" y="309"/>
                      <a:pt x="397" y="353"/>
                    </a:cubicBezTo>
                    <a:cubicBezTo>
                      <a:pt x="397" y="471"/>
                      <a:pt x="397" y="471"/>
                      <a:pt x="397" y="471"/>
                    </a:cubicBezTo>
                    <a:cubicBezTo>
                      <a:pt x="397" y="515"/>
                      <a:pt x="426" y="560"/>
                      <a:pt x="471" y="560"/>
                    </a:cubicBezTo>
                    <a:lnTo>
                      <a:pt x="515" y="560"/>
                    </a:lnTo>
                    <a:cubicBezTo>
                      <a:pt x="515" y="618"/>
                      <a:pt x="515" y="618"/>
                      <a:pt x="515" y="618"/>
                    </a:cubicBezTo>
                    <a:cubicBezTo>
                      <a:pt x="515" y="618"/>
                      <a:pt x="515" y="633"/>
                      <a:pt x="530" y="633"/>
                    </a:cubicBezTo>
                    <a:cubicBezTo>
                      <a:pt x="544" y="633"/>
                      <a:pt x="544" y="618"/>
                      <a:pt x="544" y="618"/>
                    </a:cubicBezTo>
                    <a:cubicBezTo>
                      <a:pt x="544" y="560"/>
                      <a:pt x="544" y="560"/>
                      <a:pt x="544" y="560"/>
                    </a:cubicBezTo>
                    <a:cubicBezTo>
                      <a:pt x="588" y="560"/>
                      <a:pt x="633" y="515"/>
                      <a:pt x="633" y="471"/>
                    </a:cubicBezTo>
                    <a:cubicBezTo>
                      <a:pt x="633" y="353"/>
                      <a:pt x="633" y="353"/>
                      <a:pt x="633" y="353"/>
                    </a:cubicBezTo>
                    <a:cubicBezTo>
                      <a:pt x="633" y="324"/>
                      <a:pt x="618" y="309"/>
                      <a:pt x="588" y="294"/>
                    </a:cubicBezTo>
                    <a:close/>
                    <a:moveTo>
                      <a:pt x="132" y="324"/>
                    </a:moveTo>
                    <a:lnTo>
                      <a:pt x="132" y="324"/>
                    </a:lnTo>
                    <a:cubicBezTo>
                      <a:pt x="162" y="324"/>
                      <a:pt x="162" y="324"/>
                      <a:pt x="162" y="324"/>
                    </a:cubicBezTo>
                    <a:cubicBezTo>
                      <a:pt x="176" y="324"/>
                      <a:pt x="191" y="339"/>
                      <a:pt x="191" y="353"/>
                    </a:cubicBezTo>
                    <a:cubicBezTo>
                      <a:pt x="191" y="471"/>
                      <a:pt x="191" y="471"/>
                      <a:pt x="191" y="471"/>
                    </a:cubicBezTo>
                    <a:cubicBezTo>
                      <a:pt x="191" y="501"/>
                      <a:pt x="176" y="515"/>
                      <a:pt x="162" y="515"/>
                    </a:cubicBezTo>
                    <a:cubicBezTo>
                      <a:pt x="147" y="515"/>
                      <a:pt x="147" y="515"/>
                      <a:pt x="147" y="515"/>
                    </a:cubicBezTo>
                    <a:cubicBezTo>
                      <a:pt x="132" y="486"/>
                      <a:pt x="117" y="442"/>
                      <a:pt x="117" y="412"/>
                    </a:cubicBezTo>
                    <a:cubicBezTo>
                      <a:pt x="117" y="383"/>
                      <a:pt x="117" y="353"/>
                      <a:pt x="132" y="324"/>
                    </a:cubicBezTo>
                    <a:close/>
                    <a:moveTo>
                      <a:pt x="88" y="324"/>
                    </a:moveTo>
                    <a:lnTo>
                      <a:pt x="88" y="324"/>
                    </a:lnTo>
                    <a:cubicBezTo>
                      <a:pt x="88" y="353"/>
                      <a:pt x="73" y="383"/>
                      <a:pt x="73" y="412"/>
                    </a:cubicBezTo>
                    <a:cubicBezTo>
                      <a:pt x="73" y="442"/>
                      <a:pt x="88" y="486"/>
                      <a:pt x="103" y="515"/>
                    </a:cubicBezTo>
                    <a:cubicBezTo>
                      <a:pt x="73" y="515"/>
                      <a:pt x="73" y="515"/>
                      <a:pt x="73" y="515"/>
                    </a:cubicBezTo>
                    <a:cubicBezTo>
                      <a:pt x="59" y="515"/>
                      <a:pt x="44" y="501"/>
                      <a:pt x="44" y="471"/>
                    </a:cubicBezTo>
                    <a:cubicBezTo>
                      <a:pt x="44" y="353"/>
                      <a:pt x="44" y="353"/>
                      <a:pt x="44" y="353"/>
                    </a:cubicBezTo>
                    <a:cubicBezTo>
                      <a:pt x="44" y="339"/>
                      <a:pt x="59" y="324"/>
                      <a:pt x="73" y="324"/>
                    </a:cubicBezTo>
                    <a:lnTo>
                      <a:pt x="88" y="324"/>
                    </a:lnTo>
                    <a:close/>
                    <a:moveTo>
                      <a:pt x="485" y="515"/>
                    </a:moveTo>
                    <a:lnTo>
                      <a:pt x="485" y="515"/>
                    </a:lnTo>
                    <a:cubicBezTo>
                      <a:pt x="471" y="515"/>
                      <a:pt x="471" y="515"/>
                      <a:pt x="471" y="515"/>
                    </a:cubicBezTo>
                    <a:cubicBezTo>
                      <a:pt x="456" y="515"/>
                      <a:pt x="426" y="501"/>
                      <a:pt x="426" y="471"/>
                    </a:cubicBezTo>
                    <a:cubicBezTo>
                      <a:pt x="426" y="353"/>
                      <a:pt x="426" y="353"/>
                      <a:pt x="426" y="353"/>
                    </a:cubicBezTo>
                    <a:cubicBezTo>
                      <a:pt x="426" y="339"/>
                      <a:pt x="456" y="324"/>
                      <a:pt x="471" y="324"/>
                    </a:cubicBezTo>
                    <a:cubicBezTo>
                      <a:pt x="500" y="324"/>
                      <a:pt x="500" y="324"/>
                      <a:pt x="500" y="324"/>
                    </a:cubicBezTo>
                    <a:cubicBezTo>
                      <a:pt x="500" y="353"/>
                      <a:pt x="515" y="383"/>
                      <a:pt x="515" y="412"/>
                    </a:cubicBezTo>
                    <a:cubicBezTo>
                      <a:pt x="515" y="442"/>
                      <a:pt x="500" y="486"/>
                      <a:pt x="485" y="515"/>
                    </a:cubicBezTo>
                    <a:close/>
                    <a:moveTo>
                      <a:pt x="588" y="471"/>
                    </a:moveTo>
                    <a:lnTo>
                      <a:pt x="588" y="471"/>
                    </a:lnTo>
                    <a:cubicBezTo>
                      <a:pt x="588" y="501"/>
                      <a:pt x="574" y="515"/>
                      <a:pt x="544" y="515"/>
                    </a:cubicBezTo>
                    <a:cubicBezTo>
                      <a:pt x="530" y="515"/>
                      <a:pt x="530" y="515"/>
                      <a:pt x="530" y="515"/>
                    </a:cubicBezTo>
                    <a:cubicBezTo>
                      <a:pt x="544" y="486"/>
                      <a:pt x="544" y="442"/>
                      <a:pt x="544" y="412"/>
                    </a:cubicBezTo>
                    <a:cubicBezTo>
                      <a:pt x="544" y="383"/>
                      <a:pt x="544" y="353"/>
                      <a:pt x="530" y="324"/>
                    </a:cubicBezTo>
                    <a:cubicBezTo>
                      <a:pt x="544" y="324"/>
                      <a:pt x="544" y="324"/>
                      <a:pt x="544" y="324"/>
                    </a:cubicBezTo>
                    <a:cubicBezTo>
                      <a:pt x="574" y="324"/>
                      <a:pt x="588" y="339"/>
                      <a:pt x="588" y="353"/>
                    </a:cubicBezTo>
                    <a:lnTo>
                      <a:pt x="588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2"/>
              <p:cNvSpPr/>
              <p:nvPr/>
            </p:nvSpPr>
            <p:spPr>
              <a:xfrm>
                <a:off x="2919473" y="3075980"/>
                <a:ext cx="212742" cy="228550"/>
              </a:xfrm>
              <a:custGeom>
                <a:rect b="b" l="l" r="r" t="t"/>
                <a:pathLst>
                  <a:path extrusionOk="0" h="634" w="589">
                    <a:moveTo>
                      <a:pt x="456" y="353"/>
                    </a:moveTo>
                    <a:lnTo>
                      <a:pt x="456" y="353"/>
                    </a:lnTo>
                    <a:cubicBezTo>
                      <a:pt x="485" y="353"/>
                      <a:pt x="515" y="339"/>
                      <a:pt x="515" y="294"/>
                    </a:cubicBezTo>
                    <a:cubicBezTo>
                      <a:pt x="515" y="265"/>
                      <a:pt x="485" y="235"/>
                      <a:pt x="456" y="235"/>
                    </a:cubicBezTo>
                    <a:cubicBezTo>
                      <a:pt x="412" y="235"/>
                      <a:pt x="397" y="265"/>
                      <a:pt x="397" y="294"/>
                    </a:cubicBezTo>
                    <a:cubicBezTo>
                      <a:pt x="397" y="339"/>
                      <a:pt x="412" y="353"/>
                      <a:pt x="456" y="353"/>
                    </a:cubicBezTo>
                    <a:close/>
                    <a:moveTo>
                      <a:pt x="426" y="280"/>
                    </a:moveTo>
                    <a:lnTo>
                      <a:pt x="426" y="280"/>
                    </a:lnTo>
                    <a:cubicBezTo>
                      <a:pt x="471" y="280"/>
                      <a:pt x="471" y="280"/>
                      <a:pt x="471" y="280"/>
                    </a:cubicBezTo>
                    <a:cubicBezTo>
                      <a:pt x="471" y="324"/>
                      <a:pt x="471" y="324"/>
                      <a:pt x="471" y="324"/>
                    </a:cubicBezTo>
                    <a:cubicBezTo>
                      <a:pt x="426" y="324"/>
                      <a:pt x="426" y="324"/>
                      <a:pt x="426" y="324"/>
                    </a:cubicBezTo>
                    <a:lnTo>
                      <a:pt x="426" y="280"/>
                    </a:lnTo>
                    <a:close/>
                    <a:moveTo>
                      <a:pt x="456" y="515"/>
                    </a:moveTo>
                    <a:lnTo>
                      <a:pt x="456" y="515"/>
                    </a:lnTo>
                    <a:cubicBezTo>
                      <a:pt x="485" y="515"/>
                      <a:pt x="515" y="486"/>
                      <a:pt x="515" y="456"/>
                    </a:cubicBezTo>
                    <a:cubicBezTo>
                      <a:pt x="515" y="427"/>
                      <a:pt x="485" y="398"/>
                      <a:pt x="456" y="398"/>
                    </a:cubicBezTo>
                    <a:cubicBezTo>
                      <a:pt x="412" y="398"/>
                      <a:pt x="397" y="427"/>
                      <a:pt x="397" y="456"/>
                    </a:cubicBezTo>
                    <a:cubicBezTo>
                      <a:pt x="397" y="486"/>
                      <a:pt x="412" y="515"/>
                      <a:pt x="456" y="515"/>
                    </a:cubicBezTo>
                    <a:close/>
                    <a:moveTo>
                      <a:pt x="426" y="442"/>
                    </a:moveTo>
                    <a:lnTo>
                      <a:pt x="426" y="442"/>
                    </a:lnTo>
                    <a:cubicBezTo>
                      <a:pt x="471" y="442"/>
                      <a:pt x="471" y="442"/>
                      <a:pt x="471" y="442"/>
                    </a:cubicBezTo>
                    <a:cubicBezTo>
                      <a:pt x="471" y="471"/>
                      <a:pt x="471" y="471"/>
                      <a:pt x="471" y="471"/>
                    </a:cubicBezTo>
                    <a:cubicBezTo>
                      <a:pt x="426" y="471"/>
                      <a:pt x="426" y="471"/>
                      <a:pt x="426" y="471"/>
                    </a:cubicBezTo>
                    <a:lnTo>
                      <a:pt x="426" y="442"/>
                    </a:lnTo>
                    <a:close/>
                    <a:moveTo>
                      <a:pt x="515" y="0"/>
                    </a:moveTo>
                    <a:lnTo>
                      <a:pt x="51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8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15" y="633"/>
                      <a:pt x="515" y="633"/>
                      <a:pt x="515" y="633"/>
                    </a:cubicBezTo>
                    <a:cubicBezTo>
                      <a:pt x="559" y="633"/>
                      <a:pt x="588" y="604"/>
                      <a:pt x="588" y="560"/>
                    </a:cubicBezTo>
                    <a:cubicBezTo>
                      <a:pt x="588" y="88"/>
                      <a:pt x="588" y="88"/>
                      <a:pt x="588" y="88"/>
                    </a:cubicBezTo>
                    <a:cubicBezTo>
                      <a:pt x="588" y="44"/>
                      <a:pt x="559" y="0"/>
                      <a:pt x="515" y="0"/>
                    </a:cubicBezTo>
                    <a:close/>
                    <a:moveTo>
                      <a:pt x="544" y="560"/>
                    </a:moveTo>
                    <a:lnTo>
                      <a:pt x="544" y="560"/>
                    </a:lnTo>
                    <a:cubicBezTo>
                      <a:pt x="544" y="574"/>
                      <a:pt x="530" y="589"/>
                      <a:pt x="515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74"/>
                      <a:pt x="44" y="560"/>
                    </a:cubicBezTo>
                    <a:cubicBezTo>
                      <a:pt x="44" y="162"/>
                      <a:pt x="44" y="162"/>
                      <a:pt x="44" y="162"/>
                    </a:cubicBezTo>
                    <a:cubicBezTo>
                      <a:pt x="544" y="162"/>
                      <a:pt x="544" y="162"/>
                      <a:pt x="544" y="162"/>
                    </a:cubicBezTo>
                    <a:lnTo>
                      <a:pt x="544" y="560"/>
                    </a:lnTo>
                    <a:close/>
                    <a:moveTo>
                      <a:pt x="544" y="118"/>
                    </a:moveTo>
                    <a:lnTo>
                      <a:pt x="544" y="118"/>
                    </a:lnTo>
                    <a:cubicBezTo>
                      <a:pt x="44" y="118"/>
                      <a:pt x="44" y="118"/>
                      <a:pt x="44" y="118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59"/>
                      <a:pt x="58" y="44"/>
                      <a:pt x="73" y="44"/>
                    </a:cubicBezTo>
                    <a:cubicBezTo>
                      <a:pt x="515" y="44"/>
                      <a:pt x="515" y="44"/>
                      <a:pt x="515" y="44"/>
                    </a:cubicBezTo>
                    <a:cubicBezTo>
                      <a:pt x="530" y="44"/>
                      <a:pt x="544" y="59"/>
                      <a:pt x="544" y="88"/>
                    </a:cubicBezTo>
                    <a:lnTo>
                      <a:pt x="544" y="118"/>
                    </a:lnTo>
                    <a:close/>
                    <a:moveTo>
                      <a:pt x="294" y="353"/>
                    </a:moveTo>
                    <a:lnTo>
                      <a:pt x="294" y="353"/>
                    </a:lnTo>
                    <a:cubicBezTo>
                      <a:pt x="324" y="353"/>
                      <a:pt x="353" y="339"/>
                      <a:pt x="353" y="294"/>
                    </a:cubicBezTo>
                    <a:cubicBezTo>
                      <a:pt x="353" y="265"/>
                      <a:pt x="324" y="235"/>
                      <a:pt x="294" y="235"/>
                    </a:cubicBezTo>
                    <a:cubicBezTo>
                      <a:pt x="265" y="235"/>
                      <a:pt x="235" y="265"/>
                      <a:pt x="235" y="294"/>
                    </a:cubicBezTo>
                    <a:cubicBezTo>
                      <a:pt x="235" y="339"/>
                      <a:pt x="265" y="353"/>
                      <a:pt x="294" y="353"/>
                    </a:cubicBezTo>
                    <a:close/>
                    <a:moveTo>
                      <a:pt x="279" y="280"/>
                    </a:moveTo>
                    <a:lnTo>
                      <a:pt x="279" y="280"/>
                    </a:lnTo>
                    <a:cubicBezTo>
                      <a:pt x="309" y="280"/>
                      <a:pt x="309" y="280"/>
                      <a:pt x="309" y="280"/>
                    </a:cubicBezTo>
                    <a:cubicBezTo>
                      <a:pt x="309" y="324"/>
                      <a:pt x="309" y="324"/>
                      <a:pt x="309" y="324"/>
                    </a:cubicBezTo>
                    <a:cubicBezTo>
                      <a:pt x="279" y="324"/>
                      <a:pt x="279" y="324"/>
                      <a:pt x="279" y="324"/>
                    </a:cubicBezTo>
                    <a:lnTo>
                      <a:pt x="279" y="280"/>
                    </a:lnTo>
                    <a:close/>
                    <a:moveTo>
                      <a:pt x="132" y="353"/>
                    </a:moveTo>
                    <a:lnTo>
                      <a:pt x="132" y="353"/>
                    </a:lnTo>
                    <a:cubicBezTo>
                      <a:pt x="176" y="353"/>
                      <a:pt x="191" y="339"/>
                      <a:pt x="191" y="294"/>
                    </a:cubicBezTo>
                    <a:cubicBezTo>
                      <a:pt x="191" y="265"/>
                      <a:pt x="176" y="235"/>
                      <a:pt x="132" y="235"/>
                    </a:cubicBezTo>
                    <a:cubicBezTo>
                      <a:pt x="103" y="235"/>
                      <a:pt x="73" y="265"/>
                      <a:pt x="73" y="294"/>
                    </a:cubicBezTo>
                    <a:cubicBezTo>
                      <a:pt x="73" y="339"/>
                      <a:pt x="103" y="353"/>
                      <a:pt x="132" y="353"/>
                    </a:cubicBezTo>
                    <a:close/>
                    <a:moveTo>
                      <a:pt x="117" y="280"/>
                    </a:moveTo>
                    <a:lnTo>
                      <a:pt x="117" y="280"/>
                    </a:lnTo>
                    <a:cubicBezTo>
                      <a:pt x="162" y="280"/>
                      <a:pt x="162" y="280"/>
                      <a:pt x="162" y="280"/>
                    </a:cubicBezTo>
                    <a:cubicBezTo>
                      <a:pt x="162" y="324"/>
                      <a:pt x="162" y="324"/>
                      <a:pt x="162" y="324"/>
                    </a:cubicBezTo>
                    <a:cubicBezTo>
                      <a:pt x="117" y="324"/>
                      <a:pt x="117" y="324"/>
                      <a:pt x="117" y="324"/>
                    </a:cubicBezTo>
                    <a:lnTo>
                      <a:pt x="117" y="280"/>
                    </a:lnTo>
                    <a:close/>
                    <a:moveTo>
                      <a:pt x="294" y="515"/>
                    </a:moveTo>
                    <a:lnTo>
                      <a:pt x="294" y="515"/>
                    </a:lnTo>
                    <a:cubicBezTo>
                      <a:pt x="324" y="515"/>
                      <a:pt x="353" y="486"/>
                      <a:pt x="353" y="456"/>
                    </a:cubicBezTo>
                    <a:cubicBezTo>
                      <a:pt x="353" y="427"/>
                      <a:pt x="324" y="398"/>
                      <a:pt x="294" y="398"/>
                    </a:cubicBezTo>
                    <a:cubicBezTo>
                      <a:pt x="265" y="398"/>
                      <a:pt x="235" y="427"/>
                      <a:pt x="235" y="456"/>
                    </a:cubicBezTo>
                    <a:cubicBezTo>
                      <a:pt x="235" y="486"/>
                      <a:pt x="265" y="515"/>
                      <a:pt x="294" y="515"/>
                    </a:cubicBezTo>
                    <a:close/>
                    <a:moveTo>
                      <a:pt x="279" y="442"/>
                    </a:moveTo>
                    <a:lnTo>
                      <a:pt x="279" y="442"/>
                    </a:lnTo>
                    <a:cubicBezTo>
                      <a:pt x="309" y="442"/>
                      <a:pt x="309" y="442"/>
                      <a:pt x="309" y="442"/>
                    </a:cubicBezTo>
                    <a:cubicBezTo>
                      <a:pt x="309" y="471"/>
                      <a:pt x="309" y="471"/>
                      <a:pt x="309" y="471"/>
                    </a:cubicBezTo>
                    <a:cubicBezTo>
                      <a:pt x="279" y="471"/>
                      <a:pt x="279" y="471"/>
                      <a:pt x="279" y="471"/>
                    </a:cubicBezTo>
                    <a:lnTo>
                      <a:pt x="279" y="442"/>
                    </a:lnTo>
                    <a:close/>
                    <a:moveTo>
                      <a:pt x="132" y="515"/>
                    </a:moveTo>
                    <a:lnTo>
                      <a:pt x="132" y="515"/>
                    </a:lnTo>
                    <a:cubicBezTo>
                      <a:pt x="176" y="515"/>
                      <a:pt x="191" y="486"/>
                      <a:pt x="191" y="456"/>
                    </a:cubicBezTo>
                    <a:cubicBezTo>
                      <a:pt x="191" y="427"/>
                      <a:pt x="176" y="398"/>
                      <a:pt x="132" y="398"/>
                    </a:cubicBezTo>
                    <a:cubicBezTo>
                      <a:pt x="103" y="398"/>
                      <a:pt x="73" y="427"/>
                      <a:pt x="73" y="456"/>
                    </a:cubicBezTo>
                    <a:cubicBezTo>
                      <a:pt x="73" y="486"/>
                      <a:pt x="103" y="515"/>
                      <a:pt x="132" y="515"/>
                    </a:cubicBezTo>
                    <a:close/>
                    <a:moveTo>
                      <a:pt x="117" y="442"/>
                    </a:moveTo>
                    <a:lnTo>
                      <a:pt x="117" y="442"/>
                    </a:lnTo>
                    <a:cubicBezTo>
                      <a:pt x="162" y="442"/>
                      <a:pt x="162" y="442"/>
                      <a:pt x="162" y="442"/>
                    </a:cubicBezTo>
                    <a:cubicBezTo>
                      <a:pt x="162" y="471"/>
                      <a:pt x="162" y="471"/>
                      <a:pt x="162" y="471"/>
                    </a:cubicBezTo>
                    <a:cubicBezTo>
                      <a:pt x="117" y="471"/>
                      <a:pt x="117" y="471"/>
                      <a:pt x="117" y="471"/>
                    </a:cubicBezTo>
                    <a:lnTo>
                      <a:pt x="117" y="4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2"/>
              <p:cNvSpPr/>
              <p:nvPr/>
            </p:nvSpPr>
            <p:spPr>
              <a:xfrm>
                <a:off x="2542881" y="3075980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501" y="235"/>
                    </a:moveTo>
                    <a:lnTo>
                      <a:pt x="501" y="235"/>
                    </a:lnTo>
                    <a:cubicBezTo>
                      <a:pt x="457" y="235"/>
                      <a:pt x="442" y="265"/>
                      <a:pt x="442" y="294"/>
                    </a:cubicBezTo>
                    <a:cubicBezTo>
                      <a:pt x="442" y="339"/>
                      <a:pt x="457" y="353"/>
                      <a:pt x="501" y="353"/>
                    </a:cubicBezTo>
                    <a:cubicBezTo>
                      <a:pt x="530" y="353"/>
                      <a:pt x="560" y="339"/>
                      <a:pt x="560" y="294"/>
                    </a:cubicBezTo>
                    <a:cubicBezTo>
                      <a:pt x="560" y="265"/>
                      <a:pt x="530" y="235"/>
                      <a:pt x="501" y="235"/>
                    </a:cubicBezTo>
                    <a:close/>
                    <a:moveTo>
                      <a:pt x="516" y="324"/>
                    </a:moveTo>
                    <a:lnTo>
                      <a:pt x="516" y="324"/>
                    </a:lnTo>
                    <a:cubicBezTo>
                      <a:pt x="471" y="324"/>
                      <a:pt x="471" y="324"/>
                      <a:pt x="471" y="324"/>
                    </a:cubicBezTo>
                    <a:cubicBezTo>
                      <a:pt x="471" y="280"/>
                      <a:pt x="471" y="280"/>
                      <a:pt x="471" y="280"/>
                    </a:cubicBezTo>
                    <a:cubicBezTo>
                      <a:pt x="516" y="280"/>
                      <a:pt x="516" y="280"/>
                      <a:pt x="516" y="280"/>
                    </a:cubicBezTo>
                    <a:lnTo>
                      <a:pt x="516" y="324"/>
                    </a:lnTo>
                    <a:close/>
                    <a:moveTo>
                      <a:pt x="530" y="515"/>
                    </a:moveTo>
                    <a:lnTo>
                      <a:pt x="530" y="515"/>
                    </a:lnTo>
                    <a:cubicBezTo>
                      <a:pt x="457" y="515"/>
                      <a:pt x="457" y="515"/>
                      <a:pt x="457" y="515"/>
                    </a:cubicBezTo>
                    <a:cubicBezTo>
                      <a:pt x="442" y="515"/>
                      <a:pt x="442" y="530"/>
                      <a:pt x="442" y="530"/>
                    </a:cubicBezTo>
                    <a:cubicBezTo>
                      <a:pt x="442" y="545"/>
                      <a:pt x="442" y="560"/>
                      <a:pt x="457" y="560"/>
                    </a:cubicBezTo>
                    <a:cubicBezTo>
                      <a:pt x="530" y="560"/>
                      <a:pt x="530" y="560"/>
                      <a:pt x="530" y="560"/>
                    </a:cubicBezTo>
                    <a:cubicBezTo>
                      <a:pt x="545" y="560"/>
                      <a:pt x="560" y="545"/>
                      <a:pt x="560" y="530"/>
                    </a:cubicBezTo>
                    <a:cubicBezTo>
                      <a:pt x="560" y="530"/>
                      <a:pt x="545" y="515"/>
                      <a:pt x="530" y="515"/>
                    </a:cubicBezTo>
                    <a:close/>
                    <a:moveTo>
                      <a:pt x="354" y="235"/>
                    </a:moveTo>
                    <a:lnTo>
                      <a:pt x="354" y="235"/>
                    </a:lnTo>
                    <a:cubicBezTo>
                      <a:pt x="118" y="235"/>
                      <a:pt x="118" y="235"/>
                      <a:pt x="118" y="235"/>
                    </a:cubicBezTo>
                    <a:cubicBezTo>
                      <a:pt x="103" y="235"/>
                      <a:pt x="89" y="265"/>
                      <a:pt x="89" y="280"/>
                    </a:cubicBezTo>
                    <a:cubicBezTo>
                      <a:pt x="89" y="515"/>
                      <a:pt x="89" y="515"/>
                      <a:pt x="89" y="515"/>
                    </a:cubicBezTo>
                    <a:cubicBezTo>
                      <a:pt x="89" y="530"/>
                      <a:pt x="103" y="560"/>
                      <a:pt x="118" y="560"/>
                    </a:cubicBezTo>
                    <a:cubicBezTo>
                      <a:pt x="354" y="560"/>
                      <a:pt x="354" y="560"/>
                      <a:pt x="354" y="560"/>
                    </a:cubicBezTo>
                    <a:cubicBezTo>
                      <a:pt x="383" y="560"/>
                      <a:pt x="398" y="530"/>
                      <a:pt x="398" y="515"/>
                    </a:cubicBezTo>
                    <a:cubicBezTo>
                      <a:pt x="398" y="280"/>
                      <a:pt x="398" y="280"/>
                      <a:pt x="398" y="280"/>
                    </a:cubicBezTo>
                    <a:cubicBezTo>
                      <a:pt x="398" y="265"/>
                      <a:pt x="383" y="235"/>
                      <a:pt x="354" y="235"/>
                    </a:cubicBezTo>
                    <a:close/>
                    <a:moveTo>
                      <a:pt x="354" y="501"/>
                    </a:moveTo>
                    <a:lnTo>
                      <a:pt x="354" y="501"/>
                    </a:lnTo>
                    <a:cubicBezTo>
                      <a:pt x="354" y="501"/>
                      <a:pt x="354" y="515"/>
                      <a:pt x="339" y="515"/>
                    </a:cubicBezTo>
                    <a:cubicBezTo>
                      <a:pt x="148" y="515"/>
                      <a:pt x="148" y="515"/>
                      <a:pt x="148" y="515"/>
                    </a:cubicBezTo>
                    <a:cubicBezTo>
                      <a:pt x="133" y="515"/>
                      <a:pt x="118" y="501"/>
                      <a:pt x="118" y="501"/>
                    </a:cubicBezTo>
                    <a:cubicBezTo>
                      <a:pt x="118" y="294"/>
                      <a:pt x="118" y="294"/>
                      <a:pt x="118" y="294"/>
                    </a:cubicBezTo>
                    <a:cubicBezTo>
                      <a:pt x="118" y="294"/>
                      <a:pt x="133" y="280"/>
                      <a:pt x="148" y="280"/>
                    </a:cubicBezTo>
                    <a:cubicBezTo>
                      <a:pt x="339" y="280"/>
                      <a:pt x="339" y="280"/>
                      <a:pt x="339" y="280"/>
                    </a:cubicBezTo>
                    <a:cubicBezTo>
                      <a:pt x="354" y="280"/>
                      <a:pt x="354" y="294"/>
                      <a:pt x="354" y="294"/>
                    </a:cubicBezTo>
                    <a:lnTo>
                      <a:pt x="354" y="501"/>
                    </a:lnTo>
                    <a:close/>
                    <a:moveTo>
                      <a:pt x="530" y="456"/>
                    </a:moveTo>
                    <a:lnTo>
                      <a:pt x="530" y="456"/>
                    </a:lnTo>
                    <a:cubicBezTo>
                      <a:pt x="457" y="456"/>
                      <a:pt x="457" y="456"/>
                      <a:pt x="457" y="456"/>
                    </a:cubicBezTo>
                    <a:cubicBezTo>
                      <a:pt x="442" y="456"/>
                      <a:pt x="442" y="471"/>
                      <a:pt x="442" y="471"/>
                    </a:cubicBezTo>
                    <a:cubicBezTo>
                      <a:pt x="442" y="486"/>
                      <a:pt x="442" y="501"/>
                      <a:pt x="457" y="501"/>
                    </a:cubicBezTo>
                    <a:cubicBezTo>
                      <a:pt x="530" y="501"/>
                      <a:pt x="530" y="501"/>
                      <a:pt x="530" y="501"/>
                    </a:cubicBezTo>
                    <a:cubicBezTo>
                      <a:pt x="545" y="501"/>
                      <a:pt x="560" y="486"/>
                      <a:pt x="560" y="471"/>
                    </a:cubicBezTo>
                    <a:cubicBezTo>
                      <a:pt x="560" y="471"/>
                      <a:pt x="545" y="456"/>
                      <a:pt x="530" y="456"/>
                    </a:cubicBezTo>
                    <a:close/>
                    <a:moveTo>
                      <a:pt x="560" y="162"/>
                    </a:moveTo>
                    <a:lnTo>
                      <a:pt x="560" y="162"/>
                    </a:lnTo>
                    <a:cubicBezTo>
                      <a:pt x="369" y="162"/>
                      <a:pt x="369" y="162"/>
                      <a:pt x="369" y="162"/>
                    </a:cubicBezTo>
                    <a:cubicBezTo>
                      <a:pt x="545" y="44"/>
                      <a:pt x="545" y="44"/>
                      <a:pt x="545" y="44"/>
                    </a:cubicBezTo>
                    <a:cubicBezTo>
                      <a:pt x="560" y="44"/>
                      <a:pt x="560" y="30"/>
                      <a:pt x="545" y="15"/>
                    </a:cubicBezTo>
                    <a:cubicBezTo>
                      <a:pt x="545" y="0"/>
                      <a:pt x="530" y="0"/>
                      <a:pt x="530" y="15"/>
                    </a:cubicBezTo>
                    <a:cubicBezTo>
                      <a:pt x="530" y="15"/>
                      <a:pt x="339" y="133"/>
                      <a:pt x="324" y="147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03" y="0"/>
                      <a:pt x="89" y="0"/>
                      <a:pt x="89" y="15"/>
                    </a:cubicBezTo>
                    <a:cubicBezTo>
                      <a:pt x="89" y="30"/>
                      <a:pt x="89" y="44"/>
                      <a:pt x="89" y="44"/>
                    </a:cubicBezTo>
                    <a:cubicBezTo>
                      <a:pt x="265" y="162"/>
                      <a:pt x="265" y="162"/>
                      <a:pt x="265" y="162"/>
                    </a:cubicBezTo>
                    <a:cubicBezTo>
                      <a:pt x="89" y="162"/>
                      <a:pt x="89" y="162"/>
                      <a:pt x="89" y="162"/>
                    </a:cubicBezTo>
                    <a:cubicBezTo>
                      <a:pt x="45" y="162"/>
                      <a:pt x="0" y="192"/>
                      <a:pt x="0" y="235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45" y="633"/>
                      <a:pt x="89" y="633"/>
                    </a:cubicBezTo>
                    <a:cubicBezTo>
                      <a:pt x="560" y="633"/>
                      <a:pt x="560" y="633"/>
                      <a:pt x="560" y="633"/>
                    </a:cubicBezTo>
                    <a:cubicBezTo>
                      <a:pt x="604" y="633"/>
                      <a:pt x="633" y="604"/>
                      <a:pt x="633" y="560"/>
                    </a:cubicBezTo>
                    <a:cubicBezTo>
                      <a:pt x="633" y="235"/>
                      <a:pt x="633" y="235"/>
                      <a:pt x="633" y="235"/>
                    </a:cubicBezTo>
                    <a:cubicBezTo>
                      <a:pt x="633" y="192"/>
                      <a:pt x="604" y="162"/>
                      <a:pt x="560" y="162"/>
                    </a:cubicBezTo>
                    <a:close/>
                    <a:moveTo>
                      <a:pt x="589" y="560"/>
                    </a:moveTo>
                    <a:lnTo>
                      <a:pt x="589" y="560"/>
                    </a:lnTo>
                    <a:cubicBezTo>
                      <a:pt x="589" y="574"/>
                      <a:pt x="575" y="589"/>
                      <a:pt x="56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5" y="574"/>
                      <a:pt x="45" y="560"/>
                    </a:cubicBezTo>
                    <a:cubicBezTo>
                      <a:pt x="45" y="235"/>
                      <a:pt x="45" y="235"/>
                      <a:pt x="45" y="235"/>
                    </a:cubicBezTo>
                    <a:cubicBezTo>
                      <a:pt x="45" y="221"/>
                      <a:pt x="59" y="206"/>
                      <a:pt x="89" y="206"/>
                    </a:cubicBezTo>
                    <a:cubicBezTo>
                      <a:pt x="560" y="206"/>
                      <a:pt x="560" y="206"/>
                      <a:pt x="560" y="206"/>
                    </a:cubicBezTo>
                    <a:cubicBezTo>
                      <a:pt x="575" y="206"/>
                      <a:pt x="589" y="221"/>
                      <a:pt x="589" y="235"/>
                    </a:cubicBezTo>
                    <a:lnTo>
                      <a:pt x="589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"/>
              <p:cNvSpPr/>
              <p:nvPr/>
            </p:nvSpPr>
            <p:spPr>
              <a:xfrm>
                <a:off x="2178182" y="3091833"/>
                <a:ext cx="228597" cy="196843"/>
              </a:xfrm>
              <a:custGeom>
                <a:rect b="b" l="l" r="r" t="t"/>
                <a:pathLst>
                  <a:path extrusionOk="0" h="546" w="634">
                    <a:moveTo>
                      <a:pt x="221" y="236"/>
                    </a:moveTo>
                    <a:lnTo>
                      <a:pt x="221" y="236"/>
                    </a:lnTo>
                    <a:cubicBezTo>
                      <a:pt x="103" y="236"/>
                      <a:pt x="103" y="236"/>
                      <a:pt x="103" y="236"/>
                    </a:cubicBezTo>
                    <a:cubicBezTo>
                      <a:pt x="88" y="236"/>
                      <a:pt x="73" y="250"/>
                      <a:pt x="73" y="250"/>
                    </a:cubicBezTo>
                    <a:cubicBezTo>
                      <a:pt x="73" y="265"/>
                      <a:pt x="88" y="280"/>
                      <a:pt x="103" y="280"/>
                    </a:cubicBezTo>
                    <a:cubicBezTo>
                      <a:pt x="221" y="280"/>
                      <a:pt x="221" y="280"/>
                      <a:pt x="221" y="280"/>
                    </a:cubicBezTo>
                    <a:cubicBezTo>
                      <a:pt x="221" y="280"/>
                      <a:pt x="235" y="265"/>
                      <a:pt x="235" y="250"/>
                    </a:cubicBezTo>
                    <a:lnTo>
                      <a:pt x="221" y="236"/>
                    </a:lnTo>
                    <a:close/>
                    <a:moveTo>
                      <a:pt x="221" y="398"/>
                    </a:moveTo>
                    <a:lnTo>
                      <a:pt x="221" y="398"/>
                    </a:lnTo>
                    <a:cubicBezTo>
                      <a:pt x="103" y="398"/>
                      <a:pt x="103" y="398"/>
                      <a:pt x="103" y="398"/>
                    </a:cubicBezTo>
                    <a:cubicBezTo>
                      <a:pt x="88" y="398"/>
                      <a:pt x="73" y="398"/>
                      <a:pt x="73" y="412"/>
                    </a:cubicBezTo>
                    <a:cubicBezTo>
                      <a:pt x="73" y="427"/>
                      <a:pt x="88" y="427"/>
                      <a:pt x="103" y="427"/>
                    </a:cubicBezTo>
                    <a:cubicBezTo>
                      <a:pt x="221" y="427"/>
                      <a:pt x="221" y="427"/>
                      <a:pt x="221" y="427"/>
                    </a:cubicBezTo>
                    <a:cubicBezTo>
                      <a:pt x="221" y="427"/>
                      <a:pt x="235" y="427"/>
                      <a:pt x="235" y="412"/>
                    </a:cubicBezTo>
                    <a:cubicBezTo>
                      <a:pt x="235" y="398"/>
                      <a:pt x="221" y="398"/>
                      <a:pt x="221" y="398"/>
                    </a:cubicBezTo>
                    <a:close/>
                    <a:moveTo>
                      <a:pt x="221" y="309"/>
                    </a:moveTo>
                    <a:lnTo>
                      <a:pt x="221" y="309"/>
                    </a:lnTo>
                    <a:cubicBezTo>
                      <a:pt x="103" y="309"/>
                      <a:pt x="103" y="309"/>
                      <a:pt x="103" y="309"/>
                    </a:cubicBezTo>
                    <a:cubicBezTo>
                      <a:pt x="88" y="309"/>
                      <a:pt x="73" y="324"/>
                      <a:pt x="73" y="339"/>
                    </a:cubicBezTo>
                    <a:cubicBezTo>
                      <a:pt x="73" y="339"/>
                      <a:pt x="88" y="354"/>
                      <a:pt x="103" y="354"/>
                    </a:cubicBezTo>
                    <a:cubicBezTo>
                      <a:pt x="221" y="354"/>
                      <a:pt x="221" y="354"/>
                      <a:pt x="221" y="354"/>
                    </a:cubicBezTo>
                    <a:lnTo>
                      <a:pt x="235" y="339"/>
                    </a:lnTo>
                    <a:cubicBezTo>
                      <a:pt x="235" y="324"/>
                      <a:pt x="221" y="309"/>
                      <a:pt x="221" y="309"/>
                    </a:cubicBezTo>
                    <a:close/>
                    <a:moveTo>
                      <a:pt x="412" y="221"/>
                    </a:moveTo>
                    <a:lnTo>
                      <a:pt x="412" y="221"/>
                    </a:lnTo>
                    <a:cubicBezTo>
                      <a:pt x="353" y="221"/>
                      <a:pt x="294" y="265"/>
                      <a:pt x="294" y="339"/>
                    </a:cubicBezTo>
                    <a:cubicBezTo>
                      <a:pt x="294" y="398"/>
                      <a:pt x="353" y="457"/>
                      <a:pt x="412" y="457"/>
                    </a:cubicBezTo>
                    <a:cubicBezTo>
                      <a:pt x="471" y="457"/>
                      <a:pt x="530" y="398"/>
                      <a:pt x="530" y="339"/>
                    </a:cubicBezTo>
                    <a:cubicBezTo>
                      <a:pt x="530" y="265"/>
                      <a:pt x="471" y="221"/>
                      <a:pt x="412" y="221"/>
                    </a:cubicBezTo>
                    <a:close/>
                    <a:moveTo>
                      <a:pt x="412" y="412"/>
                    </a:moveTo>
                    <a:lnTo>
                      <a:pt x="412" y="412"/>
                    </a:lnTo>
                    <a:cubicBezTo>
                      <a:pt x="368" y="412"/>
                      <a:pt x="338" y="383"/>
                      <a:pt x="338" y="339"/>
                    </a:cubicBezTo>
                    <a:cubicBezTo>
                      <a:pt x="338" y="295"/>
                      <a:pt x="368" y="250"/>
                      <a:pt x="412" y="250"/>
                    </a:cubicBezTo>
                    <a:cubicBezTo>
                      <a:pt x="456" y="250"/>
                      <a:pt x="485" y="295"/>
                      <a:pt x="485" y="339"/>
                    </a:cubicBezTo>
                    <a:cubicBezTo>
                      <a:pt x="485" y="383"/>
                      <a:pt x="456" y="412"/>
                      <a:pt x="412" y="412"/>
                    </a:cubicBezTo>
                    <a:close/>
                    <a:moveTo>
                      <a:pt x="544" y="118"/>
                    </a:moveTo>
                    <a:lnTo>
                      <a:pt x="544" y="118"/>
                    </a:lnTo>
                    <a:cubicBezTo>
                      <a:pt x="515" y="118"/>
                      <a:pt x="515" y="118"/>
                      <a:pt x="515" y="118"/>
                    </a:cubicBezTo>
                    <a:cubicBezTo>
                      <a:pt x="294" y="0"/>
                      <a:pt x="294" y="0"/>
                      <a:pt x="294" y="0"/>
                    </a:cubicBezTo>
                    <a:cubicBezTo>
                      <a:pt x="294" y="0"/>
                      <a:pt x="279" y="0"/>
                      <a:pt x="279" y="15"/>
                    </a:cubicBezTo>
                    <a:cubicBezTo>
                      <a:pt x="265" y="15"/>
                      <a:pt x="279" y="30"/>
                      <a:pt x="279" y="30"/>
                    </a:cubicBezTo>
                    <a:cubicBezTo>
                      <a:pt x="426" y="118"/>
                      <a:pt x="426" y="118"/>
                      <a:pt x="426" y="118"/>
                    </a:cubicBezTo>
                    <a:cubicBezTo>
                      <a:pt x="73" y="118"/>
                      <a:pt x="73" y="118"/>
                      <a:pt x="73" y="118"/>
                    </a:cubicBezTo>
                    <a:cubicBezTo>
                      <a:pt x="29" y="118"/>
                      <a:pt x="0" y="148"/>
                      <a:pt x="0" y="191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6"/>
                      <a:pt x="29" y="545"/>
                      <a:pt x="73" y="545"/>
                    </a:cubicBezTo>
                    <a:cubicBezTo>
                      <a:pt x="544" y="545"/>
                      <a:pt x="544" y="545"/>
                      <a:pt x="544" y="545"/>
                    </a:cubicBezTo>
                    <a:cubicBezTo>
                      <a:pt x="588" y="545"/>
                      <a:pt x="633" y="516"/>
                      <a:pt x="633" y="471"/>
                    </a:cubicBezTo>
                    <a:cubicBezTo>
                      <a:pt x="633" y="191"/>
                      <a:pt x="633" y="191"/>
                      <a:pt x="633" y="191"/>
                    </a:cubicBezTo>
                    <a:cubicBezTo>
                      <a:pt x="633" y="148"/>
                      <a:pt x="588" y="118"/>
                      <a:pt x="544" y="118"/>
                    </a:cubicBezTo>
                    <a:close/>
                    <a:moveTo>
                      <a:pt x="588" y="471"/>
                    </a:moveTo>
                    <a:lnTo>
                      <a:pt x="588" y="471"/>
                    </a:lnTo>
                    <a:cubicBezTo>
                      <a:pt x="588" y="486"/>
                      <a:pt x="574" y="516"/>
                      <a:pt x="544" y="516"/>
                    </a:cubicBezTo>
                    <a:cubicBezTo>
                      <a:pt x="73" y="516"/>
                      <a:pt x="73" y="516"/>
                      <a:pt x="73" y="516"/>
                    </a:cubicBezTo>
                    <a:cubicBezTo>
                      <a:pt x="58" y="516"/>
                      <a:pt x="44" y="486"/>
                      <a:pt x="44" y="471"/>
                    </a:cubicBezTo>
                    <a:cubicBezTo>
                      <a:pt x="44" y="191"/>
                      <a:pt x="44" y="191"/>
                      <a:pt x="44" y="191"/>
                    </a:cubicBezTo>
                    <a:cubicBezTo>
                      <a:pt x="44" y="177"/>
                      <a:pt x="58" y="162"/>
                      <a:pt x="73" y="162"/>
                    </a:cubicBezTo>
                    <a:cubicBezTo>
                      <a:pt x="544" y="162"/>
                      <a:pt x="544" y="162"/>
                      <a:pt x="544" y="162"/>
                    </a:cubicBezTo>
                    <a:cubicBezTo>
                      <a:pt x="574" y="162"/>
                      <a:pt x="588" y="177"/>
                      <a:pt x="588" y="191"/>
                    </a:cubicBezTo>
                    <a:lnTo>
                      <a:pt x="588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"/>
              <p:cNvSpPr/>
              <p:nvPr/>
            </p:nvSpPr>
            <p:spPr>
              <a:xfrm>
                <a:off x="1838589" y="3085228"/>
                <a:ext cx="169136" cy="212697"/>
              </a:xfrm>
              <a:custGeom>
                <a:rect b="b" l="l" r="r" t="t"/>
                <a:pathLst>
                  <a:path extrusionOk="0" h="589" w="473">
                    <a:moveTo>
                      <a:pt x="398" y="0"/>
                    </a:moveTo>
                    <a:lnTo>
                      <a:pt x="398" y="0"/>
                    </a:lnTo>
                    <a:cubicBezTo>
                      <a:pt x="74" y="0"/>
                      <a:pt x="74" y="0"/>
                      <a:pt x="74" y="0"/>
                    </a:cubicBezTo>
                    <a:cubicBezTo>
                      <a:pt x="30" y="0"/>
                      <a:pt x="0" y="29"/>
                      <a:pt x="0" y="73"/>
                    </a:cubicBezTo>
                    <a:cubicBezTo>
                      <a:pt x="0" y="588"/>
                      <a:pt x="0" y="588"/>
                      <a:pt x="0" y="588"/>
                    </a:cubicBezTo>
                    <a:cubicBezTo>
                      <a:pt x="45" y="588"/>
                      <a:pt x="30" y="588"/>
                      <a:pt x="74" y="588"/>
                    </a:cubicBezTo>
                    <a:cubicBezTo>
                      <a:pt x="398" y="588"/>
                      <a:pt x="398" y="588"/>
                      <a:pt x="398" y="588"/>
                    </a:cubicBezTo>
                    <a:cubicBezTo>
                      <a:pt x="442" y="588"/>
                      <a:pt x="413" y="588"/>
                      <a:pt x="472" y="588"/>
                    </a:cubicBezTo>
                    <a:cubicBezTo>
                      <a:pt x="472" y="73"/>
                      <a:pt x="472" y="73"/>
                      <a:pt x="472" y="73"/>
                    </a:cubicBezTo>
                    <a:cubicBezTo>
                      <a:pt x="472" y="29"/>
                      <a:pt x="442" y="0"/>
                      <a:pt x="398" y="0"/>
                    </a:cubicBezTo>
                    <a:close/>
                    <a:moveTo>
                      <a:pt x="74" y="544"/>
                    </a:moveTo>
                    <a:lnTo>
                      <a:pt x="74" y="544"/>
                    </a:lnTo>
                    <a:cubicBezTo>
                      <a:pt x="45" y="544"/>
                      <a:pt x="45" y="544"/>
                      <a:pt x="45" y="544"/>
                    </a:cubicBezTo>
                    <a:cubicBezTo>
                      <a:pt x="45" y="500"/>
                      <a:pt x="45" y="500"/>
                      <a:pt x="45" y="500"/>
                    </a:cubicBezTo>
                    <a:cubicBezTo>
                      <a:pt x="74" y="500"/>
                      <a:pt x="74" y="500"/>
                      <a:pt x="74" y="500"/>
                    </a:cubicBezTo>
                    <a:lnTo>
                      <a:pt x="74" y="544"/>
                    </a:lnTo>
                    <a:close/>
                    <a:moveTo>
                      <a:pt x="74" y="471"/>
                    </a:moveTo>
                    <a:lnTo>
                      <a:pt x="74" y="471"/>
                    </a:lnTo>
                    <a:cubicBezTo>
                      <a:pt x="45" y="471"/>
                      <a:pt x="45" y="471"/>
                      <a:pt x="45" y="471"/>
                    </a:cubicBezTo>
                    <a:cubicBezTo>
                      <a:pt x="45" y="426"/>
                      <a:pt x="45" y="426"/>
                      <a:pt x="45" y="426"/>
                    </a:cubicBezTo>
                    <a:cubicBezTo>
                      <a:pt x="74" y="426"/>
                      <a:pt x="74" y="426"/>
                      <a:pt x="74" y="426"/>
                    </a:cubicBezTo>
                    <a:lnTo>
                      <a:pt x="74" y="471"/>
                    </a:lnTo>
                    <a:close/>
                    <a:moveTo>
                      <a:pt x="74" y="382"/>
                    </a:moveTo>
                    <a:lnTo>
                      <a:pt x="74" y="382"/>
                    </a:lnTo>
                    <a:cubicBezTo>
                      <a:pt x="45" y="382"/>
                      <a:pt x="45" y="382"/>
                      <a:pt x="45" y="382"/>
                    </a:cubicBezTo>
                    <a:cubicBezTo>
                      <a:pt x="45" y="353"/>
                      <a:pt x="45" y="353"/>
                      <a:pt x="45" y="353"/>
                    </a:cubicBezTo>
                    <a:cubicBezTo>
                      <a:pt x="74" y="353"/>
                      <a:pt x="74" y="353"/>
                      <a:pt x="74" y="353"/>
                    </a:cubicBezTo>
                    <a:lnTo>
                      <a:pt x="74" y="382"/>
                    </a:lnTo>
                    <a:close/>
                    <a:moveTo>
                      <a:pt x="74" y="309"/>
                    </a:moveTo>
                    <a:lnTo>
                      <a:pt x="74" y="309"/>
                    </a:lnTo>
                    <a:cubicBezTo>
                      <a:pt x="45" y="309"/>
                      <a:pt x="45" y="309"/>
                      <a:pt x="45" y="309"/>
                    </a:cubicBezTo>
                    <a:cubicBezTo>
                      <a:pt x="45" y="264"/>
                      <a:pt x="45" y="264"/>
                      <a:pt x="45" y="264"/>
                    </a:cubicBezTo>
                    <a:cubicBezTo>
                      <a:pt x="74" y="264"/>
                      <a:pt x="74" y="264"/>
                      <a:pt x="74" y="264"/>
                    </a:cubicBezTo>
                    <a:lnTo>
                      <a:pt x="74" y="309"/>
                    </a:lnTo>
                    <a:close/>
                    <a:moveTo>
                      <a:pt x="74" y="235"/>
                    </a:moveTo>
                    <a:lnTo>
                      <a:pt x="74" y="235"/>
                    </a:lnTo>
                    <a:cubicBezTo>
                      <a:pt x="45" y="235"/>
                      <a:pt x="45" y="235"/>
                      <a:pt x="45" y="235"/>
                    </a:cubicBezTo>
                    <a:cubicBezTo>
                      <a:pt x="45" y="191"/>
                      <a:pt x="45" y="191"/>
                      <a:pt x="45" y="191"/>
                    </a:cubicBezTo>
                    <a:cubicBezTo>
                      <a:pt x="74" y="191"/>
                      <a:pt x="74" y="191"/>
                      <a:pt x="74" y="191"/>
                    </a:cubicBezTo>
                    <a:lnTo>
                      <a:pt x="74" y="235"/>
                    </a:lnTo>
                    <a:close/>
                    <a:moveTo>
                      <a:pt x="74" y="147"/>
                    </a:moveTo>
                    <a:lnTo>
                      <a:pt x="74" y="147"/>
                    </a:lnTo>
                    <a:cubicBezTo>
                      <a:pt x="45" y="147"/>
                      <a:pt x="45" y="147"/>
                      <a:pt x="45" y="147"/>
                    </a:cubicBezTo>
                    <a:cubicBezTo>
                      <a:pt x="45" y="117"/>
                      <a:pt x="45" y="117"/>
                      <a:pt x="45" y="117"/>
                    </a:cubicBezTo>
                    <a:cubicBezTo>
                      <a:pt x="74" y="117"/>
                      <a:pt x="74" y="117"/>
                      <a:pt x="74" y="117"/>
                    </a:cubicBezTo>
                    <a:lnTo>
                      <a:pt x="74" y="147"/>
                    </a:lnTo>
                    <a:close/>
                    <a:moveTo>
                      <a:pt x="354" y="530"/>
                    </a:moveTo>
                    <a:lnTo>
                      <a:pt x="354" y="530"/>
                    </a:lnTo>
                    <a:lnTo>
                      <a:pt x="339" y="544"/>
                    </a:lnTo>
                    <a:cubicBezTo>
                      <a:pt x="133" y="544"/>
                      <a:pt x="133" y="544"/>
                      <a:pt x="133" y="544"/>
                    </a:cubicBezTo>
                    <a:lnTo>
                      <a:pt x="118" y="530"/>
                    </a:lnTo>
                    <a:cubicBezTo>
                      <a:pt x="118" y="323"/>
                      <a:pt x="118" y="323"/>
                      <a:pt x="118" y="323"/>
                    </a:cubicBezTo>
                    <a:lnTo>
                      <a:pt x="133" y="309"/>
                    </a:lnTo>
                    <a:cubicBezTo>
                      <a:pt x="339" y="309"/>
                      <a:pt x="339" y="309"/>
                      <a:pt x="339" y="309"/>
                    </a:cubicBezTo>
                    <a:lnTo>
                      <a:pt x="354" y="323"/>
                    </a:lnTo>
                    <a:lnTo>
                      <a:pt x="354" y="530"/>
                    </a:lnTo>
                    <a:close/>
                    <a:moveTo>
                      <a:pt x="354" y="250"/>
                    </a:moveTo>
                    <a:lnTo>
                      <a:pt x="354" y="250"/>
                    </a:lnTo>
                    <a:cubicBezTo>
                      <a:pt x="354" y="264"/>
                      <a:pt x="339" y="264"/>
                      <a:pt x="339" y="264"/>
                    </a:cubicBezTo>
                    <a:cubicBezTo>
                      <a:pt x="133" y="264"/>
                      <a:pt x="133" y="264"/>
                      <a:pt x="133" y="264"/>
                    </a:cubicBezTo>
                    <a:cubicBezTo>
                      <a:pt x="133" y="264"/>
                      <a:pt x="118" y="264"/>
                      <a:pt x="118" y="250"/>
                    </a:cubicBezTo>
                    <a:cubicBezTo>
                      <a:pt x="118" y="58"/>
                      <a:pt x="118" y="58"/>
                      <a:pt x="118" y="58"/>
                    </a:cubicBezTo>
                    <a:cubicBezTo>
                      <a:pt x="118" y="44"/>
                      <a:pt x="133" y="29"/>
                      <a:pt x="133" y="29"/>
                    </a:cubicBezTo>
                    <a:cubicBezTo>
                      <a:pt x="339" y="29"/>
                      <a:pt x="339" y="29"/>
                      <a:pt x="339" y="29"/>
                    </a:cubicBezTo>
                    <a:cubicBezTo>
                      <a:pt x="339" y="29"/>
                      <a:pt x="354" y="44"/>
                      <a:pt x="354" y="58"/>
                    </a:cubicBezTo>
                    <a:lnTo>
                      <a:pt x="354" y="250"/>
                    </a:lnTo>
                    <a:close/>
                    <a:moveTo>
                      <a:pt x="427" y="544"/>
                    </a:moveTo>
                    <a:lnTo>
                      <a:pt x="427" y="544"/>
                    </a:lnTo>
                    <a:cubicBezTo>
                      <a:pt x="398" y="544"/>
                      <a:pt x="398" y="544"/>
                      <a:pt x="398" y="544"/>
                    </a:cubicBezTo>
                    <a:cubicBezTo>
                      <a:pt x="398" y="500"/>
                      <a:pt x="398" y="500"/>
                      <a:pt x="398" y="500"/>
                    </a:cubicBezTo>
                    <a:cubicBezTo>
                      <a:pt x="427" y="500"/>
                      <a:pt x="427" y="500"/>
                      <a:pt x="427" y="500"/>
                    </a:cubicBezTo>
                    <a:lnTo>
                      <a:pt x="427" y="544"/>
                    </a:lnTo>
                    <a:close/>
                    <a:moveTo>
                      <a:pt x="427" y="471"/>
                    </a:moveTo>
                    <a:lnTo>
                      <a:pt x="427" y="471"/>
                    </a:lnTo>
                    <a:cubicBezTo>
                      <a:pt x="398" y="471"/>
                      <a:pt x="398" y="471"/>
                      <a:pt x="398" y="471"/>
                    </a:cubicBezTo>
                    <a:cubicBezTo>
                      <a:pt x="398" y="426"/>
                      <a:pt x="398" y="426"/>
                      <a:pt x="398" y="426"/>
                    </a:cubicBezTo>
                    <a:cubicBezTo>
                      <a:pt x="427" y="426"/>
                      <a:pt x="427" y="426"/>
                      <a:pt x="427" y="426"/>
                    </a:cubicBezTo>
                    <a:lnTo>
                      <a:pt x="427" y="471"/>
                    </a:lnTo>
                    <a:close/>
                    <a:moveTo>
                      <a:pt x="427" y="382"/>
                    </a:moveTo>
                    <a:lnTo>
                      <a:pt x="427" y="382"/>
                    </a:lnTo>
                    <a:cubicBezTo>
                      <a:pt x="398" y="382"/>
                      <a:pt x="398" y="382"/>
                      <a:pt x="398" y="382"/>
                    </a:cubicBezTo>
                    <a:cubicBezTo>
                      <a:pt x="398" y="353"/>
                      <a:pt x="398" y="353"/>
                      <a:pt x="398" y="353"/>
                    </a:cubicBezTo>
                    <a:cubicBezTo>
                      <a:pt x="427" y="353"/>
                      <a:pt x="427" y="353"/>
                      <a:pt x="427" y="353"/>
                    </a:cubicBezTo>
                    <a:lnTo>
                      <a:pt x="427" y="382"/>
                    </a:lnTo>
                    <a:close/>
                    <a:moveTo>
                      <a:pt x="427" y="309"/>
                    </a:moveTo>
                    <a:lnTo>
                      <a:pt x="427" y="309"/>
                    </a:lnTo>
                    <a:cubicBezTo>
                      <a:pt x="398" y="309"/>
                      <a:pt x="398" y="309"/>
                      <a:pt x="398" y="309"/>
                    </a:cubicBezTo>
                    <a:cubicBezTo>
                      <a:pt x="398" y="264"/>
                      <a:pt x="398" y="264"/>
                      <a:pt x="398" y="264"/>
                    </a:cubicBezTo>
                    <a:cubicBezTo>
                      <a:pt x="427" y="264"/>
                      <a:pt x="427" y="264"/>
                      <a:pt x="427" y="264"/>
                    </a:cubicBezTo>
                    <a:lnTo>
                      <a:pt x="427" y="309"/>
                    </a:lnTo>
                    <a:close/>
                    <a:moveTo>
                      <a:pt x="427" y="235"/>
                    </a:moveTo>
                    <a:lnTo>
                      <a:pt x="427" y="235"/>
                    </a:lnTo>
                    <a:cubicBezTo>
                      <a:pt x="398" y="235"/>
                      <a:pt x="398" y="235"/>
                      <a:pt x="398" y="235"/>
                    </a:cubicBezTo>
                    <a:cubicBezTo>
                      <a:pt x="398" y="191"/>
                      <a:pt x="398" y="191"/>
                      <a:pt x="398" y="191"/>
                    </a:cubicBezTo>
                    <a:cubicBezTo>
                      <a:pt x="427" y="191"/>
                      <a:pt x="427" y="191"/>
                      <a:pt x="427" y="191"/>
                    </a:cubicBezTo>
                    <a:lnTo>
                      <a:pt x="427" y="235"/>
                    </a:lnTo>
                    <a:close/>
                    <a:moveTo>
                      <a:pt x="427" y="147"/>
                    </a:moveTo>
                    <a:lnTo>
                      <a:pt x="427" y="147"/>
                    </a:lnTo>
                    <a:cubicBezTo>
                      <a:pt x="398" y="147"/>
                      <a:pt x="398" y="147"/>
                      <a:pt x="398" y="147"/>
                    </a:cubicBezTo>
                    <a:cubicBezTo>
                      <a:pt x="398" y="117"/>
                      <a:pt x="398" y="117"/>
                      <a:pt x="398" y="117"/>
                    </a:cubicBezTo>
                    <a:cubicBezTo>
                      <a:pt x="427" y="117"/>
                      <a:pt x="427" y="117"/>
                      <a:pt x="427" y="117"/>
                    </a:cubicBezTo>
                    <a:lnTo>
                      <a:pt x="427" y="1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"/>
              <p:cNvSpPr/>
              <p:nvPr/>
            </p:nvSpPr>
            <p:spPr>
              <a:xfrm>
                <a:off x="1440856" y="3091833"/>
                <a:ext cx="228597" cy="196843"/>
              </a:xfrm>
              <a:custGeom>
                <a:rect b="b" l="l" r="r" t="t"/>
                <a:pathLst>
                  <a:path extrusionOk="0" h="546" w="634">
                    <a:moveTo>
                      <a:pt x="589" y="236"/>
                    </a:moveTo>
                    <a:lnTo>
                      <a:pt x="589" y="236"/>
                    </a:lnTo>
                    <a:cubicBezTo>
                      <a:pt x="471" y="309"/>
                      <a:pt x="471" y="309"/>
                      <a:pt x="471" y="309"/>
                    </a:cubicBezTo>
                    <a:cubicBezTo>
                      <a:pt x="471" y="295"/>
                      <a:pt x="471" y="265"/>
                      <a:pt x="442" y="250"/>
                    </a:cubicBezTo>
                    <a:cubicBezTo>
                      <a:pt x="486" y="236"/>
                      <a:pt x="516" y="191"/>
                      <a:pt x="516" y="133"/>
                    </a:cubicBezTo>
                    <a:cubicBezTo>
                      <a:pt x="516" y="59"/>
                      <a:pt x="457" y="0"/>
                      <a:pt x="383" y="0"/>
                    </a:cubicBezTo>
                    <a:cubicBezTo>
                      <a:pt x="310" y="0"/>
                      <a:pt x="236" y="59"/>
                      <a:pt x="236" y="133"/>
                    </a:cubicBezTo>
                    <a:cubicBezTo>
                      <a:pt x="236" y="177"/>
                      <a:pt x="251" y="207"/>
                      <a:pt x="280" y="236"/>
                    </a:cubicBezTo>
                    <a:cubicBezTo>
                      <a:pt x="207" y="236"/>
                      <a:pt x="207" y="236"/>
                      <a:pt x="207" y="236"/>
                    </a:cubicBezTo>
                    <a:cubicBezTo>
                      <a:pt x="236" y="221"/>
                      <a:pt x="236" y="191"/>
                      <a:pt x="236" y="162"/>
                    </a:cubicBezTo>
                    <a:cubicBezTo>
                      <a:pt x="236" y="89"/>
                      <a:pt x="192" y="44"/>
                      <a:pt x="118" y="44"/>
                    </a:cubicBezTo>
                    <a:cubicBezTo>
                      <a:pt x="59" y="44"/>
                      <a:pt x="0" y="89"/>
                      <a:pt x="0" y="162"/>
                    </a:cubicBezTo>
                    <a:cubicBezTo>
                      <a:pt x="0" y="191"/>
                      <a:pt x="15" y="221"/>
                      <a:pt x="44" y="250"/>
                    </a:cubicBezTo>
                    <a:cubicBezTo>
                      <a:pt x="15" y="265"/>
                      <a:pt x="0" y="280"/>
                      <a:pt x="0" y="309"/>
                    </a:cubicBezTo>
                    <a:cubicBezTo>
                      <a:pt x="0" y="471"/>
                      <a:pt x="0" y="471"/>
                      <a:pt x="0" y="471"/>
                    </a:cubicBezTo>
                    <a:cubicBezTo>
                      <a:pt x="0" y="516"/>
                      <a:pt x="44" y="545"/>
                      <a:pt x="89" y="545"/>
                    </a:cubicBezTo>
                    <a:cubicBezTo>
                      <a:pt x="398" y="545"/>
                      <a:pt x="398" y="545"/>
                      <a:pt x="398" y="545"/>
                    </a:cubicBezTo>
                    <a:cubicBezTo>
                      <a:pt x="442" y="545"/>
                      <a:pt x="471" y="516"/>
                      <a:pt x="471" y="471"/>
                    </a:cubicBezTo>
                    <a:cubicBezTo>
                      <a:pt x="471" y="457"/>
                      <a:pt x="471" y="457"/>
                      <a:pt x="471" y="457"/>
                    </a:cubicBezTo>
                    <a:cubicBezTo>
                      <a:pt x="589" y="545"/>
                      <a:pt x="589" y="545"/>
                      <a:pt x="589" y="545"/>
                    </a:cubicBezTo>
                    <a:cubicBezTo>
                      <a:pt x="619" y="545"/>
                      <a:pt x="633" y="530"/>
                      <a:pt x="633" y="516"/>
                    </a:cubicBezTo>
                    <a:cubicBezTo>
                      <a:pt x="633" y="280"/>
                      <a:pt x="633" y="280"/>
                      <a:pt x="633" y="280"/>
                    </a:cubicBezTo>
                    <a:cubicBezTo>
                      <a:pt x="633" y="250"/>
                      <a:pt x="619" y="236"/>
                      <a:pt x="589" y="236"/>
                    </a:cubicBezTo>
                    <a:close/>
                    <a:moveTo>
                      <a:pt x="44" y="162"/>
                    </a:moveTo>
                    <a:lnTo>
                      <a:pt x="44" y="162"/>
                    </a:lnTo>
                    <a:cubicBezTo>
                      <a:pt x="44" y="118"/>
                      <a:pt x="74" y="74"/>
                      <a:pt x="118" y="74"/>
                    </a:cubicBezTo>
                    <a:cubicBezTo>
                      <a:pt x="162" y="74"/>
                      <a:pt x="207" y="118"/>
                      <a:pt x="207" y="162"/>
                    </a:cubicBezTo>
                    <a:cubicBezTo>
                      <a:pt x="207" y="207"/>
                      <a:pt x="162" y="236"/>
                      <a:pt x="118" y="236"/>
                    </a:cubicBezTo>
                    <a:cubicBezTo>
                      <a:pt x="74" y="236"/>
                      <a:pt x="44" y="207"/>
                      <a:pt x="44" y="162"/>
                    </a:cubicBezTo>
                    <a:close/>
                    <a:moveTo>
                      <a:pt x="442" y="471"/>
                    </a:moveTo>
                    <a:lnTo>
                      <a:pt x="442" y="471"/>
                    </a:lnTo>
                    <a:cubicBezTo>
                      <a:pt x="442" y="486"/>
                      <a:pt x="412" y="516"/>
                      <a:pt x="398" y="516"/>
                    </a:cubicBezTo>
                    <a:cubicBezTo>
                      <a:pt x="89" y="516"/>
                      <a:pt x="89" y="516"/>
                      <a:pt x="89" y="516"/>
                    </a:cubicBezTo>
                    <a:cubicBezTo>
                      <a:pt x="59" y="516"/>
                      <a:pt x="44" y="486"/>
                      <a:pt x="44" y="471"/>
                    </a:cubicBezTo>
                    <a:cubicBezTo>
                      <a:pt x="44" y="309"/>
                      <a:pt x="44" y="309"/>
                      <a:pt x="44" y="309"/>
                    </a:cubicBezTo>
                    <a:cubicBezTo>
                      <a:pt x="44" y="295"/>
                      <a:pt x="59" y="280"/>
                      <a:pt x="89" y="280"/>
                    </a:cubicBezTo>
                    <a:cubicBezTo>
                      <a:pt x="398" y="280"/>
                      <a:pt x="398" y="280"/>
                      <a:pt x="398" y="280"/>
                    </a:cubicBezTo>
                    <a:cubicBezTo>
                      <a:pt x="412" y="280"/>
                      <a:pt x="442" y="295"/>
                      <a:pt x="442" y="309"/>
                    </a:cubicBezTo>
                    <a:lnTo>
                      <a:pt x="442" y="471"/>
                    </a:lnTo>
                    <a:close/>
                    <a:moveTo>
                      <a:pt x="383" y="236"/>
                    </a:moveTo>
                    <a:lnTo>
                      <a:pt x="383" y="236"/>
                    </a:lnTo>
                    <a:cubicBezTo>
                      <a:pt x="324" y="236"/>
                      <a:pt x="280" y="191"/>
                      <a:pt x="280" y="133"/>
                    </a:cubicBezTo>
                    <a:cubicBezTo>
                      <a:pt x="280" y="89"/>
                      <a:pt x="324" y="44"/>
                      <a:pt x="383" y="44"/>
                    </a:cubicBezTo>
                    <a:cubicBezTo>
                      <a:pt x="427" y="44"/>
                      <a:pt x="471" y="89"/>
                      <a:pt x="471" y="133"/>
                    </a:cubicBezTo>
                    <a:cubicBezTo>
                      <a:pt x="471" y="191"/>
                      <a:pt x="427" y="236"/>
                      <a:pt x="383" y="236"/>
                    </a:cubicBezTo>
                    <a:close/>
                    <a:moveTo>
                      <a:pt x="589" y="516"/>
                    </a:moveTo>
                    <a:lnTo>
                      <a:pt x="589" y="516"/>
                    </a:lnTo>
                    <a:cubicBezTo>
                      <a:pt x="471" y="412"/>
                      <a:pt x="471" y="412"/>
                      <a:pt x="471" y="412"/>
                    </a:cubicBezTo>
                    <a:cubicBezTo>
                      <a:pt x="471" y="398"/>
                      <a:pt x="471" y="368"/>
                      <a:pt x="471" y="354"/>
                    </a:cubicBezTo>
                    <a:cubicBezTo>
                      <a:pt x="589" y="280"/>
                      <a:pt x="589" y="280"/>
                      <a:pt x="589" y="280"/>
                    </a:cubicBezTo>
                    <a:cubicBezTo>
                      <a:pt x="589" y="309"/>
                      <a:pt x="589" y="501"/>
                      <a:pt x="589" y="5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2"/>
              <p:cNvSpPr/>
              <p:nvPr/>
            </p:nvSpPr>
            <p:spPr>
              <a:xfrm>
                <a:off x="1076156" y="3075980"/>
                <a:ext cx="228597" cy="228550"/>
              </a:xfrm>
              <a:custGeom>
                <a:rect b="b" l="l" r="r" t="t"/>
                <a:pathLst>
                  <a:path extrusionOk="0" h="634" w="634"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44"/>
                      <a:pt x="0" y="88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544" y="633"/>
                      <a:pt x="544" y="633"/>
                      <a:pt x="544" y="633"/>
                    </a:cubicBezTo>
                    <a:cubicBezTo>
                      <a:pt x="588" y="633"/>
                      <a:pt x="633" y="604"/>
                      <a:pt x="633" y="560"/>
                    </a:cubicBezTo>
                    <a:cubicBezTo>
                      <a:pt x="633" y="88"/>
                      <a:pt x="633" y="88"/>
                      <a:pt x="633" y="88"/>
                    </a:cubicBezTo>
                    <a:cubicBezTo>
                      <a:pt x="633" y="44"/>
                      <a:pt x="588" y="0"/>
                      <a:pt x="544" y="0"/>
                    </a:cubicBezTo>
                    <a:close/>
                    <a:moveTo>
                      <a:pt x="162" y="44"/>
                    </a:moveTo>
                    <a:lnTo>
                      <a:pt x="162" y="44"/>
                    </a:lnTo>
                    <a:cubicBezTo>
                      <a:pt x="162" y="44"/>
                      <a:pt x="456" y="44"/>
                      <a:pt x="471" y="44"/>
                    </a:cubicBezTo>
                    <a:cubicBezTo>
                      <a:pt x="471" y="221"/>
                      <a:pt x="471" y="221"/>
                      <a:pt x="471" y="221"/>
                    </a:cubicBezTo>
                    <a:cubicBezTo>
                      <a:pt x="471" y="235"/>
                      <a:pt x="456" y="235"/>
                      <a:pt x="456" y="235"/>
                    </a:cubicBezTo>
                    <a:cubicBezTo>
                      <a:pt x="176" y="235"/>
                      <a:pt x="176" y="235"/>
                      <a:pt x="176" y="235"/>
                    </a:cubicBezTo>
                    <a:cubicBezTo>
                      <a:pt x="162" y="235"/>
                      <a:pt x="162" y="235"/>
                      <a:pt x="162" y="221"/>
                    </a:cubicBezTo>
                    <a:lnTo>
                      <a:pt x="162" y="44"/>
                    </a:lnTo>
                    <a:close/>
                    <a:moveTo>
                      <a:pt x="588" y="560"/>
                    </a:moveTo>
                    <a:lnTo>
                      <a:pt x="588" y="560"/>
                    </a:lnTo>
                    <a:cubicBezTo>
                      <a:pt x="588" y="574"/>
                      <a:pt x="574" y="589"/>
                      <a:pt x="544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8" y="589"/>
                      <a:pt x="44" y="574"/>
                      <a:pt x="44" y="560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59"/>
                      <a:pt x="58" y="44"/>
                      <a:pt x="73" y="44"/>
                    </a:cubicBezTo>
                    <a:cubicBezTo>
                      <a:pt x="117" y="44"/>
                      <a:pt x="117" y="44"/>
                      <a:pt x="117" y="44"/>
                    </a:cubicBezTo>
                    <a:cubicBezTo>
                      <a:pt x="117" y="235"/>
                      <a:pt x="117" y="235"/>
                      <a:pt x="117" y="235"/>
                    </a:cubicBezTo>
                    <a:cubicBezTo>
                      <a:pt x="117" y="265"/>
                      <a:pt x="132" y="280"/>
                      <a:pt x="162" y="280"/>
                    </a:cubicBezTo>
                    <a:cubicBezTo>
                      <a:pt x="471" y="280"/>
                      <a:pt x="471" y="280"/>
                      <a:pt x="471" y="280"/>
                    </a:cubicBezTo>
                    <a:cubicBezTo>
                      <a:pt x="485" y="280"/>
                      <a:pt x="515" y="265"/>
                      <a:pt x="515" y="235"/>
                    </a:cubicBezTo>
                    <a:cubicBezTo>
                      <a:pt x="515" y="44"/>
                      <a:pt x="515" y="44"/>
                      <a:pt x="515" y="44"/>
                    </a:cubicBezTo>
                    <a:cubicBezTo>
                      <a:pt x="544" y="44"/>
                      <a:pt x="544" y="44"/>
                      <a:pt x="544" y="44"/>
                    </a:cubicBezTo>
                    <a:cubicBezTo>
                      <a:pt x="574" y="44"/>
                      <a:pt x="588" y="59"/>
                      <a:pt x="588" y="88"/>
                    </a:cubicBezTo>
                    <a:lnTo>
                      <a:pt x="588" y="560"/>
                    </a:lnTo>
                    <a:close/>
                    <a:moveTo>
                      <a:pt x="367" y="206"/>
                    </a:moveTo>
                    <a:lnTo>
                      <a:pt x="367" y="206"/>
                    </a:lnTo>
                    <a:cubicBezTo>
                      <a:pt x="383" y="206"/>
                      <a:pt x="397" y="192"/>
                      <a:pt x="397" y="177"/>
                    </a:cubicBezTo>
                    <a:cubicBezTo>
                      <a:pt x="397" y="103"/>
                      <a:pt x="397" y="103"/>
                      <a:pt x="397" y="103"/>
                    </a:cubicBezTo>
                    <a:cubicBezTo>
                      <a:pt x="397" y="88"/>
                      <a:pt x="383" y="88"/>
                      <a:pt x="367" y="88"/>
                    </a:cubicBezTo>
                    <a:cubicBezTo>
                      <a:pt x="367" y="88"/>
                      <a:pt x="353" y="88"/>
                      <a:pt x="353" y="103"/>
                    </a:cubicBezTo>
                    <a:cubicBezTo>
                      <a:pt x="353" y="177"/>
                      <a:pt x="353" y="177"/>
                      <a:pt x="353" y="177"/>
                    </a:cubicBezTo>
                    <a:cubicBezTo>
                      <a:pt x="353" y="192"/>
                      <a:pt x="367" y="206"/>
                      <a:pt x="367" y="2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"/>
              <p:cNvSpPr/>
              <p:nvPr/>
            </p:nvSpPr>
            <p:spPr>
              <a:xfrm>
                <a:off x="752419" y="3075980"/>
                <a:ext cx="138745" cy="228550"/>
              </a:xfrm>
              <a:custGeom>
                <a:rect b="b" l="l" r="r" t="t"/>
                <a:pathLst>
                  <a:path extrusionOk="0" h="634" w="383">
                    <a:moveTo>
                      <a:pt x="191" y="162"/>
                    </a:moveTo>
                    <a:lnTo>
                      <a:pt x="191" y="162"/>
                    </a:lnTo>
                    <a:cubicBezTo>
                      <a:pt x="176" y="162"/>
                      <a:pt x="176" y="177"/>
                      <a:pt x="176" y="177"/>
                    </a:cubicBezTo>
                    <a:cubicBezTo>
                      <a:pt x="176" y="265"/>
                      <a:pt x="176" y="265"/>
                      <a:pt x="176" y="265"/>
                    </a:cubicBezTo>
                    <a:cubicBezTo>
                      <a:pt x="176" y="265"/>
                      <a:pt x="176" y="280"/>
                      <a:pt x="191" y="280"/>
                    </a:cubicBezTo>
                    <a:cubicBezTo>
                      <a:pt x="206" y="280"/>
                      <a:pt x="206" y="265"/>
                      <a:pt x="206" y="265"/>
                    </a:cubicBezTo>
                    <a:cubicBezTo>
                      <a:pt x="206" y="177"/>
                      <a:pt x="206" y="177"/>
                      <a:pt x="206" y="177"/>
                    </a:cubicBezTo>
                    <a:cubicBezTo>
                      <a:pt x="206" y="177"/>
                      <a:pt x="206" y="162"/>
                      <a:pt x="191" y="162"/>
                    </a:cubicBezTo>
                    <a:close/>
                    <a:moveTo>
                      <a:pt x="309" y="88"/>
                    </a:moveTo>
                    <a:lnTo>
                      <a:pt x="309" y="88"/>
                    </a:lnTo>
                    <a:cubicBezTo>
                      <a:pt x="206" y="88"/>
                      <a:pt x="206" y="88"/>
                      <a:pt x="206" y="88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17" y="0"/>
                      <a:pt x="117" y="15"/>
                      <a:pt x="117" y="30"/>
                    </a:cubicBezTo>
                    <a:cubicBezTo>
                      <a:pt x="117" y="30"/>
                      <a:pt x="117" y="44"/>
                      <a:pt x="132" y="4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6" y="88"/>
                      <a:pt x="176" y="88"/>
                      <a:pt x="176" y="88"/>
                    </a:cubicBezTo>
                    <a:cubicBezTo>
                      <a:pt x="73" y="88"/>
                      <a:pt x="73" y="88"/>
                      <a:pt x="73" y="88"/>
                    </a:cubicBezTo>
                    <a:cubicBezTo>
                      <a:pt x="29" y="88"/>
                      <a:pt x="0" y="118"/>
                      <a:pt x="0" y="162"/>
                    </a:cubicBezTo>
                    <a:cubicBezTo>
                      <a:pt x="0" y="560"/>
                      <a:pt x="0" y="560"/>
                      <a:pt x="0" y="560"/>
                    </a:cubicBezTo>
                    <a:cubicBezTo>
                      <a:pt x="0" y="604"/>
                      <a:pt x="29" y="633"/>
                      <a:pt x="73" y="633"/>
                    </a:cubicBezTo>
                    <a:cubicBezTo>
                      <a:pt x="309" y="633"/>
                      <a:pt x="309" y="633"/>
                      <a:pt x="309" y="633"/>
                    </a:cubicBezTo>
                    <a:cubicBezTo>
                      <a:pt x="353" y="633"/>
                      <a:pt x="382" y="604"/>
                      <a:pt x="382" y="560"/>
                    </a:cubicBezTo>
                    <a:cubicBezTo>
                      <a:pt x="382" y="162"/>
                      <a:pt x="382" y="162"/>
                      <a:pt x="382" y="162"/>
                    </a:cubicBezTo>
                    <a:cubicBezTo>
                      <a:pt x="382" y="118"/>
                      <a:pt x="353" y="88"/>
                      <a:pt x="309" y="88"/>
                    </a:cubicBezTo>
                    <a:close/>
                    <a:moveTo>
                      <a:pt x="353" y="560"/>
                    </a:moveTo>
                    <a:lnTo>
                      <a:pt x="353" y="560"/>
                    </a:lnTo>
                    <a:cubicBezTo>
                      <a:pt x="353" y="574"/>
                      <a:pt x="323" y="589"/>
                      <a:pt x="309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4"/>
                      <a:pt x="29" y="560"/>
                    </a:cubicBezTo>
                    <a:cubicBezTo>
                      <a:pt x="29" y="162"/>
                      <a:pt x="29" y="162"/>
                      <a:pt x="29" y="162"/>
                    </a:cubicBezTo>
                    <a:cubicBezTo>
                      <a:pt x="29" y="147"/>
                      <a:pt x="59" y="118"/>
                      <a:pt x="73" y="118"/>
                    </a:cubicBezTo>
                    <a:cubicBezTo>
                      <a:pt x="309" y="118"/>
                      <a:pt x="309" y="118"/>
                      <a:pt x="309" y="118"/>
                    </a:cubicBezTo>
                    <a:cubicBezTo>
                      <a:pt x="323" y="118"/>
                      <a:pt x="353" y="147"/>
                      <a:pt x="353" y="162"/>
                    </a:cubicBezTo>
                    <a:lnTo>
                      <a:pt x="353" y="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"/>
              <p:cNvSpPr/>
              <p:nvPr/>
            </p:nvSpPr>
            <p:spPr>
              <a:xfrm>
                <a:off x="4016213" y="2708715"/>
                <a:ext cx="218027" cy="229871"/>
              </a:xfrm>
              <a:custGeom>
                <a:rect b="b" l="l" r="r" t="t"/>
                <a:pathLst>
                  <a:path extrusionOk="0" h="634" w="604">
                    <a:moveTo>
                      <a:pt x="530" y="0"/>
                    </a:moveTo>
                    <a:lnTo>
                      <a:pt x="530" y="0"/>
                    </a:lnTo>
                    <a:cubicBezTo>
                      <a:pt x="74" y="0"/>
                      <a:pt x="74" y="0"/>
                      <a:pt x="74" y="0"/>
                    </a:cubicBezTo>
                    <a:cubicBezTo>
                      <a:pt x="29" y="0"/>
                      <a:pt x="0" y="30"/>
                      <a:pt x="0" y="74"/>
                    </a:cubicBezTo>
                    <a:cubicBezTo>
                      <a:pt x="0" y="427"/>
                      <a:pt x="0" y="427"/>
                      <a:pt x="0" y="427"/>
                    </a:cubicBezTo>
                    <a:cubicBezTo>
                      <a:pt x="0" y="471"/>
                      <a:pt x="29" y="516"/>
                      <a:pt x="74" y="516"/>
                    </a:cubicBezTo>
                    <a:cubicBezTo>
                      <a:pt x="236" y="516"/>
                      <a:pt x="236" y="516"/>
                      <a:pt x="236" y="516"/>
                    </a:cubicBezTo>
                    <a:cubicBezTo>
                      <a:pt x="236" y="589"/>
                      <a:pt x="236" y="589"/>
                      <a:pt x="236" y="589"/>
                    </a:cubicBezTo>
                    <a:cubicBezTo>
                      <a:pt x="191" y="589"/>
                      <a:pt x="191" y="589"/>
                      <a:pt x="191" y="589"/>
                    </a:cubicBezTo>
                    <a:cubicBezTo>
                      <a:pt x="177" y="589"/>
                      <a:pt x="177" y="604"/>
                      <a:pt x="177" y="604"/>
                    </a:cubicBezTo>
                    <a:cubicBezTo>
                      <a:pt x="177" y="619"/>
                      <a:pt x="177" y="633"/>
                      <a:pt x="191" y="633"/>
                    </a:cubicBezTo>
                    <a:cubicBezTo>
                      <a:pt x="427" y="633"/>
                      <a:pt x="427" y="633"/>
                      <a:pt x="427" y="633"/>
                    </a:cubicBezTo>
                    <a:cubicBezTo>
                      <a:pt x="441" y="633"/>
                      <a:pt x="441" y="619"/>
                      <a:pt x="441" y="604"/>
                    </a:cubicBezTo>
                    <a:cubicBezTo>
                      <a:pt x="441" y="604"/>
                      <a:pt x="441" y="589"/>
                      <a:pt x="427" y="589"/>
                    </a:cubicBezTo>
                    <a:cubicBezTo>
                      <a:pt x="383" y="589"/>
                      <a:pt x="383" y="589"/>
                      <a:pt x="383" y="589"/>
                    </a:cubicBezTo>
                    <a:cubicBezTo>
                      <a:pt x="383" y="516"/>
                      <a:pt x="383" y="516"/>
                      <a:pt x="383" y="516"/>
                    </a:cubicBezTo>
                    <a:cubicBezTo>
                      <a:pt x="530" y="516"/>
                      <a:pt x="530" y="516"/>
                      <a:pt x="530" y="516"/>
                    </a:cubicBezTo>
                    <a:cubicBezTo>
                      <a:pt x="574" y="516"/>
                      <a:pt x="603" y="471"/>
                      <a:pt x="603" y="427"/>
                    </a:cubicBezTo>
                    <a:cubicBezTo>
                      <a:pt x="603" y="74"/>
                      <a:pt x="603" y="74"/>
                      <a:pt x="603" y="74"/>
                    </a:cubicBezTo>
                    <a:cubicBezTo>
                      <a:pt x="603" y="30"/>
                      <a:pt x="574" y="0"/>
                      <a:pt x="530" y="0"/>
                    </a:cubicBezTo>
                    <a:close/>
                    <a:moveTo>
                      <a:pt x="353" y="589"/>
                    </a:moveTo>
                    <a:lnTo>
                      <a:pt x="353" y="589"/>
                    </a:lnTo>
                    <a:cubicBezTo>
                      <a:pt x="265" y="589"/>
                      <a:pt x="265" y="589"/>
                      <a:pt x="265" y="589"/>
                    </a:cubicBezTo>
                    <a:cubicBezTo>
                      <a:pt x="265" y="516"/>
                      <a:pt x="265" y="516"/>
                      <a:pt x="265" y="516"/>
                    </a:cubicBezTo>
                    <a:cubicBezTo>
                      <a:pt x="353" y="516"/>
                      <a:pt x="353" y="516"/>
                      <a:pt x="353" y="516"/>
                    </a:cubicBezTo>
                    <a:lnTo>
                      <a:pt x="353" y="589"/>
                    </a:lnTo>
                    <a:close/>
                    <a:moveTo>
                      <a:pt x="559" y="427"/>
                    </a:moveTo>
                    <a:lnTo>
                      <a:pt x="559" y="427"/>
                    </a:lnTo>
                    <a:cubicBezTo>
                      <a:pt x="559" y="457"/>
                      <a:pt x="545" y="471"/>
                      <a:pt x="530" y="471"/>
                    </a:cubicBezTo>
                    <a:cubicBezTo>
                      <a:pt x="74" y="471"/>
                      <a:pt x="74" y="471"/>
                      <a:pt x="74" y="471"/>
                    </a:cubicBezTo>
                    <a:cubicBezTo>
                      <a:pt x="59" y="471"/>
                      <a:pt x="29" y="457"/>
                      <a:pt x="29" y="427"/>
                    </a:cubicBezTo>
                    <a:cubicBezTo>
                      <a:pt x="29" y="398"/>
                      <a:pt x="29" y="398"/>
                      <a:pt x="29" y="398"/>
                    </a:cubicBezTo>
                    <a:cubicBezTo>
                      <a:pt x="559" y="398"/>
                      <a:pt x="559" y="398"/>
                      <a:pt x="559" y="398"/>
                    </a:cubicBezTo>
                    <a:lnTo>
                      <a:pt x="559" y="427"/>
                    </a:lnTo>
                    <a:close/>
                    <a:moveTo>
                      <a:pt x="559" y="354"/>
                    </a:moveTo>
                    <a:lnTo>
                      <a:pt x="559" y="354"/>
                    </a:lnTo>
                    <a:cubicBezTo>
                      <a:pt x="29" y="354"/>
                      <a:pt x="29" y="354"/>
                      <a:pt x="29" y="354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59"/>
                      <a:pt x="59" y="44"/>
                      <a:pt x="74" y="44"/>
                    </a:cubicBezTo>
                    <a:cubicBezTo>
                      <a:pt x="530" y="44"/>
                      <a:pt x="530" y="44"/>
                      <a:pt x="530" y="44"/>
                    </a:cubicBezTo>
                    <a:cubicBezTo>
                      <a:pt x="545" y="44"/>
                      <a:pt x="559" y="59"/>
                      <a:pt x="559" y="74"/>
                    </a:cubicBezTo>
                    <a:lnTo>
                      <a:pt x="559" y="3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2"/>
              <p:cNvSpPr/>
              <p:nvPr/>
            </p:nvSpPr>
            <p:spPr>
              <a:xfrm>
                <a:off x="3677941" y="2708715"/>
                <a:ext cx="158565" cy="229871"/>
              </a:xfrm>
              <a:custGeom>
                <a:rect b="b" l="l" r="r" t="t"/>
                <a:pathLst>
                  <a:path extrusionOk="0" h="634" w="442">
                    <a:moveTo>
                      <a:pt x="368" y="0"/>
                    </a:moveTo>
                    <a:lnTo>
                      <a:pt x="368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33"/>
                      <a:pt x="73" y="633"/>
                    </a:cubicBezTo>
                    <a:cubicBezTo>
                      <a:pt x="368" y="633"/>
                      <a:pt x="368" y="633"/>
                      <a:pt x="368" y="633"/>
                    </a:cubicBezTo>
                    <a:cubicBezTo>
                      <a:pt x="412" y="633"/>
                      <a:pt x="441" y="589"/>
                      <a:pt x="441" y="545"/>
                    </a:cubicBezTo>
                    <a:cubicBezTo>
                      <a:pt x="441" y="74"/>
                      <a:pt x="441" y="74"/>
                      <a:pt x="441" y="74"/>
                    </a:cubicBezTo>
                    <a:cubicBezTo>
                      <a:pt x="441" y="30"/>
                      <a:pt x="412" y="0"/>
                      <a:pt x="368" y="0"/>
                    </a:cubicBezTo>
                    <a:close/>
                    <a:moveTo>
                      <a:pt x="412" y="545"/>
                    </a:moveTo>
                    <a:lnTo>
                      <a:pt x="412" y="545"/>
                    </a:lnTo>
                    <a:cubicBezTo>
                      <a:pt x="412" y="574"/>
                      <a:pt x="382" y="589"/>
                      <a:pt x="368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4"/>
                      <a:pt x="29" y="545"/>
                    </a:cubicBezTo>
                    <a:cubicBezTo>
                      <a:pt x="29" y="486"/>
                      <a:pt x="29" y="486"/>
                      <a:pt x="29" y="486"/>
                    </a:cubicBezTo>
                    <a:cubicBezTo>
                      <a:pt x="412" y="486"/>
                      <a:pt x="412" y="486"/>
                      <a:pt x="412" y="486"/>
                    </a:cubicBezTo>
                    <a:lnTo>
                      <a:pt x="412" y="545"/>
                    </a:lnTo>
                    <a:close/>
                    <a:moveTo>
                      <a:pt x="412" y="457"/>
                    </a:moveTo>
                    <a:lnTo>
                      <a:pt x="412" y="457"/>
                    </a:lnTo>
                    <a:cubicBezTo>
                      <a:pt x="29" y="457"/>
                      <a:pt x="29" y="457"/>
                      <a:pt x="29" y="457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412" y="133"/>
                      <a:pt x="412" y="133"/>
                      <a:pt x="412" y="133"/>
                    </a:cubicBezTo>
                    <a:lnTo>
                      <a:pt x="412" y="457"/>
                    </a:lnTo>
                    <a:close/>
                    <a:moveTo>
                      <a:pt x="412" y="103"/>
                    </a:moveTo>
                    <a:lnTo>
                      <a:pt x="412" y="103"/>
                    </a:lnTo>
                    <a:cubicBezTo>
                      <a:pt x="29" y="103"/>
                      <a:pt x="29" y="103"/>
                      <a:pt x="29" y="103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59"/>
                      <a:pt x="59" y="44"/>
                      <a:pt x="73" y="44"/>
                    </a:cubicBezTo>
                    <a:cubicBezTo>
                      <a:pt x="368" y="44"/>
                      <a:pt x="368" y="44"/>
                      <a:pt x="368" y="44"/>
                    </a:cubicBezTo>
                    <a:cubicBezTo>
                      <a:pt x="382" y="44"/>
                      <a:pt x="412" y="59"/>
                      <a:pt x="412" y="74"/>
                    </a:cubicBezTo>
                    <a:lnTo>
                      <a:pt x="412" y="103"/>
                    </a:lnTo>
                    <a:close/>
                    <a:moveTo>
                      <a:pt x="221" y="574"/>
                    </a:moveTo>
                    <a:lnTo>
                      <a:pt x="221" y="574"/>
                    </a:lnTo>
                    <a:cubicBezTo>
                      <a:pt x="235" y="574"/>
                      <a:pt x="250" y="560"/>
                      <a:pt x="250" y="545"/>
                    </a:cubicBezTo>
                    <a:cubicBezTo>
                      <a:pt x="250" y="530"/>
                      <a:pt x="235" y="516"/>
                      <a:pt x="221" y="516"/>
                    </a:cubicBezTo>
                    <a:cubicBezTo>
                      <a:pt x="206" y="516"/>
                      <a:pt x="191" y="530"/>
                      <a:pt x="191" y="545"/>
                    </a:cubicBezTo>
                    <a:cubicBezTo>
                      <a:pt x="191" y="560"/>
                      <a:pt x="206" y="574"/>
                      <a:pt x="221" y="57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2"/>
              <p:cNvSpPr/>
              <p:nvPr/>
            </p:nvSpPr>
            <p:spPr>
              <a:xfrm>
                <a:off x="3327778" y="2708715"/>
                <a:ext cx="126852" cy="229871"/>
              </a:xfrm>
              <a:custGeom>
                <a:rect b="b" l="l" r="r" t="t"/>
                <a:pathLst>
                  <a:path extrusionOk="0" h="634" w="354">
                    <a:moveTo>
                      <a:pt x="177" y="545"/>
                    </a:moveTo>
                    <a:lnTo>
                      <a:pt x="177" y="545"/>
                    </a:lnTo>
                    <a:cubicBezTo>
                      <a:pt x="206" y="545"/>
                      <a:pt x="221" y="530"/>
                      <a:pt x="221" y="516"/>
                    </a:cubicBezTo>
                    <a:cubicBezTo>
                      <a:pt x="221" y="486"/>
                      <a:pt x="206" y="471"/>
                      <a:pt x="177" y="471"/>
                    </a:cubicBezTo>
                    <a:cubicBezTo>
                      <a:pt x="162" y="471"/>
                      <a:pt x="147" y="486"/>
                      <a:pt x="147" y="516"/>
                    </a:cubicBezTo>
                    <a:cubicBezTo>
                      <a:pt x="147" y="530"/>
                      <a:pt x="162" y="545"/>
                      <a:pt x="177" y="545"/>
                    </a:cubicBezTo>
                    <a:close/>
                    <a:moveTo>
                      <a:pt x="280" y="0"/>
                    </a:moveTo>
                    <a:lnTo>
                      <a:pt x="280" y="0"/>
                    </a:lnTo>
                    <a:cubicBezTo>
                      <a:pt x="89" y="0"/>
                      <a:pt x="89" y="0"/>
                      <a:pt x="89" y="0"/>
                    </a:cubicBezTo>
                    <a:cubicBezTo>
                      <a:pt x="44" y="0"/>
                      <a:pt x="0" y="30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44" y="633"/>
                      <a:pt x="89" y="633"/>
                    </a:cubicBezTo>
                    <a:cubicBezTo>
                      <a:pt x="280" y="633"/>
                      <a:pt x="280" y="633"/>
                      <a:pt x="280" y="633"/>
                    </a:cubicBezTo>
                    <a:cubicBezTo>
                      <a:pt x="324" y="633"/>
                      <a:pt x="353" y="589"/>
                      <a:pt x="353" y="545"/>
                    </a:cubicBezTo>
                    <a:cubicBezTo>
                      <a:pt x="353" y="74"/>
                      <a:pt x="353" y="74"/>
                      <a:pt x="353" y="74"/>
                    </a:cubicBezTo>
                    <a:cubicBezTo>
                      <a:pt x="353" y="30"/>
                      <a:pt x="324" y="0"/>
                      <a:pt x="280" y="0"/>
                    </a:cubicBezTo>
                    <a:close/>
                    <a:moveTo>
                      <a:pt x="324" y="545"/>
                    </a:moveTo>
                    <a:lnTo>
                      <a:pt x="324" y="545"/>
                    </a:lnTo>
                    <a:cubicBezTo>
                      <a:pt x="324" y="574"/>
                      <a:pt x="294" y="589"/>
                      <a:pt x="280" y="589"/>
                    </a:cubicBezTo>
                    <a:cubicBezTo>
                      <a:pt x="89" y="589"/>
                      <a:pt x="89" y="589"/>
                      <a:pt x="89" y="589"/>
                    </a:cubicBezTo>
                    <a:cubicBezTo>
                      <a:pt x="59" y="589"/>
                      <a:pt x="44" y="574"/>
                      <a:pt x="44" y="545"/>
                    </a:cubicBezTo>
                    <a:cubicBezTo>
                      <a:pt x="44" y="427"/>
                      <a:pt x="44" y="427"/>
                      <a:pt x="44" y="427"/>
                    </a:cubicBezTo>
                    <a:cubicBezTo>
                      <a:pt x="324" y="427"/>
                      <a:pt x="324" y="427"/>
                      <a:pt x="324" y="427"/>
                    </a:cubicBezTo>
                    <a:lnTo>
                      <a:pt x="324" y="545"/>
                    </a:lnTo>
                    <a:close/>
                    <a:moveTo>
                      <a:pt x="324" y="398"/>
                    </a:moveTo>
                    <a:lnTo>
                      <a:pt x="324" y="398"/>
                    </a:lnTo>
                    <a:cubicBezTo>
                      <a:pt x="44" y="398"/>
                      <a:pt x="44" y="398"/>
                      <a:pt x="44" y="398"/>
                    </a:cubicBezTo>
                    <a:cubicBezTo>
                      <a:pt x="44" y="133"/>
                      <a:pt x="44" y="133"/>
                      <a:pt x="44" y="133"/>
                    </a:cubicBezTo>
                    <a:cubicBezTo>
                      <a:pt x="324" y="133"/>
                      <a:pt x="324" y="133"/>
                      <a:pt x="324" y="133"/>
                    </a:cubicBezTo>
                    <a:lnTo>
                      <a:pt x="324" y="398"/>
                    </a:lnTo>
                    <a:close/>
                    <a:moveTo>
                      <a:pt x="324" y="103"/>
                    </a:moveTo>
                    <a:lnTo>
                      <a:pt x="324" y="103"/>
                    </a:lnTo>
                    <a:cubicBezTo>
                      <a:pt x="44" y="103"/>
                      <a:pt x="44" y="103"/>
                      <a:pt x="44" y="103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9" y="44"/>
                      <a:pt x="89" y="44"/>
                    </a:cubicBezTo>
                    <a:cubicBezTo>
                      <a:pt x="280" y="44"/>
                      <a:pt x="280" y="44"/>
                      <a:pt x="280" y="44"/>
                    </a:cubicBezTo>
                    <a:cubicBezTo>
                      <a:pt x="294" y="44"/>
                      <a:pt x="324" y="59"/>
                      <a:pt x="324" y="74"/>
                    </a:cubicBezTo>
                    <a:lnTo>
                      <a:pt x="324" y="1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"/>
              <p:cNvSpPr/>
              <p:nvPr/>
            </p:nvSpPr>
            <p:spPr>
              <a:xfrm>
                <a:off x="2935329" y="2708715"/>
                <a:ext cx="181029" cy="229871"/>
              </a:xfrm>
              <a:custGeom>
                <a:rect b="b" l="l" r="r" t="t"/>
                <a:pathLst>
                  <a:path extrusionOk="0" h="634" w="501">
                    <a:moveTo>
                      <a:pt x="382" y="516"/>
                    </a:moveTo>
                    <a:lnTo>
                      <a:pt x="382" y="516"/>
                    </a:lnTo>
                    <a:cubicBezTo>
                      <a:pt x="382" y="516"/>
                      <a:pt x="368" y="516"/>
                      <a:pt x="368" y="530"/>
                    </a:cubicBezTo>
                    <a:cubicBezTo>
                      <a:pt x="368" y="545"/>
                      <a:pt x="382" y="545"/>
                      <a:pt x="382" y="545"/>
                    </a:cubicBezTo>
                    <a:cubicBezTo>
                      <a:pt x="397" y="545"/>
                      <a:pt x="412" y="545"/>
                      <a:pt x="412" y="530"/>
                    </a:cubicBezTo>
                    <a:cubicBezTo>
                      <a:pt x="412" y="516"/>
                      <a:pt x="397" y="516"/>
                      <a:pt x="382" y="516"/>
                    </a:cubicBezTo>
                    <a:close/>
                    <a:moveTo>
                      <a:pt x="309" y="427"/>
                    </a:moveTo>
                    <a:lnTo>
                      <a:pt x="309" y="427"/>
                    </a:lnTo>
                    <a:cubicBezTo>
                      <a:pt x="294" y="427"/>
                      <a:pt x="294" y="442"/>
                      <a:pt x="294" y="457"/>
                    </a:cubicBezTo>
                    <a:cubicBezTo>
                      <a:pt x="294" y="457"/>
                      <a:pt x="294" y="471"/>
                      <a:pt x="309" y="471"/>
                    </a:cubicBezTo>
                    <a:cubicBezTo>
                      <a:pt x="324" y="471"/>
                      <a:pt x="324" y="457"/>
                      <a:pt x="324" y="457"/>
                    </a:cubicBezTo>
                    <a:cubicBezTo>
                      <a:pt x="324" y="442"/>
                      <a:pt x="324" y="427"/>
                      <a:pt x="309" y="427"/>
                    </a:cubicBezTo>
                    <a:close/>
                    <a:moveTo>
                      <a:pt x="294" y="516"/>
                    </a:moveTo>
                    <a:lnTo>
                      <a:pt x="294" y="516"/>
                    </a:lnTo>
                    <a:cubicBezTo>
                      <a:pt x="280" y="516"/>
                      <a:pt x="265" y="516"/>
                      <a:pt x="265" y="530"/>
                    </a:cubicBezTo>
                    <a:cubicBezTo>
                      <a:pt x="265" y="545"/>
                      <a:pt x="280" y="545"/>
                      <a:pt x="294" y="545"/>
                    </a:cubicBezTo>
                    <a:cubicBezTo>
                      <a:pt x="294" y="545"/>
                      <a:pt x="309" y="545"/>
                      <a:pt x="309" y="530"/>
                    </a:cubicBezTo>
                    <a:cubicBezTo>
                      <a:pt x="309" y="516"/>
                      <a:pt x="294" y="516"/>
                      <a:pt x="294" y="516"/>
                    </a:cubicBezTo>
                    <a:close/>
                    <a:moveTo>
                      <a:pt x="177" y="471"/>
                    </a:moveTo>
                    <a:lnTo>
                      <a:pt x="177" y="471"/>
                    </a:lnTo>
                    <a:cubicBezTo>
                      <a:pt x="147" y="471"/>
                      <a:pt x="147" y="471"/>
                      <a:pt x="147" y="471"/>
                    </a:cubicBezTo>
                    <a:cubicBezTo>
                      <a:pt x="147" y="457"/>
                      <a:pt x="147" y="457"/>
                      <a:pt x="147" y="457"/>
                    </a:cubicBezTo>
                    <a:cubicBezTo>
                      <a:pt x="147" y="442"/>
                      <a:pt x="147" y="427"/>
                      <a:pt x="132" y="427"/>
                    </a:cubicBezTo>
                    <a:cubicBezTo>
                      <a:pt x="118" y="427"/>
                      <a:pt x="118" y="442"/>
                      <a:pt x="118" y="457"/>
                    </a:cubicBezTo>
                    <a:cubicBezTo>
                      <a:pt x="118" y="471"/>
                      <a:pt x="118" y="471"/>
                      <a:pt x="118" y="471"/>
                    </a:cubicBezTo>
                    <a:cubicBezTo>
                      <a:pt x="88" y="471"/>
                      <a:pt x="88" y="471"/>
                      <a:pt x="88" y="471"/>
                    </a:cubicBezTo>
                    <a:lnTo>
                      <a:pt x="73" y="486"/>
                    </a:lnTo>
                    <a:cubicBezTo>
                      <a:pt x="73" y="501"/>
                      <a:pt x="88" y="516"/>
                      <a:pt x="88" y="516"/>
                    </a:cubicBezTo>
                    <a:cubicBezTo>
                      <a:pt x="118" y="516"/>
                      <a:pt x="118" y="516"/>
                      <a:pt x="118" y="516"/>
                    </a:cubicBezTo>
                    <a:cubicBezTo>
                      <a:pt x="118" y="530"/>
                      <a:pt x="118" y="530"/>
                      <a:pt x="118" y="530"/>
                    </a:cubicBezTo>
                    <a:cubicBezTo>
                      <a:pt x="118" y="545"/>
                      <a:pt x="118" y="545"/>
                      <a:pt x="132" y="545"/>
                    </a:cubicBezTo>
                    <a:cubicBezTo>
                      <a:pt x="147" y="545"/>
                      <a:pt x="147" y="545"/>
                      <a:pt x="147" y="530"/>
                    </a:cubicBezTo>
                    <a:cubicBezTo>
                      <a:pt x="147" y="516"/>
                      <a:pt x="147" y="516"/>
                      <a:pt x="147" y="516"/>
                    </a:cubicBezTo>
                    <a:cubicBezTo>
                      <a:pt x="177" y="516"/>
                      <a:pt x="177" y="516"/>
                      <a:pt x="177" y="516"/>
                    </a:cubicBezTo>
                    <a:cubicBezTo>
                      <a:pt x="177" y="516"/>
                      <a:pt x="191" y="501"/>
                      <a:pt x="191" y="486"/>
                    </a:cubicBezTo>
                    <a:lnTo>
                      <a:pt x="177" y="471"/>
                    </a:lnTo>
                    <a:close/>
                    <a:moveTo>
                      <a:pt x="427" y="0"/>
                    </a:moveTo>
                    <a:lnTo>
                      <a:pt x="427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4"/>
                    </a:cubicBezTo>
                    <a:cubicBezTo>
                      <a:pt x="0" y="545"/>
                      <a:pt x="0" y="545"/>
                      <a:pt x="0" y="545"/>
                    </a:cubicBezTo>
                    <a:cubicBezTo>
                      <a:pt x="0" y="589"/>
                      <a:pt x="29" y="633"/>
                      <a:pt x="73" y="633"/>
                    </a:cubicBezTo>
                    <a:cubicBezTo>
                      <a:pt x="427" y="633"/>
                      <a:pt x="427" y="633"/>
                      <a:pt x="427" y="633"/>
                    </a:cubicBezTo>
                    <a:cubicBezTo>
                      <a:pt x="471" y="633"/>
                      <a:pt x="500" y="589"/>
                      <a:pt x="500" y="545"/>
                    </a:cubicBezTo>
                    <a:cubicBezTo>
                      <a:pt x="500" y="74"/>
                      <a:pt x="500" y="74"/>
                      <a:pt x="500" y="74"/>
                    </a:cubicBezTo>
                    <a:cubicBezTo>
                      <a:pt x="500" y="30"/>
                      <a:pt x="471" y="0"/>
                      <a:pt x="427" y="0"/>
                    </a:cubicBezTo>
                    <a:close/>
                    <a:moveTo>
                      <a:pt x="471" y="545"/>
                    </a:moveTo>
                    <a:lnTo>
                      <a:pt x="471" y="545"/>
                    </a:lnTo>
                    <a:cubicBezTo>
                      <a:pt x="471" y="574"/>
                      <a:pt x="441" y="589"/>
                      <a:pt x="427" y="589"/>
                    </a:cubicBezTo>
                    <a:cubicBezTo>
                      <a:pt x="73" y="589"/>
                      <a:pt x="73" y="589"/>
                      <a:pt x="73" y="589"/>
                    </a:cubicBezTo>
                    <a:cubicBezTo>
                      <a:pt x="59" y="589"/>
                      <a:pt x="29" y="574"/>
                      <a:pt x="29" y="545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59"/>
                      <a:pt x="59" y="44"/>
                      <a:pt x="73" y="44"/>
                    </a:cubicBezTo>
                    <a:cubicBezTo>
                      <a:pt x="427" y="44"/>
                      <a:pt x="427" y="44"/>
                      <a:pt x="427" y="44"/>
                    </a:cubicBezTo>
                    <a:cubicBezTo>
                      <a:pt x="441" y="44"/>
                      <a:pt x="471" y="59"/>
                      <a:pt x="471" y="74"/>
                    </a:cubicBezTo>
                    <a:lnTo>
                      <a:pt x="471" y="545"/>
                    </a:lnTo>
                    <a:close/>
                    <a:moveTo>
                      <a:pt x="412" y="427"/>
                    </a:moveTo>
                    <a:lnTo>
                      <a:pt x="412" y="427"/>
                    </a:lnTo>
                    <a:cubicBezTo>
                      <a:pt x="397" y="427"/>
                      <a:pt x="382" y="442"/>
                      <a:pt x="382" y="457"/>
                    </a:cubicBezTo>
                    <a:cubicBezTo>
                      <a:pt x="382" y="457"/>
                      <a:pt x="397" y="471"/>
                      <a:pt x="412" y="471"/>
                    </a:cubicBezTo>
                    <a:lnTo>
                      <a:pt x="427" y="457"/>
                    </a:lnTo>
                    <a:cubicBezTo>
                      <a:pt x="427" y="442"/>
                      <a:pt x="412" y="427"/>
                      <a:pt x="412" y="427"/>
                    </a:cubicBezTo>
                    <a:close/>
                    <a:moveTo>
                      <a:pt x="382" y="74"/>
                    </a:moveTo>
                    <a:lnTo>
                      <a:pt x="382" y="74"/>
                    </a:lnTo>
                    <a:cubicBezTo>
                      <a:pt x="118" y="74"/>
                      <a:pt x="118" y="74"/>
                      <a:pt x="118" y="74"/>
                    </a:cubicBezTo>
                    <a:cubicBezTo>
                      <a:pt x="88" y="74"/>
                      <a:pt x="73" y="103"/>
                      <a:pt x="73" y="118"/>
                    </a:cubicBezTo>
                    <a:cubicBezTo>
                      <a:pt x="73" y="354"/>
                      <a:pt x="73" y="354"/>
                      <a:pt x="73" y="354"/>
                    </a:cubicBezTo>
                    <a:cubicBezTo>
                      <a:pt x="73" y="368"/>
                      <a:pt x="88" y="398"/>
                      <a:pt x="118" y="398"/>
                    </a:cubicBezTo>
                    <a:cubicBezTo>
                      <a:pt x="382" y="398"/>
                      <a:pt x="382" y="398"/>
                      <a:pt x="382" y="398"/>
                    </a:cubicBezTo>
                    <a:cubicBezTo>
                      <a:pt x="412" y="398"/>
                      <a:pt x="427" y="368"/>
                      <a:pt x="427" y="354"/>
                    </a:cubicBezTo>
                    <a:cubicBezTo>
                      <a:pt x="427" y="118"/>
                      <a:pt x="427" y="118"/>
                      <a:pt x="427" y="118"/>
                    </a:cubicBezTo>
                    <a:cubicBezTo>
                      <a:pt x="427" y="103"/>
                      <a:pt x="412" y="74"/>
                      <a:pt x="382" y="74"/>
                    </a:cubicBezTo>
                    <a:close/>
                    <a:moveTo>
                      <a:pt x="382" y="339"/>
                    </a:moveTo>
                    <a:lnTo>
                      <a:pt x="382" y="339"/>
                    </a:lnTo>
                    <a:cubicBezTo>
                      <a:pt x="382" y="339"/>
                      <a:pt x="382" y="354"/>
                      <a:pt x="368" y="354"/>
                    </a:cubicBezTo>
                    <a:cubicBezTo>
                      <a:pt x="132" y="354"/>
                      <a:pt x="132" y="354"/>
                      <a:pt x="132" y="354"/>
                    </a:cubicBezTo>
                    <a:cubicBezTo>
                      <a:pt x="118" y="354"/>
                      <a:pt x="118" y="339"/>
                      <a:pt x="118" y="339"/>
                    </a:cubicBezTo>
                    <a:cubicBezTo>
                      <a:pt x="118" y="133"/>
                      <a:pt x="118" y="133"/>
                      <a:pt x="118" y="133"/>
                    </a:cubicBezTo>
                    <a:cubicBezTo>
                      <a:pt x="118" y="133"/>
                      <a:pt x="118" y="118"/>
                      <a:pt x="132" y="118"/>
                    </a:cubicBezTo>
                    <a:cubicBezTo>
                      <a:pt x="368" y="118"/>
                      <a:pt x="368" y="118"/>
                      <a:pt x="368" y="118"/>
                    </a:cubicBezTo>
                    <a:cubicBezTo>
                      <a:pt x="382" y="118"/>
                      <a:pt x="382" y="133"/>
                      <a:pt x="382" y="133"/>
                    </a:cubicBezTo>
                    <a:lnTo>
                      <a:pt x="382" y="33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4" name="Google Shape;1784;p2"/>
              <p:cNvSpPr/>
              <p:nvPr/>
            </p:nvSpPr>
            <p:spPr>
              <a:xfrm>
                <a:off x="2542881" y="2757595"/>
                <a:ext cx="228597" cy="126826"/>
              </a:xfrm>
              <a:custGeom>
                <a:rect b="b" l="l" r="r" t="t"/>
                <a:pathLst>
                  <a:path extrusionOk="0" h="354" w="634">
                    <a:moveTo>
                      <a:pt x="383" y="147"/>
                    </a:moveTo>
                    <a:lnTo>
                      <a:pt x="383" y="147"/>
                    </a:lnTo>
                    <a:cubicBezTo>
                      <a:pt x="369" y="147"/>
                      <a:pt x="354" y="162"/>
                      <a:pt x="354" y="176"/>
                    </a:cubicBezTo>
                    <a:cubicBezTo>
                      <a:pt x="354" y="191"/>
                      <a:pt x="369" y="206"/>
                      <a:pt x="383" y="206"/>
                    </a:cubicBezTo>
                    <a:cubicBezTo>
                      <a:pt x="398" y="206"/>
                      <a:pt x="412" y="191"/>
                      <a:pt x="412" y="176"/>
                    </a:cubicBezTo>
                    <a:cubicBezTo>
                      <a:pt x="412" y="162"/>
                      <a:pt x="398" y="147"/>
                      <a:pt x="383" y="147"/>
                    </a:cubicBezTo>
                    <a:close/>
                    <a:moveTo>
                      <a:pt x="265" y="162"/>
                    </a:moveTo>
                    <a:lnTo>
                      <a:pt x="265" y="162"/>
                    </a:lnTo>
                    <a:cubicBezTo>
                      <a:pt x="207" y="162"/>
                      <a:pt x="207" y="162"/>
                      <a:pt x="207" y="162"/>
                    </a:cubicBezTo>
                    <a:cubicBezTo>
                      <a:pt x="207" y="103"/>
                      <a:pt x="207" y="103"/>
                      <a:pt x="207" y="103"/>
                    </a:cubicBezTo>
                    <a:cubicBezTo>
                      <a:pt x="207" y="88"/>
                      <a:pt x="192" y="88"/>
                      <a:pt x="177" y="88"/>
                    </a:cubicBezTo>
                    <a:cubicBezTo>
                      <a:pt x="177" y="88"/>
                      <a:pt x="162" y="88"/>
                      <a:pt x="162" y="103"/>
                    </a:cubicBezTo>
                    <a:cubicBezTo>
                      <a:pt x="162" y="162"/>
                      <a:pt x="162" y="162"/>
                      <a:pt x="162" y="162"/>
                    </a:cubicBezTo>
                    <a:cubicBezTo>
                      <a:pt x="103" y="162"/>
                      <a:pt x="103" y="162"/>
                      <a:pt x="103" y="162"/>
                    </a:cubicBezTo>
                    <a:cubicBezTo>
                      <a:pt x="89" y="162"/>
                      <a:pt x="89" y="176"/>
                      <a:pt x="89" y="176"/>
                    </a:cubicBezTo>
                    <a:cubicBezTo>
                      <a:pt x="89" y="191"/>
                      <a:pt x="89" y="206"/>
                      <a:pt x="103" y="206"/>
                    </a:cubicBezTo>
                    <a:cubicBezTo>
                      <a:pt x="162" y="206"/>
                      <a:pt x="162" y="206"/>
                      <a:pt x="162" y="206"/>
                    </a:cubicBezTo>
                    <a:cubicBezTo>
                      <a:pt x="162" y="265"/>
                      <a:pt x="162" y="265"/>
                      <a:pt x="162" y="265"/>
                    </a:cubicBezTo>
                    <a:lnTo>
                      <a:pt x="177" y="279"/>
                    </a:lnTo>
                    <a:cubicBezTo>
                      <a:pt x="192" y="279"/>
                      <a:pt x="207" y="265"/>
                      <a:pt x="207" y="265"/>
                    </a:cubicBezTo>
                    <a:cubicBezTo>
                      <a:pt x="207" y="206"/>
                      <a:pt x="207" y="206"/>
                      <a:pt x="207" y="206"/>
                    </a:cubicBezTo>
                    <a:cubicBezTo>
                      <a:pt x="265" y="206"/>
                      <a:pt x="265" y="206"/>
                      <a:pt x="265" y="206"/>
                    </a:cubicBezTo>
                    <a:cubicBezTo>
                      <a:pt x="265" y="206"/>
                      <a:pt x="280" y="191"/>
                      <a:pt x="280" y="176"/>
                    </a:cubicBezTo>
                    <a:lnTo>
                      <a:pt x="265" y="162"/>
                    </a:lnTo>
                    <a:close/>
                    <a:moveTo>
                      <a:pt x="442" y="221"/>
                    </a:moveTo>
                    <a:lnTo>
                      <a:pt x="442" y="221"/>
                    </a:lnTo>
                    <a:cubicBezTo>
                      <a:pt x="428" y="221"/>
                      <a:pt x="412" y="235"/>
                      <a:pt x="412" y="250"/>
                    </a:cubicBezTo>
                    <a:cubicBezTo>
                      <a:pt x="412" y="265"/>
                      <a:pt x="428" y="279"/>
                      <a:pt x="442" y="279"/>
                    </a:cubicBezTo>
                    <a:cubicBezTo>
                      <a:pt x="457" y="279"/>
                      <a:pt x="471" y="265"/>
                      <a:pt x="471" y="250"/>
                    </a:cubicBezTo>
                    <a:cubicBezTo>
                      <a:pt x="471" y="235"/>
                      <a:pt x="457" y="221"/>
                      <a:pt x="442" y="221"/>
                    </a:cubicBezTo>
                    <a:close/>
                    <a:moveTo>
                      <a:pt x="516" y="0"/>
                    </a:moveTo>
                    <a:lnTo>
                      <a:pt x="516" y="0"/>
                    </a:lnTo>
                    <a:cubicBezTo>
                      <a:pt x="118" y="0"/>
                      <a:pt x="118" y="0"/>
                      <a:pt x="118" y="0"/>
                    </a:cubicBezTo>
                    <a:cubicBezTo>
                      <a:pt x="59" y="0"/>
                      <a:pt x="0" y="58"/>
                      <a:pt x="0" y="117"/>
                    </a:cubicBezTo>
                    <a:cubicBezTo>
                      <a:pt x="0" y="235"/>
                      <a:pt x="0" y="235"/>
                      <a:pt x="0" y="235"/>
                    </a:cubicBezTo>
                    <a:cubicBezTo>
                      <a:pt x="0" y="309"/>
                      <a:pt x="59" y="353"/>
                      <a:pt x="118" y="353"/>
                    </a:cubicBezTo>
                    <a:cubicBezTo>
                      <a:pt x="516" y="353"/>
                      <a:pt x="516" y="353"/>
                      <a:pt x="516" y="353"/>
                    </a:cubicBezTo>
                    <a:cubicBezTo>
                      <a:pt x="575" y="353"/>
                      <a:pt x="633" y="309"/>
                      <a:pt x="633" y="235"/>
                    </a:cubicBezTo>
                    <a:cubicBezTo>
                      <a:pt x="633" y="117"/>
                      <a:pt x="633" y="117"/>
                      <a:pt x="633" y="117"/>
                    </a:cubicBezTo>
                    <a:cubicBezTo>
                      <a:pt x="633" y="58"/>
                      <a:pt x="575" y="0"/>
                      <a:pt x="516" y="0"/>
                    </a:cubicBezTo>
                    <a:close/>
                    <a:moveTo>
                      <a:pt x="589" y="235"/>
                    </a:moveTo>
                    <a:lnTo>
                      <a:pt x="589" y="235"/>
                    </a:lnTo>
                    <a:cubicBezTo>
                      <a:pt x="589" y="279"/>
                      <a:pt x="560" y="324"/>
                      <a:pt x="516" y="324"/>
                    </a:cubicBezTo>
                    <a:cubicBezTo>
                      <a:pt x="118" y="324"/>
                      <a:pt x="118" y="324"/>
                      <a:pt x="118" y="324"/>
                    </a:cubicBezTo>
                    <a:cubicBezTo>
                      <a:pt x="74" y="324"/>
                      <a:pt x="45" y="279"/>
                      <a:pt x="45" y="235"/>
                    </a:cubicBezTo>
                    <a:cubicBezTo>
                      <a:pt x="45" y="117"/>
                      <a:pt x="45" y="117"/>
                      <a:pt x="45" y="117"/>
                    </a:cubicBezTo>
                    <a:cubicBezTo>
                      <a:pt x="45" y="74"/>
                      <a:pt x="74" y="44"/>
                      <a:pt x="118" y="44"/>
                    </a:cubicBezTo>
                    <a:cubicBezTo>
                      <a:pt x="516" y="44"/>
                      <a:pt x="516" y="44"/>
                      <a:pt x="516" y="44"/>
                    </a:cubicBezTo>
                    <a:cubicBezTo>
                      <a:pt x="560" y="44"/>
                      <a:pt x="589" y="74"/>
                      <a:pt x="589" y="117"/>
                    </a:cubicBezTo>
                    <a:lnTo>
                      <a:pt x="589" y="235"/>
                    </a:lnTo>
                    <a:close/>
                    <a:moveTo>
                      <a:pt x="530" y="162"/>
                    </a:moveTo>
                    <a:lnTo>
                      <a:pt x="530" y="162"/>
                    </a:lnTo>
                    <a:cubicBezTo>
                      <a:pt x="516" y="162"/>
                      <a:pt x="501" y="176"/>
                      <a:pt x="501" y="191"/>
                    </a:cubicBezTo>
                    <a:cubicBezTo>
                      <a:pt x="501" y="206"/>
                      <a:pt x="516" y="221"/>
                      <a:pt x="530" y="221"/>
                    </a:cubicBezTo>
                    <a:cubicBezTo>
                      <a:pt x="545" y="221"/>
                      <a:pt x="560" y="206"/>
                      <a:pt x="560" y="191"/>
                    </a:cubicBezTo>
                    <a:cubicBezTo>
                      <a:pt x="560" y="176"/>
                      <a:pt x="545" y="162"/>
                      <a:pt x="530" y="162"/>
                    </a:cubicBezTo>
                    <a:close/>
                    <a:moveTo>
                      <a:pt x="471" y="88"/>
                    </a:moveTo>
                    <a:lnTo>
                      <a:pt x="471" y="88"/>
                    </a:lnTo>
                    <a:cubicBezTo>
                      <a:pt x="457" y="88"/>
                      <a:pt x="442" y="103"/>
                      <a:pt x="442" y="117"/>
                    </a:cubicBezTo>
                    <a:cubicBezTo>
                      <a:pt x="442" y="132"/>
                      <a:pt x="457" y="147"/>
                      <a:pt x="471" y="147"/>
                    </a:cubicBezTo>
                    <a:cubicBezTo>
                      <a:pt x="486" y="147"/>
                      <a:pt x="501" y="132"/>
                      <a:pt x="501" y="117"/>
                    </a:cubicBezTo>
                    <a:cubicBezTo>
                      <a:pt x="501" y="103"/>
                      <a:pt x="486" y="88"/>
                      <a:pt x="471" y="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5" name="Google Shape;1785;p2"/>
              <p:cNvSpPr/>
              <p:nvPr/>
            </p:nvSpPr>
            <p:spPr>
              <a:xfrm>
                <a:off x="2178182" y="2745706"/>
                <a:ext cx="228597" cy="154568"/>
              </a:xfrm>
              <a:custGeom>
                <a:rect b="b" l="l" r="r" t="t"/>
                <a:pathLst>
                  <a:path extrusionOk="0" h="428" w="634">
                    <a:moveTo>
                      <a:pt x="103" y="265"/>
                    </a:moveTo>
                    <a:lnTo>
                      <a:pt x="103" y="265"/>
                    </a:lnTo>
                    <a:cubicBezTo>
                      <a:pt x="88" y="265"/>
                      <a:pt x="73" y="280"/>
                      <a:pt x="73" y="295"/>
                    </a:cubicBezTo>
                    <a:cubicBezTo>
                      <a:pt x="73" y="295"/>
                      <a:pt x="88" y="309"/>
                      <a:pt x="103" y="309"/>
                    </a:cubicBezTo>
                    <a:lnTo>
                      <a:pt x="117" y="295"/>
                    </a:lnTo>
                    <a:cubicBezTo>
                      <a:pt x="117" y="280"/>
                      <a:pt x="103" y="265"/>
                      <a:pt x="103" y="265"/>
                    </a:cubicBezTo>
                    <a:close/>
                    <a:moveTo>
                      <a:pt x="456" y="74"/>
                    </a:moveTo>
                    <a:lnTo>
                      <a:pt x="456" y="74"/>
                    </a:lnTo>
                    <a:cubicBezTo>
                      <a:pt x="176" y="74"/>
                      <a:pt x="176" y="74"/>
                      <a:pt x="176" y="74"/>
                    </a:cubicBezTo>
                    <a:cubicBezTo>
                      <a:pt x="162" y="74"/>
                      <a:pt x="162" y="88"/>
                      <a:pt x="162" y="88"/>
                    </a:cubicBezTo>
                    <a:cubicBezTo>
                      <a:pt x="162" y="324"/>
                      <a:pt x="162" y="324"/>
                      <a:pt x="162" y="324"/>
                    </a:cubicBezTo>
                    <a:cubicBezTo>
                      <a:pt x="162" y="339"/>
                      <a:pt x="162" y="354"/>
                      <a:pt x="176" y="354"/>
                    </a:cubicBezTo>
                    <a:cubicBezTo>
                      <a:pt x="456" y="354"/>
                      <a:pt x="456" y="354"/>
                      <a:pt x="456" y="354"/>
                    </a:cubicBezTo>
                    <a:cubicBezTo>
                      <a:pt x="456" y="354"/>
                      <a:pt x="471" y="339"/>
                      <a:pt x="471" y="324"/>
                    </a:cubicBezTo>
                    <a:cubicBezTo>
                      <a:pt x="471" y="88"/>
                      <a:pt x="471" y="88"/>
                      <a:pt x="471" y="88"/>
                    </a:cubicBezTo>
                    <a:lnTo>
                      <a:pt x="456" y="74"/>
                    </a:lnTo>
                    <a:close/>
                    <a:moveTo>
                      <a:pt x="426" y="295"/>
                    </a:moveTo>
                    <a:lnTo>
                      <a:pt x="426" y="295"/>
                    </a:lnTo>
                    <a:cubicBezTo>
                      <a:pt x="426" y="295"/>
                      <a:pt x="426" y="309"/>
                      <a:pt x="412" y="309"/>
                    </a:cubicBezTo>
                    <a:cubicBezTo>
                      <a:pt x="221" y="309"/>
                      <a:pt x="221" y="309"/>
                      <a:pt x="221" y="309"/>
                    </a:cubicBezTo>
                    <a:cubicBezTo>
                      <a:pt x="206" y="309"/>
                      <a:pt x="191" y="295"/>
                      <a:pt x="191" y="295"/>
                    </a:cubicBezTo>
                    <a:cubicBezTo>
                      <a:pt x="191" y="133"/>
                      <a:pt x="191" y="133"/>
                      <a:pt x="191" y="133"/>
                    </a:cubicBezTo>
                    <a:cubicBezTo>
                      <a:pt x="191" y="118"/>
                      <a:pt x="206" y="118"/>
                      <a:pt x="221" y="118"/>
                    </a:cubicBezTo>
                    <a:cubicBezTo>
                      <a:pt x="412" y="118"/>
                      <a:pt x="412" y="118"/>
                      <a:pt x="412" y="118"/>
                    </a:cubicBezTo>
                    <a:cubicBezTo>
                      <a:pt x="426" y="118"/>
                      <a:pt x="426" y="118"/>
                      <a:pt x="426" y="133"/>
                    </a:cubicBezTo>
                    <a:lnTo>
                      <a:pt x="426" y="295"/>
                    </a:lnTo>
                    <a:close/>
                    <a:moveTo>
                      <a:pt x="103" y="192"/>
                    </a:moveTo>
                    <a:lnTo>
                      <a:pt x="103" y="192"/>
                    </a:lnTo>
                    <a:cubicBezTo>
                      <a:pt x="88" y="192"/>
                      <a:pt x="73" y="206"/>
                      <a:pt x="73" y="206"/>
                    </a:cubicBezTo>
                    <a:cubicBezTo>
                      <a:pt x="73" y="221"/>
                      <a:pt x="88" y="236"/>
                      <a:pt x="103" y="236"/>
                    </a:cubicBezTo>
                    <a:cubicBezTo>
                      <a:pt x="103" y="236"/>
                      <a:pt x="117" y="221"/>
                      <a:pt x="117" y="206"/>
                    </a:cubicBezTo>
                    <a:lnTo>
                      <a:pt x="103" y="192"/>
                    </a:lnTo>
                    <a:close/>
                    <a:moveTo>
                      <a:pt x="544" y="0"/>
                    </a:moveTo>
                    <a:lnTo>
                      <a:pt x="544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4"/>
                    </a:cubicBezTo>
                    <a:cubicBezTo>
                      <a:pt x="0" y="354"/>
                      <a:pt x="0" y="354"/>
                      <a:pt x="0" y="354"/>
                    </a:cubicBezTo>
                    <a:cubicBezTo>
                      <a:pt x="0" y="398"/>
                      <a:pt x="29" y="427"/>
                      <a:pt x="73" y="427"/>
                    </a:cubicBezTo>
                    <a:cubicBezTo>
                      <a:pt x="544" y="427"/>
                      <a:pt x="544" y="427"/>
                      <a:pt x="544" y="427"/>
                    </a:cubicBezTo>
                    <a:cubicBezTo>
                      <a:pt x="588" y="427"/>
                      <a:pt x="633" y="398"/>
                      <a:pt x="633" y="354"/>
                    </a:cubicBezTo>
                    <a:cubicBezTo>
                      <a:pt x="633" y="74"/>
                      <a:pt x="633" y="74"/>
                      <a:pt x="633" y="74"/>
                    </a:cubicBezTo>
                    <a:cubicBezTo>
                      <a:pt x="633" y="30"/>
                      <a:pt x="588" y="0"/>
                      <a:pt x="544" y="0"/>
                    </a:cubicBezTo>
                    <a:close/>
                    <a:moveTo>
                      <a:pt x="588" y="354"/>
                    </a:moveTo>
                    <a:lnTo>
                      <a:pt x="588" y="354"/>
                    </a:lnTo>
                    <a:cubicBezTo>
                      <a:pt x="588" y="368"/>
                      <a:pt x="574" y="383"/>
                      <a:pt x="544" y="383"/>
                    </a:cubicBezTo>
                    <a:cubicBezTo>
                      <a:pt x="73" y="383"/>
                      <a:pt x="73" y="383"/>
                      <a:pt x="73" y="383"/>
                    </a:cubicBezTo>
                    <a:cubicBezTo>
                      <a:pt x="58" y="383"/>
                      <a:pt x="44" y="368"/>
                      <a:pt x="44" y="354"/>
                    </a:cubicBezTo>
                    <a:cubicBezTo>
                      <a:pt x="44" y="74"/>
                      <a:pt x="44" y="74"/>
                      <a:pt x="44" y="74"/>
                    </a:cubicBezTo>
                    <a:cubicBezTo>
                      <a:pt x="44" y="59"/>
                      <a:pt x="58" y="30"/>
                      <a:pt x="73" y="30"/>
                    </a:cubicBezTo>
                    <a:cubicBezTo>
                      <a:pt x="544" y="30"/>
                      <a:pt x="544" y="30"/>
                      <a:pt x="544" y="30"/>
                    </a:cubicBezTo>
                    <a:cubicBezTo>
                      <a:pt x="574" y="30"/>
                      <a:pt x="588" y="59"/>
                      <a:pt x="588" y="74"/>
                    </a:cubicBezTo>
                    <a:lnTo>
                      <a:pt x="588" y="354"/>
                    </a:lnTo>
                    <a:close/>
                    <a:moveTo>
                      <a:pt x="530" y="192"/>
                    </a:moveTo>
                    <a:lnTo>
                      <a:pt x="530" y="192"/>
                    </a:lnTo>
                    <a:cubicBezTo>
                      <a:pt x="515" y="192"/>
                      <a:pt x="515" y="206"/>
                      <a:pt x="515" y="206"/>
                    </a:cubicBezTo>
                    <a:cubicBezTo>
                      <a:pt x="515" y="221"/>
                      <a:pt x="515" y="236"/>
                      <a:pt x="530" y="236"/>
                    </a:cubicBezTo>
                    <a:cubicBezTo>
                      <a:pt x="544" y="236"/>
                      <a:pt x="544" y="221"/>
                      <a:pt x="544" y="206"/>
                    </a:cubicBezTo>
                    <a:cubicBezTo>
                      <a:pt x="544" y="206"/>
                      <a:pt x="544" y="192"/>
                      <a:pt x="530" y="192"/>
                    </a:cubicBezTo>
                    <a:close/>
                    <a:moveTo>
                      <a:pt x="530" y="265"/>
                    </a:moveTo>
                    <a:lnTo>
                      <a:pt x="530" y="265"/>
                    </a:lnTo>
                    <a:cubicBezTo>
                      <a:pt x="515" y="265"/>
                      <a:pt x="515" y="280"/>
                      <a:pt x="515" y="295"/>
                    </a:cubicBezTo>
                    <a:cubicBezTo>
                      <a:pt x="515" y="295"/>
                      <a:pt x="515" y="309"/>
                      <a:pt x="530" y="309"/>
                    </a:cubicBezTo>
                    <a:cubicBezTo>
                      <a:pt x="544" y="309"/>
                      <a:pt x="544" y="295"/>
                      <a:pt x="544" y="295"/>
                    </a:cubicBezTo>
                    <a:cubicBezTo>
                      <a:pt x="544" y="280"/>
                      <a:pt x="544" y="265"/>
                      <a:pt x="530" y="2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2"/>
              <p:cNvSpPr/>
              <p:nvPr/>
            </p:nvSpPr>
            <p:spPr>
              <a:xfrm>
                <a:off x="1813483" y="2724568"/>
                <a:ext cx="221991" cy="198165"/>
              </a:xfrm>
              <a:custGeom>
                <a:rect b="b" l="l" r="r" t="t"/>
                <a:pathLst>
                  <a:path extrusionOk="0" h="546" w="619">
                    <a:moveTo>
                      <a:pt x="545" y="74"/>
                    </a:moveTo>
                    <a:lnTo>
                      <a:pt x="545" y="74"/>
                    </a:lnTo>
                    <a:cubicBezTo>
                      <a:pt x="486" y="74"/>
                      <a:pt x="486" y="74"/>
                      <a:pt x="486" y="74"/>
                    </a:cubicBezTo>
                    <a:cubicBezTo>
                      <a:pt x="471" y="30"/>
                      <a:pt x="471" y="30"/>
                      <a:pt x="471" y="30"/>
                    </a:cubicBezTo>
                    <a:cubicBezTo>
                      <a:pt x="456" y="15"/>
                      <a:pt x="441" y="0"/>
                      <a:pt x="427" y="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177" y="0"/>
                      <a:pt x="162" y="15"/>
                      <a:pt x="147" y="30"/>
                    </a:cubicBezTo>
                    <a:cubicBezTo>
                      <a:pt x="132" y="74"/>
                      <a:pt x="132" y="74"/>
                      <a:pt x="132" y="74"/>
                    </a:cubicBezTo>
                    <a:cubicBezTo>
                      <a:pt x="73" y="74"/>
                      <a:pt x="73" y="74"/>
                      <a:pt x="73" y="74"/>
                    </a:cubicBezTo>
                    <a:cubicBezTo>
                      <a:pt x="29" y="74"/>
                      <a:pt x="0" y="104"/>
                      <a:pt x="0" y="147"/>
                    </a:cubicBezTo>
                    <a:cubicBezTo>
                      <a:pt x="0" y="472"/>
                      <a:pt x="0" y="472"/>
                      <a:pt x="0" y="472"/>
                    </a:cubicBezTo>
                    <a:cubicBezTo>
                      <a:pt x="0" y="516"/>
                      <a:pt x="29" y="545"/>
                      <a:pt x="73" y="545"/>
                    </a:cubicBezTo>
                    <a:cubicBezTo>
                      <a:pt x="545" y="545"/>
                      <a:pt x="545" y="545"/>
                      <a:pt x="545" y="545"/>
                    </a:cubicBezTo>
                    <a:cubicBezTo>
                      <a:pt x="589" y="545"/>
                      <a:pt x="618" y="516"/>
                      <a:pt x="618" y="472"/>
                    </a:cubicBezTo>
                    <a:cubicBezTo>
                      <a:pt x="618" y="147"/>
                      <a:pt x="618" y="147"/>
                      <a:pt x="618" y="147"/>
                    </a:cubicBezTo>
                    <a:cubicBezTo>
                      <a:pt x="618" y="104"/>
                      <a:pt x="589" y="74"/>
                      <a:pt x="545" y="74"/>
                    </a:cubicBezTo>
                    <a:close/>
                    <a:moveTo>
                      <a:pt x="589" y="472"/>
                    </a:moveTo>
                    <a:lnTo>
                      <a:pt x="589" y="472"/>
                    </a:lnTo>
                    <a:cubicBezTo>
                      <a:pt x="589" y="486"/>
                      <a:pt x="559" y="501"/>
                      <a:pt x="545" y="501"/>
                    </a:cubicBezTo>
                    <a:cubicBezTo>
                      <a:pt x="73" y="501"/>
                      <a:pt x="73" y="501"/>
                      <a:pt x="73" y="501"/>
                    </a:cubicBezTo>
                    <a:cubicBezTo>
                      <a:pt x="59" y="501"/>
                      <a:pt x="29" y="486"/>
                      <a:pt x="29" y="472"/>
                    </a:cubicBezTo>
                    <a:cubicBezTo>
                      <a:pt x="29" y="147"/>
                      <a:pt x="29" y="147"/>
                      <a:pt x="29" y="147"/>
                    </a:cubicBezTo>
                    <a:cubicBezTo>
                      <a:pt x="29" y="133"/>
                      <a:pt x="59" y="118"/>
                      <a:pt x="73" y="118"/>
                    </a:cubicBezTo>
                    <a:cubicBezTo>
                      <a:pt x="147" y="118"/>
                      <a:pt x="147" y="118"/>
                      <a:pt x="147" y="118"/>
                    </a:cubicBezTo>
                    <a:cubicBezTo>
                      <a:pt x="177" y="74"/>
                      <a:pt x="177" y="74"/>
                      <a:pt x="177" y="74"/>
                    </a:cubicBezTo>
                    <a:cubicBezTo>
                      <a:pt x="191" y="45"/>
                      <a:pt x="191" y="30"/>
                      <a:pt x="206" y="30"/>
                    </a:cubicBezTo>
                    <a:cubicBezTo>
                      <a:pt x="412" y="30"/>
                      <a:pt x="412" y="30"/>
                      <a:pt x="412" y="30"/>
                    </a:cubicBezTo>
                    <a:cubicBezTo>
                      <a:pt x="427" y="30"/>
                      <a:pt x="427" y="45"/>
                      <a:pt x="441" y="74"/>
                    </a:cubicBezTo>
                    <a:cubicBezTo>
                      <a:pt x="471" y="118"/>
                      <a:pt x="471" y="118"/>
                      <a:pt x="471" y="118"/>
                    </a:cubicBezTo>
                    <a:cubicBezTo>
                      <a:pt x="545" y="118"/>
                      <a:pt x="545" y="118"/>
                      <a:pt x="545" y="118"/>
                    </a:cubicBezTo>
                    <a:cubicBezTo>
                      <a:pt x="559" y="118"/>
                      <a:pt x="589" y="133"/>
                      <a:pt x="589" y="147"/>
                    </a:cubicBezTo>
                    <a:lnTo>
                      <a:pt x="589" y="472"/>
                    </a:lnTo>
                    <a:close/>
                    <a:moveTo>
                      <a:pt x="309" y="147"/>
                    </a:moveTo>
                    <a:lnTo>
                      <a:pt x="309" y="147"/>
                    </a:lnTo>
                    <a:cubicBezTo>
                      <a:pt x="221" y="147"/>
                      <a:pt x="147" y="221"/>
                      <a:pt x="147" y="310"/>
                    </a:cubicBezTo>
                    <a:cubicBezTo>
                      <a:pt x="147" y="398"/>
                      <a:pt x="221" y="472"/>
                      <a:pt x="309" y="472"/>
                    </a:cubicBezTo>
                    <a:cubicBezTo>
                      <a:pt x="398" y="472"/>
                      <a:pt x="471" y="398"/>
                      <a:pt x="471" y="310"/>
                    </a:cubicBezTo>
                    <a:cubicBezTo>
                      <a:pt x="471" y="221"/>
                      <a:pt x="398" y="147"/>
                      <a:pt x="309" y="147"/>
                    </a:cubicBezTo>
                    <a:close/>
                    <a:moveTo>
                      <a:pt x="309" y="427"/>
                    </a:moveTo>
                    <a:lnTo>
                      <a:pt x="309" y="427"/>
                    </a:lnTo>
                    <a:cubicBezTo>
                      <a:pt x="250" y="427"/>
                      <a:pt x="191" y="368"/>
                      <a:pt x="191" y="310"/>
                    </a:cubicBezTo>
                    <a:cubicBezTo>
                      <a:pt x="191" y="251"/>
                      <a:pt x="250" y="192"/>
                      <a:pt x="309" y="192"/>
                    </a:cubicBezTo>
                    <a:cubicBezTo>
                      <a:pt x="368" y="192"/>
                      <a:pt x="427" y="251"/>
                      <a:pt x="427" y="310"/>
                    </a:cubicBezTo>
                    <a:cubicBezTo>
                      <a:pt x="427" y="368"/>
                      <a:pt x="368" y="427"/>
                      <a:pt x="309" y="4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7" name="Google Shape;1787;p2"/>
              <p:cNvSpPr/>
              <p:nvPr/>
            </p:nvSpPr>
            <p:spPr>
              <a:xfrm>
                <a:off x="1500317" y="2708715"/>
                <a:ext cx="101746" cy="229871"/>
              </a:xfrm>
              <a:custGeom>
                <a:rect b="b" l="l" r="r" t="t"/>
                <a:pathLst>
                  <a:path extrusionOk="0" h="634" w="281">
                    <a:moveTo>
                      <a:pt x="280" y="162"/>
                    </a:moveTo>
                    <a:lnTo>
                      <a:pt x="280" y="162"/>
                    </a:lnTo>
                    <a:cubicBezTo>
                      <a:pt x="280" y="74"/>
                      <a:pt x="207" y="0"/>
                      <a:pt x="133" y="0"/>
                    </a:cubicBezTo>
                    <a:cubicBezTo>
                      <a:pt x="59" y="0"/>
                      <a:pt x="0" y="74"/>
                      <a:pt x="0" y="162"/>
                    </a:cubicBezTo>
                    <a:cubicBezTo>
                      <a:pt x="0" y="236"/>
                      <a:pt x="45" y="295"/>
                      <a:pt x="118" y="309"/>
                    </a:cubicBezTo>
                    <a:cubicBezTo>
                      <a:pt x="118" y="604"/>
                      <a:pt x="118" y="604"/>
                      <a:pt x="118" y="604"/>
                    </a:cubicBezTo>
                    <a:cubicBezTo>
                      <a:pt x="118" y="619"/>
                      <a:pt x="133" y="633"/>
                      <a:pt x="133" y="633"/>
                    </a:cubicBezTo>
                    <a:cubicBezTo>
                      <a:pt x="148" y="633"/>
                      <a:pt x="162" y="619"/>
                      <a:pt x="162" y="604"/>
                    </a:cubicBezTo>
                    <a:cubicBezTo>
                      <a:pt x="162" y="309"/>
                      <a:pt x="162" y="309"/>
                      <a:pt x="162" y="309"/>
                    </a:cubicBezTo>
                    <a:cubicBezTo>
                      <a:pt x="221" y="295"/>
                      <a:pt x="280" y="236"/>
                      <a:pt x="280" y="162"/>
                    </a:cubicBezTo>
                    <a:close/>
                    <a:moveTo>
                      <a:pt x="133" y="280"/>
                    </a:moveTo>
                    <a:lnTo>
                      <a:pt x="133" y="280"/>
                    </a:lnTo>
                    <a:cubicBezTo>
                      <a:pt x="89" y="280"/>
                      <a:pt x="45" y="221"/>
                      <a:pt x="45" y="162"/>
                    </a:cubicBezTo>
                    <a:cubicBezTo>
                      <a:pt x="45" y="89"/>
                      <a:pt x="89" y="44"/>
                      <a:pt x="133" y="44"/>
                    </a:cubicBezTo>
                    <a:cubicBezTo>
                      <a:pt x="192" y="44"/>
                      <a:pt x="236" y="89"/>
                      <a:pt x="236" y="162"/>
                    </a:cubicBezTo>
                    <a:cubicBezTo>
                      <a:pt x="236" y="221"/>
                      <a:pt x="192" y="280"/>
                      <a:pt x="133" y="2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8" name="Google Shape;1788;p2"/>
              <p:cNvSpPr/>
              <p:nvPr/>
            </p:nvSpPr>
            <p:spPr>
              <a:xfrm>
                <a:off x="1160724" y="2708715"/>
                <a:ext cx="58140" cy="229871"/>
              </a:xfrm>
              <a:custGeom>
                <a:rect b="b" l="l" r="r" t="t"/>
                <a:pathLst>
                  <a:path extrusionOk="0" h="634" w="163">
                    <a:moveTo>
                      <a:pt x="44" y="0"/>
                    </a:moveTo>
                    <a:lnTo>
                      <a:pt x="44" y="0"/>
                    </a:lnTo>
                    <a:cubicBezTo>
                      <a:pt x="30" y="0"/>
                      <a:pt x="30" y="0"/>
                      <a:pt x="15" y="0"/>
                    </a:cubicBezTo>
                    <a:lnTo>
                      <a:pt x="0" y="15"/>
                    </a:lnTo>
                    <a:cubicBezTo>
                      <a:pt x="0" y="604"/>
                      <a:pt x="0" y="604"/>
                      <a:pt x="0" y="604"/>
                    </a:cubicBezTo>
                    <a:cubicBezTo>
                      <a:pt x="0" y="619"/>
                      <a:pt x="15" y="633"/>
                      <a:pt x="15" y="633"/>
                    </a:cubicBezTo>
                    <a:cubicBezTo>
                      <a:pt x="30" y="633"/>
                      <a:pt x="44" y="619"/>
                      <a:pt x="44" y="604"/>
                    </a:cubicBezTo>
                    <a:cubicBezTo>
                      <a:pt x="44" y="354"/>
                      <a:pt x="44" y="354"/>
                      <a:pt x="44" y="354"/>
                    </a:cubicBezTo>
                    <a:cubicBezTo>
                      <a:pt x="44" y="354"/>
                      <a:pt x="74" y="354"/>
                      <a:pt x="162" y="354"/>
                    </a:cubicBezTo>
                    <a:cubicBezTo>
                      <a:pt x="162" y="118"/>
                      <a:pt x="44" y="0"/>
                      <a:pt x="44" y="0"/>
                    </a:cubicBezTo>
                    <a:close/>
                    <a:moveTo>
                      <a:pt x="44" y="59"/>
                    </a:moveTo>
                    <a:lnTo>
                      <a:pt x="44" y="59"/>
                    </a:lnTo>
                    <a:cubicBezTo>
                      <a:pt x="44" y="59"/>
                      <a:pt x="118" y="191"/>
                      <a:pt x="118" y="309"/>
                    </a:cubicBezTo>
                    <a:cubicBezTo>
                      <a:pt x="59" y="309"/>
                      <a:pt x="44" y="309"/>
                      <a:pt x="44" y="309"/>
                    </a:cubicBezTo>
                    <a:lnTo>
                      <a:pt x="44" y="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2"/>
              <p:cNvSpPr/>
              <p:nvPr/>
            </p:nvSpPr>
            <p:spPr>
              <a:xfrm>
                <a:off x="784132" y="2708715"/>
                <a:ext cx="75319" cy="229871"/>
              </a:xfrm>
              <a:custGeom>
                <a:rect b="b" l="l" r="r" t="t"/>
                <a:pathLst>
                  <a:path extrusionOk="0" h="634" w="207">
                    <a:moveTo>
                      <a:pt x="176" y="0"/>
                    </a:moveTo>
                    <a:lnTo>
                      <a:pt x="176" y="0"/>
                    </a:lnTo>
                    <a:lnTo>
                      <a:pt x="162" y="15"/>
                    </a:lnTo>
                    <a:cubicBezTo>
                      <a:pt x="162" y="162"/>
                      <a:pt x="162" y="162"/>
                      <a:pt x="162" y="162"/>
                    </a:cubicBezTo>
                    <a:cubicBezTo>
                      <a:pt x="162" y="191"/>
                      <a:pt x="147" y="207"/>
                      <a:pt x="118" y="207"/>
                    </a:cubicBezTo>
                    <a:cubicBezTo>
                      <a:pt x="118" y="15"/>
                      <a:pt x="118" y="15"/>
                      <a:pt x="118" y="15"/>
                    </a:cubicBezTo>
                    <a:cubicBezTo>
                      <a:pt x="118" y="15"/>
                      <a:pt x="118" y="0"/>
                      <a:pt x="103" y="0"/>
                    </a:cubicBezTo>
                    <a:cubicBezTo>
                      <a:pt x="88" y="0"/>
                      <a:pt x="88" y="15"/>
                      <a:pt x="88" y="15"/>
                    </a:cubicBezTo>
                    <a:cubicBezTo>
                      <a:pt x="88" y="207"/>
                      <a:pt x="88" y="207"/>
                      <a:pt x="88" y="207"/>
                    </a:cubicBezTo>
                    <a:cubicBezTo>
                      <a:pt x="59" y="207"/>
                      <a:pt x="44" y="191"/>
                      <a:pt x="44" y="162"/>
                    </a:cubicBezTo>
                    <a:cubicBezTo>
                      <a:pt x="44" y="15"/>
                      <a:pt x="44" y="15"/>
                      <a:pt x="44" y="15"/>
                    </a:cubicBezTo>
                    <a:lnTo>
                      <a:pt x="29" y="0"/>
                    </a:lnTo>
                    <a:cubicBezTo>
                      <a:pt x="15" y="0"/>
                      <a:pt x="0" y="15"/>
                      <a:pt x="0" y="15"/>
                    </a:cubicBezTo>
                    <a:cubicBezTo>
                      <a:pt x="0" y="162"/>
                      <a:pt x="0" y="162"/>
                      <a:pt x="0" y="162"/>
                    </a:cubicBezTo>
                    <a:cubicBezTo>
                      <a:pt x="0" y="207"/>
                      <a:pt x="44" y="250"/>
                      <a:pt x="88" y="250"/>
                    </a:cubicBezTo>
                    <a:cubicBezTo>
                      <a:pt x="88" y="604"/>
                      <a:pt x="88" y="604"/>
                      <a:pt x="88" y="604"/>
                    </a:cubicBezTo>
                    <a:cubicBezTo>
                      <a:pt x="88" y="619"/>
                      <a:pt x="88" y="633"/>
                      <a:pt x="103" y="633"/>
                    </a:cubicBezTo>
                    <a:cubicBezTo>
                      <a:pt x="118" y="633"/>
                      <a:pt x="118" y="619"/>
                      <a:pt x="118" y="604"/>
                    </a:cubicBezTo>
                    <a:cubicBezTo>
                      <a:pt x="118" y="250"/>
                      <a:pt x="118" y="250"/>
                      <a:pt x="118" y="250"/>
                    </a:cubicBezTo>
                    <a:cubicBezTo>
                      <a:pt x="162" y="250"/>
                      <a:pt x="206" y="207"/>
                      <a:pt x="206" y="162"/>
                    </a:cubicBezTo>
                    <a:cubicBezTo>
                      <a:pt x="206" y="15"/>
                      <a:pt x="206" y="15"/>
                      <a:pt x="206" y="15"/>
                    </a:cubicBezTo>
                    <a:cubicBezTo>
                      <a:pt x="206" y="15"/>
                      <a:pt x="191" y="0"/>
                      <a:pt x="17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2"/>
              <p:cNvSpPr/>
              <p:nvPr/>
            </p:nvSpPr>
            <p:spPr>
              <a:xfrm>
                <a:off x="4086246" y="2344091"/>
                <a:ext cx="85889" cy="221945"/>
              </a:xfrm>
              <a:custGeom>
                <a:rect b="b" l="l" r="r" t="t"/>
                <a:pathLst>
                  <a:path extrusionOk="0" h="619" w="237">
                    <a:moveTo>
                      <a:pt x="177" y="235"/>
                    </a:moveTo>
                    <a:lnTo>
                      <a:pt x="177" y="235"/>
                    </a:lnTo>
                    <a:cubicBezTo>
                      <a:pt x="177" y="14"/>
                      <a:pt x="177" y="14"/>
                      <a:pt x="177" y="14"/>
                    </a:cubicBezTo>
                    <a:cubicBezTo>
                      <a:pt x="177" y="0"/>
                      <a:pt x="162" y="0"/>
                      <a:pt x="162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74" y="0"/>
                      <a:pt x="59" y="0"/>
                      <a:pt x="59" y="14"/>
                    </a:cubicBezTo>
                    <a:cubicBezTo>
                      <a:pt x="59" y="235"/>
                      <a:pt x="59" y="235"/>
                      <a:pt x="59" y="235"/>
                    </a:cubicBezTo>
                    <a:cubicBezTo>
                      <a:pt x="15" y="235"/>
                      <a:pt x="0" y="264"/>
                      <a:pt x="0" y="309"/>
                    </a:cubicBezTo>
                    <a:cubicBezTo>
                      <a:pt x="0" y="618"/>
                      <a:pt x="0" y="618"/>
                      <a:pt x="0" y="618"/>
                    </a:cubicBezTo>
                    <a:cubicBezTo>
                      <a:pt x="236" y="618"/>
                      <a:pt x="236" y="618"/>
                      <a:pt x="236" y="618"/>
                    </a:cubicBezTo>
                    <a:cubicBezTo>
                      <a:pt x="236" y="309"/>
                      <a:pt x="236" y="309"/>
                      <a:pt x="236" y="309"/>
                    </a:cubicBezTo>
                    <a:cubicBezTo>
                      <a:pt x="236" y="264"/>
                      <a:pt x="221" y="235"/>
                      <a:pt x="177" y="235"/>
                    </a:cubicBezTo>
                    <a:close/>
                    <a:moveTo>
                      <a:pt x="103" y="29"/>
                    </a:moveTo>
                    <a:lnTo>
                      <a:pt x="103" y="29"/>
                    </a:lnTo>
                    <a:cubicBezTo>
                      <a:pt x="133" y="29"/>
                      <a:pt x="133" y="29"/>
                      <a:pt x="133" y="29"/>
                    </a:cubicBezTo>
                    <a:cubicBezTo>
                      <a:pt x="133" y="73"/>
                      <a:pt x="133" y="73"/>
                      <a:pt x="133" y="73"/>
                    </a:cubicBezTo>
                    <a:cubicBezTo>
                      <a:pt x="103" y="73"/>
                      <a:pt x="103" y="73"/>
                      <a:pt x="103" y="73"/>
                    </a:cubicBezTo>
                    <a:lnTo>
                      <a:pt x="103" y="29"/>
                    </a:lnTo>
                    <a:close/>
                    <a:moveTo>
                      <a:pt x="103" y="117"/>
                    </a:moveTo>
                    <a:lnTo>
                      <a:pt x="103" y="117"/>
                    </a:lnTo>
                    <a:cubicBezTo>
                      <a:pt x="133" y="117"/>
                      <a:pt x="133" y="117"/>
                      <a:pt x="133" y="117"/>
                    </a:cubicBezTo>
                    <a:cubicBezTo>
                      <a:pt x="133" y="235"/>
                      <a:pt x="133" y="235"/>
                      <a:pt x="133" y="235"/>
                    </a:cubicBezTo>
                    <a:cubicBezTo>
                      <a:pt x="103" y="235"/>
                      <a:pt x="103" y="235"/>
                      <a:pt x="103" y="235"/>
                    </a:cubicBezTo>
                    <a:lnTo>
                      <a:pt x="103" y="117"/>
                    </a:lnTo>
                    <a:close/>
                    <a:moveTo>
                      <a:pt x="192" y="588"/>
                    </a:moveTo>
                    <a:lnTo>
                      <a:pt x="192" y="588"/>
                    </a:lnTo>
                    <a:cubicBezTo>
                      <a:pt x="45" y="588"/>
                      <a:pt x="45" y="588"/>
                      <a:pt x="45" y="588"/>
                    </a:cubicBezTo>
                    <a:cubicBezTo>
                      <a:pt x="45" y="309"/>
                      <a:pt x="45" y="309"/>
                      <a:pt x="45" y="309"/>
                    </a:cubicBezTo>
                    <a:cubicBezTo>
                      <a:pt x="45" y="294"/>
                      <a:pt x="59" y="264"/>
                      <a:pt x="74" y="264"/>
                    </a:cubicBezTo>
                    <a:cubicBezTo>
                      <a:pt x="162" y="264"/>
                      <a:pt x="162" y="264"/>
                      <a:pt x="162" y="264"/>
                    </a:cubicBezTo>
                    <a:cubicBezTo>
                      <a:pt x="177" y="264"/>
                      <a:pt x="192" y="294"/>
                      <a:pt x="192" y="309"/>
                    </a:cubicBezTo>
                    <a:lnTo>
                      <a:pt x="192" y="5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2"/>
              <p:cNvSpPr/>
              <p:nvPr/>
            </p:nvSpPr>
            <p:spPr>
              <a:xfrm>
                <a:off x="3662085" y="2354660"/>
                <a:ext cx="190278" cy="202128"/>
              </a:xfrm>
              <a:custGeom>
                <a:rect b="b" l="l" r="r" t="t"/>
                <a:pathLst>
                  <a:path extrusionOk="0" h="560" w="531">
                    <a:moveTo>
                      <a:pt x="530" y="44"/>
                    </a:moveTo>
                    <a:lnTo>
                      <a:pt x="530" y="44"/>
                    </a:lnTo>
                    <a:cubicBezTo>
                      <a:pt x="530" y="29"/>
                      <a:pt x="530" y="29"/>
                      <a:pt x="530" y="29"/>
                    </a:cubicBezTo>
                    <a:cubicBezTo>
                      <a:pt x="530" y="15"/>
                      <a:pt x="530" y="15"/>
                      <a:pt x="515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0" y="15"/>
                    </a:cubicBezTo>
                    <a:cubicBezTo>
                      <a:pt x="0" y="15"/>
                      <a:pt x="0" y="29"/>
                      <a:pt x="0" y="44"/>
                    </a:cubicBezTo>
                    <a:cubicBezTo>
                      <a:pt x="250" y="338"/>
                      <a:pt x="250" y="338"/>
                      <a:pt x="250" y="338"/>
                    </a:cubicBezTo>
                    <a:cubicBezTo>
                      <a:pt x="250" y="515"/>
                      <a:pt x="250" y="515"/>
                      <a:pt x="250" y="515"/>
                    </a:cubicBezTo>
                    <a:cubicBezTo>
                      <a:pt x="176" y="515"/>
                      <a:pt x="176" y="515"/>
                      <a:pt x="176" y="515"/>
                    </a:cubicBezTo>
                    <a:cubicBezTo>
                      <a:pt x="162" y="515"/>
                      <a:pt x="162" y="530"/>
                      <a:pt x="162" y="530"/>
                    </a:cubicBezTo>
                    <a:cubicBezTo>
                      <a:pt x="162" y="545"/>
                      <a:pt x="162" y="559"/>
                      <a:pt x="176" y="559"/>
                    </a:cubicBezTo>
                    <a:cubicBezTo>
                      <a:pt x="367" y="559"/>
                      <a:pt x="367" y="559"/>
                      <a:pt x="367" y="559"/>
                    </a:cubicBezTo>
                    <a:cubicBezTo>
                      <a:pt x="383" y="559"/>
                      <a:pt x="397" y="545"/>
                      <a:pt x="397" y="530"/>
                    </a:cubicBezTo>
                    <a:cubicBezTo>
                      <a:pt x="397" y="530"/>
                      <a:pt x="383" y="515"/>
                      <a:pt x="367" y="515"/>
                    </a:cubicBezTo>
                    <a:cubicBezTo>
                      <a:pt x="294" y="515"/>
                      <a:pt x="294" y="515"/>
                      <a:pt x="294" y="515"/>
                    </a:cubicBezTo>
                    <a:cubicBezTo>
                      <a:pt x="294" y="338"/>
                      <a:pt x="294" y="338"/>
                      <a:pt x="294" y="338"/>
                    </a:cubicBezTo>
                    <a:lnTo>
                      <a:pt x="530" y="44"/>
                    </a:lnTo>
                    <a:close/>
                    <a:moveTo>
                      <a:pt x="279" y="294"/>
                    </a:moveTo>
                    <a:lnTo>
                      <a:pt x="279" y="294"/>
                    </a:lnTo>
                    <a:cubicBezTo>
                      <a:pt x="58" y="44"/>
                      <a:pt x="58" y="44"/>
                      <a:pt x="58" y="44"/>
                    </a:cubicBezTo>
                    <a:cubicBezTo>
                      <a:pt x="471" y="44"/>
                      <a:pt x="471" y="44"/>
                      <a:pt x="471" y="44"/>
                    </a:cubicBezTo>
                    <a:lnTo>
                      <a:pt x="279" y="2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2"/>
              <p:cNvSpPr/>
              <p:nvPr/>
            </p:nvSpPr>
            <p:spPr>
              <a:xfrm>
                <a:off x="3280208" y="2365229"/>
                <a:ext cx="228597" cy="180990"/>
              </a:xfrm>
              <a:custGeom>
                <a:rect b="b" l="l" r="r" t="t"/>
                <a:pathLst>
                  <a:path extrusionOk="0" h="502" w="634">
                    <a:moveTo>
                      <a:pt x="603" y="472"/>
                    </a:moveTo>
                    <a:lnTo>
                      <a:pt x="603" y="472"/>
                    </a:lnTo>
                    <a:cubicBezTo>
                      <a:pt x="14" y="472"/>
                      <a:pt x="14" y="472"/>
                      <a:pt x="14" y="472"/>
                    </a:cubicBezTo>
                    <a:cubicBezTo>
                      <a:pt x="14" y="472"/>
                      <a:pt x="0" y="472"/>
                      <a:pt x="0" y="486"/>
                    </a:cubicBezTo>
                    <a:cubicBezTo>
                      <a:pt x="0" y="501"/>
                      <a:pt x="14" y="501"/>
                      <a:pt x="14" y="501"/>
                    </a:cubicBezTo>
                    <a:cubicBezTo>
                      <a:pt x="603" y="501"/>
                      <a:pt x="603" y="501"/>
                      <a:pt x="603" y="501"/>
                    </a:cubicBezTo>
                    <a:cubicBezTo>
                      <a:pt x="618" y="501"/>
                      <a:pt x="633" y="501"/>
                      <a:pt x="633" y="486"/>
                    </a:cubicBezTo>
                    <a:cubicBezTo>
                      <a:pt x="633" y="472"/>
                      <a:pt x="618" y="472"/>
                      <a:pt x="603" y="472"/>
                    </a:cubicBezTo>
                    <a:close/>
                    <a:moveTo>
                      <a:pt x="338" y="74"/>
                    </a:moveTo>
                    <a:lnTo>
                      <a:pt x="338" y="74"/>
                    </a:lnTo>
                    <a:cubicBezTo>
                      <a:pt x="338" y="30"/>
                      <a:pt x="338" y="30"/>
                      <a:pt x="338" y="30"/>
                    </a:cubicBezTo>
                    <a:cubicBezTo>
                      <a:pt x="368" y="30"/>
                      <a:pt x="368" y="30"/>
                      <a:pt x="368" y="30"/>
                    </a:cubicBezTo>
                    <a:cubicBezTo>
                      <a:pt x="383" y="30"/>
                      <a:pt x="397" y="30"/>
                      <a:pt x="397" y="15"/>
                    </a:cubicBezTo>
                    <a:cubicBezTo>
                      <a:pt x="397" y="0"/>
                      <a:pt x="383" y="0"/>
                      <a:pt x="368" y="0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50" y="0"/>
                      <a:pt x="235" y="0"/>
                      <a:pt x="235" y="15"/>
                    </a:cubicBezTo>
                    <a:cubicBezTo>
                      <a:pt x="235" y="30"/>
                      <a:pt x="250" y="30"/>
                      <a:pt x="250" y="30"/>
                    </a:cubicBezTo>
                    <a:cubicBezTo>
                      <a:pt x="294" y="30"/>
                      <a:pt x="294" y="30"/>
                      <a:pt x="294" y="30"/>
                    </a:cubicBezTo>
                    <a:lnTo>
                      <a:pt x="294" y="74"/>
                    </a:lnTo>
                    <a:cubicBezTo>
                      <a:pt x="132" y="89"/>
                      <a:pt x="0" y="221"/>
                      <a:pt x="0" y="383"/>
                    </a:cubicBezTo>
                    <a:cubicBezTo>
                      <a:pt x="0" y="398"/>
                      <a:pt x="0" y="398"/>
                      <a:pt x="0" y="413"/>
                    </a:cubicBezTo>
                    <a:lnTo>
                      <a:pt x="14" y="427"/>
                    </a:lnTo>
                    <a:cubicBezTo>
                      <a:pt x="603" y="427"/>
                      <a:pt x="603" y="427"/>
                      <a:pt x="603" y="427"/>
                    </a:cubicBezTo>
                    <a:cubicBezTo>
                      <a:pt x="618" y="427"/>
                      <a:pt x="633" y="413"/>
                      <a:pt x="633" y="413"/>
                    </a:cubicBezTo>
                    <a:cubicBezTo>
                      <a:pt x="633" y="398"/>
                      <a:pt x="633" y="398"/>
                      <a:pt x="633" y="383"/>
                    </a:cubicBezTo>
                    <a:cubicBezTo>
                      <a:pt x="633" y="221"/>
                      <a:pt x="500" y="89"/>
                      <a:pt x="338" y="74"/>
                    </a:cubicBezTo>
                    <a:close/>
                    <a:moveTo>
                      <a:pt x="44" y="383"/>
                    </a:moveTo>
                    <a:lnTo>
                      <a:pt x="44" y="383"/>
                    </a:lnTo>
                    <a:cubicBezTo>
                      <a:pt x="44" y="236"/>
                      <a:pt x="162" y="118"/>
                      <a:pt x="309" y="118"/>
                    </a:cubicBezTo>
                    <a:cubicBezTo>
                      <a:pt x="471" y="118"/>
                      <a:pt x="588" y="236"/>
                      <a:pt x="588" y="383"/>
                    </a:cubicBezTo>
                    <a:lnTo>
                      <a:pt x="44" y="3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2"/>
              <p:cNvSpPr/>
              <p:nvPr/>
            </p:nvSpPr>
            <p:spPr>
              <a:xfrm>
                <a:off x="2935329" y="2344091"/>
                <a:ext cx="181029" cy="221945"/>
              </a:xfrm>
              <a:custGeom>
                <a:rect b="b" l="l" r="r" t="t"/>
                <a:pathLst>
                  <a:path extrusionOk="0" h="619" w="501">
                    <a:moveTo>
                      <a:pt x="441" y="132"/>
                    </a:moveTo>
                    <a:lnTo>
                      <a:pt x="441" y="132"/>
                    </a:lnTo>
                    <a:cubicBezTo>
                      <a:pt x="353" y="162"/>
                      <a:pt x="339" y="220"/>
                      <a:pt x="353" y="264"/>
                    </a:cubicBezTo>
                    <a:cubicBezTo>
                      <a:pt x="280" y="191"/>
                      <a:pt x="294" y="117"/>
                      <a:pt x="294" y="0"/>
                    </a:cubicBezTo>
                    <a:cubicBezTo>
                      <a:pt x="88" y="73"/>
                      <a:pt x="132" y="279"/>
                      <a:pt x="132" y="353"/>
                    </a:cubicBezTo>
                    <a:cubicBezTo>
                      <a:pt x="88" y="309"/>
                      <a:pt x="73" y="205"/>
                      <a:pt x="73" y="205"/>
                    </a:cubicBezTo>
                    <a:cubicBezTo>
                      <a:pt x="14" y="235"/>
                      <a:pt x="0" y="309"/>
                      <a:pt x="0" y="367"/>
                    </a:cubicBezTo>
                    <a:cubicBezTo>
                      <a:pt x="0" y="515"/>
                      <a:pt x="103" y="618"/>
                      <a:pt x="250" y="618"/>
                    </a:cubicBezTo>
                    <a:cubicBezTo>
                      <a:pt x="397" y="618"/>
                      <a:pt x="500" y="515"/>
                      <a:pt x="500" y="367"/>
                    </a:cubicBezTo>
                    <a:cubicBezTo>
                      <a:pt x="500" y="279"/>
                      <a:pt x="441" y="250"/>
                      <a:pt x="441" y="132"/>
                    </a:cubicBezTo>
                    <a:close/>
                    <a:moveTo>
                      <a:pt x="265" y="588"/>
                    </a:moveTo>
                    <a:lnTo>
                      <a:pt x="265" y="588"/>
                    </a:lnTo>
                    <a:cubicBezTo>
                      <a:pt x="132" y="588"/>
                      <a:pt x="29" y="485"/>
                      <a:pt x="29" y="353"/>
                    </a:cubicBezTo>
                    <a:cubicBezTo>
                      <a:pt x="29" y="338"/>
                      <a:pt x="29" y="309"/>
                      <a:pt x="59" y="294"/>
                    </a:cubicBezTo>
                    <a:cubicBezTo>
                      <a:pt x="59" y="309"/>
                      <a:pt x="88" y="412"/>
                      <a:pt x="177" y="397"/>
                    </a:cubicBezTo>
                    <a:cubicBezTo>
                      <a:pt x="177" y="323"/>
                      <a:pt x="147" y="117"/>
                      <a:pt x="250" y="58"/>
                    </a:cubicBezTo>
                    <a:cubicBezTo>
                      <a:pt x="250" y="162"/>
                      <a:pt x="265" y="309"/>
                      <a:pt x="382" y="323"/>
                    </a:cubicBezTo>
                    <a:cubicBezTo>
                      <a:pt x="382" y="279"/>
                      <a:pt x="382" y="220"/>
                      <a:pt x="412" y="205"/>
                    </a:cubicBezTo>
                    <a:cubicBezTo>
                      <a:pt x="412" y="264"/>
                      <a:pt x="471" y="309"/>
                      <a:pt x="471" y="367"/>
                    </a:cubicBezTo>
                    <a:cubicBezTo>
                      <a:pt x="471" y="485"/>
                      <a:pt x="353" y="588"/>
                      <a:pt x="265" y="5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2"/>
              <p:cNvSpPr/>
              <p:nvPr/>
            </p:nvSpPr>
            <p:spPr>
              <a:xfrm>
                <a:off x="2565344" y="2344091"/>
                <a:ext cx="186314" cy="221945"/>
              </a:xfrm>
              <a:custGeom>
                <a:rect b="b" l="l" r="r" t="t"/>
                <a:pathLst>
                  <a:path extrusionOk="0" h="619" w="517">
                    <a:moveTo>
                      <a:pt x="265" y="0"/>
                    </a:moveTo>
                    <a:lnTo>
                      <a:pt x="265" y="0"/>
                    </a:lnTo>
                    <a:cubicBezTo>
                      <a:pt x="162" y="88"/>
                      <a:pt x="0" y="220"/>
                      <a:pt x="0" y="367"/>
                    </a:cubicBezTo>
                    <a:cubicBezTo>
                      <a:pt x="0" y="515"/>
                      <a:pt x="118" y="618"/>
                      <a:pt x="265" y="618"/>
                    </a:cubicBezTo>
                    <a:cubicBezTo>
                      <a:pt x="398" y="618"/>
                      <a:pt x="516" y="515"/>
                      <a:pt x="516" y="367"/>
                    </a:cubicBezTo>
                    <a:cubicBezTo>
                      <a:pt x="516" y="220"/>
                      <a:pt x="353" y="88"/>
                      <a:pt x="265" y="0"/>
                    </a:cubicBezTo>
                    <a:close/>
                    <a:moveTo>
                      <a:pt x="265" y="588"/>
                    </a:moveTo>
                    <a:lnTo>
                      <a:pt x="265" y="588"/>
                    </a:lnTo>
                    <a:cubicBezTo>
                      <a:pt x="148" y="588"/>
                      <a:pt x="44" y="485"/>
                      <a:pt x="44" y="367"/>
                    </a:cubicBezTo>
                    <a:cubicBezTo>
                      <a:pt x="44" y="250"/>
                      <a:pt x="177" y="132"/>
                      <a:pt x="265" y="58"/>
                    </a:cubicBezTo>
                    <a:cubicBezTo>
                      <a:pt x="339" y="132"/>
                      <a:pt x="471" y="250"/>
                      <a:pt x="471" y="367"/>
                    </a:cubicBezTo>
                    <a:cubicBezTo>
                      <a:pt x="471" y="485"/>
                      <a:pt x="383" y="588"/>
                      <a:pt x="265" y="588"/>
                    </a:cubicBezTo>
                    <a:close/>
                    <a:moveTo>
                      <a:pt x="265" y="191"/>
                    </a:moveTo>
                    <a:lnTo>
                      <a:pt x="265" y="191"/>
                    </a:lnTo>
                    <a:cubicBezTo>
                      <a:pt x="206" y="250"/>
                      <a:pt x="118" y="309"/>
                      <a:pt x="118" y="382"/>
                    </a:cubicBezTo>
                    <a:cubicBezTo>
                      <a:pt x="118" y="471"/>
                      <a:pt x="192" y="530"/>
                      <a:pt x="265" y="530"/>
                    </a:cubicBezTo>
                    <a:cubicBezTo>
                      <a:pt x="339" y="530"/>
                      <a:pt x="398" y="471"/>
                      <a:pt x="398" y="382"/>
                    </a:cubicBezTo>
                    <a:cubicBezTo>
                      <a:pt x="398" y="309"/>
                      <a:pt x="310" y="250"/>
                      <a:pt x="265" y="191"/>
                    </a:cubicBezTo>
                    <a:close/>
                    <a:moveTo>
                      <a:pt x="265" y="485"/>
                    </a:moveTo>
                    <a:lnTo>
                      <a:pt x="265" y="485"/>
                    </a:lnTo>
                    <a:cubicBezTo>
                      <a:pt x="206" y="485"/>
                      <a:pt x="162" y="441"/>
                      <a:pt x="162" y="382"/>
                    </a:cubicBezTo>
                    <a:cubicBezTo>
                      <a:pt x="162" y="323"/>
                      <a:pt x="221" y="279"/>
                      <a:pt x="265" y="235"/>
                    </a:cubicBezTo>
                    <a:cubicBezTo>
                      <a:pt x="295" y="279"/>
                      <a:pt x="353" y="323"/>
                      <a:pt x="353" y="382"/>
                    </a:cubicBezTo>
                    <a:cubicBezTo>
                      <a:pt x="353" y="441"/>
                      <a:pt x="310" y="485"/>
                      <a:pt x="265" y="48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2"/>
              <p:cNvSpPr/>
              <p:nvPr/>
            </p:nvSpPr>
            <p:spPr>
              <a:xfrm>
                <a:off x="2178182" y="2344091"/>
                <a:ext cx="228597" cy="221945"/>
              </a:xfrm>
              <a:custGeom>
                <a:rect b="b" l="l" r="r" t="t"/>
                <a:pathLst>
                  <a:path extrusionOk="0" h="619" w="634">
                    <a:moveTo>
                      <a:pt x="309" y="88"/>
                    </a:moveTo>
                    <a:lnTo>
                      <a:pt x="309" y="88"/>
                    </a:lnTo>
                    <a:cubicBezTo>
                      <a:pt x="235" y="88"/>
                      <a:pt x="176" y="162"/>
                      <a:pt x="176" y="235"/>
                    </a:cubicBezTo>
                    <a:cubicBezTo>
                      <a:pt x="176" y="309"/>
                      <a:pt x="235" y="367"/>
                      <a:pt x="309" y="367"/>
                    </a:cubicBezTo>
                    <a:cubicBezTo>
                      <a:pt x="383" y="367"/>
                      <a:pt x="456" y="309"/>
                      <a:pt x="456" y="235"/>
                    </a:cubicBezTo>
                    <a:cubicBezTo>
                      <a:pt x="456" y="162"/>
                      <a:pt x="383" y="88"/>
                      <a:pt x="309" y="88"/>
                    </a:cubicBezTo>
                    <a:close/>
                    <a:moveTo>
                      <a:pt x="309" y="323"/>
                    </a:moveTo>
                    <a:lnTo>
                      <a:pt x="309" y="323"/>
                    </a:lnTo>
                    <a:cubicBezTo>
                      <a:pt x="265" y="323"/>
                      <a:pt x="221" y="279"/>
                      <a:pt x="221" y="235"/>
                    </a:cubicBezTo>
                    <a:cubicBezTo>
                      <a:pt x="221" y="176"/>
                      <a:pt x="265" y="132"/>
                      <a:pt x="309" y="132"/>
                    </a:cubicBezTo>
                    <a:cubicBezTo>
                      <a:pt x="368" y="132"/>
                      <a:pt x="412" y="176"/>
                      <a:pt x="412" y="235"/>
                    </a:cubicBezTo>
                    <a:cubicBezTo>
                      <a:pt x="412" y="279"/>
                      <a:pt x="368" y="323"/>
                      <a:pt x="309" y="323"/>
                    </a:cubicBezTo>
                    <a:close/>
                    <a:moveTo>
                      <a:pt x="530" y="338"/>
                    </a:moveTo>
                    <a:lnTo>
                      <a:pt x="530" y="338"/>
                    </a:lnTo>
                    <a:cubicBezTo>
                      <a:pt x="544" y="309"/>
                      <a:pt x="559" y="264"/>
                      <a:pt x="559" y="235"/>
                    </a:cubicBezTo>
                    <a:cubicBezTo>
                      <a:pt x="559" y="103"/>
                      <a:pt x="441" y="0"/>
                      <a:pt x="309" y="0"/>
                    </a:cubicBezTo>
                    <a:cubicBezTo>
                      <a:pt x="176" y="0"/>
                      <a:pt x="73" y="103"/>
                      <a:pt x="73" y="235"/>
                    </a:cubicBezTo>
                    <a:cubicBezTo>
                      <a:pt x="73" y="264"/>
                      <a:pt x="88" y="309"/>
                      <a:pt x="103" y="338"/>
                    </a:cubicBezTo>
                    <a:cubicBezTo>
                      <a:pt x="0" y="500"/>
                      <a:pt x="0" y="500"/>
                      <a:pt x="0" y="500"/>
                    </a:cubicBezTo>
                    <a:cubicBezTo>
                      <a:pt x="0" y="500"/>
                      <a:pt x="58" y="515"/>
                      <a:pt x="117" y="530"/>
                    </a:cubicBezTo>
                    <a:cubicBezTo>
                      <a:pt x="162" y="574"/>
                      <a:pt x="206" y="618"/>
                      <a:pt x="206" y="618"/>
                    </a:cubicBezTo>
                    <a:cubicBezTo>
                      <a:pt x="294" y="471"/>
                      <a:pt x="294" y="471"/>
                      <a:pt x="294" y="471"/>
                    </a:cubicBezTo>
                    <a:cubicBezTo>
                      <a:pt x="309" y="471"/>
                      <a:pt x="309" y="471"/>
                      <a:pt x="309" y="471"/>
                    </a:cubicBezTo>
                    <a:cubicBezTo>
                      <a:pt x="324" y="471"/>
                      <a:pt x="324" y="471"/>
                      <a:pt x="324" y="471"/>
                    </a:cubicBezTo>
                    <a:cubicBezTo>
                      <a:pt x="412" y="618"/>
                      <a:pt x="412" y="618"/>
                      <a:pt x="412" y="618"/>
                    </a:cubicBezTo>
                    <a:cubicBezTo>
                      <a:pt x="412" y="618"/>
                      <a:pt x="456" y="574"/>
                      <a:pt x="500" y="530"/>
                    </a:cubicBezTo>
                    <a:cubicBezTo>
                      <a:pt x="559" y="515"/>
                      <a:pt x="633" y="500"/>
                      <a:pt x="633" y="500"/>
                    </a:cubicBezTo>
                    <a:lnTo>
                      <a:pt x="530" y="338"/>
                    </a:lnTo>
                    <a:close/>
                    <a:moveTo>
                      <a:pt x="206" y="544"/>
                    </a:moveTo>
                    <a:lnTo>
                      <a:pt x="206" y="544"/>
                    </a:lnTo>
                    <a:cubicBezTo>
                      <a:pt x="206" y="544"/>
                      <a:pt x="176" y="530"/>
                      <a:pt x="147" y="500"/>
                    </a:cubicBezTo>
                    <a:cubicBezTo>
                      <a:pt x="103" y="485"/>
                      <a:pt x="58" y="471"/>
                      <a:pt x="58" y="471"/>
                    </a:cubicBezTo>
                    <a:cubicBezTo>
                      <a:pt x="117" y="382"/>
                      <a:pt x="117" y="382"/>
                      <a:pt x="117" y="382"/>
                    </a:cubicBezTo>
                    <a:cubicBezTo>
                      <a:pt x="147" y="412"/>
                      <a:pt x="206" y="456"/>
                      <a:pt x="250" y="456"/>
                    </a:cubicBezTo>
                    <a:lnTo>
                      <a:pt x="206" y="544"/>
                    </a:lnTo>
                    <a:close/>
                    <a:moveTo>
                      <a:pt x="309" y="426"/>
                    </a:moveTo>
                    <a:lnTo>
                      <a:pt x="309" y="426"/>
                    </a:lnTo>
                    <a:cubicBezTo>
                      <a:pt x="206" y="426"/>
                      <a:pt x="117" y="338"/>
                      <a:pt x="117" y="235"/>
                    </a:cubicBezTo>
                    <a:cubicBezTo>
                      <a:pt x="117" y="117"/>
                      <a:pt x="206" y="29"/>
                      <a:pt x="309" y="29"/>
                    </a:cubicBezTo>
                    <a:cubicBezTo>
                      <a:pt x="426" y="29"/>
                      <a:pt x="515" y="117"/>
                      <a:pt x="515" y="235"/>
                    </a:cubicBezTo>
                    <a:cubicBezTo>
                      <a:pt x="515" y="338"/>
                      <a:pt x="426" y="426"/>
                      <a:pt x="309" y="426"/>
                    </a:cubicBezTo>
                    <a:close/>
                    <a:moveTo>
                      <a:pt x="485" y="500"/>
                    </a:moveTo>
                    <a:lnTo>
                      <a:pt x="485" y="500"/>
                    </a:lnTo>
                    <a:cubicBezTo>
                      <a:pt x="456" y="530"/>
                      <a:pt x="426" y="544"/>
                      <a:pt x="426" y="544"/>
                    </a:cubicBezTo>
                    <a:cubicBezTo>
                      <a:pt x="368" y="456"/>
                      <a:pt x="368" y="456"/>
                      <a:pt x="368" y="456"/>
                    </a:cubicBezTo>
                    <a:cubicBezTo>
                      <a:pt x="426" y="456"/>
                      <a:pt x="471" y="412"/>
                      <a:pt x="500" y="382"/>
                    </a:cubicBezTo>
                    <a:cubicBezTo>
                      <a:pt x="559" y="471"/>
                      <a:pt x="559" y="471"/>
                      <a:pt x="559" y="471"/>
                    </a:cubicBezTo>
                    <a:cubicBezTo>
                      <a:pt x="559" y="471"/>
                      <a:pt x="530" y="485"/>
                      <a:pt x="485" y="5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"/>
              <p:cNvSpPr/>
              <p:nvPr/>
            </p:nvSpPr>
            <p:spPr>
              <a:xfrm>
                <a:off x="1806876" y="2349376"/>
                <a:ext cx="232562" cy="212697"/>
              </a:xfrm>
              <a:custGeom>
                <a:rect b="b" l="l" r="r" t="t"/>
                <a:pathLst>
                  <a:path extrusionOk="0" h="590" w="649">
                    <a:moveTo>
                      <a:pt x="515" y="74"/>
                    </a:moveTo>
                    <a:lnTo>
                      <a:pt x="515" y="74"/>
                    </a:lnTo>
                    <a:cubicBezTo>
                      <a:pt x="515" y="30"/>
                      <a:pt x="486" y="0"/>
                      <a:pt x="442" y="0"/>
                    </a:cubicBezTo>
                    <a:cubicBezTo>
                      <a:pt x="206" y="0"/>
                      <a:pt x="206" y="0"/>
                      <a:pt x="206" y="0"/>
                    </a:cubicBezTo>
                    <a:cubicBezTo>
                      <a:pt x="162" y="0"/>
                      <a:pt x="133" y="30"/>
                      <a:pt x="133" y="74"/>
                    </a:cubicBezTo>
                    <a:cubicBezTo>
                      <a:pt x="0" y="74"/>
                      <a:pt x="15" y="74"/>
                      <a:pt x="15" y="162"/>
                    </a:cubicBezTo>
                    <a:cubicBezTo>
                      <a:pt x="15" y="221"/>
                      <a:pt x="59" y="280"/>
                      <a:pt x="133" y="280"/>
                    </a:cubicBezTo>
                    <a:cubicBezTo>
                      <a:pt x="133" y="280"/>
                      <a:pt x="133" y="280"/>
                      <a:pt x="147" y="280"/>
                    </a:cubicBezTo>
                    <a:cubicBezTo>
                      <a:pt x="162" y="353"/>
                      <a:pt x="236" y="427"/>
                      <a:pt x="309" y="427"/>
                    </a:cubicBezTo>
                    <a:cubicBezTo>
                      <a:pt x="309" y="545"/>
                      <a:pt x="309" y="545"/>
                      <a:pt x="309" y="545"/>
                    </a:cubicBezTo>
                    <a:cubicBezTo>
                      <a:pt x="250" y="545"/>
                      <a:pt x="250" y="545"/>
                      <a:pt x="250" y="545"/>
                    </a:cubicBezTo>
                    <a:cubicBezTo>
                      <a:pt x="236" y="545"/>
                      <a:pt x="221" y="560"/>
                      <a:pt x="221" y="574"/>
                    </a:cubicBezTo>
                    <a:cubicBezTo>
                      <a:pt x="221" y="574"/>
                      <a:pt x="236" y="589"/>
                      <a:pt x="250" y="589"/>
                    </a:cubicBezTo>
                    <a:cubicBezTo>
                      <a:pt x="397" y="589"/>
                      <a:pt x="397" y="589"/>
                      <a:pt x="397" y="589"/>
                    </a:cubicBezTo>
                    <a:cubicBezTo>
                      <a:pt x="413" y="589"/>
                      <a:pt x="427" y="574"/>
                      <a:pt x="427" y="574"/>
                    </a:cubicBezTo>
                    <a:cubicBezTo>
                      <a:pt x="427" y="560"/>
                      <a:pt x="413" y="545"/>
                      <a:pt x="397" y="545"/>
                    </a:cubicBezTo>
                    <a:cubicBezTo>
                      <a:pt x="339" y="545"/>
                      <a:pt x="339" y="545"/>
                      <a:pt x="339" y="545"/>
                    </a:cubicBezTo>
                    <a:cubicBezTo>
                      <a:pt x="339" y="427"/>
                      <a:pt x="339" y="427"/>
                      <a:pt x="339" y="427"/>
                    </a:cubicBezTo>
                    <a:cubicBezTo>
                      <a:pt x="413" y="427"/>
                      <a:pt x="486" y="353"/>
                      <a:pt x="501" y="280"/>
                    </a:cubicBezTo>
                    <a:cubicBezTo>
                      <a:pt x="515" y="280"/>
                      <a:pt x="515" y="280"/>
                      <a:pt x="515" y="280"/>
                    </a:cubicBezTo>
                    <a:cubicBezTo>
                      <a:pt x="589" y="280"/>
                      <a:pt x="633" y="221"/>
                      <a:pt x="633" y="162"/>
                    </a:cubicBezTo>
                    <a:cubicBezTo>
                      <a:pt x="633" y="74"/>
                      <a:pt x="648" y="74"/>
                      <a:pt x="515" y="74"/>
                    </a:cubicBezTo>
                    <a:close/>
                    <a:moveTo>
                      <a:pt x="133" y="236"/>
                    </a:moveTo>
                    <a:lnTo>
                      <a:pt x="133" y="236"/>
                    </a:lnTo>
                    <a:cubicBezTo>
                      <a:pt x="88" y="236"/>
                      <a:pt x="44" y="206"/>
                      <a:pt x="44" y="162"/>
                    </a:cubicBezTo>
                    <a:cubicBezTo>
                      <a:pt x="44" y="118"/>
                      <a:pt x="44" y="118"/>
                      <a:pt x="133" y="118"/>
                    </a:cubicBezTo>
                    <a:lnTo>
                      <a:pt x="133" y="236"/>
                    </a:lnTo>
                    <a:close/>
                    <a:moveTo>
                      <a:pt x="486" y="191"/>
                    </a:moveTo>
                    <a:lnTo>
                      <a:pt x="486" y="191"/>
                    </a:lnTo>
                    <a:cubicBezTo>
                      <a:pt x="486" y="280"/>
                      <a:pt x="413" y="398"/>
                      <a:pt x="324" y="398"/>
                    </a:cubicBezTo>
                    <a:cubicBezTo>
                      <a:pt x="236" y="398"/>
                      <a:pt x="162" y="280"/>
                      <a:pt x="162" y="191"/>
                    </a:cubicBezTo>
                    <a:cubicBezTo>
                      <a:pt x="162" y="74"/>
                      <a:pt x="162" y="74"/>
                      <a:pt x="162" y="74"/>
                    </a:cubicBezTo>
                    <a:cubicBezTo>
                      <a:pt x="162" y="59"/>
                      <a:pt x="192" y="44"/>
                      <a:pt x="206" y="44"/>
                    </a:cubicBezTo>
                    <a:cubicBezTo>
                      <a:pt x="442" y="44"/>
                      <a:pt x="442" y="44"/>
                      <a:pt x="442" y="44"/>
                    </a:cubicBezTo>
                    <a:cubicBezTo>
                      <a:pt x="456" y="44"/>
                      <a:pt x="486" y="59"/>
                      <a:pt x="486" y="74"/>
                    </a:cubicBezTo>
                    <a:lnTo>
                      <a:pt x="486" y="191"/>
                    </a:lnTo>
                    <a:close/>
                    <a:moveTo>
                      <a:pt x="515" y="236"/>
                    </a:moveTo>
                    <a:lnTo>
                      <a:pt x="515" y="236"/>
                    </a:lnTo>
                    <a:cubicBezTo>
                      <a:pt x="515" y="118"/>
                      <a:pt x="515" y="118"/>
                      <a:pt x="515" y="118"/>
                    </a:cubicBezTo>
                    <a:cubicBezTo>
                      <a:pt x="604" y="118"/>
                      <a:pt x="604" y="118"/>
                      <a:pt x="604" y="162"/>
                    </a:cubicBezTo>
                    <a:cubicBezTo>
                      <a:pt x="604" y="206"/>
                      <a:pt x="560" y="236"/>
                      <a:pt x="515" y="2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"/>
              <p:cNvSpPr/>
              <p:nvPr/>
            </p:nvSpPr>
            <p:spPr>
              <a:xfrm>
                <a:off x="1440856" y="2344091"/>
                <a:ext cx="228597" cy="221945"/>
              </a:xfrm>
              <a:custGeom>
                <a:rect b="b" l="l" r="r" t="t"/>
                <a:pathLst>
                  <a:path extrusionOk="0" h="619" w="634">
                    <a:moveTo>
                      <a:pt x="177" y="191"/>
                    </a:moveTo>
                    <a:lnTo>
                      <a:pt x="177" y="191"/>
                    </a:lnTo>
                    <a:lnTo>
                      <a:pt x="162" y="205"/>
                    </a:lnTo>
                    <a:cubicBezTo>
                      <a:pt x="162" y="412"/>
                      <a:pt x="162" y="412"/>
                      <a:pt x="162" y="412"/>
                    </a:cubicBezTo>
                    <a:lnTo>
                      <a:pt x="177" y="426"/>
                    </a:lnTo>
                    <a:cubicBezTo>
                      <a:pt x="192" y="426"/>
                      <a:pt x="207" y="412"/>
                      <a:pt x="207" y="412"/>
                    </a:cubicBezTo>
                    <a:cubicBezTo>
                      <a:pt x="207" y="205"/>
                      <a:pt x="207" y="205"/>
                      <a:pt x="207" y="205"/>
                    </a:cubicBezTo>
                    <a:cubicBezTo>
                      <a:pt x="207" y="205"/>
                      <a:pt x="192" y="191"/>
                      <a:pt x="177" y="191"/>
                    </a:cubicBezTo>
                    <a:close/>
                    <a:moveTo>
                      <a:pt x="339" y="250"/>
                    </a:moveTo>
                    <a:lnTo>
                      <a:pt x="339" y="250"/>
                    </a:lnTo>
                    <a:cubicBezTo>
                      <a:pt x="324" y="250"/>
                      <a:pt x="324" y="264"/>
                      <a:pt x="324" y="264"/>
                    </a:cubicBezTo>
                    <a:cubicBezTo>
                      <a:pt x="324" y="382"/>
                      <a:pt x="324" y="382"/>
                      <a:pt x="324" y="382"/>
                    </a:cubicBezTo>
                    <a:cubicBezTo>
                      <a:pt x="324" y="397"/>
                      <a:pt x="324" y="412"/>
                      <a:pt x="339" y="412"/>
                    </a:cubicBezTo>
                    <a:cubicBezTo>
                      <a:pt x="354" y="412"/>
                      <a:pt x="354" y="397"/>
                      <a:pt x="354" y="382"/>
                    </a:cubicBezTo>
                    <a:cubicBezTo>
                      <a:pt x="354" y="264"/>
                      <a:pt x="354" y="264"/>
                      <a:pt x="354" y="264"/>
                    </a:cubicBezTo>
                    <a:cubicBezTo>
                      <a:pt x="354" y="264"/>
                      <a:pt x="354" y="250"/>
                      <a:pt x="339" y="250"/>
                    </a:cubicBezTo>
                    <a:close/>
                    <a:moveTo>
                      <a:pt x="471" y="0"/>
                    </a:moveTo>
                    <a:lnTo>
                      <a:pt x="471" y="0"/>
                    </a:lnTo>
                    <a:cubicBezTo>
                      <a:pt x="324" y="117"/>
                      <a:pt x="324" y="117"/>
                      <a:pt x="324" y="117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618"/>
                      <a:pt x="0" y="618"/>
                      <a:pt x="0" y="618"/>
                    </a:cubicBezTo>
                    <a:cubicBezTo>
                      <a:pt x="162" y="530"/>
                      <a:pt x="162" y="530"/>
                      <a:pt x="162" y="530"/>
                    </a:cubicBezTo>
                    <a:cubicBezTo>
                      <a:pt x="324" y="588"/>
                      <a:pt x="324" y="588"/>
                      <a:pt x="324" y="588"/>
                    </a:cubicBezTo>
                    <a:cubicBezTo>
                      <a:pt x="471" y="471"/>
                      <a:pt x="471" y="471"/>
                      <a:pt x="471" y="471"/>
                    </a:cubicBezTo>
                    <a:cubicBezTo>
                      <a:pt x="633" y="588"/>
                      <a:pt x="633" y="588"/>
                      <a:pt x="633" y="588"/>
                    </a:cubicBezTo>
                    <a:cubicBezTo>
                      <a:pt x="633" y="117"/>
                      <a:pt x="633" y="117"/>
                      <a:pt x="633" y="117"/>
                    </a:cubicBezTo>
                    <a:lnTo>
                      <a:pt x="471" y="0"/>
                    </a:lnTo>
                    <a:close/>
                    <a:moveTo>
                      <a:pt x="589" y="515"/>
                    </a:moveTo>
                    <a:lnTo>
                      <a:pt x="589" y="515"/>
                    </a:lnTo>
                    <a:cubicBezTo>
                      <a:pt x="471" y="426"/>
                      <a:pt x="471" y="426"/>
                      <a:pt x="471" y="426"/>
                    </a:cubicBezTo>
                    <a:cubicBezTo>
                      <a:pt x="324" y="544"/>
                      <a:pt x="324" y="544"/>
                      <a:pt x="324" y="544"/>
                    </a:cubicBezTo>
                    <a:cubicBezTo>
                      <a:pt x="162" y="485"/>
                      <a:pt x="162" y="485"/>
                      <a:pt x="162" y="485"/>
                    </a:cubicBezTo>
                    <a:cubicBezTo>
                      <a:pt x="44" y="559"/>
                      <a:pt x="44" y="559"/>
                      <a:pt x="44" y="559"/>
                    </a:cubicBezTo>
                    <a:cubicBezTo>
                      <a:pt x="44" y="162"/>
                      <a:pt x="44" y="162"/>
                      <a:pt x="44" y="162"/>
                    </a:cubicBezTo>
                    <a:cubicBezTo>
                      <a:pt x="162" y="88"/>
                      <a:pt x="162" y="88"/>
                      <a:pt x="162" y="88"/>
                    </a:cubicBezTo>
                    <a:cubicBezTo>
                      <a:pt x="324" y="147"/>
                      <a:pt x="324" y="147"/>
                      <a:pt x="324" y="147"/>
                    </a:cubicBezTo>
                    <a:cubicBezTo>
                      <a:pt x="471" y="29"/>
                      <a:pt x="471" y="29"/>
                      <a:pt x="471" y="29"/>
                    </a:cubicBezTo>
                    <a:cubicBezTo>
                      <a:pt x="589" y="117"/>
                      <a:pt x="589" y="117"/>
                      <a:pt x="589" y="117"/>
                    </a:cubicBezTo>
                    <a:lnTo>
                      <a:pt x="589" y="515"/>
                    </a:lnTo>
                    <a:close/>
                    <a:moveTo>
                      <a:pt x="471" y="323"/>
                    </a:moveTo>
                    <a:lnTo>
                      <a:pt x="471" y="323"/>
                    </a:lnTo>
                    <a:cubicBezTo>
                      <a:pt x="471" y="338"/>
                      <a:pt x="486" y="353"/>
                      <a:pt x="501" y="353"/>
                    </a:cubicBezTo>
                    <a:cubicBezTo>
                      <a:pt x="501" y="353"/>
                      <a:pt x="516" y="338"/>
                      <a:pt x="516" y="323"/>
                    </a:cubicBezTo>
                    <a:cubicBezTo>
                      <a:pt x="516" y="176"/>
                      <a:pt x="516" y="176"/>
                      <a:pt x="516" y="176"/>
                    </a:cubicBezTo>
                    <a:cubicBezTo>
                      <a:pt x="516" y="162"/>
                      <a:pt x="501" y="147"/>
                      <a:pt x="501" y="147"/>
                    </a:cubicBezTo>
                    <a:cubicBezTo>
                      <a:pt x="486" y="147"/>
                      <a:pt x="471" y="162"/>
                      <a:pt x="471" y="176"/>
                    </a:cubicBezTo>
                    <a:lnTo>
                      <a:pt x="471" y="3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"/>
              <p:cNvSpPr/>
              <p:nvPr/>
            </p:nvSpPr>
            <p:spPr>
              <a:xfrm>
                <a:off x="1097298" y="2344091"/>
                <a:ext cx="184992" cy="221945"/>
              </a:xfrm>
              <a:custGeom>
                <a:rect b="b" l="l" r="r" t="t"/>
                <a:pathLst>
                  <a:path extrusionOk="0" h="619" w="517">
                    <a:moveTo>
                      <a:pt x="501" y="235"/>
                    </a:moveTo>
                    <a:lnTo>
                      <a:pt x="501" y="235"/>
                    </a:lnTo>
                    <a:cubicBezTo>
                      <a:pt x="442" y="117"/>
                      <a:pt x="442" y="117"/>
                      <a:pt x="442" y="117"/>
                    </a:cubicBezTo>
                    <a:cubicBezTo>
                      <a:pt x="442" y="117"/>
                      <a:pt x="442" y="117"/>
                      <a:pt x="427" y="117"/>
                    </a:cubicBezTo>
                    <a:cubicBezTo>
                      <a:pt x="309" y="117"/>
                      <a:pt x="309" y="117"/>
                      <a:pt x="309" y="117"/>
                    </a:cubicBezTo>
                    <a:cubicBezTo>
                      <a:pt x="309" y="73"/>
                      <a:pt x="309" y="73"/>
                      <a:pt x="309" y="73"/>
                    </a:cubicBezTo>
                    <a:cubicBezTo>
                      <a:pt x="309" y="29"/>
                      <a:pt x="280" y="0"/>
                      <a:pt x="236" y="0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148" y="0"/>
                      <a:pt x="118" y="29"/>
                      <a:pt x="118" y="73"/>
                    </a:cubicBezTo>
                    <a:cubicBezTo>
                      <a:pt x="118" y="117"/>
                      <a:pt x="118" y="117"/>
                      <a:pt x="118" y="117"/>
                    </a:cubicBezTo>
                    <a:cubicBezTo>
                      <a:pt x="45" y="117"/>
                      <a:pt x="45" y="117"/>
                      <a:pt x="45" y="117"/>
                    </a:cubicBezTo>
                    <a:cubicBezTo>
                      <a:pt x="15" y="117"/>
                      <a:pt x="0" y="132"/>
                      <a:pt x="0" y="147"/>
                    </a:cubicBezTo>
                    <a:cubicBezTo>
                      <a:pt x="0" y="353"/>
                      <a:pt x="0" y="353"/>
                      <a:pt x="0" y="353"/>
                    </a:cubicBezTo>
                    <a:cubicBezTo>
                      <a:pt x="0" y="367"/>
                      <a:pt x="15" y="382"/>
                      <a:pt x="45" y="382"/>
                    </a:cubicBez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18" y="544"/>
                      <a:pt x="118" y="544"/>
                      <a:pt x="118" y="544"/>
                    </a:cubicBezTo>
                    <a:cubicBezTo>
                      <a:pt x="118" y="588"/>
                      <a:pt x="148" y="618"/>
                      <a:pt x="192" y="618"/>
                    </a:cubicBezTo>
                    <a:cubicBezTo>
                      <a:pt x="236" y="618"/>
                      <a:pt x="236" y="618"/>
                      <a:pt x="236" y="618"/>
                    </a:cubicBezTo>
                    <a:cubicBezTo>
                      <a:pt x="280" y="618"/>
                      <a:pt x="309" y="588"/>
                      <a:pt x="309" y="544"/>
                    </a:cubicBezTo>
                    <a:cubicBezTo>
                      <a:pt x="309" y="382"/>
                      <a:pt x="309" y="382"/>
                      <a:pt x="309" y="382"/>
                    </a:cubicBezTo>
                    <a:cubicBezTo>
                      <a:pt x="427" y="382"/>
                      <a:pt x="427" y="382"/>
                      <a:pt x="427" y="382"/>
                    </a:cubicBezTo>
                    <a:cubicBezTo>
                      <a:pt x="442" y="382"/>
                      <a:pt x="442" y="382"/>
                      <a:pt x="442" y="382"/>
                    </a:cubicBezTo>
                    <a:cubicBezTo>
                      <a:pt x="501" y="264"/>
                      <a:pt x="501" y="264"/>
                      <a:pt x="501" y="264"/>
                    </a:cubicBezTo>
                    <a:cubicBezTo>
                      <a:pt x="516" y="250"/>
                      <a:pt x="516" y="250"/>
                      <a:pt x="516" y="250"/>
                    </a:cubicBezTo>
                    <a:cubicBezTo>
                      <a:pt x="516" y="250"/>
                      <a:pt x="516" y="235"/>
                      <a:pt x="501" y="235"/>
                    </a:cubicBezTo>
                    <a:close/>
                    <a:moveTo>
                      <a:pt x="162" y="73"/>
                    </a:moveTo>
                    <a:lnTo>
                      <a:pt x="162" y="73"/>
                    </a:lnTo>
                    <a:cubicBezTo>
                      <a:pt x="162" y="58"/>
                      <a:pt x="177" y="29"/>
                      <a:pt x="192" y="29"/>
                    </a:cubicBezTo>
                    <a:cubicBezTo>
                      <a:pt x="236" y="29"/>
                      <a:pt x="236" y="29"/>
                      <a:pt x="236" y="29"/>
                    </a:cubicBezTo>
                    <a:cubicBezTo>
                      <a:pt x="251" y="29"/>
                      <a:pt x="280" y="58"/>
                      <a:pt x="280" y="73"/>
                    </a:cubicBezTo>
                    <a:cubicBezTo>
                      <a:pt x="280" y="117"/>
                      <a:pt x="280" y="117"/>
                      <a:pt x="280" y="117"/>
                    </a:cubicBezTo>
                    <a:cubicBezTo>
                      <a:pt x="162" y="117"/>
                      <a:pt x="162" y="117"/>
                      <a:pt x="162" y="117"/>
                    </a:cubicBezTo>
                    <a:lnTo>
                      <a:pt x="162" y="73"/>
                    </a:lnTo>
                    <a:close/>
                    <a:moveTo>
                      <a:pt x="280" y="544"/>
                    </a:moveTo>
                    <a:lnTo>
                      <a:pt x="280" y="544"/>
                    </a:lnTo>
                    <a:cubicBezTo>
                      <a:pt x="280" y="559"/>
                      <a:pt x="251" y="588"/>
                      <a:pt x="236" y="588"/>
                    </a:cubicBezTo>
                    <a:cubicBezTo>
                      <a:pt x="192" y="588"/>
                      <a:pt x="192" y="588"/>
                      <a:pt x="192" y="588"/>
                    </a:cubicBezTo>
                    <a:cubicBezTo>
                      <a:pt x="177" y="588"/>
                      <a:pt x="162" y="559"/>
                      <a:pt x="162" y="544"/>
                    </a:cubicBezTo>
                    <a:cubicBezTo>
                      <a:pt x="162" y="382"/>
                      <a:pt x="162" y="382"/>
                      <a:pt x="162" y="382"/>
                    </a:cubicBezTo>
                    <a:cubicBezTo>
                      <a:pt x="280" y="382"/>
                      <a:pt x="280" y="382"/>
                      <a:pt x="280" y="382"/>
                    </a:cubicBezTo>
                    <a:lnTo>
                      <a:pt x="280" y="544"/>
                    </a:lnTo>
                    <a:close/>
                    <a:moveTo>
                      <a:pt x="427" y="338"/>
                    </a:moveTo>
                    <a:lnTo>
                      <a:pt x="427" y="338"/>
                    </a:lnTo>
                    <a:cubicBezTo>
                      <a:pt x="427" y="353"/>
                      <a:pt x="413" y="353"/>
                      <a:pt x="413" y="353"/>
                    </a:cubicBezTo>
                    <a:cubicBezTo>
                      <a:pt x="59" y="353"/>
                      <a:pt x="59" y="353"/>
                      <a:pt x="59" y="353"/>
                    </a:cubicBezTo>
                    <a:cubicBezTo>
                      <a:pt x="45" y="353"/>
                      <a:pt x="45" y="338"/>
                      <a:pt x="45" y="323"/>
                    </a:cubicBezTo>
                    <a:cubicBezTo>
                      <a:pt x="45" y="176"/>
                      <a:pt x="45" y="176"/>
                      <a:pt x="45" y="176"/>
                    </a:cubicBezTo>
                    <a:cubicBezTo>
                      <a:pt x="45" y="162"/>
                      <a:pt x="45" y="147"/>
                      <a:pt x="59" y="147"/>
                    </a:cubicBezTo>
                    <a:cubicBezTo>
                      <a:pt x="413" y="147"/>
                      <a:pt x="413" y="147"/>
                      <a:pt x="413" y="147"/>
                    </a:cubicBezTo>
                    <a:cubicBezTo>
                      <a:pt x="413" y="147"/>
                      <a:pt x="427" y="147"/>
                      <a:pt x="427" y="162"/>
                    </a:cubicBezTo>
                    <a:cubicBezTo>
                      <a:pt x="472" y="250"/>
                      <a:pt x="472" y="250"/>
                      <a:pt x="472" y="250"/>
                    </a:cubicBezTo>
                    <a:lnTo>
                      <a:pt x="427" y="33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"/>
              <p:cNvSpPr/>
              <p:nvPr/>
            </p:nvSpPr>
            <p:spPr>
              <a:xfrm>
                <a:off x="736563" y="2344091"/>
                <a:ext cx="170458" cy="221945"/>
              </a:xfrm>
              <a:custGeom>
                <a:rect b="b" l="l" r="r" t="t"/>
                <a:pathLst>
                  <a:path extrusionOk="0" h="619" w="472">
                    <a:moveTo>
                      <a:pt x="236" y="0"/>
                    </a:moveTo>
                    <a:lnTo>
                      <a:pt x="236" y="0"/>
                    </a:lnTo>
                    <a:cubicBezTo>
                      <a:pt x="104" y="0"/>
                      <a:pt x="0" y="103"/>
                      <a:pt x="0" y="235"/>
                    </a:cubicBezTo>
                    <a:cubicBezTo>
                      <a:pt x="0" y="323"/>
                      <a:pt x="192" y="618"/>
                      <a:pt x="236" y="618"/>
                    </a:cubicBezTo>
                    <a:cubicBezTo>
                      <a:pt x="280" y="618"/>
                      <a:pt x="471" y="323"/>
                      <a:pt x="471" y="235"/>
                    </a:cubicBezTo>
                    <a:cubicBezTo>
                      <a:pt x="471" y="103"/>
                      <a:pt x="368" y="0"/>
                      <a:pt x="236" y="0"/>
                    </a:cubicBezTo>
                    <a:close/>
                    <a:moveTo>
                      <a:pt x="236" y="559"/>
                    </a:moveTo>
                    <a:lnTo>
                      <a:pt x="236" y="559"/>
                    </a:lnTo>
                    <a:cubicBezTo>
                      <a:pt x="207" y="559"/>
                      <a:pt x="45" y="309"/>
                      <a:pt x="45" y="235"/>
                    </a:cubicBezTo>
                    <a:cubicBezTo>
                      <a:pt x="45" y="117"/>
                      <a:pt x="133" y="29"/>
                      <a:pt x="236" y="29"/>
                    </a:cubicBezTo>
                    <a:cubicBezTo>
                      <a:pt x="339" y="29"/>
                      <a:pt x="427" y="117"/>
                      <a:pt x="427" y="235"/>
                    </a:cubicBezTo>
                    <a:cubicBezTo>
                      <a:pt x="427" y="309"/>
                      <a:pt x="266" y="559"/>
                      <a:pt x="236" y="559"/>
                    </a:cubicBezTo>
                    <a:close/>
                    <a:moveTo>
                      <a:pt x="236" y="132"/>
                    </a:moveTo>
                    <a:lnTo>
                      <a:pt x="236" y="132"/>
                    </a:lnTo>
                    <a:cubicBezTo>
                      <a:pt x="177" y="132"/>
                      <a:pt x="133" y="176"/>
                      <a:pt x="133" y="235"/>
                    </a:cubicBezTo>
                    <a:cubicBezTo>
                      <a:pt x="133" y="279"/>
                      <a:pt x="177" y="323"/>
                      <a:pt x="236" y="323"/>
                    </a:cubicBezTo>
                    <a:cubicBezTo>
                      <a:pt x="295" y="323"/>
                      <a:pt x="339" y="279"/>
                      <a:pt x="339" y="235"/>
                    </a:cubicBezTo>
                    <a:cubicBezTo>
                      <a:pt x="339" y="176"/>
                      <a:pt x="295" y="132"/>
                      <a:pt x="236" y="132"/>
                    </a:cubicBezTo>
                    <a:close/>
                    <a:moveTo>
                      <a:pt x="236" y="294"/>
                    </a:moveTo>
                    <a:lnTo>
                      <a:pt x="236" y="294"/>
                    </a:lnTo>
                    <a:cubicBezTo>
                      <a:pt x="207" y="294"/>
                      <a:pt x="177" y="264"/>
                      <a:pt x="177" y="235"/>
                    </a:cubicBezTo>
                    <a:cubicBezTo>
                      <a:pt x="177" y="191"/>
                      <a:pt x="207" y="176"/>
                      <a:pt x="236" y="176"/>
                    </a:cubicBezTo>
                    <a:cubicBezTo>
                      <a:pt x="266" y="176"/>
                      <a:pt x="295" y="191"/>
                      <a:pt x="295" y="235"/>
                    </a:cubicBezTo>
                    <a:cubicBezTo>
                      <a:pt x="295" y="264"/>
                      <a:pt x="266" y="294"/>
                      <a:pt x="236" y="2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4" name="Google Shape;1804;p3"/>
          <p:cNvGrpSpPr/>
          <p:nvPr/>
        </p:nvGrpSpPr>
        <p:grpSpPr>
          <a:xfrm>
            <a:off x="1630363" y="795338"/>
            <a:ext cx="5932487" cy="3451225"/>
            <a:chOff x="700088" y="139700"/>
            <a:chExt cx="3544887" cy="2062162"/>
          </a:xfrm>
        </p:grpSpPr>
        <p:sp>
          <p:nvSpPr>
            <p:cNvPr id="1805" name="Google Shape;1805;p3"/>
            <p:cNvSpPr/>
            <p:nvPr/>
          </p:nvSpPr>
          <p:spPr>
            <a:xfrm>
              <a:off x="4047668" y="1973260"/>
              <a:ext cx="159363" cy="228602"/>
            </a:xfrm>
            <a:custGeom>
              <a:rect b="b" l="l" r="r" t="t"/>
              <a:pathLst>
                <a:path extrusionOk="0" h="634" w="443">
                  <a:moveTo>
                    <a:pt x="412" y="589"/>
                  </a:moveTo>
                  <a:lnTo>
                    <a:pt x="412" y="589"/>
                  </a:lnTo>
                  <a:cubicBezTo>
                    <a:pt x="383" y="589"/>
                    <a:pt x="383" y="589"/>
                    <a:pt x="383" y="589"/>
                  </a:cubicBezTo>
                  <a:cubicBezTo>
                    <a:pt x="383" y="456"/>
                    <a:pt x="383" y="456"/>
                    <a:pt x="383" y="456"/>
                  </a:cubicBezTo>
                  <a:cubicBezTo>
                    <a:pt x="383" y="383"/>
                    <a:pt x="310" y="324"/>
                    <a:pt x="236" y="324"/>
                  </a:cubicBezTo>
                  <a:cubicBezTo>
                    <a:pt x="310" y="324"/>
                    <a:pt x="383" y="250"/>
                    <a:pt x="383" y="176"/>
                  </a:cubicBezTo>
                  <a:cubicBezTo>
                    <a:pt x="383" y="44"/>
                    <a:pt x="383" y="44"/>
                    <a:pt x="383" y="44"/>
                  </a:cubicBezTo>
                  <a:cubicBezTo>
                    <a:pt x="412" y="44"/>
                    <a:pt x="412" y="44"/>
                    <a:pt x="412" y="44"/>
                  </a:cubicBezTo>
                  <a:cubicBezTo>
                    <a:pt x="427" y="44"/>
                    <a:pt x="442" y="29"/>
                    <a:pt x="442" y="29"/>
                  </a:cubicBezTo>
                  <a:cubicBezTo>
                    <a:pt x="442" y="15"/>
                    <a:pt x="427" y="0"/>
                    <a:pt x="412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5" y="0"/>
                    <a:pt x="0" y="15"/>
                    <a:pt x="0" y="29"/>
                  </a:cubicBezTo>
                  <a:cubicBezTo>
                    <a:pt x="0" y="29"/>
                    <a:pt x="15" y="44"/>
                    <a:pt x="3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9" y="176"/>
                    <a:pt x="59" y="176"/>
                    <a:pt x="59" y="176"/>
                  </a:cubicBezTo>
                  <a:cubicBezTo>
                    <a:pt x="59" y="250"/>
                    <a:pt x="133" y="324"/>
                    <a:pt x="206" y="324"/>
                  </a:cubicBezTo>
                  <a:cubicBezTo>
                    <a:pt x="133" y="324"/>
                    <a:pt x="59" y="383"/>
                    <a:pt x="59" y="456"/>
                  </a:cubicBezTo>
                  <a:cubicBezTo>
                    <a:pt x="59" y="589"/>
                    <a:pt x="59" y="589"/>
                    <a:pt x="59" y="589"/>
                  </a:cubicBezTo>
                  <a:cubicBezTo>
                    <a:pt x="30" y="589"/>
                    <a:pt x="30" y="589"/>
                    <a:pt x="30" y="589"/>
                  </a:cubicBezTo>
                  <a:cubicBezTo>
                    <a:pt x="15" y="589"/>
                    <a:pt x="0" y="604"/>
                    <a:pt x="0" y="618"/>
                  </a:cubicBezTo>
                  <a:cubicBezTo>
                    <a:pt x="0" y="618"/>
                    <a:pt x="15" y="633"/>
                    <a:pt x="30" y="633"/>
                  </a:cubicBezTo>
                  <a:cubicBezTo>
                    <a:pt x="412" y="633"/>
                    <a:pt x="412" y="633"/>
                    <a:pt x="412" y="633"/>
                  </a:cubicBezTo>
                  <a:cubicBezTo>
                    <a:pt x="427" y="633"/>
                    <a:pt x="442" y="618"/>
                    <a:pt x="442" y="618"/>
                  </a:cubicBezTo>
                  <a:cubicBezTo>
                    <a:pt x="442" y="604"/>
                    <a:pt x="427" y="589"/>
                    <a:pt x="412" y="589"/>
                  </a:cubicBezTo>
                  <a:close/>
                  <a:moveTo>
                    <a:pt x="103" y="176"/>
                  </a:moveTo>
                  <a:lnTo>
                    <a:pt x="103" y="176"/>
                  </a:lnTo>
                  <a:cubicBezTo>
                    <a:pt x="103" y="147"/>
                    <a:pt x="103" y="44"/>
                    <a:pt x="103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4"/>
                    <a:pt x="339" y="147"/>
                    <a:pt x="339" y="176"/>
                  </a:cubicBezTo>
                  <a:cubicBezTo>
                    <a:pt x="339" y="235"/>
                    <a:pt x="295" y="280"/>
                    <a:pt x="236" y="280"/>
                  </a:cubicBezTo>
                  <a:cubicBezTo>
                    <a:pt x="206" y="280"/>
                    <a:pt x="206" y="280"/>
                    <a:pt x="206" y="280"/>
                  </a:cubicBezTo>
                  <a:cubicBezTo>
                    <a:pt x="148" y="280"/>
                    <a:pt x="103" y="235"/>
                    <a:pt x="103" y="176"/>
                  </a:cubicBezTo>
                  <a:close/>
                  <a:moveTo>
                    <a:pt x="339" y="589"/>
                  </a:moveTo>
                  <a:lnTo>
                    <a:pt x="339" y="589"/>
                  </a:lnTo>
                  <a:cubicBezTo>
                    <a:pt x="103" y="589"/>
                    <a:pt x="103" y="589"/>
                    <a:pt x="103" y="589"/>
                  </a:cubicBezTo>
                  <a:cubicBezTo>
                    <a:pt x="103" y="589"/>
                    <a:pt x="103" y="486"/>
                    <a:pt x="103" y="456"/>
                  </a:cubicBezTo>
                  <a:cubicBezTo>
                    <a:pt x="103" y="397"/>
                    <a:pt x="148" y="353"/>
                    <a:pt x="206" y="353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95" y="353"/>
                    <a:pt x="339" y="397"/>
                    <a:pt x="339" y="456"/>
                  </a:cubicBezTo>
                  <a:cubicBezTo>
                    <a:pt x="339" y="486"/>
                    <a:pt x="339" y="589"/>
                    <a:pt x="339" y="5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3"/>
            <p:cNvSpPr/>
            <p:nvPr/>
          </p:nvSpPr>
          <p:spPr>
            <a:xfrm>
              <a:off x="3667283" y="1984642"/>
              <a:ext cx="185924" cy="212477"/>
            </a:xfrm>
            <a:custGeom>
              <a:rect b="b" l="l" r="r" t="t"/>
              <a:pathLst>
                <a:path extrusionOk="0" h="590" w="517">
                  <a:moveTo>
                    <a:pt x="280" y="74"/>
                  </a:moveTo>
                  <a:lnTo>
                    <a:pt x="280" y="74"/>
                  </a:lnTo>
                  <a:cubicBezTo>
                    <a:pt x="280" y="30"/>
                    <a:pt x="280" y="30"/>
                    <a:pt x="280" y="30"/>
                  </a:cubicBezTo>
                  <a:cubicBezTo>
                    <a:pt x="353" y="30"/>
                    <a:pt x="353" y="30"/>
                    <a:pt x="353" y="30"/>
                  </a:cubicBezTo>
                  <a:cubicBezTo>
                    <a:pt x="369" y="30"/>
                    <a:pt x="383" y="30"/>
                    <a:pt x="383" y="15"/>
                  </a:cubicBezTo>
                  <a:cubicBezTo>
                    <a:pt x="383" y="0"/>
                    <a:pt x="369" y="0"/>
                    <a:pt x="353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48" y="0"/>
                    <a:pt x="148" y="0"/>
                    <a:pt x="148" y="15"/>
                  </a:cubicBezTo>
                  <a:cubicBezTo>
                    <a:pt x="148" y="30"/>
                    <a:pt x="148" y="30"/>
                    <a:pt x="162" y="30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6" y="74"/>
                    <a:pt x="236" y="74"/>
                    <a:pt x="236" y="74"/>
                  </a:cubicBezTo>
                  <a:cubicBezTo>
                    <a:pt x="103" y="89"/>
                    <a:pt x="0" y="192"/>
                    <a:pt x="0" y="324"/>
                  </a:cubicBezTo>
                  <a:cubicBezTo>
                    <a:pt x="0" y="472"/>
                    <a:pt x="118" y="589"/>
                    <a:pt x="265" y="589"/>
                  </a:cubicBezTo>
                  <a:cubicBezTo>
                    <a:pt x="398" y="589"/>
                    <a:pt x="516" y="472"/>
                    <a:pt x="516" y="324"/>
                  </a:cubicBezTo>
                  <a:cubicBezTo>
                    <a:pt x="516" y="192"/>
                    <a:pt x="412" y="89"/>
                    <a:pt x="280" y="74"/>
                  </a:cubicBezTo>
                  <a:close/>
                  <a:moveTo>
                    <a:pt x="265" y="545"/>
                  </a:moveTo>
                  <a:lnTo>
                    <a:pt x="265" y="545"/>
                  </a:lnTo>
                  <a:cubicBezTo>
                    <a:pt x="148" y="545"/>
                    <a:pt x="44" y="442"/>
                    <a:pt x="44" y="324"/>
                  </a:cubicBezTo>
                  <a:cubicBezTo>
                    <a:pt x="44" y="206"/>
                    <a:pt x="148" y="118"/>
                    <a:pt x="265" y="118"/>
                  </a:cubicBezTo>
                  <a:cubicBezTo>
                    <a:pt x="383" y="118"/>
                    <a:pt x="471" y="206"/>
                    <a:pt x="471" y="324"/>
                  </a:cubicBezTo>
                  <a:cubicBezTo>
                    <a:pt x="471" y="442"/>
                    <a:pt x="383" y="545"/>
                    <a:pt x="265" y="545"/>
                  </a:cubicBezTo>
                  <a:close/>
                  <a:moveTo>
                    <a:pt x="280" y="280"/>
                  </a:moveTo>
                  <a:lnTo>
                    <a:pt x="280" y="280"/>
                  </a:lnTo>
                  <a:cubicBezTo>
                    <a:pt x="280" y="177"/>
                    <a:pt x="280" y="177"/>
                    <a:pt x="280" y="177"/>
                  </a:cubicBezTo>
                  <a:cubicBezTo>
                    <a:pt x="280" y="163"/>
                    <a:pt x="265" y="147"/>
                    <a:pt x="265" y="147"/>
                  </a:cubicBezTo>
                  <a:cubicBezTo>
                    <a:pt x="251" y="147"/>
                    <a:pt x="236" y="163"/>
                    <a:pt x="236" y="177"/>
                  </a:cubicBezTo>
                  <a:cubicBezTo>
                    <a:pt x="236" y="280"/>
                    <a:pt x="236" y="280"/>
                    <a:pt x="236" y="280"/>
                  </a:cubicBezTo>
                  <a:cubicBezTo>
                    <a:pt x="221" y="280"/>
                    <a:pt x="207" y="309"/>
                    <a:pt x="207" y="324"/>
                  </a:cubicBezTo>
                  <a:cubicBezTo>
                    <a:pt x="207" y="368"/>
                    <a:pt x="221" y="383"/>
                    <a:pt x="265" y="383"/>
                  </a:cubicBezTo>
                  <a:cubicBezTo>
                    <a:pt x="295" y="383"/>
                    <a:pt x="324" y="368"/>
                    <a:pt x="324" y="324"/>
                  </a:cubicBezTo>
                  <a:cubicBezTo>
                    <a:pt x="324" y="309"/>
                    <a:pt x="310" y="280"/>
                    <a:pt x="280" y="2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3"/>
            <p:cNvSpPr/>
            <p:nvPr/>
          </p:nvSpPr>
          <p:spPr>
            <a:xfrm>
              <a:off x="3285949" y="1984642"/>
              <a:ext cx="212485" cy="212477"/>
            </a:xfrm>
            <a:custGeom>
              <a:rect b="b" l="l" r="r" t="t"/>
              <a:pathLst>
                <a:path extrusionOk="0" h="590" w="590">
                  <a:moveTo>
                    <a:pt x="236" y="398"/>
                  </a:moveTo>
                  <a:lnTo>
                    <a:pt x="236" y="398"/>
                  </a:lnTo>
                  <a:cubicBezTo>
                    <a:pt x="251" y="309"/>
                    <a:pt x="251" y="309"/>
                    <a:pt x="251" y="309"/>
                  </a:cubicBezTo>
                  <a:cubicBezTo>
                    <a:pt x="221" y="295"/>
                    <a:pt x="221" y="295"/>
                    <a:pt x="221" y="295"/>
                  </a:cubicBezTo>
                  <a:cubicBezTo>
                    <a:pt x="192" y="472"/>
                    <a:pt x="192" y="472"/>
                    <a:pt x="192" y="472"/>
                  </a:cubicBezTo>
                  <a:cubicBezTo>
                    <a:pt x="339" y="354"/>
                    <a:pt x="339" y="354"/>
                    <a:pt x="339" y="354"/>
                  </a:cubicBezTo>
                  <a:cubicBezTo>
                    <a:pt x="295" y="339"/>
                    <a:pt x="295" y="339"/>
                    <a:pt x="295" y="339"/>
                  </a:cubicBezTo>
                  <a:lnTo>
                    <a:pt x="236" y="398"/>
                  </a:lnTo>
                  <a:close/>
                  <a:moveTo>
                    <a:pt x="324" y="295"/>
                  </a:moveTo>
                  <a:lnTo>
                    <a:pt x="324" y="295"/>
                  </a:lnTo>
                  <a:cubicBezTo>
                    <a:pt x="324" y="280"/>
                    <a:pt x="310" y="265"/>
                    <a:pt x="295" y="265"/>
                  </a:cubicBezTo>
                  <a:cubicBezTo>
                    <a:pt x="280" y="265"/>
                    <a:pt x="265" y="280"/>
                    <a:pt x="265" y="295"/>
                  </a:cubicBezTo>
                  <a:cubicBezTo>
                    <a:pt x="265" y="309"/>
                    <a:pt x="280" y="324"/>
                    <a:pt x="295" y="324"/>
                  </a:cubicBezTo>
                  <a:cubicBezTo>
                    <a:pt x="310" y="324"/>
                    <a:pt x="324" y="309"/>
                    <a:pt x="324" y="295"/>
                  </a:cubicBezTo>
                  <a:close/>
                  <a:moveTo>
                    <a:pt x="295" y="0"/>
                  </a:moveTo>
                  <a:lnTo>
                    <a:pt x="295" y="0"/>
                  </a:lnTo>
                  <a:cubicBezTo>
                    <a:pt x="133" y="0"/>
                    <a:pt x="0" y="133"/>
                    <a:pt x="0" y="295"/>
                  </a:cubicBezTo>
                  <a:cubicBezTo>
                    <a:pt x="0" y="457"/>
                    <a:pt x="133" y="589"/>
                    <a:pt x="295" y="589"/>
                  </a:cubicBezTo>
                  <a:cubicBezTo>
                    <a:pt x="457" y="589"/>
                    <a:pt x="589" y="457"/>
                    <a:pt x="589" y="295"/>
                  </a:cubicBezTo>
                  <a:cubicBezTo>
                    <a:pt x="589" y="133"/>
                    <a:pt x="457" y="0"/>
                    <a:pt x="295" y="0"/>
                  </a:cubicBezTo>
                  <a:close/>
                  <a:moveTo>
                    <a:pt x="295" y="545"/>
                  </a:moveTo>
                  <a:lnTo>
                    <a:pt x="295" y="545"/>
                  </a:lnTo>
                  <a:cubicBezTo>
                    <a:pt x="162" y="545"/>
                    <a:pt x="45" y="427"/>
                    <a:pt x="45" y="295"/>
                  </a:cubicBezTo>
                  <a:cubicBezTo>
                    <a:pt x="45" y="147"/>
                    <a:pt x="162" y="30"/>
                    <a:pt x="295" y="30"/>
                  </a:cubicBezTo>
                  <a:cubicBezTo>
                    <a:pt x="442" y="30"/>
                    <a:pt x="560" y="147"/>
                    <a:pt x="560" y="295"/>
                  </a:cubicBezTo>
                  <a:cubicBezTo>
                    <a:pt x="560" y="427"/>
                    <a:pt x="442" y="545"/>
                    <a:pt x="295" y="545"/>
                  </a:cubicBezTo>
                  <a:close/>
                  <a:moveTo>
                    <a:pt x="280" y="265"/>
                  </a:moveTo>
                  <a:lnTo>
                    <a:pt x="280" y="265"/>
                  </a:lnTo>
                  <a:cubicBezTo>
                    <a:pt x="354" y="192"/>
                    <a:pt x="354" y="192"/>
                    <a:pt x="354" y="192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69" y="309"/>
                    <a:pt x="369" y="309"/>
                    <a:pt x="369" y="309"/>
                  </a:cubicBezTo>
                  <a:cubicBezTo>
                    <a:pt x="383" y="133"/>
                    <a:pt x="383" y="133"/>
                    <a:pt x="383" y="133"/>
                  </a:cubicBezTo>
                  <a:cubicBezTo>
                    <a:pt x="251" y="236"/>
                    <a:pt x="251" y="236"/>
                    <a:pt x="251" y="236"/>
                  </a:cubicBezTo>
                  <a:lnTo>
                    <a:pt x="280" y="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3"/>
            <p:cNvSpPr/>
            <p:nvPr/>
          </p:nvSpPr>
          <p:spPr>
            <a:xfrm>
              <a:off x="2915049" y="1973260"/>
              <a:ext cx="221970" cy="228602"/>
            </a:xfrm>
            <a:custGeom>
              <a:rect b="b" l="l" r="r" t="t"/>
              <a:pathLst>
                <a:path extrusionOk="0" h="634" w="619">
                  <a:moveTo>
                    <a:pt x="294" y="559"/>
                  </a:moveTo>
                  <a:lnTo>
                    <a:pt x="294" y="559"/>
                  </a:lnTo>
                  <a:cubicBezTo>
                    <a:pt x="324" y="559"/>
                    <a:pt x="324" y="559"/>
                    <a:pt x="324" y="559"/>
                  </a:cubicBezTo>
                  <a:cubicBezTo>
                    <a:pt x="324" y="515"/>
                    <a:pt x="324" y="515"/>
                    <a:pt x="324" y="515"/>
                  </a:cubicBezTo>
                  <a:cubicBezTo>
                    <a:pt x="294" y="515"/>
                    <a:pt x="294" y="515"/>
                    <a:pt x="294" y="515"/>
                  </a:cubicBezTo>
                  <a:lnTo>
                    <a:pt x="294" y="559"/>
                  </a:lnTo>
                  <a:close/>
                  <a:moveTo>
                    <a:pt x="132" y="456"/>
                  </a:moveTo>
                  <a:lnTo>
                    <a:pt x="132" y="456"/>
                  </a:lnTo>
                  <a:cubicBezTo>
                    <a:pt x="147" y="486"/>
                    <a:pt x="147" y="486"/>
                    <a:pt x="147" y="486"/>
                  </a:cubicBezTo>
                  <a:cubicBezTo>
                    <a:pt x="177" y="456"/>
                    <a:pt x="177" y="456"/>
                    <a:pt x="177" y="456"/>
                  </a:cubicBezTo>
                  <a:cubicBezTo>
                    <a:pt x="147" y="427"/>
                    <a:pt x="147" y="427"/>
                    <a:pt x="147" y="427"/>
                  </a:cubicBezTo>
                  <a:lnTo>
                    <a:pt x="132" y="456"/>
                  </a:lnTo>
                  <a:close/>
                  <a:moveTo>
                    <a:pt x="191" y="162"/>
                  </a:moveTo>
                  <a:lnTo>
                    <a:pt x="191" y="162"/>
                  </a:lnTo>
                  <a:cubicBezTo>
                    <a:pt x="162" y="147"/>
                    <a:pt x="162" y="147"/>
                    <a:pt x="162" y="147"/>
                  </a:cubicBezTo>
                  <a:cubicBezTo>
                    <a:pt x="132" y="162"/>
                    <a:pt x="132" y="162"/>
                    <a:pt x="132" y="162"/>
                  </a:cubicBezTo>
                  <a:cubicBezTo>
                    <a:pt x="162" y="192"/>
                    <a:pt x="162" y="192"/>
                    <a:pt x="162" y="192"/>
                  </a:cubicBezTo>
                  <a:lnTo>
                    <a:pt x="191" y="162"/>
                  </a:lnTo>
                  <a:close/>
                  <a:moveTo>
                    <a:pt x="309" y="88"/>
                  </a:moveTo>
                  <a:lnTo>
                    <a:pt x="309" y="88"/>
                  </a:lnTo>
                  <a:cubicBezTo>
                    <a:pt x="294" y="88"/>
                    <a:pt x="294" y="88"/>
                    <a:pt x="294" y="103"/>
                  </a:cubicBezTo>
                  <a:cubicBezTo>
                    <a:pt x="294" y="294"/>
                    <a:pt x="294" y="294"/>
                    <a:pt x="294" y="294"/>
                  </a:cubicBezTo>
                  <a:cubicBezTo>
                    <a:pt x="132" y="294"/>
                    <a:pt x="132" y="294"/>
                    <a:pt x="132" y="294"/>
                  </a:cubicBezTo>
                  <a:cubicBezTo>
                    <a:pt x="118" y="294"/>
                    <a:pt x="118" y="309"/>
                    <a:pt x="118" y="324"/>
                  </a:cubicBezTo>
                  <a:cubicBezTo>
                    <a:pt x="118" y="324"/>
                    <a:pt x="118" y="338"/>
                    <a:pt x="132" y="338"/>
                  </a:cubicBezTo>
                  <a:cubicBezTo>
                    <a:pt x="309" y="338"/>
                    <a:pt x="309" y="338"/>
                    <a:pt x="309" y="338"/>
                  </a:cubicBezTo>
                  <a:cubicBezTo>
                    <a:pt x="324" y="338"/>
                    <a:pt x="324" y="324"/>
                    <a:pt x="324" y="324"/>
                  </a:cubicBezTo>
                  <a:cubicBezTo>
                    <a:pt x="324" y="103"/>
                    <a:pt x="324" y="103"/>
                    <a:pt x="324" y="103"/>
                  </a:cubicBezTo>
                  <a:cubicBezTo>
                    <a:pt x="324" y="88"/>
                    <a:pt x="324" y="88"/>
                    <a:pt x="309" y="88"/>
                  </a:cubicBezTo>
                  <a:close/>
                  <a:moveTo>
                    <a:pt x="427" y="456"/>
                  </a:moveTo>
                  <a:lnTo>
                    <a:pt x="427" y="456"/>
                  </a:lnTo>
                  <a:cubicBezTo>
                    <a:pt x="456" y="486"/>
                    <a:pt x="456" y="486"/>
                    <a:pt x="456" y="486"/>
                  </a:cubicBezTo>
                  <a:cubicBezTo>
                    <a:pt x="471" y="456"/>
                    <a:pt x="471" y="456"/>
                    <a:pt x="471" y="456"/>
                  </a:cubicBezTo>
                  <a:cubicBezTo>
                    <a:pt x="456" y="427"/>
                    <a:pt x="456" y="427"/>
                    <a:pt x="456" y="427"/>
                  </a:cubicBezTo>
                  <a:lnTo>
                    <a:pt x="427" y="456"/>
                  </a:lnTo>
                  <a:close/>
                  <a:moveTo>
                    <a:pt x="427" y="162"/>
                  </a:moveTo>
                  <a:lnTo>
                    <a:pt x="427" y="162"/>
                  </a:lnTo>
                  <a:cubicBezTo>
                    <a:pt x="456" y="192"/>
                    <a:pt x="456" y="192"/>
                    <a:pt x="456" y="192"/>
                  </a:cubicBezTo>
                  <a:cubicBezTo>
                    <a:pt x="486" y="162"/>
                    <a:pt x="486" y="162"/>
                    <a:pt x="486" y="162"/>
                  </a:cubicBezTo>
                  <a:cubicBezTo>
                    <a:pt x="456" y="147"/>
                    <a:pt x="456" y="147"/>
                    <a:pt x="456" y="147"/>
                  </a:cubicBezTo>
                  <a:lnTo>
                    <a:pt x="427" y="162"/>
                  </a:lnTo>
                  <a:close/>
                  <a:moveTo>
                    <a:pt x="309" y="0"/>
                  </a:moveTo>
                  <a:lnTo>
                    <a:pt x="309" y="0"/>
                  </a:lnTo>
                  <a:cubicBezTo>
                    <a:pt x="132" y="0"/>
                    <a:pt x="0" y="147"/>
                    <a:pt x="0" y="324"/>
                  </a:cubicBezTo>
                  <a:cubicBezTo>
                    <a:pt x="0" y="486"/>
                    <a:pt x="132" y="633"/>
                    <a:pt x="309" y="633"/>
                  </a:cubicBezTo>
                  <a:cubicBezTo>
                    <a:pt x="486" y="633"/>
                    <a:pt x="618" y="486"/>
                    <a:pt x="618" y="324"/>
                  </a:cubicBezTo>
                  <a:cubicBezTo>
                    <a:pt x="618" y="147"/>
                    <a:pt x="486" y="0"/>
                    <a:pt x="309" y="0"/>
                  </a:cubicBezTo>
                  <a:close/>
                  <a:moveTo>
                    <a:pt x="309" y="589"/>
                  </a:moveTo>
                  <a:lnTo>
                    <a:pt x="309" y="589"/>
                  </a:lnTo>
                  <a:cubicBezTo>
                    <a:pt x="162" y="589"/>
                    <a:pt x="29" y="471"/>
                    <a:pt x="29" y="324"/>
                  </a:cubicBezTo>
                  <a:cubicBezTo>
                    <a:pt x="29" y="162"/>
                    <a:pt x="162" y="44"/>
                    <a:pt x="309" y="44"/>
                  </a:cubicBezTo>
                  <a:cubicBezTo>
                    <a:pt x="456" y="44"/>
                    <a:pt x="589" y="162"/>
                    <a:pt x="589" y="324"/>
                  </a:cubicBezTo>
                  <a:cubicBezTo>
                    <a:pt x="589" y="471"/>
                    <a:pt x="456" y="589"/>
                    <a:pt x="309" y="589"/>
                  </a:cubicBezTo>
                  <a:close/>
                  <a:moveTo>
                    <a:pt x="500" y="294"/>
                  </a:moveTo>
                  <a:lnTo>
                    <a:pt x="500" y="294"/>
                  </a:lnTo>
                  <a:cubicBezTo>
                    <a:pt x="500" y="338"/>
                    <a:pt x="500" y="338"/>
                    <a:pt x="500" y="338"/>
                  </a:cubicBezTo>
                  <a:cubicBezTo>
                    <a:pt x="545" y="338"/>
                    <a:pt x="545" y="338"/>
                    <a:pt x="545" y="338"/>
                  </a:cubicBezTo>
                  <a:cubicBezTo>
                    <a:pt x="545" y="294"/>
                    <a:pt x="545" y="294"/>
                    <a:pt x="545" y="294"/>
                  </a:cubicBezTo>
                  <a:lnTo>
                    <a:pt x="500" y="2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3"/>
            <p:cNvSpPr/>
            <p:nvPr/>
          </p:nvSpPr>
          <p:spPr>
            <a:xfrm>
              <a:off x="2543201" y="1973260"/>
              <a:ext cx="228611" cy="228602"/>
            </a:xfrm>
            <a:custGeom>
              <a:rect b="b" l="l" r="r" t="t"/>
              <a:pathLst>
                <a:path extrusionOk="0" h="634" w="634">
                  <a:moveTo>
                    <a:pt x="45" y="103"/>
                  </a:moveTo>
                  <a:lnTo>
                    <a:pt x="45" y="103"/>
                  </a:lnTo>
                  <a:cubicBezTo>
                    <a:pt x="45" y="74"/>
                    <a:pt x="74" y="44"/>
                    <a:pt x="103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8" y="0"/>
                    <a:pt x="148" y="0"/>
                    <a:pt x="148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45" y="0"/>
                    <a:pt x="0" y="44"/>
                    <a:pt x="0" y="10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30" y="147"/>
                    <a:pt x="45" y="147"/>
                    <a:pt x="45" y="147"/>
                  </a:cubicBezTo>
                  <a:lnTo>
                    <a:pt x="45" y="103"/>
                  </a:lnTo>
                  <a:close/>
                  <a:moveTo>
                    <a:pt x="457" y="294"/>
                  </a:moveTo>
                  <a:lnTo>
                    <a:pt x="457" y="294"/>
                  </a:lnTo>
                  <a:cubicBezTo>
                    <a:pt x="339" y="294"/>
                    <a:pt x="339" y="294"/>
                    <a:pt x="339" y="294"/>
                  </a:cubicBezTo>
                  <a:cubicBezTo>
                    <a:pt x="339" y="162"/>
                    <a:pt x="339" y="162"/>
                    <a:pt x="339" y="162"/>
                  </a:cubicBezTo>
                  <a:cubicBezTo>
                    <a:pt x="339" y="147"/>
                    <a:pt x="324" y="147"/>
                    <a:pt x="324" y="147"/>
                  </a:cubicBezTo>
                  <a:cubicBezTo>
                    <a:pt x="310" y="147"/>
                    <a:pt x="295" y="147"/>
                    <a:pt x="295" y="162"/>
                  </a:cubicBezTo>
                  <a:cubicBezTo>
                    <a:pt x="295" y="324"/>
                    <a:pt x="295" y="324"/>
                    <a:pt x="295" y="324"/>
                  </a:cubicBezTo>
                  <a:cubicBezTo>
                    <a:pt x="295" y="324"/>
                    <a:pt x="310" y="338"/>
                    <a:pt x="324" y="338"/>
                  </a:cubicBezTo>
                  <a:cubicBezTo>
                    <a:pt x="457" y="338"/>
                    <a:pt x="457" y="338"/>
                    <a:pt x="457" y="338"/>
                  </a:cubicBezTo>
                  <a:cubicBezTo>
                    <a:pt x="471" y="338"/>
                    <a:pt x="471" y="324"/>
                    <a:pt x="471" y="324"/>
                  </a:cubicBezTo>
                  <a:cubicBezTo>
                    <a:pt x="471" y="309"/>
                    <a:pt x="471" y="294"/>
                    <a:pt x="457" y="294"/>
                  </a:cubicBezTo>
                  <a:close/>
                  <a:moveTo>
                    <a:pt x="589" y="324"/>
                  </a:moveTo>
                  <a:lnTo>
                    <a:pt x="589" y="324"/>
                  </a:lnTo>
                  <a:cubicBezTo>
                    <a:pt x="589" y="162"/>
                    <a:pt x="471" y="44"/>
                    <a:pt x="324" y="44"/>
                  </a:cubicBezTo>
                  <a:cubicBezTo>
                    <a:pt x="162" y="44"/>
                    <a:pt x="45" y="162"/>
                    <a:pt x="45" y="324"/>
                  </a:cubicBezTo>
                  <a:cubicBezTo>
                    <a:pt x="45" y="427"/>
                    <a:pt x="103" y="515"/>
                    <a:pt x="192" y="559"/>
                  </a:cubicBezTo>
                  <a:cubicBezTo>
                    <a:pt x="118" y="633"/>
                    <a:pt x="118" y="633"/>
                    <a:pt x="118" y="633"/>
                  </a:cubicBezTo>
                  <a:cubicBezTo>
                    <a:pt x="177" y="633"/>
                    <a:pt x="177" y="633"/>
                    <a:pt x="177" y="633"/>
                  </a:cubicBezTo>
                  <a:cubicBezTo>
                    <a:pt x="236" y="574"/>
                    <a:pt x="236" y="574"/>
                    <a:pt x="236" y="574"/>
                  </a:cubicBezTo>
                  <a:cubicBezTo>
                    <a:pt x="265" y="589"/>
                    <a:pt x="295" y="589"/>
                    <a:pt x="324" y="589"/>
                  </a:cubicBezTo>
                  <a:cubicBezTo>
                    <a:pt x="354" y="589"/>
                    <a:pt x="383" y="589"/>
                    <a:pt x="398" y="574"/>
                  </a:cubicBezTo>
                  <a:cubicBezTo>
                    <a:pt x="457" y="633"/>
                    <a:pt x="457" y="633"/>
                    <a:pt x="457" y="633"/>
                  </a:cubicBezTo>
                  <a:cubicBezTo>
                    <a:pt x="516" y="633"/>
                    <a:pt x="516" y="633"/>
                    <a:pt x="516" y="633"/>
                  </a:cubicBezTo>
                  <a:cubicBezTo>
                    <a:pt x="457" y="559"/>
                    <a:pt x="457" y="559"/>
                    <a:pt x="457" y="559"/>
                  </a:cubicBezTo>
                  <a:cubicBezTo>
                    <a:pt x="530" y="515"/>
                    <a:pt x="589" y="427"/>
                    <a:pt x="589" y="324"/>
                  </a:cubicBezTo>
                  <a:close/>
                  <a:moveTo>
                    <a:pt x="324" y="559"/>
                  </a:moveTo>
                  <a:lnTo>
                    <a:pt x="324" y="559"/>
                  </a:lnTo>
                  <a:cubicBezTo>
                    <a:pt x="192" y="559"/>
                    <a:pt x="89" y="456"/>
                    <a:pt x="89" y="324"/>
                  </a:cubicBezTo>
                  <a:cubicBezTo>
                    <a:pt x="89" y="192"/>
                    <a:pt x="192" y="88"/>
                    <a:pt x="324" y="88"/>
                  </a:cubicBezTo>
                  <a:cubicBezTo>
                    <a:pt x="457" y="88"/>
                    <a:pt x="560" y="192"/>
                    <a:pt x="560" y="324"/>
                  </a:cubicBezTo>
                  <a:cubicBezTo>
                    <a:pt x="560" y="456"/>
                    <a:pt x="457" y="559"/>
                    <a:pt x="324" y="559"/>
                  </a:cubicBezTo>
                  <a:close/>
                  <a:moveTo>
                    <a:pt x="530" y="0"/>
                  </a:moveTo>
                  <a:lnTo>
                    <a:pt x="530" y="0"/>
                  </a:lnTo>
                  <a:cubicBezTo>
                    <a:pt x="501" y="0"/>
                    <a:pt x="501" y="0"/>
                    <a:pt x="501" y="0"/>
                  </a:cubicBezTo>
                  <a:cubicBezTo>
                    <a:pt x="501" y="44"/>
                    <a:pt x="501" y="44"/>
                    <a:pt x="501" y="44"/>
                  </a:cubicBezTo>
                  <a:cubicBezTo>
                    <a:pt x="530" y="44"/>
                    <a:pt x="530" y="44"/>
                    <a:pt x="530" y="44"/>
                  </a:cubicBezTo>
                  <a:cubicBezTo>
                    <a:pt x="575" y="44"/>
                    <a:pt x="589" y="74"/>
                    <a:pt x="589" y="103"/>
                  </a:cubicBezTo>
                  <a:cubicBezTo>
                    <a:pt x="589" y="147"/>
                    <a:pt x="589" y="147"/>
                    <a:pt x="589" y="147"/>
                  </a:cubicBezTo>
                  <a:cubicBezTo>
                    <a:pt x="604" y="147"/>
                    <a:pt x="604" y="147"/>
                    <a:pt x="633" y="147"/>
                  </a:cubicBezTo>
                  <a:cubicBezTo>
                    <a:pt x="633" y="103"/>
                    <a:pt x="633" y="103"/>
                    <a:pt x="633" y="103"/>
                  </a:cubicBezTo>
                  <a:cubicBezTo>
                    <a:pt x="633" y="44"/>
                    <a:pt x="589" y="0"/>
                    <a:pt x="5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3"/>
            <p:cNvSpPr/>
            <p:nvPr/>
          </p:nvSpPr>
          <p:spPr>
            <a:xfrm>
              <a:off x="2182737" y="1973260"/>
              <a:ext cx="212485" cy="228602"/>
            </a:xfrm>
            <a:custGeom>
              <a:rect b="b" l="l" r="r" t="t"/>
              <a:pathLst>
                <a:path extrusionOk="0" h="634" w="590">
                  <a:moveTo>
                    <a:pt x="442" y="559"/>
                  </a:moveTo>
                  <a:lnTo>
                    <a:pt x="442" y="559"/>
                  </a:lnTo>
                  <a:cubicBezTo>
                    <a:pt x="471" y="559"/>
                    <a:pt x="471" y="559"/>
                    <a:pt x="471" y="559"/>
                  </a:cubicBezTo>
                  <a:cubicBezTo>
                    <a:pt x="501" y="559"/>
                    <a:pt x="516" y="530"/>
                    <a:pt x="516" y="515"/>
                  </a:cubicBezTo>
                  <a:cubicBezTo>
                    <a:pt x="516" y="471"/>
                    <a:pt x="516" y="471"/>
                    <a:pt x="516" y="471"/>
                  </a:cubicBezTo>
                  <a:cubicBezTo>
                    <a:pt x="516" y="456"/>
                    <a:pt x="501" y="442"/>
                    <a:pt x="471" y="442"/>
                  </a:cubicBezTo>
                  <a:cubicBezTo>
                    <a:pt x="442" y="442"/>
                    <a:pt x="442" y="442"/>
                    <a:pt x="442" y="442"/>
                  </a:cubicBezTo>
                  <a:cubicBezTo>
                    <a:pt x="412" y="442"/>
                    <a:pt x="398" y="456"/>
                    <a:pt x="398" y="471"/>
                  </a:cubicBezTo>
                  <a:cubicBezTo>
                    <a:pt x="398" y="515"/>
                    <a:pt x="398" y="515"/>
                    <a:pt x="398" y="515"/>
                  </a:cubicBezTo>
                  <a:cubicBezTo>
                    <a:pt x="398" y="530"/>
                    <a:pt x="412" y="559"/>
                    <a:pt x="442" y="559"/>
                  </a:cubicBezTo>
                  <a:close/>
                  <a:moveTo>
                    <a:pt x="442" y="471"/>
                  </a:moveTo>
                  <a:lnTo>
                    <a:pt x="442" y="471"/>
                  </a:lnTo>
                  <a:cubicBezTo>
                    <a:pt x="471" y="471"/>
                    <a:pt x="471" y="471"/>
                    <a:pt x="471" y="471"/>
                  </a:cubicBezTo>
                  <a:cubicBezTo>
                    <a:pt x="471" y="515"/>
                    <a:pt x="471" y="515"/>
                    <a:pt x="471" y="515"/>
                  </a:cubicBezTo>
                  <a:cubicBezTo>
                    <a:pt x="442" y="515"/>
                    <a:pt x="442" y="515"/>
                    <a:pt x="442" y="515"/>
                  </a:cubicBezTo>
                  <a:lnTo>
                    <a:pt x="442" y="471"/>
                  </a:lnTo>
                  <a:close/>
                  <a:moveTo>
                    <a:pt x="442" y="397"/>
                  </a:moveTo>
                  <a:lnTo>
                    <a:pt x="442" y="397"/>
                  </a:lnTo>
                  <a:cubicBezTo>
                    <a:pt x="471" y="397"/>
                    <a:pt x="471" y="397"/>
                    <a:pt x="471" y="397"/>
                  </a:cubicBezTo>
                  <a:cubicBezTo>
                    <a:pt x="501" y="397"/>
                    <a:pt x="516" y="383"/>
                    <a:pt x="516" y="353"/>
                  </a:cubicBezTo>
                  <a:cubicBezTo>
                    <a:pt x="516" y="324"/>
                    <a:pt x="516" y="324"/>
                    <a:pt x="516" y="324"/>
                  </a:cubicBezTo>
                  <a:cubicBezTo>
                    <a:pt x="516" y="294"/>
                    <a:pt x="501" y="280"/>
                    <a:pt x="471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12" y="280"/>
                    <a:pt x="398" y="294"/>
                    <a:pt x="398" y="324"/>
                  </a:cubicBezTo>
                  <a:cubicBezTo>
                    <a:pt x="398" y="353"/>
                    <a:pt x="398" y="353"/>
                    <a:pt x="398" y="353"/>
                  </a:cubicBezTo>
                  <a:cubicBezTo>
                    <a:pt x="398" y="383"/>
                    <a:pt x="412" y="397"/>
                    <a:pt x="442" y="397"/>
                  </a:cubicBezTo>
                  <a:close/>
                  <a:moveTo>
                    <a:pt x="442" y="324"/>
                  </a:moveTo>
                  <a:lnTo>
                    <a:pt x="442" y="324"/>
                  </a:lnTo>
                  <a:cubicBezTo>
                    <a:pt x="471" y="324"/>
                    <a:pt x="471" y="324"/>
                    <a:pt x="471" y="324"/>
                  </a:cubicBezTo>
                  <a:cubicBezTo>
                    <a:pt x="471" y="353"/>
                    <a:pt x="471" y="353"/>
                    <a:pt x="471" y="353"/>
                  </a:cubicBezTo>
                  <a:cubicBezTo>
                    <a:pt x="442" y="353"/>
                    <a:pt x="442" y="353"/>
                    <a:pt x="442" y="353"/>
                  </a:cubicBezTo>
                  <a:lnTo>
                    <a:pt x="442" y="324"/>
                  </a:lnTo>
                  <a:close/>
                  <a:moveTo>
                    <a:pt x="516" y="44"/>
                  </a:moveTo>
                  <a:lnTo>
                    <a:pt x="516" y="44"/>
                  </a:lnTo>
                  <a:cubicBezTo>
                    <a:pt x="442" y="44"/>
                    <a:pt x="442" y="44"/>
                    <a:pt x="442" y="44"/>
                  </a:cubicBezTo>
                  <a:cubicBezTo>
                    <a:pt x="442" y="29"/>
                    <a:pt x="442" y="29"/>
                    <a:pt x="442" y="29"/>
                  </a:cubicBezTo>
                  <a:cubicBezTo>
                    <a:pt x="442" y="15"/>
                    <a:pt x="427" y="0"/>
                    <a:pt x="412" y="0"/>
                  </a:cubicBezTo>
                  <a:cubicBezTo>
                    <a:pt x="412" y="0"/>
                    <a:pt x="398" y="15"/>
                    <a:pt x="398" y="29"/>
                  </a:cubicBezTo>
                  <a:cubicBezTo>
                    <a:pt x="398" y="44"/>
                    <a:pt x="398" y="44"/>
                    <a:pt x="398" y="44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07" y="29"/>
                    <a:pt x="207" y="29"/>
                    <a:pt x="207" y="29"/>
                  </a:cubicBezTo>
                  <a:cubicBezTo>
                    <a:pt x="207" y="15"/>
                    <a:pt x="192" y="0"/>
                    <a:pt x="177" y="0"/>
                  </a:cubicBezTo>
                  <a:cubicBezTo>
                    <a:pt x="177" y="0"/>
                    <a:pt x="162" y="15"/>
                    <a:pt x="162" y="29"/>
                  </a:cubicBezTo>
                  <a:cubicBezTo>
                    <a:pt x="162" y="44"/>
                    <a:pt x="162" y="44"/>
                    <a:pt x="162" y="44"/>
                  </a:cubicBezTo>
                  <a:cubicBezTo>
                    <a:pt x="89" y="44"/>
                    <a:pt x="89" y="44"/>
                    <a:pt x="89" y="44"/>
                  </a:cubicBezTo>
                  <a:cubicBezTo>
                    <a:pt x="44" y="44"/>
                    <a:pt x="0" y="74"/>
                    <a:pt x="0" y="118"/>
                  </a:cubicBezTo>
                  <a:cubicBezTo>
                    <a:pt x="0" y="559"/>
                    <a:pt x="0" y="559"/>
                    <a:pt x="0" y="559"/>
                  </a:cubicBezTo>
                  <a:cubicBezTo>
                    <a:pt x="0" y="604"/>
                    <a:pt x="44" y="633"/>
                    <a:pt x="89" y="633"/>
                  </a:cubicBezTo>
                  <a:cubicBezTo>
                    <a:pt x="516" y="633"/>
                    <a:pt x="516" y="633"/>
                    <a:pt x="516" y="633"/>
                  </a:cubicBezTo>
                  <a:cubicBezTo>
                    <a:pt x="560" y="633"/>
                    <a:pt x="589" y="604"/>
                    <a:pt x="589" y="559"/>
                  </a:cubicBezTo>
                  <a:cubicBezTo>
                    <a:pt x="589" y="118"/>
                    <a:pt x="589" y="118"/>
                    <a:pt x="589" y="118"/>
                  </a:cubicBezTo>
                  <a:cubicBezTo>
                    <a:pt x="589" y="74"/>
                    <a:pt x="560" y="44"/>
                    <a:pt x="516" y="44"/>
                  </a:cubicBezTo>
                  <a:close/>
                  <a:moveTo>
                    <a:pt x="560" y="559"/>
                  </a:moveTo>
                  <a:lnTo>
                    <a:pt x="560" y="559"/>
                  </a:lnTo>
                  <a:cubicBezTo>
                    <a:pt x="560" y="574"/>
                    <a:pt x="530" y="589"/>
                    <a:pt x="516" y="589"/>
                  </a:cubicBezTo>
                  <a:cubicBezTo>
                    <a:pt x="89" y="589"/>
                    <a:pt x="89" y="589"/>
                    <a:pt x="89" y="589"/>
                  </a:cubicBezTo>
                  <a:cubicBezTo>
                    <a:pt x="59" y="589"/>
                    <a:pt x="44" y="574"/>
                    <a:pt x="44" y="559"/>
                  </a:cubicBezTo>
                  <a:cubicBezTo>
                    <a:pt x="44" y="206"/>
                    <a:pt x="44" y="206"/>
                    <a:pt x="44" y="206"/>
                  </a:cubicBezTo>
                  <a:cubicBezTo>
                    <a:pt x="560" y="206"/>
                    <a:pt x="560" y="206"/>
                    <a:pt x="560" y="206"/>
                  </a:cubicBezTo>
                  <a:lnTo>
                    <a:pt x="560" y="559"/>
                  </a:lnTo>
                  <a:close/>
                  <a:moveTo>
                    <a:pt x="560" y="162"/>
                  </a:moveTo>
                  <a:lnTo>
                    <a:pt x="560" y="162"/>
                  </a:lnTo>
                  <a:cubicBezTo>
                    <a:pt x="44" y="162"/>
                    <a:pt x="44" y="162"/>
                    <a:pt x="44" y="162"/>
                  </a:cubicBezTo>
                  <a:cubicBezTo>
                    <a:pt x="44" y="118"/>
                    <a:pt x="44" y="118"/>
                    <a:pt x="44" y="118"/>
                  </a:cubicBezTo>
                  <a:cubicBezTo>
                    <a:pt x="44" y="103"/>
                    <a:pt x="59" y="88"/>
                    <a:pt x="89" y="88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103"/>
                    <a:pt x="162" y="103"/>
                    <a:pt x="162" y="103"/>
                  </a:cubicBezTo>
                  <a:cubicBezTo>
                    <a:pt x="162" y="118"/>
                    <a:pt x="177" y="118"/>
                    <a:pt x="177" y="118"/>
                  </a:cubicBezTo>
                  <a:cubicBezTo>
                    <a:pt x="192" y="118"/>
                    <a:pt x="207" y="118"/>
                    <a:pt x="207" y="103"/>
                  </a:cubicBezTo>
                  <a:cubicBezTo>
                    <a:pt x="207" y="88"/>
                    <a:pt x="207" y="88"/>
                    <a:pt x="207" y="88"/>
                  </a:cubicBezTo>
                  <a:cubicBezTo>
                    <a:pt x="398" y="88"/>
                    <a:pt x="398" y="88"/>
                    <a:pt x="398" y="88"/>
                  </a:cubicBezTo>
                  <a:cubicBezTo>
                    <a:pt x="398" y="103"/>
                    <a:pt x="398" y="103"/>
                    <a:pt x="398" y="103"/>
                  </a:cubicBezTo>
                  <a:cubicBezTo>
                    <a:pt x="398" y="118"/>
                    <a:pt x="412" y="118"/>
                    <a:pt x="412" y="118"/>
                  </a:cubicBezTo>
                  <a:cubicBezTo>
                    <a:pt x="427" y="118"/>
                    <a:pt x="442" y="118"/>
                    <a:pt x="442" y="103"/>
                  </a:cubicBezTo>
                  <a:cubicBezTo>
                    <a:pt x="442" y="88"/>
                    <a:pt x="442" y="88"/>
                    <a:pt x="442" y="88"/>
                  </a:cubicBezTo>
                  <a:cubicBezTo>
                    <a:pt x="516" y="88"/>
                    <a:pt x="516" y="88"/>
                    <a:pt x="516" y="88"/>
                  </a:cubicBezTo>
                  <a:cubicBezTo>
                    <a:pt x="530" y="88"/>
                    <a:pt x="560" y="103"/>
                    <a:pt x="560" y="118"/>
                  </a:cubicBezTo>
                  <a:lnTo>
                    <a:pt x="560" y="162"/>
                  </a:lnTo>
                  <a:close/>
                  <a:moveTo>
                    <a:pt x="118" y="397"/>
                  </a:moveTo>
                  <a:lnTo>
                    <a:pt x="118" y="397"/>
                  </a:lnTo>
                  <a:cubicBezTo>
                    <a:pt x="162" y="397"/>
                    <a:pt x="162" y="397"/>
                    <a:pt x="162" y="397"/>
                  </a:cubicBezTo>
                  <a:cubicBezTo>
                    <a:pt x="177" y="397"/>
                    <a:pt x="207" y="383"/>
                    <a:pt x="207" y="353"/>
                  </a:cubicBezTo>
                  <a:cubicBezTo>
                    <a:pt x="207" y="324"/>
                    <a:pt x="207" y="324"/>
                    <a:pt x="207" y="324"/>
                  </a:cubicBezTo>
                  <a:cubicBezTo>
                    <a:pt x="207" y="294"/>
                    <a:pt x="177" y="280"/>
                    <a:pt x="162" y="280"/>
                  </a:cubicBezTo>
                  <a:cubicBezTo>
                    <a:pt x="118" y="280"/>
                    <a:pt x="118" y="280"/>
                    <a:pt x="118" y="280"/>
                  </a:cubicBezTo>
                  <a:cubicBezTo>
                    <a:pt x="103" y="280"/>
                    <a:pt x="89" y="294"/>
                    <a:pt x="89" y="324"/>
                  </a:cubicBezTo>
                  <a:cubicBezTo>
                    <a:pt x="89" y="353"/>
                    <a:pt x="89" y="353"/>
                    <a:pt x="89" y="353"/>
                  </a:cubicBezTo>
                  <a:cubicBezTo>
                    <a:pt x="89" y="383"/>
                    <a:pt x="103" y="397"/>
                    <a:pt x="118" y="397"/>
                  </a:cubicBezTo>
                  <a:close/>
                  <a:moveTo>
                    <a:pt x="118" y="324"/>
                  </a:moveTo>
                  <a:lnTo>
                    <a:pt x="118" y="324"/>
                  </a:lnTo>
                  <a:cubicBezTo>
                    <a:pt x="162" y="324"/>
                    <a:pt x="162" y="324"/>
                    <a:pt x="162" y="324"/>
                  </a:cubicBezTo>
                  <a:cubicBezTo>
                    <a:pt x="162" y="353"/>
                    <a:pt x="162" y="353"/>
                    <a:pt x="162" y="353"/>
                  </a:cubicBezTo>
                  <a:cubicBezTo>
                    <a:pt x="118" y="353"/>
                    <a:pt x="118" y="353"/>
                    <a:pt x="118" y="353"/>
                  </a:cubicBezTo>
                  <a:lnTo>
                    <a:pt x="118" y="324"/>
                  </a:lnTo>
                  <a:close/>
                  <a:moveTo>
                    <a:pt x="280" y="397"/>
                  </a:moveTo>
                  <a:lnTo>
                    <a:pt x="280" y="397"/>
                  </a:lnTo>
                  <a:cubicBezTo>
                    <a:pt x="324" y="397"/>
                    <a:pt x="324" y="397"/>
                    <a:pt x="324" y="397"/>
                  </a:cubicBezTo>
                  <a:cubicBezTo>
                    <a:pt x="339" y="397"/>
                    <a:pt x="354" y="383"/>
                    <a:pt x="354" y="353"/>
                  </a:cubicBezTo>
                  <a:cubicBezTo>
                    <a:pt x="354" y="324"/>
                    <a:pt x="354" y="324"/>
                    <a:pt x="354" y="324"/>
                  </a:cubicBezTo>
                  <a:cubicBezTo>
                    <a:pt x="354" y="294"/>
                    <a:pt x="339" y="280"/>
                    <a:pt x="324" y="280"/>
                  </a:cubicBezTo>
                  <a:cubicBezTo>
                    <a:pt x="280" y="280"/>
                    <a:pt x="280" y="280"/>
                    <a:pt x="280" y="280"/>
                  </a:cubicBezTo>
                  <a:cubicBezTo>
                    <a:pt x="265" y="280"/>
                    <a:pt x="236" y="294"/>
                    <a:pt x="236" y="324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36" y="383"/>
                    <a:pt x="265" y="397"/>
                    <a:pt x="280" y="397"/>
                  </a:cubicBezTo>
                  <a:close/>
                  <a:moveTo>
                    <a:pt x="280" y="324"/>
                  </a:moveTo>
                  <a:lnTo>
                    <a:pt x="280" y="324"/>
                  </a:lnTo>
                  <a:cubicBezTo>
                    <a:pt x="324" y="324"/>
                    <a:pt x="324" y="324"/>
                    <a:pt x="324" y="324"/>
                  </a:cubicBezTo>
                  <a:cubicBezTo>
                    <a:pt x="324" y="353"/>
                    <a:pt x="324" y="353"/>
                    <a:pt x="324" y="353"/>
                  </a:cubicBezTo>
                  <a:cubicBezTo>
                    <a:pt x="280" y="353"/>
                    <a:pt x="280" y="353"/>
                    <a:pt x="280" y="353"/>
                  </a:cubicBezTo>
                  <a:lnTo>
                    <a:pt x="280" y="324"/>
                  </a:lnTo>
                  <a:close/>
                  <a:moveTo>
                    <a:pt x="118" y="559"/>
                  </a:moveTo>
                  <a:lnTo>
                    <a:pt x="118" y="559"/>
                  </a:lnTo>
                  <a:cubicBezTo>
                    <a:pt x="162" y="559"/>
                    <a:pt x="162" y="559"/>
                    <a:pt x="162" y="559"/>
                  </a:cubicBezTo>
                  <a:cubicBezTo>
                    <a:pt x="177" y="559"/>
                    <a:pt x="207" y="530"/>
                    <a:pt x="207" y="515"/>
                  </a:cubicBezTo>
                  <a:cubicBezTo>
                    <a:pt x="207" y="471"/>
                    <a:pt x="207" y="471"/>
                    <a:pt x="207" y="471"/>
                  </a:cubicBezTo>
                  <a:cubicBezTo>
                    <a:pt x="207" y="456"/>
                    <a:pt x="177" y="442"/>
                    <a:pt x="162" y="442"/>
                  </a:cubicBezTo>
                  <a:cubicBezTo>
                    <a:pt x="118" y="442"/>
                    <a:pt x="118" y="442"/>
                    <a:pt x="118" y="442"/>
                  </a:cubicBezTo>
                  <a:cubicBezTo>
                    <a:pt x="103" y="442"/>
                    <a:pt x="89" y="456"/>
                    <a:pt x="89" y="471"/>
                  </a:cubicBezTo>
                  <a:cubicBezTo>
                    <a:pt x="89" y="515"/>
                    <a:pt x="89" y="515"/>
                    <a:pt x="89" y="515"/>
                  </a:cubicBezTo>
                  <a:cubicBezTo>
                    <a:pt x="89" y="530"/>
                    <a:pt x="103" y="559"/>
                    <a:pt x="118" y="559"/>
                  </a:cubicBezTo>
                  <a:close/>
                  <a:moveTo>
                    <a:pt x="118" y="471"/>
                  </a:moveTo>
                  <a:lnTo>
                    <a:pt x="118" y="471"/>
                  </a:lnTo>
                  <a:cubicBezTo>
                    <a:pt x="162" y="471"/>
                    <a:pt x="162" y="471"/>
                    <a:pt x="162" y="471"/>
                  </a:cubicBezTo>
                  <a:cubicBezTo>
                    <a:pt x="162" y="515"/>
                    <a:pt x="162" y="515"/>
                    <a:pt x="162" y="515"/>
                  </a:cubicBezTo>
                  <a:cubicBezTo>
                    <a:pt x="118" y="515"/>
                    <a:pt x="118" y="515"/>
                    <a:pt x="118" y="515"/>
                  </a:cubicBezTo>
                  <a:lnTo>
                    <a:pt x="118" y="471"/>
                  </a:lnTo>
                  <a:close/>
                  <a:moveTo>
                    <a:pt x="280" y="559"/>
                  </a:moveTo>
                  <a:lnTo>
                    <a:pt x="280" y="559"/>
                  </a:lnTo>
                  <a:cubicBezTo>
                    <a:pt x="324" y="559"/>
                    <a:pt x="324" y="559"/>
                    <a:pt x="324" y="559"/>
                  </a:cubicBezTo>
                  <a:cubicBezTo>
                    <a:pt x="339" y="559"/>
                    <a:pt x="354" y="530"/>
                    <a:pt x="354" y="515"/>
                  </a:cubicBezTo>
                  <a:cubicBezTo>
                    <a:pt x="354" y="471"/>
                    <a:pt x="354" y="471"/>
                    <a:pt x="354" y="471"/>
                  </a:cubicBezTo>
                  <a:cubicBezTo>
                    <a:pt x="354" y="456"/>
                    <a:pt x="339" y="442"/>
                    <a:pt x="324" y="442"/>
                  </a:cubicBezTo>
                  <a:cubicBezTo>
                    <a:pt x="280" y="442"/>
                    <a:pt x="280" y="442"/>
                    <a:pt x="280" y="442"/>
                  </a:cubicBezTo>
                  <a:cubicBezTo>
                    <a:pt x="265" y="442"/>
                    <a:pt x="236" y="456"/>
                    <a:pt x="236" y="471"/>
                  </a:cubicBezTo>
                  <a:cubicBezTo>
                    <a:pt x="236" y="515"/>
                    <a:pt x="236" y="515"/>
                    <a:pt x="236" y="515"/>
                  </a:cubicBezTo>
                  <a:cubicBezTo>
                    <a:pt x="236" y="530"/>
                    <a:pt x="265" y="559"/>
                    <a:pt x="280" y="559"/>
                  </a:cubicBezTo>
                  <a:close/>
                  <a:moveTo>
                    <a:pt x="280" y="471"/>
                  </a:moveTo>
                  <a:lnTo>
                    <a:pt x="280" y="471"/>
                  </a:lnTo>
                  <a:cubicBezTo>
                    <a:pt x="324" y="471"/>
                    <a:pt x="324" y="471"/>
                    <a:pt x="324" y="471"/>
                  </a:cubicBezTo>
                  <a:cubicBezTo>
                    <a:pt x="324" y="515"/>
                    <a:pt x="324" y="515"/>
                    <a:pt x="324" y="515"/>
                  </a:cubicBezTo>
                  <a:cubicBezTo>
                    <a:pt x="280" y="515"/>
                    <a:pt x="280" y="515"/>
                    <a:pt x="280" y="515"/>
                  </a:cubicBezTo>
                  <a:lnTo>
                    <a:pt x="280" y="4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3"/>
            <p:cNvSpPr/>
            <p:nvPr/>
          </p:nvSpPr>
          <p:spPr>
            <a:xfrm>
              <a:off x="1812786" y="2015945"/>
              <a:ext cx="221970" cy="143232"/>
            </a:xfrm>
            <a:custGeom>
              <a:rect b="b" l="l" r="r" t="t"/>
              <a:pathLst>
                <a:path extrusionOk="0" h="398" w="619">
                  <a:moveTo>
                    <a:pt x="427" y="88"/>
                  </a:moveTo>
                  <a:lnTo>
                    <a:pt x="427" y="88"/>
                  </a:lnTo>
                  <a:cubicBezTo>
                    <a:pt x="368" y="88"/>
                    <a:pt x="309" y="132"/>
                    <a:pt x="309" y="206"/>
                  </a:cubicBezTo>
                  <a:cubicBezTo>
                    <a:pt x="309" y="265"/>
                    <a:pt x="368" y="324"/>
                    <a:pt x="427" y="324"/>
                  </a:cubicBezTo>
                  <a:cubicBezTo>
                    <a:pt x="486" y="324"/>
                    <a:pt x="545" y="265"/>
                    <a:pt x="545" y="206"/>
                  </a:cubicBezTo>
                  <a:cubicBezTo>
                    <a:pt x="545" y="132"/>
                    <a:pt x="486" y="88"/>
                    <a:pt x="427" y="88"/>
                  </a:cubicBezTo>
                  <a:close/>
                  <a:moveTo>
                    <a:pt x="427" y="279"/>
                  </a:moveTo>
                  <a:lnTo>
                    <a:pt x="427" y="279"/>
                  </a:lnTo>
                  <a:cubicBezTo>
                    <a:pt x="382" y="279"/>
                    <a:pt x="353" y="250"/>
                    <a:pt x="353" y="206"/>
                  </a:cubicBezTo>
                  <a:cubicBezTo>
                    <a:pt x="353" y="162"/>
                    <a:pt x="382" y="117"/>
                    <a:pt x="427" y="117"/>
                  </a:cubicBezTo>
                  <a:cubicBezTo>
                    <a:pt x="471" y="117"/>
                    <a:pt x="500" y="162"/>
                    <a:pt x="500" y="206"/>
                  </a:cubicBezTo>
                  <a:cubicBezTo>
                    <a:pt x="500" y="250"/>
                    <a:pt x="471" y="279"/>
                    <a:pt x="427" y="279"/>
                  </a:cubicBezTo>
                  <a:close/>
                  <a:moveTo>
                    <a:pt x="427" y="0"/>
                  </a:moveTo>
                  <a:lnTo>
                    <a:pt x="427" y="0"/>
                  </a:lnTo>
                  <a:cubicBezTo>
                    <a:pt x="191" y="0"/>
                    <a:pt x="191" y="0"/>
                    <a:pt x="191" y="0"/>
                  </a:cubicBezTo>
                  <a:cubicBezTo>
                    <a:pt x="88" y="0"/>
                    <a:pt x="0" y="88"/>
                    <a:pt x="0" y="206"/>
                  </a:cubicBezTo>
                  <a:cubicBezTo>
                    <a:pt x="0" y="309"/>
                    <a:pt x="88" y="397"/>
                    <a:pt x="191" y="397"/>
                  </a:cubicBezTo>
                  <a:cubicBezTo>
                    <a:pt x="427" y="397"/>
                    <a:pt x="427" y="397"/>
                    <a:pt x="427" y="397"/>
                  </a:cubicBezTo>
                  <a:cubicBezTo>
                    <a:pt x="530" y="397"/>
                    <a:pt x="618" y="309"/>
                    <a:pt x="618" y="206"/>
                  </a:cubicBezTo>
                  <a:cubicBezTo>
                    <a:pt x="618" y="88"/>
                    <a:pt x="530" y="0"/>
                    <a:pt x="427" y="0"/>
                  </a:cubicBezTo>
                  <a:close/>
                  <a:moveTo>
                    <a:pt x="427" y="353"/>
                  </a:moveTo>
                  <a:lnTo>
                    <a:pt x="427" y="353"/>
                  </a:lnTo>
                  <a:cubicBezTo>
                    <a:pt x="191" y="353"/>
                    <a:pt x="191" y="353"/>
                    <a:pt x="191" y="353"/>
                  </a:cubicBezTo>
                  <a:cubicBezTo>
                    <a:pt x="103" y="353"/>
                    <a:pt x="29" y="294"/>
                    <a:pt x="29" y="206"/>
                  </a:cubicBezTo>
                  <a:cubicBezTo>
                    <a:pt x="29" y="117"/>
                    <a:pt x="103" y="44"/>
                    <a:pt x="191" y="44"/>
                  </a:cubicBezTo>
                  <a:cubicBezTo>
                    <a:pt x="427" y="44"/>
                    <a:pt x="427" y="44"/>
                    <a:pt x="427" y="44"/>
                  </a:cubicBezTo>
                  <a:cubicBezTo>
                    <a:pt x="515" y="44"/>
                    <a:pt x="589" y="117"/>
                    <a:pt x="589" y="206"/>
                  </a:cubicBezTo>
                  <a:cubicBezTo>
                    <a:pt x="589" y="294"/>
                    <a:pt x="515" y="353"/>
                    <a:pt x="427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3"/>
            <p:cNvSpPr/>
            <p:nvPr/>
          </p:nvSpPr>
          <p:spPr>
            <a:xfrm>
              <a:off x="1441887" y="2015945"/>
              <a:ext cx="228610" cy="143232"/>
            </a:xfrm>
            <a:custGeom>
              <a:rect b="b" l="l" r="r" t="t"/>
              <a:pathLst>
                <a:path extrusionOk="0" h="398" w="634">
                  <a:moveTo>
                    <a:pt x="442" y="0"/>
                  </a:moveTo>
                  <a:lnTo>
                    <a:pt x="442" y="0"/>
                  </a:lnTo>
                  <a:cubicBezTo>
                    <a:pt x="207" y="0"/>
                    <a:pt x="207" y="0"/>
                    <a:pt x="207" y="0"/>
                  </a:cubicBezTo>
                  <a:cubicBezTo>
                    <a:pt x="89" y="0"/>
                    <a:pt x="0" y="88"/>
                    <a:pt x="0" y="206"/>
                  </a:cubicBezTo>
                  <a:cubicBezTo>
                    <a:pt x="0" y="309"/>
                    <a:pt x="89" y="397"/>
                    <a:pt x="207" y="397"/>
                  </a:cubicBezTo>
                  <a:cubicBezTo>
                    <a:pt x="442" y="397"/>
                    <a:pt x="442" y="397"/>
                    <a:pt x="442" y="397"/>
                  </a:cubicBezTo>
                  <a:cubicBezTo>
                    <a:pt x="545" y="397"/>
                    <a:pt x="633" y="309"/>
                    <a:pt x="633" y="206"/>
                  </a:cubicBezTo>
                  <a:cubicBezTo>
                    <a:pt x="633" y="88"/>
                    <a:pt x="545" y="0"/>
                    <a:pt x="442" y="0"/>
                  </a:cubicBezTo>
                  <a:close/>
                  <a:moveTo>
                    <a:pt x="442" y="353"/>
                  </a:moveTo>
                  <a:lnTo>
                    <a:pt x="442" y="353"/>
                  </a:lnTo>
                  <a:cubicBezTo>
                    <a:pt x="207" y="353"/>
                    <a:pt x="207" y="353"/>
                    <a:pt x="207" y="353"/>
                  </a:cubicBezTo>
                  <a:cubicBezTo>
                    <a:pt x="118" y="353"/>
                    <a:pt x="44" y="294"/>
                    <a:pt x="44" y="206"/>
                  </a:cubicBezTo>
                  <a:cubicBezTo>
                    <a:pt x="44" y="117"/>
                    <a:pt x="118" y="44"/>
                    <a:pt x="207" y="44"/>
                  </a:cubicBezTo>
                  <a:cubicBezTo>
                    <a:pt x="442" y="44"/>
                    <a:pt x="442" y="44"/>
                    <a:pt x="442" y="44"/>
                  </a:cubicBezTo>
                  <a:cubicBezTo>
                    <a:pt x="530" y="44"/>
                    <a:pt x="589" y="117"/>
                    <a:pt x="589" y="206"/>
                  </a:cubicBezTo>
                  <a:cubicBezTo>
                    <a:pt x="589" y="294"/>
                    <a:pt x="530" y="353"/>
                    <a:pt x="442" y="353"/>
                  </a:cubicBezTo>
                  <a:close/>
                  <a:moveTo>
                    <a:pt x="207" y="88"/>
                  </a:moveTo>
                  <a:lnTo>
                    <a:pt x="207" y="88"/>
                  </a:lnTo>
                  <a:cubicBezTo>
                    <a:pt x="133" y="88"/>
                    <a:pt x="89" y="132"/>
                    <a:pt x="89" y="206"/>
                  </a:cubicBezTo>
                  <a:cubicBezTo>
                    <a:pt x="89" y="265"/>
                    <a:pt x="133" y="324"/>
                    <a:pt x="207" y="324"/>
                  </a:cubicBezTo>
                  <a:cubicBezTo>
                    <a:pt x="265" y="324"/>
                    <a:pt x="324" y="265"/>
                    <a:pt x="324" y="206"/>
                  </a:cubicBezTo>
                  <a:cubicBezTo>
                    <a:pt x="324" y="132"/>
                    <a:pt x="265" y="88"/>
                    <a:pt x="207" y="88"/>
                  </a:cubicBezTo>
                  <a:close/>
                  <a:moveTo>
                    <a:pt x="207" y="279"/>
                  </a:moveTo>
                  <a:lnTo>
                    <a:pt x="207" y="279"/>
                  </a:lnTo>
                  <a:cubicBezTo>
                    <a:pt x="162" y="279"/>
                    <a:pt x="118" y="250"/>
                    <a:pt x="118" y="206"/>
                  </a:cubicBezTo>
                  <a:cubicBezTo>
                    <a:pt x="118" y="162"/>
                    <a:pt x="162" y="117"/>
                    <a:pt x="207" y="117"/>
                  </a:cubicBezTo>
                  <a:cubicBezTo>
                    <a:pt x="251" y="117"/>
                    <a:pt x="280" y="162"/>
                    <a:pt x="280" y="206"/>
                  </a:cubicBezTo>
                  <a:cubicBezTo>
                    <a:pt x="280" y="250"/>
                    <a:pt x="251" y="279"/>
                    <a:pt x="207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3"/>
            <p:cNvSpPr/>
            <p:nvPr/>
          </p:nvSpPr>
          <p:spPr>
            <a:xfrm>
              <a:off x="1076679" y="1973260"/>
              <a:ext cx="228611" cy="228602"/>
            </a:xfrm>
            <a:custGeom>
              <a:rect b="b" l="l" r="r" t="t"/>
              <a:pathLst>
                <a:path extrusionOk="0" h="634" w="634">
                  <a:moveTo>
                    <a:pt x="515" y="471"/>
                  </a:moveTo>
                  <a:lnTo>
                    <a:pt x="515" y="471"/>
                  </a:lnTo>
                  <a:cubicBezTo>
                    <a:pt x="294" y="471"/>
                    <a:pt x="294" y="471"/>
                    <a:pt x="294" y="471"/>
                  </a:cubicBezTo>
                  <a:cubicBezTo>
                    <a:pt x="279" y="442"/>
                    <a:pt x="250" y="412"/>
                    <a:pt x="220" y="412"/>
                  </a:cubicBezTo>
                  <a:cubicBezTo>
                    <a:pt x="176" y="412"/>
                    <a:pt x="147" y="442"/>
                    <a:pt x="147" y="471"/>
                  </a:cubicBezTo>
                  <a:cubicBezTo>
                    <a:pt x="117" y="471"/>
                    <a:pt x="117" y="471"/>
                    <a:pt x="117" y="471"/>
                  </a:cubicBezTo>
                  <a:cubicBezTo>
                    <a:pt x="103" y="471"/>
                    <a:pt x="103" y="486"/>
                    <a:pt x="103" y="501"/>
                  </a:cubicBezTo>
                  <a:cubicBezTo>
                    <a:pt x="103" y="501"/>
                    <a:pt x="103" y="515"/>
                    <a:pt x="117" y="515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45"/>
                    <a:pt x="176" y="574"/>
                    <a:pt x="220" y="574"/>
                  </a:cubicBezTo>
                  <a:cubicBezTo>
                    <a:pt x="250" y="574"/>
                    <a:pt x="279" y="545"/>
                    <a:pt x="294" y="515"/>
                  </a:cubicBezTo>
                  <a:cubicBezTo>
                    <a:pt x="515" y="515"/>
                    <a:pt x="515" y="515"/>
                    <a:pt x="515" y="515"/>
                  </a:cubicBezTo>
                  <a:lnTo>
                    <a:pt x="530" y="501"/>
                  </a:lnTo>
                  <a:cubicBezTo>
                    <a:pt x="530" y="486"/>
                    <a:pt x="515" y="471"/>
                    <a:pt x="515" y="471"/>
                  </a:cubicBezTo>
                  <a:close/>
                  <a:moveTo>
                    <a:pt x="220" y="545"/>
                  </a:moveTo>
                  <a:lnTo>
                    <a:pt x="220" y="545"/>
                  </a:lnTo>
                  <a:cubicBezTo>
                    <a:pt x="191" y="545"/>
                    <a:pt x="162" y="515"/>
                    <a:pt x="162" y="501"/>
                  </a:cubicBezTo>
                  <a:cubicBezTo>
                    <a:pt x="162" y="471"/>
                    <a:pt x="191" y="442"/>
                    <a:pt x="220" y="442"/>
                  </a:cubicBezTo>
                  <a:cubicBezTo>
                    <a:pt x="235" y="442"/>
                    <a:pt x="265" y="471"/>
                    <a:pt x="265" y="501"/>
                  </a:cubicBezTo>
                  <a:cubicBezTo>
                    <a:pt x="265" y="515"/>
                    <a:pt x="235" y="545"/>
                    <a:pt x="220" y="545"/>
                  </a:cubicBezTo>
                  <a:close/>
                  <a:moveTo>
                    <a:pt x="515" y="162"/>
                  </a:moveTo>
                  <a:lnTo>
                    <a:pt x="515" y="162"/>
                  </a:lnTo>
                  <a:cubicBezTo>
                    <a:pt x="294" y="162"/>
                    <a:pt x="294" y="162"/>
                    <a:pt x="294" y="162"/>
                  </a:cubicBezTo>
                  <a:cubicBezTo>
                    <a:pt x="279" y="133"/>
                    <a:pt x="250" y="103"/>
                    <a:pt x="220" y="103"/>
                  </a:cubicBezTo>
                  <a:cubicBezTo>
                    <a:pt x="176" y="103"/>
                    <a:pt x="147" y="133"/>
                    <a:pt x="14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03" y="162"/>
                    <a:pt x="103" y="176"/>
                    <a:pt x="103" y="176"/>
                  </a:cubicBezTo>
                  <a:cubicBezTo>
                    <a:pt x="103" y="192"/>
                    <a:pt x="103" y="206"/>
                    <a:pt x="117" y="206"/>
                  </a:cubicBezTo>
                  <a:cubicBezTo>
                    <a:pt x="147" y="206"/>
                    <a:pt x="147" y="206"/>
                    <a:pt x="147" y="206"/>
                  </a:cubicBezTo>
                  <a:cubicBezTo>
                    <a:pt x="147" y="235"/>
                    <a:pt x="176" y="265"/>
                    <a:pt x="220" y="265"/>
                  </a:cubicBezTo>
                  <a:cubicBezTo>
                    <a:pt x="250" y="265"/>
                    <a:pt x="279" y="235"/>
                    <a:pt x="294" y="206"/>
                  </a:cubicBezTo>
                  <a:cubicBezTo>
                    <a:pt x="515" y="206"/>
                    <a:pt x="515" y="206"/>
                    <a:pt x="515" y="206"/>
                  </a:cubicBezTo>
                  <a:cubicBezTo>
                    <a:pt x="515" y="206"/>
                    <a:pt x="530" y="192"/>
                    <a:pt x="530" y="176"/>
                  </a:cubicBezTo>
                  <a:lnTo>
                    <a:pt x="515" y="162"/>
                  </a:lnTo>
                  <a:close/>
                  <a:moveTo>
                    <a:pt x="220" y="235"/>
                  </a:moveTo>
                  <a:lnTo>
                    <a:pt x="220" y="235"/>
                  </a:lnTo>
                  <a:cubicBezTo>
                    <a:pt x="191" y="235"/>
                    <a:pt x="162" y="206"/>
                    <a:pt x="162" y="176"/>
                  </a:cubicBezTo>
                  <a:cubicBezTo>
                    <a:pt x="162" y="162"/>
                    <a:pt x="191" y="133"/>
                    <a:pt x="220" y="133"/>
                  </a:cubicBezTo>
                  <a:cubicBezTo>
                    <a:pt x="235" y="133"/>
                    <a:pt x="265" y="162"/>
                    <a:pt x="265" y="176"/>
                  </a:cubicBezTo>
                  <a:cubicBezTo>
                    <a:pt x="265" y="206"/>
                    <a:pt x="235" y="235"/>
                    <a:pt x="220" y="235"/>
                  </a:cubicBezTo>
                  <a:close/>
                  <a:moveTo>
                    <a:pt x="515" y="324"/>
                  </a:moveTo>
                  <a:lnTo>
                    <a:pt x="515" y="324"/>
                  </a:lnTo>
                  <a:cubicBezTo>
                    <a:pt x="471" y="324"/>
                    <a:pt x="471" y="324"/>
                    <a:pt x="471" y="324"/>
                  </a:cubicBezTo>
                  <a:cubicBezTo>
                    <a:pt x="456" y="280"/>
                    <a:pt x="426" y="265"/>
                    <a:pt x="397" y="265"/>
                  </a:cubicBezTo>
                  <a:cubicBezTo>
                    <a:pt x="353" y="265"/>
                    <a:pt x="324" y="280"/>
                    <a:pt x="324" y="324"/>
                  </a:cubicBezTo>
                  <a:cubicBezTo>
                    <a:pt x="117" y="324"/>
                    <a:pt x="117" y="324"/>
                    <a:pt x="117" y="324"/>
                  </a:cubicBezTo>
                  <a:cubicBezTo>
                    <a:pt x="103" y="324"/>
                    <a:pt x="103" y="324"/>
                    <a:pt x="103" y="338"/>
                  </a:cubicBezTo>
                  <a:cubicBezTo>
                    <a:pt x="103" y="353"/>
                    <a:pt x="103" y="353"/>
                    <a:pt x="117" y="353"/>
                  </a:cubicBezTo>
                  <a:cubicBezTo>
                    <a:pt x="324" y="353"/>
                    <a:pt x="324" y="353"/>
                    <a:pt x="324" y="353"/>
                  </a:cubicBezTo>
                  <a:cubicBezTo>
                    <a:pt x="324" y="397"/>
                    <a:pt x="353" y="412"/>
                    <a:pt x="397" y="412"/>
                  </a:cubicBezTo>
                  <a:cubicBezTo>
                    <a:pt x="426" y="412"/>
                    <a:pt x="456" y="397"/>
                    <a:pt x="471" y="353"/>
                  </a:cubicBezTo>
                  <a:cubicBezTo>
                    <a:pt x="515" y="353"/>
                    <a:pt x="515" y="353"/>
                    <a:pt x="515" y="353"/>
                  </a:cubicBezTo>
                  <a:cubicBezTo>
                    <a:pt x="515" y="353"/>
                    <a:pt x="530" y="353"/>
                    <a:pt x="530" y="338"/>
                  </a:cubicBezTo>
                  <a:cubicBezTo>
                    <a:pt x="530" y="324"/>
                    <a:pt x="515" y="324"/>
                    <a:pt x="515" y="324"/>
                  </a:cubicBezTo>
                  <a:close/>
                  <a:moveTo>
                    <a:pt x="397" y="383"/>
                  </a:moveTo>
                  <a:lnTo>
                    <a:pt x="397" y="383"/>
                  </a:lnTo>
                  <a:cubicBezTo>
                    <a:pt x="367" y="383"/>
                    <a:pt x="338" y="368"/>
                    <a:pt x="338" y="338"/>
                  </a:cubicBezTo>
                  <a:cubicBezTo>
                    <a:pt x="338" y="309"/>
                    <a:pt x="367" y="294"/>
                    <a:pt x="397" y="294"/>
                  </a:cubicBezTo>
                  <a:cubicBezTo>
                    <a:pt x="412" y="294"/>
                    <a:pt x="441" y="309"/>
                    <a:pt x="441" y="338"/>
                  </a:cubicBezTo>
                  <a:cubicBezTo>
                    <a:pt x="441" y="368"/>
                    <a:pt x="412" y="383"/>
                    <a:pt x="397" y="383"/>
                  </a:cubicBezTo>
                  <a:close/>
                  <a:moveTo>
                    <a:pt x="544" y="0"/>
                  </a:moveTo>
                  <a:lnTo>
                    <a:pt x="544" y="0"/>
                  </a:ln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44"/>
                    <a:pt x="0" y="88"/>
                  </a:cubicBezTo>
                  <a:cubicBezTo>
                    <a:pt x="0" y="559"/>
                    <a:pt x="0" y="559"/>
                    <a:pt x="0" y="559"/>
                  </a:cubicBezTo>
                  <a:cubicBezTo>
                    <a:pt x="0" y="604"/>
                    <a:pt x="29" y="633"/>
                    <a:pt x="73" y="633"/>
                  </a:cubicBezTo>
                  <a:cubicBezTo>
                    <a:pt x="544" y="633"/>
                    <a:pt x="544" y="633"/>
                    <a:pt x="544" y="633"/>
                  </a:cubicBezTo>
                  <a:cubicBezTo>
                    <a:pt x="588" y="633"/>
                    <a:pt x="633" y="604"/>
                    <a:pt x="633" y="559"/>
                  </a:cubicBezTo>
                  <a:cubicBezTo>
                    <a:pt x="633" y="88"/>
                    <a:pt x="633" y="88"/>
                    <a:pt x="633" y="88"/>
                  </a:cubicBezTo>
                  <a:cubicBezTo>
                    <a:pt x="633" y="44"/>
                    <a:pt x="588" y="0"/>
                    <a:pt x="544" y="0"/>
                  </a:cubicBezTo>
                  <a:close/>
                  <a:moveTo>
                    <a:pt x="588" y="559"/>
                  </a:moveTo>
                  <a:lnTo>
                    <a:pt x="588" y="559"/>
                  </a:lnTo>
                  <a:cubicBezTo>
                    <a:pt x="588" y="574"/>
                    <a:pt x="574" y="589"/>
                    <a:pt x="544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8" y="589"/>
                    <a:pt x="44" y="574"/>
                    <a:pt x="44" y="559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44" y="59"/>
                    <a:pt x="58" y="44"/>
                    <a:pt x="73" y="44"/>
                  </a:cubicBezTo>
                  <a:cubicBezTo>
                    <a:pt x="544" y="44"/>
                    <a:pt x="544" y="44"/>
                    <a:pt x="544" y="44"/>
                  </a:cubicBezTo>
                  <a:cubicBezTo>
                    <a:pt x="574" y="44"/>
                    <a:pt x="588" y="59"/>
                    <a:pt x="588" y="88"/>
                  </a:cubicBezTo>
                  <a:lnTo>
                    <a:pt x="588" y="5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3"/>
            <p:cNvSpPr/>
            <p:nvPr/>
          </p:nvSpPr>
          <p:spPr>
            <a:xfrm>
              <a:off x="716214" y="1984642"/>
              <a:ext cx="212485" cy="212477"/>
            </a:xfrm>
            <a:custGeom>
              <a:rect b="b" l="l" r="r" t="t"/>
              <a:pathLst>
                <a:path extrusionOk="0" h="590" w="589">
                  <a:moveTo>
                    <a:pt x="294" y="192"/>
                  </a:moveTo>
                  <a:lnTo>
                    <a:pt x="294" y="192"/>
                  </a:lnTo>
                  <a:cubicBezTo>
                    <a:pt x="235" y="192"/>
                    <a:pt x="191" y="236"/>
                    <a:pt x="191" y="295"/>
                  </a:cubicBezTo>
                  <a:cubicBezTo>
                    <a:pt x="191" y="339"/>
                    <a:pt x="235" y="383"/>
                    <a:pt x="294" y="383"/>
                  </a:cubicBezTo>
                  <a:cubicBezTo>
                    <a:pt x="353" y="383"/>
                    <a:pt x="397" y="339"/>
                    <a:pt x="397" y="295"/>
                  </a:cubicBezTo>
                  <a:cubicBezTo>
                    <a:pt x="397" y="236"/>
                    <a:pt x="353" y="192"/>
                    <a:pt x="294" y="192"/>
                  </a:cubicBezTo>
                  <a:close/>
                  <a:moveTo>
                    <a:pt x="294" y="354"/>
                  </a:moveTo>
                  <a:lnTo>
                    <a:pt x="294" y="354"/>
                  </a:lnTo>
                  <a:cubicBezTo>
                    <a:pt x="265" y="354"/>
                    <a:pt x="235" y="324"/>
                    <a:pt x="235" y="295"/>
                  </a:cubicBezTo>
                  <a:cubicBezTo>
                    <a:pt x="235" y="251"/>
                    <a:pt x="265" y="236"/>
                    <a:pt x="294" y="236"/>
                  </a:cubicBezTo>
                  <a:cubicBezTo>
                    <a:pt x="324" y="236"/>
                    <a:pt x="353" y="251"/>
                    <a:pt x="353" y="295"/>
                  </a:cubicBezTo>
                  <a:cubicBezTo>
                    <a:pt x="353" y="324"/>
                    <a:pt x="324" y="354"/>
                    <a:pt x="294" y="354"/>
                  </a:cubicBezTo>
                  <a:close/>
                  <a:moveTo>
                    <a:pt x="574" y="354"/>
                  </a:moveTo>
                  <a:lnTo>
                    <a:pt x="574" y="354"/>
                  </a:lnTo>
                  <a:cubicBezTo>
                    <a:pt x="529" y="339"/>
                    <a:pt x="529" y="339"/>
                    <a:pt x="529" y="339"/>
                  </a:cubicBezTo>
                  <a:cubicBezTo>
                    <a:pt x="529" y="324"/>
                    <a:pt x="529" y="309"/>
                    <a:pt x="529" y="295"/>
                  </a:cubicBezTo>
                  <a:cubicBezTo>
                    <a:pt x="529" y="280"/>
                    <a:pt x="529" y="265"/>
                    <a:pt x="529" y="251"/>
                  </a:cubicBezTo>
                  <a:cubicBezTo>
                    <a:pt x="574" y="221"/>
                    <a:pt x="574" y="221"/>
                    <a:pt x="574" y="221"/>
                  </a:cubicBezTo>
                  <a:cubicBezTo>
                    <a:pt x="588" y="206"/>
                    <a:pt x="588" y="192"/>
                    <a:pt x="588" y="163"/>
                  </a:cubicBezTo>
                  <a:cubicBezTo>
                    <a:pt x="544" y="104"/>
                    <a:pt x="544" y="104"/>
                    <a:pt x="544" y="104"/>
                  </a:cubicBezTo>
                  <a:cubicBezTo>
                    <a:pt x="529" y="74"/>
                    <a:pt x="515" y="74"/>
                    <a:pt x="485" y="89"/>
                  </a:cubicBezTo>
                  <a:cubicBezTo>
                    <a:pt x="441" y="118"/>
                    <a:pt x="441" y="118"/>
                    <a:pt x="441" y="118"/>
                  </a:cubicBezTo>
                  <a:cubicBezTo>
                    <a:pt x="426" y="89"/>
                    <a:pt x="397" y="74"/>
                    <a:pt x="367" y="74"/>
                  </a:cubicBezTo>
                  <a:cubicBezTo>
                    <a:pt x="367" y="30"/>
                    <a:pt x="367" y="30"/>
                    <a:pt x="367" y="30"/>
                  </a:cubicBezTo>
                  <a:cubicBezTo>
                    <a:pt x="367" y="15"/>
                    <a:pt x="353" y="0"/>
                    <a:pt x="338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35" y="0"/>
                    <a:pt x="220" y="15"/>
                    <a:pt x="220" y="30"/>
                  </a:cubicBezTo>
                  <a:cubicBezTo>
                    <a:pt x="220" y="74"/>
                    <a:pt x="220" y="74"/>
                    <a:pt x="220" y="74"/>
                  </a:cubicBezTo>
                  <a:cubicBezTo>
                    <a:pt x="191" y="74"/>
                    <a:pt x="162" y="89"/>
                    <a:pt x="147" y="118"/>
                  </a:cubicBezTo>
                  <a:cubicBezTo>
                    <a:pt x="103" y="89"/>
                    <a:pt x="103" y="89"/>
                    <a:pt x="103" y="89"/>
                  </a:cubicBezTo>
                  <a:cubicBezTo>
                    <a:pt x="73" y="74"/>
                    <a:pt x="58" y="74"/>
                    <a:pt x="44" y="104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92"/>
                    <a:pt x="0" y="206"/>
                    <a:pt x="14" y="221"/>
                  </a:cubicBezTo>
                  <a:cubicBezTo>
                    <a:pt x="58" y="251"/>
                    <a:pt x="58" y="251"/>
                    <a:pt x="58" y="251"/>
                  </a:cubicBezTo>
                  <a:cubicBezTo>
                    <a:pt x="58" y="265"/>
                    <a:pt x="58" y="280"/>
                    <a:pt x="58" y="295"/>
                  </a:cubicBezTo>
                  <a:cubicBezTo>
                    <a:pt x="58" y="309"/>
                    <a:pt x="58" y="324"/>
                    <a:pt x="58" y="339"/>
                  </a:cubicBezTo>
                  <a:cubicBezTo>
                    <a:pt x="14" y="354"/>
                    <a:pt x="14" y="354"/>
                    <a:pt x="14" y="354"/>
                  </a:cubicBezTo>
                  <a:cubicBezTo>
                    <a:pt x="0" y="368"/>
                    <a:pt x="0" y="398"/>
                    <a:pt x="0" y="413"/>
                  </a:cubicBezTo>
                  <a:cubicBezTo>
                    <a:pt x="44" y="486"/>
                    <a:pt x="44" y="486"/>
                    <a:pt x="44" y="486"/>
                  </a:cubicBezTo>
                  <a:cubicBezTo>
                    <a:pt x="58" y="501"/>
                    <a:pt x="73" y="501"/>
                    <a:pt x="103" y="501"/>
                  </a:cubicBezTo>
                  <a:cubicBezTo>
                    <a:pt x="147" y="472"/>
                    <a:pt x="147" y="472"/>
                    <a:pt x="147" y="472"/>
                  </a:cubicBezTo>
                  <a:cubicBezTo>
                    <a:pt x="162" y="486"/>
                    <a:pt x="191" y="501"/>
                    <a:pt x="220" y="516"/>
                  </a:cubicBezTo>
                  <a:cubicBezTo>
                    <a:pt x="220" y="545"/>
                    <a:pt x="220" y="545"/>
                    <a:pt x="220" y="545"/>
                  </a:cubicBezTo>
                  <a:cubicBezTo>
                    <a:pt x="220" y="560"/>
                    <a:pt x="235" y="589"/>
                    <a:pt x="250" y="589"/>
                  </a:cubicBezTo>
                  <a:cubicBezTo>
                    <a:pt x="338" y="589"/>
                    <a:pt x="338" y="589"/>
                    <a:pt x="338" y="589"/>
                  </a:cubicBezTo>
                  <a:cubicBezTo>
                    <a:pt x="353" y="589"/>
                    <a:pt x="367" y="560"/>
                    <a:pt x="367" y="545"/>
                  </a:cubicBezTo>
                  <a:cubicBezTo>
                    <a:pt x="367" y="516"/>
                    <a:pt x="367" y="516"/>
                    <a:pt x="367" y="516"/>
                  </a:cubicBezTo>
                  <a:cubicBezTo>
                    <a:pt x="397" y="501"/>
                    <a:pt x="426" y="486"/>
                    <a:pt x="441" y="472"/>
                  </a:cubicBezTo>
                  <a:cubicBezTo>
                    <a:pt x="485" y="501"/>
                    <a:pt x="485" y="501"/>
                    <a:pt x="485" y="501"/>
                  </a:cubicBezTo>
                  <a:cubicBezTo>
                    <a:pt x="515" y="501"/>
                    <a:pt x="529" y="501"/>
                    <a:pt x="544" y="486"/>
                  </a:cubicBezTo>
                  <a:cubicBezTo>
                    <a:pt x="588" y="413"/>
                    <a:pt x="588" y="413"/>
                    <a:pt x="588" y="413"/>
                  </a:cubicBezTo>
                  <a:cubicBezTo>
                    <a:pt x="588" y="398"/>
                    <a:pt x="588" y="368"/>
                    <a:pt x="574" y="354"/>
                  </a:cubicBezTo>
                  <a:close/>
                  <a:moveTo>
                    <a:pt x="544" y="413"/>
                  </a:moveTo>
                  <a:lnTo>
                    <a:pt x="544" y="413"/>
                  </a:lnTo>
                  <a:cubicBezTo>
                    <a:pt x="515" y="442"/>
                    <a:pt x="515" y="442"/>
                    <a:pt x="515" y="442"/>
                  </a:cubicBezTo>
                  <a:cubicBezTo>
                    <a:pt x="515" y="457"/>
                    <a:pt x="500" y="457"/>
                    <a:pt x="500" y="457"/>
                  </a:cubicBezTo>
                  <a:cubicBezTo>
                    <a:pt x="441" y="427"/>
                    <a:pt x="441" y="427"/>
                    <a:pt x="441" y="427"/>
                  </a:cubicBezTo>
                  <a:cubicBezTo>
                    <a:pt x="412" y="457"/>
                    <a:pt x="382" y="472"/>
                    <a:pt x="338" y="486"/>
                  </a:cubicBezTo>
                  <a:cubicBezTo>
                    <a:pt x="338" y="530"/>
                    <a:pt x="338" y="530"/>
                    <a:pt x="338" y="530"/>
                  </a:cubicBezTo>
                  <a:cubicBezTo>
                    <a:pt x="338" y="530"/>
                    <a:pt x="324" y="545"/>
                    <a:pt x="309" y="545"/>
                  </a:cubicBezTo>
                  <a:cubicBezTo>
                    <a:pt x="279" y="545"/>
                    <a:pt x="279" y="545"/>
                    <a:pt x="279" y="545"/>
                  </a:cubicBezTo>
                  <a:cubicBezTo>
                    <a:pt x="265" y="545"/>
                    <a:pt x="250" y="530"/>
                    <a:pt x="250" y="530"/>
                  </a:cubicBezTo>
                  <a:cubicBezTo>
                    <a:pt x="250" y="486"/>
                    <a:pt x="250" y="486"/>
                    <a:pt x="250" y="486"/>
                  </a:cubicBezTo>
                  <a:cubicBezTo>
                    <a:pt x="206" y="472"/>
                    <a:pt x="176" y="457"/>
                    <a:pt x="147" y="427"/>
                  </a:cubicBezTo>
                  <a:cubicBezTo>
                    <a:pt x="88" y="457"/>
                    <a:pt x="88" y="457"/>
                    <a:pt x="88" y="457"/>
                  </a:cubicBezTo>
                  <a:cubicBezTo>
                    <a:pt x="88" y="457"/>
                    <a:pt x="73" y="457"/>
                    <a:pt x="73" y="442"/>
                  </a:cubicBezTo>
                  <a:cubicBezTo>
                    <a:pt x="44" y="413"/>
                    <a:pt x="44" y="413"/>
                    <a:pt x="44" y="413"/>
                  </a:cubicBezTo>
                  <a:cubicBezTo>
                    <a:pt x="44" y="398"/>
                    <a:pt x="44" y="383"/>
                    <a:pt x="58" y="383"/>
                  </a:cubicBezTo>
                  <a:cubicBezTo>
                    <a:pt x="103" y="354"/>
                    <a:pt x="103" y="354"/>
                    <a:pt x="103" y="354"/>
                  </a:cubicBezTo>
                  <a:cubicBezTo>
                    <a:pt x="103" y="339"/>
                    <a:pt x="103" y="309"/>
                    <a:pt x="103" y="295"/>
                  </a:cubicBezTo>
                  <a:cubicBezTo>
                    <a:pt x="103" y="265"/>
                    <a:pt x="103" y="251"/>
                    <a:pt x="103" y="221"/>
                  </a:cubicBezTo>
                  <a:cubicBezTo>
                    <a:pt x="58" y="192"/>
                    <a:pt x="58" y="192"/>
                    <a:pt x="58" y="192"/>
                  </a:cubicBezTo>
                  <a:cubicBezTo>
                    <a:pt x="44" y="192"/>
                    <a:pt x="44" y="177"/>
                    <a:pt x="44" y="163"/>
                  </a:cubicBezTo>
                  <a:cubicBezTo>
                    <a:pt x="73" y="133"/>
                    <a:pt x="73" y="133"/>
                    <a:pt x="73" y="133"/>
                  </a:cubicBezTo>
                  <a:cubicBezTo>
                    <a:pt x="73" y="133"/>
                    <a:pt x="88" y="118"/>
                    <a:pt x="88" y="133"/>
                  </a:cubicBezTo>
                  <a:cubicBezTo>
                    <a:pt x="147" y="163"/>
                    <a:pt x="147" y="163"/>
                    <a:pt x="147" y="163"/>
                  </a:cubicBezTo>
                  <a:cubicBezTo>
                    <a:pt x="176" y="133"/>
                    <a:pt x="206" y="104"/>
                    <a:pt x="250" y="104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45"/>
                    <a:pt x="265" y="30"/>
                    <a:pt x="279" y="30"/>
                  </a:cubicBezTo>
                  <a:cubicBezTo>
                    <a:pt x="309" y="30"/>
                    <a:pt x="309" y="30"/>
                    <a:pt x="309" y="30"/>
                  </a:cubicBezTo>
                  <a:cubicBezTo>
                    <a:pt x="324" y="30"/>
                    <a:pt x="338" y="45"/>
                    <a:pt x="338" y="59"/>
                  </a:cubicBezTo>
                  <a:cubicBezTo>
                    <a:pt x="338" y="104"/>
                    <a:pt x="338" y="104"/>
                    <a:pt x="338" y="104"/>
                  </a:cubicBezTo>
                  <a:cubicBezTo>
                    <a:pt x="382" y="104"/>
                    <a:pt x="412" y="133"/>
                    <a:pt x="441" y="163"/>
                  </a:cubicBezTo>
                  <a:cubicBezTo>
                    <a:pt x="500" y="133"/>
                    <a:pt x="500" y="133"/>
                    <a:pt x="500" y="133"/>
                  </a:cubicBezTo>
                  <a:cubicBezTo>
                    <a:pt x="500" y="118"/>
                    <a:pt x="515" y="133"/>
                    <a:pt x="515" y="133"/>
                  </a:cubicBezTo>
                  <a:cubicBezTo>
                    <a:pt x="544" y="163"/>
                    <a:pt x="544" y="163"/>
                    <a:pt x="544" y="163"/>
                  </a:cubicBezTo>
                  <a:cubicBezTo>
                    <a:pt x="544" y="177"/>
                    <a:pt x="544" y="192"/>
                    <a:pt x="529" y="192"/>
                  </a:cubicBezTo>
                  <a:cubicBezTo>
                    <a:pt x="485" y="221"/>
                    <a:pt x="485" y="221"/>
                    <a:pt x="485" y="221"/>
                  </a:cubicBezTo>
                  <a:cubicBezTo>
                    <a:pt x="485" y="251"/>
                    <a:pt x="485" y="265"/>
                    <a:pt x="485" y="295"/>
                  </a:cubicBezTo>
                  <a:cubicBezTo>
                    <a:pt x="485" y="309"/>
                    <a:pt x="485" y="339"/>
                    <a:pt x="485" y="354"/>
                  </a:cubicBezTo>
                  <a:cubicBezTo>
                    <a:pt x="529" y="383"/>
                    <a:pt x="529" y="383"/>
                    <a:pt x="529" y="383"/>
                  </a:cubicBezTo>
                  <a:cubicBezTo>
                    <a:pt x="544" y="383"/>
                    <a:pt x="544" y="398"/>
                    <a:pt x="544" y="4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3"/>
            <p:cNvSpPr/>
            <p:nvPr/>
          </p:nvSpPr>
          <p:spPr>
            <a:xfrm>
              <a:off x="4016365" y="1608066"/>
              <a:ext cx="221970" cy="223859"/>
            </a:xfrm>
            <a:custGeom>
              <a:rect b="b" l="l" r="r" t="t"/>
              <a:pathLst>
                <a:path extrusionOk="0" h="620" w="619">
                  <a:moveTo>
                    <a:pt x="589" y="118"/>
                  </a:moveTo>
                  <a:lnTo>
                    <a:pt x="589" y="118"/>
                  </a:lnTo>
                  <a:cubicBezTo>
                    <a:pt x="574" y="132"/>
                    <a:pt x="559" y="148"/>
                    <a:pt x="530" y="177"/>
                  </a:cubicBezTo>
                  <a:cubicBezTo>
                    <a:pt x="515" y="191"/>
                    <a:pt x="471" y="191"/>
                    <a:pt x="457" y="177"/>
                  </a:cubicBezTo>
                  <a:cubicBezTo>
                    <a:pt x="427" y="148"/>
                    <a:pt x="427" y="118"/>
                    <a:pt x="457" y="89"/>
                  </a:cubicBezTo>
                  <a:cubicBezTo>
                    <a:pt x="471" y="59"/>
                    <a:pt x="500" y="30"/>
                    <a:pt x="500" y="30"/>
                  </a:cubicBezTo>
                  <a:cubicBezTo>
                    <a:pt x="427" y="0"/>
                    <a:pt x="353" y="15"/>
                    <a:pt x="294" y="74"/>
                  </a:cubicBezTo>
                  <a:cubicBezTo>
                    <a:pt x="250" y="118"/>
                    <a:pt x="236" y="191"/>
                    <a:pt x="250" y="265"/>
                  </a:cubicBezTo>
                  <a:cubicBezTo>
                    <a:pt x="44" y="471"/>
                    <a:pt x="44" y="471"/>
                    <a:pt x="44" y="471"/>
                  </a:cubicBezTo>
                  <a:cubicBezTo>
                    <a:pt x="0" y="501"/>
                    <a:pt x="0" y="560"/>
                    <a:pt x="44" y="589"/>
                  </a:cubicBezTo>
                  <a:cubicBezTo>
                    <a:pt x="74" y="619"/>
                    <a:pt x="118" y="619"/>
                    <a:pt x="147" y="589"/>
                  </a:cubicBezTo>
                  <a:cubicBezTo>
                    <a:pt x="368" y="368"/>
                    <a:pt x="368" y="368"/>
                    <a:pt x="368" y="368"/>
                  </a:cubicBezTo>
                  <a:cubicBezTo>
                    <a:pt x="427" y="398"/>
                    <a:pt x="500" y="383"/>
                    <a:pt x="545" y="324"/>
                  </a:cubicBezTo>
                  <a:cubicBezTo>
                    <a:pt x="603" y="280"/>
                    <a:pt x="618" y="191"/>
                    <a:pt x="589" y="118"/>
                  </a:cubicBezTo>
                  <a:close/>
                  <a:moveTo>
                    <a:pt x="530" y="295"/>
                  </a:moveTo>
                  <a:lnTo>
                    <a:pt x="530" y="295"/>
                  </a:lnTo>
                  <a:cubicBezTo>
                    <a:pt x="471" y="339"/>
                    <a:pt x="412" y="353"/>
                    <a:pt x="353" y="324"/>
                  </a:cubicBezTo>
                  <a:cubicBezTo>
                    <a:pt x="118" y="560"/>
                    <a:pt x="118" y="560"/>
                    <a:pt x="118" y="560"/>
                  </a:cubicBezTo>
                  <a:cubicBezTo>
                    <a:pt x="103" y="574"/>
                    <a:pt x="88" y="574"/>
                    <a:pt x="74" y="560"/>
                  </a:cubicBezTo>
                  <a:cubicBezTo>
                    <a:pt x="44" y="545"/>
                    <a:pt x="44" y="515"/>
                    <a:pt x="74" y="501"/>
                  </a:cubicBezTo>
                  <a:cubicBezTo>
                    <a:pt x="294" y="265"/>
                    <a:pt x="294" y="265"/>
                    <a:pt x="294" y="265"/>
                  </a:cubicBezTo>
                  <a:cubicBezTo>
                    <a:pt x="265" y="221"/>
                    <a:pt x="280" y="148"/>
                    <a:pt x="324" y="103"/>
                  </a:cubicBezTo>
                  <a:cubicBezTo>
                    <a:pt x="353" y="74"/>
                    <a:pt x="383" y="59"/>
                    <a:pt x="427" y="59"/>
                  </a:cubicBezTo>
                  <a:cubicBezTo>
                    <a:pt x="383" y="103"/>
                    <a:pt x="383" y="162"/>
                    <a:pt x="427" y="206"/>
                  </a:cubicBezTo>
                  <a:cubicBezTo>
                    <a:pt x="457" y="236"/>
                    <a:pt x="530" y="236"/>
                    <a:pt x="559" y="206"/>
                  </a:cubicBezTo>
                  <a:cubicBezTo>
                    <a:pt x="559" y="236"/>
                    <a:pt x="545" y="280"/>
                    <a:pt x="530" y="2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3"/>
            <p:cNvSpPr/>
            <p:nvPr/>
          </p:nvSpPr>
          <p:spPr>
            <a:xfrm>
              <a:off x="3688152" y="1608066"/>
              <a:ext cx="142289" cy="228602"/>
            </a:xfrm>
            <a:custGeom>
              <a:rect b="b" l="l" r="r" t="t"/>
              <a:pathLst>
                <a:path extrusionOk="0" h="634" w="399">
                  <a:moveTo>
                    <a:pt x="206" y="398"/>
                  </a:moveTo>
                  <a:lnTo>
                    <a:pt x="206" y="398"/>
                  </a:lnTo>
                  <a:cubicBezTo>
                    <a:pt x="192" y="398"/>
                    <a:pt x="177" y="398"/>
                    <a:pt x="177" y="412"/>
                  </a:cubicBezTo>
                  <a:cubicBezTo>
                    <a:pt x="177" y="486"/>
                    <a:pt x="177" y="486"/>
                    <a:pt x="177" y="486"/>
                  </a:cubicBezTo>
                  <a:cubicBezTo>
                    <a:pt x="177" y="501"/>
                    <a:pt x="192" y="515"/>
                    <a:pt x="206" y="515"/>
                  </a:cubicBezTo>
                  <a:cubicBezTo>
                    <a:pt x="206" y="515"/>
                    <a:pt x="221" y="501"/>
                    <a:pt x="221" y="486"/>
                  </a:cubicBezTo>
                  <a:cubicBezTo>
                    <a:pt x="221" y="412"/>
                    <a:pt x="221" y="412"/>
                    <a:pt x="221" y="412"/>
                  </a:cubicBezTo>
                  <a:cubicBezTo>
                    <a:pt x="221" y="398"/>
                    <a:pt x="206" y="398"/>
                    <a:pt x="206" y="398"/>
                  </a:cubicBezTo>
                  <a:close/>
                  <a:moveTo>
                    <a:pt x="353" y="309"/>
                  </a:moveTo>
                  <a:lnTo>
                    <a:pt x="353" y="309"/>
                  </a:lnTo>
                  <a:cubicBezTo>
                    <a:pt x="353" y="162"/>
                    <a:pt x="353" y="162"/>
                    <a:pt x="353" y="162"/>
                  </a:cubicBezTo>
                  <a:cubicBezTo>
                    <a:pt x="353" y="74"/>
                    <a:pt x="294" y="0"/>
                    <a:pt x="206" y="0"/>
                  </a:cubicBezTo>
                  <a:cubicBezTo>
                    <a:pt x="118" y="0"/>
                    <a:pt x="44" y="74"/>
                    <a:pt x="44" y="162"/>
                  </a:cubicBezTo>
                  <a:cubicBezTo>
                    <a:pt x="44" y="309"/>
                    <a:pt x="44" y="309"/>
                    <a:pt x="44" y="309"/>
                  </a:cubicBezTo>
                  <a:cubicBezTo>
                    <a:pt x="15" y="353"/>
                    <a:pt x="0" y="383"/>
                    <a:pt x="0" y="427"/>
                  </a:cubicBezTo>
                  <a:cubicBezTo>
                    <a:pt x="0" y="545"/>
                    <a:pt x="89" y="633"/>
                    <a:pt x="206" y="633"/>
                  </a:cubicBezTo>
                  <a:cubicBezTo>
                    <a:pt x="310" y="633"/>
                    <a:pt x="398" y="545"/>
                    <a:pt x="398" y="427"/>
                  </a:cubicBezTo>
                  <a:cubicBezTo>
                    <a:pt x="398" y="383"/>
                    <a:pt x="383" y="353"/>
                    <a:pt x="353" y="309"/>
                  </a:cubicBezTo>
                  <a:close/>
                  <a:moveTo>
                    <a:pt x="89" y="162"/>
                  </a:moveTo>
                  <a:lnTo>
                    <a:pt x="89" y="162"/>
                  </a:lnTo>
                  <a:cubicBezTo>
                    <a:pt x="89" y="89"/>
                    <a:pt x="133" y="44"/>
                    <a:pt x="206" y="44"/>
                  </a:cubicBezTo>
                  <a:cubicBezTo>
                    <a:pt x="265" y="44"/>
                    <a:pt x="324" y="89"/>
                    <a:pt x="324" y="162"/>
                  </a:cubicBezTo>
                  <a:cubicBezTo>
                    <a:pt x="324" y="280"/>
                    <a:pt x="324" y="280"/>
                    <a:pt x="324" y="280"/>
                  </a:cubicBezTo>
                  <a:cubicBezTo>
                    <a:pt x="280" y="250"/>
                    <a:pt x="251" y="236"/>
                    <a:pt x="206" y="236"/>
                  </a:cubicBezTo>
                  <a:cubicBezTo>
                    <a:pt x="162" y="236"/>
                    <a:pt x="118" y="250"/>
                    <a:pt x="89" y="280"/>
                  </a:cubicBezTo>
                  <a:lnTo>
                    <a:pt x="89" y="162"/>
                  </a:lnTo>
                  <a:close/>
                  <a:moveTo>
                    <a:pt x="206" y="589"/>
                  </a:moveTo>
                  <a:lnTo>
                    <a:pt x="206" y="589"/>
                  </a:lnTo>
                  <a:cubicBezTo>
                    <a:pt x="118" y="589"/>
                    <a:pt x="44" y="515"/>
                    <a:pt x="44" y="427"/>
                  </a:cubicBezTo>
                  <a:cubicBezTo>
                    <a:pt x="44" y="339"/>
                    <a:pt x="118" y="280"/>
                    <a:pt x="206" y="280"/>
                  </a:cubicBezTo>
                  <a:cubicBezTo>
                    <a:pt x="280" y="280"/>
                    <a:pt x="353" y="353"/>
                    <a:pt x="353" y="427"/>
                  </a:cubicBezTo>
                  <a:cubicBezTo>
                    <a:pt x="353" y="515"/>
                    <a:pt x="294" y="589"/>
                    <a:pt x="206" y="5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3"/>
            <p:cNvSpPr/>
            <p:nvPr/>
          </p:nvSpPr>
          <p:spPr>
            <a:xfrm>
              <a:off x="3322944" y="1608066"/>
              <a:ext cx="142289" cy="228602"/>
            </a:xfrm>
            <a:custGeom>
              <a:rect b="b" l="l" r="r" t="t"/>
              <a:pathLst>
                <a:path extrusionOk="0" h="634" w="399">
                  <a:moveTo>
                    <a:pt x="192" y="398"/>
                  </a:moveTo>
                  <a:lnTo>
                    <a:pt x="192" y="398"/>
                  </a:lnTo>
                  <a:cubicBezTo>
                    <a:pt x="192" y="398"/>
                    <a:pt x="177" y="398"/>
                    <a:pt x="177" y="412"/>
                  </a:cubicBezTo>
                  <a:cubicBezTo>
                    <a:pt x="177" y="486"/>
                    <a:pt x="177" y="486"/>
                    <a:pt x="177" y="486"/>
                  </a:cubicBezTo>
                  <a:cubicBezTo>
                    <a:pt x="177" y="501"/>
                    <a:pt x="192" y="515"/>
                    <a:pt x="192" y="515"/>
                  </a:cubicBezTo>
                  <a:cubicBezTo>
                    <a:pt x="207" y="515"/>
                    <a:pt x="221" y="501"/>
                    <a:pt x="221" y="486"/>
                  </a:cubicBezTo>
                  <a:cubicBezTo>
                    <a:pt x="221" y="412"/>
                    <a:pt x="221" y="412"/>
                    <a:pt x="221" y="412"/>
                  </a:cubicBezTo>
                  <a:cubicBezTo>
                    <a:pt x="221" y="398"/>
                    <a:pt x="207" y="398"/>
                    <a:pt x="192" y="398"/>
                  </a:cubicBezTo>
                  <a:close/>
                  <a:moveTo>
                    <a:pt x="192" y="236"/>
                  </a:moveTo>
                  <a:lnTo>
                    <a:pt x="192" y="236"/>
                  </a:lnTo>
                  <a:cubicBezTo>
                    <a:pt x="148" y="236"/>
                    <a:pt x="118" y="250"/>
                    <a:pt x="74" y="280"/>
                  </a:cubicBezTo>
                  <a:cubicBezTo>
                    <a:pt x="74" y="162"/>
                    <a:pt x="74" y="162"/>
                    <a:pt x="74" y="162"/>
                  </a:cubicBezTo>
                  <a:cubicBezTo>
                    <a:pt x="74" y="89"/>
                    <a:pt x="133" y="44"/>
                    <a:pt x="192" y="44"/>
                  </a:cubicBezTo>
                  <a:cubicBezTo>
                    <a:pt x="266" y="44"/>
                    <a:pt x="309" y="89"/>
                    <a:pt x="309" y="162"/>
                  </a:cubicBezTo>
                  <a:cubicBezTo>
                    <a:pt x="354" y="162"/>
                    <a:pt x="354" y="162"/>
                    <a:pt x="354" y="162"/>
                  </a:cubicBezTo>
                  <a:cubicBezTo>
                    <a:pt x="354" y="74"/>
                    <a:pt x="280" y="0"/>
                    <a:pt x="192" y="0"/>
                  </a:cubicBezTo>
                  <a:cubicBezTo>
                    <a:pt x="104" y="0"/>
                    <a:pt x="45" y="74"/>
                    <a:pt x="45" y="162"/>
                  </a:cubicBezTo>
                  <a:cubicBezTo>
                    <a:pt x="45" y="309"/>
                    <a:pt x="45" y="309"/>
                    <a:pt x="45" y="309"/>
                  </a:cubicBezTo>
                  <a:cubicBezTo>
                    <a:pt x="15" y="353"/>
                    <a:pt x="0" y="383"/>
                    <a:pt x="0" y="427"/>
                  </a:cubicBezTo>
                  <a:cubicBezTo>
                    <a:pt x="0" y="545"/>
                    <a:pt x="89" y="633"/>
                    <a:pt x="192" y="633"/>
                  </a:cubicBezTo>
                  <a:cubicBezTo>
                    <a:pt x="309" y="633"/>
                    <a:pt x="398" y="545"/>
                    <a:pt x="398" y="427"/>
                  </a:cubicBezTo>
                  <a:cubicBezTo>
                    <a:pt x="398" y="324"/>
                    <a:pt x="309" y="236"/>
                    <a:pt x="192" y="236"/>
                  </a:cubicBezTo>
                  <a:close/>
                  <a:moveTo>
                    <a:pt x="192" y="589"/>
                  </a:moveTo>
                  <a:lnTo>
                    <a:pt x="192" y="589"/>
                  </a:lnTo>
                  <a:cubicBezTo>
                    <a:pt x="104" y="589"/>
                    <a:pt x="45" y="515"/>
                    <a:pt x="45" y="427"/>
                  </a:cubicBezTo>
                  <a:cubicBezTo>
                    <a:pt x="45" y="339"/>
                    <a:pt x="104" y="280"/>
                    <a:pt x="192" y="280"/>
                  </a:cubicBezTo>
                  <a:cubicBezTo>
                    <a:pt x="280" y="280"/>
                    <a:pt x="354" y="339"/>
                    <a:pt x="354" y="427"/>
                  </a:cubicBezTo>
                  <a:cubicBezTo>
                    <a:pt x="354" y="515"/>
                    <a:pt x="280" y="589"/>
                    <a:pt x="192" y="5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3"/>
            <p:cNvSpPr/>
            <p:nvPr/>
          </p:nvSpPr>
          <p:spPr>
            <a:xfrm>
              <a:off x="2915049" y="1608066"/>
              <a:ext cx="221970" cy="228602"/>
            </a:xfrm>
            <a:custGeom>
              <a:rect b="b" l="l" r="r" t="t"/>
              <a:pathLst>
                <a:path extrusionOk="0" h="634" w="619">
                  <a:moveTo>
                    <a:pt x="353" y="324"/>
                  </a:moveTo>
                  <a:lnTo>
                    <a:pt x="353" y="324"/>
                  </a:lnTo>
                  <a:cubicBezTo>
                    <a:pt x="368" y="280"/>
                    <a:pt x="383" y="250"/>
                    <a:pt x="383" y="191"/>
                  </a:cubicBezTo>
                  <a:cubicBezTo>
                    <a:pt x="383" y="89"/>
                    <a:pt x="309" y="0"/>
                    <a:pt x="206" y="0"/>
                  </a:cubicBezTo>
                  <a:cubicBezTo>
                    <a:pt x="118" y="0"/>
                    <a:pt x="29" y="89"/>
                    <a:pt x="29" y="191"/>
                  </a:cubicBezTo>
                  <a:cubicBezTo>
                    <a:pt x="29" y="250"/>
                    <a:pt x="44" y="280"/>
                    <a:pt x="73" y="324"/>
                  </a:cubicBezTo>
                  <a:cubicBezTo>
                    <a:pt x="29" y="339"/>
                    <a:pt x="0" y="383"/>
                    <a:pt x="0" y="427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74"/>
                    <a:pt x="44" y="633"/>
                    <a:pt x="118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68" y="633"/>
                    <a:pt x="427" y="574"/>
                    <a:pt x="427" y="515"/>
                  </a:cubicBezTo>
                  <a:cubicBezTo>
                    <a:pt x="427" y="427"/>
                    <a:pt x="427" y="427"/>
                    <a:pt x="427" y="427"/>
                  </a:cubicBezTo>
                  <a:cubicBezTo>
                    <a:pt x="427" y="383"/>
                    <a:pt x="398" y="339"/>
                    <a:pt x="353" y="324"/>
                  </a:cubicBezTo>
                  <a:close/>
                  <a:moveTo>
                    <a:pt x="73" y="191"/>
                  </a:moveTo>
                  <a:lnTo>
                    <a:pt x="73" y="191"/>
                  </a:lnTo>
                  <a:cubicBezTo>
                    <a:pt x="73" y="103"/>
                    <a:pt x="132" y="44"/>
                    <a:pt x="206" y="44"/>
                  </a:cubicBezTo>
                  <a:cubicBezTo>
                    <a:pt x="280" y="44"/>
                    <a:pt x="353" y="103"/>
                    <a:pt x="353" y="191"/>
                  </a:cubicBezTo>
                  <a:cubicBezTo>
                    <a:pt x="353" y="280"/>
                    <a:pt x="280" y="353"/>
                    <a:pt x="206" y="353"/>
                  </a:cubicBezTo>
                  <a:cubicBezTo>
                    <a:pt x="132" y="353"/>
                    <a:pt x="73" y="280"/>
                    <a:pt x="73" y="191"/>
                  </a:cubicBezTo>
                  <a:close/>
                  <a:moveTo>
                    <a:pt x="383" y="501"/>
                  </a:moveTo>
                  <a:lnTo>
                    <a:pt x="383" y="501"/>
                  </a:lnTo>
                  <a:cubicBezTo>
                    <a:pt x="383" y="545"/>
                    <a:pt x="339" y="589"/>
                    <a:pt x="294" y="589"/>
                  </a:cubicBezTo>
                  <a:cubicBezTo>
                    <a:pt x="132" y="589"/>
                    <a:pt x="132" y="589"/>
                    <a:pt x="132" y="589"/>
                  </a:cubicBezTo>
                  <a:cubicBezTo>
                    <a:pt x="73" y="589"/>
                    <a:pt x="29" y="545"/>
                    <a:pt x="29" y="501"/>
                  </a:cubicBezTo>
                  <a:cubicBezTo>
                    <a:pt x="29" y="442"/>
                    <a:pt x="29" y="442"/>
                    <a:pt x="29" y="442"/>
                  </a:cubicBezTo>
                  <a:cubicBezTo>
                    <a:pt x="29" y="398"/>
                    <a:pt x="59" y="368"/>
                    <a:pt x="103" y="353"/>
                  </a:cubicBezTo>
                  <a:cubicBezTo>
                    <a:pt x="132" y="383"/>
                    <a:pt x="177" y="398"/>
                    <a:pt x="206" y="398"/>
                  </a:cubicBezTo>
                  <a:cubicBezTo>
                    <a:pt x="250" y="398"/>
                    <a:pt x="280" y="383"/>
                    <a:pt x="309" y="353"/>
                  </a:cubicBezTo>
                  <a:cubicBezTo>
                    <a:pt x="353" y="368"/>
                    <a:pt x="383" y="398"/>
                    <a:pt x="383" y="442"/>
                  </a:cubicBezTo>
                  <a:lnTo>
                    <a:pt x="383" y="501"/>
                  </a:lnTo>
                  <a:close/>
                  <a:moveTo>
                    <a:pt x="441" y="162"/>
                  </a:moveTo>
                  <a:lnTo>
                    <a:pt x="441" y="162"/>
                  </a:lnTo>
                  <a:cubicBezTo>
                    <a:pt x="603" y="162"/>
                    <a:pt x="603" y="162"/>
                    <a:pt x="603" y="162"/>
                  </a:cubicBezTo>
                  <a:cubicBezTo>
                    <a:pt x="618" y="162"/>
                    <a:pt x="618" y="148"/>
                    <a:pt x="618" y="132"/>
                  </a:cubicBezTo>
                  <a:cubicBezTo>
                    <a:pt x="618" y="132"/>
                    <a:pt x="618" y="118"/>
                    <a:pt x="603" y="118"/>
                  </a:cubicBezTo>
                  <a:cubicBezTo>
                    <a:pt x="441" y="118"/>
                    <a:pt x="441" y="118"/>
                    <a:pt x="441" y="118"/>
                  </a:cubicBezTo>
                  <a:lnTo>
                    <a:pt x="427" y="132"/>
                  </a:lnTo>
                  <a:cubicBezTo>
                    <a:pt x="427" y="148"/>
                    <a:pt x="441" y="162"/>
                    <a:pt x="441" y="162"/>
                  </a:cubicBezTo>
                  <a:close/>
                  <a:moveTo>
                    <a:pt x="603" y="471"/>
                  </a:moveTo>
                  <a:lnTo>
                    <a:pt x="603" y="471"/>
                  </a:lnTo>
                  <a:cubicBezTo>
                    <a:pt x="486" y="471"/>
                    <a:pt x="486" y="471"/>
                    <a:pt x="486" y="471"/>
                  </a:cubicBezTo>
                  <a:cubicBezTo>
                    <a:pt x="471" y="471"/>
                    <a:pt x="471" y="486"/>
                    <a:pt x="471" y="486"/>
                  </a:cubicBezTo>
                  <a:cubicBezTo>
                    <a:pt x="471" y="501"/>
                    <a:pt x="471" y="515"/>
                    <a:pt x="486" y="515"/>
                  </a:cubicBezTo>
                  <a:cubicBezTo>
                    <a:pt x="603" y="515"/>
                    <a:pt x="603" y="515"/>
                    <a:pt x="603" y="515"/>
                  </a:cubicBezTo>
                  <a:cubicBezTo>
                    <a:pt x="618" y="515"/>
                    <a:pt x="618" y="501"/>
                    <a:pt x="618" y="486"/>
                  </a:cubicBezTo>
                  <a:cubicBezTo>
                    <a:pt x="618" y="486"/>
                    <a:pt x="618" y="471"/>
                    <a:pt x="603" y="471"/>
                  </a:cubicBezTo>
                  <a:close/>
                  <a:moveTo>
                    <a:pt x="603" y="236"/>
                  </a:moveTo>
                  <a:lnTo>
                    <a:pt x="603" y="236"/>
                  </a:lnTo>
                  <a:cubicBezTo>
                    <a:pt x="441" y="236"/>
                    <a:pt x="441" y="236"/>
                    <a:pt x="441" y="236"/>
                  </a:cubicBezTo>
                  <a:lnTo>
                    <a:pt x="427" y="250"/>
                  </a:lnTo>
                  <a:cubicBezTo>
                    <a:pt x="427" y="265"/>
                    <a:pt x="441" y="280"/>
                    <a:pt x="441" y="280"/>
                  </a:cubicBezTo>
                  <a:cubicBezTo>
                    <a:pt x="603" y="280"/>
                    <a:pt x="603" y="280"/>
                    <a:pt x="603" y="280"/>
                  </a:cubicBezTo>
                  <a:cubicBezTo>
                    <a:pt x="618" y="280"/>
                    <a:pt x="618" y="265"/>
                    <a:pt x="618" y="250"/>
                  </a:cubicBezTo>
                  <a:cubicBezTo>
                    <a:pt x="618" y="250"/>
                    <a:pt x="618" y="236"/>
                    <a:pt x="603" y="236"/>
                  </a:cubicBezTo>
                  <a:close/>
                  <a:moveTo>
                    <a:pt x="603" y="353"/>
                  </a:moveTo>
                  <a:lnTo>
                    <a:pt x="603" y="353"/>
                  </a:lnTo>
                  <a:cubicBezTo>
                    <a:pt x="486" y="353"/>
                    <a:pt x="486" y="353"/>
                    <a:pt x="486" y="353"/>
                  </a:cubicBezTo>
                  <a:cubicBezTo>
                    <a:pt x="471" y="353"/>
                    <a:pt x="471" y="368"/>
                    <a:pt x="471" y="368"/>
                  </a:cubicBezTo>
                  <a:cubicBezTo>
                    <a:pt x="471" y="383"/>
                    <a:pt x="471" y="398"/>
                    <a:pt x="486" y="398"/>
                  </a:cubicBezTo>
                  <a:cubicBezTo>
                    <a:pt x="603" y="398"/>
                    <a:pt x="603" y="398"/>
                    <a:pt x="603" y="398"/>
                  </a:cubicBezTo>
                  <a:cubicBezTo>
                    <a:pt x="618" y="398"/>
                    <a:pt x="618" y="383"/>
                    <a:pt x="618" y="368"/>
                  </a:cubicBezTo>
                  <a:cubicBezTo>
                    <a:pt x="618" y="368"/>
                    <a:pt x="618" y="353"/>
                    <a:pt x="603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3"/>
            <p:cNvSpPr/>
            <p:nvPr/>
          </p:nvSpPr>
          <p:spPr>
            <a:xfrm>
              <a:off x="2579248" y="1608066"/>
              <a:ext cx="154621" cy="228602"/>
            </a:xfrm>
            <a:custGeom>
              <a:rect b="b" l="l" r="r" t="t"/>
              <a:pathLst>
                <a:path extrusionOk="0" h="634" w="428">
                  <a:moveTo>
                    <a:pt x="354" y="324"/>
                  </a:moveTo>
                  <a:lnTo>
                    <a:pt x="354" y="324"/>
                  </a:lnTo>
                  <a:cubicBezTo>
                    <a:pt x="383" y="280"/>
                    <a:pt x="398" y="250"/>
                    <a:pt x="398" y="191"/>
                  </a:cubicBezTo>
                  <a:cubicBezTo>
                    <a:pt x="398" y="89"/>
                    <a:pt x="309" y="0"/>
                    <a:pt x="221" y="0"/>
                  </a:cubicBezTo>
                  <a:cubicBezTo>
                    <a:pt x="118" y="0"/>
                    <a:pt x="45" y="89"/>
                    <a:pt x="45" y="191"/>
                  </a:cubicBezTo>
                  <a:cubicBezTo>
                    <a:pt x="45" y="250"/>
                    <a:pt x="59" y="280"/>
                    <a:pt x="74" y="324"/>
                  </a:cubicBezTo>
                  <a:cubicBezTo>
                    <a:pt x="30" y="339"/>
                    <a:pt x="0" y="383"/>
                    <a:pt x="0" y="427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74"/>
                    <a:pt x="59" y="633"/>
                    <a:pt x="118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83" y="633"/>
                    <a:pt x="427" y="574"/>
                    <a:pt x="427" y="515"/>
                  </a:cubicBezTo>
                  <a:cubicBezTo>
                    <a:pt x="427" y="427"/>
                    <a:pt x="427" y="427"/>
                    <a:pt x="427" y="427"/>
                  </a:cubicBezTo>
                  <a:cubicBezTo>
                    <a:pt x="427" y="383"/>
                    <a:pt x="398" y="339"/>
                    <a:pt x="354" y="324"/>
                  </a:cubicBezTo>
                  <a:close/>
                  <a:moveTo>
                    <a:pt x="74" y="191"/>
                  </a:moveTo>
                  <a:lnTo>
                    <a:pt x="74" y="191"/>
                  </a:lnTo>
                  <a:cubicBezTo>
                    <a:pt x="74" y="103"/>
                    <a:pt x="148" y="44"/>
                    <a:pt x="221" y="44"/>
                  </a:cubicBezTo>
                  <a:cubicBezTo>
                    <a:pt x="295" y="44"/>
                    <a:pt x="354" y="103"/>
                    <a:pt x="354" y="191"/>
                  </a:cubicBezTo>
                  <a:cubicBezTo>
                    <a:pt x="354" y="280"/>
                    <a:pt x="295" y="353"/>
                    <a:pt x="221" y="353"/>
                  </a:cubicBezTo>
                  <a:cubicBezTo>
                    <a:pt x="148" y="353"/>
                    <a:pt x="74" y="280"/>
                    <a:pt x="74" y="191"/>
                  </a:cubicBezTo>
                  <a:close/>
                  <a:moveTo>
                    <a:pt x="398" y="501"/>
                  </a:moveTo>
                  <a:lnTo>
                    <a:pt x="398" y="501"/>
                  </a:lnTo>
                  <a:cubicBezTo>
                    <a:pt x="398" y="545"/>
                    <a:pt x="354" y="589"/>
                    <a:pt x="295" y="589"/>
                  </a:cubicBezTo>
                  <a:cubicBezTo>
                    <a:pt x="133" y="589"/>
                    <a:pt x="133" y="589"/>
                    <a:pt x="133" y="589"/>
                  </a:cubicBezTo>
                  <a:cubicBezTo>
                    <a:pt x="89" y="589"/>
                    <a:pt x="45" y="545"/>
                    <a:pt x="45" y="501"/>
                  </a:cubicBezTo>
                  <a:cubicBezTo>
                    <a:pt x="45" y="442"/>
                    <a:pt x="45" y="442"/>
                    <a:pt x="45" y="442"/>
                  </a:cubicBezTo>
                  <a:cubicBezTo>
                    <a:pt x="45" y="398"/>
                    <a:pt x="74" y="368"/>
                    <a:pt x="118" y="353"/>
                  </a:cubicBezTo>
                  <a:cubicBezTo>
                    <a:pt x="148" y="383"/>
                    <a:pt x="177" y="398"/>
                    <a:pt x="221" y="398"/>
                  </a:cubicBezTo>
                  <a:cubicBezTo>
                    <a:pt x="251" y="398"/>
                    <a:pt x="295" y="383"/>
                    <a:pt x="325" y="353"/>
                  </a:cubicBezTo>
                  <a:cubicBezTo>
                    <a:pt x="368" y="368"/>
                    <a:pt x="398" y="398"/>
                    <a:pt x="398" y="442"/>
                  </a:cubicBezTo>
                  <a:lnTo>
                    <a:pt x="398" y="5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3"/>
            <p:cNvSpPr/>
            <p:nvPr/>
          </p:nvSpPr>
          <p:spPr>
            <a:xfrm>
              <a:off x="2173251" y="1601425"/>
              <a:ext cx="233354" cy="233345"/>
            </a:xfrm>
            <a:custGeom>
              <a:rect b="b" l="l" r="r" t="t"/>
              <a:pathLst>
                <a:path extrusionOk="0" h="649" w="649">
                  <a:moveTo>
                    <a:pt x="633" y="30"/>
                  </a:moveTo>
                  <a:lnTo>
                    <a:pt x="633" y="30"/>
                  </a:lnTo>
                  <a:cubicBezTo>
                    <a:pt x="603" y="0"/>
                    <a:pt x="559" y="15"/>
                    <a:pt x="530" y="30"/>
                  </a:cubicBezTo>
                  <a:cubicBezTo>
                    <a:pt x="412" y="163"/>
                    <a:pt x="412" y="163"/>
                    <a:pt x="412" y="163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62" y="74"/>
                    <a:pt x="132" y="59"/>
                    <a:pt x="103" y="89"/>
                  </a:cubicBezTo>
                  <a:cubicBezTo>
                    <a:pt x="88" y="104"/>
                    <a:pt x="59" y="133"/>
                    <a:pt x="103" y="177"/>
                  </a:cubicBezTo>
                  <a:cubicBezTo>
                    <a:pt x="265" y="310"/>
                    <a:pt x="265" y="310"/>
                    <a:pt x="265" y="310"/>
                  </a:cubicBezTo>
                  <a:cubicBezTo>
                    <a:pt x="162" y="413"/>
                    <a:pt x="162" y="413"/>
                    <a:pt x="162" y="413"/>
                  </a:cubicBezTo>
                  <a:cubicBezTo>
                    <a:pt x="59" y="383"/>
                    <a:pt x="59" y="383"/>
                    <a:pt x="59" y="383"/>
                  </a:cubicBezTo>
                  <a:cubicBezTo>
                    <a:pt x="44" y="383"/>
                    <a:pt x="44" y="383"/>
                    <a:pt x="29" y="398"/>
                  </a:cubicBezTo>
                  <a:cubicBezTo>
                    <a:pt x="29" y="398"/>
                    <a:pt x="0" y="413"/>
                    <a:pt x="15" y="442"/>
                  </a:cubicBezTo>
                  <a:cubicBezTo>
                    <a:pt x="132" y="530"/>
                    <a:pt x="132" y="530"/>
                    <a:pt x="132" y="530"/>
                  </a:cubicBezTo>
                  <a:cubicBezTo>
                    <a:pt x="221" y="634"/>
                    <a:pt x="221" y="634"/>
                    <a:pt x="221" y="634"/>
                  </a:cubicBezTo>
                  <a:cubicBezTo>
                    <a:pt x="236" y="648"/>
                    <a:pt x="250" y="648"/>
                    <a:pt x="265" y="619"/>
                  </a:cubicBezTo>
                  <a:cubicBezTo>
                    <a:pt x="280" y="619"/>
                    <a:pt x="280" y="604"/>
                    <a:pt x="265" y="589"/>
                  </a:cubicBezTo>
                  <a:cubicBezTo>
                    <a:pt x="250" y="501"/>
                    <a:pt x="250" y="501"/>
                    <a:pt x="250" y="501"/>
                  </a:cubicBezTo>
                  <a:cubicBezTo>
                    <a:pt x="353" y="398"/>
                    <a:pt x="353" y="398"/>
                    <a:pt x="353" y="398"/>
                  </a:cubicBezTo>
                  <a:cubicBezTo>
                    <a:pt x="486" y="560"/>
                    <a:pt x="486" y="560"/>
                    <a:pt x="486" y="560"/>
                  </a:cubicBezTo>
                  <a:cubicBezTo>
                    <a:pt x="530" y="589"/>
                    <a:pt x="559" y="560"/>
                    <a:pt x="574" y="560"/>
                  </a:cubicBezTo>
                  <a:cubicBezTo>
                    <a:pt x="589" y="530"/>
                    <a:pt x="589" y="501"/>
                    <a:pt x="589" y="486"/>
                  </a:cubicBezTo>
                  <a:cubicBezTo>
                    <a:pt x="500" y="251"/>
                    <a:pt x="500" y="251"/>
                    <a:pt x="500" y="251"/>
                  </a:cubicBezTo>
                  <a:cubicBezTo>
                    <a:pt x="618" y="118"/>
                    <a:pt x="618" y="118"/>
                    <a:pt x="618" y="118"/>
                  </a:cubicBezTo>
                  <a:cubicBezTo>
                    <a:pt x="648" y="104"/>
                    <a:pt x="648" y="59"/>
                    <a:pt x="633" y="30"/>
                  </a:cubicBezTo>
                  <a:close/>
                  <a:moveTo>
                    <a:pt x="603" y="104"/>
                  </a:moveTo>
                  <a:lnTo>
                    <a:pt x="603" y="104"/>
                  </a:lnTo>
                  <a:cubicBezTo>
                    <a:pt x="456" y="251"/>
                    <a:pt x="456" y="251"/>
                    <a:pt x="456" y="251"/>
                  </a:cubicBezTo>
                  <a:cubicBezTo>
                    <a:pt x="545" y="486"/>
                    <a:pt x="545" y="486"/>
                    <a:pt x="545" y="486"/>
                  </a:cubicBezTo>
                  <a:cubicBezTo>
                    <a:pt x="545" y="501"/>
                    <a:pt x="545" y="516"/>
                    <a:pt x="545" y="530"/>
                  </a:cubicBezTo>
                  <a:cubicBezTo>
                    <a:pt x="530" y="545"/>
                    <a:pt x="515" y="530"/>
                    <a:pt x="500" y="530"/>
                  </a:cubicBezTo>
                  <a:cubicBezTo>
                    <a:pt x="368" y="339"/>
                    <a:pt x="368" y="339"/>
                    <a:pt x="368" y="339"/>
                  </a:cubicBezTo>
                  <a:cubicBezTo>
                    <a:pt x="206" y="486"/>
                    <a:pt x="206" y="486"/>
                    <a:pt x="206" y="486"/>
                  </a:cubicBezTo>
                  <a:cubicBezTo>
                    <a:pt x="236" y="589"/>
                    <a:pt x="236" y="589"/>
                    <a:pt x="236" y="589"/>
                  </a:cubicBezTo>
                  <a:cubicBezTo>
                    <a:pt x="221" y="589"/>
                    <a:pt x="162" y="501"/>
                    <a:pt x="162" y="501"/>
                  </a:cubicBezTo>
                  <a:cubicBezTo>
                    <a:pt x="162" y="501"/>
                    <a:pt x="73" y="427"/>
                    <a:pt x="59" y="427"/>
                  </a:cubicBezTo>
                  <a:cubicBezTo>
                    <a:pt x="162" y="457"/>
                    <a:pt x="162" y="457"/>
                    <a:pt x="162" y="457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132" y="147"/>
                    <a:pt x="132" y="147"/>
                    <a:pt x="132" y="147"/>
                  </a:cubicBezTo>
                  <a:cubicBezTo>
                    <a:pt x="132" y="147"/>
                    <a:pt x="118" y="133"/>
                    <a:pt x="132" y="118"/>
                  </a:cubicBezTo>
                  <a:cubicBezTo>
                    <a:pt x="147" y="118"/>
                    <a:pt x="162" y="118"/>
                    <a:pt x="177" y="118"/>
                  </a:cubicBezTo>
                  <a:cubicBezTo>
                    <a:pt x="412" y="206"/>
                    <a:pt x="412" y="206"/>
                    <a:pt x="412" y="206"/>
                  </a:cubicBezTo>
                  <a:cubicBezTo>
                    <a:pt x="559" y="59"/>
                    <a:pt x="559" y="59"/>
                    <a:pt x="559" y="59"/>
                  </a:cubicBezTo>
                  <a:cubicBezTo>
                    <a:pt x="574" y="45"/>
                    <a:pt x="589" y="45"/>
                    <a:pt x="603" y="59"/>
                  </a:cubicBezTo>
                  <a:cubicBezTo>
                    <a:pt x="603" y="74"/>
                    <a:pt x="618" y="89"/>
                    <a:pt x="603" y="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3"/>
            <p:cNvSpPr/>
            <p:nvPr/>
          </p:nvSpPr>
          <p:spPr>
            <a:xfrm>
              <a:off x="1812786" y="1612808"/>
              <a:ext cx="228611" cy="221962"/>
            </a:xfrm>
            <a:custGeom>
              <a:rect b="b" l="l" r="r" t="t"/>
              <a:pathLst>
                <a:path extrusionOk="0" h="619" w="634">
                  <a:moveTo>
                    <a:pt x="603" y="74"/>
                  </a:moveTo>
                  <a:lnTo>
                    <a:pt x="603" y="74"/>
                  </a:lnTo>
                  <a:cubicBezTo>
                    <a:pt x="545" y="15"/>
                    <a:pt x="545" y="15"/>
                    <a:pt x="545" y="15"/>
                  </a:cubicBezTo>
                  <a:cubicBezTo>
                    <a:pt x="530" y="0"/>
                    <a:pt x="500" y="0"/>
                    <a:pt x="486" y="15"/>
                  </a:cubicBezTo>
                  <a:cubicBezTo>
                    <a:pt x="412" y="133"/>
                    <a:pt x="412" y="133"/>
                    <a:pt x="412" y="133"/>
                  </a:cubicBezTo>
                  <a:cubicBezTo>
                    <a:pt x="398" y="147"/>
                    <a:pt x="398" y="176"/>
                    <a:pt x="412" y="191"/>
                  </a:cubicBezTo>
                  <a:cubicBezTo>
                    <a:pt x="441" y="221"/>
                    <a:pt x="441" y="221"/>
                    <a:pt x="441" y="221"/>
                  </a:cubicBezTo>
                  <a:cubicBezTo>
                    <a:pt x="412" y="250"/>
                    <a:pt x="382" y="294"/>
                    <a:pt x="353" y="324"/>
                  </a:cubicBezTo>
                  <a:cubicBezTo>
                    <a:pt x="309" y="368"/>
                    <a:pt x="265" y="397"/>
                    <a:pt x="235" y="427"/>
                  </a:cubicBezTo>
                  <a:cubicBezTo>
                    <a:pt x="191" y="397"/>
                    <a:pt x="191" y="397"/>
                    <a:pt x="191" y="397"/>
                  </a:cubicBezTo>
                  <a:cubicBezTo>
                    <a:pt x="177" y="383"/>
                    <a:pt x="162" y="383"/>
                    <a:pt x="132" y="397"/>
                  </a:cubicBezTo>
                  <a:cubicBezTo>
                    <a:pt x="29" y="486"/>
                    <a:pt x="29" y="486"/>
                    <a:pt x="29" y="486"/>
                  </a:cubicBezTo>
                  <a:cubicBezTo>
                    <a:pt x="0" y="500"/>
                    <a:pt x="15" y="515"/>
                    <a:pt x="29" y="530"/>
                  </a:cubicBezTo>
                  <a:cubicBezTo>
                    <a:pt x="88" y="589"/>
                    <a:pt x="88" y="589"/>
                    <a:pt x="88" y="589"/>
                  </a:cubicBezTo>
                  <a:cubicBezTo>
                    <a:pt x="118" y="618"/>
                    <a:pt x="147" y="618"/>
                    <a:pt x="191" y="589"/>
                  </a:cubicBezTo>
                  <a:cubicBezTo>
                    <a:pt x="191" y="589"/>
                    <a:pt x="324" y="530"/>
                    <a:pt x="427" y="412"/>
                  </a:cubicBezTo>
                  <a:cubicBezTo>
                    <a:pt x="530" y="324"/>
                    <a:pt x="603" y="191"/>
                    <a:pt x="603" y="191"/>
                  </a:cubicBezTo>
                  <a:cubicBezTo>
                    <a:pt x="618" y="147"/>
                    <a:pt x="633" y="103"/>
                    <a:pt x="603" y="74"/>
                  </a:cubicBezTo>
                  <a:close/>
                  <a:moveTo>
                    <a:pt x="574" y="162"/>
                  </a:moveTo>
                  <a:lnTo>
                    <a:pt x="574" y="162"/>
                  </a:lnTo>
                  <a:cubicBezTo>
                    <a:pt x="545" y="221"/>
                    <a:pt x="471" y="324"/>
                    <a:pt x="412" y="383"/>
                  </a:cubicBezTo>
                  <a:cubicBezTo>
                    <a:pt x="339" y="456"/>
                    <a:pt x="162" y="559"/>
                    <a:pt x="162" y="559"/>
                  </a:cubicBezTo>
                  <a:cubicBezTo>
                    <a:pt x="147" y="574"/>
                    <a:pt x="118" y="574"/>
                    <a:pt x="103" y="559"/>
                  </a:cubicBezTo>
                  <a:cubicBezTo>
                    <a:pt x="73" y="530"/>
                    <a:pt x="73" y="530"/>
                    <a:pt x="73" y="530"/>
                  </a:cubicBezTo>
                  <a:cubicBezTo>
                    <a:pt x="59" y="515"/>
                    <a:pt x="59" y="500"/>
                    <a:pt x="73" y="486"/>
                  </a:cubicBezTo>
                  <a:cubicBezTo>
                    <a:pt x="147" y="442"/>
                    <a:pt x="147" y="442"/>
                    <a:pt x="147" y="442"/>
                  </a:cubicBezTo>
                  <a:cubicBezTo>
                    <a:pt x="162" y="427"/>
                    <a:pt x="177" y="427"/>
                    <a:pt x="177" y="442"/>
                  </a:cubicBezTo>
                  <a:cubicBezTo>
                    <a:pt x="221" y="486"/>
                    <a:pt x="221" y="486"/>
                    <a:pt x="221" y="486"/>
                  </a:cubicBezTo>
                  <a:cubicBezTo>
                    <a:pt x="235" y="471"/>
                    <a:pt x="398" y="368"/>
                    <a:pt x="500" y="221"/>
                  </a:cubicBezTo>
                  <a:cubicBezTo>
                    <a:pt x="441" y="176"/>
                    <a:pt x="441" y="176"/>
                    <a:pt x="441" y="176"/>
                  </a:cubicBezTo>
                  <a:cubicBezTo>
                    <a:pt x="441" y="162"/>
                    <a:pt x="441" y="147"/>
                    <a:pt x="441" y="133"/>
                  </a:cubicBezTo>
                  <a:cubicBezTo>
                    <a:pt x="500" y="59"/>
                    <a:pt x="500" y="59"/>
                    <a:pt x="500" y="59"/>
                  </a:cubicBezTo>
                  <a:cubicBezTo>
                    <a:pt x="515" y="44"/>
                    <a:pt x="530" y="59"/>
                    <a:pt x="545" y="59"/>
                  </a:cubicBezTo>
                  <a:cubicBezTo>
                    <a:pt x="574" y="103"/>
                    <a:pt x="574" y="103"/>
                    <a:pt x="574" y="103"/>
                  </a:cubicBezTo>
                  <a:cubicBezTo>
                    <a:pt x="589" y="117"/>
                    <a:pt x="589" y="147"/>
                    <a:pt x="574" y="1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3"/>
            <p:cNvSpPr/>
            <p:nvPr/>
          </p:nvSpPr>
          <p:spPr>
            <a:xfrm>
              <a:off x="1441887" y="1612808"/>
              <a:ext cx="228610" cy="212477"/>
            </a:xfrm>
            <a:custGeom>
              <a:rect b="b" l="l" r="r" t="t"/>
              <a:pathLst>
                <a:path extrusionOk="0" h="590" w="634">
                  <a:moveTo>
                    <a:pt x="589" y="0"/>
                  </a:moveTo>
                  <a:lnTo>
                    <a:pt x="589" y="0"/>
                  </a:lnTo>
                  <a:cubicBezTo>
                    <a:pt x="412" y="117"/>
                    <a:pt x="412" y="117"/>
                    <a:pt x="412" y="117"/>
                  </a:cubicBezTo>
                  <a:cubicBezTo>
                    <a:pt x="162" y="117"/>
                    <a:pt x="162" y="117"/>
                    <a:pt x="162" y="117"/>
                  </a:cubicBezTo>
                  <a:cubicBezTo>
                    <a:pt x="74" y="117"/>
                    <a:pt x="0" y="176"/>
                    <a:pt x="0" y="265"/>
                  </a:cubicBezTo>
                  <a:cubicBezTo>
                    <a:pt x="0" y="338"/>
                    <a:pt x="59" y="383"/>
                    <a:pt x="118" y="397"/>
                  </a:cubicBezTo>
                  <a:lnTo>
                    <a:pt x="118" y="559"/>
                  </a:lnTo>
                  <a:cubicBezTo>
                    <a:pt x="118" y="574"/>
                    <a:pt x="148" y="589"/>
                    <a:pt x="162" y="589"/>
                  </a:cubicBezTo>
                  <a:cubicBezTo>
                    <a:pt x="221" y="589"/>
                    <a:pt x="221" y="589"/>
                    <a:pt x="221" y="589"/>
                  </a:cubicBezTo>
                  <a:cubicBezTo>
                    <a:pt x="236" y="589"/>
                    <a:pt x="265" y="574"/>
                    <a:pt x="265" y="559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412" y="397"/>
                    <a:pt x="412" y="397"/>
                    <a:pt x="412" y="397"/>
                  </a:cubicBezTo>
                  <a:cubicBezTo>
                    <a:pt x="589" y="515"/>
                    <a:pt x="589" y="515"/>
                    <a:pt x="589" y="515"/>
                  </a:cubicBezTo>
                  <a:cubicBezTo>
                    <a:pt x="619" y="515"/>
                    <a:pt x="633" y="500"/>
                    <a:pt x="633" y="471"/>
                  </a:cubicBezTo>
                  <a:cubicBezTo>
                    <a:pt x="633" y="44"/>
                    <a:pt x="633" y="44"/>
                    <a:pt x="633" y="44"/>
                  </a:cubicBezTo>
                  <a:cubicBezTo>
                    <a:pt x="633" y="29"/>
                    <a:pt x="619" y="0"/>
                    <a:pt x="589" y="0"/>
                  </a:cubicBezTo>
                  <a:close/>
                  <a:moveTo>
                    <a:pt x="221" y="530"/>
                  </a:moveTo>
                  <a:lnTo>
                    <a:pt x="221" y="530"/>
                  </a:lnTo>
                  <a:cubicBezTo>
                    <a:pt x="221" y="545"/>
                    <a:pt x="207" y="559"/>
                    <a:pt x="207" y="559"/>
                  </a:cubicBezTo>
                  <a:cubicBezTo>
                    <a:pt x="177" y="559"/>
                    <a:pt x="177" y="559"/>
                    <a:pt x="177" y="559"/>
                  </a:cubicBezTo>
                  <a:cubicBezTo>
                    <a:pt x="177" y="559"/>
                    <a:pt x="162" y="545"/>
                    <a:pt x="162" y="530"/>
                  </a:cubicBezTo>
                  <a:cubicBezTo>
                    <a:pt x="162" y="397"/>
                    <a:pt x="162" y="397"/>
                    <a:pt x="162" y="397"/>
                  </a:cubicBezTo>
                  <a:cubicBezTo>
                    <a:pt x="162" y="397"/>
                    <a:pt x="207" y="397"/>
                    <a:pt x="221" y="397"/>
                  </a:cubicBezTo>
                  <a:lnTo>
                    <a:pt x="221" y="530"/>
                  </a:lnTo>
                  <a:close/>
                  <a:moveTo>
                    <a:pt x="324" y="353"/>
                  </a:moveTo>
                  <a:lnTo>
                    <a:pt x="324" y="353"/>
                  </a:lnTo>
                  <a:cubicBezTo>
                    <a:pt x="162" y="353"/>
                    <a:pt x="162" y="353"/>
                    <a:pt x="162" y="353"/>
                  </a:cubicBezTo>
                  <a:cubicBezTo>
                    <a:pt x="118" y="353"/>
                    <a:pt x="44" y="353"/>
                    <a:pt x="44" y="265"/>
                  </a:cubicBezTo>
                  <a:cubicBezTo>
                    <a:pt x="44" y="176"/>
                    <a:pt x="118" y="162"/>
                    <a:pt x="162" y="162"/>
                  </a:cubicBezTo>
                  <a:cubicBezTo>
                    <a:pt x="324" y="162"/>
                    <a:pt x="324" y="162"/>
                    <a:pt x="324" y="162"/>
                  </a:cubicBezTo>
                  <a:lnTo>
                    <a:pt x="324" y="353"/>
                  </a:lnTo>
                  <a:close/>
                  <a:moveTo>
                    <a:pt x="412" y="353"/>
                  </a:moveTo>
                  <a:lnTo>
                    <a:pt x="412" y="353"/>
                  </a:lnTo>
                  <a:cubicBezTo>
                    <a:pt x="354" y="353"/>
                    <a:pt x="354" y="353"/>
                    <a:pt x="354" y="353"/>
                  </a:cubicBezTo>
                  <a:cubicBezTo>
                    <a:pt x="354" y="162"/>
                    <a:pt x="354" y="162"/>
                    <a:pt x="354" y="162"/>
                  </a:cubicBezTo>
                  <a:cubicBezTo>
                    <a:pt x="412" y="162"/>
                    <a:pt x="412" y="162"/>
                    <a:pt x="412" y="162"/>
                  </a:cubicBezTo>
                  <a:cubicBezTo>
                    <a:pt x="412" y="162"/>
                    <a:pt x="412" y="338"/>
                    <a:pt x="412" y="353"/>
                  </a:cubicBezTo>
                  <a:close/>
                  <a:moveTo>
                    <a:pt x="589" y="471"/>
                  </a:moveTo>
                  <a:lnTo>
                    <a:pt x="589" y="471"/>
                  </a:lnTo>
                  <a:cubicBezTo>
                    <a:pt x="457" y="383"/>
                    <a:pt x="457" y="383"/>
                    <a:pt x="457" y="383"/>
                  </a:cubicBezTo>
                  <a:cubicBezTo>
                    <a:pt x="457" y="353"/>
                    <a:pt x="457" y="162"/>
                    <a:pt x="457" y="147"/>
                  </a:cubicBezTo>
                  <a:cubicBezTo>
                    <a:pt x="589" y="44"/>
                    <a:pt x="589" y="44"/>
                    <a:pt x="589" y="44"/>
                  </a:cubicBezTo>
                  <a:cubicBezTo>
                    <a:pt x="589" y="74"/>
                    <a:pt x="589" y="456"/>
                    <a:pt x="589" y="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3"/>
            <p:cNvSpPr/>
            <p:nvPr/>
          </p:nvSpPr>
          <p:spPr>
            <a:xfrm>
              <a:off x="1091856" y="1608066"/>
              <a:ext cx="174541" cy="228602"/>
            </a:xfrm>
            <a:custGeom>
              <a:rect b="b" l="l" r="r" t="t"/>
              <a:pathLst>
                <a:path extrusionOk="0" h="634" w="487">
                  <a:moveTo>
                    <a:pt x="73" y="383"/>
                  </a:moveTo>
                  <a:lnTo>
                    <a:pt x="73" y="383"/>
                  </a:lnTo>
                  <a:cubicBezTo>
                    <a:pt x="73" y="368"/>
                    <a:pt x="73" y="368"/>
                    <a:pt x="73" y="368"/>
                  </a:cubicBezTo>
                  <a:cubicBezTo>
                    <a:pt x="29" y="368"/>
                    <a:pt x="29" y="368"/>
                    <a:pt x="29" y="368"/>
                  </a:cubicBezTo>
                  <a:cubicBezTo>
                    <a:pt x="29" y="383"/>
                    <a:pt x="44" y="398"/>
                    <a:pt x="44" y="412"/>
                  </a:cubicBezTo>
                  <a:lnTo>
                    <a:pt x="73" y="383"/>
                  </a:lnTo>
                  <a:close/>
                  <a:moveTo>
                    <a:pt x="456" y="59"/>
                  </a:moveTo>
                  <a:lnTo>
                    <a:pt x="456" y="59"/>
                  </a:lnTo>
                  <a:cubicBezTo>
                    <a:pt x="0" y="501"/>
                    <a:pt x="0" y="501"/>
                    <a:pt x="0" y="501"/>
                  </a:cubicBezTo>
                  <a:cubicBezTo>
                    <a:pt x="29" y="530"/>
                    <a:pt x="29" y="530"/>
                    <a:pt x="29" y="530"/>
                  </a:cubicBezTo>
                  <a:cubicBezTo>
                    <a:pt x="486" y="89"/>
                    <a:pt x="486" y="89"/>
                    <a:pt x="486" y="89"/>
                  </a:cubicBezTo>
                  <a:lnTo>
                    <a:pt x="456" y="59"/>
                  </a:lnTo>
                  <a:close/>
                  <a:moveTo>
                    <a:pt x="147" y="132"/>
                  </a:moveTo>
                  <a:lnTo>
                    <a:pt x="147" y="132"/>
                  </a:lnTo>
                  <a:cubicBezTo>
                    <a:pt x="147" y="89"/>
                    <a:pt x="191" y="44"/>
                    <a:pt x="250" y="44"/>
                  </a:cubicBezTo>
                  <a:cubicBezTo>
                    <a:pt x="294" y="44"/>
                    <a:pt x="323" y="74"/>
                    <a:pt x="339" y="103"/>
                  </a:cubicBezTo>
                  <a:cubicBezTo>
                    <a:pt x="368" y="74"/>
                    <a:pt x="368" y="74"/>
                    <a:pt x="368" y="74"/>
                  </a:cubicBezTo>
                  <a:cubicBezTo>
                    <a:pt x="353" y="30"/>
                    <a:pt x="309" y="0"/>
                    <a:pt x="250" y="0"/>
                  </a:cubicBezTo>
                  <a:cubicBezTo>
                    <a:pt x="176" y="0"/>
                    <a:pt x="118" y="59"/>
                    <a:pt x="118" y="132"/>
                  </a:cubicBezTo>
                  <a:cubicBezTo>
                    <a:pt x="118" y="339"/>
                    <a:pt x="118" y="339"/>
                    <a:pt x="118" y="339"/>
                  </a:cubicBezTo>
                  <a:lnTo>
                    <a:pt x="147" y="295"/>
                  </a:lnTo>
                  <a:lnTo>
                    <a:pt x="147" y="132"/>
                  </a:lnTo>
                  <a:close/>
                  <a:moveTo>
                    <a:pt x="250" y="427"/>
                  </a:moveTo>
                  <a:lnTo>
                    <a:pt x="250" y="427"/>
                  </a:lnTo>
                  <a:cubicBezTo>
                    <a:pt x="235" y="427"/>
                    <a:pt x="221" y="427"/>
                    <a:pt x="206" y="412"/>
                  </a:cubicBezTo>
                  <a:cubicBezTo>
                    <a:pt x="176" y="442"/>
                    <a:pt x="176" y="442"/>
                    <a:pt x="176" y="442"/>
                  </a:cubicBezTo>
                  <a:cubicBezTo>
                    <a:pt x="191" y="457"/>
                    <a:pt x="221" y="471"/>
                    <a:pt x="250" y="471"/>
                  </a:cubicBezTo>
                  <a:cubicBezTo>
                    <a:pt x="323" y="471"/>
                    <a:pt x="382" y="412"/>
                    <a:pt x="382" y="339"/>
                  </a:cubicBezTo>
                  <a:cubicBezTo>
                    <a:pt x="382" y="236"/>
                    <a:pt x="382" y="236"/>
                    <a:pt x="382" y="236"/>
                  </a:cubicBezTo>
                  <a:cubicBezTo>
                    <a:pt x="353" y="280"/>
                    <a:pt x="353" y="280"/>
                    <a:pt x="353" y="280"/>
                  </a:cubicBezTo>
                  <a:cubicBezTo>
                    <a:pt x="353" y="339"/>
                    <a:pt x="353" y="339"/>
                    <a:pt x="353" y="339"/>
                  </a:cubicBezTo>
                  <a:cubicBezTo>
                    <a:pt x="353" y="383"/>
                    <a:pt x="309" y="427"/>
                    <a:pt x="250" y="427"/>
                  </a:cubicBezTo>
                  <a:close/>
                  <a:moveTo>
                    <a:pt x="250" y="515"/>
                  </a:moveTo>
                  <a:lnTo>
                    <a:pt x="250" y="515"/>
                  </a:lnTo>
                  <a:cubicBezTo>
                    <a:pt x="206" y="515"/>
                    <a:pt x="176" y="501"/>
                    <a:pt x="147" y="471"/>
                  </a:cubicBezTo>
                  <a:cubicBezTo>
                    <a:pt x="118" y="501"/>
                    <a:pt x="118" y="501"/>
                    <a:pt x="118" y="501"/>
                  </a:cubicBezTo>
                  <a:cubicBezTo>
                    <a:pt x="147" y="530"/>
                    <a:pt x="191" y="545"/>
                    <a:pt x="235" y="545"/>
                  </a:cubicBezTo>
                  <a:cubicBezTo>
                    <a:pt x="235" y="589"/>
                    <a:pt x="235" y="589"/>
                    <a:pt x="235" y="589"/>
                  </a:cubicBezTo>
                  <a:cubicBezTo>
                    <a:pt x="206" y="589"/>
                    <a:pt x="206" y="589"/>
                    <a:pt x="206" y="589"/>
                  </a:cubicBezTo>
                  <a:lnTo>
                    <a:pt x="191" y="604"/>
                  </a:lnTo>
                  <a:cubicBezTo>
                    <a:pt x="191" y="619"/>
                    <a:pt x="206" y="633"/>
                    <a:pt x="206" y="633"/>
                  </a:cubicBezTo>
                  <a:cubicBezTo>
                    <a:pt x="294" y="633"/>
                    <a:pt x="294" y="633"/>
                    <a:pt x="294" y="633"/>
                  </a:cubicBezTo>
                  <a:cubicBezTo>
                    <a:pt x="294" y="633"/>
                    <a:pt x="309" y="619"/>
                    <a:pt x="309" y="604"/>
                  </a:cubicBezTo>
                  <a:lnTo>
                    <a:pt x="294" y="589"/>
                  </a:lnTo>
                  <a:cubicBezTo>
                    <a:pt x="265" y="589"/>
                    <a:pt x="265" y="589"/>
                    <a:pt x="265" y="589"/>
                  </a:cubicBezTo>
                  <a:cubicBezTo>
                    <a:pt x="265" y="545"/>
                    <a:pt x="265" y="545"/>
                    <a:pt x="265" y="545"/>
                  </a:cubicBezTo>
                  <a:cubicBezTo>
                    <a:pt x="368" y="545"/>
                    <a:pt x="441" y="471"/>
                    <a:pt x="471" y="368"/>
                  </a:cubicBezTo>
                  <a:cubicBezTo>
                    <a:pt x="427" y="368"/>
                    <a:pt x="427" y="368"/>
                    <a:pt x="427" y="368"/>
                  </a:cubicBezTo>
                  <a:cubicBezTo>
                    <a:pt x="412" y="457"/>
                    <a:pt x="339" y="515"/>
                    <a:pt x="250" y="5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3"/>
            <p:cNvSpPr/>
            <p:nvPr/>
          </p:nvSpPr>
          <p:spPr>
            <a:xfrm>
              <a:off x="741826" y="1608066"/>
              <a:ext cx="158415" cy="228602"/>
            </a:xfrm>
            <a:custGeom>
              <a:rect b="b" l="l" r="r" t="t"/>
              <a:pathLst>
                <a:path extrusionOk="0" h="634" w="443">
                  <a:moveTo>
                    <a:pt x="442" y="368"/>
                  </a:moveTo>
                  <a:lnTo>
                    <a:pt x="442" y="368"/>
                  </a:lnTo>
                  <a:cubicBezTo>
                    <a:pt x="398" y="368"/>
                    <a:pt x="398" y="368"/>
                    <a:pt x="398" y="368"/>
                  </a:cubicBezTo>
                  <a:cubicBezTo>
                    <a:pt x="383" y="457"/>
                    <a:pt x="309" y="515"/>
                    <a:pt x="221" y="515"/>
                  </a:cubicBezTo>
                  <a:cubicBezTo>
                    <a:pt x="133" y="515"/>
                    <a:pt x="59" y="457"/>
                    <a:pt x="44" y="368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30" y="471"/>
                    <a:pt x="103" y="545"/>
                    <a:pt x="206" y="545"/>
                  </a:cubicBezTo>
                  <a:cubicBezTo>
                    <a:pt x="206" y="589"/>
                    <a:pt x="206" y="589"/>
                    <a:pt x="206" y="589"/>
                  </a:cubicBezTo>
                  <a:cubicBezTo>
                    <a:pt x="177" y="589"/>
                    <a:pt x="177" y="589"/>
                    <a:pt x="177" y="589"/>
                  </a:cubicBezTo>
                  <a:lnTo>
                    <a:pt x="162" y="604"/>
                  </a:lnTo>
                  <a:cubicBezTo>
                    <a:pt x="162" y="619"/>
                    <a:pt x="177" y="633"/>
                    <a:pt x="177" y="633"/>
                  </a:cubicBezTo>
                  <a:cubicBezTo>
                    <a:pt x="265" y="633"/>
                    <a:pt x="265" y="633"/>
                    <a:pt x="265" y="633"/>
                  </a:cubicBezTo>
                  <a:cubicBezTo>
                    <a:pt x="265" y="633"/>
                    <a:pt x="280" y="619"/>
                    <a:pt x="280" y="604"/>
                  </a:cubicBezTo>
                  <a:lnTo>
                    <a:pt x="265" y="589"/>
                  </a:lnTo>
                  <a:cubicBezTo>
                    <a:pt x="236" y="589"/>
                    <a:pt x="236" y="589"/>
                    <a:pt x="236" y="589"/>
                  </a:cubicBezTo>
                  <a:cubicBezTo>
                    <a:pt x="236" y="545"/>
                    <a:pt x="236" y="545"/>
                    <a:pt x="236" y="545"/>
                  </a:cubicBezTo>
                  <a:cubicBezTo>
                    <a:pt x="339" y="545"/>
                    <a:pt x="412" y="471"/>
                    <a:pt x="442" y="368"/>
                  </a:cubicBezTo>
                  <a:close/>
                  <a:moveTo>
                    <a:pt x="221" y="471"/>
                  </a:moveTo>
                  <a:lnTo>
                    <a:pt x="221" y="471"/>
                  </a:lnTo>
                  <a:cubicBezTo>
                    <a:pt x="294" y="471"/>
                    <a:pt x="353" y="412"/>
                    <a:pt x="353" y="339"/>
                  </a:cubicBezTo>
                  <a:cubicBezTo>
                    <a:pt x="353" y="132"/>
                    <a:pt x="353" y="132"/>
                    <a:pt x="353" y="132"/>
                  </a:cubicBezTo>
                  <a:cubicBezTo>
                    <a:pt x="353" y="59"/>
                    <a:pt x="294" y="0"/>
                    <a:pt x="221" y="0"/>
                  </a:cubicBezTo>
                  <a:cubicBezTo>
                    <a:pt x="147" y="0"/>
                    <a:pt x="89" y="59"/>
                    <a:pt x="89" y="132"/>
                  </a:cubicBezTo>
                  <a:cubicBezTo>
                    <a:pt x="89" y="339"/>
                    <a:pt x="89" y="339"/>
                    <a:pt x="89" y="339"/>
                  </a:cubicBezTo>
                  <a:cubicBezTo>
                    <a:pt x="89" y="412"/>
                    <a:pt x="147" y="471"/>
                    <a:pt x="221" y="471"/>
                  </a:cubicBezTo>
                  <a:close/>
                  <a:moveTo>
                    <a:pt x="118" y="132"/>
                  </a:moveTo>
                  <a:lnTo>
                    <a:pt x="118" y="132"/>
                  </a:lnTo>
                  <a:cubicBezTo>
                    <a:pt x="118" y="89"/>
                    <a:pt x="162" y="44"/>
                    <a:pt x="221" y="44"/>
                  </a:cubicBezTo>
                  <a:cubicBezTo>
                    <a:pt x="280" y="44"/>
                    <a:pt x="324" y="89"/>
                    <a:pt x="324" y="132"/>
                  </a:cubicBezTo>
                  <a:cubicBezTo>
                    <a:pt x="324" y="339"/>
                    <a:pt x="324" y="339"/>
                    <a:pt x="324" y="339"/>
                  </a:cubicBezTo>
                  <a:cubicBezTo>
                    <a:pt x="324" y="383"/>
                    <a:pt x="280" y="427"/>
                    <a:pt x="221" y="427"/>
                  </a:cubicBezTo>
                  <a:cubicBezTo>
                    <a:pt x="162" y="427"/>
                    <a:pt x="118" y="383"/>
                    <a:pt x="118" y="339"/>
                  </a:cubicBezTo>
                  <a:lnTo>
                    <a:pt x="118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3"/>
            <p:cNvSpPr/>
            <p:nvPr/>
          </p:nvSpPr>
          <p:spPr>
            <a:xfrm>
              <a:off x="4016365" y="1236231"/>
              <a:ext cx="228610" cy="228602"/>
            </a:xfrm>
            <a:custGeom>
              <a:rect b="b" l="l" r="r" t="t"/>
              <a:pathLst>
                <a:path extrusionOk="0" h="633" w="634">
                  <a:moveTo>
                    <a:pt x="603" y="14"/>
                  </a:moveTo>
                  <a:lnTo>
                    <a:pt x="603" y="14"/>
                  </a:lnTo>
                  <a:cubicBezTo>
                    <a:pt x="574" y="14"/>
                    <a:pt x="0" y="309"/>
                    <a:pt x="0" y="309"/>
                  </a:cubicBezTo>
                  <a:lnTo>
                    <a:pt x="191" y="427"/>
                  </a:lnTo>
                  <a:lnTo>
                    <a:pt x="309" y="632"/>
                  </a:lnTo>
                  <a:cubicBezTo>
                    <a:pt x="309" y="632"/>
                    <a:pt x="618" y="44"/>
                    <a:pt x="618" y="29"/>
                  </a:cubicBezTo>
                  <a:cubicBezTo>
                    <a:pt x="633" y="14"/>
                    <a:pt x="618" y="0"/>
                    <a:pt x="603" y="14"/>
                  </a:cubicBezTo>
                  <a:close/>
                  <a:moveTo>
                    <a:pt x="74" y="309"/>
                  </a:moveTo>
                  <a:lnTo>
                    <a:pt x="74" y="309"/>
                  </a:lnTo>
                  <a:cubicBezTo>
                    <a:pt x="530" y="88"/>
                    <a:pt x="530" y="88"/>
                    <a:pt x="530" y="88"/>
                  </a:cubicBezTo>
                  <a:cubicBezTo>
                    <a:pt x="206" y="382"/>
                    <a:pt x="206" y="382"/>
                    <a:pt x="206" y="382"/>
                  </a:cubicBezTo>
                  <a:lnTo>
                    <a:pt x="74" y="309"/>
                  </a:lnTo>
                  <a:close/>
                  <a:moveTo>
                    <a:pt x="309" y="559"/>
                  </a:moveTo>
                  <a:lnTo>
                    <a:pt x="309" y="559"/>
                  </a:lnTo>
                  <a:cubicBezTo>
                    <a:pt x="309" y="559"/>
                    <a:pt x="250" y="441"/>
                    <a:pt x="236" y="397"/>
                  </a:cubicBezTo>
                  <a:cubicBezTo>
                    <a:pt x="545" y="102"/>
                    <a:pt x="545" y="102"/>
                    <a:pt x="545" y="102"/>
                  </a:cubicBezTo>
                  <a:lnTo>
                    <a:pt x="309" y="5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3"/>
            <p:cNvSpPr/>
            <p:nvPr/>
          </p:nvSpPr>
          <p:spPr>
            <a:xfrm>
              <a:off x="3646414" y="1240974"/>
              <a:ext cx="228610" cy="222911"/>
            </a:xfrm>
            <a:custGeom>
              <a:rect b="b" l="l" r="r" t="t"/>
              <a:pathLst>
                <a:path extrusionOk="0" h="619" w="634">
                  <a:moveTo>
                    <a:pt x="324" y="0"/>
                  </a:moveTo>
                  <a:lnTo>
                    <a:pt x="324" y="0"/>
                  </a:lnTo>
                  <a:cubicBezTo>
                    <a:pt x="0" y="177"/>
                    <a:pt x="0" y="177"/>
                    <a:pt x="0" y="177"/>
                  </a:cubicBezTo>
                  <a:cubicBezTo>
                    <a:pt x="0" y="221"/>
                    <a:pt x="0" y="545"/>
                    <a:pt x="0" y="545"/>
                  </a:cubicBezTo>
                  <a:cubicBezTo>
                    <a:pt x="0" y="589"/>
                    <a:pt x="45" y="618"/>
                    <a:pt x="89" y="618"/>
                  </a:cubicBezTo>
                  <a:cubicBezTo>
                    <a:pt x="560" y="618"/>
                    <a:pt x="560" y="618"/>
                    <a:pt x="560" y="618"/>
                  </a:cubicBezTo>
                  <a:cubicBezTo>
                    <a:pt x="604" y="618"/>
                    <a:pt x="633" y="589"/>
                    <a:pt x="633" y="545"/>
                  </a:cubicBezTo>
                  <a:cubicBezTo>
                    <a:pt x="633" y="545"/>
                    <a:pt x="633" y="221"/>
                    <a:pt x="633" y="177"/>
                  </a:cubicBezTo>
                  <a:lnTo>
                    <a:pt x="324" y="0"/>
                  </a:lnTo>
                  <a:close/>
                  <a:moveTo>
                    <a:pt x="45" y="545"/>
                  </a:moveTo>
                  <a:lnTo>
                    <a:pt x="45" y="545"/>
                  </a:lnTo>
                  <a:cubicBezTo>
                    <a:pt x="45" y="236"/>
                    <a:pt x="45" y="236"/>
                    <a:pt x="45" y="236"/>
                  </a:cubicBezTo>
                  <a:cubicBezTo>
                    <a:pt x="221" y="383"/>
                    <a:pt x="221" y="383"/>
                    <a:pt x="221" y="383"/>
                  </a:cubicBezTo>
                  <a:cubicBezTo>
                    <a:pt x="45" y="560"/>
                    <a:pt x="45" y="560"/>
                    <a:pt x="45" y="560"/>
                  </a:cubicBezTo>
                  <a:lnTo>
                    <a:pt x="45" y="545"/>
                  </a:lnTo>
                  <a:close/>
                  <a:moveTo>
                    <a:pt x="74" y="589"/>
                  </a:moveTo>
                  <a:lnTo>
                    <a:pt x="74" y="589"/>
                  </a:lnTo>
                  <a:cubicBezTo>
                    <a:pt x="251" y="398"/>
                    <a:pt x="251" y="398"/>
                    <a:pt x="251" y="398"/>
                  </a:cubicBezTo>
                  <a:cubicBezTo>
                    <a:pt x="324" y="442"/>
                    <a:pt x="324" y="442"/>
                    <a:pt x="324" y="442"/>
                  </a:cubicBezTo>
                  <a:cubicBezTo>
                    <a:pt x="383" y="398"/>
                    <a:pt x="383" y="398"/>
                    <a:pt x="383" y="398"/>
                  </a:cubicBezTo>
                  <a:cubicBezTo>
                    <a:pt x="560" y="589"/>
                    <a:pt x="560" y="589"/>
                    <a:pt x="560" y="589"/>
                  </a:cubicBezTo>
                  <a:lnTo>
                    <a:pt x="74" y="589"/>
                  </a:lnTo>
                  <a:close/>
                  <a:moveTo>
                    <a:pt x="589" y="545"/>
                  </a:moveTo>
                  <a:lnTo>
                    <a:pt x="589" y="545"/>
                  </a:lnTo>
                  <a:lnTo>
                    <a:pt x="589" y="560"/>
                  </a:lnTo>
                  <a:cubicBezTo>
                    <a:pt x="412" y="383"/>
                    <a:pt x="412" y="383"/>
                    <a:pt x="412" y="383"/>
                  </a:cubicBezTo>
                  <a:cubicBezTo>
                    <a:pt x="589" y="236"/>
                    <a:pt x="589" y="236"/>
                    <a:pt x="589" y="236"/>
                  </a:cubicBezTo>
                  <a:lnTo>
                    <a:pt x="589" y="545"/>
                  </a:lnTo>
                  <a:close/>
                  <a:moveTo>
                    <a:pt x="324" y="398"/>
                  </a:moveTo>
                  <a:lnTo>
                    <a:pt x="324" y="398"/>
                  </a:lnTo>
                  <a:cubicBezTo>
                    <a:pt x="45" y="192"/>
                    <a:pt x="45" y="192"/>
                    <a:pt x="45" y="192"/>
                  </a:cubicBezTo>
                  <a:cubicBezTo>
                    <a:pt x="324" y="45"/>
                    <a:pt x="324" y="45"/>
                    <a:pt x="324" y="45"/>
                  </a:cubicBezTo>
                  <a:cubicBezTo>
                    <a:pt x="589" y="192"/>
                    <a:pt x="589" y="192"/>
                    <a:pt x="589" y="192"/>
                  </a:cubicBezTo>
                  <a:lnTo>
                    <a:pt x="324" y="3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3"/>
            <p:cNvSpPr/>
            <p:nvPr/>
          </p:nvSpPr>
          <p:spPr>
            <a:xfrm>
              <a:off x="3279309" y="1268482"/>
              <a:ext cx="228611" cy="169791"/>
            </a:xfrm>
            <a:custGeom>
              <a:rect b="b" l="l" r="r" t="t"/>
              <a:pathLst>
                <a:path extrusionOk="0" h="472" w="634">
                  <a:moveTo>
                    <a:pt x="338" y="280"/>
                  </a:moveTo>
                  <a:lnTo>
                    <a:pt x="338" y="280"/>
                  </a:lnTo>
                  <a:cubicBezTo>
                    <a:pt x="103" y="280"/>
                    <a:pt x="103" y="280"/>
                    <a:pt x="103" y="280"/>
                  </a:cubicBezTo>
                  <a:cubicBezTo>
                    <a:pt x="88" y="280"/>
                    <a:pt x="73" y="280"/>
                    <a:pt x="73" y="294"/>
                  </a:cubicBezTo>
                  <a:cubicBezTo>
                    <a:pt x="73" y="309"/>
                    <a:pt x="88" y="309"/>
                    <a:pt x="103" y="309"/>
                  </a:cubicBezTo>
                  <a:cubicBezTo>
                    <a:pt x="338" y="309"/>
                    <a:pt x="338" y="309"/>
                    <a:pt x="338" y="309"/>
                  </a:cubicBezTo>
                  <a:cubicBezTo>
                    <a:pt x="338" y="309"/>
                    <a:pt x="353" y="309"/>
                    <a:pt x="353" y="294"/>
                  </a:cubicBezTo>
                  <a:cubicBezTo>
                    <a:pt x="353" y="280"/>
                    <a:pt x="338" y="280"/>
                    <a:pt x="338" y="280"/>
                  </a:cubicBezTo>
                  <a:close/>
                  <a:moveTo>
                    <a:pt x="338" y="353"/>
                  </a:moveTo>
                  <a:lnTo>
                    <a:pt x="338" y="353"/>
                  </a:lnTo>
                  <a:cubicBezTo>
                    <a:pt x="103" y="353"/>
                    <a:pt x="103" y="353"/>
                    <a:pt x="103" y="353"/>
                  </a:cubicBezTo>
                  <a:cubicBezTo>
                    <a:pt x="88" y="353"/>
                    <a:pt x="73" y="368"/>
                    <a:pt x="73" y="368"/>
                  </a:cubicBezTo>
                  <a:cubicBezTo>
                    <a:pt x="73" y="383"/>
                    <a:pt x="88" y="397"/>
                    <a:pt x="103" y="397"/>
                  </a:cubicBezTo>
                  <a:cubicBezTo>
                    <a:pt x="338" y="397"/>
                    <a:pt x="338" y="397"/>
                    <a:pt x="338" y="397"/>
                  </a:cubicBezTo>
                  <a:cubicBezTo>
                    <a:pt x="338" y="397"/>
                    <a:pt x="353" y="383"/>
                    <a:pt x="353" y="368"/>
                  </a:cubicBezTo>
                  <a:lnTo>
                    <a:pt x="338" y="353"/>
                  </a:lnTo>
                  <a:close/>
                  <a:moveTo>
                    <a:pt x="544" y="0"/>
                  </a:moveTo>
                  <a:lnTo>
                    <a:pt x="544" y="0"/>
                  </a:ln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30"/>
                    <a:pt x="0" y="73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42"/>
                    <a:pt x="29" y="471"/>
                    <a:pt x="73" y="471"/>
                  </a:cubicBezTo>
                  <a:cubicBezTo>
                    <a:pt x="544" y="471"/>
                    <a:pt x="544" y="471"/>
                    <a:pt x="544" y="471"/>
                  </a:cubicBezTo>
                  <a:cubicBezTo>
                    <a:pt x="588" y="471"/>
                    <a:pt x="633" y="442"/>
                    <a:pt x="633" y="397"/>
                  </a:cubicBezTo>
                  <a:cubicBezTo>
                    <a:pt x="633" y="73"/>
                    <a:pt x="633" y="73"/>
                    <a:pt x="633" y="73"/>
                  </a:cubicBezTo>
                  <a:cubicBezTo>
                    <a:pt x="633" y="30"/>
                    <a:pt x="588" y="0"/>
                    <a:pt x="544" y="0"/>
                  </a:cubicBezTo>
                  <a:close/>
                  <a:moveTo>
                    <a:pt x="588" y="397"/>
                  </a:moveTo>
                  <a:lnTo>
                    <a:pt x="588" y="397"/>
                  </a:lnTo>
                  <a:cubicBezTo>
                    <a:pt x="588" y="412"/>
                    <a:pt x="574" y="427"/>
                    <a:pt x="544" y="427"/>
                  </a:cubicBezTo>
                  <a:cubicBezTo>
                    <a:pt x="73" y="427"/>
                    <a:pt x="73" y="427"/>
                    <a:pt x="73" y="427"/>
                  </a:cubicBezTo>
                  <a:cubicBezTo>
                    <a:pt x="59" y="427"/>
                    <a:pt x="44" y="412"/>
                    <a:pt x="44" y="397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59"/>
                    <a:pt x="59" y="44"/>
                    <a:pt x="73" y="44"/>
                  </a:cubicBezTo>
                  <a:cubicBezTo>
                    <a:pt x="544" y="44"/>
                    <a:pt x="544" y="44"/>
                    <a:pt x="544" y="44"/>
                  </a:cubicBezTo>
                  <a:cubicBezTo>
                    <a:pt x="574" y="44"/>
                    <a:pt x="588" y="59"/>
                    <a:pt x="588" y="73"/>
                  </a:cubicBezTo>
                  <a:lnTo>
                    <a:pt x="588" y="397"/>
                  </a:lnTo>
                  <a:close/>
                  <a:moveTo>
                    <a:pt x="515" y="73"/>
                  </a:moveTo>
                  <a:lnTo>
                    <a:pt x="515" y="73"/>
                  </a:lnTo>
                  <a:cubicBezTo>
                    <a:pt x="426" y="73"/>
                    <a:pt x="426" y="73"/>
                    <a:pt x="426" y="73"/>
                  </a:cubicBezTo>
                  <a:cubicBezTo>
                    <a:pt x="412" y="73"/>
                    <a:pt x="397" y="103"/>
                    <a:pt x="397" y="118"/>
                  </a:cubicBezTo>
                  <a:cubicBezTo>
                    <a:pt x="397" y="191"/>
                    <a:pt x="397" y="191"/>
                    <a:pt x="397" y="191"/>
                  </a:cubicBezTo>
                  <a:cubicBezTo>
                    <a:pt x="397" y="221"/>
                    <a:pt x="412" y="235"/>
                    <a:pt x="426" y="235"/>
                  </a:cubicBezTo>
                  <a:cubicBezTo>
                    <a:pt x="515" y="235"/>
                    <a:pt x="515" y="235"/>
                    <a:pt x="515" y="235"/>
                  </a:cubicBezTo>
                  <a:cubicBezTo>
                    <a:pt x="530" y="235"/>
                    <a:pt x="544" y="221"/>
                    <a:pt x="544" y="191"/>
                  </a:cubicBezTo>
                  <a:cubicBezTo>
                    <a:pt x="544" y="118"/>
                    <a:pt x="544" y="118"/>
                    <a:pt x="544" y="118"/>
                  </a:cubicBezTo>
                  <a:cubicBezTo>
                    <a:pt x="544" y="103"/>
                    <a:pt x="530" y="73"/>
                    <a:pt x="515" y="73"/>
                  </a:cubicBezTo>
                  <a:close/>
                  <a:moveTo>
                    <a:pt x="515" y="177"/>
                  </a:moveTo>
                  <a:lnTo>
                    <a:pt x="515" y="177"/>
                  </a:lnTo>
                  <a:cubicBezTo>
                    <a:pt x="515" y="191"/>
                    <a:pt x="500" y="191"/>
                    <a:pt x="485" y="191"/>
                  </a:cubicBezTo>
                  <a:cubicBezTo>
                    <a:pt x="456" y="191"/>
                    <a:pt x="456" y="191"/>
                    <a:pt x="456" y="191"/>
                  </a:cubicBezTo>
                  <a:cubicBezTo>
                    <a:pt x="442" y="191"/>
                    <a:pt x="426" y="191"/>
                    <a:pt x="426" y="177"/>
                  </a:cubicBezTo>
                  <a:cubicBezTo>
                    <a:pt x="426" y="132"/>
                    <a:pt x="426" y="132"/>
                    <a:pt x="426" y="132"/>
                  </a:cubicBezTo>
                  <a:cubicBezTo>
                    <a:pt x="426" y="132"/>
                    <a:pt x="442" y="118"/>
                    <a:pt x="456" y="118"/>
                  </a:cubicBezTo>
                  <a:cubicBezTo>
                    <a:pt x="485" y="118"/>
                    <a:pt x="485" y="118"/>
                    <a:pt x="485" y="118"/>
                  </a:cubicBezTo>
                  <a:cubicBezTo>
                    <a:pt x="500" y="118"/>
                    <a:pt x="515" y="132"/>
                    <a:pt x="515" y="132"/>
                  </a:cubicBezTo>
                  <a:lnTo>
                    <a:pt x="515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3"/>
            <p:cNvSpPr/>
            <p:nvPr/>
          </p:nvSpPr>
          <p:spPr>
            <a:xfrm>
              <a:off x="2915049" y="1268482"/>
              <a:ext cx="221970" cy="169791"/>
            </a:xfrm>
            <a:custGeom>
              <a:rect b="b" l="l" r="r" t="t"/>
              <a:pathLst>
                <a:path extrusionOk="0" h="472" w="619">
                  <a:moveTo>
                    <a:pt x="545" y="0"/>
                  </a:moveTo>
                  <a:lnTo>
                    <a:pt x="545" y="0"/>
                  </a:ln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30"/>
                    <a:pt x="0" y="73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42"/>
                    <a:pt x="29" y="471"/>
                    <a:pt x="73" y="471"/>
                  </a:cubicBezTo>
                  <a:cubicBezTo>
                    <a:pt x="545" y="471"/>
                    <a:pt x="545" y="471"/>
                    <a:pt x="545" y="471"/>
                  </a:cubicBezTo>
                  <a:cubicBezTo>
                    <a:pt x="589" y="471"/>
                    <a:pt x="618" y="442"/>
                    <a:pt x="618" y="397"/>
                  </a:cubicBezTo>
                  <a:cubicBezTo>
                    <a:pt x="618" y="73"/>
                    <a:pt x="618" y="73"/>
                    <a:pt x="618" y="73"/>
                  </a:cubicBezTo>
                  <a:cubicBezTo>
                    <a:pt x="618" y="30"/>
                    <a:pt x="589" y="0"/>
                    <a:pt x="545" y="0"/>
                  </a:cubicBezTo>
                  <a:close/>
                  <a:moveTo>
                    <a:pt x="559" y="44"/>
                  </a:moveTo>
                  <a:lnTo>
                    <a:pt x="559" y="44"/>
                  </a:lnTo>
                  <a:cubicBezTo>
                    <a:pt x="309" y="235"/>
                    <a:pt x="309" y="235"/>
                    <a:pt x="309" y="235"/>
                  </a:cubicBezTo>
                  <a:cubicBezTo>
                    <a:pt x="59" y="44"/>
                    <a:pt x="59" y="44"/>
                    <a:pt x="59" y="44"/>
                  </a:cubicBezTo>
                  <a:lnTo>
                    <a:pt x="559" y="44"/>
                  </a:lnTo>
                  <a:close/>
                  <a:moveTo>
                    <a:pt x="29" y="397"/>
                  </a:moveTo>
                  <a:lnTo>
                    <a:pt x="29" y="397"/>
                  </a:lnTo>
                  <a:cubicBezTo>
                    <a:pt x="29" y="73"/>
                    <a:pt x="29" y="73"/>
                    <a:pt x="29" y="73"/>
                  </a:cubicBezTo>
                  <a:cubicBezTo>
                    <a:pt x="206" y="221"/>
                    <a:pt x="206" y="221"/>
                    <a:pt x="206" y="221"/>
                  </a:cubicBezTo>
                  <a:cubicBezTo>
                    <a:pt x="29" y="397"/>
                    <a:pt x="29" y="397"/>
                    <a:pt x="29" y="397"/>
                  </a:cubicBezTo>
                  <a:close/>
                  <a:moveTo>
                    <a:pt x="59" y="427"/>
                  </a:moveTo>
                  <a:lnTo>
                    <a:pt x="59" y="427"/>
                  </a:lnTo>
                  <a:cubicBezTo>
                    <a:pt x="236" y="235"/>
                    <a:pt x="236" y="235"/>
                    <a:pt x="236" y="235"/>
                  </a:cubicBezTo>
                  <a:cubicBezTo>
                    <a:pt x="309" y="294"/>
                    <a:pt x="309" y="294"/>
                    <a:pt x="309" y="294"/>
                  </a:cubicBezTo>
                  <a:cubicBezTo>
                    <a:pt x="368" y="235"/>
                    <a:pt x="368" y="235"/>
                    <a:pt x="368" y="235"/>
                  </a:cubicBezTo>
                  <a:cubicBezTo>
                    <a:pt x="559" y="427"/>
                    <a:pt x="559" y="427"/>
                    <a:pt x="559" y="427"/>
                  </a:cubicBezTo>
                  <a:cubicBezTo>
                    <a:pt x="545" y="427"/>
                    <a:pt x="73" y="427"/>
                    <a:pt x="59" y="427"/>
                  </a:cubicBezTo>
                  <a:close/>
                  <a:moveTo>
                    <a:pt x="589" y="397"/>
                  </a:moveTo>
                  <a:lnTo>
                    <a:pt x="589" y="397"/>
                  </a:lnTo>
                  <a:cubicBezTo>
                    <a:pt x="412" y="221"/>
                    <a:pt x="412" y="221"/>
                    <a:pt x="412" y="221"/>
                  </a:cubicBezTo>
                  <a:cubicBezTo>
                    <a:pt x="589" y="73"/>
                    <a:pt x="589" y="73"/>
                    <a:pt x="589" y="73"/>
                  </a:cubicBezTo>
                  <a:lnTo>
                    <a:pt x="589" y="3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3"/>
            <p:cNvSpPr/>
            <p:nvPr/>
          </p:nvSpPr>
          <p:spPr>
            <a:xfrm>
              <a:off x="2543201" y="1240974"/>
              <a:ext cx="228611" cy="222911"/>
            </a:xfrm>
            <a:custGeom>
              <a:rect b="b" l="l" r="r" t="t"/>
              <a:pathLst>
                <a:path extrusionOk="0" h="619" w="634">
                  <a:moveTo>
                    <a:pt x="530" y="0"/>
                  </a:moveTo>
                  <a:lnTo>
                    <a:pt x="530" y="0"/>
                  </a:lnTo>
                  <a:cubicBezTo>
                    <a:pt x="103" y="0"/>
                    <a:pt x="103" y="0"/>
                    <a:pt x="103" y="0"/>
                  </a:cubicBezTo>
                  <a:cubicBezTo>
                    <a:pt x="59" y="0"/>
                    <a:pt x="0" y="45"/>
                    <a:pt x="0" y="104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0" y="486"/>
                    <a:pt x="45" y="530"/>
                    <a:pt x="103" y="530"/>
                  </a:cubicBezTo>
                  <a:cubicBezTo>
                    <a:pt x="236" y="530"/>
                    <a:pt x="236" y="530"/>
                    <a:pt x="236" y="530"/>
                  </a:cubicBezTo>
                  <a:cubicBezTo>
                    <a:pt x="324" y="618"/>
                    <a:pt x="324" y="618"/>
                    <a:pt x="324" y="618"/>
                  </a:cubicBezTo>
                  <a:cubicBezTo>
                    <a:pt x="398" y="530"/>
                    <a:pt x="398" y="530"/>
                    <a:pt x="398" y="530"/>
                  </a:cubicBezTo>
                  <a:cubicBezTo>
                    <a:pt x="530" y="530"/>
                    <a:pt x="530" y="530"/>
                    <a:pt x="530" y="530"/>
                  </a:cubicBezTo>
                  <a:cubicBezTo>
                    <a:pt x="589" y="530"/>
                    <a:pt x="633" y="486"/>
                    <a:pt x="633" y="427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3" y="45"/>
                    <a:pt x="589" y="0"/>
                    <a:pt x="530" y="0"/>
                  </a:cubicBezTo>
                  <a:close/>
                  <a:moveTo>
                    <a:pt x="589" y="427"/>
                  </a:moveTo>
                  <a:lnTo>
                    <a:pt x="589" y="427"/>
                  </a:lnTo>
                  <a:cubicBezTo>
                    <a:pt x="589" y="457"/>
                    <a:pt x="560" y="486"/>
                    <a:pt x="530" y="486"/>
                  </a:cubicBezTo>
                  <a:cubicBezTo>
                    <a:pt x="383" y="486"/>
                    <a:pt x="383" y="486"/>
                    <a:pt x="383" y="486"/>
                  </a:cubicBezTo>
                  <a:cubicBezTo>
                    <a:pt x="324" y="560"/>
                    <a:pt x="324" y="560"/>
                    <a:pt x="324" y="560"/>
                  </a:cubicBezTo>
                  <a:cubicBezTo>
                    <a:pt x="265" y="486"/>
                    <a:pt x="265" y="486"/>
                    <a:pt x="265" y="486"/>
                  </a:cubicBezTo>
                  <a:cubicBezTo>
                    <a:pt x="103" y="486"/>
                    <a:pt x="103" y="486"/>
                    <a:pt x="103" y="486"/>
                  </a:cubicBezTo>
                  <a:cubicBezTo>
                    <a:pt x="74" y="486"/>
                    <a:pt x="45" y="457"/>
                    <a:pt x="45" y="427"/>
                  </a:cubicBezTo>
                  <a:cubicBezTo>
                    <a:pt x="45" y="88"/>
                    <a:pt x="45" y="88"/>
                    <a:pt x="45" y="88"/>
                  </a:cubicBezTo>
                  <a:cubicBezTo>
                    <a:pt x="45" y="59"/>
                    <a:pt x="74" y="30"/>
                    <a:pt x="103" y="30"/>
                  </a:cubicBezTo>
                  <a:cubicBezTo>
                    <a:pt x="530" y="30"/>
                    <a:pt x="530" y="30"/>
                    <a:pt x="530" y="30"/>
                  </a:cubicBezTo>
                  <a:cubicBezTo>
                    <a:pt x="560" y="30"/>
                    <a:pt x="589" y="59"/>
                    <a:pt x="589" y="88"/>
                  </a:cubicBezTo>
                  <a:lnTo>
                    <a:pt x="589" y="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3"/>
            <p:cNvSpPr/>
            <p:nvPr/>
          </p:nvSpPr>
          <p:spPr>
            <a:xfrm>
              <a:off x="2177994" y="1240974"/>
              <a:ext cx="228610" cy="222911"/>
            </a:xfrm>
            <a:custGeom>
              <a:rect b="b" l="l" r="r" t="t"/>
              <a:pathLst>
                <a:path extrusionOk="0" h="619" w="634">
                  <a:moveTo>
                    <a:pt x="309" y="0"/>
                  </a:moveTo>
                  <a:lnTo>
                    <a:pt x="309" y="0"/>
                  </a:lnTo>
                  <a:cubicBezTo>
                    <a:pt x="147" y="0"/>
                    <a:pt x="0" y="118"/>
                    <a:pt x="0" y="265"/>
                  </a:cubicBezTo>
                  <a:cubicBezTo>
                    <a:pt x="0" y="383"/>
                    <a:pt x="103" y="486"/>
                    <a:pt x="221" y="530"/>
                  </a:cubicBezTo>
                  <a:cubicBezTo>
                    <a:pt x="309" y="618"/>
                    <a:pt x="309" y="618"/>
                    <a:pt x="309" y="618"/>
                  </a:cubicBezTo>
                  <a:cubicBezTo>
                    <a:pt x="397" y="530"/>
                    <a:pt x="397" y="530"/>
                    <a:pt x="397" y="530"/>
                  </a:cubicBezTo>
                  <a:cubicBezTo>
                    <a:pt x="530" y="486"/>
                    <a:pt x="633" y="383"/>
                    <a:pt x="633" y="265"/>
                  </a:cubicBezTo>
                  <a:cubicBezTo>
                    <a:pt x="633" y="118"/>
                    <a:pt x="485" y="0"/>
                    <a:pt x="309" y="0"/>
                  </a:cubicBezTo>
                  <a:close/>
                  <a:moveTo>
                    <a:pt x="383" y="486"/>
                  </a:moveTo>
                  <a:lnTo>
                    <a:pt x="383" y="486"/>
                  </a:lnTo>
                  <a:cubicBezTo>
                    <a:pt x="338" y="530"/>
                    <a:pt x="338" y="530"/>
                    <a:pt x="338" y="530"/>
                  </a:cubicBezTo>
                  <a:cubicBezTo>
                    <a:pt x="309" y="560"/>
                    <a:pt x="309" y="560"/>
                    <a:pt x="309" y="560"/>
                  </a:cubicBezTo>
                  <a:cubicBezTo>
                    <a:pt x="250" y="486"/>
                    <a:pt x="250" y="486"/>
                    <a:pt x="250" y="486"/>
                  </a:cubicBezTo>
                  <a:cubicBezTo>
                    <a:pt x="132" y="457"/>
                    <a:pt x="44" y="368"/>
                    <a:pt x="44" y="265"/>
                  </a:cubicBezTo>
                  <a:cubicBezTo>
                    <a:pt x="44" y="133"/>
                    <a:pt x="162" y="30"/>
                    <a:pt x="309" y="30"/>
                  </a:cubicBezTo>
                  <a:cubicBezTo>
                    <a:pt x="471" y="30"/>
                    <a:pt x="588" y="133"/>
                    <a:pt x="588" y="265"/>
                  </a:cubicBezTo>
                  <a:cubicBezTo>
                    <a:pt x="588" y="368"/>
                    <a:pt x="500" y="457"/>
                    <a:pt x="383" y="4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3"/>
            <p:cNvSpPr/>
            <p:nvPr/>
          </p:nvSpPr>
          <p:spPr>
            <a:xfrm>
              <a:off x="1817529" y="1240974"/>
              <a:ext cx="217227" cy="222911"/>
            </a:xfrm>
            <a:custGeom>
              <a:rect b="b" l="l" r="r" t="t"/>
              <a:pathLst>
                <a:path extrusionOk="0" h="619" w="604">
                  <a:moveTo>
                    <a:pt x="250" y="251"/>
                  </a:moveTo>
                  <a:lnTo>
                    <a:pt x="250" y="251"/>
                  </a:lnTo>
                  <a:cubicBezTo>
                    <a:pt x="265" y="251"/>
                    <a:pt x="279" y="236"/>
                    <a:pt x="279" y="221"/>
                  </a:cubicBezTo>
                  <a:cubicBezTo>
                    <a:pt x="279" y="206"/>
                    <a:pt x="265" y="192"/>
                    <a:pt x="250" y="192"/>
                  </a:cubicBezTo>
                  <a:cubicBezTo>
                    <a:pt x="235" y="192"/>
                    <a:pt x="220" y="206"/>
                    <a:pt x="220" y="221"/>
                  </a:cubicBezTo>
                  <a:cubicBezTo>
                    <a:pt x="220" y="236"/>
                    <a:pt x="235" y="251"/>
                    <a:pt x="250" y="251"/>
                  </a:cubicBezTo>
                  <a:close/>
                  <a:moveTo>
                    <a:pt x="132" y="251"/>
                  </a:moveTo>
                  <a:lnTo>
                    <a:pt x="132" y="251"/>
                  </a:lnTo>
                  <a:cubicBezTo>
                    <a:pt x="147" y="251"/>
                    <a:pt x="162" y="236"/>
                    <a:pt x="162" y="221"/>
                  </a:cubicBezTo>
                  <a:cubicBezTo>
                    <a:pt x="162" y="206"/>
                    <a:pt x="147" y="192"/>
                    <a:pt x="132" y="192"/>
                  </a:cubicBezTo>
                  <a:cubicBezTo>
                    <a:pt x="117" y="192"/>
                    <a:pt x="103" y="206"/>
                    <a:pt x="103" y="221"/>
                  </a:cubicBezTo>
                  <a:cubicBezTo>
                    <a:pt x="103" y="236"/>
                    <a:pt x="117" y="251"/>
                    <a:pt x="132" y="251"/>
                  </a:cubicBezTo>
                  <a:close/>
                  <a:moveTo>
                    <a:pt x="367" y="251"/>
                  </a:moveTo>
                  <a:lnTo>
                    <a:pt x="367" y="251"/>
                  </a:lnTo>
                  <a:cubicBezTo>
                    <a:pt x="383" y="251"/>
                    <a:pt x="397" y="236"/>
                    <a:pt x="397" y="221"/>
                  </a:cubicBezTo>
                  <a:cubicBezTo>
                    <a:pt x="397" y="206"/>
                    <a:pt x="383" y="192"/>
                    <a:pt x="367" y="192"/>
                  </a:cubicBezTo>
                  <a:cubicBezTo>
                    <a:pt x="353" y="192"/>
                    <a:pt x="338" y="206"/>
                    <a:pt x="338" y="221"/>
                  </a:cubicBezTo>
                  <a:cubicBezTo>
                    <a:pt x="338" y="236"/>
                    <a:pt x="353" y="251"/>
                    <a:pt x="367" y="251"/>
                  </a:cubicBezTo>
                  <a:close/>
                  <a:moveTo>
                    <a:pt x="530" y="177"/>
                  </a:moveTo>
                  <a:lnTo>
                    <a:pt x="530" y="177"/>
                  </a:lnTo>
                  <a:lnTo>
                    <a:pt x="530" y="192"/>
                  </a:lnTo>
                  <a:cubicBezTo>
                    <a:pt x="530" y="206"/>
                    <a:pt x="530" y="221"/>
                    <a:pt x="530" y="221"/>
                  </a:cubicBezTo>
                  <a:cubicBezTo>
                    <a:pt x="559" y="265"/>
                    <a:pt x="574" y="295"/>
                    <a:pt x="574" y="339"/>
                  </a:cubicBezTo>
                  <a:cubicBezTo>
                    <a:pt x="574" y="398"/>
                    <a:pt x="530" y="457"/>
                    <a:pt x="471" y="501"/>
                  </a:cubicBezTo>
                  <a:cubicBezTo>
                    <a:pt x="471" y="560"/>
                    <a:pt x="471" y="560"/>
                    <a:pt x="471" y="560"/>
                  </a:cubicBezTo>
                  <a:cubicBezTo>
                    <a:pt x="397" y="516"/>
                    <a:pt x="397" y="516"/>
                    <a:pt x="397" y="516"/>
                  </a:cubicBezTo>
                  <a:cubicBezTo>
                    <a:pt x="383" y="530"/>
                    <a:pt x="367" y="530"/>
                    <a:pt x="353" y="530"/>
                  </a:cubicBezTo>
                  <a:cubicBezTo>
                    <a:pt x="309" y="530"/>
                    <a:pt x="279" y="516"/>
                    <a:pt x="235" y="486"/>
                  </a:cubicBezTo>
                  <a:cubicBezTo>
                    <a:pt x="220" y="486"/>
                    <a:pt x="220" y="486"/>
                    <a:pt x="206" y="486"/>
                  </a:cubicBezTo>
                  <a:cubicBezTo>
                    <a:pt x="191" y="486"/>
                    <a:pt x="191" y="486"/>
                    <a:pt x="176" y="486"/>
                  </a:cubicBezTo>
                  <a:cubicBezTo>
                    <a:pt x="235" y="530"/>
                    <a:pt x="279" y="560"/>
                    <a:pt x="353" y="560"/>
                  </a:cubicBezTo>
                  <a:cubicBezTo>
                    <a:pt x="367" y="560"/>
                    <a:pt x="383" y="560"/>
                    <a:pt x="397" y="560"/>
                  </a:cubicBezTo>
                  <a:cubicBezTo>
                    <a:pt x="515" y="618"/>
                    <a:pt x="515" y="618"/>
                    <a:pt x="515" y="618"/>
                  </a:cubicBezTo>
                  <a:cubicBezTo>
                    <a:pt x="515" y="516"/>
                    <a:pt x="515" y="516"/>
                    <a:pt x="515" y="516"/>
                  </a:cubicBezTo>
                  <a:cubicBezTo>
                    <a:pt x="574" y="471"/>
                    <a:pt x="603" y="413"/>
                    <a:pt x="603" y="339"/>
                  </a:cubicBezTo>
                  <a:cubicBezTo>
                    <a:pt x="603" y="280"/>
                    <a:pt x="574" y="221"/>
                    <a:pt x="530" y="177"/>
                  </a:cubicBezTo>
                  <a:close/>
                  <a:moveTo>
                    <a:pt x="191" y="442"/>
                  </a:moveTo>
                  <a:lnTo>
                    <a:pt x="191" y="442"/>
                  </a:lnTo>
                  <a:cubicBezTo>
                    <a:pt x="206" y="442"/>
                    <a:pt x="235" y="442"/>
                    <a:pt x="250" y="442"/>
                  </a:cubicBezTo>
                  <a:cubicBezTo>
                    <a:pt x="397" y="442"/>
                    <a:pt x="485" y="339"/>
                    <a:pt x="485" y="221"/>
                  </a:cubicBezTo>
                  <a:cubicBezTo>
                    <a:pt x="485" y="88"/>
                    <a:pt x="367" y="0"/>
                    <a:pt x="250" y="0"/>
                  </a:cubicBezTo>
                  <a:cubicBezTo>
                    <a:pt x="117" y="0"/>
                    <a:pt x="0" y="88"/>
                    <a:pt x="0" y="221"/>
                  </a:cubicBezTo>
                  <a:cubicBezTo>
                    <a:pt x="0" y="295"/>
                    <a:pt x="29" y="354"/>
                    <a:pt x="73" y="398"/>
                  </a:cubicBezTo>
                  <a:cubicBezTo>
                    <a:pt x="73" y="501"/>
                    <a:pt x="73" y="501"/>
                    <a:pt x="73" y="501"/>
                  </a:cubicBezTo>
                  <a:lnTo>
                    <a:pt x="191" y="442"/>
                  </a:lnTo>
                  <a:close/>
                  <a:moveTo>
                    <a:pt x="44" y="221"/>
                  </a:moveTo>
                  <a:lnTo>
                    <a:pt x="44" y="221"/>
                  </a:lnTo>
                  <a:cubicBezTo>
                    <a:pt x="44" y="118"/>
                    <a:pt x="132" y="30"/>
                    <a:pt x="250" y="30"/>
                  </a:cubicBezTo>
                  <a:cubicBezTo>
                    <a:pt x="353" y="30"/>
                    <a:pt x="456" y="118"/>
                    <a:pt x="456" y="221"/>
                  </a:cubicBezTo>
                  <a:cubicBezTo>
                    <a:pt x="456" y="324"/>
                    <a:pt x="367" y="413"/>
                    <a:pt x="250" y="413"/>
                  </a:cubicBezTo>
                  <a:cubicBezTo>
                    <a:pt x="235" y="413"/>
                    <a:pt x="206" y="413"/>
                    <a:pt x="191" y="398"/>
                  </a:cubicBezTo>
                  <a:cubicBezTo>
                    <a:pt x="117" y="442"/>
                    <a:pt x="117" y="442"/>
                    <a:pt x="117" y="442"/>
                  </a:cubicBezTo>
                  <a:cubicBezTo>
                    <a:pt x="117" y="383"/>
                    <a:pt x="117" y="383"/>
                    <a:pt x="117" y="383"/>
                  </a:cubicBezTo>
                  <a:cubicBezTo>
                    <a:pt x="73" y="339"/>
                    <a:pt x="44" y="280"/>
                    <a:pt x="44" y="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3"/>
            <p:cNvSpPr/>
            <p:nvPr/>
          </p:nvSpPr>
          <p:spPr>
            <a:xfrm>
              <a:off x="1441887" y="1240974"/>
              <a:ext cx="228610" cy="222911"/>
            </a:xfrm>
            <a:custGeom>
              <a:rect b="b" l="l" r="r" t="t"/>
              <a:pathLst>
                <a:path extrusionOk="0" h="619" w="634">
                  <a:moveTo>
                    <a:pt x="324" y="236"/>
                  </a:moveTo>
                  <a:lnTo>
                    <a:pt x="324" y="236"/>
                  </a:lnTo>
                  <a:cubicBezTo>
                    <a:pt x="295" y="236"/>
                    <a:pt x="280" y="251"/>
                    <a:pt x="280" y="265"/>
                  </a:cubicBezTo>
                  <a:cubicBezTo>
                    <a:pt x="280" y="295"/>
                    <a:pt x="295" y="309"/>
                    <a:pt x="324" y="309"/>
                  </a:cubicBezTo>
                  <a:cubicBezTo>
                    <a:pt x="339" y="309"/>
                    <a:pt x="354" y="295"/>
                    <a:pt x="354" y="265"/>
                  </a:cubicBezTo>
                  <a:cubicBezTo>
                    <a:pt x="354" y="251"/>
                    <a:pt x="339" y="236"/>
                    <a:pt x="324" y="236"/>
                  </a:cubicBezTo>
                  <a:close/>
                  <a:moveTo>
                    <a:pt x="162" y="236"/>
                  </a:moveTo>
                  <a:lnTo>
                    <a:pt x="162" y="236"/>
                  </a:lnTo>
                  <a:cubicBezTo>
                    <a:pt x="148" y="236"/>
                    <a:pt x="118" y="251"/>
                    <a:pt x="118" y="265"/>
                  </a:cubicBezTo>
                  <a:cubicBezTo>
                    <a:pt x="118" y="295"/>
                    <a:pt x="148" y="309"/>
                    <a:pt x="162" y="309"/>
                  </a:cubicBezTo>
                  <a:cubicBezTo>
                    <a:pt x="177" y="309"/>
                    <a:pt x="207" y="295"/>
                    <a:pt x="207" y="265"/>
                  </a:cubicBezTo>
                  <a:cubicBezTo>
                    <a:pt x="207" y="251"/>
                    <a:pt x="177" y="236"/>
                    <a:pt x="162" y="236"/>
                  </a:cubicBezTo>
                  <a:close/>
                  <a:moveTo>
                    <a:pt x="324" y="0"/>
                  </a:moveTo>
                  <a:lnTo>
                    <a:pt x="324" y="0"/>
                  </a:lnTo>
                  <a:cubicBezTo>
                    <a:pt x="148" y="0"/>
                    <a:pt x="0" y="118"/>
                    <a:pt x="0" y="265"/>
                  </a:cubicBezTo>
                  <a:cubicBezTo>
                    <a:pt x="0" y="354"/>
                    <a:pt x="44" y="427"/>
                    <a:pt x="118" y="486"/>
                  </a:cubicBezTo>
                  <a:cubicBezTo>
                    <a:pt x="118" y="618"/>
                    <a:pt x="118" y="618"/>
                    <a:pt x="118" y="618"/>
                  </a:cubicBezTo>
                  <a:cubicBezTo>
                    <a:pt x="265" y="545"/>
                    <a:pt x="265" y="545"/>
                    <a:pt x="265" y="545"/>
                  </a:cubicBezTo>
                  <a:cubicBezTo>
                    <a:pt x="280" y="545"/>
                    <a:pt x="295" y="545"/>
                    <a:pt x="324" y="545"/>
                  </a:cubicBezTo>
                  <a:cubicBezTo>
                    <a:pt x="486" y="545"/>
                    <a:pt x="633" y="427"/>
                    <a:pt x="633" y="265"/>
                  </a:cubicBezTo>
                  <a:cubicBezTo>
                    <a:pt x="633" y="118"/>
                    <a:pt x="486" y="0"/>
                    <a:pt x="324" y="0"/>
                  </a:cubicBezTo>
                  <a:close/>
                  <a:moveTo>
                    <a:pt x="324" y="501"/>
                  </a:moveTo>
                  <a:lnTo>
                    <a:pt x="324" y="501"/>
                  </a:lnTo>
                  <a:cubicBezTo>
                    <a:pt x="295" y="501"/>
                    <a:pt x="280" y="501"/>
                    <a:pt x="251" y="501"/>
                  </a:cubicBezTo>
                  <a:cubicBezTo>
                    <a:pt x="162" y="560"/>
                    <a:pt x="162" y="560"/>
                    <a:pt x="162" y="560"/>
                  </a:cubicBezTo>
                  <a:cubicBezTo>
                    <a:pt x="162" y="457"/>
                    <a:pt x="162" y="457"/>
                    <a:pt x="162" y="457"/>
                  </a:cubicBezTo>
                  <a:cubicBezTo>
                    <a:pt x="89" y="427"/>
                    <a:pt x="44" y="354"/>
                    <a:pt x="44" y="265"/>
                  </a:cubicBezTo>
                  <a:cubicBezTo>
                    <a:pt x="44" y="133"/>
                    <a:pt x="162" y="30"/>
                    <a:pt x="324" y="30"/>
                  </a:cubicBezTo>
                  <a:cubicBezTo>
                    <a:pt x="471" y="30"/>
                    <a:pt x="589" y="133"/>
                    <a:pt x="589" y="265"/>
                  </a:cubicBezTo>
                  <a:cubicBezTo>
                    <a:pt x="589" y="398"/>
                    <a:pt x="471" y="501"/>
                    <a:pt x="324" y="501"/>
                  </a:cubicBezTo>
                  <a:close/>
                  <a:moveTo>
                    <a:pt x="471" y="236"/>
                  </a:moveTo>
                  <a:lnTo>
                    <a:pt x="471" y="236"/>
                  </a:lnTo>
                  <a:cubicBezTo>
                    <a:pt x="457" y="236"/>
                    <a:pt x="442" y="251"/>
                    <a:pt x="442" y="265"/>
                  </a:cubicBezTo>
                  <a:cubicBezTo>
                    <a:pt x="442" y="295"/>
                    <a:pt x="457" y="309"/>
                    <a:pt x="471" y="309"/>
                  </a:cubicBezTo>
                  <a:cubicBezTo>
                    <a:pt x="501" y="309"/>
                    <a:pt x="516" y="295"/>
                    <a:pt x="516" y="265"/>
                  </a:cubicBezTo>
                  <a:cubicBezTo>
                    <a:pt x="516" y="251"/>
                    <a:pt x="501" y="236"/>
                    <a:pt x="471" y="2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3"/>
            <p:cNvSpPr/>
            <p:nvPr/>
          </p:nvSpPr>
          <p:spPr>
            <a:xfrm>
              <a:off x="1076679" y="1240974"/>
              <a:ext cx="228611" cy="222911"/>
            </a:xfrm>
            <a:custGeom>
              <a:rect b="b" l="l" r="r" t="t"/>
              <a:pathLst>
                <a:path extrusionOk="0" h="619" w="634">
                  <a:moveTo>
                    <a:pt x="412" y="324"/>
                  </a:moveTo>
                  <a:lnTo>
                    <a:pt x="412" y="324"/>
                  </a:lnTo>
                  <a:cubicBezTo>
                    <a:pt x="220" y="324"/>
                    <a:pt x="220" y="324"/>
                    <a:pt x="220" y="324"/>
                  </a:cubicBezTo>
                  <a:cubicBezTo>
                    <a:pt x="206" y="324"/>
                    <a:pt x="191" y="339"/>
                    <a:pt x="191" y="354"/>
                  </a:cubicBezTo>
                  <a:cubicBezTo>
                    <a:pt x="191" y="354"/>
                    <a:pt x="206" y="368"/>
                    <a:pt x="220" y="368"/>
                  </a:cubicBezTo>
                  <a:cubicBezTo>
                    <a:pt x="412" y="368"/>
                    <a:pt x="412" y="368"/>
                    <a:pt x="412" y="368"/>
                  </a:cubicBezTo>
                  <a:cubicBezTo>
                    <a:pt x="426" y="368"/>
                    <a:pt x="426" y="354"/>
                    <a:pt x="426" y="354"/>
                  </a:cubicBezTo>
                  <a:cubicBezTo>
                    <a:pt x="426" y="339"/>
                    <a:pt x="426" y="324"/>
                    <a:pt x="412" y="324"/>
                  </a:cubicBezTo>
                  <a:close/>
                  <a:moveTo>
                    <a:pt x="456" y="206"/>
                  </a:moveTo>
                  <a:lnTo>
                    <a:pt x="456" y="206"/>
                  </a:lnTo>
                  <a:cubicBezTo>
                    <a:pt x="176" y="206"/>
                    <a:pt x="176" y="206"/>
                    <a:pt x="176" y="206"/>
                  </a:cubicBezTo>
                  <a:cubicBezTo>
                    <a:pt x="162" y="206"/>
                    <a:pt x="162" y="221"/>
                    <a:pt x="162" y="236"/>
                  </a:cubicBezTo>
                  <a:cubicBezTo>
                    <a:pt x="162" y="236"/>
                    <a:pt x="162" y="251"/>
                    <a:pt x="176" y="251"/>
                  </a:cubicBezTo>
                  <a:cubicBezTo>
                    <a:pt x="456" y="251"/>
                    <a:pt x="456" y="251"/>
                    <a:pt x="456" y="251"/>
                  </a:cubicBezTo>
                  <a:lnTo>
                    <a:pt x="471" y="236"/>
                  </a:lnTo>
                  <a:cubicBezTo>
                    <a:pt x="471" y="221"/>
                    <a:pt x="456" y="206"/>
                    <a:pt x="456" y="206"/>
                  </a:cubicBezTo>
                  <a:close/>
                  <a:moveTo>
                    <a:pt x="309" y="0"/>
                  </a:moveTo>
                  <a:lnTo>
                    <a:pt x="309" y="0"/>
                  </a:lnTo>
                  <a:cubicBezTo>
                    <a:pt x="147" y="0"/>
                    <a:pt x="0" y="118"/>
                    <a:pt x="0" y="265"/>
                  </a:cubicBezTo>
                  <a:cubicBezTo>
                    <a:pt x="0" y="354"/>
                    <a:pt x="44" y="427"/>
                    <a:pt x="117" y="486"/>
                  </a:cubicBezTo>
                  <a:cubicBezTo>
                    <a:pt x="117" y="618"/>
                    <a:pt x="117" y="618"/>
                    <a:pt x="117" y="618"/>
                  </a:cubicBezTo>
                  <a:cubicBezTo>
                    <a:pt x="250" y="545"/>
                    <a:pt x="250" y="545"/>
                    <a:pt x="250" y="545"/>
                  </a:cubicBezTo>
                  <a:cubicBezTo>
                    <a:pt x="279" y="545"/>
                    <a:pt x="294" y="545"/>
                    <a:pt x="309" y="545"/>
                  </a:cubicBezTo>
                  <a:cubicBezTo>
                    <a:pt x="485" y="545"/>
                    <a:pt x="633" y="427"/>
                    <a:pt x="633" y="265"/>
                  </a:cubicBezTo>
                  <a:cubicBezTo>
                    <a:pt x="633" y="118"/>
                    <a:pt x="485" y="0"/>
                    <a:pt x="309" y="0"/>
                  </a:cubicBezTo>
                  <a:close/>
                  <a:moveTo>
                    <a:pt x="309" y="501"/>
                  </a:moveTo>
                  <a:lnTo>
                    <a:pt x="309" y="501"/>
                  </a:lnTo>
                  <a:cubicBezTo>
                    <a:pt x="294" y="501"/>
                    <a:pt x="265" y="501"/>
                    <a:pt x="250" y="501"/>
                  </a:cubicBezTo>
                  <a:cubicBezTo>
                    <a:pt x="162" y="560"/>
                    <a:pt x="162" y="560"/>
                    <a:pt x="162" y="560"/>
                  </a:cubicBezTo>
                  <a:cubicBezTo>
                    <a:pt x="162" y="457"/>
                    <a:pt x="162" y="457"/>
                    <a:pt x="162" y="457"/>
                  </a:cubicBezTo>
                  <a:cubicBezTo>
                    <a:pt x="88" y="427"/>
                    <a:pt x="44" y="354"/>
                    <a:pt x="44" y="265"/>
                  </a:cubicBezTo>
                  <a:cubicBezTo>
                    <a:pt x="44" y="133"/>
                    <a:pt x="162" y="30"/>
                    <a:pt x="309" y="30"/>
                  </a:cubicBezTo>
                  <a:cubicBezTo>
                    <a:pt x="471" y="30"/>
                    <a:pt x="588" y="133"/>
                    <a:pt x="588" y="265"/>
                  </a:cubicBezTo>
                  <a:cubicBezTo>
                    <a:pt x="588" y="398"/>
                    <a:pt x="471" y="501"/>
                    <a:pt x="309" y="5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3"/>
            <p:cNvSpPr/>
            <p:nvPr/>
          </p:nvSpPr>
          <p:spPr>
            <a:xfrm>
              <a:off x="709574" y="1240974"/>
              <a:ext cx="221970" cy="222911"/>
            </a:xfrm>
            <a:custGeom>
              <a:rect b="b" l="l" r="r" t="t"/>
              <a:pathLst>
                <a:path extrusionOk="0" h="619" w="619">
                  <a:moveTo>
                    <a:pt x="309" y="0"/>
                  </a:moveTo>
                  <a:lnTo>
                    <a:pt x="309" y="0"/>
                  </a:lnTo>
                  <a:cubicBezTo>
                    <a:pt x="132" y="0"/>
                    <a:pt x="0" y="118"/>
                    <a:pt x="0" y="265"/>
                  </a:cubicBezTo>
                  <a:cubicBezTo>
                    <a:pt x="0" y="354"/>
                    <a:pt x="44" y="427"/>
                    <a:pt x="118" y="486"/>
                  </a:cubicBezTo>
                  <a:cubicBezTo>
                    <a:pt x="118" y="618"/>
                    <a:pt x="118" y="618"/>
                    <a:pt x="118" y="618"/>
                  </a:cubicBezTo>
                  <a:cubicBezTo>
                    <a:pt x="250" y="545"/>
                    <a:pt x="250" y="545"/>
                    <a:pt x="250" y="545"/>
                  </a:cubicBezTo>
                  <a:cubicBezTo>
                    <a:pt x="265" y="545"/>
                    <a:pt x="294" y="545"/>
                    <a:pt x="309" y="545"/>
                  </a:cubicBezTo>
                  <a:cubicBezTo>
                    <a:pt x="486" y="545"/>
                    <a:pt x="618" y="427"/>
                    <a:pt x="618" y="265"/>
                  </a:cubicBezTo>
                  <a:cubicBezTo>
                    <a:pt x="618" y="118"/>
                    <a:pt x="486" y="0"/>
                    <a:pt x="309" y="0"/>
                  </a:cubicBezTo>
                  <a:close/>
                  <a:moveTo>
                    <a:pt x="309" y="501"/>
                  </a:moveTo>
                  <a:lnTo>
                    <a:pt x="309" y="501"/>
                  </a:lnTo>
                  <a:cubicBezTo>
                    <a:pt x="280" y="501"/>
                    <a:pt x="265" y="501"/>
                    <a:pt x="235" y="501"/>
                  </a:cubicBezTo>
                  <a:cubicBezTo>
                    <a:pt x="147" y="560"/>
                    <a:pt x="147" y="560"/>
                    <a:pt x="147" y="560"/>
                  </a:cubicBezTo>
                  <a:cubicBezTo>
                    <a:pt x="147" y="457"/>
                    <a:pt x="147" y="457"/>
                    <a:pt x="147" y="457"/>
                  </a:cubicBezTo>
                  <a:cubicBezTo>
                    <a:pt x="73" y="427"/>
                    <a:pt x="29" y="354"/>
                    <a:pt x="29" y="265"/>
                  </a:cubicBezTo>
                  <a:cubicBezTo>
                    <a:pt x="29" y="133"/>
                    <a:pt x="162" y="30"/>
                    <a:pt x="309" y="30"/>
                  </a:cubicBezTo>
                  <a:cubicBezTo>
                    <a:pt x="456" y="30"/>
                    <a:pt x="589" y="133"/>
                    <a:pt x="589" y="265"/>
                  </a:cubicBezTo>
                  <a:cubicBezTo>
                    <a:pt x="589" y="398"/>
                    <a:pt x="456" y="501"/>
                    <a:pt x="309" y="5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3"/>
            <p:cNvSpPr/>
            <p:nvPr/>
          </p:nvSpPr>
          <p:spPr>
            <a:xfrm>
              <a:off x="4027748" y="912773"/>
              <a:ext cx="201101" cy="143232"/>
            </a:xfrm>
            <a:custGeom>
              <a:rect b="b" l="l" r="r" t="t"/>
              <a:pathLst>
                <a:path extrusionOk="0" h="399" w="561">
                  <a:moveTo>
                    <a:pt x="45" y="325"/>
                  </a:moveTo>
                  <a:lnTo>
                    <a:pt x="45" y="325"/>
                  </a:lnTo>
                  <a:cubicBezTo>
                    <a:pt x="30" y="325"/>
                    <a:pt x="0" y="339"/>
                    <a:pt x="0" y="354"/>
                  </a:cubicBezTo>
                  <a:cubicBezTo>
                    <a:pt x="0" y="383"/>
                    <a:pt x="30" y="398"/>
                    <a:pt x="45" y="398"/>
                  </a:cubicBezTo>
                  <a:cubicBezTo>
                    <a:pt x="59" y="398"/>
                    <a:pt x="89" y="383"/>
                    <a:pt x="89" y="354"/>
                  </a:cubicBezTo>
                  <a:cubicBezTo>
                    <a:pt x="89" y="339"/>
                    <a:pt x="59" y="325"/>
                    <a:pt x="45" y="325"/>
                  </a:cubicBezTo>
                  <a:close/>
                  <a:moveTo>
                    <a:pt x="45" y="162"/>
                  </a:moveTo>
                  <a:lnTo>
                    <a:pt x="45" y="162"/>
                  </a:lnTo>
                  <a:cubicBezTo>
                    <a:pt x="30" y="162"/>
                    <a:pt x="0" y="177"/>
                    <a:pt x="0" y="207"/>
                  </a:cubicBezTo>
                  <a:cubicBezTo>
                    <a:pt x="0" y="221"/>
                    <a:pt x="30" y="236"/>
                    <a:pt x="45" y="236"/>
                  </a:cubicBezTo>
                  <a:cubicBezTo>
                    <a:pt x="59" y="236"/>
                    <a:pt x="89" y="221"/>
                    <a:pt x="89" y="207"/>
                  </a:cubicBezTo>
                  <a:cubicBezTo>
                    <a:pt x="89" y="177"/>
                    <a:pt x="59" y="162"/>
                    <a:pt x="45" y="162"/>
                  </a:cubicBezTo>
                  <a:close/>
                  <a:moveTo>
                    <a:pt x="530" y="177"/>
                  </a:moveTo>
                  <a:lnTo>
                    <a:pt x="530" y="177"/>
                  </a:lnTo>
                  <a:cubicBezTo>
                    <a:pt x="177" y="177"/>
                    <a:pt x="177" y="177"/>
                    <a:pt x="177" y="177"/>
                  </a:cubicBezTo>
                  <a:cubicBezTo>
                    <a:pt x="177" y="177"/>
                    <a:pt x="162" y="192"/>
                    <a:pt x="162" y="207"/>
                  </a:cubicBezTo>
                  <a:lnTo>
                    <a:pt x="177" y="221"/>
                  </a:lnTo>
                  <a:cubicBezTo>
                    <a:pt x="530" y="221"/>
                    <a:pt x="530" y="221"/>
                    <a:pt x="530" y="221"/>
                  </a:cubicBezTo>
                  <a:cubicBezTo>
                    <a:pt x="545" y="221"/>
                    <a:pt x="560" y="207"/>
                    <a:pt x="560" y="207"/>
                  </a:cubicBezTo>
                  <a:cubicBezTo>
                    <a:pt x="560" y="192"/>
                    <a:pt x="545" y="177"/>
                    <a:pt x="530" y="177"/>
                  </a:cubicBezTo>
                  <a:close/>
                  <a:moveTo>
                    <a:pt x="177" y="59"/>
                  </a:moveTo>
                  <a:lnTo>
                    <a:pt x="177" y="59"/>
                  </a:lnTo>
                  <a:cubicBezTo>
                    <a:pt x="530" y="59"/>
                    <a:pt x="530" y="59"/>
                    <a:pt x="530" y="59"/>
                  </a:cubicBezTo>
                  <a:cubicBezTo>
                    <a:pt x="545" y="59"/>
                    <a:pt x="560" y="59"/>
                    <a:pt x="560" y="45"/>
                  </a:cubicBezTo>
                  <a:cubicBezTo>
                    <a:pt x="560" y="30"/>
                    <a:pt x="545" y="30"/>
                    <a:pt x="530" y="30"/>
                  </a:cubicBezTo>
                  <a:cubicBezTo>
                    <a:pt x="177" y="30"/>
                    <a:pt x="177" y="30"/>
                    <a:pt x="177" y="30"/>
                  </a:cubicBezTo>
                  <a:cubicBezTo>
                    <a:pt x="177" y="30"/>
                    <a:pt x="162" y="30"/>
                    <a:pt x="162" y="45"/>
                  </a:cubicBezTo>
                  <a:cubicBezTo>
                    <a:pt x="162" y="59"/>
                    <a:pt x="177" y="59"/>
                    <a:pt x="177" y="59"/>
                  </a:cubicBezTo>
                  <a:close/>
                  <a:moveTo>
                    <a:pt x="45" y="0"/>
                  </a:moveTo>
                  <a:lnTo>
                    <a:pt x="45" y="0"/>
                  </a:lnTo>
                  <a:cubicBezTo>
                    <a:pt x="30" y="0"/>
                    <a:pt x="0" y="30"/>
                    <a:pt x="0" y="45"/>
                  </a:cubicBezTo>
                  <a:cubicBezTo>
                    <a:pt x="0" y="59"/>
                    <a:pt x="30" y="89"/>
                    <a:pt x="45" y="89"/>
                  </a:cubicBezTo>
                  <a:cubicBezTo>
                    <a:pt x="59" y="89"/>
                    <a:pt x="89" y="59"/>
                    <a:pt x="89" y="45"/>
                  </a:cubicBezTo>
                  <a:cubicBezTo>
                    <a:pt x="89" y="30"/>
                    <a:pt x="59" y="0"/>
                    <a:pt x="45" y="0"/>
                  </a:cubicBezTo>
                  <a:close/>
                  <a:moveTo>
                    <a:pt x="530" y="339"/>
                  </a:moveTo>
                  <a:lnTo>
                    <a:pt x="530" y="339"/>
                  </a:lnTo>
                  <a:cubicBezTo>
                    <a:pt x="177" y="339"/>
                    <a:pt x="177" y="339"/>
                    <a:pt x="177" y="339"/>
                  </a:cubicBezTo>
                  <a:lnTo>
                    <a:pt x="162" y="354"/>
                  </a:lnTo>
                  <a:cubicBezTo>
                    <a:pt x="162" y="369"/>
                    <a:pt x="177" y="383"/>
                    <a:pt x="177" y="383"/>
                  </a:cubicBezTo>
                  <a:cubicBezTo>
                    <a:pt x="530" y="383"/>
                    <a:pt x="530" y="383"/>
                    <a:pt x="530" y="383"/>
                  </a:cubicBezTo>
                  <a:cubicBezTo>
                    <a:pt x="545" y="383"/>
                    <a:pt x="560" y="369"/>
                    <a:pt x="560" y="354"/>
                  </a:cubicBezTo>
                  <a:cubicBezTo>
                    <a:pt x="560" y="354"/>
                    <a:pt x="545" y="339"/>
                    <a:pt x="530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3"/>
            <p:cNvSpPr/>
            <p:nvPr/>
          </p:nvSpPr>
          <p:spPr>
            <a:xfrm>
              <a:off x="3662540" y="887163"/>
              <a:ext cx="205845" cy="197300"/>
            </a:xfrm>
            <a:custGeom>
              <a:rect b="b" l="l" r="r" t="t"/>
              <a:pathLst>
                <a:path extrusionOk="0" h="546" w="575">
                  <a:moveTo>
                    <a:pt x="544" y="515"/>
                  </a:moveTo>
                  <a:lnTo>
                    <a:pt x="544" y="515"/>
                  </a:lnTo>
                  <a:cubicBezTo>
                    <a:pt x="279" y="515"/>
                    <a:pt x="279" y="515"/>
                    <a:pt x="279" y="515"/>
                  </a:cubicBezTo>
                  <a:cubicBezTo>
                    <a:pt x="265" y="515"/>
                    <a:pt x="250" y="515"/>
                    <a:pt x="250" y="530"/>
                  </a:cubicBezTo>
                  <a:cubicBezTo>
                    <a:pt x="250" y="545"/>
                    <a:pt x="265" y="545"/>
                    <a:pt x="279" y="545"/>
                  </a:cubicBezTo>
                  <a:cubicBezTo>
                    <a:pt x="544" y="545"/>
                    <a:pt x="544" y="545"/>
                    <a:pt x="544" y="545"/>
                  </a:cubicBezTo>
                  <a:cubicBezTo>
                    <a:pt x="559" y="545"/>
                    <a:pt x="574" y="545"/>
                    <a:pt x="574" y="530"/>
                  </a:cubicBezTo>
                  <a:cubicBezTo>
                    <a:pt x="574" y="515"/>
                    <a:pt x="559" y="515"/>
                    <a:pt x="544" y="515"/>
                  </a:cubicBezTo>
                  <a:close/>
                  <a:moveTo>
                    <a:pt x="309" y="191"/>
                  </a:moveTo>
                  <a:lnTo>
                    <a:pt x="309" y="191"/>
                  </a:lnTo>
                  <a:cubicBezTo>
                    <a:pt x="309" y="177"/>
                    <a:pt x="309" y="177"/>
                    <a:pt x="309" y="162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77"/>
                    <a:pt x="0" y="177"/>
                    <a:pt x="0" y="191"/>
                  </a:cubicBezTo>
                  <a:cubicBezTo>
                    <a:pt x="14" y="191"/>
                    <a:pt x="29" y="191"/>
                    <a:pt x="29" y="191"/>
                  </a:cubicBezTo>
                  <a:cubicBezTo>
                    <a:pt x="132" y="73"/>
                    <a:pt x="132" y="73"/>
                    <a:pt x="132" y="73"/>
                  </a:cubicBezTo>
                  <a:cubicBezTo>
                    <a:pt x="132" y="545"/>
                    <a:pt x="132" y="545"/>
                    <a:pt x="132" y="545"/>
                  </a:cubicBezTo>
                  <a:cubicBezTo>
                    <a:pt x="176" y="545"/>
                    <a:pt x="176" y="545"/>
                    <a:pt x="176" y="545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279" y="191"/>
                    <a:pt x="279" y="191"/>
                    <a:pt x="279" y="191"/>
                  </a:cubicBezTo>
                  <a:cubicBezTo>
                    <a:pt x="294" y="191"/>
                    <a:pt x="294" y="191"/>
                    <a:pt x="309" y="191"/>
                  </a:cubicBezTo>
                  <a:close/>
                  <a:moveTo>
                    <a:pt x="309" y="73"/>
                  </a:moveTo>
                  <a:lnTo>
                    <a:pt x="309" y="73"/>
                  </a:lnTo>
                  <a:cubicBezTo>
                    <a:pt x="544" y="73"/>
                    <a:pt x="544" y="73"/>
                    <a:pt x="544" y="73"/>
                  </a:cubicBezTo>
                  <a:cubicBezTo>
                    <a:pt x="559" y="73"/>
                    <a:pt x="574" y="73"/>
                    <a:pt x="574" y="59"/>
                  </a:cubicBezTo>
                  <a:cubicBezTo>
                    <a:pt x="574" y="44"/>
                    <a:pt x="559" y="44"/>
                    <a:pt x="544" y="44"/>
                  </a:cubicBezTo>
                  <a:cubicBezTo>
                    <a:pt x="309" y="44"/>
                    <a:pt x="309" y="44"/>
                    <a:pt x="309" y="44"/>
                  </a:cubicBezTo>
                  <a:cubicBezTo>
                    <a:pt x="309" y="44"/>
                    <a:pt x="294" y="44"/>
                    <a:pt x="294" y="59"/>
                  </a:cubicBezTo>
                  <a:cubicBezTo>
                    <a:pt x="294" y="73"/>
                    <a:pt x="309" y="73"/>
                    <a:pt x="309" y="73"/>
                  </a:cubicBezTo>
                  <a:close/>
                  <a:moveTo>
                    <a:pt x="544" y="398"/>
                  </a:moveTo>
                  <a:lnTo>
                    <a:pt x="544" y="398"/>
                  </a:lnTo>
                  <a:cubicBezTo>
                    <a:pt x="279" y="398"/>
                    <a:pt x="279" y="398"/>
                    <a:pt x="279" y="398"/>
                  </a:cubicBezTo>
                  <a:cubicBezTo>
                    <a:pt x="265" y="398"/>
                    <a:pt x="250" y="398"/>
                    <a:pt x="250" y="412"/>
                  </a:cubicBezTo>
                  <a:cubicBezTo>
                    <a:pt x="250" y="427"/>
                    <a:pt x="265" y="427"/>
                    <a:pt x="279" y="427"/>
                  </a:cubicBezTo>
                  <a:cubicBezTo>
                    <a:pt x="544" y="427"/>
                    <a:pt x="544" y="427"/>
                    <a:pt x="544" y="427"/>
                  </a:cubicBezTo>
                  <a:cubicBezTo>
                    <a:pt x="559" y="427"/>
                    <a:pt x="574" y="427"/>
                    <a:pt x="574" y="412"/>
                  </a:cubicBezTo>
                  <a:cubicBezTo>
                    <a:pt x="574" y="398"/>
                    <a:pt x="559" y="398"/>
                    <a:pt x="544" y="398"/>
                  </a:cubicBezTo>
                  <a:close/>
                  <a:moveTo>
                    <a:pt x="544" y="162"/>
                  </a:moveTo>
                  <a:lnTo>
                    <a:pt x="544" y="162"/>
                  </a:lnTo>
                  <a:cubicBezTo>
                    <a:pt x="397" y="162"/>
                    <a:pt x="397" y="162"/>
                    <a:pt x="397" y="162"/>
                  </a:cubicBezTo>
                  <a:cubicBezTo>
                    <a:pt x="383" y="162"/>
                    <a:pt x="367" y="162"/>
                    <a:pt x="367" y="177"/>
                  </a:cubicBezTo>
                  <a:cubicBezTo>
                    <a:pt x="367" y="191"/>
                    <a:pt x="383" y="191"/>
                    <a:pt x="397" y="191"/>
                  </a:cubicBezTo>
                  <a:cubicBezTo>
                    <a:pt x="544" y="191"/>
                    <a:pt x="544" y="191"/>
                    <a:pt x="544" y="191"/>
                  </a:cubicBezTo>
                  <a:cubicBezTo>
                    <a:pt x="559" y="191"/>
                    <a:pt x="574" y="191"/>
                    <a:pt x="574" y="177"/>
                  </a:cubicBezTo>
                  <a:cubicBezTo>
                    <a:pt x="574" y="162"/>
                    <a:pt x="559" y="162"/>
                    <a:pt x="544" y="162"/>
                  </a:cubicBezTo>
                  <a:close/>
                  <a:moveTo>
                    <a:pt x="544" y="280"/>
                  </a:moveTo>
                  <a:lnTo>
                    <a:pt x="544" y="280"/>
                  </a:lnTo>
                  <a:cubicBezTo>
                    <a:pt x="279" y="280"/>
                    <a:pt x="279" y="280"/>
                    <a:pt x="279" y="280"/>
                  </a:cubicBezTo>
                  <a:cubicBezTo>
                    <a:pt x="265" y="280"/>
                    <a:pt x="250" y="280"/>
                    <a:pt x="250" y="294"/>
                  </a:cubicBezTo>
                  <a:cubicBezTo>
                    <a:pt x="250" y="309"/>
                    <a:pt x="265" y="309"/>
                    <a:pt x="279" y="309"/>
                  </a:cubicBezTo>
                  <a:cubicBezTo>
                    <a:pt x="544" y="309"/>
                    <a:pt x="544" y="309"/>
                    <a:pt x="544" y="309"/>
                  </a:cubicBezTo>
                  <a:cubicBezTo>
                    <a:pt x="559" y="309"/>
                    <a:pt x="574" y="309"/>
                    <a:pt x="574" y="294"/>
                  </a:cubicBezTo>
                  <a:cubicBezTo>
                    <a:pt x="574" y="280"/>
                    <a:pt x="559" y="280"/>
                    <a:pt x="544" y="2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3"/>
            <p:cNvSpPr/>
            <p:nvPr/>
          </p:nvSpPr>
          <p:spPr>
            <a:xfrm>
              <a:off x="3295435" y="887163"/>
              <a:ext cx="202050" cy="197300"/>
            </a:xfrm>
            <a:custGeom>
              <a:rect b="b" l="l" r="r" t="t"/>
              <a:pathLst>
                <a:path extrusionOk="0" h="546" w="560">
                  <a:moveTo>
                    <a:pt x="309" y="353"/>
                  </a:moveTo>
                  <a:lnTo>
                    <a:pt x="309" y="353"/>
                  </a:lnTo>
                  <a:cubicBezTo>
                    <a:pt x="294" y="353"/>
                    <a:pt x="280" y="353"/>
                    <a:pt x="280" y="353"/>
                  </a:cubicBezTo>
                  <a:cubicBezTo>
                    <a:pt x="177" y="471"/>
                    <a:pt x="177" y="471"/>
                    <a:pt x="177" y="471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32" y="486"/>
                    <a:pt x="132" y="486"/>
                    <a:pt x="132" y="486"/>
                  </a:cubicBezTo>
                  <a:cubicBezTo>
                    <a:pt x="29" y="353"/>
                    <a:pt x="29" y="353"/>
                    <a:pt x="29" y="353"/>
                  </a:cubicBezTo>
                  <a:cubicBezTo>
                    <a:pt x="15" y="353"/>
                    <a:pt x="15" y="353"/>
                    <a:pt x="0" y="353"/>
                  </a:cubicBezTo>
                  <a:cubicBezTo>
                    <a:pt x="0" y="368"/>
                    <a:pt x="0" y="383"/>
                    <a:pt x="0" y="383"/>
                  </a:cubicBezTo>
                  <a:cubicBezTo>
                    <a:pt x="132" y="545"/>
                    <a:pt x="132" y="545"/>
                    <a:pt x="132" y="545"/>
                  </a:cubicBezTo>
                  <a:cubicBezTo>
                    <a:pt x="147" y="545"/>
                    <a:pt x="147" y="545"/>
                    <a:pt x="147" y="545"/>
                  </a:cubicBezTo>
                  <a:cubicBezTo>
                    <a:pt x="162" y="545"/>
                    <a:pt x="162" y="545"/>
                    <a:pt x="162" y="545"/>
                  </a:cubicBezTo>
                  <a:cubicBezTo>
                    <a:pt x="309" y="383"/>
                    <a:pt x="309" y="383"/>
                    <a:pt x="309" y="383"/>
                  </a:cubicBezTo>
                  <a:cubicBezTo>
                    <a:pt x="309" y="383"/>
                    <a:pt x="309" y="368"/>
                    <a:pt x="309" y="353"/>
                  </a:cubicBezTo>
                  <a:close/>
                  <a:moveTo>
                    <a:pt x="265" y="44"/>
                  </a:moveTo>
                  <a:lnTo>
                    <a:pt x="265" y="44"/>
                  </a:lnTo>
                  <a:cubicBezTo>
                    <a:pt x="544" y="44"/>
                    <a:pt x="544" y="44"/>
                    <a:pt x="544" y="44"/>
                  </a:cubicBezTo>
                  <a:cubicBezTo>
                    <a:pt x="559" y="44"/>
                    <a:pt x="559" y="30"/>
                    <a:pt x="559" y="15"/>
                  </a:cubicBezTo>
                  <a:cubicBezTo>
                    <a:pt x="559" y="15"/>
                    <a:pt x="559" y="0"/>
                    <a:pt x="544" y="0"/>
                  </a:cubicBezTo>
                  <a:cubicBezTo>
                    <a:pt x="265" y="0"/>
                    <a:pt x="265" y="0"/>
                    <a:pt x="265" y="0"/>
                  </a:cubicBezTo>
                  <a:lnTo>
                    <a:pt x="250" y="15"/>
                  </a:lnTo>
                  <a:cubicBezTo>
                    <a:pt x="250" y="30"/>
                    <a:pt x="265" y="44"/>
                    <a:pt x="265" y="44"/>
                  </a:cubicBezTo>
                  <a:close/>
                  <a:moveTo>
                    <a:pt x="544" y="471"/>
                  </a:moveTo>
                  <a:lnTo>
                    <a:pt x="544" y="471"/>
                  </a:lnTo>
                  <a:cubicBezTo>
                    <a:pt x="309" y="471"/>
                    <a:pt x="309" y="471"/>
                    <a:pt x="309" y="471"/>
                  </a:cubicBezTo>
                  <a:cubicBezTo>
                    <a:pt x="294" y="471"/>
                    <a:pt x="294" y="486"/>
                    <a:pt x="294" y="486"/>
                  </a:cubicBezTo>
                  <a:cubicBezTo>
                    <a:pt x="294" y="501"/>
                    <a:pt x="294" y="515"/>
                    <a:pt x="309" y="515"/>
                  </a:cubicBezTo>
                  <a:cubicBezTo>
                    <a:pt x="544" y="515"/>
                    <a:pt x="544" y="515"/>
                    <a:pt x="544" y="515"/>
                  </a:cubicBezTo>
                  <a:cubicBezTo>
                    <a:pt x="559" y="515"/>
                    <a:pt x="559" y="501"/>
                    <a:pt x="559" y="486"/>
                  </a:cubicBezTo>
                  <a:cubicBezTo>
                    <a:pt x="559" y="486"/>
                    <a:pt x="559" y="471"/>
                    <a:pt x="544" y="471"/>
                  </a:cubicBezTo>
                  <a:close/>
                  <a:moveTo>
                    <a:pt x="544" y="353"/>
                  </a:moveTo>
                  <a:lnTo>
                    <a:pt x="544" y="353"/>
                  </a:lnTo>
                  <a:cubicBezTo>
                    <a:pt x="382" y="353"/>
                    <a:pt x="382" y="353"/>
                    <a:pt x="382" y="353"/>
                  </a:cubicBezTo>
                  <a:lnTo>
                    <a:pt x="368" y="368"/>
                  </a:lnTo>
                  <a:cubicBezTo>
                    <a:pt x="368" y="383"/>
                    <a:pt x="382" y="398"/>
                    <a:pt x="382" y="398"/>
                  </a:cubicBezTo>
                  <a:cubicBezTo>
                    <a:pt x="544" y="398"/>
                    <a:pt x="544" y="398"/>
                    <a:pt x="544" y="398"/>
                  </a:cubicBezTo>
                  <a:cubicBezTo>
                    <a:pt x="559" y="398"/>
                    <a:pt x="559" y="383"/>
                    <a:pt x="559" y="368"/>
                  </a:cubicBezTo>
                  <a:cubicBezTo>
                    <a:pt x="559" y="368"/>
                    <a:pt x="559" y="353"/>
                    <a:pt x="544" y="353"/>
                  </a:cubicBezTo>
                  <a:close/>
                  <a:moveTo>
                    <a:pt x="544" y="118"/>
                  </a:moveTo>
                  <a:lnTo>
                    <a:pt x="544" y="118"/>
                  </a:lnTo>
                  <a:cubicBezTo>
                    <a:pt x="265" y="118"/>
                    <a:pt x="265" y="118"/>
                    <a:pt x="265" y="118"/>
                  </a:cubicBezTo>
                  <a:lnTo>
                    <a:pt x="250" y="132"/>
                  </a:lnTo>
                  <a:cubicBezTo>
                    <a:pt x="250" y="147"/>
                    <a:pt x="265" y="162"/>
                    <a:pt x="265" y="162"/>
                  </a:cubicBezTo>
                  <a:cubicBezTo>
                    <a:pt x="544" y="162"/>
                    <a:pt x="544" y="162"/>
                    <a:pt x="544" y="162"/>
                  </a:cubicBezTo>
                  <a:cubicBezTo>
                    <a:pt x="559" y="162"/>
                    <a:pt x="559" y="147"/>
                    <a:pt x="559" y="132"/>
                  </a:cubicBezTo>
                  <a:cubicBezTo>
                    <a:pt x="559" y="132"/>
                    <a:pt x="559" y="118"/>
                    <a:pt x="544" y="118"/>
                  </a:cubicBezTo>
                  <a:close/>
                  <a:moveTo>
                    <a:pt x="544" y="235"/>
                  </a:moveTo>
                  <a:lnTo>
                    <a:pt x="544" y="235"/>
                  </a:lnTo>
                  <a:cubicBezTo>
                    <a:pt x="265" y="235"/>
                    <a:pt x="265" y="235"/>
                    <a:pt x="265" y="235"/>
                  </a:cubicBezTo>
                  <a:lnTo>
                    <a:pt x="250" y="250"/>
                  </a:lnTo>
                  <a:cubicBezTo>
                    <a:pt x="250" y="265"/>
                    <a:pt x="265" y="280"/>
                    <a:pt x="265" y="280"/>
                  </a:cubicBezTo>
                  <a:cubicBezTo>
                    <a:pt x="544" y="280"/>
                    <a:pt x="544" y="280"/>
                    <a:pt x="544" y="280"/>
                  </a:cubicBezTo>
                  <a:cubicBezTo>
                    <a:pt x="559" y="280"/>
                    <a:pt x="559" y="265"/>
                    <a:pt x="559" y="250"/>
                  </a:cubicBezTo>
                  <a:cubicBezTo>
                    <a:pt x="559" y="250"/>
                    <a:pt x="559" y="235"/>
                    <a:pt x="544" y="2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3"/>
            <p:cNvSpPr/>
            <p:nvPr/>
          </p:nvSpPr>
          <p:spPr>
            <a:xfrm>
              <a:off x="2915049" y="891905"/>
              <a:ext cx="196359" cy="185917"/>
            </a:xfrm>
            <a:custGeom>
              <a:rect b="b" l="l" r="r" t="t"/>
              <a:pathLst>
                <a:path extrusionOk="0" h="516" w="546">
                  <a:moveTo>
                    <a:pt x="309" y="471"/>
                  </a:moveTo>
                  <a:lnTo>
                    <a:pt x="309" y="471"/>
                  </a:lnTo>
                  <a:cubicBezTo>
                    <a:pt x="15" y="471"/>
                    <a:pt x="15" y="471"/>
                    <a:pt x="15" y="471"/>
                  </a:cubicBezTo>
                  <a:cubicBezTo>
                    <a:pt x="0" y="471"/>
                    <a:pt x="0" y="486"/>
                    <a:pt x="0" y="500"/>
                  </a:cubicBezTo>
                  <a:cubicBezTo>
                    <a:pt x="0" y="500"/>
                    <a:pt x="0" y="515"/>
                    <a:pt x="15" y="515"/>
                  </a:cubicBezTo>
                  <a:cubicBezTo>
                    <a:pt x="309" y="515"/>
                    <a:pt x="309" y="515"/>
                    <a:pt x="309" y="515"/>
                  </a:cubicBezTo>
                  <a:cubicBezTo>
                    <a:pt x="324" y="515"/>
                    <a:pt x="324" y="500"/>
                    <a:pt x="324" y="500"/>
                  </a:cubicBezTo>
                  <a:cubicBezTo>
                    <a:pt x="324" y="486"/>
                    <a:pt x="324" y="471"/>
                    <a:pt x="309" y="471"/>
                  </a:cubicBezTo>
                  <a:close/>
                  <a:moveTo>
                    <a:pt x="15" y="44"/>
                  </a:moveTo>
                  <a:lnTo>
                    <a:pt x="15" y="44"/>
                  </a:lnTo>
                  <a:cubicBezTo>
                    <a:pt x="530" y="44"/>
                    <a:pt x="530" y="44"/>
                    <a:pt x="530" y="44"/>
                  </a:cubicBezTo>
                  <a:lnTo>
                    <a:pt x="545" y="29"/>
                  </a:lnTo>
                  <a:cubicBezTo>
                    <a:pt x="545" y="15"/>
                    <a:pt x="530" y="0"/>
                    <a:pt x="53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0"/>
                    <a:pt x="0" y="15"/>
                    <a:pt x="0" y="29"/>
                  </a:cubicBezTo>
                  <a:cubicBezTo>
                    <a:pt x="0" y="29"/>
                    <a:pt x="0" y="44"/>
                    <a:pt x="15" y="44"/>
                  </a:cubicBezTo>
                  <a:close/>
                  <a:moveTo>
                    <a:pt x="530" y="324"/>
                  </a:moveTo>
                  <a:lnTo>
                    <a:pt x="530" y="324"/>
                  </a:lnTo>
                  <a:cubicBezTo>
                    <a:pt x="15" y="324"/>
                    <a:pt x="15" y="324"/>
                    <a:pt x="15" y="324"/>
                  </a:cubicBezTo>
                  <a:cubicBezTo>
                    <a:pt x="0" y="324"/>
                    <a:pt x="0" y="324"/>
                    <a:pt x="0" y="338"/>
                  </a:cubicBezTo>
                  <a:cubicBezTo>
                    <a:pt x="0" y="353"/>
                    <a:pt x="0" y="353"/>
                    <a:pt x="15" y="353"/>
                  </a:cubicBezTo>
                  <a:cubicBezTo>
                    <a:pt x="530" y="353"/>
                    <a:pt x="530" y="353"/>
                    <a:pt x="530" y="353"/>
                  </a:cubicBezTo>
                  <a:cubicBezTo>
                    <a:pt x="530" y="353"/>
                    <a:pt x="545" y="353"/>
                    <a:pt x="545" y="338"/>
                  </a:cubicBezTo>
                  <a:cubicBezTo>
                    <a:pt x="545" y="324"/>
                    <a:pt x="530" y="324"/>
                    <a:pt x="530" y="324"/>
                  </a:cubicBezTo>
                  <a:close/>
                  <a:moveTo>
                    <a:pt x="530" y="162"/>
                  </a:moveTo>
                  <a:lnTo>
                    <a:pt x="530" y="162"/>
                  </a:lnTo>
                  <a:cubicBezTo>
                    <a:pt x="15" y="162"/>
                    <a:pt x="15" y="162"/>
                    <a:pt x="15" y="162"/>
                  </a:cubicBezTo>
                  <a:cubicBezTo>
                    <a:pt x="0" y="162"/>
                    <a:pt x="0" y="176"/>
                    <a:pt x="0" y="176"/>
                  </a:cubicBezTo>
                  <a:cubicBezTo>
                    <a:pt x="0" y="191"/>
                    <a:pt x="0" y="206"/>
                    <a:pt x="15" y="206"/>
                  </a:cubicBezTo>
                  <a:cubicBezTo>
                    <a:pt x="530" y="206"/>
                    <a:pt x="530" y="206"/>
                    <a:pt x="530" y="206"/>
                  </a:cubicBezTo>
                  <a:cubicBezTo>
                    <a:pt x="530" y="206"/>
                    <a:pt x="545" y="191"/>
                    <a:pt x="545" y="176"/>
                  </a:cubicBezTo>
                  <a:lnTo>
                    <a:pt x="530" y="1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3"/>
            <p:cNvSpPr/>
            <p:nvPr/>
          </p:nvSpPr>
          <p:spPr>
            <a:xfrm>
              <a:off x="2559328" y="891905"/>
              <a:ext cx="196358" cy="185917"/>
            </a:xfrm>
            <a:custGeom>
              <a:rect b="b" l="l" r="r" t="t"/>
              <a:pathLst>
                <a:path extrusionOk="0" h="516" w="545">
                  <a:moveTo>
                    <a:pt x="14" y="44"/>
                  </a:moveTo>
                  <a:lnTo>
                    <a:pt x="14" y="44"/>
                  </a:lnTo>
                  <a:cubicBezTo>
                    <a:pt x="530" y="44"/>
                    <a:pt x="530" y="44"/>
                    <a:pt x="530" y="44"/>
                  </a:cubicBezTo>
                  <a:cubicBezTo>
                    <a:pt x="544" y="44"/>
                    <a:pt x="544" y="29"/>
                    <a:pt x="544" y="29"/>
                  </a:cubicBezTo>
                  <a:cubicBezTo>
                    <a:pt x="544" y="15"/>
                    <a:pt x="544" y="0"/>
                    <a:pt x="53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15"/>
                    <a:pt x="0" y="29"/>
                  </a:cubicBezTo>
                  <a:lnTo>
                    <a:pt x="14" y="44"/>
                  </a:lnTo>
                  <a:close/>
                  <a:moveTo>
                    <a:pt x="103" y="162"/>
                  </a:moveTo>
                  <a:lnTo>
                    <a:pt x="103" y="162"/>
                  </a:lnTo>
                  <a:cubicBezTo>
                    <a:pt x="88" y="162"/>
                    <a:pt x="73" y="176"/>
                    <a:pt x="73" y="176"/>
                  </a:cubicBezTo>
                  <a:cubicBezTo>
                    <a:pt x="73" y="191"/>
                    <a:pt x="88" y="206"/>
                    <a:pt x="103" y="206"/>
                  </a:cubicBezTo>
                  <a:cubicBezTo>
                    <a:pt x="456" y="206"/>
                    <a:pt x="456" y="206"/>
                    <a:pt x="456" y="206"/>
                  </a:cubicBezTo>
                  <a:cubicBezTo>
                    <a:pt x="456" y="206"/>
                    <a:pt x="471" y="191"/>
                    <a:pt x="471" y="176"/>
                  </a:cubicBezTo>
                  <a:lnTo>
                    <a:pt x="456" y="162"/>
                  </a:lnTo>
                  <a:lnTo>
                    <a:pt x="103" y="162"/>
                  </a:lnTo>
                  <a:close/>
                  <a:moveTo>
                    <a:pt x="530" y="324"/>
                  </a:moveTo>
                  <a:lnTo>
                    <a:pt x="530" y="324"/>
                  </a:lnTo>
                  <a:cubicBezTo>
                    <a:pt x="14" y="324"/>
                    <a:pt x="14" y="324"/>
                    <a:pt x="14" y="324"/>
                  </a:cubicBezTo>
                  <a:cubicBezTo>
                    <a:pt x="14" y="324"/>
                    <a:pt x="0" y="324"/>
                    <a:pt x="0" y="338"/>
                  </a:cubicBezTo>
                  <a:cubicBezTo>
                    <a:pt x="0" y="353"/>
                    <a:pt x="14" y="353"/>
                    <a:pt x="14" y="353"/>
                  </a:cubicBezTo>
                  <a:cubicBezTo>
                    <a:pt x="530" y="353"/>
                    <a:pt x="530" y="353"/>
                    <a:pt x="530" y="353"/>
                  </a:cubicBezTo>
                  <a:cubicBezTo>
                    <a:pt x="544" y="353"/>
                    <a:pt x="544" y="353"/>
                    <a:pt x="544" y="338"/>
                  </a:cubicBezTo>
                  <a:cubicBezTo>
                    <a:pt x="544" y="324"/>
                    <a:pt x="544" y="324"/>
                    <a:pt x="530" y="324"/>
                  </a:cubicBezTo>
                  <a:close/>
                  <a:moveTo>
                    <a:pt x="412" y="471"/>
                  </a:moveTo>
                  <a:lnTo>
                    <a:pt x="412" y="471"/>
                  </a:lnTo>
                  <a:cubicBezTo>
                    <a:pt x="132" y="471"/>
                    <a:pt x="132" y="471"/>
                    <a:pt x="132" y="471"/>
                  </a:cubicBezTo>
                  <a:cubicBezTo>
                    <a:pt x="132" y="471"/>
                    <a:pt x="117" y="486"/>
                    <a:pt x="117" y="500"/>
                  </a:cubicBezTo>
                  <a:lnTo>
                    <a:pt x="132" y="515"/>
                  </a:lnTo>
                  <a:cubicBezTo>
                    <a:pt x="412" y="515"/>
                    <a:pt x="412" y="515"/>
                    <a:pt x="412" y="515"/>
                  </a:cubicBezTo>
                  <a:cubicBezTo>
                    <a:pt x="426" y="515"/>
                    <a:pt x="426" y="500"/>
                    <a:pt x="426" y="500"/>
                  </a:cubicBezTo>
                  <a:cubicBezTo>
                    <a:pt x="426" y="486"/>
                    <a:pt x="426" y="471"/>
                    <a:pt x="412" y="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3"/>
            <p:cNvSpPr/>
            <p:nvPr/>
          </p:nvSpPr>
          <p:spPr>
            <a:xfrm>
              <a:off x="2177994" y="891905"/>
              <a:ext cx="197307" cy="185917"/>
            </a:xfrm>
            <a:custGeom>
              <a:rect b="b" l="l" r="r" t="t"/>
              <a:pathLst>
                <a:path extrusionOk="0" h="516" w="545">
                  <a:moveTo>
                    <a:pt x="14" y="206"/>
                  </a:moveTo>
                  <a:lnTo>
                    <a:pt x="14" y="206"/>
                  </a:lnTo>
                  <a:cubicBezTo>
                    <a:pt x="368" y="206"/>
                    <a:pt x="368" y="206"/>
                    <a:pt x="368" y="206"/>
                  </a:cubicBezTo>
                  <a:cubicBezTo>
                    <a:pt x="383" y="206"/>
                    <a:pt x="397" y="191"/>
                    <a:pt x="397" y="176"/>
                  </a:cubicBezTo>
                  <a:cubicBezTo>
                    <a:pt x="397" y="176"/>
                    <a:pt x="383" y="162"/>
                    <a:pt x="368" y="162"/>
                  </a:cubicBezTo>
                  <a:cubicBezTo>
                    <a:pt x="14" y="162"/>
                    <a:pt x="14" y="162"/>
                    <a:pt x="14" y="162"/>
                  </a:cubicBezTo>
                  <a:lnTo>
                    <a:pt x="0" y="176"/>
                  </a:lnTo>
                  <a:cubicBezTo>
                    <a:pt x="0" y="191"/>
                    <a:pt x="14" y="206"/>
                    <a:pt x="14" y="206"/>
                  </a:cubicBezTo>
                  <a:close/>
                  <a:moveTo>
                    <a:pt x="14" y="44"/>
                  </a:moveTo>
                  <a:lnTo>
                    <a:pt x="14" y="44"/>
                  </a:lnTo>
                  <a:cubicBezTo>
                    <a:pt x="530" y="44"/>
                    <a:pt x="530" y="44"/>
                    <a:pt x="530" y="44"/>
                  </a:cubicBezTo>
                  <a:cubicBezTo>
                    <a:pt x="544" y="44"/>
                    <a:pt x="544" y="29"/>
                    <a:pt x="544" y="29"/>
                  </a:cubicBezTo>
                  <a:cubicBezTo>
                    <a:pt x="544" y="15"/>
                    <a:pt x="544" y="0"/>
                    <a:pt x="53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15"/>
                    <a:pt x="0" y="29"/>
                  </a:cubicBezTo>
                  <a:lnTo>
                    <a:pt x="14" y="44"/>
                  </a:lnTo>
                  <a:close/>
                  <a:moveTo>
                    <a:pt x="309" y="471"/>
                  </a:moveTo>
                  <a:lnTo>
                    <a:pt x="309" y="471"/>
                  </a:lnTo>
                  <a:cubicBezTo>
                    <a:pt x="14" y="471"/>
                    <a:pt x="14" y="471"/>
                    <a:pt x="14" y="471"/>
                  </a:cubicBezTo>
                  <a:cubicBezTo>
                    <a:pt x="14" y="471"/>
                    <a:pt x="0" y="486"/>
                    <a:pt x="0" y="500"/>
                  </a:cubicBezTo>
                  <a:lnTo>
                    <a:pt x="14" y="515"/>
                  </a:lnTo>
                  <a:cubicBezTo>
                    <a:pt x="309" y="515"/>
                    <a:pt x="309" y="515"/>
                    <a:pt x="309" y="515"/>
                  </a:cubicBezTo>
                  <a:cubicBezTo>
                    <a:pt x="324" y="515"/>
                    <a:pt x="338" y="500"/>
                    <a:pt x="338" y="500"/>
                  </a:cubicBezTo>
                  <a:cubicBezTo>
                    <a:pt x="338" y="486"/>
                    <a:pt x="324" y="471"/>
                    <a:pt x="309" y="471"/>
                  </a:cubicBezTo>
                  <a:close/>
                  <a:moveTo>
                    <a:pt x="530" y="324"/>
                  </a:moveTo>
                  <a:lnTo>
                    <a:pt x="530" y="324"/>
                  </a:lnTo>
                  <a:cubicBezTo>
                    <a:pt x="14" y="324"/>
                    <a:pt x="14" y="324"/>
                    <a:pt x="14" y="324"/>
                  </a:cubicBezTo>
                  <a:cubicBezTo>
                    <a:pt x="14" y="324"/>
                    <a:pt x="0" y="324"/>
                    <a:pt x="0" y="338"/>
                  </a:cubicBezTo>
                  <a:cubicBezTo>
                    <a:pt x="0" y="353"/>
                    <a:pt x="14" y="353"/>
                    <a:pt x="14" y="353"/>
                  </a:cubicBezTo>
                  <a:cubicBezTo>
                    <a:pt x="530" y="353"/>
                    <a:pt x="530" y="353"/>
                    <a:pt x="530" y="353"/>
                  </a:cubicBezTo>
                  <a:cubicBezTo>
                    <a:pt x="544" y="353"/>
                    <a:pt x="544" y="353"/>
                    <a:pt x="544" y="338"/>
                  </a:cubicBezTo>
                  <a:cubicBezTo>
                    <a:pt x="544" y="324"/>
                    <a:pt x="544" y="324"/>
                    <a:pt x="530" y="3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3"/>
            <p:cNvSpPr/>
            <p:nvPr/>
          </p:nvSpPr>
          <p:spPr>
            <a:xfrm>
              <a:off x="1833655" y="871986"/>
              <a:ext cx="181181" cy="228602"/>
            </a:xfrm>
            <a:custGeom>
              <a:rect b="b" l="l" r="r" t="t"/>
              <a:pathLst>
                <a:path extrusionOk="0" h="634" w="501">
                  <a:moveTo>
                    <a:pt x="353" y="559"/>
                  </a:moveTo>
                  <a:lnTo>
                    <a:pt x="353" y="559"/>
                  </a:lnTo>
                  <a:cubicBezTo>
                    <a:pt x="353" y="559"/>
                    <a:pt x="368" y="545"/>
                    <a:pt x="368" y="530"/>
                  </a:cubicBezTo>
                  <a:cubicBezTo>
                    <a:pt x="368" y="294"/>
                    <a:pt x="368" y="294"/>
                    <a:pt x="368" y="294"/>
                  </a:cubicBezTo>
                  <a:lnTo>
                    <a:pt x="353" y="279"/>
                  </a:lnTo>
                  <a:cubicBezTo>
                    <a:pt x="339" y="279"/>
                    <a:pt x="323" y="294"/>
                    <a:pt x="323" y="294"/>
                  </a:cubicBezTo>
                  <a:cubicBezTo>
                    <a:pt x="323" y="530"/>
                    <a:pt x="323" y="530"/>
                    <a:pt x="323" y="530"/>
                  </a:cubicBezTo>
                  <a:cubicBezTo>
                    <a:pt x="323" y="545"/>
                    <a:pt x="339" y="559"/>
                    <a:pt x="353" y="559"/>
                  </a:cubicBezTo>
                  <a:close/>
                  <a:moveTo>
                    <a:pt x="147" y="559"/>
                  </a:moveTo>
                  <a:lnTo>
                    <a:pt x="147" y="559"/>
                  </a:lnTo>
                  <a:cubicBezTo>
                    <a:pt x="162" y="559"/>
                    <a:pt x="176" y="545"/>
                    <a:pt x="176" y="530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6" y="294"/>
                    <a:pt x="162" y="279"/>
                    <a:pt x="147" y="279"/>
                  </a:cubicBezTo>
                  <a:lnTo>
                    <a:pt x="132" y="294"/>
                  </a:lnTo>
                  <a:cubicBezTo>
                    <a:pt x="132" y="530"/>
                    <a:pt x="132" y="530"/>
                    <a:pt x="132" y="530"/>
                  </a:cubicBezTo>
                  <a:cubicBezTo>
                    <a:pt x="132" y="545"/>
                    <a:pt x="147" y="559"/>
                    <a:pt x="147" y="559"/>
                  </a:cubicBezTo>
                  <a:close/>
                  <a:moveTo>
                    <a:pt x="250" y="559"/>
                  </a:moveTo>
                  <a:lnTo>
                    <a:pt x="250" y="559"/>
                  </a:lnTo>
                  <a:cubicBezTo>
                    <a:pt x="265" y="559"/>
                    <a:pt x="265" y="545"/>
                    <a:pt x="265" y="530"/>
                  </a:cubicBezTo>
                  <a:cubicBezTo>
                    <a:pt x="265" y="294"/>
                    <a:pt x="265" y="294"/>
                    <a:pt x="265" y="294"/>
                  </a:cubicBezTo>
                  <a:cubicBezTo>
                    <a:pt x="265" y="294"/>
                    <a:pt x="265" y="279"/>
                    <a:pt x="250" y="279"/>
                  </a:cubicBezTo>
                  <a:cubicBezTo>
                    <a:pt x="235" y="279"/>
                    <a:pt x="235" y="294"/>
                    <a:pt x="235" y="294"/>
                  </a:cubicBezTo>
                  <a:cubicBezTo>
                    <a:pt x="235" y="530"/>
                    <a:pt x="235" y="530"/>
                    <a:pt x="235" y="530"/>
                  </a:cubicBezTo>
                  <a:cubicBezTo>
                    <a:pt x="235" y="545"/>
                    <a:pt x="235" y="559"/>
                    <a:pt x="250" y="559"/>
                  </a:cubicBezTo>
                  <a:close/>
                  <a:moveTo>
                    <a:pt x="471" y="88"/>
                  </a:moveTo>
                  <a:lnTo>
                    <a:pt x="471" y="88"/>
                  </a:lnTo>
                  <a:cubicBezTo>
                    <a:pt x="353" y="88"/>
                    <a:pt x="353" y="88"/>
                    <a:pt x="353" y="88"/>
                  </a:cubicBezTo>
                  <a:cubicBezTo>
                    <a:pt x="353" y="44"/>
                    <a:pt x="353" y="44"/>
                    <a:pt x="353" y="44"/>
                  </a:cubicBezTo>
                  <a:cubicBezTo>
                    <a:pt x="353" y="29"/>
                    <a:pt x="323" y="0"/>
                    <a:pt x="309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6" y="0"/>
                    <a:pt x="147" y="29"/>
                    <a:pt x="147" y="44"/>
                  </a:cubicBezTo>
                  <a:cubicBezTo>
                    <a:pt x="147" y="88"/>
                    <a:pt x="147" y="88"/>
                    <a:pt x="147" y="88"/>
                  </a:cubicBezTo>
                  <a:cubicBezTo>
                    <a:pt x="29" y="88"/>
                    <a:pt x="29" y="88"/>
                    <a:pt x="29" y="88"/>
                  </a:cubicBezTo>
                  <a:cubicBezTo>
                    <a:pt x="14" y="88"/>
                    <a:pt x="0" y="103"/>
                    <a:pt x="0" y="117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76"/>
                    <a:pt x="14" y="206"/>
                    <a:pt x="29" y="206"/>
                  </a:cubicBezTo>
                  <a:cubicBezTo>
                    <a:pt x="29" y="559"/>
                    <a:pt x="29" y="559"/>
                    <a:pt x="29" y="559"/>
                  </a:cubicBezTo>
                  <a:cubicBezTo>
                    <a:pt x="29" y="604"/>
                    <a:pt x="73" y="633"/>
                    <a:pt x="118" y="633"/>
                  </a:cubicBezTo>
                  <a:cubicBezTo>
                    <a:pt x="382" y="633"/>
                    <a:pt x="382" y="633"/>
                    <a:pt x="382" y="633"/>
                  </a:cubicBezTo>
                  <a:cubicBezTo>
                    <a:pt x="427" y="633"/>
                    <a:pt x="471" y="604"/>
                    <a:pt x="471" y="559"/>
                  </a:cubicBezTo>
                  <a:cubicBezTo>
                    <a:pt x="471" y="206"/>
                    <a:pt x="471" y="206"/>
                    <a:pt x="471" y="206"/>
                  </a:cubicBezTo>
                  <a:cubicBezTo>
                    <a:pt x="486" y="206"/>
                    <a:pt x="500" y="176"/>
                    <a:pt x="500" y="162"/>
                  </a:cubicBezTo>
                  <a:cubicBezTo>
                    <a:pt x="500" y="117"/>
                    <a:pt x="500" y="117"/>
                    <a:pt x="500" y="117"/>
                  </a:cubicBezTo>
                  <a:cubicBezTo>
                    <a:pt x="500" y="103"/>
                    <a:pt x="486" y="88"/>
                    <a:pt x="471" y="88"/>
                  </a:cubicBezTo>
                  <a:close/>
                  <a:moveTo>
                    <a:pt x="191" y="59"/>
                  </a:moveTo>
                  <a:lnTo>
                    <a:pt x="191" y="59"/>
                  </a:lnTo>
                  <a:lnTo>
                    <a:pt x="206" y="44"/>
                  </a:lnTo>
                  <a:cubicBezTo>
                    <a:pt x="294" y="44"/>
                    <a:pt x="294" y="44"/>
                    <a:pt x="294" y="44"/>
                  </a:cubicBezTo>
                  <a:lnTo>
                    <a:pt x="309" y="59"/>
                  </a:lnTo>
                  <a:cubicBezTo>
                    <a:pt x="309" y="88"/>
                    <a:pt x="309" y="88"/>
                    <a:pt x="309" y="88"/>
                  </a:cubicBezTo>
                  <a:cubicBezTo>
                    <a:pt x="294" y="88"/>
                    <a:pt x="191" y="88"/>
                    <a:pt x="191" y="88"/>
                  </a:cubicBezTo>
                  <a:lnTo>
                    <a:pt x="191" y="59"/>
                  </a:lnTo>
                  <a:close/>
                  <a:moveTo>
                    <a:pt x="427" y="559"/>
                  </a:moveTo>
                  <a:lnTo>
                    <a:pt x="427" y="559"/>
                  </a:lnTo>
                  <a:cubicBezTo>
                    <a:pt x="427" y="574"/>
                    <a:pt x="412" y="589"/>
                    <a:pt x="382" y="589"/>
                  </a:cubicBezTo>
                  <a:cubicBezTo>
                    <a:pt x="118" y="589"/>
                    <a:pt x="118" y="589"/>
                    <a:pt x="118" y="589"/>
                  </a:cubicBezTo>
                  <a:cubicBezTo>
                    <a:pt x="88" y="589"/>
                    <a:pt x="73" y="574"/>
                    <a:pt x="73" y="559"/>
                  </a:cubicBezTo>
                  <a:cubicBezTo>
                    <a:pt x="73" y="206"/>
                    <a:pt x="73" y="206"/>
                    <a:pt x="73" y="206"/>
                  </a:cubicBezTo>
                  <a:cubicBezTo>
                    <a:pt x="103" y="206"/>
                    <a:pt x="412" y="206"/>
                    <a:pt x="427" y="206"/>
                  </a:cubicBezTo>
                  <a:lnTo>
                    <a:pt x="427" y="559"/>
                  </a:lnTo>
                  <a:close/>
                  <a:moveTo>
                    <a:pt x="441" y="162"/>
                  </a:moveTo>
                  <a:lnTo>
                    <a:pt x="441" y="162"/>
                  </a:lnTo>
                  <a:cubicBezTo>
                    <a:pt x="59" y="162"/>
                    <a:pt x="59" y="162"/>
                    <a:pt x="59" y="162"/>
                  </a:cubicBezTo>
                  <a:cubicBezTo>
                    <a:pt x="44" y="162"/>
                    <a:pt x="29" y="147"/>
                    <a:pt x="29" y="147"/>
                  </a:cubicBezTo>
                  <a:cubicBezTo>
                    <a:pt x="29" y="132"/>
                    <a:pt x="44" y="117"/>
                    <a:pt x="59" y="117"/>
                  </a:cubicBezTo>
                  <a:cubicBezTo>
                    <a:pt x="441" y="117"/>
                    <a:pt x="441" y="117"/>
                    <a:pt x="441" y="117"/>
                  </a:cubicBezTo>
                  <a:cubicBezTo>
                    <a:pt x="456" y="117"/>
                    <a:pt x="471" y="132"/>
                    <a:pt x="471" y="147"/>
                  </a:cubicBezTo>
                  <a:cubicBezTo>
                    <a:pt x="471" y="147"/>
                    <a:pt x="456" y="162"/>
                    <a:pt x="441" y="1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3"/>
            <p:cNvSpPr/>
            <p:nvPr/>
          </p:nvSpPr>
          <p:spPr>
            <a:xfrm>
              <a:off x="1441887" y="881471"/>
              <a:ext cx="228610" cy="212477"/>
            </a:xfrm>
            <a:custGeom>
              <a:rect b="b" l="l" r="r" t="t"/>
              <a:pathLst>
                <a:path extrusionOk="0" h="590" w="634">
                  <a:moveTo>
                    <a:pt x="560" y="74"/>
                  </a:moveTo>
                  <a:lnTo>
                    <a:pt x="560" y="74"/>
                  </a:lnTo>
                  <a:cubicBezTo>
                    <a:pt x="442" y="74"/>
                    <a:pt x="442" y="74"/>
                    <a:pt x="442" y="74"/>
                  </a:cubicBezTo>
                  <a:cubicBezTo>
                    <a:pt x="442" y="30"/>
                    <a:pt x="442" y="30"/>
                    <a:pt x="442" y="30"/>
                  </a:cubicBezTo>
                  <a:cubicBezTo>
                    <a:pt x="442" y="15"/>
                    <a:pt x="412" y="0"/>
                    <a:pt x="398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21" y="0"/>
                    <a:pt x="207" y="15"/>
                    <a:pt x="207" y="30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44" y="74"/>
                    <a:pt x="0" y="103"/>
                    <a:pt x="0" y="147"/>
                  </a:cubicBezTo>
                  <a:cubicBezTo>
                    <a:pt x="0" y="501"/>
                    <a:pt x="0" y="501"/>
                    <a:pt x="0" y="501"/>
                  </a:cubicBezTo>
                  <a:cubicBezTo>
                    <a:pt x="0" y="545"/>
                    <a:pt x="44" y="589"/>
                    <a:pt x="89" y="589"/>
                  </a:cubicBezTo>
                  <a:cubicBezTo>
                    <a:pt x="560" y="589"/>
                    <a:pt x="560" y="589"/>
                    <a:pt x="560" y="589"/>
                  </a:cubicBezTo>
                  <a:cubicBezTo>
                    <a:pt x="604" y="589"/>
                    <a:pt x="633" y="545"/>
                    <a:pt x="633" y="501"/>
                  </a:cubicBezTo>
                  <a:cubicBezTo>
                    <a:pt x="633" y="147"/>
                    <a:pt x="633" y="147"/>
                    <a:pt x="633" y="147"/>
                  </a:cubicBezTo>
                  <a:cubicBezTo>
                    <a:pt x="633" y="103"/>
                    <a:pt x="604" y="74"/>
                    <a:pt x="560" y="74"/>
                  </a:cubicBezTo>
                  <a:close/>
                  <a:moveTo>
                    <a:pt x="236" y="59"/>
                  </a:moveTo>
                  <a:lnTo>
                    <a:pt x="236" y="59"/>
                  </a:lnTo>
                  <a:cubicBezTo>
                    <a:pt x="236" y="45"/>
                    <a:pt x="251" y="30"/>
                    <a:pt x="265" y="30"/>
                  </a:cubicBezTo>
                  <a:cubicBezTo>
                    <a:pt x="383" y="30"/>
                    <a:pt x="383" y="30"/>
                    <a:pt x="383" y="30"/>
                  </a:cubicBezTo>
                  <a:cubicBezTo>
                    <a:pt x="383" y="30"/>
                    <a:pt x="398" y="45"/>
                    <a:pt x="398" y="59"/>
                  </a:cubicBezTo>
                  <a:cubicBezTo>
                    <a:pt x="398" y="74"/>
                    <a:pt x="398" y="74"/>
                    <a:pt x="398" y="74"/>
                  </a:cubicBezTo>
                  <a:cubicBezTo>
                    <a:pt x="236" y="74"/>
                    <a:pt x="236" y="74"/>
                    <a:pt x="236" y="74"/>
                  </a:cubicBezTo>
                  <a:lnTo>
                    <a:pt x="236" y="59"/>
                  </a:lnTo>
                  <a:close/>
                  <a:moveTo>
                    <a:pt x="589" y="501"/>
                  </a:moveTo>
                  <a:lnTo>
                    <a:pt x="589" y="501"/>
                  </a:lnTo>
                  <a:cubicBezTo>
                    <a:pt x="589" y="530"/>
                    <a:pt x="574" y="545"/>
                    <a:pt x="560" y="545"/>
                  </a:cubicBezTo>
                  <a:cubicBezTo>
                    <a:pt x="89" y="545"/>
                    <a:pt x="89" y="545"/>
                    <a:pt x="89" y="545"/>
                  </a:cubicBezTo>
                  <a:cubicBezTo>
                    <a:pt x="59" y="545"/>
                    <a:pt x="44" y="530"/>
                    <a:pt x="44" y="501"/>
                  </a:cubicBezTo>
                  <a:cubicBezTo>
                    <a:pt x="44" y="295"/>
                    <a:pt x="44" y="295"/>
                    <a:pt x="44" y="295"/>
                  </a:cubicBezTo>
                  <a:cubicBezTo>
                    <a:pt x="251" y="295"/>
                    <a:pt x="251" y="295"/>
                    <a:pt x="251" y="295"/>
                  </a:cubicBezTo>
                  <a:cubicBezTo>
                    <a:pt x="236" y="295"/>
                    <a:pt x="236" y="309"/>
                    <a:pt x="236" y="309"/>
                  </a:cubicBezTo>
                  <a:cubicBezTo>
                    <a:pt x="236" y="354"/>
                    <a:pt x="280" y="383"/>
                    <a:pt x="324" y="383"/>
                  </a:cubicBezTo>
                  <a:cubicBezTo>
                    <a:pt x="369" y="383"/>
                    <a:pt x="398" y="354"/>
                    <a:pt x="398" y="309"/>
                  </a:cubicBezTo>
                  <a:lnTo>
                    <a:pt x="398" y="295"/>
                  </a:lnTo>
                  <a:cubicBezTo>
                    <a:pt x="589" y="295"/>
                    <a:pt x="589" y="295"/>
                    <a:pt x="589" y="295"/>
                  </a:cubicBezTo>
                  <a:lnTo>
                    <a:pt x="589" y="501"/>
                  </a:lnTo>
                  <a:close/>
                  <a:moveTo>
                    <a:pt x="280" y="309"/>
                  </a:moveTo>
                  <a:lnTo>
                    <a:pt x="280" y="309"/>
                  </a:lnTo>
                  <a:lnTo>
                    <a:pt x="280" y="295"/>
                  </a:lnTo>
                  <a:cubicBezTo>
                    <a:pt x="354" y="295"/>
                    <a:pt x="354" y="295"/>
                    <a:pt x="354" y="295"/>
                  </a:cubicBezTo>
                  <a:lnTo>
                    <a:pt x="354" y="309"/>
                  </a:lnTo>
                  <a:cubicBezTo>
                    <a:pt x="354" y="324"/>
                    <a:pt x="339" y="354"/>
                    <a:pt x="324" y="354"/>
                  </a:cubicBezTo>
                  <a:cubicBezTo>
                    <a:pt x="295" y="354"/>
                    <a:pt x="280" y="324"/>
                    <a:pt x="280" y="309"/>
                  </a:cubicBezTo>
                  <a:close/>
                  <a:moveTo>
                    <a:pt x="589" y="250"/>
                  </a:moveTo>
                  <a:lnTo>
                    <a:pt x="589" y="250"/>
                  </a:lnTo>
                  <a:cubicBezTo>
                    <a:pt x="44" y="250"/>
                    <a:pt x="44" y="250"/>
                    <a:pt x="44" y="250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33"/>
                    <a:pt x="59" y="118"/>
                    <a:pt x="89" y="118"/>
                  </a:cubicBezTo>
                  <a:cubicBezTo>
                    <a:pt x="560" y="118"/>
                    <a:pt x="560" y="118"/>
                    <a:pt x="560" y="118"/>
                  </a:cubicBezTo>
                  <a:cubicBezTo>
                    <a:pt x="574" y="118"/>
                    <a:pt x="589" y="133"/>
                    <a:pt x="589" y="147"/>
                  </a:cubicBezTo>
                  <a:lnTo>
                    <a:pt x="589" y="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3"/>
            <p:cNvSpPr/>
            <p:nvPr/>
          </p:nvSpPr>
          <p:spPr>
            <a:xfrm>
              <a:off x="1076679" y="876728"/>
              <a:ext cx="228611" cy="217220"/>
            </a:xfrm>
            <a:custGeom>
              <a:rect b="b" l="l" r="r" t="t"/>
              <a:pathLst>
                <a:path extrusionOk="0" h="604" w="634">
                  <a:moveTo>
                    <a:pt x="309" y="44"/>
                  </a:moveTo>
                  <a:lnTo>
                    <a:pt x="309" y="44"/>
                  </a:lnTo>
                  <a:close/>
                  <a:moveTo>
                    <a:pt x="14" y="220"/>
                  </a:moveTo>
                  <a:lnTo>
                    <a:pt x="14" y="220"/>
                  </a:lnTo>
                  <a:cubicBezTo>
                    <a:pt x="279" y="338"/>
                    <a:pt x="279" y="338"/>
                    <a:pt x="279" y="338"/>
                  </a:cubicBezTo>
                  <a:cubicBezTo>
                    <a:pt x="309" y="353"/>
                    <a:pt x="324" y="353"/>
                    <a:pt x="338" y="338"/>
                  </a:cubicBezTo>
                  <a:cubicBezTo>
                    <a:pt x="603" y="220"/>
                    <a:pt x="603" y="220"/>
                    <a:pt x="603" y="220"/>
                  </a:cubicBezTo>
                  <a:cubicBezTo>
                    <a:pt x="633" y="206"/>
                    <a:pt x="633" y="176"/>
                    <a:pt x="603" y="161"/>
                  </a:cubicBezTo>
                  <a:cubicBezTo>
                    <a:pt x="338" y="14"/>
                    <a:pt x="338" y="14"/>
                    <a:pt x="338" y="14"/>
                  </a:cubicBezTo>
                  <a:cubicBezTo>
                    <a:pt x="324" y="0"/>
                    <a:pt x="309" y="14"/>
                    <a:pt x="279" y="14"/>
                  </a:cubicBezTo>
                  <a:cubicBezTo>
                    <a:pt x="14" y="161"/>
                    <a:pt x="14" y="161"/>
                    <a:pt x="14" y="161"/>
                  </a:cubicBezTo>
                  <a:cubicBezTo>
                    <a:pt x="0" y="176"/>
                    <a:pt x="0" y="206"/>
                    <a:pt x="14" y="220"/>
                  </a:cubicBezTo>
                  <a:close/>
                  <a:moveTo>
                    <a:pt x="309" y="44"/>
                  </a:moveTo>
                  <a:lnTo>
                    <a:pt x="309" y="44"/>
                  </a:lnTo>
                  <a:cubicBezTo>
                    <a:pt x="588" y="191"/>
                    <a:pt x="588" y="191"/>
                    <a:pt x="588" y="191"/>
                  </a:cubicBezTo>
                  <a:cubicBezTo>
                    <a:pt x="309" y="309"/>
                    <a:pt x="309" y="309"/>
                    <a:pt x="309" y="309"/>
                  </a:cubicBezTo>
                  <a:cubicBezTo>
                    <a:pt x="44" y="191"/>
                    <a:pt x="44" y="191"/>
                    <a:pt x="44" y="191"/>
                  </a:cubicBezTo>
                  <a:lnTo>
                    <a:pt x="309" y="44"/>
                  </a:lnTo>
                  <a:close/>
                  <a:moveTo>
                    <a:pt x="309" y="559"/>
                  </a:moveTo>
                  <a:lnTo>
                    <a:pt x="309" y="559"/>
                  </a:lnTo>
                  <a:cubicBezTo>
                    <a:pt x="44" y="441"/>
                    <a:pt x="44" y="441"/>
                    <a:pt x="44" y="441"/>
                  </a:cubicBezTo>
                  <a:cubicBezTo>
                    <a:pt x="44" y="441"/>
                    <a:pt x="14" y="427"/>
                    <a:pt x="0" y="427"/>
                  </a:cubicBezTo>
                  <a:cubicBezTo>
                    <a:pt x="0" y="441"/>
                    <a:pt x="0" y="456"/>
                    <a:pt x="14" y="471"/>
                  </a:cubicBezTo>
                  <a:cubicBezTo>
                    <a:pt x="279" y="589"/>
                    <a:pt x="279" y="589"/>
                    <a:pt x="279" y="589"/>
                  </a:cubicBezTo>
                  <a:cubicBezTo>
                    <a:pt x="309" y="603"/>
                    <a:pt x="324" y="603"/>
                    <a:pt x="338" y="589"/>
                  </a:cubicBezTo>
                  <a:cubicBezTo>
                    <a:pt x="603" y="471"/>
                    <a:pt x="603" y="471"/>
                    <a:pt x="603" y="471"/>
                  </a:cubicBezTo>
                  <a:cubicBezTo>
                    <a:pt x="618" y="471"/>
                    <a:pt x="633" y="441"/>
                    <a:pt x="633" y="427"/>
                  </a:cubicBezTo>
                  <a:cubicBezTo>
                    <a:pt x="618" y="427"/>
                    <a:pt x="588" y="441"/>
                    <a:pt x="588" y="441"/>
                  </a:cubicBezTo>
                  <a:lnTo>
                    <a:pt x="309" y="559"/>
                  </a:lnTo>
                  <a:close/>
                  <a:moveTo>
                    <a:pt x="14" y="338"/>
                  </a:moveTo>
                  <a:lnTo>
                    <a:pt x="14" y="338"/>
                  </a:lnTo>
                  <a:cubicBezTo>
                    <a:pt x="279" y="471"/>
                    <a:pt x="279" y="471"/>
                    <a:pt x="279" y="471"/>
                  </a:cubicBezTo>
                  <a:cubicBezTo>
                    <a:pt x="309" y="471"/>
                    <a:pt x="324" y="471"/>
                    <a:pt x="338" y="471"/>
                  </a:cubicBezTo>
                  <a:cubicBezTo>
                    <a:pt x="603" y="338"/>
                    <a:pt x="603" y="338"/>
                    <a:pt x="603" y="338"/>
                  </a:cubicBezTo>
                  <a:cubicBezTo>
                    <a:pt x="618" y="338"/>
                    <a:pt x="633" y="309"/>
                    <a:pt x="633" y="294"/>
                  </a:cubicBezTo>
                  <a:cubicBezTo>
                    <a:pt x="618" y="309"/>
                    <a:pt x="588" y="309"/>
                    <a:pt x="588" y="309"/>
                  </a:cubicBezTo>
                  <a:cubicBezTo>
                    <a:pt x="309" y="441"/>
                    <a:pt x="309" y="441"/>
                    <a:pt x="309" y="441"/>
                  </a:cubicBezTo>
                  <a:cubicBezTo>
                    <a:pt x="44" y="309"/>
                    <a:pt x="44" y="309"/>
                    <a:pt x="44" y="309"/>
                  </a:cubicBezTo>
                  <a:cubicBezTo>
                    <a:pt x="44" y="309"/>
                    <a:pt x="14" y="309"/>
                    <a:pt x="0" y="294"/>
                  </a:cubicBezTo>
                  <a:cubicBezTo>
                    <a:pt x="0" y="309"/>
                    <a:pt x="0" y="338"/>
                    <a:pt x="14" y="3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3"/>
            <p:cNvSpPr/>
            <p:nvPr/>
          </p:nvSpPr>
          <p:spPr>
            <a:xfrm>
              <a:off x="709574" y="887163"/>
              <a:ext cx="221970" cy="197300"/>
            </a:xfrm>
            <a:custGeom>
              <a:rect b="b" l="l" r="r" t="t"/>
              <a:pathLst>
                <a:path extrusionOk="0" h="546" w="619">
                  <a:moveTo>
                    <a:pt x="544" y="294"/>
                  </a:moveTo>
                  <a:lnTo>
                    <a:pt x="544" y="294"/>
                  </a:lnTo>
                  <a:cubicBezTo>
                    <a:pt x="500" y="294"/>
                    <a:pt x="500" y="294"/>
                    <a:pt x="500" y="294"/>
                  </a:cubicBezTo>
                  <a:cubicBezTo>
                    <a:pt x="500" y="73"/>
                    <a:pt x="500" y="73"/>
                    <a:pt x="500" y="73"/>
                  </a:cubicBezTo>
                  <a:cubicBezTo>
                    <a:pt x="500" y="30"/>
                    <a:pt x="471" y="0"/>
                    <a:pt x="427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47" y="0"/>
                    <a:pt x="118" y="30"/>
                    <a:pt x="118" y="73"/>
                  </a:cubicBezTo>
                  <a:cubicBezTo>
                    <a:pt x="118" y="73"/>
                    <a:pt x="118" y="280"/>
                    <a:pt x="118" y="294"/>
                  </a:cubicBezTo>
                  <a:cubicBezTo>
                    <a:pt x="73" y="294"/>
                    <a:pt x="73" y="294"/>
                    <a:pt x="73" y="294"/>
                  </a:cubicBezTo>
                  <a:cubicBezTo>
                    <a:pt x="29" y="294"/>
                    <a:pt x="0" y="324"/>
                    <a:pt x="0" y="368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56"/>
                    <a:pt x="29" y="486"/>
                    <a:pt x="73" y="486"/>
                  </a:cubicBezTo>
                  <a:cubicBezTo>
                    <a:pt x="118" y="486"/>
                    <a:pt x="118" y="486"/>
                    <a:pt x="118" y="486"/>
                  </a:cubicBezTo>
                  <a:cubicBezTo>
                    <a:pt x="118" y="530"/>
                    <a:pt x="162" y="545"/>
                    <a:pt x="191" y="545"/>
                  </a:cubicBezTo>
                  <a:cubicBezTo>
                    <a:pt x="427" y="545"/>
                    <a:pt x="427" y="545"/>
                    <a:pt x="427" y="545"/>
                  </a:cubicBezTo>
                  <a:cubicBezTo>
                    <a:pt x="456" y="545"/>
                    <a:pt x="500" y="530"/>
                    <a:pt x="500" y="486"/>
                  </a:cubicBezTo>
                  <a:cubicBezTo>
                    <a:pt x="544" y="486"/>
                    <a:pt x="544" y="486"/>
                    <a:pt x="544" y="486"/>
                  </a:cubicBezTo>
                  <a:cubicBezTo>
                    <a:pt x="589" y="486"/>
                    <a:pt x="618" y="456"/>
                    <a:pt x="618" y="412"/>
                  </a:cubicBezTo>
                  <a:cubicBezTo>
                    <a:pt x="618" y="368"/>
                    <a:pt x="618" y="368"/>
                    <a:pt x="618" y="368"/>
                  </a:cubicBezTo>
                  <a:cubicBezTo>
                    <a:pt x="618" y="324"/>
                    <a:pt x="589" y="294"/>
                    <a:pt x="544" y="294"/>
                  </a:cubicBezTo>
                  <a:close/>
                  <a:moveTo>
                    <a:pt x="147" y="73"/>
                  </a:moveTo>
                  <a:lnTo>
                    <a:pt x="147" y="73"/>
                  </a:lnTo>
                  <a:cubicBezTo>
                    <a:pt x="147" y="59"/>
                    <a:pt x="177" y="44"/>
                    <a:pt x="191" y="44"/>
                  </a:cubicBezTo>
                  <a:cubicBezTo>
                    <a:pt x="427" y="44"/>
                    <a:pt x="427" y="44"/>
                    <a:pt x="427" y="44"/>
                  </a:cubicBezTo>
                  <a:cubicBezTo>
                    <a:pt x="441" y="44"/>
                    <a:pt x="471" y="59"/>
                    <a:pt x="471" y="73"/>
                  </a:cubicBezTo>
                  <a:cubicBezTo>
                    <a:pt x="471" y="294"/>
                    <a:pt x="471" y="294"/>
                    <a:pt x="471" y="294"/>
                  </a:cubicBezTo>
                  <a:cubicBezTo>
                    <a:pt x="147" y="294"/>
                    <a:pt x="147" y="294"/>
                    <a:pt x="147" y="294"/>
                  </a:cubicBezTo>
                  <a:lnTo>
                    <a:pt x="147" y="73"/>
                  </a:lnTo>
                  <a:close/>
                  <a:moveTo>
                    <a:pt x="427" y="515"/>
                  </a:moveTo>
                  <a:lnTo>
                    <a:pt x="427" y="515"/>
                  </a:lnTo>
                  <a:cubicBezTo>
                    <a:pt x="191" y="515"/>
                    <a:pt x="191" y="515"/>
                    <a:pt x="191" y="515"/>
                  </a:cubicBezTo>
                  <a:cubicBezTo>
                    <a:pt x="177" y="515"/>
                    <a:pt x="147" y="486"/>
                    <a:pt x="147" y="471"/>
                  </a:cubicBezTo>
                  <a:cubicBezTo>
                    <a:pt x="147" y="456"/>
                    <a:pt x="177" y="427"/>
                    <a:pt x="191" y="427"/>
                  </a:cubicBezTo>
                  <a:cubicBezTo>
                    <a:pt x="427" y="427"/>
                    <a:pt x="427" y="427"/>
                    <a:pt x="427" y="427"/>
                  </a:cubicBezTo>
                  <a:cubicBezTo>
                    <a:pt x="441" y="427"/>
                    <a:pt x="471" y="456"/>
                    <a:pt x="471" y="471"/>
                  </a:cubicBezTo>
                  <a:cubicBezTo>
                    <a:pt x="471" y="486"/>
                    <a:pt x="441" y="515"/>
                    <a:pt x="427" y="515"/>
                  </a:cubicBezTo>
                  <a:close/>
                  <a:moveTo>
                    <a:pt x="589" y="412"/>
                  </a:moveTo>
                  <a:lnTo>
                    <a:pt x="589" y="412"/>
                  </a:lnTo>
                  <a:cubicBezTo>
                    <a:pt x="589" y="427"/>
                    <a:pt x="559" y="456"/>
                    <a:pt x="544" y="456"/>
                  </a:cubicBezTo>
                  <a:cubicBezTo>
                    <a:pt x="500" y="456"/>
                    <a:pt x="500" y="456"/>
                    <a:pt x="500" y="456"/>
                  </a:cubicBezTo>
                  <a:cubicBezTo>
                    <a:pt x="500" y="412"/>
                    <a:pt x="456" y="398"/>
                    <a:pt x="427" y="398"/>
                  </a:cubicBezTo>
                  <a:cubicBezTo>
                    <a:pt x="191" y="398"/>
                    <a:pt x="191" y="398"/>
                    <a:pt x="191" y="398"/>
                  </a:cubicBezTo>
                  <a:cubicBezTo>
                    <a:pt x="162" y="398"/>
                    <a:pt x="118" y="412"/>
                    <a:pt x="118" y="456"/>
                  </a:cubicBezTo>
                  <a:cubicBezTo>
                    <a:pt x="73" y="456"/>
                    <a:pt x="73" y="456"/>
                    <a:pt x="73" y="456"/>
                  </a:cubicBezTo>
                  <a:cubicBezTo>
                    <a:pt x="59" y="456"/>
                    <a:pt x="29" y="427"/>
                    <a:pt x="29" y="412"/>
                  </a:cubicBezTo>
                  <a:cubicBezTo>
                    <a:pt x="29" y="368"/>
                    <a:pt x="29" y="368"/>
                    <a:pt x="29" y="368"/>
                  </a:cubicBezTo>
                  <a:cubicBezTo>
                    <a:pt x="29" y="353"/>
                    <a:pt x="59" y="339"/>
                    <a:pt x="73" y="339"/>
                  </a:cubicBezTo>
                  <a:cubicBezTo>
                    <a:pt x="544" y="339"/>
                    <a:pt x="544" y="339"/>
                    <a:pt x="544" y="339"/>
                  </a:cubicBezTo>
                  <a:cubicBezTo>
                    <a:pt x="559" y="339"/>
                    <a:pt x="589" y="353"/>
                    <a:pt x="589" y="368"/>
                  </a:cubicBezTo>
                  <a:lnTo>
                    <a:pt x="589" y="4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3"/>
            <p:cNvSpPr/>
            <p:nvPr/>
          </p:nvSpPr>
          <p:spPr>
            <a:xfrm>
              <a:off x="4023005" y="504894"/>
              <a:ext cx="212485" cy="228602"/>
            </a:xfrm>
            <a:custGeom>
              <a:rect b="b" l="l" r="r" t="t"/>
              <a:pathLst>
                <a:path extrusionOk="0" h="634" w="589">
                  <a:moveTo>
                    <a:pt x="456" y="353"/>
                  </a:moveTo>
                  <a:lnTo>
                    <a:pt x="456" y="353"/>
                  </a:lnTo>
                  <a:cubicBezTo>
                    <a:pt x="485" y="353"/>
                    <a:pt x="515" y="324"/>
                    <a:pt x="515" y="294"/>
                  </a:cubicBezTo>
                  <a:cubicBezTo>
                    <a:pt x="515" y="265"/>
                    <a:pt x="485" y="236"/>
                    <a:pt x="456" y="236"/>
                  </a:cubicBezTo>
                  <a:cubicBezTo>
                    <a:pt x="412" y="236"/>
                    <a:pt x="397" y="265"/>
                    <a:pt x="397" y="294"/>
                  </a:cubicBezTo>
                  <a:cubicBezTo>
                    <a:pt x="397" y="324"/>
                    <a:pt x="412" y="353"/>
                    <a:pt x="456" y="353"/>
                  </a:cubicBezTo>
                  <a:close/>
                  <a:moveTo>
                    <a:pt x="426" y="280"/>
                  </a:moveTo>
                  <a:lnTo>
                    <a:pt x="426" y="280"/>
                  </a:lnTo>
                  <a:cubicBezTo>
                    <a:pt x="471" y="280"/>
                    <a:pt x="471" y="280"/>
                    <a:pt x="471" y="280"/>
                  </a:cubicBezTo>
                  <a:cubicBezTo>
                    <a:pt x="471" y="309"/>
                    <a:pt x="471" y="309"/>
                    <a:pt x="471" y="309"/>
                  </a:cubicBezTo>
                  <a:cubicBezTo>
                    <a:pt x="426" y="309"/>
                    <a:pt x="426" y="309"/>
                    <a:pt x="426" y="309"/>
                  </a:cubicBezTo>
                  <a:lnTo>
                    <a:pt x="426" y="280"/>
                  </a:lnTo>
                  <a:close/>
                  <a:moveTo>
                    <a:pt x="456" y="515"/>
                  </a:moveTo>
                  <a:lnTo>
                    <a:pt x="456" y="515"/>
                  </a:lnTo>
                  <a:cubicBezTo>
                    <a:pt x="485" y="515"/>
                    <a:pt x="515" y="486"/>
                    <a:pt x="515" y="456"/>
                  </a:cubicBezTo>
                  <a:cubicBezTo>
                    <a:pt x="515" y="412"/>
                    <a:pt x="485" y="398"/>
                    <a:pt x="456" y="398"/>
                  </a:cubicBezTo>
                  <a:cubicBezTo>
                    <a:pt x="412" y="398"/>
                    <a:pt x="397" y="412"/>
                    <a:pt x="397" y="456"/>
                  </a:cubicBezTo>
                  <a:cubicBezTo>
                    <a:pt x="397" y="486"/>
                    <a:pt x="412" y="515"/>
                    <a:pt x="456" y="515"/>
                  </a:cubicBezTo>
                  <a:close/>
                  <a:moveTo>
                    <a:pt x="426" y="427"/>
                  </a:moveTo>
                  <a:lnTo>
                    <a:pt x="426" y="427"/>
                  </a:lnTo>
                  <a:cubicBezTo>
                    <a:pt x="471" y="427"/>
                    <a:pt x="471" y="427"/>
                    <a:pt x="471" y="427"/>
                  </a:cubicBezTo>
                  <a:cubicBezTo>
                    <a:pt x="471" y="471"/>
                    <a:pt x="471" y="471"/>
                    <a:pt x="471" y="471"/>
                  </a:cubicBezTo>
                  <a:cubicBezTo>
                    <a:pt x="426" y="471"/>
                    <a:pt x="426" y="471"/>
                    <a:pt x="426" y="471"/>
                  </a:cubicBezTo>
                  <a:lnTo>
                    <a:pt x="426" y="427"/>
                  </a:lnTo>
                  <a:close/>
                  <a:moveTo>
                    <a:pt x="294" y="515"/>
                  </a:moveTo>
                  <a:lnTo>
                    <a:pt x="294" y="515"/>
                  </a:lnTo>
                  <a:cubicBezTo>
                    <a:pt x="324" y="515"/>
                    <a:pt x="353" y="486"/>
                    <a:pt x="353" y="456"/>
                  </a:cubicBezTo>
                  <a:cubicBezTo>
                    <a:pt x="353" y="412"/>
                    <a:pt x="324" y="398"/>
                    <a:pt x="294" y="398"/>
                  </a:cubicBezTo>
                  <a:cubicBezTo>
                    <a:pt x="265" y="398"/>
                    <a:pt x="235" y="412"/>
                    <a:pt x="235" y="456"/>
                  </a:cubicBezTo>
                  <a:cubicBezTo>
                    <a:pt x="235" y="486"/>
                    <a:pt x="265" y="515"/>
                    <a:pt x="294" y="515"/>
                  </a:cubicBezTo>
                  <a:close/>
                  <a:moveTo>
                    <a:pt x="279" y="427"/>
                  </a:moveTo>
                  <a:lnTo>
                    <a:pt x="279" y="427"/>
                  </a:lnTo>
                  <a:cubicBezTo>
                    <a:pt x="309" y="427"/>
                    <a:pt x="309" y="427"/>
                    <a:pt x="309" y="427"/>
                  </a:cubicBezTo>
                  <a:cubicBezTo>
                    <a:pt x="309" y="471"/>
                    <a:pt x="309" y="471"/>
                    <a:pt x="309" y="471"/>
                  </a:cubicBezTo>
                  <a:cubicBezTo>
                    <a:pt x="279" y="471"/>
                    <a:pt x="279" y="471"/>
                    <a:pt x="279" y="471"/>
                  </a:cubicBezTo>
                  <a:lnTo>
                    <a:pt x="279" y="427"/>
                  </a:lnTo>
                  <a:close/>
                  <a:moveTo>
                    <a:pt x="515" y="0"/>
                  </a:moveTo>
                  <a:lnTo>
                    <a:pt x="515" y="0"/>
                  </a:ln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30"/>
                    <a:pt x="0" y="73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29" y="633"/>
                    <a:pt x="73" y="633"/>
                  </a:cubicBezTo>
                  <a:cubicBezTo>
                    <a:pt x="515" y="633"/>
                    <a:pt x="515" y="633"/>
                    <a:pt x="515" y="633"/>
                  </a:cubicBezTo>
                  <a:cubicBezTo>
                    <a:pt x="559" y="633"/>
                    <a:pt x="588" y="589"/>
                    <a:pt x="588" y="545"/>
                  </a:cubicBezTo>
                  <a:cubicBezTo>
                    <a:pt x="588" y="73"/>
                    <a:pt x="588" y="73"/>
                    <a:pt x="588" y="73"/>
                  </a:cubicBezTo>
                  <a:cubicBezTo>
                    <a:pt x="588" y="30"/>
                    <a:pt x="559" y="0"/>
                    <a:pt x="515" y="0"/>
                  </a:cubicBezTo>
                  <a:close/>
                  <a:moveTo>
                    <a:pt x="544" y="545"/>
                  </a:moveTo>
                  <a:lnTo>
                    <a:pt x="544" y="545"/>
                  </a:lnTo>
                  <a:cubicBezTo>
                    <a:pt x="544" y="574"/>
                    <a:pt x="530" y="589"/>
                    <a:pt x="515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9" y="589"/>
                    <a:pt x="44" y="574"/>
                    <a:pt x="44" y="545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544" y="162"/>
                    <a:pt x="544" y="162"/>
                    <a:pt x="544" y="162"/>
                  </a:cubicBezTo>
                  <a:lnTo>
                    <a:pt x="544" y="545"/>
                  </a:lnTo>
                  <a:close/>
                  <a:moveTo>
                    <a:pt x="544" y="118"/>
                  </a:moveTo>
                  <a:lnTo>
                    <a:pt x="544" y="118"/>
                  </a:lnTo>
                  <a:cubicBezTo>
                    <a:pt x="44" y="118"/>
                    <a:pt x="44" y="118"/>
                    <a:pt x="44" y="118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59"/>
                    <a:pt x="59" y="44"/>
                    <a:pt x="73" y="44"/>
                  </a:cubicBezTo>
                  <a:cubicBezTo>
                    <a:pt x="515" y="44"/>
                    <a:pt x="515" y="44"/>
                    <a:pt x="515" y="44"/>
                  </a:cubicBezTo>
                  <a:cubicBezTo>
                    <a:pt x="530" y="44"/>
                    <a:pt x="544" y="59"/>
                    <a:pt x="544" y="73"/>
                  </a:cubicBezTo>
                  <a:lnTo>
                    <a:pt x="544" y="118"/>
                  </a:lnTo>
                  <a:close/>
                  <a:moveTo>
                    <a:pt x="294" y="353"/>
                  </a:moveTo>
                  <a:lnTo>
                    <a:pt x="294" y="353"/>
                  </a:lnTo>
                  <a:cubicBezTo>
                    <a:pt x="324" y="353"/>
                    <a:pt x="353" y="324"/>
                    <a:pt x="353" y="294"/>
                  </a:cubicBezTo>
                  <a:cubicBezTo>
                    <a:pt x="353" y="265"/>
                    <a:pt x="324" y="236"/>
                    <a:pt x="294" y="236"/>
                  </a:cubicBezTo>
                  <a:cubicBezTo>
                    <a:pt x="265" y="236"/>
                    <a:pt x="235" y="265"/>
                    <a:pt x="235" y="294"/>
                  </a:cubicBezTo>
                  <a:cubicBezTo>
                    <a:pt x="235" y="324"/>
                    <a:pt x="265" y="353"/>
                    <a:pt x="294" y="353"/>
                  </a:cubicBezTo>
                  <a:close/>
                  <a:moveTo>
                    <a:pt x="279" y="280"/>
                  </a:moveTo>
                  <a:lnTo>
                    <a:pt x="279" y="280"/>
                  </a:lnTo>
                  <a:cubicBezTo>
                    <a:pt x="309" y="280"/>
                    <a:pt x="309" y="280"/>
                    <a:pt x="309" y="280"/>
                  </a:cubicBezTo>
                  <a:cubicBezTo>
                    <a:pt x="309" y="309"/>
                    <a:pt x="309" y="309"/>
                    <a:pt x="309" y="309"/>
                  </a:cubicBezTo>
                  <a:cubicBezTo>
                    <a:pt x="279" y="309"/>
                    <a:pt x="279" y="309"/>
                    <a:pt x="279" y="309"/>
                  </a:cubicBezTo>
                  <a:lnTo>
                    <a:pt x="279" y="280"/>
                  </a:lnTo>
                  <a:close/>
                  <a:moveTo>
                    <a:pt x="132" y="515"/>
                  </a:moveTo>
                  <a:lnTo>
                    <a:pt x="132" y="515"/>
                  </a:lnTo>
                  <a:cubicBezTo>
                    <a:pt x="176" y="515"/>
                    <a:pt x="191" y="486"/>
                    <a:pt x="191" y="456"/>
                  </a:cubicBezTo>
                  <a:cubicBezTo>
                    <a:pt x="191" y="412"/>
                    <a:pt x="176" y="398"/>
                    <a:pt x="132" y="398"/>
                  </a:cubicBezTo>
                  <a:cubicBezTo>
                    <a:pt x="103" y="398"/>
                    <a:pt x="73" y="412"/>
                    <a:pt x="73" y="456"/>
                  </a:cubicBezTo>
                  <a:cubicBezTo>
                    <a:pt x="73" y="486"/>
                    <a:pt x="103" y="515"/>
                    <a:pt x="132" y="515"/>
                  </a:cubicBezTo>
                  <a:close/>
                  <a:moveTo>
                    <a:pt x="117" y="427"/>
                  </a:moveTo>
                  <a:lnTo>
                    <a:pt x="117" y="427"/>
                  </a:lnTo>
                  <a:cubicBezTo>
                    <a:pt x="162" y="427"/>
                    <a:pt x="162" y="427"/>
                    <a:pt x="162" y="427"/>
                  </a:cubicBezTo>
                  <a:cubicBezTo>
                    <a:pt x="162" y="471"/>
                    <a:pt x="162" y="471"/>
                    <a:pt x="162" y="471"/>
                  </a:cubicBezTo>
                  <a:cubicBezTo>
                    <a:pt x="117" y="471"/>
                    <a:pt x="117" y="471"/>
                    <a:pt x="117" y="471"/>
                  </a:cubicBezTo>
                  <a:lnTo>
                    <a:pt x="117" y="427"/>
                  </a:lnTo>
                  <a:close/>
                  <a:moveTo>
                    <a:pt x="132" y="353"/>
                  </a:moveTo>
                  <a:lnTo>
                    <a:pt x="132" y="353"/>
                  </a:lnTo>
                  <a:cubicBezTo>
                    <a:pt x="176" y="353"/>
                    <a:pt x="191" y="324"/>
                    <a:pt x="191" y="294"/>
                  </a:cubicBezTo>
                  <a:cubicBezTo>
                    <a:pt x="191" y="265"/>
                    <a:pt x="176" y="236"/>
                    <a:pt x="132" y="236"/>
                  </a:cubicBezTo>
                  <a:cubicBezTo>
                    <a:pt x="103" y="236"/>
                    <a:pt x="73" y="265"/>
                    <a:pt x="73" y="294"/>
                  </a:cubicBezTo>
                  <a:cubicBezTo>
                    <a:pt x="73" y="324"/>
                    <a:pt x="103" y="353"/>
                    <a:pt x="132" y="353"/>
                  </a:cubicBezTo>
                  <a:close/>
                  <a:moveTo>
                    <a:pt x="117" y="280"/>
                  </a:moveTo>
                  <a:lnTo>
                    <a:pt x="117" y="280"/>
                  </a:lnTo>
                  <a:cubicBezTo>
                    <a:pt x="162" y="280"/>
                    <a:pt x="162" y="280"/>
                    <a:pt x="162" y="280"/>
                  </a:cubicBezTo>
                  <a:cubicBezTo>
                    <a:pt x="162" y="309"/>
                    <a:pt x="162" y="309"/>
                    <a:pt x="162" y="309"/>
                  </a:cubicBezTo>
                  <a:cubicBezTo>
                    <a:pt x="117" y="309"/>
                    <a:pt x="117" y="309"/>
                    <a:pt x="117" y="309"/>
                  </a:cubicBezTo>
                  <a:lnTo>
                    <a:pt x="117" y="2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3"/>
            <p:cNvSpPr/>
            <p:nvPr/>
          </p:nvSpPr>
          <p:spPr>
            <a:xfrm>
              <a:off x="3646414" y="504894"/>
              <a:ext cx="228610" cy="228602"/>
            </a:xfrm>
            <a:custGeom>
              <a:rect b="b" l="l" r="r" t="t"/>
              <a:pathLst>
                <a:path extrusionOk="0" h="634" w="634">
                  <a:moveTo>
                    <a:pt x="295" y="0"/>
                  </a:moveTo>
                  <a:lnTo>
                    <a:pt x="295" y="0"/>
                  </a:lnTo>
                  <a:cubicBezTo>
                    <a:pt x="266" y="0"/>
                    <a:pt x="266" y="0"/>
                    <a:pt x="266" y="0"/>
                  </a:cubicBezTo>
                  <a:cubicBezTo>
                    <a:pt x="266" y="59"/>
                    <a:pt x="266" y="59"/>
                    <a:pt x="266" y="59"/>
                  </a:cubicBezTo>
                  <a:cubicBezTo>
                    <a:pt x="118" y="73"/>
                    <a:pt x="0" y="191"/>
                    <a:pt x="0" y="339"/>
                  </a:cubicBezTo>
                  <a:cubicBezTo>
                    <a:pt x="0" y="501"/>
                    <a:pt x="133" y="633"/>
                    <a:pt x="295" y="633"/>
                  </a:cubicBezTo>
                  <a:cubicBezTo>
                    <a:pt x="412" y="633"/>
                    <a:pt x="501" y="560"/>
                    <a:pt x="545" y="456"/>
                  </a:cubicBezTo>
                  <a:cubicBezTo>
                    <a:pt x="589" y="471"/>
                    <a:pt x="589" y="471"/>
                    <a:pt x="589" y="471"/>
                  </a:cubicBezTo>
                  <a:cubicBezTo>
                    <a:pt x="619" y="442"/>
                    <a:pt x="633" y="383"/>
                    <a:pt x="633" y="324"/>
                  </a:cubicBezTo>
                  <a:cubicBezTo>
                    <a:pt x="633" y="147"/>
                    <a:pt x="471" y="0"/>
                    <a:pt x="295" y="0"/>
                  </a:cubicBezTo>
                  <a:close/>
                  <a:moveTo>
                    <a:pt x="295" y="589"/>
                  </a:moveTo>
                  <a:lnTo>
                    <a:pt x="295" y="589"/>
                  </a:lnTo>
                  <a:cubicBezTo>
                    <a:pt x="148" y="589"/>
                    <a:pt x="45" y="486"/>
                    <a:pt x="45" y="339"/>
                  </a:cubicBezTo>
                  <a:cubicBezTo>
                    <a:pt x="45" y="221"/>
                    <a:pt x="148" y="118"/>
                    <a:pt x="266" y="103"/>
                  </a:cubicBezTo>
                  <a:cubicBezTo>
                    <a:pt x="266" y="368"/>
                    <a:pt x="266" y="368"/>
                    <a:pt x="266" y="368"/>
                  </a:cubicBezTo>
                  <a:cubicBezTo>
                    <a:pt x="516" y="442"/>
                    <a:pt x="516" y="442"/>
                    <a:pt x="516" y="442"/>
                  </a:cubicBezTo>
                  <a:cubicBezTo>
                    <a:pt x="471" y="530"/>
                    <a:pt x="383" y="589"/>
                    <a:pt x="295" y="589"/>
                  </a:cubicBezTo>
                  <a:close/>
                  <a:moveTo>
                    <a:pt x="560" y="427"/>
                  </a:moveTo>
                  <a:lnTo>
                    <a:pt x="560" y="427"/>
                  </a:lnTo>
                  <a:cubicBezTo>
                    <a:pt x="295" y="339"/>
                    <a:pt x="295" y="339"/>
                    <a:pt x="295" y="339"/>
                  </a:cubicBezTo>
                  <a:cubicBezTo>
                    <a:pt x="295" y="44"/>
                    <a:pt x="295" y="44"/>
                    <a:pt x="295" y="44"/>
                  </a:cubicBezTo>
                  <a:cubicBezTo>
                    <a:pt x="457" y="44"/>
                    <a:pt x="589" y="177"/>
                    <a:pt x="589" y="324"/>
                  </a:cubicBezTo>
                  <a:cubicBezTo>
                    <a:pt x="589" y="368"/>
                    <a:pt x="575" y="398"/>
                    <a:pt x="560" y="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3"/>
            <p:cNvSpPr/>
            <p:nvPr/>
          </p:nvSpPr>
          <p:spPr>
            <a:xfrm>
              <a:off x="3279309" y="504894"/>
              <a:ext cx="228611" cy="228602"/>
            </a:xfrm>
            <a:custGeom>
              <a:rect b="b" l="l" r="r" t="t"/>
              <a:pathLst>
                <a:path extrusionOk="0" h="634" w="634">
                  <a:moveTo>
                    <a:pt x="309" y="398"/>
                  </a:moveTo>
                  <a:lnTo>
                    <a:pt x="309" y="398"/>
                  </a:lnTo>
                  <a:cubicBezTo>
                    <a:pt x="324" y="398"/>
                    <a:pt x="338" y="383"/>
                    <a:pt x="338" y="368"/>
                  </a:cubicBezTo>
                  <a:cubicBezTo>
                    <a:pt x="338" y="132"/>
                    <a:pt x="338" y="132"/>
                    <a:pt x="338" y="132"/>
                  </a:cubicBezTo>
                  <a:cubicBezTo>
                    <a:pt x="338" y="132"/>
                    <a:pt x="324" y="118"/>
                    <a:pt x="309" y="118"/>
                  </a:cubicBezTo>
                  <a:lnTo>
                    <a:pt x="294" y="132"/>
                  </a:lnTo>
                  <a:cubicBezTo>
                    <a:pt x="294" y="368"/>
                    <a:pt x="294" y="368"/>
                    <a:pt x="294" y="368"/>
                  </a:cubicBezTo>
                  <a:cubicBezTo>
                    <a:pt x="294" y="383"/>
                    <a:pt x="309" y="398"/>
                    <a:pt x="309" y="398"/>
                  </a:cubicBezTo>
                  <a:close/>
                  <a:moveTo>
                    <a:pt x="426" y="398"/>
                  </a:moveTo>
                  <a:lnTo>
                    <a:pt x="426" y="398"/>
                  </a:lnTo>
                  <a:cubicBezTo>
                    <a:pt x="442" y="398"/>
                    <a:pt x="456" y="383"/>
                    <a:pt x="456" y="368"/>
                  </a:cubicBezTo>
                  <a:cubicBezTo>
                    <a:pt x="456" y="191"/>
                    <a:pt x="456" y="191"/>
                    <a:pt x="456" y="191"/>
                  </a:cubicBezTo>
                  <a:cubicBezTo>
                    <a:pt x="456" y="191"/>
                    <a:pt x="442" y="177"/>
                    <a:pt x="426" y="177"/>
                  </a:cubicBezTo>
                  <a:lnTo>
                    <a:pt x="412" y="191"/>
                  </a:lnTo>
                  <a:cubicBezTo>
                    <a:pt x="412" y="368"/>
                    <a:pt x="412" y="368"/>
                    <a:pt x="412" y="368"/>
                  </a:cubicBezTo>
                  <a:cubicBezTo>
                    <a:pt x="412" y="383"/>
                    <a:pt x="426" y="398"/>
                    <a:pt x="426" y="398"/>
                  </a:cubicBezTo>
                  <a:close/>
                  <a:moveTo>
                    <a:pt x="191" y="398"/>
                  </a:moveTo>
                  <a:lnTo>
                    <a:pt x="191" y="398"/>
                  </a:lnTo>
                  <a:cubicBezTo>
                    <a:pt x="206" y="398"/>
                    <a:pt x="221" y="383"/>
                    <a:pt x="221" y="368"/>
                  </a:cubicBezTo>
                  <a:cubicBezTo>
                    <a:pt x="221" y="294"/>
                    <a:pt x="221" y="294"/>
                    <a:pt x="221" y="294"/>
                  </a:cubicBezTo>
                  <a:cubicBezTo>
                    <a:pt x="221" y="280"/>
                    <a:pt x="206" y="280"/>
                    <a:pt x="191" y="280"/>
                  </a:cubicBezTo>
                  <a:cubicBezTo>
                    <a:pt x="191" y="280"/>
                    <a:pt x="176" y="280"/>
                    <a:pt x="176" y="294"/>
                  </a:cubicBezTo>
                  <a:cubicBezTo>
                    <a:pt x="176" y="368"/>
                    <a:pt x="176" y="368"/>
                    <a:pt x="176" y="368"/>
                  </a:cubicBezTo>
                  <a:cubicBezTo>
                    <a:pt x="176" y="383"/>
                    <a:pt x="191" y="398"/>
                    <a:pt x="191" y="398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44"/>
                    <a:pt x="0" y="44"/>
                    <a:pt x="0" y="44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4" y="73"/>
                    <a:pt x="44" y="412"/>
                    <a:pt x="44" y="412"/>
                  </a:cubicBezTo>
                  <a:cubicBezTo>
                    <a:pt x="44" y="456"/>
                    <a:pt x="73" y="486"/>
                    <a:pt x="117" y="486"/>
                  </a:cubicBezTo>
                  <a:cubicBezTo>
                    <a:pt x="235" y="486"/>
                    <a:pt x="235" y="486"/>
                    <a:pt x="235" y="486"/>
                  </a:cubicBezTo>
                  <a:cubicBezTo>
                    <a:pt x="162" y="633"/>
                    <a:pt x="162" y="633"/>
                    <a:pt x="162" y="633"/>
                  </a:cubicBezTo>
                  <a:cubicBezTo>
                    <a:pt x="221" y="633"/>
                    <a:pt x="221" y="633"/>
                    <a:pt x="221" y="633"/>
                  </a:cubicBezTo>
                  <a:cubicBezTo>
                    <a:pt x="294" y="486"/>
                    <a:pt x="294" y="486"/>
                    <a:pt x="294" y="486"/>
                  </a:cubicBezTo>
                  <a:cubicBezTo>
                    <a:pt x="338" y="486"/>
                    <a:pt x="338" y="486"/>
                    <a:pt x="338" y="486"/>
                  </a:cubicBezTo>
                  <a:cubicBezTo>
                    <a:pt x="412" y="633"/>
                    <a:pt x="412" y="633"/>
                    <a:pt x="412" y="633"/>
                  </a:cubicBezTo>
                  <a:cubicBezTo>
                    <a:pt x="471" y="633"/>
                    <a:pt x="471" y="633"/>
                    <a:pt x="471" y="633"/>
                  </a:cubicBezTo>
                  <a:cubicBezTo>
                    <a:pt x="397" y="486"/>
                    <a:pt x="397" y="486"/>
                    <a:pt x="397" y="486"/>
                  </a:cubicBezTo>
                  <a:cubicBezTo>
                    <a:pt x="515" y="486"/>
                    <a:pt x="515" y="486"/>
                    <a:pt x="515" y="486"/>
                  </a:cubicBezTo>
                  <a:cubicBezTo>
                    <a:pt x="559" y="486"/>
                    <a:pt x="588" y="456"/>
                    <a:pt x="588" y="412"/>
                  </a:cubicBezTo>
                  <a:cubicBezTo>
                    <a:pt x="588" y="412"/>
                    <a:pt x="588" y="73"/>
                    <a:pt x="588" y="44"/>
                  </a:cubicBezTo>
                  <a:cubicBezTo>
                    <a:pt x="633" y="44"/>
                    <a:pt x="633" y="44"/>
                    <a:pt x="633" y="44"/>
                  </a:cubicBezTo>
                  <a:cubicBezTo>
                    <a:pt x="633" y="0"/>
                    <a:pt x="633" y="0"/>
                    <a:pt x="633" y="0"/>
                  </a:cubicBezTo>
                  <a:lnTo>
                    <a:pt x="0" y="0"/>
                  </a:lnTo>
                  <a:close/>
                  <a:moveTo>
                    <a:pt x="544" y="412"/>
                  </a:moveTo>
                  <a:lnTo>
                    <a:pt x="544" y="412"/>
                  </a:lnTo>
                  <a:cubicBezTo>
                    <a:pt x="544" y="442"/>
                    <a:pt x="530" y="456"/>
                    <a:pt x="515" y="456"/>
                  </a:cubicBezTo>
                  <a:cubicBezTo>
                    <a:pt x="117" y="456"/>
                    <a:pt x="117" y="456"/>
                    <a:pt x="117" y="456"/>
                  </a:cubicBezTo>
                  <a:cubicBezTo>
                    <a:pt x="88" y="456"/>
                    <a:pt x="73" y="442"/>
                    <a:pt x="73" y="412"/>
                  </a:cubicBezTo>
                  <a:cubicBezTo>
                    <a:pt x="73" y="412"/>
                    <a:pt x="73" y="59"/>
                    <a:pt x="73" y="44"/>
                  </a:cubicBezTo>
                  <a:cubicBezTo>
                    <a:pt x="544" y="44"/>
                    <a:pt x="544" y="44"/>
                    <a:pt x="544" y="44"/>
                  </a:cubicBezTo>
                  <a:cubicBezTo>
                    <a:pt x="544" y="73"/>
                    <a:pt x="544" y="412"/>
                    <a:pt x="544" y="4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3"/>
            <p:cNvSpPr/>
            <p:nvPr/>
          </p:nvSpPr>
          <p:spPr>
            <a:xfrm>
              <a:off x="2946353" y="504894"/>
              <a:ext cx="158415" cy="212477"/>
            </a:xfrm>
            <a:custGeom>
              <a:rect b="b" l="l" r="r" t="t"/>
              <a:pathLst>
                <a:path extrusionOk="0" h="590" w="443">
                  <a:moveTo>
                    <a:pt x="353" y="0"/>
                  </a:moveTo>
                  <a:lnTo>
                    <a:pt x="353" y="0"/>
                  </a:lnTo>
                  <a:cubicBezTo>
                    <a:pt x="89" y="0"/>
                    <a:pt x="89" y="0"/>
                    <a:pt x="89" y="0"/>
                  </a:cubicBezTo>
                  <a:cubicBezTo>
                    <a:pt x="44" y="0"/>
                    <a:pt x="0" y="30"/>
                    <a:pt x="0" y="73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60"/>
                    <a:pt x="44" y="589"/>
                    <a:pt x="89" y="589"/>
                  </a:cubicBezTo>
                  <a:cubicBezTo>
                    <a:pt x="221" y="456"/>
                    <a:pt x="221" y="456"/>
                    <a:pt x="221" y="456"/>
                  </a:cubicBezTo>
                  <a:cubicBezTo>
                    <a:pt x="353" y="589"/>
                    <a:pt x="353" y="589"/>
                    <a:pt x="353" y="589"/>
                  </a:cubicBezTo>
                  <a:cubicBezTo>
                    <a:pt x="398" y="589"/>
                    <a:pt x="442" y="560"/>
                    <a:pt x="442" y="515"/>
                  </a:cubicBezTo>
                  <a:cubicBezTo>
                    <a:pt x="442" y="73"/>
                    <a:pt x="442" y="73"/>
                    <a:pt x="442" y="73"/>
                  </a:cubicBezTo>
                  <a:cubicBezTo>
                    <a:pt x="442" y="30"/>
                    <a:pt x="398" y="0"/>
                    <a:pt x="353" y="0"/>
                  </a:cubicBezTo>
                  <a:close/>
                  <a:moveTo>
                    <a:pt x="398" y="515"/>
                  </a:moveTo>
                  <a:lnTo>
                    <a:pt x="398" y="515"/>
                  </a:lnTo>
                  <a:cubicBezTo>
                    <a:pt x="398" y="530"/>
                    <a:pt x="383" y="545"/>
                    <a:pt x="353" y="545"/>
                  </a:cubicBezTo>
                  <a:cubicBezTo>
                    <a:pt x="221" y="412"/>
                    <a:pt x="221" y="412"/>
                    <a:pt x="221" y="412"/>
                  </a:cubicBezTo>
                  <a:cubicBezTo>
                    <a:pt x="89" y="545"/>
                    <a:pt x="89" y="545"/>
                    <a:pt x="89" y="545"/>
                  </a:cubicBezTo>
                  <a:cubicBezTo>
                    <a:pt x="59" y="545"/>
                    <a:pt x="44" y="530"/>
                    <a:pt x="44" y="515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59"/>
                    <a:pt x="59" y="44"/>
                    <a:pt x="89" y="44"/>
                  </a:cubicBezTo>
                  <a:cubicBezTo>
                    <a:pt x="353" y="44"/>
                    <a:pt x="353" y="44"/>
                    <a:pt x="353" y="44"/>
                  </a:cubicBezTo>
                  <a:cubicBezTo>
                    <a:pt x="383" y="44"/>
                    <a:pt x="398" y="59"/>
                    <a:pt x="398" y="73"/>
                  </a:cubicBezTo>
                  <a:lnTo>
                    <a:pt x="398" y="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3"/>
            <p:cNvSpPr/>
            <p:nvPr/>
          </p:nvSpPr>
          <p:spPr>
            <a:xfrm>
              <a:off x="2543201" y="504894"/>
              <a:ext cx="228611" cy="228602"/>
            </a:xfrm>
            <a:custGeom>
              <a:rect b="b" l="l" r="r" t="t"/>
              <a:pathLst>
                <a:path extrusionOk="0" h="634" w="634">
                  <a:moveTo>
                    <a:pt x="560" y="73"/>
                  </a:moveTo>
                  <a:lnTo>
                    <a:pt x="560" y="73"/>
                  </a:lnTo>
                  <a:cubicBezTo>
                    <a:pt x="280" y="73"/>
                    <a:pt x="280" y="73"/>
                    <a:pt x="280" y="73"/>
                  </a:cubicBezTo>
                  <a:cubicBezTo>
                    <a:pt x="280" y="30"/>
                    <a:pt x="251" y="0"/>
                    <a:pt x="207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45" y="0"/>
                    <a:pt x="0" y="30"/>
                    <a:pt x="0" y="73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45" y="633"/>
                    <a:pt x="89" y="633"/>
                  </a:cubicBezTo>
                  <a:cubicBezTo>
                    <a:pt x="560" y="633"/>
                    <a:pt x="560" y="633"/>
                    <a:pt x="560" y="633"/>
                  </a:cubicBezTo>
                  <a:cubicBezTo>
                    <a:pt x="604" y="633"/>
                    <a:pt x="633" y="589"/>
                    <a:pt x="633" y="545"/>
                  </a:cubicBezTo>
                  <a:cubicBezTo>
                    <a:pt x="633" y="162"/>
                    <a:pt x="633" y="162"/>
                    <a:pt x="633" y="162"/>
                  </a:cubicBezTo>
                  <a:cubicBezTo>
                    <a:pt x="633" y="118"/>
                    <a:pt x="604" y="73"/>
                    <a:pt x="560" y="73"/>
                  </a:cubicBezTo>
                  <a:close/>
                  <a:moveTo>
                    <a:pt x="589" y="545"/>
                  </a:moveTo>
                  <a:lnTo>
                    <a:pt x="589" y="545"/>
                  </a:lnTo>
                  <a:cubicBezTo>
                    <a:pt x="589" y="574"/>
                    <a:pt x="575" y="589"/>
                    <a:pt x="560" y="589"/>
                  </a:cubicBezTo>
                  <a:cubicBezTo>
                    <a:pt x="89" y="589"/>
                    <a:pt x="89" y="589"/>
                    <a:pt x="89" y="589"/>
                  </a:cubicBezTo>
                  <a:cubicBezTo>
                    <a:pt x="59" y="589"/>
                    <a:pt x="45" y="574"/>
                    <a:pt x="45" y="545"/>
                  </a:cubicBezTo>
                  <a:cubicBezTo>
                    <a:pt x="45" y="236"/>
                    <a:pt x="45" y="236"/>
                    <a:pt x="45" y="236"/>
                  </a:cubicBezTo>
                  <a:cubicBezTo>
                    <a:pt x="589" y="236"/>
                    <a:pt x="589" y="236"/>
                    <a:pt x="589" y="236"/>
                  </a:cubicBezTo>
                  <a:lnTo>
                    <a:pt x="589" y="545"/>
                  </a:lnTo>
                  <a:close/>
                  <a:moveTo>
                    <a:pt x="589" y="191"/>
                  </a:moveTo>
                  <a:lnTo>
                    <a:pt x="589" y="191"/>
                  </a:lnTo>
                  <a:cubicBezTo>
                    <a:pt x="45" y="191"/>
                    <a:pt x="45" y="191"/>
                    <a:pt x="45" y="191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59"/>
                    <a:pt x="59" y="44"/>
                    <a:pt x="89" y="44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21" y="44"/>
                    <a:pt x="236" y="59"/>
                    <a:pt x="236" y="73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560" y="118"/>
                    <a:pt x="560" y="118"/>
                    <a:pt x="560" y="118"/>
                  </a:cubicBezTo>
                  <a:cubicBezTo>
                    <a:pt x="575" y="118"/>
                    <a:pt x="589" y="132"/>
                    <a:pt x="589" y="162"/>
                  </a:cubicBezTo>
                  <a:lnTo>
                    <a:pt x="589" y="19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3"/>
            <p:cNvSpPr/>
            <p:nvPr/>
          </p:nvSpPr>
          <p:spPr>
            <a:xfrm>
              <a:off x="2182737" y="504894"/>
              <a:ext cx="212485" cy="228602"/>
            </a:xfrm>
            <a:custGeom>
              <a:rect b="b" l="l" r="r" t="t"/>
              <a:pathLst>
                <a:path extrusionOk="0" h="634" w="590">
                  <a:moveTo>
                    <a:pt x="516" y="0"/>
                  </a:moveTo>
                  <a:lnTo>
                    <a:pt x="516" y="0"/>
                  </a:lnTo>
                  <a:cubicBezTo>
                    <a:pt x="89" y="0"/>
                    <a:pt x="89" y="0"/>
                    <a:pt x="89" y="0"/>
                  </a:cubicBezTo>
                  <a:cubicBezTo>
                    <a:pt x="44" y="0"/>
                    <a:pt x="0" y="30"/>
                    <a:pt x="0" y="73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44" y="633"/>
                    <a:pt x="89" y="633"/>
                  </a:cubicBezTo>
                  <a:cubicBezTo>
                    <a:pt x="516" y="633"/>
                    <a:pt x="516" y="633"/>
                    <a:pt x="516" y="633"/>
                  </a:cubicBezTo>
                  <a:cubicBezTo>
                    <a:pt x="560" y="633"/>
                    <a:pt x="589" y="589"/>
                    <a:pt x="589" y="545"/>
                  </a:cubicBezTo>
                  <a:cubicBezTo>
                    <a:pt x="589" y="73"/>
                    <a:pt x="589" y="73"/>
                    <a:pt x="589" y="73"/>
                  </a:cubicBezTo>
                  <a:cubicBezTo>
                    <a:pt x="589" y="30"/>
                    <a:pt x="560" y="0"/>
                    <a:pt x="516" y="0"/>
                  </a:cubicBezTo>
                  <a:close/>
                  <a:moveTo>
                    <a:pt x="89" y="44"/>
                  </a:moveTo>
                  <a:lnTo>
                    <a:pt x="89" y="44"/>
                  </a:lnTo>
                  <a:cubicBezTo>
                    <a:pt x="516" y="44"/>
                    <a:pt x="516" y="44"/>
                    <a:pt x="516" y="44"/>
                  </a:cubicBezTo>
                  <a:cubicBezTo>
                    <a:pt x="530" y="44"/>
                    <a:pt x="530" y="44"/>
                    <a:pt x="530" y="44"/>
                  </a:cubicBezTo>
                  <a:cubicBezTo>
                    <a:pt x="457" y="118"/>
                    <a:pt x="457" y="118"/>
                    <a:pt x="457" y="118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74" y="44"/>
                    <a:pt x="74" y="44"/>
                    <a:pt x="89" y="44"/>
                  </a:cubicBezTo>
                  <a:close/>
                  <a:moveTo>
                    <a:pt x="560" y="545"/>
                  </a:moveTo>
                  <a:lnTo>
                    <a:pt x="560" y="545"/>
                  </a:lnTo>
                  <a:cubicBezTo>
                    <a:pt x="560" y="574"/>
                    <a:pt x="530" y="589"/>
                    <a:pt x="516" y="589"/>
                  </a:cubicBezTo>
                  <a:cubicBezTo>
                    <a:pt x="89" y="589"/>
                    <a:pt x="89" y="589"/>
                    <a:pt x="89" y="589"/>
                  </a:cubicBezTo>
                  <a:cubicBezTo>
                    <a:pt x="59" y="589"/>
                    <a:pt x="44" y="574"/>
                    <a:pt x="44" y="545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471" y="162"/>
                    <a:pt x="471" y="162"/>
                    <a:pt x="471" y="162"/>
                  </a:cubicBezTo>
                  <a:cubicBezTo>
                    <a:pt x="560" y="89"/>
                    <a:pt x="560" y="89"/>
                    <a:pt x="560" y="89"/>
                  </a:cubicBezTo>
                  <a:lnTo>
                    <a:pt x="560" y="5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3"/>
            <p:cNvSpPr/>
            <p:nvPr/>
          </p:nvSpPr>
          <p:spPr>
            <a:xfrm>
              <a:off x="1817529" y="521020"/>
              <a:ext cx="206793" cy="207734"/>
            </a:xfrm>
            <a:custGeom>
              <a:rect b="b" l="l" r="r" t="t"/>
              <a:pathLst>
                <a:path extrusionOk="0" h="576" w="575">
                  <a:moveTo>
                    <a:pt x="544" y="221"/>
                  </a:moveTo>
                  <a:lnTo>
                    <a:pt x="544" y="221"/>
                  </a:lnTo>
                  <a:cubicBezTo>
                    <a:pt x="265" y="486"/>
                    <a:pt x="265" y="486"/>
                    <a:pt x="265" y="486"/>
                  </a:cubicBezTo>
                  <a:cubicBezTo>
                    <a:pt x="220" y="530"/>
                    <a:pt x="147" y="530"/>
                    <a:pt x="88" y="486"/>
                  </a:cubicBezTo>
                  <a:cubicBezTo>
                    <a:pt x="44" y="442"/>
                    <a:pt x="44" y="368"/>
                    <a:pt x="88" y="324"/>
                  </a:cubicBezTo>
                  <a:cubicBezTo>
                    <a:pt x="338" y="74"/>
                    <a:pt x="338" y="74"/>
                    <a:pt x="338" y="74"/>
                  </a:cubicBezTo>
                  <a:cubicBezTo>
                    <a:pt x="383" y="45"/>
                    <a:pt x="426" y="45"/>
                    <a:pt x="456" y="74"/>
                  </a:cubicBezTo>
                  <a:cubicBezTo>
                    <a:pt x="485" y="103"/>
                    <a:pt x="485" y="162"/>
                    <a:pt x="456" y="192"/>
                  </a:cubicBezTo>
                  <a:cubicBezTo>
                    <a:pt x="206" y="442"/>
                    <a:pt x="206" y="442"/>
                    <a:pt x="206" y="442"/>
                  </a:cubicBezTo>
                  <a:cubicBezTo>
                    <a:pt x="191" y="457"/>
                    <a:pt x="162" y="457"/>
                    <a:pt x="147" y="442"/>
                  </a:cubicBezTo>
                  <a:cubicBezTo>
                    <a:pt x="132" y="427"/>
                    <a:pt x="132" y="398"/>
                    <a:pt x="147" y="383"/>
                  </a:cubicBezTo>
                  <a:cubicBezTo>
                    <a:pt x="367" y="162"/>
                    <a:pt x="367" y="162"/>
                    <a:pt x="367" y="162"/>
                  </a:cubicBezTo>
                  <a:cubicBezTo>
                    <a:pt x="338" y="133"/>
                    <a:pt x="338" y="133"/>
                    <a:pt x="338" y="133"/>
                  </a:cubicBezTo>
                  <a:cubicBezTo>
                    <a:pt x="117" y="354"/>
                    <a:pt x="117" y="354"/>
                    <a:pt x="117" y="354"/>
                  </a:cubicBezTo>
                  <a:cubicBezTo>
                    <a:pt x="88" y="383"/>
                    <a:pt x="88" y="427"/>
                    <a:pt x="117" y="457"/>
                  </a:cubicBezTo>
                  <a:cubicBezTo>
                    <a:pt x="147" y="501"/>
                    <a:pt x="206" y="501"/>
                    <a:pt x="235" y="457"/>
                  </a:cubicBezTo>
                  <a:cubicBezTo>
                    <a:pt x="485" y="221"/>
                    <a:pt x="485" y="221"/>
                    <a:pt x="485" y="221"/>
                  </a:cubicBezTo>
                  <a:cubicBezTo>
                    <a:pt x="530" y="162"/>
                    <a:pt x="530" y="88"/>
                    <a:pt x="485" y="45"/>
                  </a:cubicBezTo>
                  <a:cubicBezTo>
                    <a:pt x="441" y="0"/>
                    <a:pt x="367" y="0"/>
                    <a:pt x="324" y="45"/>
                  </a:cubicBezTo>
                  <a:cubicBezTo>
                    <a:pt x="58" y="309"/>
                    <a:pt x="58" y="309"/>
                    <a:pt x="58" y="309"/>
                  </a:cubicBezTo>
                  <a:cubicBezTo>
                    <a:pt x="0" y="368"/>
                    <a:pt x="14" y="457"/>
                    <a:pt x="58" y="516"/>
                  </a:cubicBezTo>
                  <a:cubicBezTo>
                    <a:pt x="117" y="575"/>
                    <a:pt x="206" y="575"/>
                    <a:pt x="279" y="530"/>
                  </a:cubicBezTo>
                  <a:cubicBezTo>
                    <a:pt x="574" y="236"/>
                    <a:pt x="574" y="236"/>
                    <a:pt x="574" y="236"/>
                  </a:cubicBezTo>
                  <a:lnTo>
                    <a:pt x="544" y="22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3"/>
            <p:cNvSpPr/>
            <p:nvPr/>
          </p:nvSpPr>
          <p:spPr>
            <a:xfrm>
              <a:off x="1499751" y="504894"/>
              <a:ext cx="111934" cy="228602"/>
            </a:xfrm>
            <a:custGeom>
              <a:rect b="b" l="l" r="r" t="t"/>
              <a:pathLst>
                <a:path extrusionOk="0" h="634" w="310">
                  <a:moveTo>
                    <a:pt x="280" y="73"/>
                  </a:moveTo>
                  <a:lnTo>
                    <a:pt x="280" y="73"/>
                  </a:lnTo>
                  <a:cubicBezTo>
                    <a:pt x="280" y="471"/>
                    <a:pt x="280" y="471"/>
                    <a:pt x="280" y="471"/>
                  </a:cubicBezTo>
                  <a:cubicBezTo>
                    <a:pt x="280" y="530"/>
                    <a:pt x="221" y="589"/>
                    <a:pt x="162" y="589"/>
                  </a:cubicBezTo>
                  <a:cubicBezTo>
                    <a:pt x="89" y="589"/>
                    <a:pt x="45" y="530"/>
                    <a:pt x="45" y="471"/>
                  </a:cubicBezTo>
                  <a:cubicBezTo>
                    <a:pt x="45" y="118"/>
                    <a:pt x="45" y="118"/>
                    <a:pt x="45" y="118"/>
                  </a:cubicBezTo>
                  <a:cubicBezTo>
                    <a:pt x="45" y="73"/>
                    <a:pt x="74" y="44"/>
                    <a:pt x="118" y="44"/>
                  </a:cubicBezTo>
                  <a:cubicBezTo>
                    <a:pt x="162" y="44"/>
                    <a:pt x="192" y="73"/>
                    <a:pt x="192" y="118"/>
                  </a:cubicBezTo>
                  <a:cubicBezTo>
                    <a:pt x="192" y="471"/>
                    <a:pt x="192" y="471"/>
                    <a:pt x="192" y="471"/>
                  </a:cubicBezTo>
                  <a:cubicBezTo>
                    <a:pt x="192" y="486"/>
                    <a:pt x="177" y="515"/>
                    <a:pt x="162" y="515"/>
                  </a:cubicBezTo>
                  <a:cubicBezTo>
                    <a:pt x="133" y="515"/>
                    <a:pt x="118" y="486"/>
                    <a:pt x="118" y="471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74" y="162"/>
                    <a:pt x="74" y="162"/>
                    <a:pt x="74" y="162"/>
                  </a:cubicBezTo>
                  <a:cubicBezTo>
                    <a:pt x="74" y="471"/>
                    <a:pt x="74" y="471"/>
                    <a:pt x="74" y="471"/>
                  </a:cubicBezTo>
                  <a:cubicBezTo>
                    <a:pt x="74" y="515"/>
                    <a:pt x="118" y="545"/>
                    <a:pt x="162" y="545"/>
                  </a:cubicBezTo>
                  <a:cubicBezTo>
                    <a:pt x="207" y="545"/>
                    <a:pt x="236" y="515"/>
                    <a:pt x="236" y="471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6" y="59"/>
                    <a:pt x="177" y="0"/>
                    <a:pt x="118" y="0"/>
                  </a:cubicBezTo>
                  <a:cubicBezTo>
                    <a:pt x="59" y="0"/>
                    <a:pt x="0" y="59"/>
                    <a:pt x="0" y="118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15" y="574"/>
                    <a:pt x="74" y="633"/>
                    <a:pt x="162" y="633"/>
                  </a:cubicBezTo>
                  <a:cubicBezTo>
                    <a:pt x="236" y="633"/>
                    <a:pt x="309" y="574"/>
                    <a:pt x="309" y="486"/>
                  </a:cubicBezTo>
                  <a:cubicBezTo>
                    <a:pt x="309" y="73"/>
                    <a:pt x="309" y="73"/>
                    <a:pt x="309" y="73"/>
                  </a:cubicBezTo>
                  <a:lnTo>
                    <a:pt x="280" y="7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3"/>
            <p:cNvSpPr/>
            <p:nvPr/>
          </p:nvSpPr>
          <p:spPr>
            <a:xfrm>
              <a:off x="1081422" y="511534"/>
              <a:ext cx="212485" cy="212477"/>
            </a:xfrm>
            <a:custGeom>
              <a:rect b="b" l="l" r="r" t="t"/>
              <a:pathLst>
                <a:path extrusionOk="0" h="589" w="590">
                  <a:moveTo>
                    <a:pt x="457" y="412"/>
                  </a:moveTo>
                  <a:lnTo>
                    <a:pt x="560" y="324"/>
                  </a:lnTo>
                  <a:lnTo>
                    <a:pt x="501" y="324"/>
                  </a:lnTo>
                  <a:lnTo>
                    <a:pt x="280" y="103"/>
                  </a:lnTo>
                  <a:lnTo>
                    <a:pt x="280" y="0"/>
                  </a:lnTo>
                  <a:lnTo>
                    <a:pt x="0" y="279"/>
                  </a:lnTo>
                  <a:lnTo>
                    <a:pt x="103" y="279"/>
                  </a:lnTo>
                  <a:lnTo>
                    <a:pt x="324" y="500"/>
                  </a:lnTo>
                  <a:lnTo>
                    <a:pt x="324" y="559"/>
                  </a:lnTo>
                  <a:lnTo>
                    <a:pt x="412" y="456"/>
                  </a:lnTo>
                  <a:lnTo>
                    <a:pt x="574" y="588"/>
                  </a:lnTo>
                  <a:lnTo>
                    <a:pt x="589" y="574"/>
                  </a:lnTo>
                  <a:lnTo>
                    <a:pt x="457" y="412"/>
                  </a:lnTo>
                  <a:close/>
                  <a:moveTo>
                    <a:pt x="353" y="471"/>
                  </a:moveTo>
                  <a:lnTo>
                    <a:pt x="133" y="250"/>
                  </a:lnTo>
                  <a:lnTo>
                    <a:pt x="251" y="132"/>
                  </a:lnTo>
                  <a:lnTo>
                    <a:pt x="471" y="353"/>
                  </a:lnTo>
                  <a:lnTo>
                    <a:pt x="353" y="4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3"/>
            <p:cNvSpPr/>
            <p:nvPr/>
          </p:nvSpPr>
          <p:spPr>
            <a:xfrm>
              <a:off x="700088" y="526711"/>
              <a:ext cx="228610" cy="218168"/>
            </a:xfrm>
            <a:custGeom>
              <a:rect b="b" l="l" r="r" t="t"/>
              <a:pathLst>
                <a:path extrusionOk="0" h="604" w="634">
                  <a:moveTo>
                    <a:pt x="619" y="14"/>
                  </a:moveTo>
                  <a:lnTo>
                    <a:pt x="619" y="14"/>
                  </a:lnTo>
                  <a:cubicBezTo>
                    <a:pt x="589" y="0"/>
                    <a:pt x="560" y="0"/>
                    <a:pt x="530" y="14"/>
                  </a:cubicBezTo>
                  <a:cubicBezTo>
                    <a:pt x="192" y="353"/>
                    <a:pt x="192" y="353"/>
                    <a:pt x="192" y="353"/>
                  </a:cubicBezTo>
                  <a:cubicBezTo>
                    <a:pt x="162" y="353"/>
                    <a:pt x="103" y="368"/>
                    <a:pt x="74" y="442"/>
                  </a:cubicBezTo>
                  <a:cubicBezTo>
                    <a:pt x="59" y="486"/>
                    <a:pt x="0" y="486"/>
                    <a:pt x="0" y="486"/>
                  </a:cubicBezTo>
                  <a:cubicBezTo>
                    <a:pt x="103" y="603"/>
                    <a:pt x="236" y="530"/>
                    <a:pt x="251" y="501"/>
                  </a:cubicBezTo>
                  <a:cubicBezTo>
                    <a:pt x="280" y="486"/>
                    <a:pt x="280" y="456"/>
                    <a:pt x="280" y="427"/>
                  </a:cubicBezTo>
                  <a:cubicBezTo>
                    <a:pt x="619" y="103"/>
                    <a:pt x="619" y="103"/>
                    <a:pt x="619" y="103"/>
                  </a:cubicBezTo>
                  <a:cubicBezTo>
                    <a:pt x="633" y="73"/>
                    <a:pt x="633" y="44"/>
                    <a:pt x="619" y="14"/>
                  </a:cubicBezTo>
                  <a:close/>
                  <a:moveTo>
                    <a:pt x="236" y="486"/>
                  </a:moveTo>
                  <a:lnTo>
                    <a:pt x="236" y="486"/>
                  </a:lnTo>
                  <a:cubicBezTo>
                    <a:pt x="207" y="501"/>
                    <a:pt x="118" y="530"/>
                    <a:pt x="74" y="501"/>
                  </a:cubicBezTo>
                  <a:cubicBezTo>
                    <a:pt x="74" y="501"/>
                    <a:pt x="89" y="486"/>
                    <a:pt x="103" y="456"/>
                  </a:cubicBezTo>
                  <a:cubicBezTo>
                    <a:pt x="133" y="368"/>
                    <a:pt x="221" y="383"/>
                    <a:pt x="221" y="383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65" y="442"/>
                    <a:pt x="236" y="486"/>
                  </a:cubicBezTo>
                  <a:close/>
                  <a:moveTo>
                    <a:pt x="265" y="383"/>
                  </a:moveTo>
                  <a:lnTo>
                    <a:pt x="265" y="383"/>
                  </a:lnTo>
                  <a:lnTo>
                    <a:pt x="251" y="353"/>
                  </a:lnTo>
                  <a:cubicBezTo>
                    <a:pt x="280" y="309"/>
                    <a:pt x="280" y="309"/>
                    <a:pt x="280" y="309"/>
                  </a:cubicBezTo>
                  <a:cubicBezTo>
                    <a:pt x="310" y="339"/>
                    <a:pt x="310" y="339"/>
                    <a:pt x="310" y="339"/>
                  </a:cubicBezTo>
                  <a:lnTo>
                    <a:pt x="265" y="383"/>
                  </a:lnTo>
                  <a:close/>
                  <a:moveTo>
                    <a:pt x="589" y="73"/>
                  </a:moveTo>
                  <a:lnTo>
                    <a:pt x="589" y="73"/>
                  </a:lnTo>
                  <a:cubicBezTo>
                    <a:pt x="339" y="309"/>
                    <a:pt x="339" y="309"/>
                    <a:pt x="339" y="309"/>
                  </a:cubicBezTo>
                  <a:cubicBezTo>
                    <a:pt x="310" y="294"/>
                    <a:pt x="310" y="294"/>
                    <a:pt x="310" y="294"/>
                  </a:cubicBezTo>
                  <a:cubicBezTo>
                    <a:pt x="560" y="44"/>
                    <a:pt x="560" y="44"/>
                    <a:pt x="560" y="44"/>
                  </a:cubicBezTo>
                  <a:cubicBezTo>
                    <a:pt x="574" y="30"/>
                    <a:pt x="574" y="30"/>
                    <a:pt x="589" y="44"/>
                  </a:cubicBezTo>
                  <a:cubicBezTo>
                    <a:pt x="589" y="44"/>
                    <a:pt x="589" y="59"/>
                    <a:pt x="589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3"/>
            <p:cNvSpPr/>
            <p:nvPr/>
          </p:nvSpPr>
          <p:spPr>
            <a:xfrm>
              <a:off x="4091303" y="139700"/>
              <a:ext cx="73990" cy="228602"/>
            </a:xfrm>
            <a:custGeom>
              <a:rect b="b" l="l" r="r" t="t"/>
              <a:pathLst>
                <a:path extrusionOk="0" h="634" w="207">
                  <a:moveTo>
                    <a:pt x="162" y="0"/>
                  </a:moveTo>
                  <a:lnTo>
                    <a:pt x="162" y="0"/>
                  </a:lnTo>
                  <a:cubicBezTo>
                    <a:pt x="44" y="0"/>
                    <a:pt x="44" y="0"/>
                    <a:pt x="44" y="0"/>
                  </a:cubicBezTo>
                  <a:cubicBezTo>
                    <a:pt x="15" y="0"/>
                    <a:pt x="0" y="15"/>
                    <a:pt x="0" y="29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88" y="604"/>
                    <a:pt x="88" y="604"/>
                    <a:pt x="88" y="604"/>
                  </a:cubicBezTo>
                  <a:cubicBezTo>
                    <a:pt x="88" y="633"/>
                    <a:pt x="118" y="633"/>
                    <a:pt x="118" y="604"/>
                  </a:cubicBezTo>
                  <a:cubicBezTo>
                    <a:pt x="206" y="471"/>
                    <a:pt x="206" y="471"/>
                    <a:pt x="206" y="471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6" y="15"/>
                    <a:pt x="192" y="0"/>
                    <a:pt x="162" y="0"/>
                  </a:cubicBezTo>
                  <a:close/>
                  <a:moveTo>
                    <a:pt x="103" y="575"/>
                  </a:moveTo>
                  <a:lnTo>
                    <a:pt x="103" y="575"/>
                  </a:lnTo>
                  <a:cubicBezTo>
                    <a:pt x="44" y="471"/>
                    <a:pt x="44" y="471"/>
                    <a:pt x="44" y="471"/>
                  </a:cubicBezTo>
                  <a:cubicBezTo>
                    <a:pt x="162" y="471"/>
                    <a:pt x="162" y="471"/>
                    <a:pt x="162" y="471"/>
                  </a:cubicBezTo>
                  <a:lnTo>
                    <a:pt x="103" y="575"/>
                  </a:lnTo>
                  <a:close/>
                  <a:moveTo>
                    <a:pt x="162" y="427"/>
                  </a:moveTo>
                  <a:lnTo>
                    <a:pt x="162" y="427"/>
                  </a:lnTo>
                  <a:cubicBezTo>
                    <a:pt x="118" y="427"/>
                    <a:pt x="59" y="427"/>
                    <a:pt x="44" y="427"/>
                  </a:cubicBezTo>
                  <a:cubicBezTo>
                    <a:pt x="44" y="177"/>
                    <a:pt x="44" y="177"/>
                    <a:pt x="44" y="177"/>
                  </a:cubicBezTo>
                  <a:cubicBezTo>
                    <a:pt x="162" y="177"/>
                    <a:pt x="162" y="177"/>
                    <a:pt x="162" y="177"/>
                  </a:cubicBezTo>
                  <a:lnTo>
                    <a:pt x="162" y="427"/>
                  </a:lnTo>
                  <a:close/>
                  <a:moveTo>
                    <a:pt x="162" y="133"/>
                  </a:moveTo>
                  <a:lnTo>
                    <a:pt x="162" y="133"/>
                  </a:lnTo>
                  <a:cubicBezTo>
                    <a:pt x="44" y="133"/>
                    <a:pt x="44" y="133"/>
                    <a:pt x="44" y="133"/>
                  </a:cubicBezTo>
                  <a:cubicBezTo>
                    <a:pt x="44" y="59"/>
                    <a:pt x="44" y="59"/>
                    <a:pt x="44" y="59"/>
                  </a:cubicBezTo>
                  <a:cubicBezTo>
                    <a:pt x="44" y="29"/>
                    <a:pt x="44" y="29"/>
                    <a:pt x="59" y="29"/>
                  </a:cubicBezTo>
                  <a:cubicBezTo>
                    <a:pt x="147" y="29"/>
                    <a:pt x="147" y="29"/>
                    <a:pt x="147" y="29"/>
                  </a:cubicBezTo>
                  <a:cubicBezTo>
                    <a:pt x="162" y="29"/>
                    <a:pt x="162" y="29"/>
                    <a:pt x="162" y="59"/>
                  </a:cubicBezTo>
                  <a:lnTo>
                    <a:pt x="162" y="1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3"/>
            <p:cNvSpPr/>
            <p:nvPr/>
          </p:nvSpPr>
          <p:spPr>
            <a:xfrm>
              <a:off x="3646414" y="139700"/>
              <a:ext cx="228610" cy="221962"/>
            </a:xfrm>
            <a:custGeom>
              <a:rect b="b" l="l" r="r" t="t"/>
              <a:pathLst>
                <a:path extrusionOk="0" h="619" w="634">
                  <a:moveTo>
                    <a:pt x="589" y="236"/>
                  </a:moveTo>
                  <a:lnTo>
                    <a:pt x="589" y="236"/>
                  </a:lnTo>
                  <a:cubicBezTo>
                    <a:pt x="589" y="545"/>
                    <a:pt x="589" y="545"/>
                    <a:pt x="589" y="545"/>
                  </a:cubicBezTo>
                  <a:cubicBezTo>
                    <a:pt x="589" y="559"/>
                    <a:pt x="575" y="589"/>
                    <a:pt x="545" y="589"/>
                  </a:cubicBezTo>
                  <a:cubicBezTo>
                    <a:pt x="89" y="589"/>
                    <a:pt x="89" y="589"/>
                    <a:pt x="89" y="589"/>
                  </a:cubicBezTo>
                  <a:cubicBezTo>
                    <a:pt x="59" y="589"/>
                    <a:pt x="45" y="559"/>
                    <a:pt x="45" y="545"/>
                  </a:cubicBezTo>
                  <a:cubicBezTo>
                    <a:pt x="45" y="74"/>
                    <a:pt x="45" y="74"/>
                    <a:pt x="45" y="74"/>
                  </a:cubicBezTo>
                  <a:cubicBezTo>
                    <a:pt x="45" y="59"/>
                    <a:pt x="59" y="29"/>
                    <a:pt x="89" y="29"/>
                  </a:cubicBezTo>
                  <a:cubicBezTo>
                    <a:pt x="398" y="29"/>
                    <a:pt x="398" y="29"/>
                    <a:pt x="398" y="29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45" y="0"/>
                    <a:pt x="0" y="29"/>
                    <a:pt x="0" y="74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45" y="618"/>
                    <a:pt x="89" y="618"/>
                  </a:cubicBezTo>
                  <a:cubicBezTo>
                    <a:pt x="545" y="618"/>
                    <a:pt x="545" y="618"/>
                    <a:pt x="545" y="618"/>
                  </a:cubicBezTo>
                  <a:cubicBezTo>
                    <a:pt x="589" y="618"/>
                    <a:pt x="633" y="589"/>
                    <a:pt x="633" y="545"/>
                  </a:cubicBezTo>
                  <a:cubicBezTo>
                    <a:pt x="633" y="236"/>
                    <a:pt x="633" y="236"/>
                    <a:pt x="633" y="236"/>
                  </a:cubicBezTo>
                  <a:lnTo>
                    <a:pt x="589" y="236"/>
                  </a:lnTo>
                  <a:close/>
                  <a:moveTo>
                    <a:pt x="162" y="354"/>
                  </a:moveTo>
                  <a:lnTo>
                    <a:pt x="162" y="354"/>
                  </a:lnTo>
                  <a:cubicBezTo>
                    <a:pt x="74" y="516"/>
                    <a:pt x="74" y="516"/>
                    <a:pt x="74" y="516"/>
                  </a:cubicBezTo>
                  <a:cubicBezTo>
                    <a:pt x="74" y="545"/>
                    <a:pt x="89" y="559"/>
                    <a:pt x="103" y="545"/>
                  </a:cubicBezTo>
                  <a:cubicBezTo>
                    <a:pt x="280" y="457"/>
                    <a:pt x="280" y="457"/>
                    <a:pt x="280" y="457"/>
                  </a:cubicBezTo>
                  <a:lnTo>
                    <a:pt x="295" y="457"/>
                  </a:lnTo>
                  <a:cubicBezTo>
                    <a:pt x="604" y="147"/>
                    <a:pt x="604" y="147"/>
                    <a:pt x="604" y="147"/>
                  </a:cubicBezTo>
                  <a:cubicBezTo>
                    <a:pt x="619" y="133"/>
                    <a:pt x="619" y="103"/>
                    <a:pt x="604" y="88"/>
                  </a:cubicBezTo>
                  <a:cubicBezTo>
                    <a:pt x="530" y="29"/>
                    <a:pt x="530" y="29"/>
                    <a:pt x="530" y="29"/>
                  </a:cubicBezTo>
                  <a:cubicBezTo>
                    <a:pt x="516" y="15"/>
                    <a:pt x="486" y="15"/>
                    <a:pt x="471" y="29"/>
                  </a:cubicBezTo>
                  <a:cubicBezTo>
                    <a:pt x="177" y="324"/>
                    <a:pt x="177" y="324"/>
                    <a:pt x="177" y="324"/>
                  </a:cubicBezTo>
                  <a:cubicBezTo>
                    <a:pt x="162" y="339"/>
                    <a:pt x="162" y="339"/>
                    <a:pt x="162" y="354"/>
                  </a:cubicBezTo>
                  <a:close/>
                  <a:moveTo>
                    <a:pt x="486" y="74"/>
                  </a:moveTo>
                  <a:lnTo>
                    <a:pt x="486" y="74"/>
                  </a:lnTo>
                  <a:cubicBezTo>
                    <a:pt x="501" y="59"/>
                    <a:pt x="516" y="59"/>
                    <a:pt x="516" y="74"/>
                  </a:cubicBezTo>
                  <a:cubicBezTo>
                    <a:pt x="560" y="103"/>
                    <a:pt x="560" y="103"/>
                    <a:pt x="560" y="103"/>
                  </a:cubicBezTo>
                  <a:cubicBezTo>
                    <a:pt x="575" y="118"/>
                    <a:pt x="575" y="133"/>
                    <a:pt x="560" y="133"/>
                  </a:cubicBezTo>
                  <a:cubicBezTo>
                    <a:pt x="516" y="177"/>
                    <a:pt x="516" y="177"/>
                    <a:pt x="516" y="177"/>
                  </a:cubicBezTo>
                  <a:cubicBezTo>
                    <a:pt x="457" y="103"/>
                    <a:pt x="457" y="103"/>
                    <a:pt x="457" y="103"/>
                  </a:cubicBezTo>
                  <a:lnTo>
                    <a:pt x="486" y="74"/>
                  </a:lnTo>
                  <a:close/>
                  <a:moveTo>
                    <a:pt x="428" y="133"/>
                  </a:moveTo>
                  <a:lnTo>
                    <a:pt x="428" y="133"/>
                  </a:lnTo>
                  <a:cubicBezTo>
                    <a:pt x="486" y="206"/>
                    <a:pt x="486" y="206"/>
                    <a:pt x="486" y="206"/>
                  </a:cubicBezTo>
                  <a:cubicBezTo>
                    <a:pt x="266" y="427"/>
                    <a:pt x="266" y="427"/>
                    <a:pt x="266" y="427"/>
                  </a:cubicBezTo>
                  <a:cubicBezTo>
                    <a:pt x="251" y="398"/>
                    <a:pt x="207" y="368"/>
                    <a:pt x="207" y="354"/>
                  </a:cubicBezTo>
                  <a:lnTo>
                    <a:pt x="428" y="133"/>
                  </a:lnTo>
                  <a:close/>
                  <a:moveTo>
                    <a:pt x="236" y="442"/>
                  </a:moveTo>
                  <a:lnTo>
                    <a:pt x="236" y="442"/>
                  </a:lnTo>
                  <a:cubicBezTo>
                    <a:pt x="133" y="516"/>
                    <a:pt x="133" y="516"/>
                    <a:pt x="133" y="516"/>
                  </a:cubicBezTo>
                  <a:cubicBezTo>
                    <a:pt x="118" y="516"/>
                    <a:pt x="118" y="501"/>
                    <a:pt x="118" y="501"/>
                  </a:cubicBezTo>
                  <a:cubicBezTo>
                    <a:pt x="177" y="398"/>
                    <a:pt x="177" y="398"/>
                    <a:pt x="177" y="398"/>
                  </a:cubicBezTo>
                  <a:lnTo>
                    <a:pt x="236" y="4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3"/>
            <p:cNvSpPr/>
            <p:nvPr/>
          </p:nvSpPr>
          <p:spPr>
            <a:xfrm>
              <a:off x="3295435" y="139700"/>
              <a:ext cx="197307" cy="221962"/>
            </a:xfrm>
            <a:custGeom>
              <a:rect b="b" l="l" r="r" t="t"/>
              <a:pathLst>
                <a:path extrusionOk="0" h="619" w="545">
                  <a:moveTo>
                    <a:pt x="412" y="368"/>
                  </a:moveTo>
                  <a:lnTo>
                    <a:pt x="412" y="368"/>
                  </a:lnTo>
                  <a:cubicBezTo>
                    <a:pt x="132" y="368"/>
                    <a:pt x="132" y="368"/>
                    <a:pt x="132" y="368"/>
                  </a:cubicBezTo>
                  <a:cubicBezTo>
                    <a:pt x="118" y="368"/>
                    <a:pt x="118" y="383"/>
                    <a:pt x="118" y="383"/>
                  </a:cubicBezTo>
                  <a:cubicBezTo>
                    <a:pt x="118" y="398"/>
                    <a:pt x="118" y="412"/>
                    <a:pt x="132" y="412"/>
                  </a:cubicBezTo>
                  <a:cubicBezTo>
                    <a:pt x="412" y="412"/>
                    <a:pt x="412" y="412"/>
                    <a:pt x="412" y="412"/>
                  </a:cubicBezTo>
                  <a:cubicBezTo>
                    <a:pt x="412" y="412"/>
                    <a:pt x="427" y="398"/>
                    <a:pt x="427" y="383"/>
                  </a:cubicBezTo>
                  <a:lnTo>
                    <a:pt x="412" y="368"/>
                  </a:lnTo>
                  <a:close/>
                  <a:moveTo>
                    <a:pt x="412" y="471"/>
                  </a:moveTo>
                  <a:lnTo>
                    <a:pt x="412" y="471"/>
                  </a:lnTo>
                  <a:cubicBezTo>
                    <a:pt x="132" y="471"/>
                    <a:pt x="132" y="471"/>
                    <a:pt x="132" y="471"/>
                  </a:cubicBezTo>
                  <a:cubicBezTo>
                    <a:pt x="118" y="471"/>
                    <a:pt x="118" y="471"/>
                    <a:pt x="118" y="486"/>
                  </a:cubicBezTo>
                  <a:cubicBezTo>
                    <a:pt x="118" y="501"/>
                    <a:pt x="118" y="501"/>
                    <a:pt x="132" y="501"/>
                  </a:cubicBezTo>
                  <a:cubicBezTo>
                    <a:pt x="412" y="501"/>
                    <a:pt x="412" y="501"/>
                    <a:pt x="412" y="501"/>
                  </a:cubicBezTo>
                  <a:cubicBezTo>
                    <a:pt x="412" y="501"/>
                    <a:pt x="427" y="501"/>
                    <a:pt x="427" y="486"/>
                  </a:cubicBezTo>
                  <a:cubicBezTo>
                    <a:pt x="427" y="471"/>
                    <a:pt x="412" y="471"/>
                    <a:pt x="412" y="471"/>
                  </a:cubicBezTo>
                  <a:close/>
                  <a:moveTo>
                    <a:pt x="471" y="74"/>
                  </a:moveTo>
                  <a:lnTo>
                    <a:pt x="471" y="74"/>
                  </a:lnTo>
                  <a:cubicBezTo>
                    <a:pt x="412" y="74"/>
                    <a:pt x="412" y="74"/>
                    <a:pt x="412" y="74"/>
                  </a:cubicBezTo>
                  <a:cubicBezTo>
                    <a:pt x="412" y="29"/>
                    <a:pt x="412" y="29"/>
                    <a:pt x="412" y="29"/>
                  </a:cubicBezTo>
                  <a:cubicBezTo>
                    <a:pt x="353" y="29"/>
                    <a:pt x="353" y="29"/>
                    <a:pt x="353" y="29"/>
                  </a:cubicBezTo>
                  <a:cubicBezTo>
                    <a:pt x="339" y="15"/>
                    <a:pt x="309" y="0"/>
                    <a:pt x="265" y="0"/>
                  </a:cubicBezTo>
                  <a:cubicBezTo>
                    <a:pt x="235" y="0"/>
                    <a:pt x="206" y="15"/>
                    <a:pt x="191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74"/>
                    <a:pt x="132" y="74"/>
                    <a:pt x="132" y="74"/>
                  </a:cubicBezTo>
                  <a:cubicBezTo>
                    <a:pt x="73" y="74"/>
                    <a:pt x="73" y="74"/>
                    <a:pt x="73" y="74"/>
                  </a:cubicBezTo>
                  <a:cubicBezTo>
                    <a:pt x="29" y="74"/>
                    <a:pt x="0" y="103"/>
                    <a:pt x="0" y="147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29" y="618"/>
                    <a:pt x="73" y="618"/>
                  </a:cubicBezTo>
                  <a:cubicBezTo>
                    <a:pt x="471" y="618"/>
                    <a:pt x="471" y="618"/>
                    <a:pt x="471" y="618"/>
                  </a:cubicBezTo>
                  <a:cubicBezTo>
                    <a:pt x="515" y="618"/>
                    <a:pt x="544" y="589"/>
                    <a:pt x="544" y="545"/>
                  </a:cubicBezTo>
                  <a:cubicBezTo>
                    <a:pt x="544" y="147"/>
                    <a:pt x="544" y="147"/>
                    <a:pt x="544" y="147"/>
                  </a:cubicBezTo>
                  <a:cubicBezTo>
                    <a:pt x="544" y="103"/>
                    <a:pt x="515" y="74"/>
                    <a:pt x="471" y="74"/>
                  </a:cubicBezTo>
                  <a:close/>
                  <a:moveTo>
                    <a:pt x="177" y="74"/>
                  </a:moveTo>
                  <a:lnTo>
                    <a:pt x="177" y="74"/>
                  </a:lnTo>
                  <a:cubicBezTo>
                    <a:pt x="221" y="74"/>
                    <a:pt x="221" y="74"/>
                    <a:pt x="221" y="74"/>
                  </a:cubicBezTo>
                  <a:cubicBezTo>
                    <a:pt x="221" y="59"/>
                    <a:pt x="235" y="29"/>
                    <a:pt x="265" y="29"/>
                  </a:cubicBezTo>
                  <a:cubicBezTo>
                    <a:pt x="294" y="29"/>
                    <a:pt x="324" y="59"/>
                    <a:pt x="324" y="74"/>
                  </a:cubicBezTo>
                  <a:cubicBezTo>
                    <a:pt x="368" y="74"/>
                    <a:pt x="368" y="74"/>
                    <a:pt x="368" y="74"/>
                  </a:cubicBezTo>
                  <a:cubicBezTo>
                    <a:pt x="368" y="147"/>
                    <a:pt x="368" y="147"/>
                    <a:pt x="368" y="147"/>
                  </a:cubicBezTo>
                  <a:cubicBezTo>
                    <a:pt x="177" y="147"/>
                    <a:pt x="177" y="147"/>
                    <a:pt x="177" y="147"/>
                  </a:cubicBezTo>
                  <a:lnTo>
                    <a:pt x="177" y="74"/>
                  </a:lnTo>
                  <a:close/>
                  <a:moveTo>
                    <a:pt x="500" y="545"/>
                  </a:moveTo>
                  <a:lnTo>
                    <a:pt x="500" y="545"/>
                  </a:lnTo>
                  <a:cubicBezTo>
                    <a:pt x="500" y="559"/>
                    <a:pt x="486" y="589"/>
                    <a:pt x="471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9" y="589"/>
                    <a:pt x="29" y="559"/>
                    <a:pt x="29" y="545"/>
                  </a:cubicBezTo>
                  <a:cubicBezTo>
                    <a:pt x="29" y="147"/>
                    <a:pt x="29" y="147"/>
                    <a:pt x="29" y="147"/>
                  </a:cubicBezTo>
                  <a:cubicBezTo>
                    <a:pt x="29" y="133"/>
                    <a:pt x="59" y="118"/>
                    <a:pt x="73" y="118"/>
                  </a:cubicBezTo>
                  <a:cubicBezTo>
                    <a:pt x="132" y="118"/>
                    <a:pt x="132" y="118"/>
                    <a:pt x="132" y="118"/>
                  </a:cubicBezTo>
                  <a:cubicBezTo>
                    <a:pt x="132" y="192"/>
                    <a:pt x="132" y="192"/>
                    <a:pt x="132" y="192"/>
                  </a:cubicBezTo>
                  <a:cubicBezTo>
                    <a:pt x="412" y="192"/>
                    <a:pt x="412" y="192"/>
                    <a:pt x="412" y="192"/>
                  </a:cubicBezTo>
                  <a:cubicBezTo>
                    <a:pt x="412" y="118"/>
                    <a:pt x="412" y="118"/>
                    <a:pt x="412" y="118"/>
                  </a:cubicBezTo>
                  <a:cubicBezTo>
                    <a:pt x="471" y="118"/>
                    <a:pt x="471" y="118"/>
                    <a:pt x="471" y="118"/>
                  </a:cubicBezTo>
                  <a:cubicBezTo>
                    <a:pt x="486" y="118"/>
                    <a:pt x="500" y="133"/>
                    <a:pt x="500" y="147"/>
                  </a:cubicBezTo>
                  <a:lnTo>
                    <a:pt x="500" y="545"/>
                  </a:lnTo>
                  <a:close/>
                  <a:moveTo>
                    <a:pt x="412" y="265"/>
                  </a:moveTo>
                  <a:lnTo>
                    <a:pt x="412" y="265"/>
                  </a:lnTo>
                  <a:cubicBezTo>
                    <a:pt x="132" y="265"/>
                    <a:pt x="132" y="265"/>
                    <a:pt x="132" y="265"/>
                  </a:cubicBezTo>
                  <a:cubicBezTo>
                    <a:pt x="118" y="265"/>
                    <a:pt x="118" y="280"/>
                    <a:pt x="118" y="295"/>
                  </a:cubicBezTo>
                  <a:cubicBezTo>
                    <a:pt x="118" y="295"/>
                    <a:pt x="118" y="309"/>
                    <a:pt x="132" y="309"/>
                  </a:cubicBezTo>
                  <a:cubicBezTo>
                    <a:pt x="412" y="309"/>
                    <a:pt x="412" y="309"/>
                    <a:pt x="412" y="309"/>
                  </a:cubicBezTo>
                  <a:lnTo>
                    <a:pt x="427" y="295"/>
                  </a:lnTo>
                  <a:cubicBezTo>
                    <a:pt x="427" y="280"/>
                    <a:pt x="412" y="265"/>
                    <a:pt x="412" y="2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3"/>
            <p:cNvSpPr/>
            <p:nvPr/>
          </p:nvSpPr>
          <p:spPr>
            <a:xfrm>
              <a:off x="2915049" y="139700"/>
              <a:ext cx="221970" cy="221962"/>
            </a:xfrm>
            <a:custGeom>
              <a:rect b="b" l="l" r="r" t="t"/>
              <a:pathLst>
                <a:path extrusionOk="0" h="619" w="619">
                  <a:moveTo>
                    <a:pt x="545" y="0"/>
                  </a:moveTo>
                  <a:lnTo>
                    <a:pt x="545" y="0"/>
                  </a:lnTo>
                  <a:cubicBezTo>
                    <a:pt x="545" y="0"/>
                    <a:pt x="427" y="29"/>
                    <a:pt x="324" y="59"/>
                  </a:cubicBezTo>
                  <a:cubicBezTo>
                    <a:pt x="309" y="59"/>
                    <a:pt x="309" y="59"/>
                    <a:pt x="294" y="59"/>
                  </a:cubicBezTo>
                  <a:cubicBezTo>
                    <a:pt x="191" y="29"/>
                    <a:pt x="73" y="0"/>
                    <a:pt x="73" y="0"/>
                  </a:cubicBezTo>
                  <a:cubicBezTo>
                    <a:pt x="29" y="0"/>
                    <a:pt x="0" y="29"/>
                    <a:pt x="0" y="74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530"/>
                    <a:pt x="29" y="545"/>
                    <a:pt x="73" y="559"/>
                  </a:cubicBezTo>
                  <a:cubicBezTo>
                    <a:pt x="73" y="559"/>
                    <a:pt x="177" y="589"/>
                    <a:pt x="294" y="618"/>
                  </a:cubicBezTo>
                  <a:cubicBezTo>
                    <a:pt x="309" y="618"/>
                    <a:pt x="309" y="618"/>
                    <a:pt x="324" y="618"/>
                  </a:cubicBezTo>
                  <a:cubicBezTo>
                    <a:pt x="441" y="589"/>
                    <a:pt x="545" y="559"/>
                    <a:pt x="545" y="559"/>
                  </a:cubicBezTo>
                  <a:cubicBezTo>
                    <a:pt x="589" y="559"/>
                    <a:pt x="618" y="530"/>
                    <a:pt x="618" y="486"/>
                  </a:cubicBezTo>
                  <a:cubicBezTo>
                    <a:pt x="618" y="74"/>
                    <a:pt x="618" y="74"/>
                    <a:pt x="618" y="74"/>
                  </a:cubicBezTo>
                  <a:cubicBezTo>
                    <a:pt x="618" y="29"/>
                    <a:pt x="589" y="0"/>
                    <a:pt x="545" y="0"/>
                  </a:cubicBezTo>
                  <a:close/>
                  <a:moveTo>
                    <a:pt x="294" y="589"/>
                  </a:moveTo>
                  <a:lnTo>
                    <a:pt x="294" y="589"/>
                  </a:lnTo>
                  <a:cubicBezTo>
                    <a:pt x="177" y="559"/>
                    <a:pt x="73" y="530"/>
                    <a:pt x="73" y="530"/>
                  </a:cubicBezTo>
                  <a:cubicBezTo>
                    <a:pt x="44" y="516"/>
                    <a:pt x="29" y="501"/>
                    <a:pt x="29" y="486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59"/>
                    <a:pt x="59" y="29"/>
                    <a:pt x="73" y="29"/>
                  </a:cubicBezTo>
                  <a:cubicBezTo>
                    <a:pt x="294" y="88"/>
                    <a:pt x="294" y="88"/>
                    <a:pt x="294" y="88"/>
                  </a:cubicBezTo>
                  <a:lnTo>
                    <a:pt x="294" y="589"/>
                  </a:lnTo>
                  <a:close/>
                  <a:moveTo>
                    <a:pt x="589" y="486"/>
                  </a:moveTo>
                  <a:lnTo>
                    <a:pt x="589" y="486"/>
                  </a:lnTo>
                  <a:cubicBezTo>
                    <a:pt x="589" y="501"/>
                    <a:pt x="559" y="516"/>
                    <a:pt x="545" y="530"/>
                  </a:cubicBezTo>
                  <a:cubicBezTo>
                    <a:pt x="545" y="530"/>
                    <a:pt x="441" y="559"/>
                    <a:pt x="324" y="589"/>
                  </a:cubicBezTo>
                  <a:cubicBezTo>
                    <a:pt x="324" y="88"/>
                    <a:pt x="324" y="88"/>
                    <a:pt x="324" y="88"/>
                  </a:cubicBezTo>
                  <a:cubicBezTo>
                    <a:pt x="545" y="29"/>
                    <a:pt x="545" y="29"/>
                    <a:pt x="545" y="29"/>
                  </a:cubicBezTo>
                  <a:cubicBezTo>
                    <a:pt x="559" y="29"/>
                    <a:pt x="589" y="59"/>
                    <a:pt x="589" y="74"/>
                  </a:cubicBezTo>
                  <a:lnTo>
                    <a:pt x="589" y="4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3"/>
            <p:cNvSpPr/>
            <p:nvPr/>
          </p:nvSpPr>
          <p:spPr>
            <a:xfrm>
              <a:off x="2543201" y="139700"/>
              <a:ext cx="228611" cy="221962"/>
            </a:xfrm>
            <a:custGeom>
              <a:rect b="b" l="l" r="r" t="t"/>
              <a:pathLst>
                <a:path extrusionOk="0" h="619" w="634">
                  <a:moveTo>
                    <a:pt x="560" y="0"/>
                  </a:moveTo>
                  <a:lnTo>
                    <a:pt x="560" y="0"/>
                  </a:lnTo>
                  <a:cubicBezTo>
                    <a:pt x="89" y="0"/>
                    <a:pt x="89" y="0"/>
                    <a:pt x="89" y="0"/>
                  </a:cubicBezTo>
                  <a:cubicBezTo>
                    <a:pt x="45" y="0"/>
                    <a:pt x="0" y="29"/>
                    <a:pt x="0" y="74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45" y="618"/>
                    <a:pt x="89" y="618"/>
                  </a:cubicBezTo>
                  <a:cubicBezTo>
                    <a:pt x="560" y="618"/>
                    <a:pt x="560" y="618"/>
                    <a:pt x="560" y="618"/>
                  </a:cubicBezTo>
                  <a:cubicBezTo>
                    <a:pt x="604" y="618"/>
                    <a:pt x="633" y="589"/>
                    <a:pt x="633" y="545"/>
                  </a:cubicBezTo>
                  <a:cubicBezTo>
                    <a:pt x="633" y="74"/>
                    <a:pt x="633" y="74"/>
                    <a:pt x="633" y="74"/>
                  </a:cubicBezTo>
                  <a:cubicBezTo>
                    <a:pt x="633" y="29"/>
                    <a:pt x="604" y="0"/>
                    <a:pt x="560" y="0"/>
                  </a:cubicBezTo>
                  <a:close/>
                  <a:moveTo>
                    <a:pt x="89" y="589"/>
                  </a:moveTo>
                  <a:lnTo>
                    <a:pt x="89" y="589"/>
                  </a:lnTo>
                  <a:cubicBezTo>
                    <a:pt x="59" y="589"/>
                    <a:pt x="45" y="559"/>
                    <a:pt x="45" y="545"/>
                  </a:cubicBezTo>
                  <a:cubicBezTo>
                    <a:pt x="45" y="530"/>
                    <a:pt x="45" y="530"/>
                    <a:pt x="45" y="530"/>
                  </a:cubicBezTo>
                  <a:cubicBezTo>
                    <a:pt x="207" y="383"/>
                    <a:pt x="207" y="383"/>
                    <a:pt x="207" y="383"/>
                  </a:cubicBezTo>
                  <a:cubicBezTo>
                    <a:pt x="398" y="589"/>
                    <a:pt x="398" y="589"/>
                    <a:pt x="398" y="589"/>
                  </a:cubicBezTo>
                  <a:lnTo>
                    <a:pt x="89" y="589"/>
                  </a:lnTo>
                  <a:close/>
                  <a:moveTo>
                    <a:pt x="589" y="545"/>
                  </a:moveTo>
                  <a:lnTo>
                    <a:pt x="589" y="545"/>
                  </a:lnTo>
                  <a:cubicBezTo>
                    <a:pt x="589" y="559"/>
                    <a:pt x="575" y="589"/>
                    <a:pt x="560" y="589"/>
                  </a:cubicBezTo>
                  <a:cubicBezTo>
                    <a:pt x="457" y="589"/>
                    <a:pt x="457" y="589"/>
                    <a:pt x="457" y="589"/>
                  </a:cubicBezTo>
                  <a:cubicBezTo>
                    <a:pt x="310" y="442"/>
                    <a:pt x="310" y="442"/>
                    <a:pt x="310" y="442"/>
                  </a:cubicBezTo>
                  <a:cubicBezTo>
                    <a:pt x="471" y="265"/>
                    <a:pt x="471" y="265"/>
                    <a:pt x="471" y="265"/>
                  </a:cubicBezTo>
                  <a:cubicBezTo>
                    <a:pt x="589" y="383"/>
                    <a:pt x="589" y="383"/>
                    <a:pt x="589" y="383"/>
                  </a:cubicBezTo>
                  <a:lnTo>
                    <a:pt x="589" y="545"/>
                  </a:lnTo>
                  <a:close/>
                  <a:moveTo>
                    <a:pt x="589" y="339"/>
                  </a:moveTo>
                  <a:lnTo>
                    <a:pt x="589" y="339"/>
                  </a:lnTo>
                  <a:cubicBezTo>
                    <a:pt x="471" y="206"/>
                    <a:pt x="471" y="206"/>
                    <a:pt x="471" y="206"/>
                  </a:cubicBezTo>
                  <a:cubicBezTo>
                    <a:pt x="280" y="412"/>
                    <a:pt x="280" y="412"/>
                    <a:pt x="280" y="412"/>
                  </a:cubicBezTo>
                  <a:cubicBezTo>
                    <a:pt x="207" y="324"/>
                    <a:pt x="207" y="324"/>
                    <a:pt x="207" y="324"/>
                  </a:cubicBezTo>
                  <a:cubicBezTo>
                    <a:pt x="45" y="471"/>
                    <a:pt x="45" y="471"/>
                    <a:pt x="45" y="471"/>
                  </a:cubicBezTo>
                  <a:cubicBezTo>
                    <a:pt x="45" y="74"/>
                    <a:pt x="45" y="74"/>
                    <a:pt x="45" y="74"/>
                  </a:cubicBezTo>
                  <a:cubicBezTo>
                    <a:pt x="45" y="59"/>
                    <a:pt x="59" y="29"/>
                    <a:pt x="89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75" y="29"/>
                    <a:pt x="589" y="59"/>
                    <a:pt x="589" y="74"/>
                  </a:cubicBezTo>
                  <a:lnTo>
                    <a:pt x="589" y="339"/>
                  </a:lnTo>
                  <a:close/>
                  <a:moveTo>
                    <a:pt x="162" y="74"/>
                  </a:moveTo>
                  <a:lnTo>
                    <a:pt x="162" y="74"/>
                  </a:lnTo>
                  <a:cubicBezTo>
                    <a:pt x="118" y="74"/>
                    <a:pt x="89" y="103"/>
                    <a:pt x="89" y="147"/>
                  </a:cubicBezTo>
                  <a:cubicBezTo>
                    <a:pt x="89" y="192"/>
                    <a:pt x="118" y="236"/>
                    <a:pt x="162" y="236"/>
                  </a:cubicBezTo>
                  <a:cubicBezTo>
                    <a:pt x="207" y="236"/>
                    <a:pt x="236" y="192"/>
                    <a:pt x="236" y="147"/>
                  </a:cubicBezTo>
                  <a:cubicBezTo>
                    <a:pt x="236" y="103"/>
                    <a:pt x="207" y="74"/>
                    <a:pt x="162" y="74"/>
                  </a:cubicBezTo>
                  <a:close/>
                  <a:moveTo>
                    <a:pt x="162" y="192"/>
                  </a:moveTo>
                  <a:lnTo>
                    <a:pt x="162" y="192"/>
                  </a:lnTo>
                  <a:cubicBezTo>
                    <a:pt x="148" y="192"/>
                    <a:pt x="118" y="177"/>
                    <a:pt x="118" y="147"/>
                  </a:cubicBezTo>
                  <a:cubicBezTo>
                    <a:pt x="118" y="133"/>
                    <a:pt x="148" y="118"/>
                    <a:pt x="162" y="118"/>
                  </a:cubicBezTo>
                  <a:cubicBezTo>
                    <a:pt x="177" y="118"/>
                    <a:pt x="207" y="133"/>
                    <a:pt x="207" y="147"/>
                  </a:cubicBezTo>
                  <a:cubicBezTo>
                    <a:pt x="207" y="177"/>
                    <a:pt x="177" y="192"/>
                    <a:pt x="162" y="1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3"/>
            <p:cNvSpPr/>
            <p:nvPr/>
          </p:nvSpPr>
          <p:spPr>
            <a:xfrm>
              <a:off x="2177994" y="139700"/>
              <a:ext cx="228610" cy="221962"/>
            </a:xfrm>
            <a:custGeom>
              <a:rect b="b" l="l" r="r" t="t"/>
              <a:pathLst>
                <a:path extrusionOk="0" h="619" w="634">
                  <a:moveTo>
                    <a:pt x="471" y="265"/>
                  </a:moveTo>
                  <a:lnTo>
                    <a:pt x="471" y="265"/>
                  </a:lnTo>
                  <a:cubicBezTo>
                    <a:pt x="162" y="265"/>
                    <a:pt x="162" y="265"/>
                    <a:pt x="162" y="265"/>
                  </a:cubicBezTo>
                  <a:cubicBezTo>
                    <a:pt x="147" y="265"/>
                    <a:pt x="132" y="280"/>
                    <a:pt x="132" y="295"/>
                  </a:cubicBezTo>
                  <a:cubicBezTo>
                    <a:pt x="132" y="295"/>
                    <a:pt x="147" y="309"/>
                    <a:pt x="162" y="309"/>
                  </a:cubicBezTo>
                  <a:cubicBezTo>
                    <a:pt x="471" y="309"/>
                    <a:pt x="471" y="309"/>
                    <a:pt x="471" y="309"/>
                  </a:cubicBezTo>
                  <a:cubicBezTo>
                    <a:pt x="485" y="309"/>
                    <a:pt x="485" y="295"/>
                    <a:pt x="485" y="295"/>
                  </a:cubicBezTo>
                  <a:cubicBezTo>
                    <a:pt x="485" y="280"/>
                    <a:pt x="485" y="265"/>
                    <a:pt x="471" y="265"/>
                  </a:cubicBezTo>
                  <a:close/>
                  <a:moveTo>
                    <a:pt x="471" y="383"/>
                  </a:moveTo>
                  <a:lnTo>
                    <a:pt x="471" y="383"/>
                  </a:lnTo>
                  <a:cubicBezTo>
                    <a:pt x="162" y="383"/>
                    <a:pt x="162" y="383"/>
                    <a:pt x="162" y="383"/>
                  </a:cubicBezTo>
                  <a:cubicBezTo>
                    <a:pt x="147" y="383"/>
                    <a:pt x="132" y="398"/>
                    <a:pt x="132" y="412"/>
                  </a:cubicBezTo>
                  <a:cubicBezTo>
                    <a:pt x="132" y="412"/>
                    <a:pt x="147" y="427"/>
                    <a:pt x="162" y="427"/>
                  </a:cubicBezTo>
                  <a:cubicBezTo>
                    <a:pt x="471" y="427"/>
                    <a:pt x="471" y="427"/>
                    <a:pt x="471" y="427"/>
                  </a:cubicBezTo>
                  <a:cubicBezTo>
                    <a:pt x="485" y="427"/>
                    <a:pt x="485" y="412"/>
                    <a:pt x="485" y="412"/>
                  </a:cubicBezTo>
                  <a:cubicBezTo>
                    <a:pt x="485" y="398"/>
                    <a:pt x="485" y="383"/>
                    <a:pt x="471" y="383"/>
                  </a:cubicBezTo>
                  <a:close/>
                  <a:moveTo>
                    <a:pt x="544" y="0"/>
                  </a:moveTo>
                  <a:lnTo>
                    <a:pt x="544" y="0"/>
                  </a:ln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29"/>
                    <a:pt x="0" y="74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29" y="618"/>
                    <a:pt x="73" y="618"/>
                  </a:cubicBezTo>
                  <a:cubicBezTo>
                    <a:pt x="544" y="618"/>
                    <a:pt x="544" y="618"/>
                    <a:pt x="544" y="618"/>
                  </a:cubicBezTo>
                  <a:cubicBezTo>
                    <a:pt x="588" y="618"/>
                    <a:pt x="633" y="589"/>
                    <a:pt x="633" y="545"/>
                  </a:cubicBezTo>
                  <a:cubicBezTo>
                    <a:pt x="633" y="74"/>
                    <a:pt x="633" y="74"/>
                    <a:pt x="633" y="74"/>
                  </a:cubicBezTo>
                  <a:cubicBezTo>
                    <a:pt x="633" y="29"/>
                    <a:pt x="588" y="0"/>
                    <a:pt x="544" y="0"/>
                  </a:cubicBezTo>
                  <a:close/>
                  <a:moveTo>
                    <a:pt x="588" y="545"/>
                  </a:moveTo>
                  <a:lnTo>
                    <a:pt x="588" y="545"/>
                  </a:lnTo>
                  <a:cubicBezTo>
                    <a:pt x="588" y="559"/>
                    <a:pt x="574" y="589"/>
                    <a:pt x="544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8" y="589"/>
                    <a:pt x="44" y="559"/>
                    <a:pt x="44" y="545"/>
                  </a:cubicBezTo>
                  <a:cubicBezTo>
                    <a:pt x="44" y="74"/>
                    <a:pt x="44" y="74"/>
                    <a:pt x="44" y="74"/>
                  </a:cubicBezTo>
                  <a:cubicBezTo>
                    <a:pt x="44" y="59"/>
                    <a:pt x="58" y="29"/>
                    <a:pt x="73" y="29"/>
                  </a:cubicBezTo>
                  <a:cubicBezTo>
                    <a:pt x="544" y="29"/>
                    <a:pt x="544" y="29"/>
                    <a:pt x="544" y="29"/>
                  </a:cubicBezTo>
                  <a:cubicBezTo>
                    <a:pt x="574" y="29"/>
                    <a:pt x="588" y="59"/>
                    <a:pt x="588" y="74"/>
                  </a:cubicBezTo>
                  <a:lnTo>
                    <a:pt x="588" y="545"/>
                  </a:lnTo>
                  <a:close/>
                  <a:moveTo>
                    <a:pt x="471" y="147"/>
                  </a:moveTo>
                  <a:lnTo>
                    <a:pt x="471" y="147"/>
                  </a:lnTo>
                  <a:cubicBezTo>
                    <a:pt x="162" y="147"/>
                    <a:pt x="162" y="147"/>
                    <a:pt x="162" y="147"/>
                  </a:cubicBezTo>
                  <a:cubicBezTo>
                    <a:pt x="147" y="147"/>
                    <a:pt x="132" y="162"/>
                    <a:pt x="132" y="177"/>
                  </a:cubicBezTo>
                  <a:cubicBezTo>
                    <a:pt x="132" y="177"/>
                    <a:pt x="147" y="192"/>
                    <a:pt x="162" y="192"/>
                  </a:cubicBezTo>
                  <a:cubicBezTo>
                    <a:pt x="471" y="192"/>
                    <a:pt x="471" y="192"/>
                    <a:pt x="471" y="192"/>
                  </a:cubicBezTo>
                  <a:cubicBezTo>
                    <a:pt x="485" y="192"/>
                    <a:pt x="485" y="177"/>
                    <a:pt x="485" y="177"/>
                  </a:cubicBezTo>
                  <a:cubicBezTo>
                    <a:pt x="485" y="162"/>
                    <a:pt x="485" y="147"/>
                    <a:pt x="471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3"/>
            <p:cNvSpPr/>
            <p:nvPr/>
          </p:nvSpPr>
          <p:spPr>
            <a:xfrm>
              <a:off x="1845038" y="139700"/>
              <a:ext cx="158415" cy="221962"/>
            </a:xfrm>
            <a:custGeom>
              <a:rect b="b" l="l" r="r" t="t"/>
              <a:pathLst>
                <a:path extrusionOk="0" h="619" w="443">
                  <a:moveTo>
                    <a:pt x="339" y="309"/>
                  </a:moveTo>
                  <a:lnTo>
                    <a:pt x="339" y="309"/>
                  </a:lnTo>
                  <a:cubicBezTo>
                    <a:pt x="103" y="309"/>
                    <a:pt x="103" y="309"/>
                    <a:pt x="103" y="309"/>
                  </a:cubicBezTo>
                  <a:cubicBezTo>
                    <a:pt x="89" y="309"/>
                    <a:pt x="89" y="324"/>
                    <a:pt x="89" y="324"/>
                  </a:cubicBezTo>
                  <a:cubicBezTo>
                    <a:pt x="89" y="339"/>
                    <a:pt x="89" y="354"/>
                    <a:pt x="103" y="354"/>
                  </a:cubicBezTo>
                  <a:cubicBezTo>
                    <a:pt x="339" y="354"/>
                    <a:pt x="339" y="354"/>
                    <a:pt x="339" y="354"/>
                  </a:cubicBezTo>
                  <a:cubicBezTo>
                    <a:pt x="353" y="354"/>
                    <a:pt x="353" y="339"/>
                    <a:pt x="353" y="324"/>
                  </a:cubicBezTo>
                  <a:cubicBezTo>
                    <a:pt x="353" y="324"/>
                    <a:pt x="353" y="309"/>
                    <a:pt x="339" y="309"/>
                  </a:cubicBezTo>
                  <a:close/>
                  <a:moveTo>
                    <a:pt x="339" y="427"/>
                  </a:moveTo>
                  <a:lnTo>
                    <a:pt x="339" y="427"/>
                  </a:lnTo>
                  <a:cubicBezTo>
                    <a:pt x="103" y="427"/>
                    <a:pt x="103" y="427"/>
                    <a:pt x="103" y="427"/>
                  </a:cubicBezTo>
                  <a:cubicBezTo>
                    <a:pt x="89" y="427"/>
                    <a:pt x="89" y="442"/>
                    <a:pt x="89" y="442"/>
                  </a:cubicBezTo>
                  <a:cubicBezTo>
                    <a:pt x="89" y="457"/>
                    <a:pt x="89" y="471"/>
                    <a:pt x="103" y="471"/>
                  </a:cubicBezTo>
                  <a:cubicBezTo>
                    <a:pt x="339" y="471"/>
                    <a:pt x="339" y="471"/>
                    <a:pt x="339" y="471"/>
                  </a:cubicBezTo>
                  <a:cubicBezTo>
                    <a:pt x="353" y="471"/>
                    <a:pt x="353" y="457"/>
                    <a:pt x="353" y="442"/>
                  </a:cubicBezTo>
                  <a:cubicBezTo>
                    <a:pt x="353" y="442"/>
                    <a:pt x="353" y="427"/>
                    <a:pt x="339" y="427"/>
                  </a:cubicBezTo>
                  <a:close/>
                  <a:moveTo>
                    <a:pt x="339" y="192"/>
                  </a:moveTo>
                  <a:lnTo>
                    <a:pt x="339" y="192"/>
                  </a:lnTo>
                  <a:cubicBezTo>
                    <a:pt x="103" y="192"/>
                    <a:pt x="103" y="192"/>
                    <a:pt x="103" y="192"/>
                  </a:cubicBezTo>
                  <a:cubicBezTo>
                    <a:pt x="89" y="192"/>
                    <a:pt x="89" y="206"/>
                    <a:pt x="89" y="206"/>
                  </a:cubicBezTo>
                  <a:cubicBezTo>
                    <a:pt x="89" y="221"/>
                    <a:pt x="89" y="236"/>
                    <a:pt x="103" y="236"/>
                  </a:cubicBezTo>
                  <a:cubicBezTo>
                    <a:pt x="339" y="236"/>
                    <a:pt x="339" y="236"/>
                    <a:pt x="339" y="236"/>
                  </a:cubicBezTo>
                  <a:cubicBezTo>
                    <a:pt x="353" y="236"/>
                    <a:pt x="353" y="221"/>
                    <a:pt x="353" y="206"/>
                  </a:cubicBezTo>
                  <a:cubicBezTo>
                    <a:pt x="353" y="206"/>
                    <a:pt x="353" y="192"/>
                    <a:pt x="339" y="192"/>
                  </a:cubicBezTo>
                  <a:close/>
                  <a:moveTo>
                    <a:pt x="353" y="29"/>
                  </a:moveTo>
                  <a:lnTo>
                    <a:pt x="353" y="29"/>
                  </a:lnTo>
                  <a:cubicBezTo>
                    <a:pt x="353" y="0"/>
                    <a:pt x="353" y="0"/>
                    <a:pt x="353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4" y="29"/>
                    <a:pt x="324" y="29"/>
                    <a:pt x="324" y="29"/>
                  </a:cubicBezTo>
                  <a:cubicBezTo>
                    <a:pt x="236" y="29"/>
                    <a:pt x="236" y="29"/>
                    <a:pt x="236" y="29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118" y="29"/>
                    <a:pt x="118" y="29"/>
                    <a:pt x="118" y="29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44" y="29"/>
                    <a:pt x="0" y="74"/>
                    <a:pt x="0" y="118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44" y="618"/>
                    <a:pt x="89" y="618"/>
                  </a:cubicBezTo>
                  <a:cubicBezTo>
                    <a:pt x="353" y="618"/>
                    <a:pt x="353" y="618"/>
                    <a:pt x="353" y="618"/>
                  </a:cubicBezTo>
                  <a:cubicBezTo>
                    <a:pt x="398" y="618"/>
                    <a:pt x="442" y="589"/>
                    <a:pt x="442" y="545"/>
                  </a:cubicBezTo>
                  <a:cubicBezTo>
                    <a:pt x="442" y="118"/>
                    <a:pt x="442" y="118"/>
                    <a:pt x="442" y="118"/>
                  </a:cubicBezTo>
                  <a:cubicBezTo>
                    <a:pt x="442" y="74"/>
                    <a:pt x="398" y="29"/>
                    <a:pt x="353" y="29"/>
                  </a:cubicBezTo>
                  <a:close/>
                  <a:moveTo>
                    <a:pt x="398" y="545"/>
                  </a:moveTo>
                  <a:lnTo>
                    <a:pt x="398" y="545"/>
                  </a:lnTo>
                  <a:cubicBezTo>
                    <a:pt x="398" y="559"/>
                    <a:pt x="383" y="589"/>
                    <a:pt x="353" y="589"/>
                  </a:cubicBezTo>
                  <a:cubicBezTo>
                    <a:pt x="89" y="589"/>
                    <a:pt x="89" y="589"/>
                    <a:pt x="89" y="589"/>
                  </a:cubicBezTo>
                  <a:cubicBezTo>
                    <a:pt x="59" y="589"/>
                    <a:pt x="44" y="559"/>
                    <a:pt x="44" y="545"/>
                  </a:cubicBezTo>
                  <a:cubicBezTo>
                    <a:pt x="44" y="118"/>
                    <a:pt x="44" y="118"/>
                    <a:pt x="44" y="118"/>
                  </a:cubicBezTo>
                  <a:cubicBezTo>
                    <a:pt x="44" y="88"/>
                    <a:pt x="59" y="74"/>
                    <a:pt x="89" y="74"/>
                  </a:cubicBezTo>
                  <a:cubicBezTo>
                    <a:pt x="353" y="74"/>
                    <a:pt x="353" y="74"/>
                    <a:pt x="353" y="74"/>
                  </a:cubicBezTo>
                  <a:cubicBezTo>
                    <a:pt x="383" y="74"/>
                    <a:pt x="398" y="88"/>
                    <a:pt x="398" y="118"/>
                  </a:cubicBezTo>
                  <a:lnTo>
                    <a:pt x="398" y="5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3"/>
            <p:cNvSpPr/>
            <p:nvPr/>
          </p:nvSpPr>
          <p:spPr>
            <a:xfrm>
              <a:off x="1457064" y="139700"/>
              <a:ext cx="197307" cy="221962"/>
            </a:xfrm>
            <a:custGeom>
              <a:rect b="b" l="l" r="r" t="t"/>
              <a:pathLst>
                <a:path extrusionOk="0" h="619" w="546">
                  <a:moveTo>
                    <a:pt x="413" y="368"/>
                  </a:moveTo>
                  <a:lnTo>
                    <a:pt x="413" y="368"/>
                  </a:lnTo>
                  <a:cubicBezTo>
                    <a:pt x="236" y="368"/>
                    <a:pt x="236" y="368"/>
                    <a:pt x="236" y="368"/>
                  </a:cubicBezTo>
                  <a:cubicBezTo>
                    <a:pt x="221" y="368"/>
                    <a:pt x="221" y="383"/>
                    <a:pt x="221" y="383"/>
                  </a:cubicBezTo>
                  <a:cubicBezTo>
                    <a:pt x="221" y="398"/>
                    <a:pt x="221" y="412"/>
                    <a:pt x="236" y="412"/>
                  </a:cubicBezTo>
                  <a:cubicBezTo>
                    <a:pt x="413" y="412"/>
                    <a:pt x="413" y="412"/>
                    <a:pt x="413" y="412"/>
                  </a:cubicBezTo>
                  <a:cubicBezTo>
                    <a:pt x="427" y="412"/>
                    <a:pt x="427" y="398"/>
                    <a:pt x="427" y="383"/>
                  </a:cubicBezTo>
                  <a:cubicBezTo>
                    <a:pt x="427" y="383"/>
                    <a:pt x="427" y="368"/>
                    <a:pt x="413" y="368"/>
                  </a:cubicBezTo>
                  <a:close/>
                  <a:moveTo>
                    <a:pt x="413" y="265"/>
                  </a:moveTo>
                  <a:lnTo>
                    <a:pt x="413" y="265"/>
                  </a:lnTo>
                  <a:cubicBezTo>
                    <a:pt x="236" y="265"/>
                    <a:pt x="236" y="265"/>
                    <a:pt x="236" y="265"/>
                  </a:cubicBezTo>
                  <a:cubicBezTo>
                    <a:pt x="221" y="265"/>
                    <a:pt x="221" y="280"/>
                    <a:pt x="221" y="295"/>
                  </a:cubicBezTo>
                  <a:cubicBezTo>
                    <a:pt x="221" y="295"/>
                    <a:pt x="221" y="309"/>
                    <a:pt x="236" y="309"/>
                  </a:cubicBezTo>
                  <a:cubicBezTo>
                    <a:pt x="413" y="309"/>
                    <a:pt x="413" y="309"/>
                    <a:pt x="413" y="309"/>
                  </a:cubicBezTo>
                  <a:cubicBezTo>
                    <a:pt x="427" y="309"/>
                    <a:pt x="427" y="295"/>
                    <a:pt x="427" y="295"/>
                  </a:cubicBezTo>
                  <a:cubicBezTo>
                    <a:pt x="427" y="280"/>
                    <a:pt x="427" y="265"/>
                    <a:pt x="413" y="265"/>
                  </a:cubicBezTo>
                  <a:close/>
                  <a:moveTo>
                    <a:pt x="413" y="0"/>
                  </a:moveTo>
                  <a:lnTo>
                    <a:pt x="413" y="0"/>
                  </a:lnTo>
                  <a:lnTo>
                    <a:pt x="177" y="0"/>
                  </a:lnTo>
                  <a:cubicBezTo>
                    <a:pt x="133" y="0"/>
                    <a:pt x="104" y="29"/>
                    <a:pt x="104" y="74"/>
                  </a:cubicBezTo>
                  <a:cubicBezTo>
                    <a:pt x="74" y="74"/>
                    <a:pt x="74" y="74"/>
                    <a:pt x="74" y="74"/>
                  </a:cubicBezTo>
                  <a:cubicBezTo>
                    <a:pt x="30" y="74"/>
                    <a:pt x="0" y="118"/>
                    <a:pt x="0" y="147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45" y="618"/>
                    <a:pt x="74" y="618"/>
                  </a:cubicBezTo>
                  <a:cubicBezTo>
                    <a:pt x="368" y="618"/>
                    <a:pt x="368" y="618"/>
                    <a:pt x="368" y="618"/>
                  </a:cubicBezTo>
                  <a:cubicBezTo>
                    <a:pt x="413" y="618"/>
                    <a:pt x="457" y="589"/>
                    <a:pt x="457" y="545"/>
                  </a:cubicBezTo>
                  <a:cubicBezTo>
                    <a:pt x="472" y="545"/>
                    <a:pt x="472" y="545"/>
                    <a:pt x="472" y="545"/>
                  </a:cubicBezTo>
                  <a:cubicBezTo>
                    <a:pt x="516" y="545"/>
                    <a:pt x="545" y="501"/>
                    <a:pt x="545" y="471"/>
                  </a:cubicBezTo>
                  <a:cubicBezTo>
                    <a:pt x="545" y="192"/>
                    <a:pt x="545" y="192"/>
                    <a:pt x="545" y="192"/>
                  </a:cubicBezTo>
                  <a:cubicBezTo>
                    <a:pt x="545" y="147"/>
                    <a:pt x="545" y="147"/>
                    <a:pt x="545" y="147"/>
                  </a:cubicBezTo>
                  <a:lnTo>
                    <a:pt x="413" y="0"/>
                  </a:lnTo>
                  <a:close/>
                  <a:moveTo>
                    <a:pt x="368" y="589"/>
                  </a:moveTo>
                  <a:lnTo>
                    <a:pt x="368" y="589"/>
                  </a:lnTo>
                  <a:cubicBezTo>
                    <a:pt x="74" y="589"/>
                    <a:pt x="74" y="589"/>
                    <a:pt x="74" y="589"/>
                  </a:cubicBezTo>
                  <a:cubicBezTo>
                    <a:pt x="59" y="589"/>
                    <a:pt x="45" y="559"/>
                    <a:pt x="45" y="545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5" y="133"/>
                    <a:pt x="59" y="118"/>
                    <a:pt x="74" y="118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471"/>
                    <a:pt x="104" y="471"/>
                    <a:pt x="104" y="471"/>
                  </a:cubicBezTo>
                  <a:cubicBezTo>
                    <a:pt x="104" y="501"/>
                    <a:pt x="133" y="545"/>
                    <a:pt x="177" y="545"/>
                  </a:cubicBezTo>
                  <a:cubicBezTo>
                    <a:pt x="413" y="545"/>
                    <a:pt x="413" y="545"/>
                    <a:pt x="413" y="545"/>
                  </a:cubicBezTo>
                  <a:cubicBezTo>
                    <a:pt x="413" y="559"/>
                    <a:pt x="398" y="589"/>
                    <a:pt x="368" y="589"/>
                  </a:cubicBezTo>
                  <a:close/>
                  <a:moveTo>
                    <a:pt x="516" y="471"/>
                  </a:moveTo>
                  <a:lnTo>
                    <a:pt x="516" y="471"/>
                  </a:lnTo>
                  <a:cubicBezTo>
                    <a:pt x="516" y="486"/>
                    <a:pt x="486" y="501"/>
                    <a:pt x="472" y="501"/>
                  </a:cubicBezTo>
                  <a:cubicBezTo>
                    <a:pt x="177" y="501"/>
                    <a:pt x="177" y="501"/>
                    <a:pt x="177" y="501"/>
                  </a:cubicBezTo>
                  <a:cubicBezTo>
                    <a:pt x="163" y="501"/>
                    <a:pt x="133" y="486"/>
                    <a:pt x="133" y="471"/>
                  </a:cubicBezTo>
                  <a:cubicBezTo>
                    <a:pt x="133" y="74"/>
                    <a:pt x="133" y="74"/>
                    <a:pt x="133" y="74"/>
                  </a:cubicBezTo>
                  <a:cubicBezTo>
                    <a:pt x="133" y="59"/>
                    <a:pt x="163" y="29"/>
                    <a:pt x="177" y="29"/>
                  </a:cubicBezTo>
                  <a:cubicBezTo>
                    <a:pt x="368" y="29"/>
                    <a:pt x="368" y="29"/>
                    <a:pt x="368" y="29"/>
                  </a:cubicBezTo>
                  <a:cubicBezTo>
                    <a:pt x="368" y="74"/>
                    <a:pt x="368" y="118"/>
                    <a:pt x="368" y="118"/>
                  </a:cubicBezTo>
                  <a:cubicBezTo>
                    <a:pt x="368" y="147"/>
                    <a:pt x="413" y="192"/>
                    <a:pt x="457" y="192"/>
                  </a:cubicBezTo>
                  <a:cubicBezTo>
                    <a:pt x="457" y="192"/>
                    <a:pt x="472" y="192"/>
                    <a:pt x="516" y="192"/>
                  </a:cubicBezTo>
                  <a:lnTo>
                    <a:pt x="516" y="471"/>
                  </a:lnTo>
                  <a:close/>
                  <a:moveTo>
                    <a:pt x="457" y="147"/>
                  </a:moveTo>
                  <a:lnTo>
                    <a:pt x="457" y="147"/>
                  </a:lnTo>
                  <a:cubicBezTo>
                    <a:pt x="427" y="147"/>
                    <a:pt x="413" y="118"/>
                    <a:pt x="413" y="88"/>
                  </a:cubicBezTo>
                  <a:cubicBezTo>
                    <a:pt x="413" y="88"/>
                    <a:pt x="413" y="74"/>
                    <a:pt x="413" y="29"/>
                  </a:cubicBezTo>
                  <a:cubicBezTo>
                    <a:pt x="516" y="147"/>
                    <a:pt x="516" y="147"/>
                    <a:pt x="516" y="147"/>
                  </a:cubicBezTo>
                  <a:lnTo>
                    <a:pt x="457" y="1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3"/>
            <p:cNvSpPr/>
            <p:nvPr/>
          </p:nvSpPr>
          <p:spPr>
            <a:xfrm>
              <a:off x="1091856" y="139700"/>
              <a:ext cx="181181" cy="221962"/>
            </a:xfrm>
            <a:custGeom>
              <a:rect b="b" l="l" r="r" t="t"/>
              <a:pathLst>
                <a:path extrusionOk="0" h="619" w="501">
                  <a:moveTo>
                    <a:pt x="353" y="0"/>
                  </a:moveTo>
                  <a:lnTo>
                    <a:pt x="353" y="0"/>
                  </a:lnTo>
                  <a:cubicBezTo>
                    <a:pt x="339" y="0"/>
                    <a:pt x="339" y="0"/>
                    <a:pt x="309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29"/>
                    <a:pt x="0" y="74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29" y="618"/>
                    <a:pt x="73" y="618"/>
                  </a:cubicBezTo>
                  <a:cubicBezTo>
                    <a:pt x="427" y="618"/>
                    <a:pt x="427" y="618"/>
                    <a:pt x="427" y="618"/>
                  </a:cubicBezTo>
                  <a:cubicBezTo>
                    <a:pt x="471" y="618"/>
                    <a:pt x="500" y="589"/>
                    <a:pt x="500" y="545"/>
                  </a:cubicBezTo>
                  <a:cubicBezTo>
                    <a:pt x="500" y="192"/>
                    <a:pt x="500" y="192"/>
                    <a:pt x="500" y="192"/>
                  </a:cubicBezTo>
                  <a:cubicBezTo>
                    <a:pt x="500" y="192"/>
                    <a:pt x="500" y="177"/>
                    <a:pt x="500" y="147"/>
                  </a:cubicBezTo>
                  <a:lnTo>
                    <a:pt x="353" y="0"/>
                  </a:lnTo>
                  <a:close/>
                  <a:moveTo>
                    <a:pt x="471" y="545"/>
                  </a:moveTo>
                  <a:lnTo>
                    <a:pt x="471" y="545"/>
                  </a:lnTo>
                  <a:cubicBezTo>
                    <a:pt x="471" y="559"/>
                    <a:pt x="441" y="589"/>
                    <a:pt x="427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9" y="589"/>
                    <a:pt x="29" y="559"/>
                    <a:pt x="29" y="54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59"/>
                    <a:pt x="59" y="29"/>
                    <a:pt x="73" y="29"/>
                  </a:cubicBezTo>
                  <a:cubicBezTo>
                    <a:pt x="309" y="29"/>
                    <a:pt x="309" y="29"/>
                    <a:pt x="309" y="29"/>
                  </a:cubicBezTo>
                  <a:cubicBezTo>
                    <a:pt x="309" y="88"/>
                    <a:pt x="309" y="118"/>
                    <a:pt x="309" y="118"/>
                  </a:cubicBezTo>
                  <a:cubicBezTo>
                    <a:pt x="309" y="162"/>
                    <a:pt x="339" y="192"/>
                    <a:pt x="382" y="192"/>
                  </a:cubicBezTo>
                  <a:cubicBezTo>
                    <a:pt x="382" y="192"/>
                    <a:pt x="427" y="192"/>
                    <a:pt x="471" y="192"/>
                  </a:cubicBezTo>
                  <a:lnTo>
                    <a:pt x="471" y="545"/>
                  </a:lnTo>
                  <a:close/>
                  <a:moveTo>
                    <a:pt x="382" y="147"/>
                  </a:moveTo>
                  <a:lnTo>
                    <a:pt x="382" y="147"/>
                  </a:lnTo>
                  <a:cubicBezTo>
                    <a:pt x="368" y="147"/>
                    <a:pt x="353" y="133"/>
                    <a:pt x="353" y="118"/>
                  </a:cubicBezTo>
                  <a:cubicBezTo>
                    <a:pt x="353" y="118"/>
                    <a:pt x="353" y="88"/>
                    <a:pt x="353" y="29"/>
                  </a:cubicBezTo>
                  <a:cubicBezTo>
                    <a:pt x="471" y="147"/>
                    <a:pt x="471" y="147"/>
                    <a:pt x="471" y="147"/>
                  </a:cubicBezTo>
                  <a:lnTo>
                    <a:pt x="382" y="1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3"/>
            <p:cNvSpPr/>
            <p:nvPr/>
          </p:nvSpPr>
          <p:spPr>
            <a:xfrm>
              <a:off x="731391" y="139700"/>
              <a:ext cx="181181" cy="221962"/>
            </a:xfrm>
            <a:custGeom>
              <a:rect b="b" l="l" r="r" t="t"/>
              <a:pathLst>
                <a:path extrusionOk="0" h="619" w="501">
                  <a:moveTo>
                    <a:pt x="353" y="0"/>
                  </a:moveTo>
                  <a:lnTo>
                    <a:pt x="353" y="0"/>
                  </a:lnTo>
                  <a:cubicBezTo>
                    <a:pt x="338" y="0"/>
                    <a:pt x="338" y="0"/>
                    <a:pt x="309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29" y="0"/>
                    <a:pt x="0" y="29"/>
                    <a:pt x="0" y="74"/>
                  </a:cubicBezTo>
                  <a:cubicBezTo>
                    <a:pt x="0" y="545"/>
                    <a:pt x="0" y="545"/>
                    <a:pt x="0" y="545"/>
                  </a:cubicBezTo>
                  <a:cubicBezTo>
                    <a:pt x="0" y="589"/>
                    <a:pt x="29" y="618"/>
                    <a:pt x="73" y="618"/>
                  </a:cubicBezTo>
                  <a:cubicBezTo>
                    <a:pt x="427" y="618"/>
                    <a:pt x="427" y="618"/>
                    <a:pt x="427" y="618"/>
                  </a:cubicBezTo>
                  <a:cubicBezTo>
                    <a:pt x="471" y="618"/>
                    <a:pt x="500" y="589"/>
                    <a:pt x="500" y="545"/>
                  </a:cubicBezTo>
                  <a:cubicBezTo>
                    <a:pt x="500" y="147"/>
                    <a:pt x="500" y="147"/>
                    <a:pt x="500" y="147"/>
                  </a:cubicBezTo>
                  <a:lnTo>
                    <a:pt x="353" y="0"/>
                  </a:lnTo>
                  <a:close/>
                  <a:moveTo>
                    <a:pt x="471" y="545"/>
                  </a:moveTo>
                  <a:lnTo>
                    <a:pt x="471" y="545"/>
                  </a:lnTo>
                  <a:cubicBezTo>
                    <a:pt x="471" y="559"/>
                    <a:pt x="441" y="589"/>
                    <a:pt x="427" y="589"/>
                  </a:cubicBezTo>
                  <a:cubicBezTo>
                    <a:pt x="73" y="589"/>
                    <a:pt x="73" y="589"/>
                    <a:pt x="73" y="589"/>
                  </a:cubicBezTo>
                  <a:cubicBezTo>
                    <a:pt x="59" y="589"/>
                    <a:pt x="29" y="559"/>
                    <a:pt x="29" y="54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59"/>
                    <a:pt x="59" y="29"/>
                    <a:pt x="73" y="29"/>
                  </a:cubicBezTo>
                  <a:cubicBezTo>
                    <a:pt x="309" y="29"/>
                    <a:pt x="309" y="29"/>
                    <a:pt x="309" y="29"/>
                  </a:cubicBezTo>
                  <a:cubicBezTo>
                    <a:pt x="309" y="88"/>
                    <a:pt x="309" y="118"/>
                    <a:pt x="309" y="118"/>
                  </a:cubicBezTo>
                  <a:cubicBezTo>
                    <a:pt x="309" y="162"/>
                    <a:pt x="338" y="192"/>
                    <a:pt x="382" y="192"/>
                  </a:cubicBezTo>
                  <a:cubicBezTo>
                    <a:pt x="382" y="192"/>
                    <a:pt x="427" y="192"/>
                    <a:pt x="471" y="192"/>
                  </a:cubicBezTo>
                  <a:lnTo>
                    <a:pt x="471" y="545"/>
                  </a:lnTo>
                  <a:close/>
                  <a:moveTo>
                    <a:pt x="382" y="147"/>
                  </a:moveTo>
                  <a:lnTo>
                    <a:pt x="382" y="147"/>
                  </a:lnTo>
                  <a:cubicBezTo>
                    <a:pt x="368" y="147"/>
                    <a:pt x="353" y="133"/>
                    <a:pt x="353" y="118"/>
                  </a:cubicBezTo>
                  <a:cubicBezTo>
                    <a:pt x="353" y="118"/>
                    <a:pt x="353" y="88"/>
                    <a:pt x="353" y="29"/>
                  </a:cubicBezTo>
                  <a:cubicBezTo>
                    <a:pt x="471" y="147"/>
                    <a:pt x="471" y="147"/>
                    <a:pt x="471" y="147"/>
                  </a:cubicBezTo>
                  <a:lnTo>
                    <a:pt x="382" y="147"/>
                  </a:lnTo>
                  <a:close/>
                  <a:moveTo>
                    <a:pt x="368" y="427"/>
                  </a:moveTo>
                  <a:lnTo>
                    <a:pt x="368" y="427"/>
                  </a:lnTo>
                  <a:cubicBezTo>
                    <a:pt x="132" y="427"/>
                    <a:pt x="132" y="427"/>
                    <a:pt x="132" y="427"/>
                  </a:cubicBezTo>
                  <a:cubicBezTo>
                    <a:pt x="118" y="427"/>
                    <a:pt x="118" y="442"/>
                    <a:pt x="118" y="442"/>
                  </a:cubicBezTo>
                  <a:cubicBezTo>
                    <a:pt x="118" y="457"/>
                    <a:pt x="118" y="471"/>
                    <a:pt x="132" y="471"/>
                  </a:cubicBezTo>
                  <a:cubicBezTo>
                    <a:pt x="368" y="471"/>
                    <a:pt x="368" y="471"/>
                    <a:pt x="368" y="471"/>
                  </a:cubicBezTo>
                  <a:cubicBezTo>
                    <a:pt x="382" y="471"/>
                    <a:pt x="382" y="457"/>
                    <a:pt x="382" y="442"/>
                  </a:cubicBezTo>
                  <a:cubicBezTo>
                    <a:pt x="382" y="442"/>
                    <a:pt x="382" y="427"/>
                    <a:pt x="368" y="427"/>
                  </a:cubicBezTo>
                  <a:close/>
                  <a:moveTo>
                    <a:pt x="368" y="309"/>
                  </a:moveTo>
                  <a:lnTo>
                    <a:pt x="368" y="309"/>
                  </a:lnTo>
                  <a:cubicBezTo>
                    <a:pt x="132" y="309"/>
                    <a:pt x="132" y="309"/>
                    <a:pt x="132" y="309"/>
                  </a:cubicBezTo>
                  <a:cubicBezTo>
                    <a:pt x="118" y="309"/>
                    <a:pt x="118" y="324"/>
                    <a:pt x="118" y="324"/>
                  </a:cubicBezTo>
                  <a:cubicBezTo>
                    <a:pt x="118" y="339"/>
                    <a:pt x="118" y="354"/>
                    <a:pt x="132" y="354"/>
                  </a:cubicBezTo>
                  <a:cubicBezTo>
                    <a:pt x="368" y="354"/>
                    <a:pt x="368" y="354"/>
                    <a:pt x="368" y="354"/>
                  </a:cubicBezTo>
                  <a:cubicBezTo>
                    <a:pt x="382" y="354"/>
                    <a:pt x="382" y="339"/>
                    <a:pt x="382" y="324"/>
                  </a:cubicBezTo>
                  <a:cubicBezTo>
                    <a:pt x="382" y="324"/>
                    <a:pt x="382" y="309"/>
                    <a:pt x="368" y="3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9" name="Google Shape;1869;p4"/>
          <p:cNvGrpSpPr/>
          <p:nvPr/>
        </p:nvGrpSpPr>
        <p:grpSpPr>
          <a:xfrm>
            <a:off x="2386013" y="495300"/>
            <a:ext cx="4398962" cy="3987800"/>
            <a:chOff x="2006600" y="360363"/>
            <a:chExt cx="4398963" cy="3987800"/>
          </a:xfrm>
        </p:grpSpPr>
        <p:sp>
          <p:nvSpPr>
            <p:cNvPr id="1870" name="Google Shape;1870;p4"/>
            <p:cNvSpPr/>
            <p:nvPr/>
          </p:nvSpPr>
          <p:spPr>
            <a:xfrm>
              <a:off x="6181725" y="4235450"/>
              <a:ext cx="223838" cy="69850"/>
            </a:xfrm>
            <a:custGeom>
              <a:rect b="b" l="l" r="r" t="t"/>
              <a:pathLst>
                <a:path extrusionOk="0" h="192" w="623">
                  <a:moveTo>
                    <a:pt x="615" y="42"/>
                  </a:moveTo>
                  <a:lnTo>
                    <a:pt x="615" y="42"/>
                  </a:lnTo>
                  <a:cubicBezTo>
                    <a:pt x="601" y="42"/>
                    <a:pt x="587" y="84"/>
                    <a:pt x="544" y="84"/>
                  </a:cubicBezTo>
                  <a:cubicBezTo>
                    <a:pt x="495" y="84"/>
                    <a:pt x="473" y="0"/>
                    <a:pt x="396" y="0"/>
                  </a:cubicBezTo>
                  <a:cubicBezTo>
                    <a:pt x="339" y="0"/>
                    <a:pt x="318" y="49"/>
                    <a:pt x="311" y="49"/>
                  </a:cubicBezTo>
                  <a:cubicBezTo>
                    <a:pt x="311" y="49"/>
                    <a:pt x="290" y="0"/>
                    <a:pt x="226" y="0"/>
                  </a:cubicBezTo>
                  <a:cubicBezTo>
                    <a:pt x="148" y="0"/>
                    <a:pt x="127" y="84"/>
                    <a:pt x="78" y="84"/>
                  </a:cubicBezTo>
                  <a:cubicBezTo>
                    <a:pt x="42" y="84"/>
                    <a:pt x="21" y="42"/>
                    <a:pt x="14" y="42"/>
                  </a:cubicBezTo>
                  <a:cubicBezTo>
                    <a:pt x="0" y="49"/>
                    <a:pt x="35" y="191"/>
                    <a:pt x="169" y="191"/>
                  </a:cubicBezTo>
                  <a:cubicBezTo>
                    <a:pt x="254" y="191"/>
                    <a:pt x="304" y="120"/>
                    <a:pt x="311" y="120"/>
                  </a:cubicBezTo>
                  <a:cubicBezTo>
                    <a:pt x="318" y="120"/>
                    <a:pt x="375" y="191"/>
                    <a:pt x="459" y="191"/>
                  </a:cubicBezTo>
                  <a:cubicBezTo>
                    <a:pt x="594" y="191"/>
                    <a:pt x="622" y="49"/>
                    <a:pt x="615" y="4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4"/>
            <p:cNvSpPr/>
            <p:nvPr/>
          </p:nvSpPr>
          <p:spPr>
            <a:xfrm>
              <a:off x="5803900" y="4205288"/>
              <a:ext cx="219075" cy="130175"/>
            </a:xfrm>
            <a:custGeom>
              <a:rect b="b" l="l" r="r" t="t"/>
              <a:pathLst>
                <a:path extrusionOk="0" h="361" w="609">
                  <a:moveTo>
                    <a:pt x="579" y="205"/>
                  </a:moveTo>
                  <a:lnTo>
                    <a:pt x="579" y="205"/>
                  </a:lnTo>
                  <a:cubicBezTo>
                    <a:pt x="198" y="205"/>
                    <a:pt x="198" y="205"/>
                    <a:pt x="198" y="205"/>
                  </a:cubicBezTo>
                  <a:cubicBezTo>
                    <a:pt x="184" y="205"/>
                    <a:pt x="169" y="198"/>
                    <a:pt x="169" y="176"/>
                  </a:cubicBezTo>
                  <a:cubicBezTo>
                    <a:pt x="169" y="162"/>
                    <a:pt x="184" y="148"/>
                    <a:pt x="198" y="148"/>
                  </a:cubicBezTo>
                  <a:cubicBezTo>
                    <a:pt x="579" y="148"/>
                    <a:pt x="579" y="148"/>
                    <a:pt x="579" y="148"/>
                  </a:cubicBezTo>
                  <a:cubicBezTo>
                    <a:pt x="594" y="148"/>
                    <a:pt x="608" y="162"/>
                    <a:pt x="608" y="176"/>
                  </a:cubicBezTo>
                  <a:cubicBezTo>
                    <a:pt x="608" y="198"/>
                    <a:pt x="594" y="205"/>
                    <a:pt x="579" y="205"/>
                  </a:cubicBezTo>
                  <a:close/>
                  <a:moveTo>
                    <a:pt x="579" y="56"/>
                  </a:moveTo>
                  <a:lnTo>
                    <a:pt x="579" y="56"/>
                  </a:lnTo>
                  <a:cubicBezTo>
                    <a:pt x="198" y="56"/>
                    <a:pt x="198" y="56"/>
                    <a:pt x="198" y="56"/>
                  </a:cubicBezTo>
                  <a:cubicBezTo>
                    <a:pt x="184" y="56"/>
                    <a:pt x="169" y="42"/>
                    <a:pt x="169" y="28"/>
                  </a:cubicBezTo>
                  <a:cubicBezTo>
                    <a:pt x="169" y="14"/>
                    <a:pt x="184" y="0"/>
                    <a:pt x="198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94" y="0"/>
                    <a:pt x="608" y="14"/>
                    <a:pt x="608" y="28"/>
                  </a:cubicBezTo>
                  <a:cubicBezTo>
                    <a:pt x="608" y="42"/>
                    <a:pt x="594" y="56"/>
                    <a:pt x="579" y="56"/>
                  </a:cubicBezTo>
                  <a:close/>
                  <a:moveTo>
                    <a:pt x="85" y="360"/>
                  </a:moveTo>
                  <a:lnTo>
                    <a:pt x="85" y="360"/>
                  </a:lnTo>
                  <a:cubicBezTo>
                    <a:pt x="28" y="360"/>
                    <a:pt x="28" y="360"/>
                    <a:pt x="28" y="360"/>
                  </a:cubicBezTo>
                  <a:cubicBezTo>
                    <a:pt x="14" y="360"/>
                    <a:pt x="0" y="346"/>
                    <a:pt x="0" y="332"/>
                  </a:cubicBezTo>
                  <a:cubicBezTo>
                    <a:pt x="0" y="311"/>
                    <a:pt x="14" y="304"/>
                    <a:pt x="28" y="304"/>
                  </a:cubicBezTo>
                  <a:cubicBezTo>
                    <a:pt x="85" y="304"/>
                    <a:pt x="85" y="304"/>
                    <a:pt x="85" y="304"/>
                  </a:cubicBezTo>
                  <a:cubicBezTo>
                    <a:pt x="106" y="304"/>
                    <a:pt x="113" y="311"/>
                    <a:pt x="113" y="332"/>
                  </a:cubicBezTo>
                  <a:cubicBezTo>
                    <a:pt x="113" y="346"/>
                    <a:pt x="106" y="360"/>
                    <a:pt x="85" y="360"/>
                  </a:cubicBezTo>
                  <a:close/>
                  <a:moveTo>
                    <a:pt x="85" y="205"/>
                  </a:moveTo>
                  <a:lnTo>
                    <a:pt x="85" y="205"/>
                  </a:lnTo>
                  <a:cubicBezTo>
                    <a:pt x="28" y="205"/>
                    <a:pt x="28" y="205"/>
                    <a:pt x="28" y="205"/>
                  </a:cubicBezTo>
                  <a:cubicBezTo>
                    <a:pt x="14" y="205"/>
                    <a:pt x="0" y="198"/>
                    <a:pt x="0" y="176"/>
                  </a:cubicBezTo>
                  <a:cubicBezTo>
                    <a:pt x="0" y="162"/>
                    <a:pt x="14" y="148"/>
                    <a:pt x="28" y="148"/>
                  </a:cubicBezTo>
                  <a:cubicBezTo>
                    <a:pt x="85" y="148"/>
                    <a:pt x="85" y="148"/>
                    <a:pt x="85" y="148"/>
                  </a:cubicBezTo>
                  <a:cubicBezTo>
                    <a:pt x="106" y="148"/>
                    <a:pt x="113" y="162"/>
                    <a:pt x="113" y="176"/>
                  </a:cubicBezTo>
                  <a:cubicBezTo>
                    <a:pt x="113" y="198"/>
                    <a:pt x="106" y="205"/>
                    <a:pt x="85" y="205"/>
                  </a:cubicBezTo>
                  <a:close/>
                  <a:moveTo>
                    <a:pt x="85" y="56"/>
                  </a:moveTo>
                  <a:lnTo>
                    <a:pt x="85" y="56"/>
                  </a:lnTo>
                  <a:cubicBezTo>
                    <a:pt x="28" y="56"/>
                    <a:pt x="28" y="56"/>
                    <a:pt x="28" y="56"/>
                  </a:cubicBezTo>
                  <a:cubicBezTo>
                    <a:pt x="14" y="56"/>
                    <a:pt x="0" y="42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06" y="0"/>
                    <a:pt x="113" y="14"/>
                    <a:pt x="113" y="28"/>
                  </a:cubicBezTo>
                  <a:cubicBezTo>
                    <a:pt x="113" y="42"/>
                    <a:pt x="106" y="56"/>
                    <a:pt x="85" y="56"/>
                  </a:cubicBezTo>
                  <a:close/>
                  <a:moveTo>
                    <a:pt x="198" y="360"/>
                  </a:moveTo>
                  <a:lnTo>
                    <a:pt x="198" y="360"/>
                  </a:lnTo>
                  <a:cubicBezTo>
                    <a:pt x="184" y="360"/>
                    <a:pt x="169" y="346"/>
                    <a:pt x="169" y="332"/>
                  </a:cubicBezTo>
                  <a:cubicBezTo>
                    <a:pt x="169" y="311"/>
                    <a:pt x="184" y="304"/>
                    <a:pt x="198" y="304"/>
                  </a:cubicBezTo>
                  <a:cubicBezTo>
                    <a:pt x="579" y="304"/>
                    <a:pt x="579" y="304"/>
                    <a:pt x="579" y="304"/>
                  </a:cubicBezTo>
                  <a:cubicBezTo>
                    <a:pt x="594" y="304"/>
                    <a:pt x="608" y="311"/>
                    <a:pt x="608" y="332"/>
                  </a:cubicBezTo>
                  <a:cubicBezTo>
                    <a:pt x="608" y="346"/>
                    <a:pt x="594" y="360"/>
                    <a:pt x="579" y="360"/>
                  </a:cubicBezTo>
                  <a:cubicBezTo>
                    <a:pt x="198" y="360"/>
                    <a:pt x="198" y="360"/>
                    <a:pt x="198" y="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4"/>
            <p:cNvSpPr/>
            <p:nvPr/>
          </p:nvSpPr>
          <p:spPr>
            <a:xfrm>
              <a:off x="5426075" y="4205288"/>
              <a:ext cx="217488" cy="130175"/>
            </a:xfrm>
            <a:custGeom>
              <a:rect b="b" l="l" r="r" t="t"/>
              <a:pathLst>
                <a:path extrusionOk="0" h="361" w="602">
                  <a:moveTo>
                    <a:pt x="572" y="205"/>
                  </a:moveTo>
                  <a:lnTo>
                    <a:pt x="572" y="205"/>
                  </a:lnTo>
                  <a:cubicBezTo>
                    <a:pt x="28" y="205"/>
                    <a:pt x="28" y="205"/>
                    <a:pt x="28" y="205"/>
                  </a:cubicBezTo>
                  <a:cubicBezTo>
                    <a:pt x="14" y="205"/>
                    <a:pt x="0" y="198"/>
                    <a:pt x="0" y="176"/>
                  </a:cubicBezTo>
                  <a:cubicBezTo>
                    <a:pt x="0" y="162"/>
                    <a:pt x="14" y="148"/>
                    <a:pt x="28" y="148"/>
                  </a:cubicBezTo>
                  <a:cubicBezTo>
                    <a:pt x="572" y="148"/>
                    <a:pt x="572" y="148"/>
                    <a:pt x="572" y="148"/>
                  </a:cubicBezTo>
                  <a:cubicBezTo>
                    <a:pt x="594" y="148"/>
                    <a:pt x="601" y="162"/>
                    <a:pt x="601" y="176"/>
                  </a:cubicBezTo>
                  <a:cubicBezTo>
                    <a:pt x="601" y="198"/>
                    <a:pt x="594" y="205"/>
                    <a:pt x="572" y="205"/>
                  </a:cubicBezTo>
                  <a:close/>
                  <a:moveTo>
                    <a:pt x="572" y="56"/>
                  </a:moveTo>
                  <a:lnTo>
                    <a:pt x="572" y="56"/>
                  </a:lnTo>
                  <a:cubicBezTo>
                    <a:pt x="28" y="56"/>
                    <a:pt x="28" y="56"/>
                    <a:pt x="28" y="56"/>
                  </a:cubicBezTo>
                  <a:cubicBezTo>
                    <a:pt x="14" y="56"/>
                    <a:pt x="0" y="42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14"/>
                    <a:pt x="601" y="28"/>
                  </a:cubicBezTo>
                  <a:cubicBezTo>
                    <a:pt x="601" y="42"/>
                    <a:pt x="594" y="56"/>
                    <a:pt x="572" y="56"/>
                  </a:cubicBezTo>
                  <a:close/>
                  <a:moveTo>
                    <a:pt x="28" y="304"/>
                  </a:moveTo>
                  <a:lnTo>
                    <a:pt x="28" y="304"/>
                  </a:lnTo>
                  <a:cubicBezTo>
                    <a:pt x="572" y="304"/>
                    <a:pt x="572" y="304"/>
                    <a:pt x="572" y="304"/>
                  </a:cubicBezTo>
                  <a:cubicBezTo>
                    <a:pt x="594" y="304"/>
                    <a:pt x="601" y="311"/>
                    <a:pt x="601" y="332"/>
                  </a:cubicBezTo>
                  <a:cubicBezTo>
                    <a:pt x="601" y="346"/>
                    <a:pt x="594" y="360"/>
                    <a:pt x="572" y="360"/>
                  </a:cubicBezTo>
                  <a:cubicBezTo>
                    <a:pt x="28" y="360"/>
                    <a:pt x="28" y="360"/>
                    <a:pt x="28" y="360"/>
                  </a:cubicBezTo>
                  <a:cubicBezTo>
                    <a:pt x="14" y="360"/>
                    <a:pt x="0" y="346"/>
                    <a:pt x="0" y="332"/>
                  </a:cubicBezTo>
                  <a:cubicBezTo>
                    <a:pt x="0" y="311"/>
                    <a:pt x="14" y="304"/>
                    <a:pt x="28" y="3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4"/>
            <p:cNvSpPr/>
            <p:nvPr/>
          </p:nvSpPr>
          <p:spPr>
            <a:xfrm>
              <a:off x="5068888" y="4248150"/>
              <a:ext cx="171450" cy="41275"/>
            </a:xfrm>
            <a:custGeom>
              <a:rect b="b" l="l" r="r" t="t"/>
              <a:pathLst>
                <a:path extrusionOk="0" h="114" w="475">
                  <a:moveTo>
                    <a:pt x="417" y="113"/>
                  </a:moveTo>
                  <a:lnTo>
                    <a:pt x="417" y="113"/>
                  </a:lnTo>
                  <a:cubicBezTo>
                    <a:pt x="382" y="113"/>
                    <a:pt x="361" y="92"/>
                    <a:pt x="361" y="56"/>
                  </a:cubicBezTo>
                  <a:cubicBezTo>
                    <a:pt x="361" y="28"/>
                    <a:pt x="382" y="0"/>
                    <a:pt x="417" y="0"/>
                  </a:cubicBezTo>
                  <a:cubicBezTo>
                    <a:pt x="446" y="0"/>
                    <a:pt x="474" y="28"/>
                    <a:pt x="474" y="56"/>
                  </a:cubicBezTo>
                  <a:cubicBezTo>
                    <a:pt x="474" y="92"/>
                    <a:pt x="446" y="113"/>
                    <a:pt x="417" y="113"/>
                  </a:cubicBezTo>
                  <a:close/>
                  <a:moveTo>
                    <a:pt x="234" y="113"/>
                  </a:moveTo>
                  <a:lnTo>
                    <a:pt x="234" y="113"/>
                  </a:lnTo>
                  <a:cubicBezTo>
                    <a:pt x="205" y="113"/>
                    <a:pt x="177" y="92"/>
                    <a:pt x="177" y="56"/>
                  </a:cubicBezTo>
                  <a:cubicBezTo>
                    <a:pt x="177" y="28"/>
                    <a:pt x="205" y="0"/>
                    <a:pt x="234" y="0"/>
                  </a:cubicBezTo>
                  <a:cubicBezTo>
                    <a:pt x="269" y="0"/>
                    <a:pt x="290" y="28"/>
                    <a:pt x="290" y="56"/>
                  </a:cubicBezTo>
                  <a:cubicBezTo>
                    <a:pt x="290" y="92"/>
                    <a:pt x="269" y="113"/>
                    <a:pt x="234" y="113"/>
                  </a:cubicBezTo>
                  <a:close/>
                  <a:moveTo>
                    <a:pt x="57" y="113"/>
                  </a:moveTo>
                  <a:lnTo>
                    <a:pt x="57" y="113"/>
                  </a:lnTo>
                  <a:cubicBezTo>
                    <a:pt x="29" y="113"/>
                    <a:pt x="0" y="92"/>
                    <a:pt x="0" y="56"/>
                  </a:cubicBezTo>
                  <a:cubicBezTo>
                    <a:pt x="0" y="28"/>
                    <a:pt x="29" y="0"/>
                    <a:pt x="57" y="0"/>
                  </a:cubicBezTo>
                  <a:cubicBezTo>
                    <a:pt x="85" y="0"/>
                    <a:pt x="113" y="28"/>
                    <a:pt x="113" y="56"/>
                  </a:cubicBezTo>
                  <a:cubicBezTo>
                    <a:pt x="113" y="92"/>
                    <a:pt x="85" y="113"/>
                    <a:pt x="57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4"/>
            <p:cNvSpPr/>
            <p:nvPr/>
          </p:nvSpPr>
          <p:spPr>
            <a:xfrm>
              <a:off x="4733925" y="4197350"/>
              <a:ext cx="82550" cy="142875"/>
            </a:xfrm>
            <a:custGeom>
              <a:rect b="b" l="l" r="r" t="t"/>
              <a:pathLst>
                <a:path extrusionOk="0" h="396" w="228">
                  <a:moveTo>
                    <a:pt x="7" y="49"/>
                  </a:moveTo>
                  <a:lnTo>
                    <a:pt x="7" y="49"/>
                  </a:lnTo>
                  <a:cubicBezTo>
                    <a:pt x="156" y="197"/>
                    <a:pt x="156" y="197"/>
                    <a:pt x="156" y="197"/>
                  </a:cubicBezTo>
                  <a:cubicBezTo>
                    <a:pt x="7" y="353"/>
                    <a:pt x="7" y="353"/>
                    <a:pt x="7" y="353"/>
                  </a:cubicBezTo>
                  <a:cubicBezTo>
                    <a:pt x="0" y="353"/>
                    <a:pt x="0" y="360"/>
                    <a:pt x="0" y="367"/>
                  </a:cubicBezTo>
                  <a:cubicBezTo>
                    <a:pt x="0" y="388"/>
                    <a:pt x="15" y="395"/>
                    <a:pt x="29" y="395"/>
                  </a:cubicBezTo>
                  <a:cubicBezTo>
                    <a:pt x="36" y="395"/>
                    <a:pt x="43" y="395"/>
                    <a:pt x="50" y="388"/>
                  </a:cubicBezTo>
                  <a:cubicBezTo>
                    <a:pt x="220" y="219"/>
                    <a:pt x="220" y="219"/>
                    <a:pt x="220" y="219"/>
                  </a:cubicBezTo>
                  <a:cubicBezTo>
                    <a:pt x="227" y="212"/>
                    <a:pt x="227" y="205"/>
                    <a:pt x="227" y="197"/>
                  </a:cubicBezTo>
                  <a:cubicBezTo>
                    <a:pt x="227" y="190"/>
                    <a:pt x="227" y="183"/>
                    <a:pt x="220" y="176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3" y="7"/>
                    <a:pt x="36" y="0"/>
                    <a:pt x="29" y="0"/>
                  </a:cubicBezTo>
                  <a:cubicBezTo>
                    <a:pt x="15" y="0"/>
                    <a:pt x="0" y="14"/>
                    <a:pt x="0" y="28"/>
                  </a:cubicBezTo>
                  <a:cubicBezTo>
                    <a:pt x="0" y="42"/>
                    <a:pt x="7" y="49"/>
                    <a:pt x="7" y="4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4"/>
            <p:cNvSpPr/>
            <p:nvPr/>
          </p:nvSpPr>
          <p:spPr>
            <a:xfrm>
              <a:off x="4354513" y="4197350"/>
              <a:ext cx="82550" cy="142875"/>
            </a:xfrm>
            <a:custGeom>
              <a:rect b="b" l="l" r="r" t="t"/>
              <a:pathLst>
                <a:path extrusionOk="0" h="396" w="228">
                  <a:moveTo>
                    <a:pt x="212" y="49"/>
                  </a:moveTo>
                  <a:lnTo>
                    <a:pt x="212" y="49"/>
                  </a:lnTo>
                  <a:cubicBezTo>
                    <a:pt x="64" y="197"/>
                    <a:pt x="64" y="197"/>
                    <a:pt x="64" y="197"/>
                  </a:cubicBezTo>
                  <a:cubicBezTo>
                    <a:pt x="220" y="353"/>
                    <a:pt x="220" y="353"/>
                    <a:pt x="220" y="353"/>
                  </a:cubicBezTo>
                  <a:cubicBezTo>
                    <a:pt x="220" y="353"/>
                    <a:pt x="227" y="360"/>
                    <a:pt x="227" y="367"/>
                  </a:cubicBezTo>
                  <a:cubicBezTo>
                    <a:pt x="227" y="388"/>
                    <a:pt x="212" y="395"/>
                    <a:pt x="198" y="395"/>
                  </a:cubicBezTo>
                  <a:cubicBezTo>
                    <a:pt x="191" y="395"/>
                    <a:pt x="184" y="395"/>
                    <a:pt x="177" y="388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0" y="212"/>
                    <a:pt x="0" y="205"/>
                    <a:pt x="0" y="197"/>
                  </a:cubicBezTo>
                  <a:cubicBezTo>
                    <a:pt x="0" y="190"/>
                    <a:pt x="0" y="183"/>
                    <a:pt x="7" y="17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84" y="7"/>
                    <a:pt x="191" y="0"/>
                    <a:pt x="198" y="0"/>
                  </a:cubicBezTo>
                  <a:cubicBezTo>
                    <a:pt x="212" y="0"/>
                    <a:pt x="227" y="14"/>
                    <a:pt x="227" y="28"/>
                  </a:cubicBezTo>
                  <a:cubicBezTo>
                    <a:pt x="227" y="42"/>
                    <a:pt x="220" y="49"/>
                    <a:pt x="212" y="4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4"/>
            <p:cNvSpPr/>
            <p:nvPr/>
          </p:nvSpPr>
          <p:spPr>
            <a:xfrm>
              <a:off x="3941763" y="4227513"/>
              <a:ext cx="142875" cy="82550"/>
            </a:xfrm>
            <a:custGeom>
              <a:rect b="b" l="l" r="r" t="t"/>
              <a:pathLst>
                <a:path extrusionOk="0" h="228" w="397">
                  <a:moveTo>
                    <a:pt x="50" y="220"/>
                  </a:moveTo>
                  <a:lnTo>
                    <a:pt x="50" y="220"/>
                  </a:lnTo>
                  <a:cubicBezTo>
                    <a:pt x="198" y="71"/>
                    <a:pt x="198" y="71"/>
                    <a:pt x="198" y="71"/>
                  </a:cubicBezTo>
                  <a:cubicBezTo>
                    <a:pt x="354" y="220"/>
                    <a:pt x="354" y="220"/>
                    <a:pt x="354" y="220"/>
                  </a:cubicBezTo>
                  <a:cubicBezTo>
                    <a:pt x="354" y="227"/>
                    <a:pt x="361" y="227"/>
                    <a:pt x="368" y="227"/>
                  </a:cubicBezTo>
                  <a:cubicBezTo>
                    <a:pt x="389" y="227"/>
                    <a:pt x="396" y="220"/>
                    <a:pt x="396" y="198"/>
                  </a:cubicBezTo>
                  <a:cubicBezTo>
                    <a:pt x="396" y="191"/>
                    <a:pt x="396" y="184"/>
                    <a:pt x="389" y="184"/>
                  </a:cubicBezTo>
                  <a:cubicBezTo>
                    <a:pt x="220" y="15"/>
                    <a:pt x="220" y="15"/>
                    <a:pt x="220" y="15"/>
                  </a:cubicBezTo>
                  <a:cubicBezTo>
                    <a:pt x="213" y="8"/>
                    <a:pt x="205" y="0"/>
                    <a:pt x="198" y="0"/>
                  </a:cubicBezTo>
                  <a:cubicBezTo>
                    <a:pt x="191" y="0"/>
                    <a:pt x="184" y="8"/>
                    <a:pt x="177" y="15"/>
                  </a:cubicBezTo>
                  <a:cubicBezTo>
                    <a:pt x="8" y="184"/>
                    <a:pt x="8" y="184"/>
                    <a:pt x="8" y="184"/>
                  </a:cubicBezTo>
                  <a:cubicBezTo>
                    <a:pt x="8" y="184"/>
                    <a:pt x="0" y="191"/>
                    <a:pt x="0" y="198"/>
                  </a:cubicBezTo>
                  <a:cubicBezTo>
                    <a:pt x="0" y="220"/>
                    <a:pt x="15" y="227"/>
                    <a:pt x="29" y="227"/>
                  </a:cubicBezTo>
                  <a:cubicBezTo>
                    <a:pt x="43" y="227"/>
                    <a:pt x="50" y="227"/>
                    <a:pt x="50" y="22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4"/>
            <p:cNvSpPr/>
            <p:nvPr/>
          </p:nvSpPr>
          <p:spPr>
            <a:xfrm>
              <a:off x="3563938" y="4227513"/>
              <a:ext cx="142875" cy="82550"/>
            </a:xfrm>
            <a:custGeom>
              <a:rect b="b" l="l" r="r" t="t"/>
              <a:pathLst>
                <a:path extrusionOk="0" h="228" w="397">
                  <a:moveTo>
                    <a:pt x="50" y="15"/>
                  </a:moveTo>
                  <a:lnTo>
                    <a:pt x="50" y="15"/>
                  </a:lnTo>
                  <a:cubicBezTo>
                    <a:pt x="198" y="163"/>
                    <a:pt x="198" y="163"/>
                    <a:pt x="198" y="163"/>
                  </a:cubicBezTo>
                  <a:cubicBezTo>
                    <a:pt x="347" y="8"/>
                    <a:pt x="347" y="8"/>
                    <a:pt x="347" y="8"/>
                  </a:cubicBezTo>
                  <a:cubicBezTo>
                    <a:pt x="354" y="8"/>
                    <a:pt x="361" y="0"/>
                    <a:pt x="368" y="0"/>
                  </a:cubicBezTo>
                  <a:cubicBezTo>
                    <a:pt x="382" y="0"/>
                    <a:pt x="396" y="15"/>
                    <a:pt x="396" y="29"/>
                  </a:cubicBezTo>
                  <a:cubicBezTo>
                    <a:pt x="396" y="36"/>
                    <a:pt x="396" y="43"/>
                    <a:pt x="389" y="50"/>
                  </a:cubicBezTo>
                  <a:cubicBezTo>
                    <a:pt x="220" y="220"/>
                    <a:pt x="220" y="220"/>
                    <a:pt x="220" y="220"/>
                  </a:cubicBezTo>
                  <a:cubicBezTo>
                    <a:pt x="212" y="227"/>
                    <a:pt x="205" y="227"/>
                    <a:pt x="198" y="227"/>
                  </a:cubicBezTo>
                  <a:cubicBezTo>
                    <a:pt x="191" y="227"/>
                    <a:pt x="184" y="227"/>
                    <a:pt x="177" y="22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3"/>
                    <a:pt x="0" y="36"/>
                    <a:pt x="0" y="29"/>
                  </a:cubicBezTo>
                  <a:cubicBezTo>
                    <a:pt x="0" y="15"/>
                    <a:pt x="15" y="0"/>
                    <a:pt x="29" y="0"/>
                  </a:cubicBezTo>
                  <a:cubicBezTo>
                    <a:pt x="36" y="0"/>
                    <a:pt x="43" y="8"/>
                    <a:pt x="50" y="1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4"/>
            <p:cNvSpPr/>
            <p:nvPr/>
          </p:nvSpPr>
          <p:spPr>
            <a:xfrm>
              <a:off x="3197225" y="4213225"/>
              <a:ext cx="114300" cy="114300"/>
            </a:xfrm>
            <a:custGeom>
              <a:rect b="b" l="l" r="r" t="t"/>
              <a:pathLst>
                <a:path extrusionOk="0" h="319" w="319">
                  <a:moveTo>
                    <a:pt x="311" y="42"/>
                  </a:moveTo>
                  <a:lnTo>
                    <a:pt x="311" y="42"/>
                  </a:lnTo>
                  <a:cubicBezTo>
                    <a:pt x="198" y="155"/>
                    <a:pt x="198" y="155"/>
                    <a:pt x="198" y="155"/>
                  </a:cubicBezTo>
                  <a:cubicBezTo>
                    <a:pt x="311" y="269"/>
                    <a:pt x="311" y="269"/>
                    <a:pt x="311" y="269"/>
                  </a:cubicBezTo>
                  <a:cubicBezTo>
                    <a:pt x="318" y="276"/>
                    <a:pt x="318" y="283"/>
                    <a:pt x="318" y="290"/>
                  </a:cubicBezTo>
                  <a:cubicBezTo>
                    <a:pt x="318" y="304"/>
                    <a:pt x="311" y="318"/>
                    <a:pt x="289" y="318"/>
                  </a:cubicBezTo>
                  <a:cubicBezTo>
                    <a:pt x="282" y="318"/>
                    <a:pt x="275" y="318"/>
                    <a:pt x="275" y="311"/>
                  </a:cubicBezTo>
                  <a:cubicBezTo>
                    <a:pt x="162" y="198"/>
                    <a:pt x="162" y="198"/>
                    <a:pt x="162" y="198"/>
                  </a:cubicBezTo>
                  <a:cubicBezTo>
                    <a:pt x="49" y="311"/>
                    <a:pt x="49" y="311"/>
                    <a:pt x="49" y="311"/>
                  </a:cubicBezTo>
                  <a:cubicBezTo>
                    <a:pt x="42" y="318"/>
                    <a:pt x="35" y="318"/>
                    <a:pt x="28" y="318"/>
                  </a:cubicBezTo>
                  <a:cubicBezTo>
                    <a:pt x="14" y="318"/>
                    <a:pt x="0" y="304"/>
                    <a:pt x="0" y="290"/>
                  </a:cubicBezTo>
                  <a:cubicBezTo>
                    <a:pt x="0" y="283"/>
                    <a:pt x="0" y="276"/>
                    <a:pt x="7" y="269"/>
                  </a:cubicBezTo>
                  <a:cubicBezTo>
                    <a:pt x="120" y="155"/>
                    <a:pt x="120" y="155"/>
                    <a:pt x="120" y="155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35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35" y="0"/>
                    <a:pt x="42" y="0"/>
                    <a:pt x="49" y="7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275" y="7"/>
                    <a:pt x="275" y="7"/>
                    <a:pt x="275" y="7"/>
                  </a:cubicBezTo>
                  <a:cubicBezTo>
                    <a:pt x="275" y="0"/>
                    <a:pt x="282" y="0"/>
                    <a:pt x="289" y="0"/>
                  </a:cubicBezTo>
                  <a:cubicBezTo>
                    <a:pt x="311" y="0"/>
                    <a:pt x="318" y="7"/>
                    <a:pt x="318" y="28"/>
                  </a:cubicBezTo>
                  <a:cubicBezTo>
                    <a:pt x="318" y="35"/>
                    <a:pt x="318" y="42"/>
                    <a:pt x="311" y="4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4"/>
            <p:cNvSpPr/>
            <p:nvPr/>
          </p:nvSpPr>
          <p:spPr>
            <a:xfrm>
              <a:off x="2801938" y="4222750"/>
              <a:ext cx="142875" cy="96838"/>
            </a:xfrm>
            <a:custGeom>
              <a:rect b="b" l="l" r="r" t="t"/>
              <a:pathLst>
                <a:path extrusionOk="0" h="270" w="397">
                  <a:moveTo>
                    <a:pt x="389" y="43"/>
                  </a:moveTo>
                  <a:lnTo>
                    <a:pt x="389" y="43"/>
                  </a:lnTo>
                  <a:cubicBezTo>
                    <a:pt x="170" y="262"/>
                    <a:pt x="170" y="262"/>
                    <a:pt x="170" y="262"/>
                  </a:cubicBezTo>
                  <a:cubicBezTo>
                    <a:pt x="170" y="269"/>
                    <a:pt x="163" y="269"/>
                    <a:pt x="156" y="269"/>
                  </a:cubicBezTo>
                  <a:cubicBezTo>
                    <a:pt x="149" y="269"/>
                    <a:pt x="141" y="269"/>
                    <a:pt x="134" y="262"/>
                  </a:cubicBezTo>
                  <a:cubicBezTo>
                    <a:pt x="14" y="142"/>
                    <a:pt x="14" y="142"/>
                    <a:pt x="14" y="142"/>
                  </a:cubicBezTo>
                  <a:cubicBezTo>
                    <a:pt x="7" y="135"/>
                    <a:pt x="0" y="127"/>
                    <a:pt x="0" y="120"/>
                  </a:cubicBezTo>
                  <a:cubicBezTo>
                    <a:pt x="0" y="106"/>
                    <a:pt x="14" y="92"/>
                    <a:pt x="28" y="92"/>
                  </a:cubicBezTo>
                  <a:cubicBezTo>
                    <a:pt x="36" y="92"/>
                    <a:pt x="43" y="92"/>
                    <a:pt x="50" y="99"/>
                  </a:cubicBezTo>
                  <a:cubicBezTo>
                    <a:pt x="156" y="205"/>
                    <a:pt x="156" y="205"/>
                    <a:pt x="156" y="205"/>
                  </a:cubicBezTo>
                  <a:cubicBezTo>
                    <a:pt x="354" y="7"/>
                    <a:pt x="354" y="7"/>
                    <a:pt x="354" y="7"/>
                  </a:cubicBezTo>
                  <a:cubicBezTo>
                    <a:pt x="354" y="0"/>
                    <a:pt x="361" y="0"/>
                    <a:pt x="368" y="0"/>
                  </a:cubicBezTo>
                  <a:cubicBezTo>
                    <a:pt x="389" y="0"/>
                    <a:pt x="396" y="7"/>
                    <a:pt x="396" y="29"/>
                  </a:cubicBezTo>
                  <a:cubicBezTo>
                    <a:pt x="396" y="36"/>
                    <a:pt x="396" y="43"/>
                    <a:pt x="389" y="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4"/>
            <p:cNvSpPr/>
            <p:nvPr/>
          </p:nvSpPr>
          <p:spPr>
            <a:xfrm>
              <a:off x="2416175" y="4257675"/>
              <a:ext cx="158750" cy="20638"/>
            </a:xfrm>
            <a:custGeom>
              <a:rect b="b" l="l" r="r" t="t"/>
              <a:pathLst>
                <a:path extrusionOk="0" h="58" w="439">
                  <a:moveTo>
                    <a:pt x="410" y="57"/>
                  </a:moveTo>
                  <a:lnTo>
                    <a:pt x="410" y="57"/>
                  </a:lnTo>
                  <a:cubicBezTo>
                    <a:pt x="247" y="57"/>
                    <a:pt x="247" y="57"/>
                    <a:pt x="247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4" y="57"/>
                    <a:pt x="0" y="50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4" y="0"/>
                    <a:pt x="438" y="14"/>
                    <a:pt x="438" y="28"/>
                  </a:cubicBezTo>
                  <a:cubicBezTo>
                    <a:pt x="438" y="50"/>
                    <a:pt x="424" y="57"/>
                    <a:pt x="410" y="5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4"/>
            <p:cNvSpPr/>
            <p:nvPr/>
          </p:nvSpPr>
          <p:spPr>
            <a:xfrm>
              <a:off x="2036763" y="4192588"/>
              <a:ext cx="155575" cy="155575"/>
            </a:xfrm>
            <a:custGeom>
              <a:rect b="b" l="l" r="r" t="t"/>
              <a:pathLst>
                <a:path extrusionOk="0" h="432" w="432">
                  <a:moveTo>
                    <a:pt x="403" y="240"/>
                  </a:moveTo>
                  <a:lnTo>
                    <a:pt x="403" y="240"/>
                  </a:lnTo>
                  <a:cubicBezTo>
                    <a:pt x="247" y="240"/>
                    <a:pt x="247" y="240"/>
                    <a:pt x="247" y="240"/>
                  </a:cubicBezTo>
                  <a:cubicBezTo>
                    <a:pt x="247" y="402"/>
                    <a:pt x="247" y="402"/>
                    <a:pt x="247" y="402"/>
                  </a:cubicBezTo>
                  <a:cubicBezTo>
                    <a:pt x="247" y="417"/>
                    <a:pt x="233" y="431"/>
                    <a:pt x="219" y="431"/>
                  </a:cubicBezTo>
                  <a:cubicBezTo>
                    <a:pt x="198" y="431"/>
                    <a:pt x="191" y="417"/>
                    <a:pt x="191" y="402"/>
                  </a:cubicBezTo>
                  <a:cubicBezTo>
                    <a:pt x="191" y="240"/>
                    <a:pt x="191" y="240"/>
                    <a:pt x="191" y="240"/>
                  </a:cubicBezTo>
                  <a:cubicBezTo>
                    <a:pt x="28" y="240"/>
                    <a:pt x="28" y="240"/>
                    <a:pt x="28" y="240"/>
                  </a:cubicBezTo>
                  <a:cubicBezTo>
                    <a:pt x="14" y="240"/>
                    <a:pt x="0" y="233"/>
                    <a:pt x="0" y="211"/>
                  </a:cubicBezTo>
                  <a:cubicBezTo>
                    <a:pt x="0" y="197"/>
                    <a:pt x="14" y="183"/>
                    <a:pt x="28" y="183"/>
                  </a:cubicBezTo>
                  <a:cubicBezTo>
                    <a:pt x="191" y="183"/>
                    <a:pt x="191" y="183"/>
                    <a:pt x="191" y="183"/>
                  </a:cubicBezTo>
                  <a:cubicBezTo>
                    <a:pt x="191" y="28"/>
                    <a:pt x="191" y="28"/>
                    <a:pt x="191" y="28"/>
                  </a:cubicBezTo>
                  <a:cubicBezTo>
                    <a:pt x="191" y="7"/>
                    <a:pt x="198" y="0"/>
                    <a:pt x="219" y="0"/>
                  </a:cubicBezTo>
                  <a:cubicBezTo>
                    <a:pt x="233" y="0"/>
                    <a:pt x="247" y="7"/>
                    <a:pt x="247" y="28"/>
                  </a:cubicBezTo>
                  <a:cubicBezTo>
                    <a:pt x="247" y="183"/>
                    <a:pt x="247" y="183"/>
                    <a:pt x="247" y="183"/>
                  </a:cubicBezTo>
                  <a:cubicBezTo>
                    <a:pt x="403" y="183"/>
                    <a:pt x="403" y="183"/>
                    <a:pt x="403" y="183"/>
                  </a:cubicBezTo>
                  <a:cubicBezTo>
                    <a:pt x="424" y="183"/>
                    <a:pt x="431" y="197"/>
                    <a:pt x="431" y="211"/>
                  </a:cubicBezTo>
                  <a:cubicBezTo>
                    <a:pt x="431" y="233"/>
                    <a:pt x="424" y="240"/>
                    <a:pt x="403" y="24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4"/>
            <p:cNvSpPr/>
            <p:nvPr/>
          </p:nvSpPr>
          <p:spPr>
            <a:xfrm>
              <a:off x="6253163" y="3779838"/>
              <a:ext cx="80962" cy="184150"/>
            </a:xfrm>
            <a:custGeom>
              <a:rect b="b" l="l" r="r" t="t"/>
              <a:pathLst>
                <a:path extrusionOk="0" h="510" w="227">
                  <a:moveTo>
                    <a:pt x="113" y="396"/>
                  </a:moveTo>
                  <a:lnTo>
                    <a:pt x="113" y="396"/>
                  </a:lnTo>
                  <a:cubicBezTo>
                    <a:pt x="0" y="509"/>
                    <a:pt x="0" y="509"/>
                    <a:pt x="0" y="509"/>
                  </a:cubicBezTo>
                  <a:cubicBezTo>
                    <a:pt x="0" y="368"/>
                    <a:pt x="0" y="368"/>
                    <a:pt x="0" y="368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4" y="0"/>
                    <a:pt x="2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19" y="0"/>
                    <a:pt x="226" y="15"/>
                    <a:pt x="226" y="29"/>
                  </a:cubicBezTo>
                  <a:cubicBezTo>
                    <a:pt x="226" y="128"/>
                    <a:pt x="226" y="128"/>
                    <a:pt x="226" y="128"/>
                  </a:cubicBezTo>
                  <a:cubicBezTo>
                    <a:pt x="226" y="170"/>
                    <a:pt x="226" y="170"/>
                    <a:pt x="226" y="170"/>
                  </a:cubicBezTo>
                  <a:cubicBezTo>
                    <a:pt x="226" y="276"/>
                    <a:pt x="226" y="276"/>
                    <a:pt x="226" y="276"/>
                  </a:cubicBezTo>
                  <a:cubicBezTo>
                    <a:pt x="226" y="368"/>
                    <a:pt x="226" y="368"/>
                    <a:pt x="226" y="368"/>
                  </a:cubicBezTo>
                  <a:cubicBezTo>
                    <a:pt x="226" y="509"/>
                    <a:pt x="226" y="509"/>
                    <a:pt x="226" y="509"/>
                  </a:cubicBezTo>
                  <a:lnTo>
                    <a:pt x="113" y="396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4"/>
            <p:cNvSpPr/>
            <p:nvPr/>
          </p:nvSpPr>
          <p:spPr>
            <a:xfrm>
              <a:off x="5803900" y="3779838"/>
              <a:ext cx="219075" cy="219075"/>
            </a:xfrm>
            <a:custGeom>
              <a:rect b="b" l="l" r="r" t="t"/>
              <a:pathLst>
                <a:path extrusionOk="0" h="609" w="609">
                  <a:moveTo>
                    <a:pt x="587" y="488"/>
                  </a:moveTo>
                  <a:lnTo>
                    <a:pt x="587" y="488"/>
                  </a:lnTo>
                  <a:cubicBezTo>
                    <a:pt x="318" y="601"/>
                    <a:pt x="318" y="601"/>
                    <a:pt x="318" y="601"/>
                  </a:cubicBezTo>
                  <a:cubicBezTo>
                    <a:pt x="311" y="608"/>
                    <a:pt x="311" y="608"/>
                    <a:pt x="304" y="608"/>
                  </a:cubicBezTo>
                  <a:cubicBezTo>
                    <a:pt x="297" y="608"/>
                    <a:pt x="297" y="608"/>
                    <a:pt x="290" y="601"/>
                  </a:cubicBezTo>
                  <a:cubicBezTo>
                    <a:pt x="21" y="488"/>
                    <a:pt x="21" y="488"/>
                    <a:pt x="21" y="488"/>
                  </a:cubicBezTo>
                  <a:cubicBezTo>
                    <a:pt x="7" y="488"/>
                    <a:pt x="0" y="474"/>
                    <a:pt x="0" y="46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4" y="0"/>
                    <a:pt x="28" y="0"/>
                  </a:cubicBezTo>
                  <a:cubicBezTo>
                    <a:pt x="35" y="0"/>
                    <a:pt x="35" y="0"/>
                    <a:pt x="42" y="8"/>
                  </a:cubicBezTo>
                  <a:cubicBezTo>
                    <a:pt x="304" y="114"/>
                    <a:pt x="304" y="114"/>
                    <a:pt x="304" y="114"/>
                  </a:cubicBezTo>
                  <a:cubicBezTo>
                    <a:pt x="565" y="8"/>
                    <a:pt x="565" y="8"/>
                    <a:pt x="565" y="8"/>
                  </a:cubicBezTo>
                  <a:cubicBezTo>
                    <a:pt x="572" y="0"/>
                    <a:pt x="572" y="0"/>
                    <a:pt x="579" y="0"/>
                  </a:cubicBezTo>
                  <a:cubicBezTo>
                    <a:pt x="594" y="0"/>
                    <a:pt x="608" y="15"/>
                    <a:pt x="608" y="29"/>
                  </a:cubicBezTo>
                  <a:cubicBezTo>
                    <a:pt x="608" y="467"/>
                    <a:pt x="608" y="467"/>
                    <a:pt x="608" y="467"/>
                  </a:cubicBezTo>
                  <a:cubicBezTo>
                    <a:pt x="608" y="474"/>
                    <a:pt x="601" y="488"/>
                    <a:pt x="587" y="488"/>
                  </a:cubicBezTo>
                  <a:close/>
                  <a:moveTo>
                    <a:pt x="276" y="163"/>
                  </a:moveTo>
                  <a:lnTo>
                    <a:pt x="276" y="163"/>
                  </a:lnTo>
                  <a:cubicBezTo>
                    <a:pt x="56" y="71"/>
                    <a:pt x="56" y="71"/>
                    <a:pt x="56" y="71"/>
                  </a:cubicBezTo>
                  <a:cubicBezTo>
                    <a:pt x="56" y="446"/>
                    <a:pt x="56" y="446"/>
                    <a:pt x="56" y="446"/>
                  </a:cubicBezTo>
                  <a:cubicBezTo>
                    <a:pt x="276" y="538"/>
                    <a:pt x="276" y="538"/>
                    <a:pt x="276" y="538"/>
                  </a:cubicBezTo>
                  <a:lnTo>
                    <a:pt x="276" y="163"/>
                  </a:lnTo>
                  <a:close/>
                  <a:moveTo>
                    <a:pt x="551" y="71"/>
                  </a:moveTo>
                  <a:lnTo>
                    <a:pt x="551" y="71"/>
                  </a:lnTo>
                  <a:cubicBezTo>
                    <a:pt x="332" y="163"/>
                    <a:pt x="332" y="163"/>
                    <a:pt x="332" y="163"/>
                  </a:cubicBezTo>
                  <a:cubicBezTo>
                    <a:pt x="332" y="538"/>
                    <a:pt x="332" y="538"/>
                    <a:pt x="332" y="538"/>
                  </a:cubicBezTo>
                  <a:cubicBezTo>
                    <a:pt x="551" y="446"/>
                    <a:pt x="551" y="446"/>
                    <a:pt x="551" y="446"/>
                  </a:cubicBezTo>
                  <a:lnTo>
                    <a:pt x="551" y="71"/>
                  </a:lnTo>
                  <a:close/>
                  <a:moveTo>
                    <a:pt x="375" y="206"/>
                  </a:moveTo>
                  <a:lnTo>
                    <a:pt x="375" y="206"/>
                  </a:lnTo>
                  <a:cubicBezTo>
                    <a:pt x="480" y="156"/>
                    <a:pt x="480" y="156"/>
                    <a:pt x="480" y="156"/>
                  </a:cubicBezTo>
                  <a:cubicBezTo>
                    <a:pt x="488" y="156"/>
                    <a:pt x="488" y="156"/>
                    <a:pt x="495" y="156"/>
                  </a:cubicBezTo>
                  <a:cubicBezTo>
                    <a:pt x="509" y="156"/>
                    <a:pt x="523" y="163"/>
                    <a:pt x="523" y="184"/>
                  </a:cubicBezTo>
                  <a:cubicBezTo>
                    <a:pt x="523" y="191"/>
                    <a:pt x="516" y="206"/>
                    <a:pt x="502" y="206"/>
                  </a:cubicBezTo>
                  <a:cubicBezTo>
                    <a:pt x="403" y="255"/>
                    <a:pt x="403" y="255"/>
                    <a:pt x="403" y="255"/>
                  </a:cubicBezTo>
                  <a:cubicBezTo>
                    <a:pt x="396" y="255"/>
                    <a:pt x="396" y="255"/>
                    <a:pt x="389" y="255"/>
                  </a:cubicBezTo>
                  <a:cubicBezTo>
                    <a:pt x="375" y="255"/>
                    <a:pt x="360" y="248"/>
                    <a:pt x="360" y="227"/>
                  </a:cubicBezTo>
                  <a:cubicBezTo>
                    <a:pt x="360" y="220"/>
                    <a:pt x="367" y="206"/>
                    <a:pt x="375" y="206"/>
                  </a:cubicBezTo>
                  <a:close/>
                  <a:moveTo>
                    <a:pt x="375" y="304"/>
                  </a:moveTo>
                  <a:lnTo>
                    <a:pt x="375" y="304"/>
                  </a:lnTo>
                  <a:cubicBezTo>
                    <a:pt x="480" y="262"/>
                    <a:pt x="480" y="262"/>
                    <a:pt x="480" y="262"/>
                  </a:cubicBezTo>
                  <a:cubicBezTo>
                    <a:pt x="488" y="255"/>
                    <a:pt x="488" y="255"/>
                    <a:pt x="495" y="255"/>
                  </a:cubicBezTo>
                  <a:cubicBezTo>
                    <a:pt x="509" y="255"/>
                    <a:pt x="523" y="269"/>
                    <a:pt x="523" y="283"/>
                  </a:cubicBezTo>
                  <a:cubicBezTo>
                    <a:pt x="523" y="297"/>
                    <a:pt x="516" y="304"/>
                    <a:pt x="502" y="311"/>
                  </a:cubicBezTo>
                  <a:cubicBezTo>
                    <a:pt x="403" y="361"/>
                    <a:pt x="403" y="361"/>
                    <a:pt x="403" y="361"/>
                  </a:cubicBezTo>
                  <a:cubicBezTo>
                    <a:pt x="396" y="361"/>
                    <a:pt x="396" y="361"/>
                    <a:pt x="389" y="361"/>
                  </a:cubicBezTo>
                  <a:cubicBezTo>
                    <a:pt x="375" y="361"/>
                    <a:pt x="360" y="347"/>
                    <a:pt x="360" y="333"/>
                  </a:cubicBezTo>
                  <a:cubicBezTo>
                    <a:pt x="360" y="319"/>
                    <a:pt x="367" y="311"/>
                    <a:pt x="375" y="304"/>
                  </a:cubicBezTo>
                  <a:close/>
                  <a:moveTo>
                    <a:pt x="375" y="410"/>
                  </a:moveTo>
                  <a:lnTo>
                    <a:pt x="375" y="410"/>
                  </a:lnTo>
                  <a:cubicBezTo>
                    <a:pt x="480" y="361"/>
                    <a:pt x="480" y="361"/>
                    <a:pt x="480" y="361"/>
                  </a:cubicBezTo>
                  <a:cubicBezTo>
                    <a:pt x="488" y="361"/>
                    <a:pt x="488" y="361"/>
                    <a:pt x="495" y="361"/>
                  </a:cubicBezTo>
                  <a:cubicBezTo>
                    <a:pt x="509" y="361"/>
                    <a:pt x="523" y="375"/>
                    <a:pt x="523" y="389"/>
                  </a:cubicBezTo>
                  <a:cubicBezTo>
                    <a:pt x="523" y="403"/>
                    <a:pt x="516" y="410"/>
                    <a:pt x="502" y="417"/>
                  </a:cubicBezTo>
                  <a:cubicBezTo>
                    <a:pt x="403" y="460"/>
                    <a:pt x="403" y="460"/>
                    <a:pt x="403" y="460"/>
                  </a:cubicBezTo>
                  <a:cubicBezTo>
                    <a:pt x="396" y="467"/>
                    <a:pt x="396" y="467"/>
                    <a:pt x="389" y="467"/>
                  </a:cubicBezTo>
                  <a:cubicBezTo>
                    <a:pt x="375" y="467"/>
                    <a:pt x="360" y="453"/>
                    <a:pt x="360" y="439"/>
                  </a:cubicBezTo>
                  <a:cubicBezTo>
                    <a:pt x="360" y="425"/>
                    <a:pt x="367" y="417"/>
                    <a:pt x="375" y="410"/>
                  </a:cubicBezTo>
                  <a:close/>
                  <a:moveTo>
                    <a:pt x="113" y="156"/>
                  </a:moveTo>
                  <a:lnTo>
                    <a:pt x="113" y="156"/>
                  </a:lnTo>
                  <a:cubicBezTo>
                    <a:pt x="120" y="156"/>
                    <a:pt x="120" y="156"/>
                    <a:pt x="127" y="156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40" y="206"/>
                    <a:pt x="247" y="220"/>
                    <a:pt x="247" y="227"/>
                  </a:cubicBezTo>
                  <a:cubicBezTo>
                    <a:pt x="247" y="248"/>
                    <a:pt x="233" y="255"/>
                    <a:pt x="219" y="255"/>
                  </a:cubicBezTo>
                  <a:cubicBezTo>
                    <a:pt x="212" y="255"/>
                    <a:pt x="212" y="255"/>
                    <a:pt x="205" y="255"/>
                  </a:cubicBezTo>
                  <a:cubicBezTo>
                    <a:pt x="106" y="206"/>
                    <a:pt x="106" y="206"/>
                    <a:pt x="106" y="206"/>
                  </a:cubicBezTo>
                  <a:cubicBezTo>
                    <a:pt x="92" y="206"/>
                    <a:pt x="85" y="191"/>
                    <a:pt x="85" y="184"/>
                  </a:cubicBezTo>
                  <a:cubicBezTo>
                    <a:pt x="85" y="163"/>
                    <a:pt x="99" y="156"/>
                    <a:pt x="113" y="156"/>
                  </a:cubicBezTo>
                  <a:close/>
                  <a:moveTo>
                    <a:pt x="113" y="255"/>
                  </a:moveTo>
                  <a:lnTo>
                    <a:pt x="113" y="255"/>
                  </a:lnTo>
                  <a:cubicBezTo>
                    <a:pt x="120" y="255"/>
                    <a:pt x="120" y="255"/>
                    <a:pt x="127" y="262"/>
                  </a:cubicBezTo>
                  <a:cubicBezTo>
                    <a:pt x="233" y="304"/>
                    <a:pt x="233" y="304"/>
                    <a:pt x="233" y="304"/>
                  </a:cubicBezTo>
                  <a:cubicBezTo>
                    <a:pt x="240" y="311"/>
                    <a:pt x="247" y="319"/>
                    <a:pt x="247" y="333"/>
                  </a:cubicBezTo>
                  <a:cubicBezTo>
                    <a:pt x="247" y="347"/>
                    <a:pt x="233" y="361"/>
                    <a:pt x="219" y="361"/>
                  </a:cubicBezTo>
                  <a:cubicBezTo>
                    <a:pt x="212" y="361"/>
                    <a:pt x="212" y="361"/>
                    <a:pt x="205" y="361"/>
                  </a:cubicBezTo>
                  <a:cubicBezTo>
                    <a:pt x="106" y="311"/>
                    <a:pt x="106" y="311"/>
                    <a:pt x="106" y="311"/>
                  </a:cubicBezTo>
                  <a:cubicBezTo>
                    <a:pt x="92" y="304"/>
                    <a:pt x="85" y="297"/>
                    <a:pt x="85" y="283"/>
                  </a:cubicBezTo>
                  <a:cubicBezTo>
                    <a:pt x="85" y="269"/>
                    <a:pt x="99" y="255"/>
                    <a:pt x="113" y="255"/>
                  </a:cubicBezTo>
                  <a:close/>
                  <a:moveTo>
                    <a:pt x="113" y="361"/>
                  </a:moveTo>
                  <a:lnTo>
                    <a:pt x="113" y="361"/>
                  </a:lnTo>
                  <a:cubicBezTo>
                    <a:pt x="120" y="361"/>
                    <a:pt x="120" y="361"/>
                    <a:pt x="127" y="361"/>
                  </a:cubicBezTo>
                  <a:cubicBezTo>
                    <a:pt x="233" y="410"/>
                    <a:pt x="233" y="410"/>
                    <a:pt x="233" y="410"/>
                  </a:cubicBezTo>
                  <a:cubicBezTo>
                    <a:pt x="240" y="417"/>
                    <a:pt x="247" y="425"/>
                    <a:pt x="247" y="439"/>
                  </a:cubicBezTo>
                  <a:cubicBezTo>
                    <a:pt x="247" y="453"/>
                    <a:pt x="233" y="467"/>
                    <a:pt x="219" y="467"/>
                  </a:cubicBezTo>
                  <a:cubicBezTo>
                    <a:pt x="212" y="467"/>
                    <a:pt x="212" y="467"/>
                    <a:pt x="205" y="460"/>
                  </a:cubicBezTo>
                  <a:cubicBezTo>
                    <a:pt x="106" y="417"/>
                    <a:pt x="106" y="417"/>
                    <a:pt x="106" y="417"/>
                  </a:cubicBezTo>
                  <a:cubicBezTo>
                    <a:pt x="92" y="410"/>
                    <a:pt x="85" y="403"/>
                    <a:pt x="85" y="389"/>
                  </a:cubicBezTo>
                  <a:cubicBezTo>
                    <a:pt x="85" y="375"/>
                    <a:pt x="99" y="361"/>
                    <a:pt x="113" y="3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4"/>
            <p:cNvSpPr/>
            <p:nvPr/>
          </p:nvSpPr>
          <p:spPr>
            <a:xfrm>
              <a:off x="5426075" y="3779838"/>
              <a:ext cx="217488" cy="219075"/>
            </a:xfrm>
            <a:custGeom>
              <a:rect b="b" l="l" r="r" t="t"/>
              <a:pathLst>
                <a:path extrusionOk="0" h="609" w="602">
                  <a:moveTo>
                    <a:pt x="586" y="488"/>
                  </a:moveTo>
                  <a:lnTo>
                    <a:pt x="586" y="488"/>
                  </a:lnTo>
                  <a:cubicBezTo>
                    <a:pt x="311" y="601"/>
                    <a:pt x="311" y="601"/>
                    <a:pt x="311" y="601"/>
                  </a:cubicBezTo>
                  <a:cubicBezTo>
                    <a:pt x="311" y="608"/>
                    <a:pt x="304" y="608"/>
                    <a:pt x="304" y="608"/>
                  </a:cubicBezTo>
                  <a:cubicBezTo>
                    <a:pt x="297" y="608"/>
                    <a:pt x="297" y="608"/>
                    <a:pt x="290" y="601"/>
                  </a:cubicBezTo>
                  <a:cubicBezTo>
                    <a:pt x="14" y="488"/>
                    <a:pt x="14" y="488"/>
                    <a:pt x="14" y="488"/>
                  </a:cubicBezTo>
                  <a:cubicBezTo>
                    <a:pt x="7" y="488"/>
                    <a:pt x="0" y="474"/>
                    <a:pt x="0" y="46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4" y="0"/>
                    <a:pt x="28" y="0"/>
                  </a:cubicBezTo>
                  <a:cubicBezTo>
                    <a:pt x="35" y="0"/>
                    <a:pt x="35" y="0"/>
                    <a:pt x="42" y="8"/>
                  </a:cubicBezTo>
                  <a:cubicBezTo>
                    <a:pt x="304" y="114"/>
                    <a:pt x="304" y="114"/>
                    <a:pt x="304" y="114"/>
                  </a:cubicBezTo>
                  <a:cubicBezTo>
                    <a:pt x="565" y="8"/>
                    <a:pt x="565" y="8"/>
                    <a:pt x="565" y="8"/>
                  </a:cubicBezTo>
                  <a:cubicBezTo>
                    <a:pt x="565" y="0"/>
                    <a:pt x="572" y="0"/>
                    <a:pt x="572" y="0"/>
                  </a:cubicBezTo>
                  <a:cubicBezTo>
                    <a:pt x="594" y="0"/>
                    <a:pt x="601" y="15"/>
                    <a:pt x="601" y="29"/>
                  </a:cubicBezTo>
                  <a:cubicBezTo>
                    <a:pt x="601" y="467"/>
                    <a:pt x="601" y="467"/>
                    <a:pt x="601" y="467"/>
                  </a:cubicBezTo>
                  <a:cubicBezTo>
                    <a:pt x="601" y="474"/>
                    <a:pt x="594" y="488"/>
                    <a:pt x="586" y="488"/>
                  </a:cubicBezTo>
                  <a:close/>
                  <a:moveTo>
                    <a:pt x="276" y="538"/>
                  </a:moveTo>
                  <a:lnTo>
                    <a:pt x="276" y="538"/>
                  </a:lnTo>
                  <a:cubicBezTo>
                    <a:pt x="276" y="163"/>
                    <a:pt x="276" y="163"/>
                    <a:pt x="276" y="163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6" y="446"/>
                    <a:pt x="56" y="446"/>
                    <a:pt x="56" y="446"/>
                  </a:cubicBezTo>
                  <a:lnTo>
                    <a:pt x="276" y="538"/>
                  </a:lnTo>
                  <a:close/>
                  <a:moveTo>
                    <a:pt x="544" y="71"/>
                  </a:moveTo>
                  <a:lnTo>
                    <a:pt x="544" y="71"/>
                  </a:lnTo>
                  <a:cubicBezTo>
                    <a:pt x="332" y="163"/>
                    <a:pt x="332" y="163"/>
                    <a:pt x="332" y="163"/>
                  </a:cubicBezTo>
                  <a:cubicBezTo>
                    <a:pt x="332" y="538"/>
                    <a:pt x="332" y="538"/>
                    <a:pt x="332" y="538"/>
                  </a:cubicBezTo>
                  <a:cubicBezTo>
                    <a:pt x="544" y="446"/>
                    <a:pt x="544" y="446"/>
                    <a:pt x="544" y="446"/>
                  </a:cubicBezTo>
                  <a:lnTo>
                    <a:pt x="544" y="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4"/>
            <p:cNvSpPr/>
            <p:nvPr/>
          </p:nvSpPr>
          <p:spPr>
            <a:xfrm>
              <a:off x="5068888" y="3790950"/>
              <a:ext cx="171450" cy="198438"/>
            </a:xfrm>
            <a:custGeom>
              <a:rect b="b" l="l" r="r" t="t"/>
              <a:pathLst>
                <a:path extrusionOk="0" h="552" w="475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4"/>
            <p:cNvSpPr/>
            <p:nvPr/>
          </p:nvSpPr>
          <p:spPr>
            <a:xfrm>
              <a:off x="4700588" y="3787775"/>
              <a:ext cx="182562" cy="211138"/>
            </a:xfrm>
            <a:custGeom>
              <a:rect b="b" l="l" r="r" t="t"/>
              <a:pathLst>
                <a:path extrusionOk="0" h="587" w="509">
                  <a:moveTo>
                    <a:pt x="480" y="452"/>
                  </a:moveTo>
                  <a:lnTo>
                    <a:pt x="480" y="452"/>
                  </a:lnTo>
                  <a:cubicBezTo>
                    <a:pt x="473" y="452"/>
                    <a:pt x="466" y="452"/>
                    <a:pt x="459" y="445"/>
                  </a:cubicBezTo>
                  <a:cubicBezTo>
                    <a:pt x="438" y="424"/>
                    <a:pt x="438" y="424"/>
                    <a:pt x="438" y="424"/>
                  </a:cubicBezTo>
                  <a:cubicBezTo>
                    <a:pt x="438" y="558"/>
                    <a:pt x="438" y="558"/>
                    <a:pt x="438" y="558"/>
                  </a:cubicBezTo>
                  <a:cubicBezTo>
                    <a:pt x="438" y="572"/>
                    <a:pt x="431" y="586"/>
                    <a:pt x="409" y="586"/>
                  </a:cubicBezTo>
                  <a:cubicBezTo>
                    <a:pt x="395" y="586"/>
                    <a:pt x="381" y="572"/>
                    <a:pt x="381" y="558"/>
                  </a:cubicBezTo>
                  <a:cubicBezTo>
                    <a:pt x="381" y="424"/>
                    <a:pt x="381" y="424"/>
                    <a:pt x="381" y="424"/>
                  </a:cubicBezTo>
                  <a:cubicBezTo>
                    <a:pt x="367" y="445"/>
                    <a:pt x="367" y="445"/>
                    <a:pt x="367" y="445"/>
                  </a:cubicBezTo>
                  <a:cubicBezTo>
                    <a:pt x="360" y="452"/>
                    <a:pt x="353" y="452"/>
                    <a:pt x="346" y="452"/>
                  </a:cubicBezTo>
                  <a:cubicBezTo>
                    <a:pt x="332" y="452"/>
                    <a:pt x="318" y="438"/>
                    <a:pt x="318" y="424"/>
                  </a:cubicBezTo>
                  <a:cubicBezTo>
                    <a:pt x="318" y="417"/>
                    <a:pt x="318" y="410"/>
                    <a:pt x="325" y="403"/>
                  </a:cubicBezTo>
                  <a:cubicBezTo>
                    <a:pt x="395" y="339"/>
                    <a:pt x="395" y="339"/>
                    <a:pt x="395" y="339"/>
                  </a:cubicBezTo>
                  <a:cubicBezTo>
                    <a:pt x="395" y="332"/>
                    <a:pt x="402" y="332"/>
                    <a:pt x="409" y="332"/>
                  </a:cubicBezTo>
                  <a:cubicBezTo>
                    <a:pt x="417" y="332"/>
                    <a:pt x="424" y="332"/>
                    <a:pt x="431" y="339"/>
                  </a:cubicBezTo>
                  <a:cubicBezTo>
                    <a:pt x="494" y="403"/>
                    <a:pt x="494" y="403"/>
                    <a:pt x="494" y="403"/>
                  </a:cubicBezTo>
                  <a:cubicBezTo>
                    <a:pt x="501" y="410"/>
                    <a:pt x="508" y="417"/>
                    <a:pt x="508" y="424"/>
                  </a:cubicBezTo>
                  <a:cubicBezTo>
                    <a:pt x="508" y="438"/>
                    <a:pt x="494" y="452"/>
                    <a:pt x="480" y="452"/>
                  </a:cubicBezTo>
                  <a:close/>
                  <a:moveTo>
                    <a:pt x="304" y="381"/>
                  </a:moveTo>
                  <a:lnTo>
                    <a:pt x="304" y="381"/>
                  </a:lnTo>
                  <a:cubicBezTo>
                    <a:pt x="296" y="395"/>
                    <a:pt x="289" y="410"/>
                    <a:pt x="289" y="424"/>
                  </a:cubicBezTo>
                  <a:cubicBezTo>
                    <a:pt x="289" y="452"/>
                    <a:pt x="318" y="480"/>
                    <a:pt x="346" y="480"/>
                  </a:cubicBezTo>
                  <a:lnTo>
                    <a:pt x="353" y="480"/>
                  </a:lnTo>
                  <a:cubicBezTo>
                    <a:pt x="353" y="544"/>
                    <a:pt x="353" y="544"/>
                    <a:pt x="353" y="544"/>
                  </a:cubicBezTo>
                  <a:cubicBezTo>
                    <a:pt x="28" y="544"/>
                    <a:pt x="28" y="544"/>
                    <a:pt x="28" y="544"/>
                  </a:cubicBezTo>
                  <a:cubicBezTo>
                    <a:pt x="7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76" y="106"/>
                    <a:pt x="176" y="106"/>
                    <a:pt x="176" y="106"/>
                  </a:cubicBezTo>
                  <a:cubicBezTo>
                    <a:pt x="176" y="162"/>
                    <a:pt x="176" y="162"/>
                    <a:pt x="176" y="162"/>
                  </a:cubicBezTo>
                  <a:cubicBezTo>
                    <a:pt x="176" y="191"/>
                    <a:pt x="205" y="219"/>
                    <a:pt x="233" y="219"/>
                  </a:cubicBezTo>
                  <a:cubicBezTo>
                    <a:pt x="289" y="219"/>
                    <a:pt x="289" y="219"/>
                    <a:pt x="289" y="219"/>
                  </a:cubicBezTo>
                  <a:cubicBezTo>
                    <a:pt x="409" y="219"/>
                    <a:pt x="409" y="219"/>
                    <a:pt x="409" y="219"/>
                  </a:cubicBezTo>
                  <a:cubicBezTo>
                    <a:pt x="409" y="304"/>
                    <a:pt x="409" y="304"/>
                    <a:pt x="409" y="304"/>
                  </a:cubicBezTo>
                  <a:cubicBezTo>
                    <a:pt x="395" y="304"/>
                    <a:pt x="381" y="311"/>
                    <a:pt x="374" y="318"/>
                  </a:cubicBezTo>
                  <a:lnTo>
                    <a:pt x="304" y="381"/>
                  </a:lnTo>
                  <a:close/>
                  <a:moveTo>
                    <a:pt x="233" y="191"/>
                  </a:moveTo>
                  <a:lnTo>
                    <a:pt x="233" y="191"/>
                  </a:lnTo>
                  <a:cubicBezTo>
                    <a:pt x="219" y="191"/>
                    <a:pt x="205" y="176"/>
                    <a:pt x="205" y="162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409" y="191"/>
                    <a:pt x="409" y="191"/>
                    <a:pt x="409" y="191"/>
                  </a:cubicBezTo>
                  <a:cubicBezTo>
                    <a:pt x="289" y="191"/>
                    <a:pt x="289" y="191"/>
                    <a:pt x="289" y="191"/>
                  </a:cubicBezTo>
                  <a:lnTo>
                    <a:pt x="233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4"/>
            <p:cNvSpPr/>
            <p:nvPr/>
          </p:nvSpPr>
          <p:spPr>
            <a:xfrm>
              <a:off x="4318000" y="3787775"/>
              <a:ext cx="184150" cy="211138"/>
            </a:xfrm>
            <a:custGeom>
              <a:rect b="b" l="l" r="r" t="t"/>
              <a:pathLst>
                <a:path extrusionOk="0" h="587" w="510">
                  <a:moveTo>
                    <a:pt x="502" y="509"/>
                  </a:moveTo>
                  <a:lnTo>
                    <a:pt x="502" y="509"/>
                  </a:lnTo>
                  <a:cubicBezTo>
                    <a:pt x="439" y="572"/>
                    <a:pt x="439" y="572"/>
                    <a:pt x="439" y="572"/>
                  </a:cubicBezTo>
                  <a:cubicBezTo>
                    <a:pt x="432" y="579"/>
                    <a:pt x="424" y="586"/>
                    <a:pt x="417" y="586"/>
                  </a:cubicBezTo>
                  <a:cubicBezTo>
                    <a:pt x="410" y="586"/>
                    <a:pt x="403" y="579"/>
                    <a:pt x="396" y="572"/>
                  </a:cubicBezTo>
                  <a:cubicBezTo>
                    <a:pt x="333" y="509"/>
                    <a:pt x="333" y="509"/>
                    <a:pt x="333" y="509"/>
                  </a:cubicBezTo>
                  <a:cubicBezTo>
                    <a:pt x="326" y="502"/>
                    <a:pt x="326" y="495"/>
                    <a:pt x="326" y="487"/>
                  </a:cubicBezTo>
                  <a:cubicBezTo>
                    <a:pt x="326" y="473"/>
                    <a:pt x="333" y="459"/>
                    <a:pt x="354" y="459"/>
                  </a:cubicBezTo>
                  <a:cubicBezTo>
                    <a:pt x="361" y="459"/>
                    <a:pt x="368" y="466"/>
                    <a:pt x="368" y="473"/>
                  </a:cubicBezTo>
                  <a:cubicBezTo>
                    <a:pt x="389" y="487"/>
                    <a:pt x="389" y="487"/>
                    <a:pt x="389" y="487"/>
                  </a:cubicBezTo>
                  <a:cubicBezTo>
                    <a:pt x="389" y="360"/>
                    <a:pt x="389" y="360"/>
                    <a:pt x="389" y="360"/>
                  </a:cubicBezTo>
                  <a:cubicBezTo>
                    <a:pt x="389" y="339"/>
                    <a:pt x="403" y="332"/>
                    <a:pt x="417" y="332"/>
                  </a:cubicBezTo>
                  <a:cubicBezTo>
                    <a:pt x="432" y="332"/>
                    <a:pt x="446" y="339"/>
                    <a:pt x="446" y="360"/>
                  </a:cubicBezTo>
                  <a:cubicBezTo>
                    <a:pt x="446" y="487"/>
                    <a:pt x="446" y="487"/>
                    <a:pt x="446" y="487"/>
                  </a:cubicBezTo>
                  <a:cubicBezTo>
                    <a:pt x="467" y="473"/>
                    <a:pt x="467" y="473"/>
                    <a:pt x="467" y="473"/>
                  </a:cubicBezTo>
                  <a:cubicBezTo>
                    <a:pt x="467" y="466"/>
                    <a:pt x="474" y="459"/>
                    <a:pt x="481" y="459"/>
                  </a:cubicBezTo>
                  <a:cubicBezTo>
                    <a:pt x="502" y="459"/>
                    <a:pt x="509" y="473"/>
                    <a:pt x="509" y="487"/>
                  </a:cubicBezTo>
                  <a:cubicBezTo>
                    <a:pt x="509" y="495"/>
                    <a:pt x="509" y="502"/>
                    <a:pt x="502" y="509"/>
                  </a:cubicBezTo>
                  <a:close/>
                  <a:moveTo>
                    <a:pt x="361" y="360"/>
                  </a:moveTo>
                  <a:lnTo>
                    <a:pt x="361" y="360"/>
                  </a:lnTo>
                  <a:cubicBezTo>
                    <a:pt x="361" y="431"/>
                    <a:pt x="361" y="431"/>
                    <a:pt x="361" y="431"/>
                  </a:cubicBezTo>
                  <a:lnTo>
                    <a:pt x="354" y="431"/>
                  </a:lnTo>
                  <a:cubicBezTo>
                    <a:pt x="319" y="431"/>
                    <a:pt x="297" y="459"/>
                    <a:pt x="297" y="487"/>
                  </a:cubicBezTo>
                  <a:cubicBezTo>
                    <a:pt x="297" y="509"/>
                    <a:pt x="304" y="523"/>
                    <a:pt x="311" y="530"/>
                  </a:cubicBezTo>
                  <a:cubicBezTo>
                    <a:pt x="326" y="544"/>
                    <a:pt x="326" y="544"/>
                    <a:pt x="326" y="544"/>
                  </a:cubicBezTo>
                  <a:cubicBezTo>
                    <a:pt x="29" y="544"/>
                    <a:pt x="29" y="544"/>
                    <a:pt x="29" y="544"/>
                  </a:cubicBezTo>
                  <a:cubicBezTo>
                    <a:pt x="15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4" y="162"/>
                    <a:pt x="184" y="162"/>
                    <a:pt x="184" y="162"/>
                  </a:cubicBezTo>
                  <a:cubicBezTo>
                    <a:pt x="184" y="191"/>
                    <a:pt x="206" y="219"/>
                    <a:pt x="241" y="219"/>
                  </a:cubicBezTo>
                  <a:cubicBezTo>
                    <a:pt x="297" y="219"/>
                    <a:pt x="297" y="219"/>
                    <a:pt x="297" y="219"/>
                  </a:cubicBezTo>
                  <a:cubicBezTo>
                    <a:pt x="417" y="219"/>
                    <a:pt x="417" y="219"/>
                    <a:pt x="417" y="219"/>
                  </a:cubicBezTo>
                  <a:cubicBezTo>
                    <a:pt x="417" y="304"/>
                    <a:pt x="417" y="304"/>
                    <a:pt x="417" y="304"/>
                  </a:cubicBezTo>
                  <a:cubicBezTo>
                    <a:pt x="389" y="304"/>
                    <a:pt x="361" y="325"/>
                    <a:pt x="361" y="360"/>
                  </a:cubicBezTo>
                  <a:close/>
                  <a:moveTo>
                    <a:pt x="241" y="191"/>
                  </a:moveTo>
                  <a:lnTo>
                    <a:pt x="241" y="191"/>
                  </a:lnTo>
                  <a:cubicBezTo>
                    <a:pt x="220" y="191"/>
                    <a:pt x="213" y="176"/>
                    <a:pt x="213" y="162"/>
                  </a:cubicBezTo>
                  <a:cubicBezTo>
                    <a:pt x="213" y="106"/>
                    <a:pt x="213" y="106"/>
                    <a:pt x="213" y="106"/>
                  </a:cubicBezTo>
                  <a:cubicBezTo>
                    <a:pt x="213" y="0"/>
                    <a:pt x="213" y="0"/>
                    <a:pt x="213" y="0"/>
                  </a:cubicBezTo>
                  <a:cubicBezTo>
                    <a:pt x="417" y="191"/>
                    <a:pt x="417" y="191"/>
                    <a:pt x="417" y="191"/>
                  </a:cubicBezTo>
                  <a:cubicBezTo>
                    <a:pt x="297" y="191"/>
                    <a:pt x="297" y="191"/>
                    <a:pt x="297" y="191"/>
                  </a:cubicBezTo>
                  <a:lnTo>
                    <a:pt x="241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4"/>
            <p:cNvSpPr/>
            <p:nvPr/>
          </p:nvSpPr>
          <p:spPr>
            <a:xfrm>
              <a:off x="3940175" y="3787775"/>
              <a:ext cx="184150" cy="206375"/>
            </a:xfrm>
            <a:custGeom>
              <a:rect b="b" l="l" r="r" t="t"/>
              <a:pathLst>
                <a:path extrusionOk="0" h="573" w="510">
                  <a:moveTo>
                    <a:pt x="502" y="452"/>
                  </a:moveTo>
                  <a:lnTo>
                    <a:pt x="502" y="452"/>
                  </a:lnTo>
                  <a:cubicBezTo>
                    <a:pt x="467" y="487"/>
                    <a:pt x="467" y="487"/>
                    <a:pt x="467" y="487"/>
                  </a:cubicBezTo>
                  <a:cubicBezTo>
                    <a:pt x="502" y="530"/>
                    <a:pt x="502" y="530"/>
                    <a:pt x="502" y="530"/>
                  </a:cubicBezTo>
                  <a:cubicBezTo>
                    <a:pt x="509" y="530"/>
                    <a:pt x="509" y="537"/>
                    <a:pt x="509" y="544"/>
                  </a:cubicBezTo>
                  <a:cubicBezTo>
                    <a:pt x="509" y="565"/>
                    <a:pt x="495" y="572"/>
                    <a:pt x="481" y="572"/>
                  </a:cubicBezTo>
                  <a:cubicBezTo>
                    <a:pt x="474" y="572"/>
                    <a:pt x="467" y="572"/>
                    <a:pt x="460" y="565"/>
                  </a:cubicBezTo>
                  <a:cubicBezTo>
                    <a:pt x="424" y="530"/>
                    <a:pt x="424" y="530"/>
                    <a:pt x="424" y="530"/>
                  </a:cubicBezTo>
                  <a:cubicBezTo>
                    <a:pt x="389" y="565"/>
                    <a:pt x="389" y="565"/>
                    <a:pt x="389" y="565"/>
                  </a:cubicBezTo>
                  <a:cubicBezTo>
                    <a:pt x="382" y="572"/>
                    <a:pt x="375" y="572"/>
                    <a:pt x="368" y="572"/>
                  </a:cubicBezTo>
                  <a:cubicBezTo>
                    <a:pt x="354" y="572"/>
                    <a:pt x="340" y="565"/>
                    <a:pt x="340" y="544"/>
                  </a:cubicBezTo>
                  <a:cubicBezTo>
                    <a:pt x="340" y="537"/>
                    <a:pt x="340" y="530"/>
                    <a:pt x="347" y="530"/>
                  </a:cubicBezTo>
                  <a:cubicBezTo>
                    <a:pt x="382" y="487"/>
                    <a:pt x="382" y="487"/>
                    <a:pt x="382" y="487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0" y="445"/>
                    <a:pt x="340" y="438"/>
                    <a:pt x="340" y="431"/>
                  </a:cubicBezTo>
                  <a:cubicBezTo>
                    <a:pt x="340" y="417"/>
                    <a:pt x="354" y="403"/>
                    <a:pt x="368" y="403"/>
                  </a:cubicBezTo>
                  <a:cubicBezTo>
                    <a:pt x="375" y="403"/>
                    <a:pt x="382" y="410"/>
                    <a:pt x="389" y="417"/>
                  </a:cubicBezTo>
                  <a:cubicBezTo>
                    <a:pt x="424" y="452"/>
                    <a:pt x="424" y="452"/>
                    <a:pt x="424" y="452"/>
                  </a:cubicBezTo>
                  <a:cubicBezTo>
                    <a:pt x="460" y="417"/>
                    <a:pt x="460" y="417"/>
                    <a:pt x="460" y="417"/>
                  </a:cubicBezTo>
                  <a:cubicBezTo>
                    <a:pt x="467" y="410"/>
                    <a:pt x="474" y="403"/>
                    <a:pt x="481" y="403"/>
                  </a:cubicBezTo>
                  <a:cubicBezTo>
                    <a:pt x="495" y="403"/>
                    <a:pt x="509" y="417"/>
                    <a:pt x="509" y="431"/>
                  </a:cubicBezTo>
                  <a:cubicBezTo>
                    <a:pt x="509" y="438"/>
                    <a:pt x="509" y="445"/>
                    <a:pt x="502" y="452"/>
                  </a:cubicBezTo>
                  <a:close/>
                  <a:moveTo>
                    <a:pt x="417" y="403"/>
                  </a:moveTo>
                  <a:lnTo>
                    <a:pt x="417" y="403"/>
                  </a:lnTo>
                  <a:cubicBezTo>
                    <a:pt x="410" y="395"/>
                    <a:pt x="410" y="395"/>
                    <a:pt x="410" y="395"/>
                  </a:cubicBezTo>
                  <a:cubicBezTo>
                    <a:pt x="396" y="381"/>
                    <a:pt x="382" y="374"/>
                    <a:pt x="368" y="374"/>
                  </a:cubicBezTo>
                  <a:cubicBezTo>
                    <a:pt x="340" y="374"/>
                    <a:pt x="311" y="403"/>
                    <a:pt x="311" y="431"/>
                  </a:cubicBezTo>
                  <a:cubicBezTo>
                    <a:pt x="311" y="452"/>
                    <a:pt x="318" y="466"/>
                    <a:pt x="326" y="473"/>
                  </a:cubicBezTo>
                  <a:cubicBezTo>
                    <a:pt x="347" y="487"/>
                    <a:pt x="347" y="487"/>
                    <a:pt x="347" y="487"/>
                  </a:cubicBezTo>
                  <a:cubicBezTo>
                    <a:pt x="326" y="509"/>
                    <a:pt x="326" y="509"/>
                    <a:pt x="326" y="509"/>
                  </a:cubicBezTo>
                  <a:cubicBezTo>
                    <a:pt x="318" y="516"/>
                    <a:pt x="311" y="530"/>
                    <a:pt x="311" y="544"/>
                  </a:cubicBezTo>
                  <a:cubicBezTo>
                    <a:pt x="290" y="544"/>
                    <a:pt x="290" y="544"/>
                    <a:pt x="290" y="544"/>
                  </a:cubicBezTo>
                  <a:cubicBezTo>
                    <a:pt x="29" y="544"/>
                    <a:pt x="29" y="544"/>
                    <a:pt x="29" y="544"/>
                  </a:cubicBezTo>
                  <a:cubicBezTo>
                    <a:pt x="15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62"/>
                    <a:pt x="177" y="162"/>
                    <a:pt x="177" y="162"/>
                  </a:cubicBezTo>
                  <a:cubicBezTo>
                    <a:pt x="177" y="191"/>
                    <a:pt x="205" y="219"/>
                    <a:pt x="234" y="219"/>
                  </a:cubicBezTo>
                  <a:cubicBezTo>
                    <a:pt x="290" y="219"/>
                    <a:pt x="290" y="219"/>
                    <a:pt x="290" y="219"/>
                  </a:cubicBezTo>
                  <a:cubicBezTo>
                    <a:pt x="417" y="219"/>
                    <a:pt x="417" y="219"/>
                    <a:pt x="417" y="219"/>
                  </a:cubicBezTo>
                  <a:cubicBezTo>
                    <a:pt x="417" y="374"/>
                    <a:pt x="417" y="374"/>
                    <a:pt x="417" y="374"/>
                  </a:cubicBezTo>
                  <a:lnTo>
                    <a:pt x="417" y="403"/>
                  </a:lnTo>
                  <a:close/>
                  <a:moveTo>
                    <a:pt x="234" y="191"/>
                  </a:moveTo>
                  <a:lnTo>
                    <a:pt x="234" y="191"/>
                  </a:lnTo>
                  <a:cubicBezTo>
                    <a:pt x="220" y="191"/>
                    <a:pt x="205" y="176"/>
                    <a:pt x="205" y="162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417" y="191"/>
                    <a:pt x="417" y="191"/>
                    <a:pt x="417" y="191"/>
                  </a:cubicBezTo>
                  <a:cubicBezTo>
                    <a:pt x="290" y="191"/>
                    <a:pt x="290" y="191"/>
                    <a:pt x="290" y="191"/>
                  </a:cubicBezTo>
                  <a:lnTo>
                    <a:pt x="234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4"/>
            <p:cNvSpPr/>
            <p:nvPr/>
          </p:nvSpPr>
          <p:spPr>
            <a:xfrm>
              <a:off x="3560763" y="3787775"/>
              <a:ext cx="184150" cy="201613"/>
            </a:xfrm>
            <a:custGeom>
              <a:rect b="b" l="l" r="r" t="t"/>
              <a:pathLst>
                <a:path extrusionOk="0" h="559" w="510">
                  <a:moveTo>
                    <a:pt x="495" y="473"/>
                  </a:moveTo>
                  <a:lnTo>
                    <a:pt x="495" y="473"/>
                  </a:lnTo>
                  <a:cubicBezTo>
                    <a:pt x="424" y="544"/>
                    <a:pt x="424" y="544"/>
                    <a:pt x="424" y="544"/>
                  </a:cubicBezTo>
                  <a:cubicBezTo>
                    <a:pt x="417" y="551"/>
                    <a:pt x="410" y="558"/>
                    <a:pt x="403" y="558"/>
                  </a:cubicBezTo>
                  <a:cubicBezTo>
                    <a:pt x="396" y="558"/>
                    <a:pt x="389" y="551"/>
                    <a:pt x="382" y="544"/>
                  </a:cubicBezTo>
                  <a:cubicBezTo>
                    <a:pt x="347" y="509"/>
                    <a:pt x="347" y="509"/>
                    <a:pt x="347" y="509"/>
                  </a:cubicBezTo>
                  <a:cubicBezTo>
                    <a:pt x="340" y="502"/>
                    <a:pt x="340" y="495"/>
                    <a:pt x="340" y="487"/>
                  </a:cubicBezTo>
                  <a:cubicBezTo>
                    <a:pt x="340" y="473"/>
                    <a:pt x="347" y="459"/>
                    <a:pt x="368" y="459"/>
                  </a:cubicBezTo>
                  <a:cubicBezTo>
                    <a:pt x="375" y="459"/>
                    <a:pt x="382" y="466"/>
                    <a:pt x="382" y="473"/>
                  </a:cubicBezTo>
                  <a:cubicBezTo>
                    <a:pt x="403" y="487"/>
                    <a:pt x="403" y="487"/>
                    <a:pt x="403" y="487"/>
                  </a:cubicBezTo>
                  <a:cubicBezTo>
                    <a:pt x="460" y="431"/>
                    <a:pt x="460" y="431"/>
                    <a:pt x="460" y="431"/>
                  </a:cubicBezTo>
                  <a:cubicBezTo>
                    <a:pt x="467" y="424"/>
                    <a:pt x="474" y="424"/>
                    <a:pt x="481" y="424"/>
                  </a:cubicBezTo>
                  <a:cubicBezTo>
                    <a:pt x="495" y="424"/>
                    <a:pt x="509" y="438"/>
                    <a:pt x="509" y="452"/>
                  </a:cubicBezTo>
                  <a:cubicBezTo>
                    <a:pt x="509" y="459"/>
                    <a:pt x="502" y="466"/>
                    <a:pt x="495" y="473"/>
                  </a:cubicBezTo>
                  <a:close/>
                  <a:moveTo>
                    <a:pt x="410" y="438"/>
                  </a:moveTo>
                  <a:lnTo>
                    <a:pt x="410" y="438"/>
                  </a:lnTo>
                  <a:cubicBezTo>
                    <a:pt x="403" y="445"/>
                    <a:pt x="403" y="445"/>
                    <a:pt x="403" y="445"/>
                  </a:cubicBezTo>
                  <a:cubicBezTo>
                    <a:pt x="396" y="438"/>
                    <a:pt x="382" y="431"/>
                    <a:pt x="368" y="431"/>
                  </a:cubicBezTo>
                  <a:cubicBezTo>
                    <a:pt x="333" y="431"/>
                    <a:pt x="311" y="459"/>
                    <a:pt x="311" y="487"/>
                  </a:cubicBezTo>
                  <a:cubicBezTo>
                    <a:pt x="311" y="509"/>
                    <a:pt x="318" y="523"/>
                    <a:pt x="325" y="530"/>
                  </a:cubicBezTo>
                  <a:cubicBezTo>
                    <a:pt x="340" y="544"/>
                    <a:pt x="340" y="544"/>
                    <a:pt x="340" y="544"/>
                  </a:cubicBezTo>
                  <a:cubicBezTo>
                    <a:pt x="241" y="544"/>
                    <a:pt x="241" y="544"/>
                    <a:pt x="241" y="544"/>
                  </a:cubicBezTo>
                  <a:cubicBezTo>
                    <a:pt x="29" y="544"/>
                    <a:pt x="29" y="544"/>
                    <a:pt x="29" y="544"/>
                  </a:cubicBezTo>
                  <a:cubicBezTo>
                    <a:pt x="7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9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62"/>
                    <a:pt x="177" y="162"/>
                    <a:pt x="177" y="162"/>
                  </a:cubicBezTo>
                  <a:cubicBezTo>
                    <a:pt x="177" y="191"/>
                    <a:pt x="205" y="219"/>
                    <a:pt x="234" y="219"/>
                  </a:cubicBezTo>
                  <a:cubicBezTo>
                    <a:pt x="290" y="219"/>
                    <a:pt x="290" y="219"/>
                    <a:pt x="290" y="219"/>
                  </a:cubicBezTo>
                  <a:cubicBezTo>
                    <a:pt x="410" y="219"/>
                    <a:pt x="410" y="219"/>
                    <a:pt x="410" y="219"/>
                  </a:cubicBezTo>
                  <a:cubicBezTo>
                    <a:pt x="410" y="388"/>
                    <a:pt x="410" y="388"/>
                    <a:pt x="410" y="388"/>
                  </a:cubicBezTo>
                  <a:lnTo>
                    <a:pt x="410" y="438"/>
                  </a:lnTo>
                  <a:close/>
                  <a:moveTo>
                    <a:pt x="234" y="191"/>
                  </a:moveTo>
                  <a:lnTo>
                    <a:pt x="234" y="191"/>
                  </a:lnTo>
                  <a:cubicBezTo>
                    <a:pt x="219" y="191"/>
                    <a:pt x="205" y="176"/>
                    <a:pt x="205" y="162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410" y="191"/>
                    <a:pt x="410" y="191"/>
                    <a:pt x="410" y="191"/>
                  </a:cubicBezTo>
                  <a:cubicBezTo>
                    <a:pt x="290" y="191"/>
                    <a:pt x="290" y="191"/>
                    <a:pt x="290" y="191"/>
                  </a:cubicBezTo>
                  <a:lnTo>
                    <a:pt x="234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4"/>
            <p:cNvSpPr/>
            <p:nvPr/>
          </p:nvSpPr>
          <p:spPr>
            <a:xfrm>
              <a:off x="3179763" y="3787775"/>
              <a:ext cx="180975" cy="196850"/>
            </a:xfrm>
            <a:custGeom>
              <a:rect b="b" l="l" r="r" t="t"/>
              <a:pathLst>
                <a:path extrusionOk="0" h="545" w="503">
                  <a:moveTo>
                    <a:pt x="474" y="516"/>
                  </a:moveTo>
                  <a:lnTo>
                    <a:pt x="474" y="516"/>
                  </a:lnTo>
                  <a:cubicBezTo>
                    <a:pt x="445" y="516"/>
                    <a:pt x="445" y="516"/>
                    <a:pt x="445" y="516"/>
                  </a:cubicBezTo>
                  <a:cubicBezTo>
                    <a:pt x="389" y="516"/>
                    <a:pt x="389" y="516"/>
                    <a:pt x="389" y="516"/>
                  </a:cubicBezTo>
                  <a:cubicBezTo>
                    <a:pt x="361" y="516"/>
                    <a:pt x="361" y="516"/>
                    <a:pt x="361" y="516"/>
                  </a:cubicBezTo>
                  <a:cubicBezTo>
                    <a:pt x="347" y="516"/>
                    <a:pt x="332" y="509"/>
                    <a:pt x="332" y="487"/>
                  </a:cubicBezTo>
                  <a:cubicBezTo>
                    <a:pt x="332" y="473"/>
                    <a:pt x="347" y="459"/>
                    <a:pt x="361" y="459"/>
                  </a:cubicBezTo>
                  <a:cubicBezTo>
                    <a:pt x="382" y="459"/>
                    <a:pt x="382" y="459"/>
                    <a:pt x="382" y="459"/>
                  </a:cubicBezTo>
                  <a:cubicBezTo>
                    <a:pt x="389" y="459"/>
                    <a:pt x="389" y="459"/>
                    <a:pt x="389" y="459"/>
                  </a:cubicBezTo>
                  <a:cubicBezTo>
                    <a:pt x="445" y="459"/>
                    <a:pt x="445" y="459"/>
                    <a:pt x="445" y="459"/>
                  </a:cubicBezTo>
                  <a:cubicBezTo>
                    <a:pt x="474" y="459"/>
                    <a:pt x="474" y="459"/>
                    <a:pt x="474" y="459"/>
                  </a:cubicBezTo>
                  <a:cubicBezTo>
                    <a:pt x="488" y="459"/>
                    <a:pt x="502" y="473"/>
                    <a:pt x="502" y="487"/>
                  </a:cubicBezTo>
                  <a:cubicBezTo>
                    <a:pt x="502" y="509"/>
                    <a:pt x="488" y="516"/>
                    <a:pt x="474" y="516"/>
                  </a:cubicBezTo>
                  <a:close/>
                  <a:moveTo>
                    <a:pt x="417" y="374"/>
                  </a:moveTo>
                  <a:lnTo>
                    <a:pt x="417" y="374"/>
                  </a:lnTo>
                  <a:cubicBezTo>
                    <a:pt x="417" y="431"/>
                    <a:pt x="417" y="431"/>
                    <a:pt x="417" y="431"/>
                  </a:cubicBezTo>
                  <a:cubicBezTo>
                    <a:pt x="361" y="431"/>
                    <a:pt x="361" y="431"/>
                    <a:pt x="361" y="431"/>
                  </a:cubicBezTo>
                  <a:cubicBezTo>
                    <a:pt x="332" y="431"/>
                    <a:pt x="304" y="459"/>
                    <a:pt x="304" y="487"/>
                  </a:cubicBezTo>
                  <a:cubicBezTo>
                    <a:pt x="304" y="523"/>
                    <a:pt x="332" y="544"/>
                    <a:pt x="361" y="544"/>
                  </a:cubicBezTo>
                  <a:cubicBezTo>
                    <a:pt x="28" y="544"/>
                    <a:pt x="28" y="544"/>
                    <a:pt x="28" y="544"/>
                  </a:cubicBezTo>
                  <a:cubicBezTo>
                    <a:pt x="14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4" y="162"/>
                    <a:pt x="184" y="162"/>
                    <a:pt x="184" y="162"/>
                  </a:cubicBezTo>
                  <a:cubicBezTo>
                    <a:pt x="184" y="191"/>
                    <a:pt x="205" y="219"/>
                    <a:pt x="241" y="219"/>
                  </a:cubicBezTo>
                  <a:cubicBezTo>
                    <a:pt x="297" y="219"/>
                    <a:pt x="297" y="219"/>
                    <a:pt x="297" y="219"/>
                  </a:cubicBezTo>
                  <a:cubicBezTo>
                    <a:pt x="417" y="219"/>
                    <a:pt x="417" y="219"/>
                    <a:pt x="417" y="219"/>
                  </a:cubicBezTo>
                  <a:cubicBezTo>
                    <a:pt x="417" y="374"/>
                    <a:pt x="417" y="374"/>
                    <a:pt x="417" y="374"/>
                  </a:cubicBezTo>
                  <a:close/>
                  <a:moveTo>
                    <a:pt x="241" y="191"/>
                  </a:moveTo>
                  <a:lnTo>
                    <a:pt x="241" y="191"/>
                  </a:lnTo>
                  <a:cubicBezTo>
                    <a:pt x="219" y="191"/>
                    <a:pt x="212" y="176"/>
                    <a:pt x="212" y="162"/>
                  </a:cubicBezTo>
                  <a:cubicBezTo>
                    <a:pt x="212" y="106"/>
                    <a:pt x="212" y="106"/>
                    <a:pt x="212" y="106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417" y="191"/>
                    <a:pt x="417" y="191"/>
                    <a:pt x="417" y="191"/>
                  </a:cubicBezTo>
                  <a:cubicBezTo>
                    <a:pt x="297" y="191"/>
                    <a:pt x="297" y="191"/>
                    <a:pt x="297" y="191"/>
                  </a:cubicBezTo>
                  <a:lnTo>
                    <a:pt x="241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4"/>
            <p:cNvSpPr/>
            <p:nvPr/>
          </p:nvSpPr>
          <p:spPr>
            <a:xfrm>
              <a:off x="2800350" y="3787775"/>
              <a:ext cx="180975" cy="206375"/>
            </a:xfrm>
            <a:custGeom>
              <a:rect b="b" l="l" r="r" t="t"/>
              <a:pathLst>
                <a:path extrusionOk="0" h="573" w="503">
                  <a:moveTo>
                    <a:pt x="474" y="516"/>
                  </a:moveTo>
                  <a:lnTo>
                    <a:pt x="474" y="516"/>
                  </a:lnTo>
                  <a:cubicBezTo>
                    <a:pt x="445" y="516"/>
                    <a:pt x="445" y="516"/>
                    <a:pt x="445" y="516"/>
                  </a:cubicBezTo>
                  <a:cubicBezTo>
                    <a:pt x="445" y="544"/>
                    <a:pt x="445" y="544"/>
                    <a:pt x="445" y="544"/>
                  </a:cubicBezTo>
                  <a:cubicBezTo>
                    <a:pt x="445" y="565"/>
                    <a:pt x="431" y="572"/>
                    <a:pt x="417" y="572"/>
                  </a:cubicBezTo>
                  <a:cubicBezTo>
                    <a:pt x="396" y="572"/>
                    <a:pt x="389" y="565"/>
                    <a:pt x="389" y="544"/>
                  </a:cubicBezTo>
                  <a:cubicBezTo>
                    <a:pt x="389" y="516"/>
                    <a:pt x="389" y="516"/>
                    <a:pt x="389" y="516"/>
                  </a:cubicBezTo>
                  <a:cubicBezTo>
                    <a:pt x="361" y="516"/>
                    <a:pt x="361" y="516"/>
                    <a:pt x="361" y="516"/>
                  </a:cubicBezTo>
                  <a:cubicBezTo>
                    <a:pt x="339" y="516"/>
                    <a:pt x="332" y="509"/>
                    <a:pt x="332" y="487"/>
                  </a:cubicBezTo>
                  <a:cubicBezTo>
                    <a:pt x="332" y="473"/>
                    <a:pt x="339" y="459"/>
                    <a:pt x="361" y="459"/>
                  </a:cubicBezTo>
                  <a:cubicBezTo>
                    <a:pt x="389" y="459"/>
                    <a:pt x="389" y="459"/>
                    <a:pt x="389" y="459"/>
                  </a:cubicBezTo>
                  <a:cubicBezTo>
                    <a:pt x="389" y="431"/>
                    <a:pt x="389" y="431"/>
                    <a:pt x="389" y="431"/>
                  </a:cubicBezTo>
                  <a:cubicBezTo>
                    <a:pt x="389" y="417"/>
                    <a:pt x="396" y="403"/>
                    <a:pt x="417" y="403"/>
                  </a:cubicBezTo>
                  <a:cubicBezTo>
                    <a:pt x="431" y="403"/>
                    <a:pt x="445" y="417"/>
                    <a:pt x="445" y="431"/>
                  </a:cubicBezTo>
                  <a:cubicBezTo>
                    <a:pt x="445" y="459"/>
                    <a:pt x="445" y="459"/>
                    <a:pt x="445" y="459"/>
                  </a:cubicBezTo>
                  <a:cubicBezTo>
                    <a:pt x="474" y="459"/>
                    <a:pt x="474" y="459"/>
                    <a:pt x="474" y="459"/>
                  </a:cubicBezTo>
                  <a:cubicBezTo>
                    <a:pt x="488" y="459"/>
                    <a:pt x="502" y="473"/>
                    <a:pt x="502" y="487"/>
                  </a:cubicBezTo>
                  <a:cubicBezTo>
                    <a:pt x="502" y="509"/>
                    <a:pt x="488" y="516"/>
                    <a:pt x="474" y="516"/>
                  </a:cubicBezTo>
                  <a:close/>
                  <a:moveTo>
                    <a:pt x="361" y="431"/>
                  </a:moveTo>
                  <a:lnTo>
                    <a:pt x="361" y="431"/>
                  </a:lnTo>
                  <a:cubicBezTo>
                    <a:pt x="325" y="431"/>
                    <a:pt x="304" y="459"/>
                    <a:pt x="304" y="487"/>
                  </a:cubicBezTo>
                  <a:cubicBezTo>
                    <a:pt x="304" y="523"/>
                    <a:pt x="325" y="544"/>
                    <a:pt x="361" y="544"/>
                  </a:cubicBezTo>
                  <a:cubicBezTo>
                    <a:pt x="28" y="544"/>
                    <a:pt x="28" y="544"/>
                    <a:pt x="28" y="544"/>
                  </a:cubicBezTo>
                  <a:cubicBezTo>
                    <a:pt x="14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62"/>
                    <a:pt x="177" y="162"/>
                    <a:pt x="177" y="162"/>
                  </a:cubicBezTo>
                  <a:cubicBezTo>
                    <a:pt x="177" y="191"/>
                    <a:pt x="205" y="219"/>
                    <a:pt x="233" y="219"/>
                  </a:cubicBezTo>
                  <a:cubicBezTo>
                    <a:pt x="290" y="219"/>
                    <a:pt x="290" y="219"/>
                    <a:pt x="290" y="219"/>
                  </a:cubicBezTo>
                  <a:cubicBezTo>
                    <a:pt x="417" y="219"/>
                    <a:pt x="417" y="219"/>
                    <a:pt x="417" y="219"/>
                  </a:cubicBezTo>
                  <a:cubicBezTo>
                    <a:pt x="417" y="374"/>
                    <a:pt x="417" y="374"/>
                    <a:pt x="417" y="374"/>
                  </a:cubicBezTo>
                  <a:cubicBezTo>
                    <a:pt x="382" y="374"/>
                    <a:pt x="361" y="403"/>
                    <a:pt x="361" y="431"/>
                  </a:cubicBezTo>
                  <a:close/>
                  <a:moveTo>
                    <a:pt x="233" y="191"/>
                  </a:moveTo>
                  <a:lnTo>
                    <a:pt x="233" y="191"/>
                  </a:lnTo>
                  <a:cubicBezTo>
                    <a:pt x="219" y="191"/>
                    <a:pt x="205" y="176"/>
                    <a:pt x="205" y="162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417" y="191"/>
                    <a:pt x="417" y="191"/>
                    <a:pt x="417" y="191"/>
                  </a:cubicBezTo>
                  <a:cubicBezTo>
                    <a:pt x="290" y="191"/>
                    <a:pt x="290" y="191"/>
                    <a:pt x="290" y="191"/>
                  </a:cubicBezTo>
                  <a:lnTo>
                    <a:pt x="233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4"/>
            <p:cNvSpPr/>
            <p:nvPr/>
          </p:nvSpPr>
          <p:spPr>
            <a:xfrm>
              <a:off x="2411413" y="3779838"/>
              <a:ext cx="168275" cy="219075"/>
            </a:xfrm>
            <a:custGeom>
              <a:rect b="b" l="l" r="r" t="t"/>
              <a:pathLst>
                <a:path extrusionOk="0" h="609" w="467">
                  <a:moveTo>
                    <a:pt x="438" y="552"/>
                  </a:moveTo>
                  <a:lnTo>
                    <a:pt x="438" y="552"/>
                  </a:lnTo>
                  <a:cubicBezTo>
                    <a:pt x="85" y="552"/>
                    <a:pt x="85" y="552"/>
                    <a:pt x="85" y="552"/>
                  </a:cubicBezTo>
                  <a:cubicBezTo>
                    <a:pt x="63" y="552"/>
                    <a:pt x="56" y="538"/>
                    <a:pt x="56" y="524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6" y="15"/>
                    <a:pt x="63" y="0"/>
                    <a:pt x="85" y="0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33" y="107"/>
                    <a:pt x="233" y="107"/>
                    <a:pt x="233" y="107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3" y="191"/>
                    <a:pt x="261" y="220"/>
                    <a:pt x="290" y="220"/>
                  </a:cubicBezTo>
                  <a:cubicBezTo>
                    <a:pt x="346" y="220"/>
                    <a:pt x="346" y="220"/>
                    <a:pt x="346" y="220"/>
                  </a:cubicBezTo>
                  <a:cubicBezTo>
                    <a:pt x="466" y="220"/>
                    <a:pt x="466" y="220"/>
                    <a:pt x="466" y="220"/>
                  </a:cubicBezTo>
                  <a:cubicBezTo>
                    <a:pt x="466" y="446"/>
                    <a:pt x="466" y="446"/>
                    <a:pt x="466" y="446"/>
                  </a:cubicBezTo>
                  <a:cubicBezTo>
                    <a:pt x="466" y="524"/>
                    <a:pt x="466" y="524"/>
                    <a:pt x="466" y="524"/>
                  </a:cubicBezTo>
                  <a:cubicBezTo>
                    <a:pt x="466" y="538"/>
                    <a:pt x="459" y="552"/>
                    <a:pt x="438" y="552"/>
                  </a:cubicBezTo>
                  <a:close/>
                  <a:moveTo>
                    <a:pt x="290" y="191"/>
                  </a:moveTo>
                  <a:lnTo>
                    <a:pt x="290" y="191"/>
                  </a:lnTo>
                  <a:cubicBezTo>
                    <a:pt x="275" y="191"/>
                    <a:pt x="261" y="177"/>
                    <a:pt x="261" y="163"/>
                  </a:cubicBezTo>
                  <a:cubicBezTo>
                    <a:pt x="261" y="107"/>
                    <a:pt x="261" y="107"/>
                    <a:pt x="261" y="107"/>
                  </a:cubicBezTo>
                  <a:cubicBezTo>
                    <a:pt x="261" y="0"/>
                    <a:pt x="261" y="0"/>
                    <a:pt x="261" y="0"/>
                  </a:cubicBezTo>
                  <a:cubicBezTo>
                    <a:pt x="466" y="191"/>
                    <a:pt x="466" y="191"/>
                    <a:pt x="466" y="191"/>
                  </a:cubicBezTo>
                  <a:cubicBezTo>
                    <a:pt x="346" y="191"/>
                    <a:pt x="346" y="191"/>
                    <a:pt x="346" y="191"/>
                  </a:cubicBezTo>
                  <a:lnTo>
                    <a:pt x="290" y="191"/>
                  </a:lnTo>
                  <a:close/>
                  <a:moveTo>
                    <a:pt x="106" y="580"/>
                  </a:moveTo>
                  <a:lnTo>
                    <a:pt x="106" y="580"/>
                  </a:lnTo>
                  <a:cubicBezTo>
                    <a:pt x="127" y="580"/>
                    <a:pt x="127" y="580"/>
                    <a:pt x="127" y="580"/>
                  </a:cubicBezTo>
                  <a:cubicBezTo>
                    <a:pt x="311" y="580"/>
                    <a:pt x="311" y="580"/>
                    <a:pt x="311" y="580"/>
                  </a:cubicBezTo>
                  <a:cubicBezTo>
                    <a:pt x="353" y="580"/>
                    <a:pt x="353" y="580"/>
                    <a:pt x="353" y="580"/>
                  </a:cubicBezTo>
                  <a:cubicBezTo>
                    <a:pt x="410" y="580"/>
                    <a:pt x="410" y="580"/>
                    <a:pt x="410" y="580"/>
                  </a:cubicBezTo>
                  <a:cubicBezTo>
                    <a:pt x="410" y="594"/>
                    <a:pt x="403" y="608"/>
                    <a:pt x="381" y="608"/>
                  </a:cubicBezTo>
                  <a:cubicBezTo>
                    <a:pt x="56" y="608"/>
                    <a:pt x="56" y="608"/>
                    <a:pt x="56" y="608"/>
                  </a:cubicBezTo>
                  <a:cubicBezTo>
                    <a:pt x="21" y="608"/>
                    <a:pt x="0" y="580"/>
                    <a:pt x="0" y="55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7" y="57"/>
                    <a:pt x="28" y="57"/>
                  </a:cubicBezTo>
                  <a:cubicBezTo>
                    <a:pt x="28" y="142"/>
                    <a:pt x="28" y="142"/>
                    <a:pt x="28" y="142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28" y="524"/>
                    <a:pt x="28" y="524"/>
                    <a:pt x="28" y="524"/>
                  </a:cubicBezTo>
                  <a:cubicBezTo>
                    <a:pt x="28" y="552"/>
                    <a:pt x="49" y="580"/>
                    <a:pt x="85" y="580"/>
                  </a:cubicBezTo>
                  <a:lnTo>
                    <a:pt x="106" y="5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4"/>
            <p:cNvSpPr/>
            <p:nvPr/>
          </p:nvSpPr>
          <p:spPr>
            <a:xfrm>
              <a:off x="2039938" y="3787775"/>
              <a:ext cx="150812" cy="196850"/>
            </a:xfrm>
            <a:custGeom>
              <a:rect b="b" l="l" r="r" t="t"/>
              <a:pathLst>
                <a:path extrusionOk="0" h="545" w="418">
                  <a:moveTo>
                    <a:pt x="389" y="544"/>
                  </a:moveTo>
                  <a:lnTo>
                    <a:pt x="389" y="544"/>
                  </a:lnTo>
                  <a:cubicBezTo>
                    <a:pt x="28" y="544"/>
                    <a:pt x="28" y="544"/>
                    <a:pt x="28" y="544"/>
                  </a:cubicBezTo>
                  <a:cubicBezTo>
                    <a:pt x="14" y="544"/>
                    <a:pt x="0" y="537"/>
                    <a:pt x="0" y="51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4" y="162"/>
                    <a:pt x="184" y="162"/>
                    <a:pt x="184" y="162"/>
                  </a:cubicBezTo>
                  <a:cubicBezTo>
                    <a:pt x="184" y="191"/>
                    <a:pt x="205" y="219"/>
                    <a:pt x="240" y="219"/>
                  </a:cubicBezTo>
                  <a:cubicBezTo>
                    <a:pt x="297" y="219"/>
                    <a:pt x="297" y="219"/>
                    <a:pt x="297" y="219"/>
                  </a:cubicBezTo>
                  <a:cubicBezTo>
                    <a:pt x="417" y="219"/>
                    <a:pt x="417" y="219"/>
                    <a:pt x="417" y="219"/>
                  </a:cubicBezTo>
                  <a:cubicBezTo>
                    <a:pt x="417" y="445"/>
                    <a:pt x="417" y="445"/>
                    <a:pt x="417" y="445"/>
                  </a:cubicBezTo>
                  <a:cubicBezTo>
                    <a:pt x="417" y="516"/>
                    <a:pt x="417" y="516"/>
                    <a:pt x="417" y="516"/>
                  </a:cubicBezTo>
                  <a:cubicBezTo>
                    <a:pt x="417" y="537"/>
                    <a:pt x="403" y="544"/>
                    <a:pt x="389" y="544"/>
                  </a:cubicBezTo>
                  <a:close/>
                  <a:moveTo>
                    <a:pt x="240" y="191"/>
                  </a:moveTo>
                  <a:lnTo>
                    <a:pt x="240" y="191"/>
                  </a:lnTo>
                  <a:cubicBezTo>
                    <a:pt x="219" y="191"/>
                    <a:pt x="212" y="176"/>
                    <a:pt x="212" y="162"/>
                  </a:cubicBezTo>
                  <a:cubicBezTo>
                    <a:pt x="212" y="106"/>
                    <a:pt x="212" y="106"/>
                    <a:pt x="212" y="106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417" y="191"/>
                    <a:pt x="417" y="191"/>
                    <a:pt x="417" y="191"/>
                  </a:cubicBezTo>
                  <a:cubicBezTo>
                    <a:pt x="297" y="191"/>
                    <a:pt x="297" y="191"/>
                    <a:pt x="297" y="191"/>
                  </a:cubicBezTo>
                  <a:lnTo>
                    <a:pt x="240" y="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4"/>
            <p:cNvSpPr/>
            <p:nvPr/>
          </p:nvSpPr>
          <p:spPr>
            <a:xfrm>
              <a:off x="6186488" y="3424238"/>
              <a:ext cx="217487" cy="193675"/>
            </a:xfrm>
            <a:custGeom>
              <a:rect b="b" l="l" r="r" t="t"/>
              <a:pathLst>
                <a:path extrusionOk="0" h="538" w="602">
                  <a:moveTo>
                    <a:pt x="573" y="339"/>
                  </a:moveTo>
                  <a:lnTo>
                    <a:pt x="573" y="339"/>
                  </a:lnTo>
                  <a:cubicBezTo>
                    <a:pt x="558" y="339"/>
                    <a:pt x="544" y="346"/>
                    <a:pt x="530" y="360"/>
                  </a:cubicBezTo>
                  <a:cubicBezTo>
                    <a:pt x="516" y="375"/>
                    <a:pt x="516" y="375"/>
                    <a:pt x="516" y="375"/>
                  </a:cubicBezTo>
                  <a:cubicBezTo>
                    <a:pt x="502" y="360"/>
                    <a:pt x="502" y="360"/>
                    <a:pt x="502" y="360"/>
                  </a:cubicBezTo>
                  <a:cubicBezTo>
                    <a:pt x="488" y="346"/>
                    <a:pt x="474" y="339"/>
                    <a:pt x="459" y="339"/>
                  </a:cubicBezTo>
                  <a:cubicBezTo>
                    <a:pt x="431" y="339"/>
                    <a:pt x="403" y="367"/>
                    <a:pt x="403" y="396"/>
                  </a:cubicBezTo>
                  <a:cubicBezTo>
                    <a:pt x="403" y="417"/>
                    <a:pt x="410" y="431"/>
                    <a:pt x="417" y="438"/>
                  </a:cubicBezTo>
                  <a:cubicBezTo>
                    <a:pt x="438" y="452"/>
                    <a:pt x="438" y="452"/>
                    <a:pt x="438" y="452"/>
                  </a:cubicBezTo>
                  <a:cubicBezTo>
                    <a:pt x="417" y="474"/>
                    <a:pt x="417" y="474"/>
                    <a:pt x="417" y="474"/>
                  </a:cubicBezTo>
                  <a:cubicBezTo>
                    <a:pt x="410" y="474"/>
                    <a:pt x="410" y="474"/>
                    <a:pt x="410" y="474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7" y="474"/>
                    <a:pt x="0" y="459"/>
                    <a:pt x="0" y="445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601" y="141"/>
                    <a:pt x="601" y="141"/>
                    <a:pt x="601" y="141"/>
                  </a:cubicBezTo>
                  <a:cubicBezTo>
                    <a:pt x="601" y="240"/>
                    <a:pt x="601" y="240"/>
                    <a:pt x="601" y="240"/>
                  </a:cubicBezTo>
                  <a:cubicBezTo>
                    <a:pt x="601" y="276"/>
                    <a:pt x="601" y="276"/>
                    <a:pt x="601" y="276"/>
                  </a:cubicBezTo>
                  <a:cubicBezTo>
                    <a:pt x="601" y="325"/>
                    <a:pt x="601" y="325"/>
                    <a:pt x="601" y="325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594" y="346"/>
                    <a:pt x="580" y="339"/>
                    <a:pt x="573" y="339"/>
                  </a:cubicBezTo>
                  <a:close/>
                  <a:moveTo>
                    <a:pt x="0" y="85"/>
                  </a:moveTo>
                  <a:lnTo>
                    <a:pt x="0" y="85"/>
                  </a:lnTo>
                  <a:cubicBezTo>
                    <a:pt x="0" y="71"/>
                    <a:pt x="0" y="71"/>
                    <a:pt x="0" y="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573" y="56"/>
                    <a:pt x="573" y="56"/>
                    <a:pt x="573" y="56"/>
                  </a:cubicBezTo>
                  <a:cubicBezTo>
                    <a:pt x="587" y="56"/>
                    <a:pt x="601" y="71"/>
                    <a:pt x="601" y="85"/>
                  </a:cubicBezTo>
                  <a:cubicBezTo>
                    <a:pt x="601" y="113"/>
                    <a:pt x="601" y="113"/>
                    <a:pt x="601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85"/>
                  </a:lnTo>
                  <a:close/>
                  <a:moveTo>
                    <a:pt x="438" y="495"/>
                  </a:moveTo>
                  <a:lnTo>
                    <a:pt x="438" y="495"/>
                  </a:lnTo>
                  <a:cubicBezTo>
                    <a:pt x="474" y="452"/>
                    <a:pt x="474" y="452"/>
                    <a:pt x="474" y="452"/>
                  </a:cubicBezTo>
                  <a:cubicBezTo>
                    <a:pt x="438" y="417"/>
                    <a:pt x="438" y="417"/>
                    <a:pt x="438" y="417"/>
                  </a:cubicBezTo>
                  <a:cubicBezTo>
                    <a:pt x="431" y="410"/>
                    <a:pt x="431" y="403"/>
                    <a:pt x="431" y="396"/>
                  </a:cubicBezTo>
                  <a:cubicBezTo>
                    <a:pt x="431" y="382"/>
                    <a:pt x="445" y="367"/>
                    <a:pt x="459" y="367"/>
                  </a:cubicBezTo>
                  <a:cubicBezTo>
                    <a:pt x="466" y="367"/>
                    <a:pt x="474" y="375"/>
                    <a:pt x="481" y="382"/>
                  </a:cubicBezTo>
                  <a:cubicBezTo>
                    <a:pt x="516" y="417"/>
                    <a:pt x="516" y="417"/>
                    <a:pt x="516" y="417"/>
                  </a:cubicBezTo>
                  <a:cubicBezTo>
                    <a:pt x="551" y="382"/>
                    <a:pt x="551" y="382"/>
                    <a:pt x="551" y="382"/>
                  </a:cubicBezTo>
                  <a:cubicBezTo>
                    <a:pt x="558" y="375"/>
                    <a:pt x="565" y="367"/>
                    <a:pt x="573" y="367"/>
                  </a:cubicBezTo>
                  <a:cubicBezTo>
                    <a:pt x="587" y="367"/>
                    <a:pt x="601" y="382"/>
                    <a:pt x="601" y="396"/>
                  </a:cubicBezTo>
                  <a:cubicBezTo>
                    <a:pt x="601" y="403"/>
                    <a:pt x="601" y="410"/>
                    <a:pt x="594" y="417"/>
                  </a:cubicBezTo>
                  <a:cubicBezTo>
                    <a:pt x="558" y="452"/>
                    <a:pt x="558" y="452"/>
                    <a:pt x="558" y="452"/>
                  </a:cubicBezTo>
                  <a:cubicBezTo>
                    <a:pt x="594" y="495"/>
                    <a:pt x="594" y="495"/>
                    <a:pt x="594" y="495"/>
                  </a:cubicBezTo>
                  <a:cubicBezTo>
                    <a:pt x="601" y="495"/>
                    <a:pt x="601" y="502"/>
                    <a:pt x="601" y="509"/>
                  </a:cubicBezTo>
                  <a:cubicBezTo>
                    <a:pt x="601" y="530"/>
                    <a:pt x="587" y="537"/>
                    <a:pt x="573" y="537"/>
                  </a:cubicBezTo>
                  <a:cubicBezTo>
                    <a:pt x="565" y="537"/>
                    <a:pt x="558" y="537"/>
                    <a:pt x="551" y="530"/>
                  </a:cubicBezTo>
                  <a:cubicBezTo>
                    <a:pt x="516" y="495"/>
                    <a:pt x="516" y="495"/>
                    <a:pt x="516" y="495"/>
                  </a:cubicBezTo>
                  <a:cubicBezTo>
                    <a:pt x="481" y="530"/>
                    <a:pt x="481" y="530"/>
                    <a:pt x="481" y="530"/>
                  </a:cubicBezTo>
                  <a:cubicBezTo>
                    <a:pt x="474" y="537"/>
                    <a:pt x="466" y="537"/>
                    <a:pt x="459" y="537"/>
                  </a:cubicBezTo>
                  <a:cubicBezTo>
                    <a:pt x="445" y="537"/>
                    <a:pt x="431" y="530"/>
                    <a:pt x="431" y="509"/>
                  </a:cubicBezTo>
                  <a:cubicBezTo>
                    <a:pt x="431" y="502"/>
                    <a:pt x="431" y="495"/>
                    <a:pt x="438" y="4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4"/>
            <p:cNvSpPr/>
            <p:nvPr/>
          </p:nvSpPr>
          <p:spPr>
            <a:xfrm>
              <a:off x="5803900" y="3424238"/>
              <a:ext cx="219075" cy="188912"/>
            </a:xfrm>
            <a:custGeom>
              <a:rect b="b" l="l" r="r" t="t"/>
              <a:pathLst>
                <a:path extrusionOk="0" h="524" w="609">
                  <a:moveTo>
                    <a:pt x="579" y="360"/>
                  </a:moveTo>
                  <a:lnTo>
                    <a:pt x="579" y="360"/>
                  </a:lnTo>
                  <a:cubicBezTo>
                    <a:pt x="558" y="360"/>
                    <a:pt x="544" y="367"/>
                    <a:pt x="537" y="375"/>
                  </a:cubicBezTo>
                  <a:cubicBezTo>
                    <a:pt x="502" y="410"/>
                    <a:pt x="502" y="410"/>
                    <a:pt x="502" y="410"/>
                  </a:cubicBezTo>
                  <a:cubicBezTo>
                    <a:pt x="495" y="403"/>
                    <a:pt x="480" y="396"/>
                    <a:pt x="466" y="396"/>
                  </a:cubicBezTo>
                  <a:cubicBezTo>
                    <a:pt x="431" y="396"/>
                    <a:pt x="410" y="424"/>
                    <a:pt x="410" y="452"/>
                  </a:cubicBezTo>
                  <a:cubicBezTo>
                    <a:pt x="410" y="459"/>
                    <a:pt x="410" y="467"/>
                    <a:pt x="410" y="474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14" y="474"/>
                    <a:pt x="0" y="459"/>
                    <a:pt x="0" y="445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608" y="141"/>
                    <a:pt x="608" y="141"/>
                    <a:pt x="608" y="141"/>
                  </a:cubicBezTo>
                  <a:cubicBezTo>
                    <a:pt x="608" y="240"/>
                    <a:pt x="608" y="240"/>
                    <a:pt x="608" y="240"/>
                  </a:cubicBezTo>
                  <a:cubicBezTo>
                    <a:pt x="608" y="276"/>
                    <a:pt x="608" y="276"/>
                    <a:pt x="608" y="276"/>
                  </a:cubicBezTo>
                  <a:cubicBezTo>
                    <a:pt x="608" y="325"/>
                    <a:pt x="608" y="325"/>
                    <a:pt x="608" y="325"/>
                  </a:cubicBezTo>
                  <a:cubicBezTo>
                    <a:pt x="608" y="360"/>
                    <a:pt x="608" y="360"/>
                    <a:pt x="608" y="360"/>
                  </a:cubicBezTo>
                  <a:cubicBezTo>
                    <a:pt x="608" y="367"/>
                    <a:pt x="608" y="367"/>
                    <a:pt x="608" y="367"/>
                  </a:cubicBezTo>
                  <a:cubicBezTo>
                    <a:pt x="594" y="360"/>
                    <a:pt x="587" y="360"/>
                    <a:pt x="579" y="360"/>
                  </a:cubicBezTo>
                  <a:close/>
                  <a:moveTo>
                    <a:pt x="0" y="85"/>
                  </a:moveTo>
                  <a:lnTo>
                    <a:pt x="0" y="85"/>
                  </a:lnTo>
                  <a:cubicBezTo>
                    <a:pt x="0" y="71"/>
                    <a:pt x="0" y="71"/>
                    <a:pt x="0" y="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579" y="56"/>
                    <a:pt x="579" y="56"/>
                    <a:pt x="579" y="56"/>
                  </a:cubicBezTo>
                  <a:cubicBezTo>
                    <a:pt x="594" y="56"/>
                    <a:pt x="608" y="71"/>
                    <a:pt x="608" y="85"/>
                  </a:cubicBezTo>
                  <a:cubicBezTo>
                    <a:pt x="608" y="113"/>
                    <a:pt x="608" y="113"/>
                    <a:pt x="608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85"/>
                  </a:lnTo>
                  <a:close/>
                  <a:moveTo>
                    <a:pt x="466" y="424"/>
                  </a:moveTo>
                  <a:lnTo>
                    <a:pt x="466" y="424"/>
                  </a:lnTo>
                  <a:cubicBezTo>
                    <a:pt x="473" y="424"/>
                    <a:pt x="480" y="431"/>
                    <a:pt x="480" y="438"/>
                  </a:cubicBezTo>
                  <a:cubicBezTo>
                    <a:pt x="502" y="452"/>
                    <a:pt x="502" y="452"/>
                    <a:pt x="502" y="452"/>
                  </a:cubicBezTo>
                  <a:cubicBezTo>
                    <a:pt x="558" y="396"/>
                    <a:pt x="558" y="396"/>
                    <a:pt x="558" y="396"/>
                  </a:cubicBezTo>
                  <a:cubicBezTo>
                    <a:pt x="565" y="389"/>
                    <a:pt x="572" y="389"/>
                    <a:pt x="579" y="389"/>
                  </a:cubicBezTo>
                  <a:cubicBezTo>
                    <a:pt x="594" y="389"/>
                    <a:pt x="608" y="403"/>
                    <a:pt x="608" y="417"/>
                  </a:cubicBezTo>
                  <a:cubicBezTo>
                    <a:pt x="608" y="424"/>
                    <a:pt x="601" y="431"/>
                    <a:pt x="594" y="438"/>
                  </a:cubicBezTo>
                  <a:cubicBezTo>
                    <a:pt x="523" y="509"/>
                    <a:pt x="523" y="509"/>
                    <a:pt x="523" y="509"/>
                  </a:cubicBezTo>
                  <a:cubicBezTo>
                    <a:pt x="516" y="516"/>
                    <a:pt x="509" y="523"/>
                    <a:pt x="502" y="523"/>
                  </a:cubicBezTo>
                  <a:cubicBezTo>
                    <a:pt x="495" y="523"/>
                    <a:pt x="488" y="516"/>
                    <a:pt x="480" y="509"/>
                  </a:cubicBezTo>
                  <a:cubicBezTo>
                    <a:pt x="445" y="474"/>
                    <a:pt x="445" y="474"/>
                    <a:pt x="445" y="474"/>
                  </a:cubicBezTo>
                  <a:cubicBezTo>
                    <a:pt x="438" y="467"/>
                    <a:pt x="438" y="459"/>
                    <a:pt x="438" y="452"/>
                  </a:cubicBezTo>
                  <a:cubicBezTo>
                    <a:pt x="438" y="438"/>
                    <a:pt x="445" y="424"/>
                    <a:pt x="466" y="4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4"/>
            <p:cNvSpPr/>
            <p:nvPr/>
          </p:nvSpPr>
          <p:spPr>
            <a:xfrm>
              <a:off x="5426075" y="3424238"/>
              <a:ext cx="217488" cy="173037"/>
            </a:xfrm>
            <a:custGeom>
              <a:rect b="b" l="l" r="r" t="t"/>
              <a:pathLst>
                <a:path extrusionOk="0" h="482" w="602">
                  <a:moveTo>
                    <a:pt x="565" y="396"/>
                  </a:moveTo>
                  <a:lnTo>
                    <a:pt x="565" y="396"/>
                  </a:lnTo>
                  <a:cubicBezTo>
                    <a:pt x="452" y="396"/>
                    <a:pt x="452" y="396"/>
                    <a:pt x="452" y="396"/>
                  </a:cubicBezTo>
                  <a:cubicBezTo>
                    <a:pt x="424" y="396"/>
                    <a:pt x="396" y="424"/>
                    <a:pt x="396" y="452"/>
                  </a:cubicBezTo>
                  <a:cubicBezTo>
                    <a:pt x="396" y="459"/>
                    <a:pt x="396" y="467"/>
                    <a:pt x="396" y="474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14" y="474"/>
                    <a:pt x="0" y="459"/>
                    <a:pt x="0" y="445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601" y="141"/>
                    <a:pt x="601" y="141"/>
                    <a:pt x="601" y="141"/>
                  </a:cubicBezTo>
                  <a:cubicBezTo>
                    <a:pt x="601" y="240"/>
                    <a:pt x="601" y="240"/>
                    <a:pt x="601" y="240"/>
                  </a:cubicBezTo>
                  <a:cubicBezTo>
                    <a:pt x="601" y="276"/>
                    <a:pt x="601" y="276"/>
                    <a:pt x="601" y="276"/>
                  </a:cubicBezTo>
                  <a:cubicBezTo>
                    <a:pt x="601" y="325"/>
                    <a:pt x="601" y="325"/>
                    <a:pt x="601" y="325"/>
                  </a:cubicBezTo>
                  <a:cubicBezTo>
                    <a:pt x="601" y="360"/>
                    <a:pt x="601" y="360"/>
                    <a:pt x="601" y="360"/>
                  </a:cubicBezTo>
                  <a:cubicBezTo>
                    <a:pt x="601" y="410"/>
                    <a:pt x="601" y="410"/>
                    <a:pt x="601" y="410"/>
                  </a:cubicBezTo>
                  <a:cubicBezTo>
                    <a:pt x="594" y="403"/>
                    <a:pt x="579" y="396"/>
                    <a:pt x="565" y="396"/>
                  </a:cubicBezTo>
                  <a:close/>
                  <a:moveTo>
                    <a:pt x="0" y="85"/>
                  </a:moveTo>
                  <a:lnTo>
                    <a:pt x="0" y="85"/>
                  </a:lnTo>
                  <a:cubicBezTo>
                    <a:pt x="0" y="71"/>
                    <a:pt x="0" y="71"/>
                    <a:pt x="0" y="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572" y="56"/>
                    <a:pt x="572" y="56"/>
                    <a:pt x="572" y="56"/>
                  </a:cubicBezTo>
                  <a:cubicBezTo>
                    <a:pt x="594" y="56"/>
                    <a:pt x="601" y="71"/>
                    <a:pt x="601" y="85"/>
                  </a:cubicBezTo>
                  <a:cubicBezTo>
                    <a:pt x="601" y="113"/>
                    <a:pt x="601" y="113"/>
                    <a:pt x="601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85"/>
                  </a:lnTo>
                  <a:close/>
                  <a:moveTo>
                    <a:pt x="452" y="424"/>
                  </a:moveTo>
                  <a:lnTo>
                    <a:pt x="452" y="424"/>
                  </a:lnTo>
                  <a:cubicBezTo>
                    <a:pt x="565" y="424"/>
                    <a:pt x="565" y="424"/>
                    <a:pt x="565" y="424"/>
                  </a:cubicBezTo>
                  <a:cubicBezTo>
                    <a:pt x="579" y="424"/>
                    <a:pt x="594" y="438"/>
                    <a:pt x="594" y="452"/>
                  </a:cubicBezTo>
                  <a:cubicBezTo>
                    <a:pt x="594" y="474"/>
                    <a:pt x="579" y="481"/>
                    <a:pt x="565" y="481"/>
                  </a:cubicBezTo>
                  <a:cubicBezTo>
                    <a:pt x="452" y="481"/>
                    <a:pt x="452" y="481"/>
                    <a:pt x="452" y="481"/>
                  </a:cubicBezTo>
                  <a:cubicBezTo>
                    <a:pt x="438" y="481"/>
                    <a:pt x="424" y="474"/>
                    <a:pt x="424" y="452"/>
                  </a:cubicBezTo>
                  <a:cubicBezTo>
                    <a:pt x="424" y="438"/>
                    <a:pt x="438" y="424"/>
                    <a:pt x="452" y="4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4"/>
            <p:cNvSpPr/>
            <p:nvPr/>
          </p:nvSpPr>
          <p:spPr>
            <a:xfrm>
              <a:off x="5046663" y="3424238"/>
              <a:ext cx="215900" cy="193675"/>
            </a:xfrm>
            <a:custGeom>
              <a:rect b="b" l="l" r="r" t="t"/>
              <a:pathLst>
                <a:path extrusionOk="0" h="538" w="601">
                  <a:moveTo>
                    <a:pt x="565" y="396"/>
                  </a:moveTo>
                  <a:lnTo>
                    <a:pt x="565" y="396"/>
                  </a:lnTo>
                  <a:cubicBezTo>
                    <a:pt x="565" y="367"/>
                    <a:pt x="537" y="339"/>
                    <a:pt x="509" y="339"/>
                  </a:cubicBezTo>
                  <a:cubicBezTo>
                    <a:pt x="473" y="339"/>
                    <a:pt x="452" y="367"/>
                    <a:pt x="452" y="396"/>
                  </a:cubicBezTo>
                  <a:cubicBezTo>
                    <a:pt x="417" y="396"/>
                    <a:pt x="396" y="424"/>
                    <a:pt x="396" y="452"/>
                  </a:cubicBezTo>
                  <a:cubicBezTo>
                    <a:pt x="396" y="459"/>
                    <a:pt x="396" y="467"/>
                    <a:pt x="396" y="474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7" y="474"/>
                    <a:pt x="0" y="459"/>
                    <a:pt x="0" y="445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600" y="141"/>
                    <a:pt x="600" y="141"/>
                    <a:pt x="600" y="141"/>
                  </a:cubicBezTo>
                  <a:cubicBezTo>
                    <a:pt x="600" y="240"/>
                    <a:pt x="600" y="240"/>
                    <a:pt x="600" y="240"/>
                  </a:cubicBezTo>
                  <a:cubicBezTo>
                    <a:pt x="600" y="276"/>
                    <a:pt x="600" y="276"/>
                    <a:pt x="600" y="276"/>
                  </a:cubicBezTo>
                  <a:cubicBezTo>
                    <a:pt x="600" y="325"/>
                    <a:pt x="600" y="325"/>
                    <a:pt x="600" y="325"/>
                  </a:cubicBezTo>
                  <a:cubicBezTo>
                    <a:pt x="600" y="360"/>
                    <a:pt x="600" y="360"/>
                    <a:pt x="600" y="360"/>
                  </a:cubicBezTo>
                  <a:cubicBezTo>
                    <a:pt x="600" y="410"/>
                    <a:pt x="600" y="410"/>
                    <a:pt x="600" y="410"/>
                  </a:cubicBezTo>
                  <a:cubicBezTo>
                    <a:pt x="593" y="403"/>
                    <a:pt x="579" y="396"/>
                    <a:pt x="565" y="396"/>
                  </a:cubicBezTo>
                  <a:close/>
                  <a:moveTo>
                    <a:pt x="0" y="85"/>
                  </a:moveTo>
                  <a:lnTo>
                    <a:pt x="0" y="85"/>
                  </a:lnTo>
                  <a:cubicBezTo>
                    <a:pt x="0" y="71"/>
                    <a:pt x="0" y="71"/>
                    <a:pt x="0" y="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572" y="56"/>
                    <a:pt x="572" y="56"/>
                    <a:pt x="572" y="56"/>
                  </a:cubicBezTo>
                  <a:cubicBezTo>
                    <a:pt x="586" y="56"/>
                    <a:pt x="600" y="71"/>
                    <a:pt x="600" y="85"/>
                  </a:cubicBezTo>
                  <a:cubicBezTo>
                    <a:pt x="600" y="113"/>
                    <a:pt x="600" y="113"/>
                    <a:pt x="600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85"/>
                  </a:lnTo>
                  <a:close/>
                  <a:moveTo>
                    <a:pt x="452" y="424"/>
                  </a:moveTo>
                  <a:lnTo>
                    <a:pt x="452" y="424"/>
                  </a:lnTo>
                  <a:cubicBezTo>
                    <a:pt x="480" y="424"/>
                    <a:pt x="480" y="424"/>
                    <a:pt x="480" y="424"/>
                  </a:cubicBezTo>
                  <a:cubicBezTo>
                    <a:pt x="480" y="396"/>
                    <a:pt x="480" y="396"/>
                    <a:pt x="480" y="396"/>
                  </a:cubicBezTo>
                  <a:cubicBezTo>
                    <a:pt x="480" y="382"/>
                    <a:pt x="487" y="367"/>
                    <a:pt x="509" y="367"/>
                  </a:cubicBezTo>
                  <a:cubicBezTo>
                    <a:pt x="523" y="367"/>
                    <a:pt x="537" y="382"/>
                    <a:pt x="537" y="396"/>
                  </a:cubicBezTo>
                  <a:cubicBezTo>
                    <a:pt x="537" y="424"/>
                    <a:pt x="537" y="424"/>
                    <a:pt x="537" y="424"/>
                  </a:cubicBezTo>
                  <a:cubicBezTo>
                    <a:pt x="565" y="424"/>
                    <a:pt x="565" y="424"/>
                    <a:pt x="565" y="424"/>
                  </a:cubicBezTo>
                  <a:cubicBezTo>
                    <a:pt x="579" y="424"/>
                    <a:pt x="593" y="438"/>
                    <a:pt x="593" y="452"/>
                  </a:cubicBezTo>
                  <a:cubicBezTo>
                    <a:pt x="593" y="474"/>
                    <a:pt x="579" y="481"/>
                    <a:pt x="565" y="481"/>
                  </a:cubicBezTo>
                  <a:cubicBezTo>
                    <a:pt x="537" y="481"/>
                    <a:pt x="537" y="481"/>
                    <a:pt x="537" y="481"/>
                  </a:cubicBezTo>
                  <a:cubicBezTo>
                    <a:pt x="537" y="509"/>
                    <a:pt x="537" y="509"/>
                    <a:pt x="537" y="509"/>
                  </a:cubicBezTo>
                  <a:cubicBezTo>
                    <a:pt x="537" y="530"/>
                    <a:pt x="523" y="537"/>
                    <a:pt x="509" y="537"/>
                  </a:cubicBezTo>
                  <a:cubicBezTo>
                    <a:pt x="487" y="537"/>
                    <a:pt x="480" y="530"/>
                    <a:pt x="480" y="509"/>
                  </a:cubicBezTo>
                  <a:cubicBezTo>
                    <a:pt x="480" y="481"/>
                    <a:pt x="480" y="481"/>
                    <a:pt x="480" y="481"/>
                  </a:cubicBezTo>
                  <a:cubicBezTo>
                    <a:pt x="452" y="481"/>
                    <a:pt x="452" y="481"/>
                    <a:pt x="452" y="481"/>
                  </a:cubicBezTo>
                  <a:cubicBezTo>
                    <a:pt x="431" y="481"/>
                    <a:pt x="424" y="474"/>
                    <a:pt x="424" y="452"/>
                  </a:cubicBezTo>
                  <a:cubicBezTo>
                    <a:pt x="424" y="438"/>
                    <a:pt x="431" y="424"/>
                    <a:pt x="452" y="4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4"/>
            <p:cNvSpPr/>
            <p:nvPr/>
          </p:nvSpPr>
          <p:spPr>
            <a:xfrm>
              <a:off x="4665663" y="3424238"/>
              <a:ext cx="219075" cy="171450"/>
            </a:xfrm>
            <a:custGeom>
              <a:rect b="b" l="l" r="r" t="t"/>
              <a:pathLst>
                <a:path extrusionOk="0" h="475" w="608">
                  <a:moveTo>
                    <a:pt x="579" y="474"/>
                  </a:moveTo>
                  <a:lnTo>
                    <a:pt x="579" y="474"/>
                  </a:lnTo>
                  <a:cubicBezTo>
                    <a:pt x="28" y="474"/>
                    <a:pt x="28" y="474"/>
                    <a:pt x="28" y="474"/>
                  </a:cubicBezTo>
                  <a:cubicBezTo>
                    <a:pt x="14" y="474"/>
                    <a:pt x="0" y="459"/>
                    <a:pt x="0" y="445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607" y="141"/>
                    <a:pt x="607" y="141"/>
                    <a:pt x="607" y="141"/>
                  </a:cubicBezTo>
                  <a:cubicBezTo>
                    <a:pt x="607" y="240"/>
                    <a:pt x="607" y="240"/>
                    <a:pt x="607" y="240"/>
                  </a:cubicBezTo>
                  <a:cubicBezTo>
                    <a:pt x="607" y="276"/>
                    <a:pt x="607" y="276"/>
                    <a:pt x="607" y="276"/>
                  </a:cubicBezTo>
                  <a:cubicBezTo>
                    <a:pt x="607" y="325"/>
                    <a:pt x="607" y="325"/>
                    <a:pt x="607" y="325"/>
                  </a:cubicBezTo>
                  <a:cubicBezTo>
                    <a:pt x="607" y="360"/>
                    <a:pt x="607" y="360"/>
                    <a:pt x="607" y="360"/>
                  </a:cubicBezTo>
                  <a:cubicBezTo>
                    <a:pt x="607" y="410"/>
                    <a:pt x="607" y="410"/>
                    <a:pt x="607" y="410"/>
                  </a:cubicBezTo>
                  <a:cubicBezTo>
                    <a:pt x="607" y="445"/>
                    <a:pt x="607" y="445"/>
                    <a:pt x="607" y="445"/>
                  </a:cubicBezTo>
                  <a:cubicBezTo>
                    <a:pt x="607" y="459"/>
                    <a:pt x="593" y="474"/>
                    <a:pt x="579" y="474"/>
                  </a:cubicBezTo>
                  <a:close/>
                  <a:moveTo>
                    <a:pt x="0" y="85"/>
                  </a:moveTo>
                  <a:lnTo>
                    <a:pt x="0" y="85"/>
                  </a:lnTo>
                  <a:cubicBezTo>
                    <a:pt x="0" y="71"/>
                    <a:pt x="0" y="71"/>
                    <a:pt x="0" y="7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579" y="56"/>
                    <a:pt x="579" y="56"/>
                    <a:pt x="579" y="56"/>
                  </a:cubicBezTo>
                  <a:cubicBezTo>
                    <a:pt x="593" y="56"/>
                    <a:pt x="607" y="71"/>
                    <a:pt x="607" y="85"/>
                  </a:cubicBezTo>
                  <a:cubicBezTo>
                    <a:pt x="607" y="113"/>
                    <a:pt x="607" y="113"/>
                    <a:pt x="607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4"/>
            <p:cNvSpPr/>
            <p:nvPr/>
          </p:nvSpPr>
          <p:spPr>
            <a:xfrm>
              <a:off x="4286250" y="3400425"/>
              <a:ext cx="215900" cy="217488"/>
            </a:xfrm>
            <a:custGeom>
              <a:rect b="b" l="l" r="r" t="t"/>
              <a:pathLst>
                <a:path extrusionOk="0" h="602" w="601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66" y="0"/>
                    <a:pt x="600" y="135"/>
                    <a:pt x="600" y="304"/>
                  </a:cubicBezTo>
                  <a:cubicBezTo>
                    <a:pt x="600" y="467"/>
                    <a:pt x="466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69" y="57"/>
                    <a:pt x="56" y="170"/>
                    <a:pt x="56" y="304"/>
                  </a:cubicBezTo>
                  <a:cubicBezTo>
                    <a:pt x="56" y="439"/>
                    <a:pt x="169" y="545"/>
                    <a:pt x="304" y="545"/>
                  </a:cubicBezTo>
                  <a:cubicBezTo>
                    <a:pt x="438" y="545"/>
                    <a:pt x="544" y="439"/>
                    <a:pt x="544" y="304"/>
                  </a:cubicBezTo>
                  <a:cubicBezTo>
                    <a:pt x="544" y="170"/>
                    <a:pt x="438" y="57"/>
                    <a:pt x="304" y="57"/>
                  </a:cubicBezTo>
                  <a:close/>
                  <a:moveTo>
                    <a:pt x="395" y="368"/>
                  </a:moveTo>
                  <a:lnTo>
                    <a:pt x="395" y="368"/>
                  </a:lnTo>
                  <a:cubicBezTo>
                    <a:pt x="395" y="382"/>
                    <a:pt x="381" y="396"/>
                    <a:pt x="367" y="396"/>
                  </a:cubicBezTo>
                  <a:cubicBezTo>
                    <a:pt x="353" y="396"/>
                    <a:pt x="339" y="382"/>
                    <a:pt x="339" y="368"/>
                  </a:cubicBezTo>
                  <a:cubicBezTo>
                    <a:pt x="339" y="326"/>
                    <a:pt x="339" y="326"/>
                    <a:pt x="339" y="326"/>
                  </a:cubicBezTo>
                  <a:cubicBezTo>
                    <a:pt x="254" y="389"/>
                    <a:pt x="254" y="389"/>
                    <a:pt x="254" y="389"/>
                  </a:cubicBezTo>
                  <a:cubicBezTo>
                    <a:pt x="247" y="396"/>
                    <a:pt x="240" y="396"/>
                    <a:pt x="233" y="396"/>
                  </a:cubicBezTo>
                  <a:cubicBezTo>
                    <a:pt x="219" y="396"/>
                    <a:pt x="204" y="382"/>
                    <a:pt x="204" y="368"/>
                  </a:cubicBezTo>
                  <a:cubicBezTo>
                    <a:pt x="204" y="234"/>
                    <a:pt x="204" y="234"/>
                    <a:pt x="204" y="234"/>
                  </a:cubicBezTo>
                  <a:cubicBezTo>
                    <a:pt x="204" y="220"/>
                    <a:pt x="219" y="205"/>
                    <a:pt x="233" y="205"/>
                  </a:cubicBezTo>
                  <a:cubicBezTo>
                    <a:pt x="240" y="205"/>
                    <a:pt x="247" y="213"/>
                    <a:pt x="254" y="213"/>
                  </a:cubicBezTo>
                  <a:cubicBezTo>
                    <a:pt x="339" y="276"/>
                    <a:pt x="339" y="276"/>
                    <a:pt x="339" y="276"/>
                  </a:cubicBezTo>
                  <a:cubicBezTo>
                    <a:pt x="339" y="234"/>
                    <a:pt x="339" y="234"/>
                    <a:pt x="339" y="234"/>
                  </a:cubicBezTo>
                  <a:cubicBezTo>
                    <a:pt x="339" y="220"/>
                    <a:pt x="353" y="205"/>
                    <a:pt x="367" y="205"/>
                  </a:cubicBezTo>
                  <a:cubicBezTo>
                    <a:pt x="381" y="205"/>
                    <a:pt x="395" y="220"/>
                    <a:pt x="395" y="234"/>
                  </a:cubicBezTo>
                  <a:cubicBezTo>
                    <a:pt x="395" y="368"/>
                    <a:pt x="395" y="368"/>
                    <a:pt x="395" y="3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4"/>
            <p:cNvSpPr/>
            <p:nvPr/>
          </p:nvSpPr>
          <p:spPr>
            <a:xfrm>
              <a:off x="3906838" y="3400425"/>
              <a:ext cx="215900" cy="217488"/>
            </a:xfrm>
            <a:custGeom>
              <a:rect b="b" l="l" r="r" t="t"/>
              <a:pathLst>
                <a:path extrusionOk="0" h="602" w="601">
                  <a:moveTo>
                    <a:pt x="296" y="601"/>
                  </a:moveTo>
                  <a:lnTo>
                    <a:pt x="296" y="601"/>
                  </a:ln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296" y="0"/>
                  </a:cubicBezTo>
                  <a:cubicBezTo>
                    <a:pt x="466" y="0"/>
                    <a:pt x="600" y="135"/>
                    <a:pt x="600" y="304"/>
                  </a:cubicBezTo>
                  <a:cubicBezTo>
                    <a:pt x="600" y="467"/>
                    <a:pt x="466" y="601"/>
                    <a:pt x="296" y="601"/>
                  </a:cubicBezTo>
                  <a:close/>
                  <a:moveTo>
                    <a:pt x="296" y="57"/>
                  </a:moveTo>
                  <a:lnTo>
                    <a:pt x="296" y="57"/>
                  </a:lnTo>
                  <a:cubicBezTo>
                    <a:pt x="162" y="57"/>
                    <a:pt x="56" y="170"/>
                    <a:pt x="56" y="304"/>
                  </a:cubicBezTo>
                  <a:cubicBezTo>
                    <a:pt x="56" y="439"/>
                    <a:pt x="162" y="545"/>
                    <a:pt x="296" y="545"/>
                  </a:cubicBezTo>
                  <a:cubicBezTo>
                    <a:pt x="431" y="545"/>
                    <a:pt x="544" y="439"/>
                    <a:pt x="544" y="304"/>
                  </a:cubicBezTo>
                  <a:cubicBezTo>
                    <a:pt x="544" y="170"/>
                    <a:pt x="431" y="57"/>
                    <a:pt x="296" y="57"/>
                  </a:cubicBezTo>
                  <a:close/>
                  <a:moveTo>
                    <a:pt x="395" y="368"/>
                  </a:moveTo>
                  <a:lnTo>
                    <a:pt x="395" y="368"/>
                  </a:lnTo>
                  <a:cubicBezTo>
                    <a:pt x="395" y="382"/>
                    <a:pt x="381" y="396"/>
                    <a:pt x="367" y="396"/>
                  </a:cubicBezTo>
                  <a:cubicBezTo>
                    <a:pt x="360" y="396"/>
                    <a:pt x="353" y="396"/>
                    <a:pt x="346" y="389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68"/>
                    <a:pt x="261" y="368"/>
                    <a:pt x="261" y="368"/>
                  </a:cubicBezTo>
                  <a:cubicBezTo>
                    <a:pt x="261" y="382"/>
                    <a:pt x="247" y="396"/>
                    <a:pt x="233" y="396"/>
                  </a:cubicBezTo>
                  <a:cubicBezTo>
                    <a:pt x="219" y="396"/>
                    <a:pt x="204" y="382"/>
                    <a:pt x="204" y="368"/>
                  </a:cubicBezTo>
                  <a:cubicBezTo>
                    <a:pt x="204" y="234"/>
                    <a:pt x="204" y="234"/>
                    <a:pt x="204" y="234"/>
                  </a:cubicBezTo>
                  <a:cubicBezTo>
                    <a:pt x="204" y="220"/>
                    <a:pt x="219" y="205"/>
                    <a:pt x="233" y="205"/>
                  </a:cubicBezTo>
                  <a:cubicBezTo>
                    <a:pt x="247" y="205"/>
                    <a:pt x="261" y="220"/>
                    <a:pt x="261" y="234"/>
                  </a:cubicBezTo>
                  <a:cubicBezTo>
                    <a:pt x="261" y="276"/>
                    <a:pt x="261" y="276"/>
                    <a:pt x="261" y="276"/>
                  </a:cubicBezTo>
                  <a:cubicBezTo>
                    <a:pt x="346" y="213"/>
                    <a:pt x="346" y="213"/>
                    <a:pt x="346" y="213"/>
                  </a:cubicBezTo>
                  <a:cubicBezTo>
                    <a:pt x="353" y="213"/>
                    <a:pt x="360" y="205"/>
                    <a:pt x="367" y="205"/>
                  </a:cubicBezTo>
                  <a:cubicBezTo>
                    <a:pt x="381" y="205"/>
                    <a:pt x="395" y="220"/>
                    <a:pt x="395" y="234"/>
                  </a:cubicBezTo>
                  <a:cubicBezTo>
                    <a:pt x="395" y="368"/>
                    <a:pt x="395" y="368"/>
                    <a:pt x="395" y="3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4"/>
            <p:cNvSpPr/>
            <p:nvPr/>
          </p:nvSpPr>
          <p:spPr>
            <a:xfrm>
              <a:off x="3525838" y="3400425"/>
              <a:ext cx="219075" cy="217488"/>
            </a:xfrm>
            <a:custGeom>
              <a:rect b="b" l="l" r="r" t="t"/>
              <a:pathLst>
                <a:path extrusionOk="0" h="602" w="609">
                  <a:moveTo>
                    <a:pt x="304" y="601"/>
                  </a:moveTo>
                  <a:lnTo>
                    <a:pt x="304" y="601"/>
                  </a:lnTo>
                  <a:cubicBezTo>
                    <a:pt x="135" y="601"/>
                    <a:pt x="0" y="467"/>
                    <a:pt x="0" y="304"/>
                  </a:cubicBezTo>
                  <a:cubicBezTo>
                    <a:pt x="0" y="135"/>
                    <a:pt x="135" y="0"/>
                    <a:pt x="304" y="0"/>
                  </a:cubicBezTo>
                  <a:cubicBezTo>
                    <a:pt x="474" y="0"/>
                    <a:pt x="608" y="135"/>
                    <a:pt x="608" y="304"/>
                  </a:cubicBezTo>
                  <a:cubicBezTo>
                    <a:pt x="608" y="467"/>
                    <a:pt x="474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70"/>
                    <a:pt x="57" y="304"/>
                  </a:cubicBezTo>
                  <a:cubicBezTo>
                    <a:pt x="57" y="439"/>
                    <a:pt x="170" y="545"/>
                    <a:pt x="304" y="545"/>
                  </a:cubicBezTo>
                  <a:cubicBezTo>
                    <a:pt x="439" y="545"/>
                    <a:pt x="552" y="439"/>
                    <a:pt x="552" y="304"/>
                  </a:cubicBezTo>
                  <a:cubicBezTo>
                    <a:pt x="552" y="170"/>
                    <a:pt x="439" y="57"/>
                    <a:pt x="304" y="57"/>
                  </a:cubicBezTo>
                  <a:close/>
                  <a:moveTo>
                    <a:pt x="432" y="326"/>
                  </a:moveTo>
                  <a:lnTo>
                    <a:pt x="432" y="326"/>
                  </a:lnTo>
                  <a:cubicBezTo>
                    <a:pt x="340" y="389"/>
                    <a:pt x="340" y="389"/>
                    <a:pt x="340" y="389"/>
                  </a:cubicBezTo>
                  <a:cubicBezTo>
                    <a:pt x="333" y="396"/>
                    <a:pt x="333" y="396"/>
                    <a:pt x="326" y="396"/>
                  </a:cubicBezTo>
                  <a:cubicBezTo>
                    <a:pt x="304" y="396"/>
                    <a:pt x="297" y="382"/>
                    <a:pt x="297" y="368"/>
                  </a:cubicBezTo>
                  <a:cubicBezTo>
                    <a:pt x="297" y="333"/>
                    <a:pt x="297" y="333"/>
                    <a:pt x="297" y="333"/>
                  </a:cubicBezTo>
                  <a:cubicBezTo>
                    <a:pt x="205" y="389"/>
                    <a:pt x="205" y="389"/>
                    <a:pt x="205" y="389"/>
                  </a:cubicBezTo>
                  <a:cubicBezTo>
                    <a:pt x="205" y="396"/>
                    <a:pt x="198" y="396"/>
                    <a:pt x="191" y="396"/>
                  </a:cubicBezTo>
                  <a:cubicBezTo>
                    <a:pt x="177" y="396"/>
                    <a:pt x="163" y="382"/>
                    <a:pt x="163" y="368"/>
                  </a:cubicBezTo>
                  <a:cubicBezTo>
                    <a:pt x="163" y="234"/>
                    <a:pt x="163" y="234"/>
                    <a:pt x="163" y="234"/>
                  </a:cubicBezTo>
                  <a:cubicBezTo>
                    <a:pt x="163" y="220"/>
                    <a:pt x="177" y="205"/>
                    <a:pt x="191" y="205"/>
                  </a:cubicBezTo>
                  <a:cubicBezTo>
                    <a:pt x="198" y="205"/>
                    <a:pt x="205" y="213"/>
                    <a:pt x="205" y="213"/>
                  </a:cubicBezTo>
                  <a:cubicBezTo>
                    <a:pt x="297" y="276"/>
                    <a:pt x="297" y="276"/>
                    <a:pt x="297" y="276"/>
                  </a:cubicBezTo>
                  <a:cubicBezTo>
                    <a:pt x="297" y="234"/>
                    <a:pt x="297" y="234"/>
                    <a:pt x="297" y="234"/>
                  </a:cubicBezTo>
                  <a:cubicBezTo>
                    <a:pt x="297" y="220"/>
                    <a:pt x="304" y="205"/>
                    <a:pt x="326" y="205"/>
                  </a:cubicBezTo>
                  <a:cubicBezTo>
                    <a:pt x="333" y="205"/>
                    <a:pt x="333" y="213"/>
                    <a:pt x="340" y="213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9" y="283"/>
                    <a:pt x="446" y="290"/>
                    <a:pt x="446" y="304"/>
                  </a:cubicBezTo>
                  <a:cubicBezTo>
                    <a:pt x="446" y="311"/>
                    <a:pt x="439" y="318"/>
                    <a:pt x="432" y="3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2" name="Google Shape;1902;p4"/>
            <p:cNvSpPr/>
            <p:nvPr/>
          </p:nvSpPr>
          <p:spPr>
            <a:xfrm>
              <a:off x="3146425" y="3400425"/>
              <a:ext cx="217488" cy="217488"/>
            </a:xfrm>
            <a:custGeom>
              <a:rect b="b" l="l" r="r" t="t"/>
              <a:pathLst>
                <a:path extrusionOk="0" h="602" w="602">
                  <a:moveTo>
                    <a:pt x="304" y="601"/>
                  </a:moveTo>
                  <a:lnTo>
                    <a:pt x="304" y="601"/>
                  </a:lnTo>
                  <a:cubicBezTo>
                    <a:pt x="467" y="601"/>
                    <a:pt x="601" y="467"/>
                    <a:pt x="601" y="304"/>
                  </a:cubicBezTo>
                  <a:cubicBezTo>
                    <a:pt x="601" y="135"/>
                    <a:pt x="467" y="0"/>
                    <a:pt x="304" y="0"/>
                  </a:cubicBezTo>
                  <a:cubicBezTo>
                    <a:pt x="135" y="0"/>
                    <a:pt x="0" y="135"/>
                    <a:pt x="0" y="304"/>
                  </a:cubicBezTo>
                  <a:cubicBezTo>
                    <a:pt x="0" y="467"/>
                    <a:pt x="135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439" y="57"/>
                    <a:pt x="544" y="170"/>
                    <a:pt x="544" y="304"/>
                  </a:cubicBezTo>
                  <a:cubicBezTo>
                    <a:pt x="544" y="439"/>
                    <a:pt x="439" y="545"/>
                    <a:pt x="304" y="545"/>
                  </a:cubicBezTo>
                  <a:cubicBezTo>
                    <a:pt x="170" y="545"/>
                    <a:pt x="57" y="439"/>
                    <a:pt x="57" y="304"/>
                  </a:cubicBezTo>
                  <a:cubicBezTo>
                    <a:pt x="57" y="170"/>
                    <a:pt x="170" y="57"/>
                    <a:pt x="304" y="57"/>
                  </a:cubicBezTo>
                  <a:close/>
                  <a:moveTo>
                    <a:pt x="177" y="326"/>
                  </a:moveTo>
                  <a:lnTo>
                    <a:pt x="177" y="326"/>
                  </a:lnTo>
                  <a:cubicBezTo>
                    <a:pt x="269" y="389"/>
                    <a:pt x="269" y="389"/>
                    <a:pt x="269" y="389"/>
                  </a:cubicBezTo>
                  <a:cubicBezTo>
                    <a:pt x="269" y="396"/>
                    <a:pt x="276" y="396"/>
                    <a:pt x="283" y="396"/>
                  </a:cubicBezTo>
                  <a:cubicBezTo>
                    <a:pt x="297" y="396"/>
                    <a:pt x="311" y="382"/>
                    <a:pt x="311" y="368"/>
                  </a:cubicBezTo>
                  <a:cubicBezTo>
                    <a:pt x="311" y="333"/>
                    <a:pt x="311" y="333"/>
                    <a:pt x="311" y="333"/>
                  </a:cubicBezTo>
                  <a:cubicBezTo>
                    <a:pt x="396" y="389"/>
                    <a:pt x="396" y="389"/>
                    <a:pt x="396" y="389"/>
                  </a:cubicBezTo>
                  <a:cubicBezTo>
                    <a:pt x="403" y="396"/>
                    <a:pt x="410" y="396"/>
                    <a:pt x="417" y="396"/>
                  </a:cubicBezTo>
                  <a:cubicBezTo>
                    <a:pt x="431" y="396"/>
                    <a:pt x="446" y="382"/>
                    <a:pt x="446" y="368"/>
                  </a:cubicBezTo>
                  <a:cubicBezTo>
                    <a:pt x="446" y="234"/>
                    <a:pt x="446" y="234"/>
                    <a:pt x="446" y="234"/>
                  </a:cubicBezTo>
                  <a:cubicBezTo>
                    <a:pt x="446" y="220"/>
                    <a:pt x="431" y="205"/>
                    <a:pt x="417" y="205"/>
                  </a:cubicBezTo>
                  <a:cubicBezTo>
                    <a:pt x="410" y="205"/>
                    <a:pt x="403" y="213"/>
                    <a:pt x="396" y="213"/>
                  </a:cubicBezTo>
                  <a:cubicBezTo>
                    <a:pt x="311" y="276"/>
                    <a:pt x="311" y="276"/>
                    <a:pt x="311" y="276"/>
                  </a:cubicBezTo>
                  <a:cubicBezTo>
                    <a:pt x="311" y="234"/>
                    <a:pt x="311" y="234"/>
                    <a:pt x="311" y="234"/>
                  </a:cubicBezTo>
                  <a:cubicBezTo>
                    <a:pt x="311" y="220"/>
                    <a:pt x="297" y="205"/>
                    <a:pt x="283" y="205"/>
                  </a:cubicBezTo>
                  <a:cubicBezTo>
                    <a:pt x="276" y="205"/>
                    <a:pt x="269" y="213"/>
                    <a:pt x="269" y="213"/>
                  </a:cubicBezTo>
                  <a:cubicBezTo>
                    <a:pt x="177" y="276"/>
                    <a:pt x="177" y="276"/>
                    <a:pt x="177" y="276"/>
                  </a:cubicBezTo>
                  <a:cubicBezTo>
                    <a:pt x="163" y="283"/>
                    <a:pt x="163" y="290"/>
                    <a:pt x="163" y="304"/>
                  </a:cubicBezTo>
                  <a:cubicBezTo>
                    <a:pt x="163" y="311"/>
                    <a:pt x="163" y="318"/>
                    <a:pt x="177" y="3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4"/>
            <p:cNvSpPr/>
            <p:nvPr/>
          </p:nvSpPr>
          <p:spPr>
            <a:xfrm>
              <a:off x="2767013" y="3400425"/>
              <a:ext cx="217487" cy="217488"/>
            </a:xfrm>
            <a:custGeom>
              <a:rect b="b" l="l" r="r" t="t"/>
              <a:pathLst>
                <a:path extrusionOk="0" h="602" w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304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304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70"/>
                    <a:pt x="57" y="304"/>
                  </a:cubicBezTo>
                  <a:cubicBezTo>
                    <a:pt x="57" y="439"/>
                    <a:pt x="163" y="545"/>
                    <a:pt x="297" y="545"/>
                  </a:cubicBezTo>
                  <a:cubicBezTo>
                    <a:pt x="431" y="545"/>
                    <a:pt x="544" y="439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  <a:moveTo>
                    <a:pt x="382" y="375"/>
                  </a:moveTo>
                  <a:lnTo>
                    <a:pt x="382" y="375"/>
                  </a:lnTo>
                  <a:cubicBezTo>
                    <a:pt x="382" y="396"/>
                    <a:pt x="375" y="403"/>
                    <a:pt x="354" y="403"/>
                  </a:cubicBezTo>
                  <a:cubicBezTo>
                    <a:pt x="340" y="403"/>
                    <a:pt x="325" y="396"/>
                    <a:pt x="325" y="375"/>
                  </a:cubicBezTo>
                  <a:cubicBezTo>
                    <a:pt x="325" y="227"/>
                    <a:pt x="325" y="227"/>
                    <a:pt x="325" y="227"/>
                  </a:cubicBezTo>
                  <a:cubicBezTo>
                    <a:pt x="325" y="213"/>
                    <a:pt x="340" y="198"/>
                    <a:pt x="354" y="198"/>
                  </a:cubicBezTo>
                  <a:cubicBezTo>
                    <a:pt x="375" y="198"/>
                    <a:pt x="382" y="213"/>
                    <a:pt x="382" y="227"/>
                  </a:cubicBezTo>
                  <a:cubicBezTo>
                    <a:pt x="382" y="375"/>
                    <a:pt x="382" y="375"/>
                    <a:pt x="382" y="375"/>
                  </a:cubicBezTo>
                  <a:close/>
                  <a:moveTo>
                    <a:pt x="269" y="375"/>
                  </a:moveTo>
                  <a:lnTo>
                    <a:pt x="269" y="375"/>
                  </a:lnTo>
                  <a:cubicBezTo>
                    <a:pt x="269" y="396"/>
                    <a:pt x="262" y="403"/>
                    <a:pt x="240" y="403"/>
                  </a:cubicBezTo>
                  <a:cubicBezTo>
                    <a:pt x="226" y="403"/>
                    <a:pt x="212" y="396"/>
                    <a:pt x="212" y="375"/>
                  </a:cubicBezTo>
                  <a:cubicBezTo>
                    <a:pt x="212" y="227"/>
                    <a:pt x="212" y="227"/>
                    <a:pt x="212" y="227"/>
                  </a:cubicBezTo>
                  <a:cubicBezTo>
                    <a:pt x="212" y="213"/>
                    <a:pt x="226" y="198"/>
                    <a:pt x="240" y="198"/>
                  </a:cubicBezTo>
                  <a:cubicBezTo>
                    <a:pt x="262" y="198"/>
                    <a:pt x="269" y="213"/>
                    <a:pt x="269" y="227"/>
                  </a:cubicBezTo>
                  <a:cubicBezTo>
                    <a:pt x="269" y="375"/>
                    <a:pt x="269" y="375"/>
                    <a:pt x="269" y="3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4"/>
            <p:cNvSpPr/>
            <p:nvPr/>
          </p:nvSpPr>
          <p:spPr>
            <a:xfrm>
              <a:off x="2386013" y="3400425"/>
              <a:ext cx="219075" cy="217488"/>
            </a:xfrm>
            <a:custGeom>
              <a:rect b="b" l="l" r="r" t="t"/>
              <a:pathLst>
                <a:path extrusionOk="0" h="602" w="609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74" y="0"/>
                    <a:pt x="608" y="135"/>
                    <a:pt x="608" y="304"/>
                  </a:cubicBezTo>
                  <a:cubicBezTo>
                    <a:pt x="608" y="467"/>
                    <a:pt x="474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70"/>
                    <a:pt x="57" y="304"/>
                  </a:cubicBezTo>
                  <a:cubicBezTo>
                    <a:pt x="57" y="439"/>
                    <a:pt x="170" y="545"/>
                    <a:pt x="304" y="545"/>
                  </a:cubicBezTo>
                  <a:cubicBezTo>
                    <a:pt x="438" y="545"/>
                    <a:pt x="551" y="439"/>
                    <a:pt x="551" y="304"/>
                  </a:cubicBezTo>
                  <a:cubicBezTo>
                    <a:pt x="551" y="170"/>
                    <a:pt x="438" y="57"/>
                    <a:pt x="304" y="57"/>
                  </a:cubicBezTo>
                  <a:close/>
                  <a:moveTo>
                    <a:pt x="382" y="403"/>
                  </a:moveTo>
                  <a:lnTo>
                    <a:pt x="382" y="403"/>
                  </a:lnTo>
                  <a:cubicBezTo>
                    <a:pt x="226" y="403"/>
                    <a:pt x="226" y="403"/>
                    <a:pt x="226" y="403"/>
                  </a:cubicBezTo>
                  <a:cubicBezTo>
                    <a:pt x="212" y="403"/>
                    <a:pt x="198" y="396"/>
                    <a:pt x="198" y="375"/>
                  </a:cubicBezTo>
                  <a:cubicBezTo>
                    <a:pt x="198" y="227"/>
                    <a:pt x="198" y="227"/>
                    <a:pt x="198" y="227"/>
                  </a:cubicBezTo>
                  <a:cubicBezTo>
                    <a:pt x="198" y="213"/>
                    <a:pt x="212" y="198"/>
                    <a:pt x="226" y="198"/>
                  </a:cubicBezTo>
                  <a:cubicBezTo>
                    <a:pt x="382" y="198"/>
                    <a:pt x="382" y="198"/>
                    <a:pt x="382" y="198"/>
                  </a:cubicBezTo>
                  <a:cubicBezTo>
                    <a:pt x="396" y="198"/>
                    <a:pt x="410" y="213"/>
                    <a:pt x="410" y="227"/>
                  </a:cubicBezTo>
                  <a:cubicBezTo>
                    <a:pt x="410" y="375"/>
                    <a:pt x="410" y="375"/>
                    <a:pt x="410" y="375"/>
                  </a:cubicBezTo>
                  <a:cubicBezTo>
                    <a:pt x="410" y="396"/>
                    <a:pt x="396" y="403"/>
                    <a:pt x="382" y="4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4"/>
            <p:cNvSpPr/>
            <p:nvPr/>
          </p:nvSpPr>
          <p:spPr>
            <a:xfrm>
              <a:off x="2006600" y="3400425"/>
              <a:ext cx="217488" cy="217488"/>
            </a:xfrm>
            <a:custGeom>
              <a:rect b="b" l="l" r="r" t="t"/>
              <a:pathLst>
                <a:path extrusionOk="0" h="602" w="602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67" y="0"/>
                    <a:pt x="601" y="135"/>
                    <a:pt x="601" y="304"/>
                  </a:cubicBezTo>
                  <a:cubicBezTo>
                    <a:pt x="601" y="467"/>
                    <a:pt x="467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70"/>
                    <a:pt x="57" y="304"/>
                  </a:cubicBezTo>
                  <a:cubicBezTo>
                    <a:pt x="57" y="439"/>
                    <a:pt x="170" y="545"/>
                    <a:pt x="304" y="545"/>
                  </a:cubicBezTo>
                  <a:cubicBezTo>
                    <a:pt x="438" y="545"/>
                    <a:pt x="544" y="439"/>
                    <a:pt x="544" y="304"/>
                  </a:cubicBezTo>
                  <a:cubicBezTo>
                    <a:pt x="544" y="170"/>
                    <a:pt x="438" y="57"/>
                    <a:pt x="304" y="57"/>
                  </a:cubicBezTo>
                  <a:close/>
                  <a:moveTo>
                    <a:pt x="389" y="326"/>
                  </a:moveTo>
                  <a:lnTo>
                    <a:pt x="389" y="326"/>
                  </a:lnTo>
                  <a:cubicBezTo>
                    <a:pt x="240" y="417"/>
                    <a:pt x="240" y="417"/>
                    <a:pt x="240" y="417"/>
                  </a:cubicBezTo>
                  <a:lnTo>
                    <a:pt x="240" y="424"/>
                  </a:lnTo>
                  <a:cubicBezTo>
                    <a:pt x="233" y="424"/>
                    <a:pt x="233" y="424"/>
                    <a:pt x="233" y="424"/>
                  </a:cubicBezTo>
                  <a:cubicBezTo>
                    <a:pt x="226" y="424"/>
                    <a:pt x="226" y="424"/>
                    <a:pt x="226" y="424"/>
                  </a:cubicBezTo>
                  <a:cubicBezTo>
                    <a:pt x="212" y="424"/>
                    <a:pt x="198" y="410"/>
                    <a:pt x="198" y="396"/>
                  </a:cubicBezTo>
                  <a:cubicBezTo>
                    <a:pt x="198" y="205"/>
                    <a:pt x="198" y="205"/>
                    <a:pt x="198" y="205"/>
                  </a:cubicBezTo>
                  <a:cubicBezTo>
                    <a:pt x="198" y="191"/>
                    <a:pt x="212" y="177"/>
                    <a:pt x="226" y="177"/>
                  </a:cubicBezTo>
                  <a:cubicBezTo>
                    <a:pt x="233" y="177"/>
                    <a:pt x="240" y="184"/>
                    <a:pt x="240" y="184"/>
                  </a:cubicBezTo>
                  <a:cubicBezTo>
                    <a:pt x="389" y="276"/>
                    <a:pt x="389" y="276"/>
                    <a:pt x="389" y="276"/>
                  </a:cubicBezTo>
                  <a:cubicBezTo>
                    <a:pt x="403" y="283"/>
                    <a:pt x="403" y="290"/>
                    <a:pt x="403" y="304"/>
                  </a:cubicBezTo>
                  <a:cubicBezTo>
                    <a:pt x="403" y="311"/>
                    <a:pt x="403" y="318"/>
                    <a:pt x="389" y="3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4"/>
            <p:cNvSpPr/>
            <p:nvPr/>
          </p:nvSpPr>
          <p:spPr>
            <a:xfrm>
              <a:off x="6186488" y="3022600"/>
              <a:ext cx="217487" cy="217488"/>
            </a:xfrm>
            <a:custGeom>
              <a:rect b="b" l="l" r="r" t="t"/>
              <a:pathLst>
                <a:path extrusionOk="0" h="602" w="602">
                  <a:moveTo>
                    <a:pt x="297" y="601"/>
                  </a:moveTo>
                  <a:lnTo>
                    <a:pt x="297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1" y="135"/>
                    <a:pt x="601" y="297"/>
                  </a:cubicBezTo>
                  <a:cubicBezTo>
                    <a:pt x="601" y="467"/>
                    <a:pt x="466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4"/>
            <p:cNvSpPr/>
            <p:nvPr/>
          </p:nvSpPr>
          <p:spPr>
            <a:xfrm>
              <a:off x="5803900" y="3022600"/>
              <a:ext cx="219075" cy="217488"/>
            </a:xfrm>
            <a:custGeom>
              <a:rect b="b" l="l" r="r" t="t"/>
              <a:pathLst>
                <a:path extrusionOk="0" h="602" w="609">
                  <a:moveTo>
                    <a:pt x="579" y="601"/>
                  </a:moveTo>
                  <a:lnTo>
                    <a:pt x="579" y="601"/>
                  </a:lnTo>
                  <a:cubicBezTo>
                    <a:pt x="28" y="601"/>
                    <a:pt x="28" y="601"/>
                    <a:pt x="28" y="601"/>
                  </a:cubicBezTo>
                  <a:cubicBezTo>
                    <a:pt x="14" y="601"/>
                    <a:pt x="0" y="587"/>
                    <a:pt x="0" y="57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94" y="0"/>
                    <a:pt x="608" y="7"/>
                    <a:pt x="608" y="29"/>
                  </a:cubicBezTo>
                  <a:cubicBezTo>
                    <a:pt x="608" y="573"/>
                    <a:pt x="608" y="573"/>
                    <a:pt x="608" y="573"/>
                  </a:cubicBezTo>
                  <a:cubicBezTo>
                    <a:pt x="608" y="587"/>
                    <a:pt x="594" y="601"/>
                    <a:pt x="579" y="601"/>
                  </a:cubicBezTo>
                  <a:close/>
                  <a:moveTo>
                    <a:pt x="551" y="57"/>
                  </a:moveTo>
                  <a:lnTo>
                    <a:pt x="551" y="57"/>
                  </a:lnTo>
                  <a:cubicBezTo>
                    <a:pt x="56" y="57"/>
                    <a:pt x="56" y="57"/>
                    <a:pt x="56" y="57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551" y="544"/>
                    <a:pt x="551" y="544"/>
                    <a:pt x="551" y="544"/>
                  </a:cubicBezTo>
                  <a:lnTo>
                    <a:pt x="551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4"/>
            <p:cNvSpPr/>
            <p:nvPr/>
          </p:nvSpPr>
          <p:spPr>
            <a:xfrm>
              <a:off x="5427663" y="3027363"/>
              <a:ext cx="211137" cy="204787"/>
            </a:xfrm>
            <a:custGeom>
              <a:rect b="b" l="l" r="r" t="t"/>
              <a:pathLst>
                <a:path extrusionOk="0" h="567" w="588">
                  <a:moveTo>
                    <a:pt x="558" y="474"/>
                  </a:moveTo>
                  <a:lnTo>
                    <a:pt x="558" y="474"/>
                  </a:lnTo>
                  <a:cubicBezTo>
                    <a:pt x="417" y="474"/>
                    <a:pt x="417" y="474"/>
                    <a:pt x="417" y="474"/>
                  </a:cubicBezTo>
                  <a:cubicBezTo>
                    <a:pt x="382" y="474"/>
                    <a:pt x="382" y="474"/>
                    <a:pt x="382" y="474"/>
                  </a:cubicBezTo>
                  <a:cubicBezTo>
                    <a:pt x="382" y="523"/>
                    <a:pt x="382" y="523"/>
                    <a:pt x="382" y="523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6"/>
                    <a:pt x="417" y="566"/>
                    <a:pt x="417" y="566"/>
                  </a:cubicBezTo>
                  <a:cubicBezTo>
                    <a:pt x="169" y="566"/>
                    <a:pt x="169" y="566"/>
                    <a:pt x="169" y="566"/>
                  </a:cubicBezTo>
                  <a:cubicBezTo>
                    <a:pt x="169" y="559"/>
                    <a:pt x="169" y="559"/>
                    <a:pt x="169" y="559"/>
                  </a:cubicBezTo>
                  <a:cubicBezTo>
                    <a:pt x="212" y="523"/>
                    <a:pt x="212" y="523"/>
                    <a:pt x="212" y="523"/>
                  </a:cubicBezTo>
                  <a:cubicBezTo>
                    <a:pt x="212" y="474"/>
                    <a:pt x="212" y="474"/>
                    <a:pt x="212" y="474"/>
                  </a:cubicBezTo>
                  <a:cubicBezTo>
                    <a:pt x="169" y="474"/>
                    <a:pt x="169" y="474"/>
                    <a:pt x="169" y="474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14" y="474"/>
                    <a:pt x="0" y="460"/>
                    <a:pt x="0" y="44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50"/>
                    <a:pt x="14" y="43"/>
                    <a:pt x="28" y="43"/>
                  </a:cubicBezTo>
                  <a:cubicBezTo>
                    <a:pt x="205" y="43"/>
                    <a:pt x="205" y="43"/>
                    <a:pt x="205" y="43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42" y="396"/>
                    <a:pt x="42" y="396"/>
                    <a:pt x="42" y="396"/>
                  </a:cubicBezTo>
                  <a:cubicBezTo>
                    <a:pt x="551" y="396"/>
                    <a:pt x="551" y="396"/>
                    <a:pt x="551" y="396"/>
                  </a:cubicBezTo>
                  <a:cubicBezTo>
                    <a:pt x="551" y="78"/>
                    <a:pt x="551" y="78"/>
                    <a:pt x="551" y="78"/>
                  </a:cubicBezTo>
                  <a:cubicBezTo>
                    <a:pt x="424" y="78"/>
                    <a:pt x="424" y="78"/>
                    <a:pt x="424" y="78"/>
                  </a:cubicBezTo>
                  <a:cubicBezTo>
                    <a:pt x="382" y="43"/>
                    <a:pt x="382" y="43"/>
                    <a:pt x="382" y="43"/>
                  </a:cubicBezTo>
                  <a:cubicBezTo>
                    <a:pt x="558" y="43"/>
                    <a:pt x="558" y="43"/>
                    <a:pt x="558" y="43"/>
                  </a:cubicBezTo>
                  <a:cubicBezTo>
                    <a:pt x="572" y="43"/>
                    <a:pt x="587" y="50"/>
                    <a:pt x="587" y="71"/>
                  </a:cubicBezTo>
                  <a:cubicBezTo>
                    <a:pt x="587" y="446"/>
                    <a:pt x="587" y="446"/>
                    <a:pt x="587" y="446"/>
                  </a:cubicBezTo>
                  <a:cubicBezTo>
                    <a:pt x="587" y="460"/>
                    <a:pt x="572" y="474"/>
                    <a:pt x="558" y="474"/>
                  </a:cubicBezTo>
                  <a:close/>
                  <a:moveTo>
                    <a:pt x="360" y="128"/>
                  </a:moveTo>
                  <a:lnTo>
                    <a:pt x="360" y="128"/>
                  </a:lnTo>
                  <a:cubicBezTo>
                    <a:pt x="353" y="128"/>
                    <a:pt x="346" y="121"/>
                    <a:pt x="339" y="113"/>
                  </a:cubicBezTo>
                  <a:cubicBezTo>
                    <a:pt x="325" y="99"/>
                    <a:pt x="325" y="99"/>
                    <a:pt x="325" y="99"/>
                  </a:cubicBezTo>
                  <a:cubicBezTo>
                    <a:pt x="325" y="226"/>
                    <a:pt x="325" y="226"/>
                    <a:pt x="325" y="226"/>
                  </a:cubicBezTo>
                  <a:cubicBezTo>
                    <a:pt x="325" y="248"/>
                    <a:pt x="311" y="255"/>
                    <a:pt x="297" y="255"/>
                  </a:cubicBezTo>
                  <a:cubicBezTo>
                    <a:pt x="276" y="255"/>
                    <a:pt x="269" y="248"/>
                    <a:pt x="269" y="226"/>
                  </a:cubicBezTo>
                  <a:cubicBezTo>
                    <a:pt x="269" y="99"/>
                    <a:pt x="269" y="99"/>
                    <a:pt x="269" y="99"/>
                  </a:cubicBezTo>
                  <a:cubicBezTo>
                    <a:pt x="247" y="113"/>
                    <a:pt x="247" y="113"/>
                    <a:pt x="247" y="113"/>
                  </a:cubicBezTo>
                  <a:cubicBezTo>
                    <a:pt x="240" y="121"/>
                    <a:pt x="233" y="128"/>
                    <a:pt x="226" y="128"/>
                  </a:cubicBezTo>
                  <a:cubicBezTo>
                    <a:pt x="212" y="128"/>
                    <a:pt x="198" y="113"/>
                    <a:pt x="198" y="99"/>
                  </a:cubicBezTo>
                  <a:cubicBezTo>
                    <a:pt x="198" y="92"/>
                    <a:pt x="205" y="85"/>
                    <a:pt x="212" y="78"/>
                  </a:cubicBezTo>
                  <a:cubicBezTo>
                    <a:pt x="276" y="15"/>
                    <a:pt x="276" y="15"/>
                    <a:pt x="276" y="15"/>
                  </a:cubicBezTo>
                  <a:cubicBezTo>
                    <a:pt x="283" y="8"/>
                    <a:pt x="290" y="0"/>
                    <a:pt x="297" y="0"/>
                  </a:cubicBezTo>
                  <a:cubicBezTo>
                    <a:pt x="304" y="0"/>
                    <a:pt x="311" y="8"/>
                    <a:pt x="311" y="15"/>
                  </a:cubicBezTo>
                  <a:cubicBezTo>
                    <a:pt x="382" y="78"/>
                    <a:pt x="382" y="78"/>
                    <a:pt x="382" y="78"/>
                  </a:cubicBezTo>
                  <a:cubicBezTo>
                    <a:pt x="389" y="85"/>
                    <a:pt x="389" y="92"/>
                    <a:pt x="389" y="99"/>
                  </a:cubicBezTo>
                  <a:cubicBezTo>
                    <a:pt x="389" y="113"/>
                    <a:pt x="375" y="128"/>
                    <a:pt x="360" y="1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4"/>
            <p:cNvSpPr/>
            <p:nvPr/>
          </p:nvSpPr>
          <p:spPr>
            <a:xfrm>
              <a:off x="5048250" y="3027363"/>
              <a:ext cx="211138" cy="204787"/>
            </a:xfrm>
            <a:custGeom>
              <a:rect b="b" l="l" r="r" t="t"/>
              <a:pathLst>
                <a:path extrusionOk="0" h="567" w="587">
                  <a:moveTo>
                    <a:pt x="558" y="474"/>
                  </a:moveTo>
                  <a:lnTo>
                    <a:pt x="558" y="474"/>
                  </a:lnTo>
                  <a:cubicBezTo>
                    <a:pt x="417" y="474"/>
                    <a:pt x="417" y="474"/>
                    <a:pt x="417" y="474"/>
                  </a:cubicBezTo>
                  <a:cubicBezTo>
                    <a:pt x="374" y="474"/>
                    <a:pt x="374" y="474"/>
                    <a:pt x="374" y="474"/>
                  </a:cubicBezTo>
                  <a:cubicBezTo>
                    <a:pt x="374" y="523"/>
                    <a:pt x="374" y="523"/>
                    <a:pt x="374" y="523"/>
                  </a:cubicBezTo>
                  <a:cubicBezTo>
                    <a:pt x="417" y="559"/>
                    <a:pt x="417" y="559"/>
                    <a:pt x="417" y="559"/>
                  </a:cubicBezTo>
                  <a:cubicBezTo>
                    <a:pt x="417" y="566"/>
                    <a:pt x="417" y="566"/>
                    <a:pt x="417" y="566"/>
                  </a:cubicBezTo>
                  <a:cubicBezTo>
                    <a:pt x="169" y="566"/>
                    <a:pt x="169" y="566"/>
                    <a:pt x="169" y="566"/>
                  </a:cubicBezTo>
                  <a:cubicBezTo>
                    <a:pt x="169" y="559"/>
                    <a:pt x="169" y="559"/>
                    <a:pt x="169" y="559"/>
                  </a:cubicBezTo>
                  <a:cubicBezTo>
                    <a:pt x="205" y="523"/>
                    <a:pt x="205" y="523"/>
                    <a:pt x="205" y="523"/>
                  </a:cubicBezTo>
                  <a:cubicBezTo>
                    <a:pt x="205" y="474"/>
                    <a:pt x="205" y="474"/>
                    <a:pt x="205" y="474"/>
                  </a:cubicBezTo>
                  <a:cubicBezTo>
                    <a:pt x="169" y="474"/>
                    <a:pt x="169" y="474"/>
                    <a:pt x="169" y="474"/>
                  </a:cubicBezTo>
                  <a:cubicBezTo>
                    <a:pt x="28" y="474"/>
                    <a:pt x="28" y="474"/>
                    <a:pt x="28" y="474"/>
                  </a:cubicBezTo>
                  <a:cubicBezTo>
                    <a:pt x="14" y="474"/>
                    <a:pt x="0" y="460"/>
                    <a:pt x="0" y="44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50"/>
                    <a:pt x="14" y="43"/>
                    <a:pt x="28" y="43"/>
                  </a:cubicBezTo>
                  <a:cubicBezTo>
                    <a:pt x="233" y="43"/>
                    <a:pt x="233" y="43"/>
                    <a:pt x="233" y="43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5" y="396"/>
                    <a:pt x="35" y="396"/>
                    <a:pt x="35" y="396"/>
                  </a:cubicBezTo>
                  <a:cubicBezTo>
                    <a:pt x="544" y="396"/>
                    <a:pt x="544" y="396"/>
                    <a:pt x="544" y="396"/>
                  </a:cubicBezTo>
                  <a:cubicBezTo>
                    <a:pt x="544" y="78"/>
                    <a:pt x="544" y="78"/>
                    <a:pt x="544" y="78"/>
                  </a:cubicBezTo>
                  <a:cubicBezTo>
                    <a:pt x="346" y="78"/>
                    <a:pt x="346" y="78"/>
                    <a:pt x="346" y="78"/>
                  </a:cubicBezTo>
                  <a:cubicBezTo>
                    <a:pt x="346" y="43"/>
                    <a:pt x="346" y="43"/>
                    <a:pt x="346" y="43"/>
                  </a:cubicBezTo>
                  <a:cubicBezTo>
                    <a:pt x="558" y="43"/>
                    <a:pt x="558" y="43"/>
                    <a:pt x="558" y="43"/>
                  </a:cubicBezTo>
                  <a:cubicBezTo>
                    <a:pt x="572" y="43"/>
                    <a:pt x="586" y="50"/>
                    <a:pt x="586" y="71"/>
                  </a:cubicBezTo>
                  <a:cubicBezTo>
                    <a:pt x="586" y="446"/>
                    <a:pt x="586" y="446"/>
                    <a:pt x="586" y="446"/>
                  </a:cubicBezTo>
                  <a:cubicBezTo>
                    <a:pt x="586" y="460"/>
                    <a:pt x="572" y="474"/>
                    <a:pt x="558" y="474"/>
                  </a:cubicBezTo>
                  <a:close/>
                  <a:moveTo>
                    <a:pt x="389" y="163"/>
                  </a:moveTo>
                  <a:lnTo>
                    <a:pt x="389" y="163"/>
                  </a:lnTo>
                  <a:cubicBezTo>
                    <a:pt x="389" y="170"/>
                    <a:pt x="382" y="177"/>
                    <a:pt x="374" y="184"/>
                  </a:cubicBezTo>
                  <a:cubicBezTo>
                    <a:pt x="311" y="248"/>
                    <a:pt x="311" y="248"/>
                    <a:pt x="311" y="248"/>
                  </a:cubicBezTo>
                  <a:cubicBezTo>
                    <a:pt x="304" y="255"/>
                    <a:pt x="297" y="255"/>
                    <a:pt x="290" y="255"/>
                  </a:cubicBezTo>
                  <a:cubicBezTo>
                    <a:pt x="283" y="255"/>
                    <a:pt x="276" y="255"/>
                    <a:pt x="276" y="248"/>
                  </a:cubicBezTo>
                  <a:cubicBezTo>
                    <a:pt x="205" y="184"/>
                    <a:pt x="205" y="184"/>
                    <a:pt x="205" y="184"/>
                  </a:cubicBezTo>
                  <a:cubicBezTo>
                    <a:pt x="198" y="177"/>
                    <a:pt x="198" y="170"/>
                    <a:pt x="198" y="163"/>
                  </a:cubicBezTo>
                  <a:cubicBezTo>
                    <a:pt x="198" y="149"/>
                    <a:pt x="212" y="135"/>
                    <a:pt x="226" y="135"/>
                  </a:cubicBezTo>
                  <a:cubicBezTo>
                    <a:pt x="233" y="135"/>
                    <a:pt x="240" y="135"/>
                    <a:pt x="247" y="142"/>
                  </a:cubicBezTo>
                  <a:cubicBezTo>
                    <a:pt x="261" y="163"/>
                    <a:pt x="261" y="163"/>
                    <a:pt x="261" y="163"/>
                  </a:cubicBezTo>
                  <a:cubicBezTo>
                    <a:pt x="261" y="29"/>
                    <a:pt x="261" y="29"/>
                    <a:pt x="261" y="29"/>
                  </a:cubicBezTo>
                  <a:cubicBezTo>
                    <a:pt x="261" y="15"/>
                    <a:pt x="276" y="0"/>
                    <a:pt x="290" y="0"/>
                  </a:cubicBezTo>
                  <a:cubicBezTo>
                    <a:pt x="311" y="0"/>
                    <a:pt x="318" y="15"/>
                    <a:pt x="318" y="29"/>
                  </a:cubicBezTo>
                  <a:cubicBezTo>
                    <a:pt x="318" y="163"/>
                    <a:pt x="318" y="163"/>
                    <a:pt x="318" y="163"/>
                  </a:cubicBezTo>
                  <a:cubicBezTo>
                    <a:pt x="339" y="142"/>
                    <a:pt x="339" y="142"/>
                    <a:pt x="339" y="142"/>
                  </a:cubicBezTo>
                  <a:cubicBezTo>
                    <a:pt x="346" y="135"/>
                    <a:pt x="353" y="135"/>
                    <a:pt x="360" y="135"/>
                  </a:cubicBezTo>
                  <a:cubicBezTo>
                    <a:pt x="374" y="135"/>
                    <a:pt x="389" y="149"/>
                    <a:pt x="389" y="1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4"/>
            <p:cNvSpPr/>
            <p:nvPr/>
          </p:nvSpPr>
          <p:spPr>
            <a:xfrm>
              <a:off x="4670425" y="3041650"/>
              <a:ext cx="209550" cy="188913"/>
            </a:xfrm>
            <a:custGeom>
              <a:rect b="b" l="l" r="r" t="t"/>
              <a:pathLst>
                <a:path extrusionOk="0" h="524" w="580">
                  <a:moveTo>
                    <a:pt x="551" y="431"/>
                  </a:moveTo>
                  <a:lnTo>
                    <a:pt x="551" y="431"/>
                  </a:lnTo>
                  <a:cubicBezTo>
                    <a:pt x="410" y="431"/>
                    <a:pt x="410" y="431"/>
                    <a:pt x="410" y="431"/>
                  </a:cubicBezTo>
                  <a:cubicBezTo>
                    <a:pt x="374" y="431"/>
                    <a:pt x="374" y="431"/>
                    <a:pt x="374" y="431"/>
                  </a:cubicBezTo>
                  <a:cubicBezTo>
                    <a:pt x="374" y="480"/>
                    <a:pt x="374" y="480"/>
                    <a:pt x="374" y="480"/>
                  </a:cubicBezTo>
                  <a:cubicBezTo>
                    <a:pt x="410" y="516"/>
                    <a:pt x="410" y="516"/>
                    <a:pt x="410" y="516"/>
                  </a:cubicBezTo>
                  <a:cubicBezTo>
                    <a:pt x="410" y="523"/>
                    <a:pt x="410" y="523"/>
                    <a:pt x="410" y="523"/>
                  </a:cubicBezTo>
                  <a:cubicBezTo>
                    <a:pt x="169" y="523"/>
                    <a:pt x="169" y="523"/>
                    <a:pt x="169" y="523"/>
                  </a:cubicBezTo>
                  <a:cubicBezTo>
                    <a:pt x="169" y="516"/>
                    <a:pt x="169" y="516"/>
                    <a:pt x="169" y="516"/>
                  </a:cubicBezTo>
                  <a:cubicBezTo>
                    <a:pt x="205" y="480"/>
                    <a:pt x="205" y="480"/>
                    <a:pt x="205" y="480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169" y="431"/>
                    <a:pt x="169" y="431"/>
                    <a:pt x="169" y="431"/>
                  </a:cubicBezTo>
                  <a:cubicBezTo>
                    <a:pt x="28" y="431"/>
                    <a:pt x="28" y="431"/>
                    <a:pt x="28" y="431"/>
                  </a:cubicBezTo>
                  <a:cubicBezTo>
                    <a:pt x="7" y="431"/>
                    <a:pt x="0" y="417"/>
                    <a:pt x="0" y="40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7" y="0"/>
                    <a:pt x="28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72" y="0"/>
                    <a:pt x="579" y="7"/>
                    <a:pt x="579" y="28"/>
                  </a:cubicBezTo>
                  <a:cubicBezTo>
                    <a:pt x="579" y="403"/>
                    <a:pt x="579" y="403"/>
                    <a:pt x="579" y="403"/>
                  </a:cubicBezTo>
                  <a:cubicBezTo>
                    <a:pt x="579" y="417"/>
                    <a:pt x="572" y="431"/>
                    <a:pt x="551" y="431"/>
                  </a:cubicBezTo>
                  <a:close/>
                  <a:moveTo>
                    <a:pt x="544" y="35"/>
                  </a:moveTo>
                  <a:lnTo>
                    <a:pt x="544" y="35"/>
                  </a:lnTo>
                  <a:cubicBezTo>
                    <a:pt x="35" y="35"/>
                    <a:pt x="35" y="35"/>
                    <a:pt x="35" y="35"/>
                  </a:cubicBezTo>
                  <a:cubicBezTo>
                    <a:pt x="35" y="353"/>
                    <a:pt x="35" y="353"/>
                    <a:pt x="35" y="353"/>
                  </a:cubicBezTo>
                  <a:cubicBezTo>
                    <a:pt x="544" y="353"/>
                    <a:pt x="544" y="353"/>
                    <a:pt x="544" y="353"/>
                  </a:cubicBezTo>
                  <a:lnTo>
                    <a:pt x="544" y="35"/>
                  </a:lnTo>
                  <a:close/>
                  <a:moveTo>
                    <a:pt x="233" y="113"/>
                  </a:moveTo>
                  <a:lnTo>
                    <a:pt x="233" y="113"/>
                  </a:lnTo>
                  <a:cubicBezTo>
                    <a:pt x="240" y="113"/>
                    <a:pt x="247" y="113"/>
                    <a:pt x="254" y="120"/>
                  </a:cubicBezTo>
                  <a:cubicBezTo>
                    <a:pt x="290" y="155"/>
                    <a:pt x="290" y="155"/>
                    <a:pt x="290" y="155"/>
                  </a:cubicBezTo>
                  <a:cubicBezTo>
                    <a:pt x="325" y="120"/>
                    <a:pt x="325" y="120"/>
                    <a:pt x="325" y="120"/>
                  </a:cubicBezTo>
                  <a:cubicBezTo>
                    <a:pt x="332" y="113"/>
                    <a:pt x="339" y="113"/>
                    <a:pt x="346" y="113"/>
                  </a:cubicBezTo>
                  <a:cubicBezTo>
                    <a:pt x="360" y="113"/>
                    <a:pt x="374" y="120"/>
                    <a:pt x="374" y="141"/>
                  </a:cubicBezTo>
                  <a:cubicBezTo>
                    <a:pt x="374" y="148"/>
                    <a:pt x="374" y="155"/>
                    <a:pt x="367" y="155"/>
                  </a:cubicBezTo>
                  <a:cubicBezTo>
                    <a:pt x="332" y="198"/>
                    <a:pt x="332" y="198"/>
                    <a:pt x="332" y="198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74" y="240"/>
                    <a:pt x="374" y="247"/>
                    <a:pt x="374" y="254"/>
                  </a:cubicBezTo>
                  <a:cubicBezTo>
                    <a:pt x="374" y="268"/>
                    <a:pt x="360" y="283"/>
                    <a:pt x="346" y="283"/>
                  </a:cubicBezTo>
                  <a:cubicBezTo>
                    <a:pt x="339" y="283"/>
                    <a:pt x="332" y="276"/>
                    <a:pt x="325" y="268"/>
                  </a:cubicBezTo>
                  <a:cubicBezTo>
                    <a:pt x="290" y="233"/>
                    <a:pt x="290" y="233"/>
                    <a:pt x="290" y="233"/>
                  </a:cubicBezTo>
                  <a:cubicBezTo>
                    <a:pt x="254" y="268"/>
                    <a:pt x="254" y="268"/>
                    <a:pt x="254" y="268"/>
                  </a:cubicBezTo>
                  <a:cubicBezTo>
                    <a:pt x="247" y="276"/>
                    <a:pt x="240" y="283"/>
                    <a:pt x="233" y="283"/>
                  </a:cubicBezTo>
                  <a:cubicBezTo>
                    <a:pt x="219" y="283"/>
                    <a:pt x="205" y="268"/>
                    <a:pt x="205" y="254"/>
                  </a:cubicBezTo>
                  <a:cubicBezTo>
                    <a:pt x="205" y="247"/>
                    <a:pt x="205" y="240"/>
                    <a:pt x="212" y="233"/>
                  </a:cubicBezTo>
                  <a:cubicBezTo>
                    <a:pt x="247" y="198"/>
                    <a:pt x="247" y="198"/>
                    <a:pt x="247" y="198"/>
                  </a:cubicBezTo>
                  <a:cubicBezTo>
                    <a:pt x="212" y="155"/>
                    <a:pt x="212" y="155"/>
                    <a:pt x="212" y="155"/>
                  </a:cubicBezTo>
                  <a:cubicBezTo>
                    <a:pt x="205" y="155"/>
                    <a:pt x="205" y="148"/>
                    <a:pt x="205" y="141"/>
                  </a:cubicBezTo>
                  <a:cubicBezTo>
                    <a:pt x="205" y="120"/>
                    <a:pt x="219" y="113"/>
                    <a:pt x="233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4"/>
            <p:cNvSpPr/>
            <p:nvPr/>
          </p:nvSpPr>
          <p:spPr>
            <a:xfrm>
              <a:off x="4287838" y="3041650"/>
              <a:ext cx="211137" cy="188913"/>
            </a:xfrm>
            <a:custGeom>
              <a:rect b="b" l="l" r="r" t="t"/>
              <a:pathLst>
                <a:path extrusionOk="0" h="524" w="587">
                  <a:moveTo>
                    <a:pt x="558" y="431"/>
                  </a:moveTo>
                  <a:lnTo>
                    <a:pt x="558" y="431"/>
                  </a:lnTo>
                  <a:cubicBezTo>
                    <a:pt x="417" y="431"/>
                    <a:pt x="417" y="431"/>
                    <a:pt x="417" y="431"/>
                  </a:cubicBezTo>
                  <a:cubicBezTo>
                    <a:pt x="381" y="431"/>
                    <a:pt x="381" y="431"/>
                    <a:pt x="381" y="431"/>
                  </a:cubicBezTo>
                  <a:cubicBezTo>
                    <a:pt x="381" y="480"/>
                    <a:pt x="381" y="480"/>
                    <a:pt x="381" y="480"/>
                  </a:cubicBezTo>
                  <a:cubicBezTo>
                    <a:pt x="417" y="516"/>
                    <a:pt x="417" y="516"/>
                    <a:pt x="417" y="516"/>
                  </a:cubicBezTo>
                  <a:cubicBezTo>
                    <a:pt x="417" y="523"/>
                    <a:pt x="417" y="523"/>
                    <a:pt x="417" y="523"/>
                  </a:cubicBezTo>
                  <a:cubicBezTo>
                    <a:pt x="169" y="523"/>
                    <a:pt x="169" y="523"/>
                    <a:pt x="169" y="523"/>
                  </a:cubicBezTo>
                  <a:cubicBezTo>
                    <a:pt x="169" y="516"/>
                    <a:pt x="169" y="516"/>
                    <a:pt x="169" y="516"/>
                  </a:cubicBezTo>
                  <a:cubicBezTo>
                    <a:pt x="212" y="480"/>
                    <a:pt x="212" y="480"/>
                    <a:pt x="212" y="480"/>
                  </a:cubicBezTo>
                  <a:cubicBezTo>
                    <a:pt x="212" y="431"/>
                    <a:pt x="212" y="431"/>
                    <a:pt x="212" y="431"/>
                  </a:cubicBezTo>
                  <a:cubicBezTo>
                    <a:pt x="169" y="431"/>
                    <a:pt x="169" y="431"/>
                    <a:pt x="169" y="431"/>
                  </a:cubicBezTo>
                  <a:cubicBezTo>
                    <a:pt x="28" y="431"/>
                    <a:pt x="28" y="431"/>
                    <a:pt x="28" y="431"/>
                  </a:cubicBezTo>
                  <a:cubicBezTo>
                    <a:pt x="14" y="431"/>
                    <a:pt x="0" y="417"/>
                    <a:pt x="0" y="40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58" y="0"/>
                    <a:pt x="558" y="0"/>
                    <a:pt x="558" y="0"/>
                  </a:cubicBezTo>
                  <a:cubicBezTo>
                    <a:pt x="572" y="0"/>
                    <a:pt x="586" y="7"/>
                    <a:pt x="586" y="28"/>
                  </a:cubicBezTo>
                  <a:cubicBezTo>
                    <a:pt x="586" y="403"/>
                    <a:pt x="586" y="403"/>
                    <a:pt x="586" y="403"/>
                  </a:cubicBezTo>
                  <a:cubicBezTo>
                    <a:pt x="586" y="417"/>
                    <a:pt x="572" y="431"/>
                    <a:pt x="558" y="431"/>
                  </a:cubicBezTo>
                  <a:close/>
                  <a:moveTo>
                    <a:pt x="551" y="35"/>
                  </a:moveTo>
                  <a:lnTo>
                    <a:pt x="551" y="35"/>
                  </a:lnTo>
                  <a:cubicBezTo>
                    <a:pt x="42" y="35"/>
                    <a:pt x="42" y="35"/>
                    <a:pt x="42" y="35"/>
                  </a:cubicBezTo>
                  <a:cubicBezTo>
                    <a:pt x="42" y="353"/>
                    <a:pt x="42" y="353"/>
                    <a:pt x="42" y="353"/>
                  </a:cubicBezTo>
                  <a:cubicBezTo>
                    <a:pt x="551" y="353"/>
                    <a:pt x="551" y="353"/>
                    <a:pt x="551" y="353"/>
                  </a:cubicBezTo>
                  <a:lnTo>
                    <a:pt x="551" y="35"/>
                  </a:lnTo>
                  <a:close/>
                  <a:moveTo>
                    <a:pt x="240" y="169"/>
                  </a:moveTo>
                  <a:lnTo>
                    <a:pt x="240" y="169"/>
                  </a:lnTo>
                  <a:cubicBezTo>
                    <a:pt x="247" y="169"/>
                    <a:pt x="254" y="169"/>
                    <a:pt x="254" y="176"/>
                  </a:cubicBezTo>
                  <a:cubicBezTo>
                    <a:pt x="275" y="191"/>
                    <a:pt x="275" y="191"/>
                    <a:pt x="275" y="191"/>
                  </a:cubicBezTo>
                  <a:cubicBezTo>
                    <a:pt x="332" y="141"/>
                    <a:pt x="332" y="141"/>
                    <a:pt x="332" y="141"/>
                  </a:cubicBezTo>
                  <a:cubicBezTo>
                    <a:pt x="339" y="134"/>
                    <a:pt x="346" y="127"/>
                    <a:pt x="353" y="127"/>
                  </a:cubicBezTo>
                  <a:cubicBezTo>
                    <a:pt x="367" y="127"/>
                    <a:pt x="381" y="141"/>
                    <a:pt x="381" y="155"/>
                  </a:cubicBezTo>
                  <a:cubicBezTo>
                    <a:pt x="381" y="162"/>
                    <a:pt x="374" y="169"/>
                    <a:pt x="367" y="176"/>
                  </a:cubicBezTo>
                  <a:cubicBezTo>
                    <a:pt x="297" y="254"/>
                    <a:pt x="297" y="254"/>
                    <a:pt x="297" y="254"/>
                  </a:cubicBezTo>
                  <a:cubicBezTo>
                    <a:pt x="290" y="261"/>
                    <a:pt x="282" y="261"/>
                    <a:pt x="275" y="261"/>
                  </a:cubicBezTo>
                  <a:cubicBezTo>
                    <a:pt x="268" y="261"/>
                    <a:pt x="261" y="261"/>
                    <a:pt x="254" y="254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2" y="212"/>
                    <a:pt x="212" y="205"/>
                    <a:pt x="212" y="198"/>
                  </a:cubicBezTo>
                  <a:cubicBezTo>
                    <a:pt x="212" y="176"/>
                    <a:pt x="219" y="169"/>
                    <a:pt x="240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4"/>
            <p:cNvSpPr/>
            <p:nvPr/>
          </p:nvSpPr>
          <p:spPr>
            <a:xfrm>
              <a:off x="3910013" y="3041650"/>
              <a:ext cx="211137" cy="188913"/>
            </a:xfrm>
            <a:custGeom>
              <a:rect b="b" l="l" r="r" t="t"/>
              <a:pathLst>
                <a:path extrusionOk="0" h="524" w="587">
                  <a:moveTo>
                    <a:pt x="558" y="431"/>
                  </a:moveTo>
                  <a:lnTo>
                    <a:pt x="558" y="431"/>
                  </a:lnTo>
                  <a:cubicBezTo>
                    <a:pt x="417" y="431"/>
                    <a:pt x="417" y="431"/>
                    <a:pt x="417" y="431"/>
                  </a:cubicBezTo>
                  <a:cubicBezTo>
                    <a:pt x="374" y="431"/>
                    <a:pt x="374" y="431"/>
                    <a:pt x="374" y="431"/>
                  </a:cubicBezTo>
                  <a:cubicBezTo>
                    <a:pt x="374" y="480"/>
                    <a:pt x="374" y="480"/>
                    <a:pt x="374" y="480"/>
                  </a:cubicBezTo>
                  <a:cubicBezTo>
                    <a:pt x="417" y="516"/>
                    <a:pt x="417" y="516"/>
                    <a:pt x="417" y="516"/>
                  </a:cubicBezTo>
                  <a:cubicBezTo>
                    <a:pt x="417" y="523"/>
                    <a:pt x="417" y="523"/>
                    <a:pt x="417" y="523"/>
                  </a:cubicBezTo>
                  <a:cubicBezTo>
                    <a:pt x="169" y="523"/>
                    <a:pt x="169" y="523"/>
                    <a:pt x="169" y="523"/>
                  </a:cubicBezTo>
                  <a:cubicBezTo>
                    <a:pt x="169" y="516"/>
                    <a:pt x="169" y="516"/>
                    <a:pt x="169" y="516"/>
                  </a:cubicBezTo>
                  <a:cubicBezTo>
                    <a:pt x="204" y="480"/>
                    <a:pt x="204" y="480"/>
                    <a:pt x="204" y="480"/>
                  </a:cubicBezTo>
                  <a:cubicBezTo>
                    <a:pt x="204" y="431"/>
                    <a:pt x="204" y="431"/>
                    <a:pt x="204" y="431"/>
                  </a:cubicBezTo>
                  <a:cubicBezTo>
                    <a:pt x="169" y="431"/>
                    <a:pt x="169" y="431"/>
                    <a:pt x="169" y="431"/>
                  </a:cubicBezTo>
                  <a:cubicBezTo>
                    <a:pt x="28" y="431"/>
                    <a:pt x="28" y="431"/>
                    <a:pt x="28" y="431"/>
                  </a:cubicBezTo>
                  <a:cubicBezTo>
                    <a:pt x="14" y="431"/>
                    <a:pt x="0" y="417"/>
                    <a:pt x="0" y="40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58" y="0"/>
                    <a:pt x="558" y="0"/>
                    <a:pt x="558" y="0"/>
                  </a:cubicBezTo>
                  <a:cubicBezTo>
                    <a:pt x="572" y="0"/>
                    <a:pt x="586" y="7"/>
                    <a:pt x="586" y="28"/>
                  </a:cubicBezTo>
                  <a:cubicBezTo>
                    <a:pt x="586" y="403"/>
                    <a:pt x="586" y="403"/>
                    <a:pt x="586" y="403"/>
                  </a:cubicBezTo>
                  <a:cubicBezTo>
                    <a:pt x="586" y="417"/>
                    <a:pt x="572" y="431"/>
                    <a:pt x="558" y="431"/>
                  </a:cubicBezTo>
                  <a:close/>
                  <a:moveTo>
                    <a:pt x="544" y="35"/>
                  </a:moveTo>
                  <a:lnTo>
                    <a:pt x="544" y="35"/>
                  </a:lnTo>
                  <a:cubicBezTo>
                    <a:pt x="35" y="35"/>
                    <a:pt x="35" y="35"/>
                    <a:pt x="35" y="35"/>
                  </a:cubicBezTo>
                  <a:cubicBezTo>
                    <a:pt x="35" y="353"/>
                    <a:pt x="35" y="353"/>
                    <a:pt x="35" y="353"/>
                  </a:cubicBezTo>
                  <a:cubicBezTo>
                    <a:pt x="544" y="353"/>
                    <a:pt x="544" y="353"/>
                    <a:pt x="544" y="353"/>
                  </a:cubicBezTo>
                  <a:lnTo>
                    <a:pt x="544" y="35"/>
                  </a:lnTo>
                  <a:close/>
                  <a:moveTo>
                    <a:pt x="233" y="169"/>
                  </a:moveTo>
                  <a:lnTo>
                    <a:pt x="233" y="169"/>
                  </a:lnTo>
                  <a:cubicBezTo>
                    <a:pt x="346" y="169"/>
                    <a:pt x="346" y="169"/>
                    <a:pt x="346" y="169"/>
                  </a:cubicBezTo>
                  <a:cubicBezTo>
                    <a:pt x="367" y="169"/>
                    <a:pt x="374" y="176"/>
                    <a:pt x="374" y="198"/>
                  </a:cubicBezTo>
                  <a:cubicBezTo>
                    <a:pt x="374" y="212"/>
                    <a:pt x="367" y="226"/>
                    <a:pt x="346" y="226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19" y="226"/>
                    <a:pt x="204" y="212"/>
                    <a:pt x="204" y="198"/>
                  </a:cubicBezTo>
                  <a:cubicBezTo>
                    <a:pt x="204" y="176"/>
                    <a:pt x="219" y="169"/>
                    <a:pt x="233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4"/>
            <p:cNvSpPr/>
            <p:nvPr/>
          </p:nvSpPr>
          <p:spPr>
            <a:xfrm>
              <a:off x="3530600" y="3041650"/>
              <a:ext cx="209550" cy="188913"/>
            </a:xfrm>
            <a:custGeom>
              <a:rect b="b" l="l" r="r" t="t"/>
              <a:pathLst>
                <a:path extrusionOk="0" h="524" w="580">
                  <a:moveTo>
                    <a:pt x="551" y="431"/>
                  </a:moveTo>
                  <a:lnTo>
                    <a:pt x="551" y="431"/>
                  </a:lnTo>
                  <a:cubicBezTo>
                    <a:pt x="409" y="431"/>
                    <a:pt x="409" y="431"/>
                    <a:pt x="409" y="431"/>
                  </a:cubicBezTo>
                  <a:cubicBezTo>
                    <a:pt x="374" y="431"/>
                    <a:pt x="374" y="431"/>
                    <a:pt x="374" y="431"/>
                  </a:cubicBezTo>
                  <a:cubicBezTo>
                    <a:pt x="374" y="480"/>
                    <a:pt x="374" y="480"/>
                    <a:pt x="374" y="480"/>
                  </a:cubicBezTo>
                  <a:cubicBezTo>
                    <a:pt x="409" y="516"/>
                    <a:pt x="409" y="516"/>
                    <a:pt x="409" y="516"/>
                  </a:cubicBezTo>
                  <a:cubicBezTo>
                    <a:pt x="409" y="523"/>
                    <a:pt x="409" y="523"/>
                    <a:pt x="409" y="523"/>
                  </a:cubicBezTo>
                  <a:cubicBezTo>
                    <a:pt x="169" y="523"/>
                    <a:pt x="169" y="523"/>
                    <a:pt x="169" y="523"/>
                  </a:cubicBezTo>
                  <a:cubicBezTo>
                    <a:pt x="169" y="516"/>
                    <a:pt x="169" y="516"/>
                    <a:pt x="169" y="516"/>
                  </a:cubicBezTo>
                  <a:cubicBezTo>
                    <a:pt x="204" y="480"/>
                    <a:pt x="204" y="480"/>
                    <a:pt x="204" y="480"/>
                  </a:cubicBezTo>
                  <a:cubicBezTo>
                    <a:pt x="204" y="431"/>
                    <a:pt x="204" y="431"/>
                    <a:pt x="204" y="431"/>
                  </a:cubicBezTo>
                  <a:cubicBezTo>
                    <a:pt x="169" y="431"/>
                    <a:pt x="169" y="431"/>
                    <a:pt x="169" y="431"/>
                  </a:cubicBezTo>
                  <a:cubicBezTo>
                    <a:pt x="28" y="431"/>
                    <a:pt x="28" y="431"/>
                    <a:pt x="28" y="431"/>
                  </a:cubicBezTo>
                  <a:cubicBezTo>
                    <a:pt x="7" y="431"/>
                    <a:pt x="0" y="417"/>
                    <a:pt x="0" y="40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7" y="0"/>
                    <a:pt x="28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72" y="0"/>
                    <a:pt x="579" y="7"/>
                    <a:pt x="579" y="28"/>
                  </a:cubicBezTo>
                  <a:cubicBezTo>
                    <a:pt x="579" y="403"/>
                    <a:pt x="579" y="403"/>
                    <a:pt x="579" y="403"/>
                  </a:cubicBezTo>
                  <a:cubicBezTo>
                    <a:pt x="579" y="417"/>
                    <a:pt x="572" y="431"/>
                    <a:pt x="551" y="431"/>
                  </a:cubicBezTo>
                  <a:close/>
                  <a:moveTo>
                    <a:pt x="544" y="35"/>
                  </a:moveTo>
                  <a:lnTo>
                    <a:pt x="544" y="35"/>
                  </a:lnTo>
                  <a:cubicBezTo>
                    <a:pt x="35" y="35"/>
                    <a:pt x="35" y="35"/>
                    <a:pt x="35" y="35"/>
                  </a:cubicBezTo>
                  <a:cubicBezTo>
                    <a:pt x="35" y="353"/>
                    <a:pt x="35" y="353"/>
                    <a:pt x="35" y="353"/>
                  </a:cubicBezTo>
                  <a:cubicBezTo>
                    <a:pt x="544" y="353"/>
                    <a:pt x="544" y="353"/>
                    <a:pt x="544" y="353"/>
                  </a:cubicBezTo>
                  <a:lnTo>
                    <a:pt x="544" y="35"/>
                  </a:lnTo>
                  <a:close/>
                  <a:moveTo>
                    <a:pt x="233" y="169"/>
                  </a:moveTo>
                  <a:lnTo>
                    <a:pt x="233" y="169"/>
                  </a:lnTo>
                  <a:cubicBezTo>
                    <a:pt x="261" y="169"/>
                    <a:pt x="261" y="169"/>
                    <a:pt x="261" y="169"/>
                  </a:cubicBezTo>
                  <a:cubicBezTo>
                    <a:pt x="261" y="141"/>
                    <a:pt x="261" y="141"/>
                    <a:pt x="261" y="141"/>
                  </a:cubicBezTo>
                  <a:cubicBezTo>
                    <a:pt x="261" y="120"/>
                    <a:pt x="275" y="113"/>
                    <a:pt x="289" y="113"/>
                  </a:cubicBezTo>
                  <a:cubicBezTo>
                    <a:pt x="303" y="113"/>
                    <a:pt x="318" y="120"/>
                    <a:pt x="318" y="141"/>
                  </a:cubicBezTo>
                  <a:cubicBezTo>
                    <a:pt x="318" y="169"/>
                    <a:pt x="318" y="169"/>
                    <a:pt x="318" y="169"/>
                  </a:cubicBezTo>
                  <a:cubicBezTo>
                    <a:pt x="346" y="169"/>
                    <a:pt x="346" y="169"/>
                    <a:pt x="346" y="169"/>
                  </a:cubicBezTo>
                  <a:cubicBezTo>
                    <a:pt x="360" y="169"/>
                    <a:pt x="374" y="176"/>
                    <a:pt x="374" y="198"/>
                  </a:cubicBezTo>
                  <a:cubicBezTo>
                    <a:pt x="374" y="212"/>
                    <a:pt x="360" y="226"/>
                    <a:pt x="346" y="226"/>
                  </a:cubicBezTo>
                  <a:cubicBezTo>
                    <a:pt x="318" y="226"/>
                    <a:pt x="318" y="226"/>
                    <a:pt x="318" y="226"/>
                  </a:cubicBezTo>
                  <a:cubicBezTo>
                    <a:pt x="318" y="254"/>
                    <a:pt x="318" y="254"/>
                    <a:pt x="318" y="254"/>
                  </a:cubicBezTo>
                  <a:cubicBezTo>
                    <a:pt x="318" y="268"/>
                    <a:pt x="303" y="283"/>
                    <a:pt x="289" y="283"/>
                  </a:cubicBezTo>
                  <a:cubicBezTo>
                    <a:pt x="275" y="283"/>
                    <a:pt x="261" y="268"/>
                    <a:pt x="261" y="254"/>
                  </a:cubicBezTo>
                  <a:cubicBezTo>
                    <a:pt x="261" y="226"/>
                    <a:pt x="261" y="226"/>
                    <a:pt x="261" y="226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19" y="226"/>
                    <a:pt x="204" y="212"/>
                    <a:pt x="204" y="198"/>
                  </a:cubicBezTo>
                  <a:cubicBezTo>
                    <a:pt x="204" y="176"/>
                    <a:pt x="219" y="169"/>
                    <a:pt x="233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4"/>
            <p:cNvSpPr/>
            <p:nvPr/>
          </p:nvSpPr>
          <p:spPr>
            <a:xfrm>
              <a:off x="3148013" y="3041650"/>
              <a:ext cx="211137" cy="188913"/>
            </a:xfrm>
            <a:custGeom>
              <a:rect b="b" l="l" r="r" t="t"/>
              <a:pathLst>
                <a:path extrusionOk="0" h="524" w="588">
                  <a:moveTo>
                    <a:pt x="559" y="431"/>
                  </a:moveTo>
                  <a:lnTo>
                    <a:pt x="559" y="431"/>
                  </a:lnTo>
                  <a:cubicBezTo>
                    <a:pt x="417" y="431"/>
                    <a:pt x="417" y="431"/>
                    <a:pt x="417" y="431"/>
                  </a:cubicBezTo>
                  <a:cubicBezTo>
                    <a:pt x="382" y="431"/>
                    <a:pt x="382" y="431"/>
                    <a:pt x="382" y="431"/>
                  </a:cubicBezTo>
                  <a:cubicBezTo>
                    <a:pt x="382" y="480"/>
                    <a:pt x="382" y="480"/>
                    <a:pt x="382" y="480"/>
                  </a:cubicBezTo>
                  <a:cubicBezTo>
                    <a:pt x="417" y="516"/>
                    <a:pt x="417" y="516"/>
                    <a:pt x="417" y="516"/>
                  </a:cubicBezTo>
                  <a:cubicBezTo>
                    <a:pt x="417" y="523"/>
                    <a:pt x="417" y="523"/>
                    <a:pt x="417" y="523"/>
                  </a:cubicBezTo>
                  <a:cubicBezTo>
                    <a:pt x="170" y="523"/>
                    <a:pt x="170" y="523"/>
                    <a:pt x="170" y="523"/>
                  </a:cubicBezTo>
                  <a:cubicBezTo>
                    <a:pt x="170" y="516"/>
                    <a:pt x="170" y="516"/>
                    <a:pt x="170" y="516"/>
                  </a:cubicBezTo>
                  <a:cubicBezTo>
                    <a:pt x="212" y="480"/>
                    <a:pt x="212" y="480"/>
                    <a:pt x="212" y="480"/>
                  </a:cubicBezTo>
                  <a:cubicBezTo>
                    <a:pt x="212" y="431"/>
                    <a:pt x="212" y="431"/>
                    <a:pt x="212" y="431"/>
                  </a:cubicBezTo>
                  <a:cubicBezTo>
                    <a:pt x="170" y="431"/>
                    <a:pt x="170" y="431"/>
                    <a:pt x="170" y="431"/>
                  </a:cubicBezTo>
                  <a:cubicBezTo>
                    <a:pt x="29" y="431"/>
                    <a:pt x="29" y="431"/>
                    <a:pt x="29" y="431"/>
                  </a:cubicBezTo>
                  <a:cubicBezTo>
                    <a:pt x="15" y="431"/>
                    <a:pt x="0" y="417"/>
                    <a:pt x="0" y="40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5" y="0"/>
                    <a:pt x="29" y="0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73" y="0"/>
                    <a:pt x="587" y="7"/>
                    <a:pt x="587" y="28"/>
                  </a:cubicBezTo>
                  <a:cubicBezTo>
                    <a:pt x="587" y="403"/>
                    <a:pt x="587" y="403"/>
                    <a:pt x="587" y="403"/>
                  </a:cubicBezTo>
                  <a:cubicBezTo>
                    <a:pt x="587" y="417"/>
                    <a:pt x="573" y="431"/>
                    <a:pt x="559" y="431"/>
                  </a:cubicBezTo>
                  <a:close/>
                  <a:moveTo>
                    <a:pt x="552" y="35"/>
                  </a:moveTo>
                  <a:lnTo>
                    <a:pt x="552" y="35"/>
                  </a:lnTo>
                  <a:cubicBezTo>
                    <a:pt x="43" y="35"/>
                    <a:pt x="43" y="35"/>
                    <a:pt x="43" y="35"/>
                  </a:cubicBezTo>
                  <a:cubicBezTo>
                    <a:pt x="43" y="353"/>
                    <a:pt x="43" y="353"/>
                    <a:pt x="43" y="353"/>
                  </a:cubicBezTo>
                  <a:cubicBezTo>
                    <a:pt x="552" y="353"/>
                    <a:pt x="552" y="353"/>
                    <a:pt x="552" y="353"/>
                  </a:cubicBezTo>
                  <a:lnTo>
                    <a:pt x="552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4"/>
            <p:cNvSpPr/>
            <p:nvPr/>
          </p:nvSpPr>
          <p:spPr>
            <a:xfrm>
              <a:off x="2767013" y="3062288"/>
              <a:ext cx="217487" cy="134937"/>
            </a:xfrm>
            <a:custGeom>
              <a:rect b="b" l="l" r="r" t="t"/>
              <a:pathLst>
                <a:path extrusionOk="0" h="376" w="602">
                  <a:moveTo>
                    <a:pt x="573" y="375"/>
                  </a:moveTo>
                  <a:lnTo>
                    <a:pt x="573" y="375"/>
                  </a:lnTo>
                  <a:cubicBezTo>
                    <a:pt x="544" y="375"/>
                    <a:pt x="544" y="375"/>
                    <a:pt x="544" y="375"/>
                  </a:cubicBezTo>
                  <a:cubicBezTo>
                    <a:pt x="57" y="375"/>
                    <a:pt x="57" y="375"/>
                    <a:pt x="57" y="375"/>
                  </a:cubicBezTo>
                  <a:cubicBezTo>
                    <a:pt x="29" y="375"/>
                    <a:pt x="29" y="375"/>
                    <a:pt x="29" y="375"/>
                  </a:cubicBezTo>
                  <a:cubicBezTo>
                    <a:pt x="7" y="375"/>
                    <a:pt x="0" y="361"/>
                    <a:pt x="0" y="347"/>
                  </a:cubicBezTo>
                  <a:cubicBezTo>
                    <a:pt x="0" y="297"/>
                    <a:pt x="0" y="297"/>
                    <a:pt x="0" y="297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57" y="7"/>
                    <a:pt x="64" y="0"/>
                    <a:pt x="85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30" y="0"/>
                    <a:pt x="544" y="7"/>
                    <a:pt x="544" y="29"/>
                  </a:cubicBezTo>
                  <a:cubicBezTo>
                    <a:pt x="544" y="297"/>
                    <a:pt x="544" y="297"/>
                    <a:pt x="544" y="297"/>
                  </a:cubicBezTo>
                  <a:cubicBezTo>
                    <a:pt x="601" y="297"/>
                    <a:pt x="601" y="297"/>
                    <a:pt x="601" y="297"/>
                  </a:cubicBezTo>
                  <a:cubicBezTo>
                    <a:pt x="601" y="347"/>
                    <a:pt x="601" y="347"/>
                    <a:pt x="601" y="347"/>
                  </a:cubicBezTo>
                  <a:cubicBezTo>
                    <a:pt x="601" y="361"/>
                    <a:pt x="587" y="375"/>
                    <a:pt x="573" y="375"/>
                  </a:cubicBezTo>
                  <a:close/>
                  <a:moveTo>
                    <a:pt x="233" y="347"/>
                  </a:moveTo>
                  <a:lnTo>
                    <a:pt x="233" y="347"/>
                  </a:lnTo>
                  <a:cubicBezTo>
                    <a:pt x="368" y="347"/>
                    <a:pt x="368" y="347"/>
                    <a:pt x="368" y="347"/>
                  </a:cubicBezTo>
                  <a:cubicBezTo>
                    <a:pt x="368" y="325"/>
                    <a:pt x="368" y="325"/>
                    <a:pt x="368" y="325"/>
                  </a:cubicBezTo>
                  <a:cubicBezTo>
                    <a:pt x="233" y="325"/>
                    <a:pt x="233" y="325"/>
                    <a:pt x="233" y="325"/>
                  </a:cubicBezTo>
                  <a:lnTo>
                    <a:pt x="233" y="347"/>
                  </a:lnTo>
                  <a:close/>
                  <a:moveTo>
                    <a:pt x="509" y="36"/>
                  </a:moveTo>
                  <a:lnTo>
                    <a:pt x="509" y="36"/>
                  </a:lnTo>
                  <a:cubicBezTo>
                    <a:pt x="92" y="36"/>
                    <a:pt x="92" y="36"/>
                    <a:pt x="92" y="36"/>
                  </a:cubicBezTo>
                  <a:cubicBezTo>
                    <a:pt x="92" y="283"/>
                    <a:pt x="92" y="283"/>
                    <a:pt x="92" y="283"/>
                  </a:cubicBezTo>
                  <a:cubicBezTo>
                    <a:pt x="509" y="283"/>
                    <a:pt x="509" y="283"/>
                    <a:pt x="509" y="283"/>
                  </a:cubicBezTo>
                  <a:lnTo>
                    <a:pt x="509" y="3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4"/>
            <p:cNvSpPr/>
            <p:nvPr/>
          </p:nvSpPr>
          <p:spPr>
            <a:xfrm>
              <a:off x="2411413" y="3032125"/>
              <a:ext cx="168275" cy="196850"/>
            </a:xfrm>
            <a:custGeom>
              <a:rect b="b" l="l" r="r" t="t"/>
              <a:pathLst>
                <a:path extrusionOk="0" h="545" w="467">
                  <a:moveTo>
                    <a:pt x="438" y="544"/>
                  </a:moveTo>
                  <a:lnTo>
                    <a:pt x="438" y="544"/>
                  </a:lnTo>
                  <a:cubicBezTo>
                    <a:pt x="28" y="544"/>
                    <a:pt x="28" y="544"/>
                    <a:pt x="28" y="544"/>
                  </a:cubicBezTo>
                  <a:cubicBezTo>
                    <a:pt x="7" y="544"/>
                    <a:pt x="0" y="530"/>
                    <a:pt x="0" y="51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7" y="0"/>
                    <a:pt x="28" y="0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459" y="0"/>
                    <a:pt x="466" y="7"/>
                    <a:pt x="466" y="28"/>
                  </a:cubicBezTo>
                  <a:cubicBezTo>
                    <a:pt x="466" y="515"/>
                    <a:pt x="466" y="515"/>
                    <a:pt x="466" y="515"/>
                  </a:cubicBezTo>
                  <a:cubicBezTo>
                    <a:pt x="466" y="530"/>
                    <a:pt x="459" y="544"/>
                    <a:pt x="438" y="544"/>
                  </a:cubicBezTo>
                  <a:close/>
                  <a:moveTo>
                    <a:pt x="233" y="522"/>
                  </a:moveTo>
                  <a:lnTo>
                    <a:pt x="233" y="522"/>
                  </a:lnTo>
                  <a:cubicBezTo>
                    <a:pt x="240" y="522"/>
                    <a:pt x="254" y="515"/>
                    <a:pt x="254" y="508"/>
                  </a:cubicBezTo>
                  <a:cubicBezTo>
                    <a:pt x="254" y="494"/>
                    <a:pt x="240" y="487"/>
                    <a:pt x="233" y="487"/>
                  </a:cubicBezTo>
                  <a:cubicBezTo>
                    <a:pt x="226" y="487"/>
                    <a:pt x="212" y="494"/>
                    <a:pt x="212" y="508"/>
                  </a:cubicBezTo>
                  <a:cubicBezTo>
                    <a:pt x="212" y="515"/>
                    <a:pt x="226" y="522"/>
                    <a:pt x="233" y="522"/>
                  </a:cubicBezTo>
                  <a:close/>
                  <a:moveTo>
                    <a:pt x="410" y="56"/>
                  </a:moveTo>
                  <a:lnTo>
                    <a:pt x="410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466"/>
                    <a:pt x="56" y="466"/>
                    <a:pt x="56" y="466"/>
                  </a:cubicBezTo>
                  <a:cubicBezTo>
                    <a:pt x="410" y="466"/>
                    <a:pt x="410" y="466"/>
                    <a:pt x="410" y="466"/>
                  </a:cubicBezTo>
                  <a:lnTo>
                    <a:pt x="410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4"/>
            <p:cNvSpPr/>
            <p:nvPr/>
          </p:nvSpPr>
          <p:spPr>
            <a:xfrm>
              <a:off x="2057400" y="3032125"/>
              <a:ext cx="114300" cy="196850"/>
            </a:xfrm>
            <a:custGeom>
              <a:rect b="b" l="l" r="r" t="t"/>
              <a:pathLst>
                <a:path extrusionOk="0" h="545" w="319">
                  <a:moveTo>
                    <a:pt x="290" y="544"/>
                  </a:moveTo>
                  <a:lnTo>
                    <a:pt x="290" y="544"/>
                  </a:lnTo>
                  <a:cubicBezTo>
                    <a:pt x="29" y="544"/>
                    <a:pt x="29" y="544"/>
                    <a:pt x="29" y="544"/>
                  </a:cubicBezTo>
                  <a:cubicBezTo>
                    <a:pt x="15" y="544"/>
                    <a:pt x="0" y="530"/>
                    <a:pt x="0" y="51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5" y="0"/>
                    <a:pt x="29" y="0"/>
                  </a:cubicBezTo>
                  <a:cubicBezTo>
                    <a:pt x="290" y="0"/>
                    <a:pt x="290" y="0"/>
                    <a:pt x="290" y="0"/>
                  </a:cubicBezTo>
                  <a:cubicBezTo>
                    <a:pt x="311" y="0"/>
                    <a:pt x="318" y="7"/>
                    <a:pt x="318" y="28"/>
                  </a:cubicBezTo>
                  <a:cubicBezTo>
                    <a:pt x="318" y="515"/>
                    <a:pt x="318" y="515"/>
                    <a:pt x="318" y="515"/>
                  </a:cubicBezTo>
                  <a:cubicBezTo>
                    <a:pt x="318" y="530"/>
                    <a:pt x="311" y="544"/>
                    <a:pt x="290" y="544"/>
                  </a:cubicBezTo>
                  <a:close/>
                  <a:moveTo>
                    <a:pt x="163" y="515"/>
                  </a:moveTo>
                  <a:lnTo>
                    <a:pt x="163" y="515"/>
                  </a:lnTo>
                  <a:cubicBezTo>
                    <a:pt x="170" y="515"/>
                    <a:pt x="177" y="508"/>
                    <a:pt x="177" y="494"/>
                  </a:cubicBezTo>
                  <a:cubicBezTo>
                    <a:pt x="177" y="487"/>
                    <a:pt x="170" y="480"/>
                    <a:pt x="163" y="480"/>
                  </a:cubicBezTo>
                  <a:cubicBezTo>
                    <a:pt x="149" y="480"/>
                    <a:pt x="142" y="487"/>
                    <a:pt x="142" y="494"/>
                  </a:cubicBezTo>
                  <a:cubicBezTo>
                    <a:pt x="142" y="508"/>
                    <a:pt x="149" y="515"/>
                    <a:pt x="163" y="515"/>
                  </a:cubicBezTo>
                  <a:close/>
                  <a:moveTo>
                    <a:pt x="290" y="56"/>
                  </a:moveTo>
                  <a:lnTo>
                    <a:pt x="290" y="56"/>
                  </a:lnTo>
                  <a:cubicBezTo>
                    <a:pt x="283" y="56"/>
                    <a:pt x="283" y="56"/>
                    <a:pt x="283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452"/>
                    <a:pt x="29" y="452"/>
                    <a:pt x="29" y="452"/>
                  </a:cubicBezTo>
                  <a:cubicBezTo>
                    <a:pt x="36" y="452"/>
                    <a:pt x="36" y="452"/>
                    <a:pt x="36" y="452"/>
                  </a:cubicBezTo>
                  <a:cubicBezTo>
                    <a:pt x="283" y="452"/>
                    <a:pt x="283" y="452"/>
                    <a:pt x="283" y="452"/>
                  </a:cubicBezTo>
                  <a:cubicBezTo>
                    <a:pt x="290" y="452"/>
                    <a:pt x="290" y="452"/>
                    <a:pt x="290" y="452"/>
                  </a:cubicBezTo>
                  <a:lnTo>
                    <a:pt x="290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4"/>
            <p:cNvSpPr/>
            <p:nvPr/>
          </p:nvSpPr>
          <p:spPr>
            <a:xfrm>
              <a:off x="6216650" y="2660650"/>
              <a:ext cx="163513" cy="177800"/>
            </a:xfrm>
            <a:custGeom>
              <a:rect b="b" l="l" r="r" t="t"/>
              <a:pathLst>
                <a:path extrusionOk="0" h="496" w="453">
                  <a:moveTo>
                    <a:pt x="452" y="248"/>
                  </a:moveTo>
                  <a:lnTo>
                    <a:pt x="452" y="248"/>
                  </a:lnTo>
                  <a:cubicBezTo>
                    <a:pt x="452" y="255"/>
                    <a:pt x="445" y="262"/>
                    <a:pt x="438" y="269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39" y="361"/>
                    <a:pt x="332" y="361"/>
                    <a:pt x="325" y="361"/>
                  </a:cubicBezTo>
                  <a:cubicBezTo>
                    <a:pt x="311" y="361"/>
                    <a:pt x="297" y="347"/>
                    <a:pt x="297" y="333"/>
                  </a:cubicBezTo>
                  <a:cubicBezTo>
                    <a:pt x="297" y="326"/>
                    <a:pt x="304" y="319"/>
                    <a:pt x="311" y="311"/>
                  </a:cubicBezTo>
                  <a:cubicBezTo>
                    <a:pt x="346" y="276"/>
                    <a:pt x="346" y="276"/>
                    <a:pt x="346" y="276"/>
                  </a:cubicBezTo>
                  <a:cubicBezTo>
                    <a:pt x="177" y="276"/>
                    <a:pt x="177" y="276"/>
                    <a:pt x="177" y="276"/>
                  </a:cubicBezTo>
                  <a:cubicBezTo>
                    <a:pt x="163" y="276"/>
                    <a:pt x="148" y="262"/>
                    <a:pt x="148" y="248"/>
                  </a:cubicBezTo>
                  <a:cubicBezTo>
                    <a:pt x="148" y="234"/>
                    <a:pt x="163" y="220"/>
                    <a:pt x="177" y="220"/>
                  </a:cubicBezTo>
                  <a:cubicBezTo>
                    <a:pt x="346" y="220"/>
                    <a:pt x="346" y="220"/>
                    <a:pt x="346" y="220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04" y="177"/>
                    <a:pt x="297" y="170"/>
                    <a:pt x="297" y="163"/>
                  </a:cubicBezTo>
                  <a:cubicBezTo>
                    <a:pt x="297" y="149"/>
                    <a:pt x="311" y="135"/>
                    <a:pt x="325" y="135"/>
                  </a:cubicBezTo>
                  <a:cubicBezTo>
                    <a:pt x="332" y="135"/>
                    <a:pt x="339" y="135"/>
                    <a:pt x="346" y="142"/>
                  </a:cubicBezTo>
                  <a:cubicBezTo>
                    <a:pt x="438" y="227"/>
                    <a:pt x="438" y="227"/>
                    <a:pt x="438" y="227"/>
                  </a:cubicBezTo>
                  <a:cubicBezTo>
                    <a:pt x="445" y="234"/>
                    <a:pt x="452" y="241"/>
                    <a:pt x="452" y="248"/>
                  </a:cubicBezTo>
                  <a:close/>
                  <a:moveTo>
                    <a:pt x="170" y="57"/>
                  </a:moveTo>
                  <a:lnTo>
                    <a:pt x="170" y="57"/>
                  </a:lnTo>
                  <a:cubicBezTo>
                    <a:pt x="56" y="57"/>
                    <a:pt x="56" y="57"/>
                    <a:pt x="56" y="57"/>
                  </a:cubicBezTo>
                  <a:cubicBezTo>
                    <a:pt x="56" y="439"/>
                    <a:pt x="56" y="439"/>
                    <a:pt x="56" y="439"/>
                  </a:cubicBezTo>
                  <a:cubicBezTo>
                    <a:pt x="170" y="439"/>
                    <a:pt x="170" y="439"/>
                    <a:pt x="170" y="439"/>
                  </a:cubicBezTo>
                  <a:cubicBezTo>
                    <a:pt x="184" y="439"/>
                    <a:pt x="198" y="446"/>
                    <a:pt x="198" y="467"/>
                  </a:cubicBezTo>
                  <a:cubicBezTo>
                    <a:pt x="198" y="481"/>
                    <a:pt x="184" y="495"/>
                    <a:pt x="170" y="495"/>
                  </a:cubicBezTo>
                  <a:cubicBezTo>
                    <a:pt x="28" y="495"/>
                    <a:pt x="28" y="495"/>
                    <a:pt x="28" y="495"/>
                  </a:cubicBezTo>
                  <a:cubicBezTo>
                    <a:pt x="7" y="495"/>
                    <a:pt x="0" y="481"/>
                    <a:pt x="0" y="46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7" y="0"/>
                    <a:pt x="28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4" y="0"/>
                    <a:pt x="198" y="15"/>
                    <a:pt x="198" y="29"/>
                  </a:cubicBezTo>
                  <a:cubicBezTo>
                    <a:pt x="198" y="50"/>
                    <a:pt x="184" y="57"/>
                    <a:pt x="170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4"/>
            <p:cNvSpPr/>
            <p:nvPr/>
          </p:nvSpPr>
          <p:spPr>
            <a:xfrm>
              <a:off x="5830888" y="2660650"/>
              <a:ext cx="163512" cy="177800"/>
            </a:xfrm>
            <a:custGeom>
              <a:rect b="b" l="l" r="r" t="t"/>
              <a:pathLst>
                <a:path extrusionOk="0" h="496" w="453">
                  <a:moveTo>
                    <a:pt x="452" y="248"/>
                  </a:moveTo>
                  <a:lnTo>
                    <a:pt x="452" y="248"/>
                  </a:lnTo>
                  <a:cubicBezTo>
                    <a:pt x="452" y="467"/>
                    <a:pt x="452" y="467"/>
                    <a:pt x="452" y="467"/>
                  </a:cubicBezTo>
                  <a:cubicBezTo>
                    <a:pt x="452" y="481"/>
                    <a:pt x="438" y="495"/>
                    <a:pt x="424" y="495"/>
                  </a:cubicBezTo>
                  <a:cubicBezTo>
                    <a:pt x="282" y="495"/>
                    <a:pt x="282" y="495"/>
                    <a:pt x="282" y="495"/>
                  </a:cubicBezTo>
                  <a:cubicBezTo>
                    <a:pt x="261" y="495"/>
                    <a:pt x="254" y="481"/>
                    <a:pt x="254" y="467"/>
                  </a:cubicBezTo>
                  <a:cubicBezTo>
                    <a:pt x="254" y="446"/>
                    <a:pt x="261" y="439"/>
                    <a:pt x="282" y="439"/>
                  </a:cubicBezTo>
                  <a:cubicBezTo>
                    <a:pt x="395" y="439"/>
                    <a:pt x="395" y="439"/>
                    <a:pt x="395" y="439"/>
                  </a:cubicBezTo>
                  <a:cubicBezTo>
                    <a:pt x="395" y="57"/>
                    <a:pt x="395" y="57"/>
                    <a:pt x="395" y="57"/>
                  </a:cubicBezTo>
                  <a:cubicBezTo>
                    <a:pt x="282" y="57"/>
                    <a:pt x="282" y="57"/>
                    <a:pt x="282" y="57"/>
                  </a:cubicBezTo>
                  <a:cubicBezTo>
                    <a:pt x="261" y="57"/>
                    <a:pt x="254" y="43"/>
                    <a:pt x="254" y="29"/>
                  </a:cubicBezTo>
                  <a:cubicBezTo>
                    <a:pt x="254" y="15"/>
                    <a:pt x="261" y="0"/>
                    <a:pt x="282" y="0"/>
                  </a:cubicBezTo>
                  <a:cubicBezTo>
                    <a:pt x="424" y="0"/>
                    <a:pt x="424" y="0"/>
                    <a:pt x="424" y="0"/>
                  </a:cubicBezTo>
                  <a:cubicBezTo>
                    <a:pt x="438" y="0"/>
                    <a:pt x="452" y="15"/>
                    <a:pt x="452" y="29"/>
                  </a:cubicBezTo>
                  <a:cubicBezTo>
                    <a:pt x="452" y="248"/>
                    <a:pt x="452" y="248"/>
                    <a:pt x="452" y="248"/>
                  </a:cubicBezTo>
                  <a:close/>
                  <a:moveTo>
                    <a:pt x="289" y="227"/>
                  </a:moveTo>
                  <a:lnTo>
                    <a:pt x="289" y="227"/>
                  </a:lnTo>
                  <a:cubicBezTo>
                    <a:pt x="296" y="234"/>
                    <a:pt x="296" y="241"/>
                    <a:pt x="296" y="248"/>
                  </a:cubicBezTo>
                  <a:cubicBezTo>
                    <a:pt x="296" y="255"/>
                    <a:pt x="296" y="262"/>
                    <a:pt x="289" y="269"/>
                  </a:cubicBezTo>
                  <a:cubicBezTo>
                    <a:pt x="198" y="354"/>
                    <a:pt x="198" y="354"/>
                    <a:pt x="198" y="354"/>
                  </a:cubicBezTo>
                  <a:cubicBezTo>
                    <a:pt x="191" y="361"/>
                    <a:pt x="183" y="361"/>
                    <a:pt x="176" y="361"/>
                  </a:cubicBezTo>
                  <a:cubicBezTo>
                    <a:pt x="162" y="361"/>
                    <a:pt x="148" y="347"/>
                    <a:pt x="148" y="333"/>
                  </a:cubicBezTo>
                  <a:cubicBezTo>
                    <a:pt x="148" y="326"/>
                    <a:pt x="155" y="319"/>
                    <a:pt x="155" y="311"/>
                  </a:cubicBezTo>
                  <a:cubicBezTo>
                    <a:pt x="198" y="276"/>
                    <a:pt x="198" y="276"/>
                    <a:pt x="198" y="276"/>
                  </a:cubicBezTo>
                  <a:cubicBezTo>
                    <a:pt x="28" y="276"/>
                    <a:pt x="28" y="276"/>
                    <a:pt x="28" y="276"/>
                  </a:cubicBezTo>
                  <a:cubicBezTo>
                    <a:pt x="7" y="276"/>
                    <a:pt x="0" y="262"/>
                    <a:pt x="0" y="248"/>
                  </a:cubicBezTo>
                  <a:cubicBezTo>
                    <a:pt x="0" y="234"/>
                    <a:pt x="7" y="220"/>
                    <a:pt x="28" y="220"/>
                  </a:cubicBezTo>
                  <a:cubicBezTo>
                    <a:pt x="198" y="220"/>
                    <a:pt x="198" y="220"/>
                    <a:pt x="198" y="220"/>
                  </a:cubicBezTo>
                  <a:cubicBezTo>
                    <a:pt x="155" y="184"/>
                    <a:pt x="155" y="184"/>
                    <a:pt x="155" y="184"/>
                  </a:cubicBezTo>
                  <a:cubicBezTo>
                    <a:pt x="155" y="177"/>
                    <a:pt x="148" y="170"/>
                    <a:pt x="148" y="163"/>
                  </a:cubicBezTo>
                  <a:cubicBezTo>
                    <a:pt x="148" y="149"/>
                    <a:pt x="162" y="135"/>
                    <a:pt x="176" y="135"/>
                  </a:cubicBezTo>
                  <a:cubicBezTo>
                    <a:pt x="183" y="135"/>
                    <a:pt x="191" y="135"/>
                    <a:pt x="198" y="142"/>
                  </a:cubicBezTo>
                  <a:cubicBezTo>
                    <a:pt x="289" y="227"/>
                    <a:pt x="289" y="227"/>
                    <a:pt x="289" y="2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4"/>
            <p:cNvSpPr/>
            <p:nvPr/>
          </p:nvSpPr>
          <p:spPr>
            <a:xfrm>
              <a:off x="5445125" y="2668588"/>
              <a:ext cx="176213" cy="163512"/>
            </a:xfrm>
            <a:custGeom>
              <a:rect b="b" l="l" r="r" t="t"/>
              <a:pathLst>
                <a:path extrusionOk="0" h="453" w="489">
                  <a:moveTo>
                    <a:pt x="460" y="452"/>
                  </a:moveTo>
                  <a:lnTo>
                    <a:pt x="460" y="452"/>
                  </a:lnTo>
                  <a:cubicBezTo>
                    <a:pt x="29" y="452"/>
                    <a:pt x="29" y="452"/>
                    <a:pt x="29" y="452"/>
                  </a:cubicBezTo>
                  <a:cubicBezTo>
                    <a:pt x="15" y="452"/>
                    <a:pt x="0" y="438"/>
                    <a:pt x="0" y="424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68"/>
                    <a:pt x="15" y="254"/>
                    <a:pt x="29" y="254"/>
                  </a:cubicBezTo>
                  <a:cubicBezTo>
                    <a:pt x="43" y="254"/>
                    <a:pt x="57" y="268"/>
                    <a:pt x="57" y="282"/>
                  </a:cubicBezTo>
                  <a:cubicBezTo>
                    <a:pt x="57" y="396"/>
                    <a:pt x="57" y="396"/>
                    <a:pt x="57" y="396"/>
                  </a:cubicBezTo>
                  <a:cubicBezTo>
                    <a:pt x="431" y="396"/>
                    <a:pt x="431" y="396"/>
                    <a:pt x="431" y="396"/>
                  </a:cubicBezTo>
                  <a:cubicBezTo>
                    <a:pt x="431" y="282"/>
                    <a:pt x="431" y="282"/>
                    <a:pt x="431" y="282"/>
                  </a:cubicBezTo>
                  <a:cubicBezTo>
                    <a:pt x="431" y="268"/>
                    <a:pt x="446" y="254"/>
                    <a:pt x="460" y="254"/>
                  </a:cubicBezTo>
                  <a:cubicBezTo>
                    <a:pt x="481" y="254"/>
                    <a:pt x="488" y="268"/>
                    <a:pt x="488" y="282"/>
                  </a:cubicBezTo>
                  <a:cubicBezTo>
                    <a:pt x="488" y="424"/>
                    <a:pt x="488" y="424"/>
                    <a:pt x="488" y="424"/>
                  </a:cubicBezTo>
                  <a:cubicBezTo>
                    <a:pt x="488" y="438"/>
                    <a:pt x="481" y="452"/>
                    <a:pt x="460" y="452"/>
                  </a:cubicBezTo>
                  <a:close/>
                  <a:moveTo>
                    <a:pt x="333" y="148"/>
                  </a:moveTo>
                  <a:lnTo>
                    <a:pt x="333" y="148"/>
                  </a:lnTo>
                  <a:cubicBezTo>
                    <a:pt x="318" y="148"/>
                    <a:pt x="311" y="148"/>
                    <a:pt x="311" y="141"/>
                  </a:cubicBezTo>
                  <a:cubicBezTo>
                    <a:pt x="276" y="99"/>
                    <a:pt x="276" y="99"/>
                    <a:pt x="276" y="99"/>
                  </a:cubicBezTo>
                  <a:cubicBezTo>
                    <a:pt x="276" y="275"/>
                    <a:pt x="276" y="275"/>
                    <a:pt x="276" y="275"/>
                  </a:cubicBezTo>
                  <a:cubicBezTo>
                    <a:pt x="276" y="289"/>
                    <a:pt x="262" y="304"/>
                    <a:pt x="248" y="304"/>
                  </a:cubicBezTo>
                  <a:cubicBezTo>
                    <a:pt x="227" y="304"/>
                    <a:pt x="220" y="289"/>
                    <a:pt x="220" y="275"/>
                  </a:cubicBezTo>
                  <a:cubicBezTo>
                    <a:pt x="220" y="99"/>
                    <a:pt x="220" y="99"/>
                    <a:pt x="220" y="99"/>
                  </a:cubicBezTo>
                  <a:cubicBezTo>
                    <a:pt x="184" y="141"/>
                    <a:pt x="184" y="141"/>
                    <a:pt x="184" y="141"/>
                  </a:cubicBezTo>
                  <a:cubicBezTo>
                    <a:pt x="177" y="148"/>
                    <a:pt x="170" y="148"/>
                    <a:pt x="163" y="148"/>
                  </a:cubicBezTo>
                  <a:cubicBezTo>
                    <a:pt x="142" y="148"/>
                    <a:pt x="135" y="141"/>
                    <a:pt x="135" y="120"/>
                  </a:cubicBezTo>
                  <a:cubicBezTo>
                    <a:pt x="135" y="113"/>
                    <a:pt x="135" y="106"/>
                    <a:pt x="142" y="106"/>
                  </a:cubicBezTo>
                  <a:cubicBezTo>
                    <a:pt x="227" y="7"/>
                    <a:pt x="227" y="7"/>
                    <a:pt x="227" y="7"/>
                  </a:cubicBezTo>
                  <a:cubicBezTo>
                    <a:pt x="227" y="7"/>
                    <a:pt x="234" y="0"/>
                    <a:pt x="248" y="0"/>
                  </a:cubicBezTo>
                  <a:cubicBezTo>
                    <a:pt x="255" y="0"/>
                    <a:pt x="262" y="7"/>
                    <a:pt x="269" y="7"/>
                  </a:cubicBezTo>
                  <a:cubicBezTo>
                    <a:pt x="354" y="106"/>
                    <a:pt x="354" y="106"/>
                    <a:pt x="354" y="106"/>
                  </a:cubicBezTo>
                  <a:cubicBezTo>
                    <a:pt x="354" y="106"/>
                    <a:pt x="361" y="113"/>
                    <a:pt x="361" y="120"/>
                  </a:cubicBezTo>
                  <a:cubicBezTo>
                    <a:pt x="361" y="141"/>
                    <a:pt x="347" y="148"/>
                    <a:pt x="333" y="1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4"/>
            <p:cNvSpPr/>
            <p:nvPr/>
          </p:nvSpPr>
          <p:spPr>
            <a:xfrm>
              <a:off x="5067300" y="2668588"/>
              <a:ext cx="176213" cy="163512"/>
            </a:xfrm>
            <a:custGeom>
              <a:rect b="b" l="l" r="r" t="t"/>
              <a:pathLst>
                <a:path extrusionOk="0" h="453" w="489">
                  <a:moveTo>
                    <a:pt x="460" y="452"/>
                  </a:moveTo>
                  <a:lnTo>
                    <a:pt x="460" y="452"/>
                  </a:lnTo>
                  <a:cubicBezTo>
                    <a:pt x="241" y="452"/>
                    <a:pt x="241" y="452"/>
                    <a:pt x="241" y="452"/>
                  </a:cubicBezTo>
                  <a:cubicBezTo>
                    <a:pt x="29" y="452"/>
                    <a:pt x="29" y="452"/>
                    <a:pt x="29" y="452"/>
                  </a:cubicBezTo>
                  <a:cubicBezTo>
                    <a:pt x="7" y="452"/>
                    <a:pt x="0" y="438"/>
                    <a:pt x="0" y="424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68"/>
                    <a:pt x="7" y="254"/>
                    <a:pt x="29" y="254"/>
                  </a:cubicBezTo>
                  <a:cubicBezTo>
                    <a:pt x="43" y="254"/>
                    <a:pt x="57" y="268"/>
                    <a:pt x="57" y="282"/>
                  </a:cubicBezTo>
                  <a:cubicBezTo>
                    <a:pt x="57" y="396"/>
                    <a:pt x="57" y="396"/>
                    <a:pt x="57" y="396"/>
                  </a:cubicBezTo>
                  <a:cubicBezTo>
                    <a:pt x="431" y="396"/>
                    <a:pt x="431" y="396"/>
                    <a:pt x="431" y="396"/>
                  </a:cubicBezTo>
                  <a:cubicBezTo>
                    <a:pt x="431" y="282"/>
                    <a:pt x="431" y="282"/>
                    <a:pt x="431" y="282"/>
                  </a:cubicBezTo>
                  <a:cubicBezTo>
                    <a:pt x="431" y="268"/>
                    <a:pt x="446" y="254"/>
                    <a:pt x="460" y="254"/>
                  </a:cubicBezTo>
                  <a:cubicBezTo>
                    <a:pt x="474" y="254"/>
                    <a:pt x="488" y="268"/>
                    <a:pt x="488" y="282"/>
                  </a:cubicBezTo>
                  <a:cubicBezTo>
                    <a:pt x="488" y="424"/>
                    <a:pt x="488" y="424"/>
                    <a:pt x="488" y="424"/>
                  </a:cubicBezTo>
                  <a:cubicBezTo>
                    <a:pt x="488" y="438"/>
                    <a:pt x="474" y="452"/>
                    <a:pt x="460" y="452"/>
                  </a:cubicBezTo>
                  <a:close/>
                  <a:moveTo>
                    <a:pt x="347" y="198"/>
                  </a:moveTo>
                  <a:lnTo>
                    <a:pt x="347" y="198"/>
                  </a:lnTo>
                  <a:cubicBezTo>
                    <a:pt x="262" y="289"/>
                    <a:pt x="262" y="289"/>
                    <a:pt x="262" y="289"/>
                  </a:cubicBezTo>
                  <a:cubicBezTo>
                    <a:pt x="262" y="297"/>
                    <a:pt x="255" y="304"/>
                    <a:pt x="241" y="304"/>
                  </a:cubicBezTo>
                  <a:cubicBezTo>
                    <a:pt x="234" y="304"/>
                    <a:pt x="227" y="297"/>
                    <a:pt x="220" y="289"/>
                  </a:cubicBezTo>
                  <a:cubicBezTo>
                    <a:pt x="135" y="198"/>
                    <a:pt x="135" y="198"/>
                    <a:pt x="135" y="198"/>
                  </a:cubicBezTo>
                  <a:cubicBezTo>
                    <a:pt x="135" y="191"/>
                    <a:pt x="127" y="184"/>
                    <a:pt x="127" y="176"/>
                  </a:cubicBezTo>
                  <a:cubicBezTo>
                    <a:pt x="127" y="162"/>
                    <a:pt x="142" y="148"/>
                    <a:pt x="156" y="148"/>
                  </a:cubicBezTo>
                  <a:cubicBezTo>
                    <a:pt x="170" y="148"/>
                    <a:pt x="177" y="155"/>
                    <a:pt x="177" y="162"/>
                  </a:cubicBezTo>
                  <a:cubicBezTo>
                    <a:pt x="212" y="198"/>
                    <a:pt x="212" y="198"/>
                    <a:pt x="212" y="198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2" y="14"/>
                    <a:pt x="227" y="0"/>
                    <a:pt x="241" y="0"/>
                  </a:cubicBezTo>
                  <a:cubicBezTo>
                    <a:pt x="262" y="0"/>
                    <a:pt x="269" y="14"/>
                    <a:pt x="269" y="28"/>
                  </a:cubicBezTo>
                  <a:cubicBezTo>
                    <a:pt x="269" y="198"/>
                    <a:pt x="269" y="198"/>
                    <a:pt x="269" y="198"/>
                  </a:cubicBezTo>
                  <a:cubicBezTo>
                    <a:pt x="304" y="162"/>
                    <a:pt x="304" y="162"/>
                    <a:pt x="304" y="162"/>
                  </a:cubicBezTo>
                  <a:cubicBezTo>
                    <a:pt x="311" y="155"/>
                    <a:pt x="318" y="148"/>
                    <a:pt x="325" y="148"/>
                  </a:cubicBezTo>
                  <a:cubicBezTo>
                    <a:pt x="347" y="148"/>
                    <a:pt x="354" y="162"/>
                    <a:pt x="354" y="176"/>
                  </a:cubicBezTo>
                  <a:cubicBezTo>
                    <a:pt x="354" y="184"/>
                    <a:pt x="354" y="191"/>
                    <a:pt x="347" y="1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4"/>
            <p:cNvSpPr/>
            <p:nvPr/>
          </p:nvSpPr>
          <p:spPr>
            <a:xfrm>
              <a:off x="4665663" y="2640013"/>
              <a:ext cx="219075" cy="219075"/>
            </a:xfrm>
            <a:custGeom>
              <a:rect b="b" l="l" r="r" t="t"/>
              <a:pathLst>
                <a:path extrusionOk="0" h="609" w="608">
                  <a:moveTo>
                    <a:pt x="579" y="608"/>
                  </a:moveTo>
                  <a:lnTo>
                    <a:pt x="579" y="608"/>
                  </a:ln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92"/>
                    <a:pt x="14" y="78"/>
                    <a:pt x="28" y="78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84" y="106"/>
                    <a:pt x="84" y="106"/>
                    <a:pt x="84" y="106"/>
                  </a:cubicBezTo>
                  <a:cubicBezTo>
                    <a:pt x="84" y="141"/>
                    <a:pt x="120" y="170"/>
                    <a:pt x="155" y="170"/>
                  </a:cubicBezTo>
                  <a:cubicBezTo>
                    <a:pt x="190" y="170"/>
                    <a:pt x="219" y="141"/>
                    <a:pt x="219" y="106"/>
                  </a:cubicBezTo>
                  <a:cubicBezTo>
                    <a:pt x="219" y="78"/>
                    <a:pt x="219" y="78"/>
                    <a:pt x="219" y="78"/>
                  </a:cubicBezTo>
                  <a:cubicBezTo>
                    <a:pt x="388" y="78"/>
                    <a:pt x="388" y="78"/>
                    <a:pt x="388" y="78"/>
                  </a:cubicBezTo>
                  <a:cubicBezTo>
                    <a:pt x="388" y="106"/>
                    <a:pt x="388" y="106"/>
                    <a:pt x="388" y="106"/>
                  </a:cubicBezTo>
                  <a:cubicBezTo>
                    <a:pt x="388" y="141"/>
                    <a:pt x="417" y="170"/>
                    <a:pt x="452" y="170"/>
                  </a:cubicBezTo>
                  <a:cubicBezTo>
                    <a:pt x="487" y="170"/>
                    <a:pt x="523" y="141"/>
                    <a:pt x="523" y="106"/>
                  </a:cubicBezTo>
                  <a:cubicBezTo>
                    <a:pt x="523" y="78"/>
                    <a:pt x="523" y="78"/>
                    <a:pt x="523" y="78"/>
                  </a:cubicBezTo>
                  <a:cubicBezTo>
                    <a:pt x="579" y="78"/>
                    <a:pt x="579" y="78"/>
                    <a:pt x="579" y="78"/>
                  </a:cubicBezTo>
                  <a:cubicBezTo>
                    <a:pt x="593" y="78"/>
                    <a:pt x="607" y="92"/>
                    <a:pt x="607" y="106"/>
                  </a:cubicBezTo>
                  <a:cubicBezTo>
                    <a:pt x="607" y="580"/>
                    <a:pt x="607" y="580"/>
                    <a:pt x="607" y="580"/>
                  </a:cubicBezTo>
                  <a:cubicBezTo>
                    <a:pt x="607" y="594"/>
                    <a:pt x="593" y="608"/>
                    <a:pt x="579" y="608"/>
                  </a:cubicBezTo>
                  <a:close/>
                  <a:moveTo>
                    <a:pt x="551" y="226"/>
                  </a:moveTo>
                  <a:lnTo>
                    <a:pt x="551" y="226"/>
                  </a:lnTo>
                  <a:cubicBezTo>
                    <a:pt x="56" y="226"/>
                    <a:pt x="56" y="226"/>
                    <a:pt x="56" y="226"/>
                  </a:cubicBezTo>
                  <a:cubicBezTo>
                    <a:pt x="56" y="551"/>
                    <a:pt x="56" y="551"/>
                    <a:pt x="56" y="551"/>
                  </a:cubicBezTo>
                  <a:cubicBezTo>
                    <a:pt x="551" y="551"/>
                    <a:pt x="551" y="551"/>
                    <a:pt x="551" y="551"/>
                  </a:cubicBezTo>
                  <a:lnTo>
                    <a:pt x="551" y="226"/>
                  </a:lnTo>
                  <a:close/>
                  <a:moveTo>
                    <a:pt x="190" y="424"/>
                  </a:moveTo>
                  <a:lnTo>
                    <a:pt x="190" y="424"/>
                  </a:lnTo>
                  <a:cubicBezTo>
                    <a:pt x="190" y="417"/>
                    <a:pt x="197" y="410"/>
                    <a:pt x="205" y="410"/>
                  </a:cubicBezTo>
                  <a:cubicBezTo>
                    <a:pt x="212" y="403"/>
                    <a:pt x="219" y="396"/>
                    <a:pt x="226" y="396"/>
                  </a:cubicBezTo>
                  <a:cubicBezTo>
                    <a:pt x="233" y="389"/>
                    <a:pt x="233" y="389"/>
                    <a:pt x="240" y="382"/>
                  </a:cubicBezTo>
                  <a:cubicBezTo>
                    <a:pt x="240" y="382"/>
                    <a:pt x="247" y="382"/>
                    <a:pt x="247" y="375"/>
                  </a:cubicBezTo>
                  <a:cubicBezTo>
                    <a:pt x="254" y="375"/>
                    <a:pt x="254" y="367"/>
                    <a:pt x="261" y="367"/>
                  </a:cubicBezTo>
                  <a:cubicBezTo>
                    <a:pt x="261" y="360"/>
                    <a:pt x="261" y="353"/>
                    <a:pt x="261" y="353"/>
                  </a:cubicBezTo>
                  <a:cubicBezTo>
                    <a:pt x="261" y="339"/>
                    <a:pt x="261" y="339"/>
                    <a:pt x="254" y="332"/>
                  </a:cubicBezTo>
                  <a:cubicBezTo>
                    <a:pt x="254" y="325"/>
                    <a:pt x="247" y="325"/>
                    <a:pt x="240" y="325"/>
                  </a:cubicBezTo>
                  <a:cubicBezTo>
                    <a:pt x="233" y="325"/>
                    <a:pt x="226" y="325"/>
                    <a:pt x="226" y="325"/>
                  </a:cubicBezTo>
                  <a:cubicBezTo>
                    <a:pt x="219" y="332"/>
                    <a:pt x="219" y="332"/>
                    <a:pt x="219" y="339"/>
                  </a:cubicBezTo>
                  <a:cubicBezTo>
                    <a:pt x="212" y="339"/>
                    <a:pt x="212" y="346"/>
                    <a:pt x="212" y="353"/>
                  </a:cubicBezTo>
                  <a:lnTo>
                    <a:pt x="212" y="360"/>
                  </a:lnTo>
                  <a:cubicBezTo>
                    <a:pt x="176" y="360"/>
                    <a:pt x="176" y="360"/>
                    <a:pt x="176" y="360"/>
                  </a:cubicBezTo>
                  <a:cubicBezTo>
                    <a:pt x="176" y="353"/>
                    <a:pt x="176" y="346"/>
                    <a:pt x="183" y="339"/>
                  </a:cubicBezTo>
                  <a:cubicBezTo>
                    <a:pt x="183" y="325"/>
                    <a:pt x="183" y="318"/>
                    <a:pt x="190" y="311"/>
                  </a:cubicBezTo>
                  <a:cubicBezTo>
                    <a:pt x="197" y="311"/>
                    <a:pt x="205" y="304"/>
                    <a:pt x="212" y="297"/>
                  </a:cubicBezTo>
                  <a:cubicBezTo>
                    <a:pt x="219" y="297"/>
                    <a:pt x="226" y="297"/>
                    <a:pt x="240" y="297"/>
                  </a:cubicBezTo>
                  <a:cubicBezTo>
                    <a:pt x="247" y="297"/>
                    <a:pt x="254" y="297"/>
                    <a:pt x="261" y="297"/>
                  </a:cubicBezTo>
                  <a:cubicBezTo>
                    <a:pt x="268" y="304"/>
                    <a:pt x="275" y="304"/>
                    <a:pt x="282" y="311"/>
                  </a:cubicBezTo>
                  <a:cubicBezTo>
                    <a:pt x="282" y="311"/>
                    <a:pt x="290" y="318"/>
                    <a:pt x="290" y="325"/>
                  </a:cubicBezTo>
                  <a:cubicBezTo>
                    <a:pt x="297" y="332"/>
                    <a:pt x="297" y="339"/>
                    <a:pt x="297" y="346"/>
                  </a:cubicBezTo>
                  <a:cubicBezTo>
                    <a:pt x="297" y="353"/>
                    <a:pt x="297" y="367"/>
                    <a:pt x="297" y="367"/>
                  </a:cubicBezTo>
                  <a:cubicBezTo>
                    <a:pt x="290" y="375"/>
                    <a:pt x="290" y="382"/>
                    <a:pt x="282" y="389"/>
                  </a:cubicBezTo>
                  <a:cubicBezTo>
                    <a:pt x="275" y="389"/>
                    <a:pt x="275" y="396"/>
                    <a:pt x="268" y="403"/>
                  </a:cubicBezTo>
                  <a:cubicBezTo>
                    <a:pt x="261" y="403"/>
                    <a:pt x="254" y="410"/>
                    <a:pt x="247" y="410"/>
                  </a:cubicBezTo>
                  <a:cubicBezTo>
                    <a:pt x="240" y="417"/>
                    <a:pt x="240" y="417"/>
                    <a:pt x="233" y="424"/>
                  </a:cubicBezTo>
                  <a:cubicBezTo>
                    <a:pt x="226" y="431"/>
                    <a:pt x="219" y="431"/>
                    <a:pt x="219" y="438"/>
                  </a:cubicBezTo>
                  <a:cubicBezTo>
                    <a:pt x="297" y="438"/>
                    <a:pt x="297" y="438"/>
                    <a:pt x="297" y="438"/>
                  </a:cubicBezTo>
                  <a:cubicBezTo>
                    <a:pt x="297" y="467"/>
                    <a:pt x="297" y="467"/>
                    <a:pt x="297" y="467"/>
                  </a:cubicBezTo>
                  <a:cubicBezTo>
                    <a:pt x="169" y="467"/>
                    <a:pt x="169" y="467"/>
                    <a:pt x="169" y="467"/>
                  </a:cubicBezTo>
                  <a:cubicBezTo>
                    <a:pt x="169" y="460"/>
                    <a:pt x="176" y="452"/>
                    <a:pt x="176" y="445"/>
                  </a:cubicBezTo>
                  <a:cubicBezTo>
                    <a:pt x="176" y="438"/>
                    <a:pt x="183" y="431"/>
                    <a:pt x="190" y="424"/>
                  </a:cubicBezTo>
                  <a:close/>
                  <a:moveTo>
                    <a:pt x="353" y="438"/>
                  </a:moveTo>
                  <a:lnTo>
                    <a:pt x="353" y="438"/>
                  </a:lnTo>
                  <a:cubicBezTo>
                    <a:pt x="360" y="445"/>
                    <a:pt x="360" y="445"/>
                    <a:pt x="374" y="445"/>
                  </a:cubicBezTo>
                  <a:cubicBezTo>
                    <a:pt x="374" y="445"/>
                    <a:pt x="381" y="445"/>
                    <a:pt x="381" y="438"/>
                  </a:cubicBezTo>
                  <a:cubicBezTo>
                    <a:pt x="388" y="438"/>
                    <a:pt x="388" y="438"/>
                    <a:pt x="395" y="431"/>
                  </a:cubicBezTo>
                  <a:lnTo>
                    <a:pt x="395" y="424"/>
                  </a:lnTo>
                  <a:cubicBezTo>
                    <a:pt x="403" y="417"/>
                    <a:pt x="403" y="417"/>
                    <a:pt x="403" y="410"/>
                  </a:cubicBezTo>
                  <a:cubicBezTo>
                    <a:pt x="403" y="410"/>
                    <a:pt x="403" y="403"/>
                    <a:pt x="395" y="396"/>
                  </a:cubicBezTo>
                  <a:lnTo>
                    <a:pt x="395" y="389"/>
                  </a:lnTo>
                  <a:cubicBezTo>
                    <a:pt x="388" y="389"/>
                    <a:pt x="388" y="382"/>
                    <a:pt x="381" y="382"/>
                  </a:cubicBezTo>
                  <a:lnTo>
                    <a:pt x="374" y="382"/>
                  </a:lnTo>
                  <a:cubicBezTo>
                    <a:pt x="367" y="382"/>
                    <a:pt x="360" y="382"/>
                    <a:pt x="353" y="382"/>
                  </a:cubicBezTo>
                  <a:cubicBezTo>
                    <a:pt x="353" y="382"/>
                    <a:pt x="346" y="389"/>
                    <a:pt x="346" y="396"/>
                  </a:cubicBezTo>
                  <a:cubicBezTo>
                    <a:pt x="311" y="396"/>
                    <a:pt x="311" y="396"/>
                    <a:pt x="311" y="396"/>
                  </a:cubicBezTo>
                  <a:cubicBezTo>
                    <a:pt x="332" y="297"/>
                    <a:pt x="332" y="297"/>
                    <a:pt x="332" y="297"/>
                  </a:cubicBezTo>
                  <a:cubicBezTo>
                    <a:pt x="424" y="297"/>
                    <a:pt x="424" y="297"/>
                    <a:pt x="424" y="297"/>
                  </a:cubicBezTo>
                  <a:cubicBezTo>
                    <a:pt x="424" y="325"/>
                    <a:pt x="424" y="325"/>
                    <a:pt x="424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46" y="367"/>
                    <a:pt x="346" y="367"/>
                    <a:pt x="346" y="367"/>
                  </a:cubicBezTo>
                  <a:cubicBezTo>
                    <a:pt x="353" y="360"/>
                    <a:pt x="360" y="360"/>
                    <a:pt x="367" y="353"/>
                  </a:cubicBezTo>
                  <a:cubicBezTo>
                    <a:pt x="367" y="353"/>
                    <a:pt x="374" y="353"/>
                    <a:pt x="381" y="353"/>
                  </a:cubicBezTo>
                  <a:cubicBezTo>
                    <a:pt x="388" y="353"/>
                    <a:pt x="395" y="353"/>
                    <a:pt x="403" y="360"/>
                  </a:cubicBezTo>
                  <a:cubicBezTo>
                    <a:pt x="410" y="360"/>
                    <a:pt x="417" y="367"/>
                    <a:pt x="424" y="367"/>
                  </a:cubicBezTo>
                  <a:cubicBezTo>
                    <a:pt x="424" y="375"/>
                    <a:pt x="431" y="382"/>
                    <a:pt x="431" y="389"/>
                  </a:cubicBezTo>
                  <a:cubicBezTo>
                    <a:pt x="438" y="396"/>
                    <a:pt x="438" y="403"/>
                    <a:pt x="438" y="410"/>
                  </a:cubicBezTo>
                  <a:cubicBezTo>
                    <a:pt x="438" y="417"/>
                    <a:pt x="431" y="431"/>
                    <a:pt x="431" y="438"/>
                  </a:cubicBezTo>
                  <a:cubicBezTo>
                    <a:pt x="424" y="445"/>
                    <a:pt x="424" y="452"/>
                    <a:pt x="417" y="452"/>
                  </a:cubicBezTo>
                  <a:cubicBezTo>
                    <a:pt x="410" y="460"/>
                    <a:pt x="403" y="467"/>
                    <a:pt x="395" y="467"/>
                  </a:cubicBezTo>
                  <a:cubicBezTo>
                    <a:pt x="388" y="474"/>
                    <a:pt x="381" y="474"/>
                    <a:pt x="374" y="474"/>
                  </a:cubicBezTo>
                  <a:cubicBezTo>
                    <a:pt x="360" y="474"/>
                    <a:pt x="353" y="474"/>
                    <a:pt x="346" y="467"/>
                  </a:cubicBezTo>
                  <a:cubicBezTo>
                    <a:pt x="339" y="467"/>
                    <a:pt x="332" y="467"/>
                    <a:pt x="325" y="460"/>
                  </a:cubicBezTo>
                  <a:cubicBezTo>
                    <a:pt x="325" y="452"/>
                    <a:pt x="318" y="452"/>
                    <a:pt x="311" y="445"/>
                  </a:cubicBezTo>
                  <a:cubicBezTo>
                    <a:pt x="311" y="438"/>
                    <a:pt x="311" y="424"/>
                    <a:pt x="311" y="41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46" y="424"/>
                    <a:pt x="346" y="431"/>
                    <a:pt x="353" y="438"/>
                  </a:cubicBezTo>
                  <a:close/>
                  <a:moveTo>
                    <a:pt x="452" y="134"/>
                  </a:moveTo>
                  <a:lnTo>
                    <a:pt x="452" y="134"/>
                  </a:lnTo>
                  <a:cubicBezTo>
                    <a:pt x="438" y="134"/>
                    <a:pt x="424" y="120"/>
                    <a:pt x="424" y="106"/>
                  </a:cubicBezTo>
                  <a:cubicBezTo>
                    <a:pt x="424" y="28"/>
                    <a:pt x="424" y="28"/>
                    <a:pt x="424" y="28"/>
                  </a:cubicBezTo>
                  <a:cubicBezTo>
                    <a:pt x="424" y="14"/>
                    <a:pt x="438" y="0"/>
                    <a:pt x="452" y="0"/>
                  </a:cubicBezTo>
                  <a:cubicBezTo>
                    <a:pt x="473" y="0"/>
                    <a:pt x="480" y="14"/>
                    <a:pt x="480" y="28"/>
                  </a:cubicBezTo>
                  <a:cubicBezTo>
                    <a:pt x="480" y="106"/>
                    <a:pt x="480" y="106"/>
                    <a:pt x="480" y="106"/>
                  </a:cubicBezTo>
                  <a:cubicBezTo>
                    <a:pt x="480" y="120"/>
                    <a:pt x="473" y="134"/>
                    <a:pt x="452" y="134"/>
                  </a:cubicBezTo>
                  <a:close/>
                  <a:moveTo>
                    <a:pt x="155" y="134"/>
                  </a:moveTo>
                  <a:lnTo>
                    <a:pt x="155" y="134"/>
                  </a:lnTo>
                  <a:cubicBezTo>
                    <a:pt x="134" y="134"/>
                    <a:pt x="127" y="120"/>
                    <a:pt x="127" y="106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7" y="14"/>
                    <a:pt x="134" y="0"/>
                    <a:pt x="155" y="0"/>
                  </a:cubicBezTo>
                  <a:cubicBezTo>
                    <a:pt x="169" y="0"/>
                    <a:pt x="183" y="14"/>
                    <a:pt x="183" y="28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3" y="120"/>
                    <a:pt x="169" y="134"/>
                    <a:pt x="155" y="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4"/>
            <p:cNvSpPr/>
            <p:nvPr/>
          </p:nvSpPr>
          <p:spPr>
            <a:xfrm>
              <a:off x="4286250" y="2640013"/>
              <a:ext cx="215900" cy="219075"/>
            </a:xfrm>
            <a:custGeom>
              <a:rect b="b" l="l" r="r" t="t"/>
              <a:pathLst>
                <a:path extrusionOk="0" h="609" w="601">
                  <a:moveTo>
                    <a:pt x="572" y="608"/>
                  </a:moveTo>
                  <a:lnTo>
                    <a:pt x="572" y="608"/>
                  </a:ln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92"/>
                    <a:pt x="14" y="78"/>
                    <a:pt x="28" y="78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84" y="106"/>
                    <a:pt x="84" y="106"/>
                    <a:pt x="84" y="106"/>
                  </a:cubicBezTo>
                  <a:cubicBezTo>
                    <a:pt x="84" y="141"/>
                    <a:pt x="113" y="170"/>
                    <a:pt x="148" y="170"/>
                  </a:cubicBezTo>
                  <a:cubicBezTo>
                    <a:pt x="183" y="170"/>
                    <a:pt x="219" y="141"/>
                    <a:pt x="219" y="106"/>
                  </a:cubicBezTo>
                  <a:cubicBezTo>
                    <a:pt x="219" y="78"/>
                    <a:pt x="219" y="78"/>
                    <a:pt x="219" y="78"/>
                  </a:cubicBezTo>
                  <a:cubicBezTo>
                    <a:pt x="388" y="78"/>
                    <a:pt x="388" y="78"/>
                    <a:pt x="388" y="78"/>
                  </a:cubicBezTo>
                  <a:cubicBezTo>
                    <a:pt x="388" y="106"/>
                    <a:pt x="388" y="106"/>
                    <a:pt x="388" y="106"/>
                  </a:cubicBezTo>
                  <a:cubicBezTo>
                    <a:pt x="388" y="141"/>
                    <a:pt x="417" y="170"/>
                    <a:pt x="452" y="170"/>
                  </a:cubicBezTo>
                  <a:cubicBezTo>
                    <a:pt x="487" y="170"/>
                    <a:pt x="515" y="141"/>
                    <a:pt x="515" y="106"/>
                  </a:cubicBezTo>
                  <a:cubicBezTo>
                    <a:pt x="515" y="78"/>
                    <a:pt x="515" y="78"/>
                    <a:pt x="515" y="78"/>
                  </a:cubicBezTo>
                  <a:cubicBezTo>
                    <a:pt x="572" y="78"/>
                    <a:pt x="572" y="78"/>
                    <a:pt x="572" y="78"/>
                  </a:cubicBezTo>
                  <a:cubicBezTo>
                    <a:pt x="593" y="78"/>
                    <a:pt x="600" y="92"/>
                    <a:pt x="600" y="106"/>
                  </a:cubicBezTo>
                  <a:cubicBezTo>
                    <a:pt x="600" y="580"/>
                    <a:pt x="600" y="580"/>
                    <a:pt x="600" y="580"/>
                  </a:cubicBezTo>
                  <a:cubicBezTo>
                    <a:pt x="600" y="594"/>
                    <a:pt x="593" y="608"/>
                    <a:pt x="572" y="608"/>
                  </a:cubicBezTo>
                  <a:close/>
                  <a:moveTo>
                    <a:pt x="544" y="226"/>
                  </a:moveTo>
                  <a:lnTo>
                    <a:pt x="544" y="226"/>
                  </a:lnTo>
                  <a:cubicBezTo>
                    <a:pt x="56" y="226"/>
                    <a:pt x="56" y="226"/>
                    <a:pt x="56" y="226"/>
                  </a:cubicBezTo>
                  <a:cubicBezTo>
                    <a:pt x="56" y="551"/>
                    <a:pt x="56" y="551"/>
                    <a:pt x="56" y="551"/>
                  </a:cubicBezTo>
                  <a:cubicBezTo>
                    <a:pt x="544" y="551"/>
                    <a:pt x="544" y="551"/>
                    <a:pt x="544" y="551"/>
                  </a:cubicBezTo>
                  <a:lnTo>
                    <a:pt x="544" y="226"/>
                  </a:lnTo>
                  <a:close/>
                  <a:moveTo>
                    <a:pt x="233" y="360"/>
                  </a:moveTo>
                  <a:lnTo>
                    <a:pt x="233" y="360"/>
                  </a:lnTo>
                  <a:cubicBezTo>
                    <a:pt x="275" y="360"/>
                    <a:pt x="275" y="360"/>
                    <a:pt x="275" y="360"/>
                  </a:cubicBezTo>
                  <a:cubicBezTo>
                    <a:pt x="275" y="325"/>
                    <a:pt x="275" y="325"/>
                    <a:pt x="275" y="325"/>
                  </a:cubicBezTo>
                  <a:cubicBezTo>
                    <a:pt x="275" y="304"/>
                    <a:pt x="282" y="297"/>
                    <a:pt x="304" y="297"/>
                  </a:cubicBezTo>
                  <a:cubicBezTo>
                    <a:pt x="318" y="297"/>
                    <a:pt x="332" y="304"/>
                    <a:pt x="332" y="325"/>
                  </a:cubicBezTo>
                  <a:cubicBezTo>
                    <a:pt x="332" y="360"/>
                    <a:pt x="332" y="360"/>
                    <a:pt x="332" y="360"/>
                  </a:cubicBezTo>
                  <a:cubicBezTo>
                    <a:pt x="367" y="360"/>
                    <a:pt x="367" y="360"/>
                    <a:pt x="367" y="360"/>
                  </a:cubicBezTo>
                  <a:cubicBezTo>
                    <a:pt x="381" y="360"/>
                    <a:pt x="395" y="375"/>
                    <a:pt x="395" y="389"/>
                  </a:cubicBezTo>
                  <a:cubicBezTo>
                    <a:pt x="395" y="403"/>
                    <a:pt x="381" y="417"/>
                    <a:pt x="367" y="417"/>
                  </a:cubicBezTo>
                  <a:cubicBezTo>
                    <a:pt x="332" y="417"/>
                    <a:pt x="332" y="417"/>
                    <a:pt x="332" y="417"/>
                  </a:cubicBezTo>
                  <a:cubicBezTo>
                    <a:pt x="332" y="452"/>
                    <a:pt x="332" y="452"/>
                    <a:pt x="332" y="452"/>
                  </a:cubicBezTo>
                  <a:cubicBezTo>
                    <a:pt x="332" y="474"/>
                    <a:pt x="318" y="481"/>
                    <a:pt x="304" y="481"/>
                  </a:cubicBezTo>
                  <a:cubicBezTo>
                    <a:pt x="282" y="481"/>
                    <a:pt x="275" y="474"/>
                    <a:pt x="275" y="452"/>
                  </a:cubicBezTo>
                  <a:cubicBezTo>
                    <a:pt x="275" y="417"/>
                    <a:pt x="275" y="417"/>
                    <a:pt x="275" y="417"/>
                  </a:cubicBezTo>
                  <a:cubicBezTo>
                    <a:pt x="233" y="417"/>
                    <a:pt x="233" y="417"/>
                    <a:pt x="233" y="417"/>
                  </a:cubicBezTo>
                  <a:cubicBezTo>
                    <a:pt x="219" y="417"/>
                    <a:pt x="204" y="403"/>
                    <a:pt x="204" y="389"/>
                  </a:cubicBezTo>
                  <a:cubicBezTo>
                    <a:pt x="204" y="375"/>
                    <a:pt x="219" y="360"/>
                    <a:pt x="233" y="360"/>
                  </a:cubicBezTo>
                  <a:close/>
                  <a:moveTo>
                    <a:pt x="240" y="297"/>
                  </a:moveTo>
                  <a:lnTo>
                    <a:pt x="240" y="297"/>
                  </a:lnTo>
                  <a:cubicBezTo>
                    <a:pt x="233" y="297"/>
                    <a:pt x="233" y="297"/>
                    <a:pt x="233" y="297"/>
                  </a:cubicBezTo>
                  <a:cubicBezTo>
                    <a:pt x="233" y="297"/>
                    <a:pt x="233" y="297"/>
                    <a:pt x="240" y="297"/>
                  </a:cubicBezTo>
                  <a:close/>
                  <a:moveTo>
                    <a:pt x="452" y="134"/>
                  </a:moveTo>
                  <a:lnTo>
                    <a:pt x="452" y="134"/>
                  </a:lnTo>
                  <a:cubicBezTo>
                    <a:pt x="438" y="134"/>
                    <a:pt x="424" y="120"/>
                    <a:pt x="424" y="106"/>
                  </a:cubicBezTo>
                  <a:cubicBezTo>
                    <a:pt x="424" y="28"/>
                    <a:pt x="424" y="28"/>
                    <a:pt x="424" y="28"/>
                  </a:cubicBezTo>
                  <a:cubicBezTo>
                    <a:pt x="424" y="14"/>
                    <a:pt x="438" y="0"/>
                    <a:pt x="452" y="0"/>
                  </a:cubicBezTo>
                  <a:cubicBezTo>
                    <a:pt x="466" y="0"/>
                    <a:pt x="480" y="14"/>
                    <a:pt x="480" y="28"/>
                  </a:cubicBezTo>
                  <a:cubicBezTo>
                    <a:pt x="480" y="106"/>
                    <a:pt x="480" y="106"/>
                    <a:pt x="480" y="106"/>
                  </a:cubicBezTo>
                  <a:cubicBezTo>
                    <a:pt x="480" y="120"/>
                    <a:pt x="466" y="134"/>
                    <a:pt x="452" y="134"/>
                  </a:cubicBezTo>
                  <a:close/>
                  <a:moveTo>
                    <a:pt x="148" y="134"/>
                  </a:moveTo>
                  <a:lnTo>
                    <a:pt x="148" y="134"/>
                  </a:lnTo>
                  <a:cubicBezTo>
                    <a:pt x="134" y="134"/>
                    <a:pt x="120" y="120"/>
                    <a:pt x="120" y="106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14"/>
                    <a:pt x="134" y="0"/>
                    <a:pt x="148" y="0"/>
                  </a:cubicBezTo>
                  <a:cubicBezTo>
                    <a:pt x="169" y="0"/>
                    <a:pt x="176" y="14"/>
                    <a:pt x="176" y="28"/>
                  </a:cubicBezTo>
                  <a:cubicBezTo>
                    <a:pt x="176" y="106"/>
                    <a:pt x="176" y="106"/>
                    <a:pt x="176" y="106"/>
                  </a:cubicBezTo>
                  <a:cubicBezTo>
                    <a:pt x="176" y="120"/>
                    <a:pt x="169" y="134"/>
                    <a:pt x="148" y="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4"/>
            <p:cNvSpPr/>
            <p:nvPr/>
          </p:nvSpPr>
          <p:spPr>
            <a:xfrm>
              <a:off x="3906838" y="2640013"/>
              <a:ext cx="215900" cy="219075"/>
            </a:xfrm>
            <a:custGeom>
              <a:rect b="b" l="l" r="r" t="t"/>
              <a:pathLst>
                <a:path extrusionOk="0" h="609" w="601">
                  <a:moveTo>
                    <a:pt x="572" y="608"/>
                  </a:moveTo>
                  <a:lnTo>
                    <a:pt x="572" y="608"/>
                  </a:lnTo>
                  <a:cubicBezTo>
                    <a:pt x="28" y="608"/>
                    <a:pt x="28" y="608"/>
                    <a:pt x="28" y="608"/>
                  </a:cubicBezTo>
                  <a:cubicBezTo>
                    <a:pt x="7" y="608"/>
                    <a:pt x="0" y="594"/>
                    <a:pt x="0" y="580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92"/>
                    <a:pt x="7" y="78"/>
                    <a:pt x="28" y="78"/>
                  </a:cubicBezTo>
                  <a:cubicBezTo>
                    <a:pt x="84" y="78"/>
                    <a:pt x="84" y="78"/>
                    <a:pt x="84" y="78"/>
                  </a:cubicBezTo>
                  <a:cubicBezTo>
                    <a:pt x="84" y="106"/>
                    <a:pt x="84" y="106"/>
                    <a:pt x="84" y="106"/>
                  </a:cubicBezTo>
                  <a:cubicBezTo>
                    <a:pt x="84" y="141"/>
                    <a:pt x="113" y="170"/>
                    <a:pt x="148" y="170"/>
                  </a:cubicBezTo>
                  <a:cubicBezTo>
                    <a:pt x="183" y="170"/>
                    <a:pt x="211" y="141"/>
                    <a:pt x="211" y="106"/>
                  </a:cubicBezTo>
                  <a:cubicBezTo>
                    <a:pt x="211" y="78"/>
                    <a:pt x="211" y="78"/>
                    <a:pt x="211" y="78"/>
                  </a:cubicBezTo>
                  <a:cubicBezTo>
                    <a:pt x="381" y="78"/>
                    <a:pt x="381" y="78"/>
                    <a:pt x="381" y="78"/>
                  </a:cubicBezTo>
                  <a:cubicBezTo>
                    <a:pt x="381" y="106"/>
                    <a:pt x="381" y="106"/>
                    <a:pt x="381" y="106"/>
                  </a:cubicBezTo>
                  <a:cubicBezTo>
                    <a:pt x="381" y="141"/>
                    <a:pt x="417" y="170"/>
                    <a:pt x="452" y="170"/>
                  </a:cubicBezTo>
                  <a:cubicBezTo>
                    <a:pt x="487" y="170"/>
                    <a:pt x="515" y="141"/>
                    <a:pt x="515" y="106"/>
                  </a:cubicBezTo>
                  <a:cubicBezTo>
                    <a:pt x="515" y="78"/>
                    <a:pt x="515" y="78"/>
                    <a:pt x="515" y="78"/>
                  </a:cubicBezTo>
                  <a:cubicBezTo>
                    <a:pt x="572" y="78"/>
                    <a:pt x="572" y="78"/>
                    <a:pt x="572" y="78"/>
                  </a:cubicBezTo>
                  <a:cubicBezTo>
                    <a:pt x="586" y="78"/>
                    <a:pt x="600" y="92"/>
                    <a:pt x="600" y="106"/>
                  </a:cubicBezTo>
                  <a:cubicBezTo>
                    <a:pt x="600" y="580"/>
                    <a:pt x="600" y="580"/>
                    <a:pt x="600" y="580"/>
                  </a:cubicBezTo>
                  <a:cubicBezTo>
                    <a:pt x="600" y="594"/>
                    <a:pt x="586" y="608"/>
                    <a:pt x="572" y="608"/>
                  </a:cubicBezTo>
                  <a:close/>
                  <a:moveTo>
                    <a:pt x="544" y="226"/>
                  </a:moveTo>
                  <a:lnTo>
                    <a:pt x="544" y="226"/>
                  </a:lnTo>
                  <a:cubicBezTo>
                    <a:pt x="56" y="226"/>
                    <a:pt x="56" y="226"/>
                    <a:pt x="56" y="226"/>
                  </a:cubicBezTo>
                  <a:cubicBezTo>
                    <a:pt x="56" y="551"/>
                    <a:pt x="56" y="551"/>
                    <a:pt x="56" y="551"/>
                  </a:cubicBezTo>
                  <a:cubicBezTo>
                    <a:pt x="544" y="551"/>
                    <a:pt x="544" y="551"/>
                    <a:pt x="544" y="551"/>
                  </a:cubicBezTo>
                  <a:lnTo>
                    <a:pt x="544" y="226"/>
                  </a:lnTo>
                  <a:close/>
                  <a:moveTo>
                    <a:pt x="204" y="360"/>
                  </a:moveTo>
                  <a:lnTo>
                    <a:pt x="204" y="360"/>
                  </a:lnTo>
                  <a:cubicBezTo>
                    <a:pt x="211" y="360"/>
                    <a:pt x="219" y="360"/>
                    <a:pt x="226" y="367"/>
                  </a:cubicBezTo>
                  <a:cubicBezTo>
                    <a:pt x="268" y="417"/>
                    <a:pt x="268" y="417"/>
                    <a:pt x="268" y="417"/>
                  </a:cubicBezTo>
                  <a:cubicBezTo>
                    <a:pt x="381" y="304"/>
                    <a:pt x="381" y="304"/>
                    <a:pt x="381" y="304"/>
                  </a:cubicBezTo>
                  <a:cubicBezTo>
                    <a:pt x="388" y="297"/>
                    <a:pt x="395" y="297"/>
                    <a:pt x="402" y="297"/>
                  </a:cubicBezTo>
                  <a:cubicBezTo>
                    <a:pt x="417" y="297"/>
                    <a:pt x="431" y="304"/>
                    <a:pt x="431" y="325"/>
                  </a:cubicBezTo>
                  <a:cubicBezTo>
                    <a:pt x="431" y="332"/>
                    <a:pt x="431" y="339"/>
                    <a:pt x="424" y="339"/>
                  </a:cubicBezTo>
                  <a:cubicBezTo>
                    <a:pt x="289" y="474"/>
                    <a:pt x="289" y="474"/>
                    <a:pt x="289" y="474"/>
                  </a:cubicBezTo>
                  <a:cubicBezTo>
                    <a:pt x="282" y="481"/>
                    <a:pt x="275" y="481"/>
                    <a:pt x="268" y="481"/>
                  </a:cubicBezTo>
                  <a:cubicBezTo>
                    <a:pt x="261" y="481"/>
                    <a:pt x="254" y="481"/>
                    <a:pt x="254" y="474"/>
                  </a:cubicBezTo>
                  <a:cubicBezTo>
                    <a:pt x="183" y="410"/>
                    <a:pt x="183" y="410"/>
                    <a:pt x="183" y="410"/>
                  </a:cubicBezTo>
                  <a:cubicBezTo>
                    <a:pt x="176" y="403"/>
                    <a:pt x="176" y="396"/>
                    <a:pt x="176" y="389"/>
                  </a:cubicBezTo>
                  <a:cubicBezTo>
                    <a:pt x="176" y="375"/>
                    <a:pt x="190" y="360"/>
                    <a:pt x="204" y="360"/>
                  </a:cubicBezTo>
                  <a:close/>
                  <a:moveTo>
                    <a:pt x="452" y="134"/>
                  </a:moveTo>
                  <a:lnTo>
                    <a:pt x="452" y="134"/>
                  </a:lnTo>
                  <a:cubicBezTo>
                    <a:pt x="431" y="134"/>
                    <a:pt x="424" y="120"/>
                    <a:pt x="424" y="106"/>
                  </a:cubicBezTo>
                  <a:cubicBezTo>
                    <a:pt x="424" y="28"/>
                    <a:pt x="424" y="28"/>
                    <a:pt x="424" y="28"/>
                  </a:cubicBezTo>
                  <a:cubicBezTo>
                    <a:pt x="424" y="14"/>
                    <a:pt x="431" y="0"/>
                    <a:pt x="452" y="0"/>
                  </a:cubicBezTo>
                  <a:cubicBezTo>
                    <a:pt x="466" y="0"/>
                    <a:pt x="480" y="14"/>
                    <a:pt x="480" y="28"/>
                  </a:cubicBezTo>
                  <a:cubicBezTo>
                    <a:pt x="480" y="106"/>
                    <a:pt x="480" y="106"/>
                    <a:pt x="480" y="106"/>
                  </a:cubicBezTo>
                  <a:cubicBezTo>
                    <a:pt x="480" y="120"/>
                    <a:pt x="466" y="134"/>
                    <a:pt x="452" y="134"/>
                  </a:cubicBezTo>
                  <a:close/>
                  <a:moveTo>
                    <a:pt x="148" y="134"/>
                  </a:moveTo>
                  <a:lnTo>
                    <a:pt x="148" y="134"/>
                  </a:lnTo>
                  <a:cubicBezTo>
                    <a:pt x="134" y="134"/>
                    <a:pt x="120" y="120"/>
                    <a:pt x="120" y="106"/>
                  </a:cubicBezTo>
                  <a:cubicBezTo>
                    <a:pt x="120" y="28"/>
                    <a:pt x="120" y="28"/>
                    <a:pt x="120" y="28"/>
                  </a:cubicBezTo>
                  <a:cubicBezTo>
                    <a:pt x="120" y="14"/>
                    <a:pt x="134" y="0"/>
                    <a:pt x="148" y="0"/>
                  </a:cubicBezTo>
                  <a:cubicBezTo>
                    <a:pt x="162" y="0"/>
                    <a:pt x="176" y="14"/>
                    <a:pt x="176" y="28"/>
                  </a:cubicBezTo>
                  <a:cubicBezTo>
                    <a:pt x="176" y="106"/>
                    <a:pt x="176" y="106"/>
                    <a:pt x="176" y="106"/>
                  </a:cubicBezTo>
                  <a:cubicBezTo>
                    <a:pt x="176" y="120"/>
                    <a:pt x="162" y="134"/>
                    <a:pt x="148" y="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4"/>
            <p:cNvSpPr/>
            <p:nvPr/>
          </p:nvSpPr>
          <p:spPr>
            <a:xfrm>
              <a:off x="3535363" y="2640013"/>
              <a:ext cx="209550" cy="219075"/>
            </a:xfrm>
            <a:custGeom>
              <a:rect b="b" l="l" r="r" t="t"/>
              <a:pathLst>
                <a:path extrusionOk="0" h="609" w="580">
                  <a:moveTo>
                    <a:pt x="551" y="551"/>
                  </a:moveTo>
                  <a:lnTo>
                    <a:pt x="551" y="551"/>
                  </a:lnTo>
                  <a:cubicBezTo>
                    <a:pt x="438" y="551"/>
                    <a:pt x="438" y="551"/>
                    <a:pt x="438" y="551"/>
                  </a:cubicBezTo>
                  <a:cubicBezTo>
                    <a:pt x="417" y="551"/>
                    <a:pt x="410" y="537"/>
                    <a:pt x="410" y="523"/>
                  </a:cubicBezTo>
                  <a:cubicBezTo>
                    <a:pt x="410" y="502"/>
                    <a:pt x="417" y="495"/>
                    <a:pt x="438" y="495"/>
                  </a:cubicBezTo>
                  <a:cubicBezTo>
                    <a:pt x="551" y="495"/>
                    <a:pt x="551" y="495"/>
                    <a:pt x="551" y="495"/>
                  </a:cubicBezTo>
                  <a:cubicBezTo>
                    <a:pt x="565" y="495"/>
                    <a:pt x="579" y="502"/>
                    <a:pt x="579" y="523"/>
                  </a:cubicBezTo>
                  <a:cubicBezTo>
                    <a:pt x="579" y="537"/>
                    <a:pt x="565" y="551"/>
                    <a:pt x="551" y="551"/>
                  </a:cubicBezTo>
                  <a:close/>
                  <a:moveTo>
                    <a:pt x="438" y="467"/>
                  </a:moveTo>
                  <a:lnTo>
                    <a:pt x="438" y="467"/>
                  </a:lnTo>
                  <a:cubicBezTo>
                    <a:pt x="403" y="467"/>
                    <a:pt x="381" y="488"/>
                    <a:pt x="381" y="523"/>
                  </a:cubicBezTo>
                  <a:cubicBezTo>
                    <a:pt x="381" y="551"/>
                    <a:pt x="403" y="580"/>
                    <a:pt x="438" y="580"/>
                  </a:cubicBezTo>
                  <a:cubicBezTo>
                    <a:pt x="445" y="580"/>
                    <a:pt x="445" y="580"/>
                    <a:pt x="445" y="580"/>
                  </a:cubicBezTo>
                  <a:cubicBezTo>
                    <a:pt x="551" y="580"/>
                    <a:pt x="551" y="580"/>
                    <a:pt x="551" y="580"/>
                  </a:cubicBezTo>
                  <a:cubicBezTo>
                    <a:pt x="551" y="594"/>
                    <a:pt x="537" y="608"/>
                    <a:pt x="523" y="608"/>
                  </a:cubicBez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4" y="56"/>
                    <a:pt x="2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120"/>
                    <a:pt x="106" y="141"/>
                    <a:pt x="134" y="141"/>
                  </a:cubicBezTo>
                  <a:cubicBezTo>
                    <a:pt x="162" y="141"/>
                    <a:pt x="190" y="120"/>
                    <a:pt x="190" y="85"/>
                  </a:cubicBezTo>
                  <a:cubicBezTo>
                    <a:pt x="190" y="56"/>
                    <a:pt x="190" y="56"/>
                    <a:pt x="190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7" y="141"/>
                    <a:pt x="275" y="141"/>
                  </a:cubicBezTo>
                  <a:cubicBezTo>
                    <a:pt x="304" y="141"/>
                    <a:pt x="332" y="120"/>
                    <a:pt x="332" y="85"/>
                  </a:cubicBezTo>
                  <a:cubicBezTo>
                    <a:pt x="332" y="56"/>
                    <a:pt x="332" y="56"/>
                    <a:pt x="332" y="56"/>
                  </a:cubicBezTo>
                  <a:cubicBezTo>
                    <a:pt x="360" y="56"/>
                    <a:pt x="360" y="56"/>
                    <a:pt x="360" y="56"/>
                  </a:cubicBezTo>
                  <a:cubicBezTo>
                    <a:pt x="360" y="85"/>
                    <a:pt x="360" y="85"/>
                    <a:pt x="360" y="85"/>
                  </a:cubicBezTo>
                  <a:cubicBezTo>
                    <a:pt x="360" y="120"/>
                    <a:pt x="388" y="141"/>
                    <a:pt x="417" y="141"/>
                  </a:cubicBezTo>
                  <a:cubicBezTo>
                    <a:pt x="445" y="141"/>
                    <a:pt x="473" y="120"/>
                    <a:pt x="473" y="85"/>
                  </a:cubicBezTo>
                  <a:cubicBezTo>
                    <a:pt x="473" y="56"/>
                    <a:pt x="473" y="56"/>
                    <a:pt x="473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1" y="71"/>
                    <a:pt x="551" y="85"/>
                  </a:cubicBezTo>
                  <a:cubicBezTo>
                    <a:pt x="551" y="467"/>
                    <a:pt x="551" y="467"/>
                    <a:pt x="551" y="467"/>
                  </a:cubicBezTo>
                  <a:cubicBezTo>
                    <a:pt x="523" y="467"/>
                    <a:pt x="523" y="467"/>
                    <a:pt x="523" y="467"/>
                  </a:cubicBezTo>
                  <a:lnTo>
                    <a:pt x="438" y="467"/>
                  </a:lnTo>
                  <a:close/>
                  <a:moveTo>
                    <a:pt x="99" y="509"/>
                  </a:moveTo>
                  <a:lnTo>
                    <a:pt x="99" y="509"/>
                  </a:lnTo>
                  <a:cubicBezTo>
                    <a:pt x="282" y="509"/>
                    <a:pt x="282" y="509"/>
                    <a:pt x="282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2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4" y="467"/>
                    <a:pt x="77" y="474"/>
                    <a:pt x="77" y="488"/>
                  </a:cubicBezTo>
                  <a:cubicBezTo>
                    <a:pt x="77" y="502"/>
                    <a:pt x="84" y="509"/>
                    <a:pt x="99" y="509"/>
                  </a:cubicBezTo>
                  <a:close/>
                  <a:moveTo>
                    <a:pt x="445" y="219"/>
                  </a:moveTo>
                  <a:lnTo>
                    <a:pt x="445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7" y="233"/>
                    <a:pt x="77" y="247"/>
                  </a:cubicBezTo>
                  <a:cubicBezTo>
                    <a:pt x="77" y="262"/>
                    <a:pt x="92" y="276"/>
                    <a:pt x="106" y="276"/>
                  </a:cubicBezTo>
                  <a:cubicBezTo>
                    <a:pt x="445" y="276"/>
                    <a:pt x="445" y="276"/>
                    <a:pt x="445" y="276"/>
                  </a:cubicBezTo>
                  <a:cubicBezTo>
                    <a:pt x="459" y="276"/>
                    <a:pt x="473" y="262"/>
                    <a:pt x="473" y="247"/>
                  </a:cubicBezTo>
                  <a:cubicBezTo>
                    <a:pt x="473" y="233"/>
                    <a:pt x="459" y="219"/>
                    <a:pt x="445" y="219"/>
                  </a:cubicBezTo>
                  <a:close/>
                  <a:moveTo>
                    <a:pt x="445" y="339"/>
                  </a:moveTo>
                  <a:lnTo>
                    <a:pt x="445" y="339"/>
                  </a:lnTo>
                  <a:cubicBezTo>
                    <a:pt x="275" y="339"/>
                    <a:pt x="275" y="339"/>
                    <a:pt x="275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219" y="339"/>
                    <a:pt x="219" y="339"/>
                    <a:pt x="219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7" y="353"/>
                    <a:pt x="77" y="367"/>
                  </a:cubicBezTo>
                  <a:cubicBezTo>
                    <a:pt x="77" y="389"/>
                    <a:pt x="92" y="396"/>
                    <a:pt x="106" y="396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5" y="396"/>
                    <a:pt x="275" y="396"/>
                    <a:pt x="275" y="396"/>
                  </a:cubicBezTo>
                  <a:cubicBezTo>
                    <a:pt x="445" y="396"/>
                    <a:pt x="445" y="396"/>
                    <a:pt x="445" y="396"/>
                  </a:cubicBezTo>
                  <a:cubicBezTo>
                    <a:pt x="459" y="396"/>
                    <a:pt x="473" y="389"/>
                    <a:pt x="473" y="367"/>
                  </a:cubicBezTo>
                  <a:cubicBezTo>
                    <a:pt x="473" y="353"/>
                    <a:pt x="459" y="339"/>
                    <a:pt x="445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8" y="106"/>
                    <a:pt x="388" y="85"/>
                  </a:cubicBezTo>
                  <a:cubicBezTo>
                    <a:pt x="388" y="28"/>
                    <a:pt x="388" y="28"/>
                    <a:pt x="388" y="28"/>
                  </a:cubicBezTo>
                  <a:cubicBezTo>
                    <a:pt x="388" y="14"/>
                    <a:pt x="403" y="0"/>
                    <a:pt x="417" y="0"/>
                  </a:cubicBezTo>
                  <a:cubicBezTo>
                    <a:pt x="431" y="0"/>
                    <a:pt x="445" y="14"/>
                    <a:pt x="445" y="28"/>
                  </a:cubicBezTo>
                  <a:cubicBezTo>
                    <a:pt x="445" y="85"/>
                    <a:pt x="445" y="85"/>
                    <a:pt x="445" y="85"/>
                  </a:cubicBezTo>
                  <a:cubicBezTo>
                    <a:pt x="445" y="106"/>
                    <a:pt x="431" y="113"/>
                    <a:pt x="417" y="113"/>
                  </a:cubicBezTo>
                  <a:close/>
                  <a:moveTo>
                    <a:pt x="275" y="113"/>
                  </a:moveTo>
                  <a:lnTo>
                    <a:pt x="275" y="113"/>
                  </a:lnTo>
                  <a:cubicBezTo>
                    <a:pt x="261" y="113"/>
                    <a:pt x="247" y="106"/>
                    <a:pt x="247" y="85"/>
                  </a:cubicBezTo>
                  <a:cubicBezTo>
                    <a:pt x="247" y="28"/>
                    <a:pt x="247" y="28"/>
                    <a:pt x="247" y="28"/>
                  </a:cubicBezTo>
                  <a:cubicBezTo>
                    <a:pt x="247" y="14"/>
                    <a:pt x="261" y="0"/>
                    <a:pt x="275" y="0"/>
                  </a:cubicBezTo>
                  <a:cubicBezTo>
                    <a:pt x="289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89" y="113"/>
                    <a:pt x="275" y="113"/>
                  </a:cubicBezTo>
                  <a:close/>
                  <a:moveTo>
                    <a:pt x="134" y="113"/>
                  </a:moveTo>
                  <a:lnTo>
                    <a:pt x="134" y="113"/>
                  </a:lnTo>
                  <a:cubicBezTo>
                    <a:pt x="120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0" y="0"/>
                    <a:pt x="134" y="0"/>
                  </a:cubicBezTo>
                  <a:cubicBezTo>
                    <a:pt x="148" y="0"/>
                    <a:pt x="162" y="14"/>
                    <a:pt x="162" y="28"/>
                  </a:cubicBezTo>
                  <a:cubicBezTo>
                    <a:pt x="162" y="85"/>
                    <a:pt x="162" y="85"/>
                    <a:pt x="162" y="85"/>
                  </a:cubicBezTo>
                  <a:cubicBezTo>
                    <a:pt x="162" y="106"/>
                    <a:pt x="148" y="113"/>
                    <a:pt x="134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4"/>
            <p:cNvSpPr/>
            <p:nvPr/>
          </p:nvSpPr>
          <p:spPr>
            <a:xfrm>
              <a:off x="3155950" y="2640013"/>
              <a:ext cx="206375" cy="219075"/>
            </a:xfrm>
            <a:custGeom>
              <a:rect b="b" l="l" r="r" t="t"/>
              <a:pathLst>
                <a:path extrusionOk="0" h="609" w="573">
                  <a:moveTo>
                    <a:pt x="544" y="551"/>
                  </a:moveTo>
                  <a:lnTo>
                    <a:pt x="544" y="551"/>
                  </a:lnTo>
                  <a:cubicBezTo>
                    <a:pt x="515" y="551"/>
                    <a:pt x="515" y="551"/>
                    <a:pt x="515" y="551"/>
                  </a:cubicBezTo>
                  <a:cubicBezTo>
                    <a:pt x="515" y="580"/>
                    <a:pt x="515" y="580"/>
                    <a:pt x="515" y="580"/>
                  </a:cubicBezTo>
                  <a:cubicBezTo>
                    <a:pt x="515" y="594"/>
                    <a:pt x="508" y="608"/>
                    <a:pt x="487" y="608"/>
                  </a:cubicBezTo>
                  <a:cubicBezTo>
                    <a:pt x="473" y="608"/>
                    <a:pt x="459" y="594"/>
                    <a:pt x="459" y="580"/>
                  </a:cubicBezTo>
                  <a:cubicBezTo>
                    <a:pt x="459" y="551"/>
                    <a:pt x="459" y="551"/>
                    <a:pt x="459" y="551"/>
                  </a:cubicBezTo>
                  <a:cubicBezTo>
                    <a:pt x="431" y="551"/>
                    <a:pt x="431" y="551"/>
                    <a:pt x="431" y="551"/>
                  </a:cubicBezTo>
                  <a:cubicBezTo>
                    <a:pt x="417" y="551"/>
                    <a:pt x="402" y="537"/>
                    <a:pt x="402" y="523"/>
                  </a:cubicBezTo>
                  <a:cubicBezTo>
                    <a:pt x="402" y="502"/>
                    <a:pt x="417" y="495"/>
                    <a:pt x="431" y="495"/>
                  </a:cubicBezTo>
                  <a:cubicBezTo>
                    <a:pt x="459" y="495"/>
                    <a:pt x="459" y="495"/>
                    <a:pt x="459" y="495"/>
                  </a:cubicBezTo>
                  <a:cubicBezTo>
                    <a:pt x="459" y="467"/>
                    <a:pt x="459" y="467"/>
                    <a:pt x="459" y="467"/>
                  </a:cubicBezTo>
                  <a:cubicBezTo>
                    <a:pt x="459" y="445"/>
                    <a:pt x="473" y="438"/>
                    <a:pt x="487" y="438"/>
                  </a:cubicBezTo>
                  <a:cubicBezTo>
                    <a:pt x="508" y="438"/>
                    <a:pt x="515" y="445"/>
                    <a:pt x="515" y="467"/>
                  </a:cubicBezTo>
                  <a:cubicBezTo>
                    <a:pt x="515" y="495"/>
                    <a:pt x="515" y="495"/>
                    <a:pt x="515" y="495"/>
                  </a:cubicBezTo>
                  <a:cubicBezTo>
                    <a:pt x="544" y="495"/>
                    <a:pt x="544" y="495"/>
                    <a:pt x="544" y="495"/>
                  </a:cubicBezTo>
                  <a:cubicBezTo>
                    <a:pt x="565" y="495"/>
                    <a:pt x="572" y="502"/>
                    <a:pt x="572" y="523"/>
                  </a:cubicBezTo>
                  <a:cubicBezTo>
                    <a:pt x="572" y="537"/>
                    <a:pt x="565" y="551"/>
                    <a:pt x="544" y="551"/>
                  </a:cubicBezTo>
                  <a:close/>
                  <a:moveTo>
                    <a:pt x="487" y="410"/>
                  </a:moveTo>
                  <a:lnTo>
                    <a:pt x="487" y="410"/>
                  </a:lnTo>
                  <a:cubicBezTo>
                    <a:pt x="459" y="410"/>
                    <a:pt x="431" y="431"/>
                    <a:pt x="431" y="467"/>
                  </a:cubicBezTo>
                  <a:cubicBezTo>
                    <a:pt x="402" y="467"/>
                    <a:pt x="374" y="488"/>
                    <a:pt x="374" y="523"/>
                  </a:cubicBezTo>
                  <a:cubicBezTo>
                    <a:pt x="374" y="551"/>
                    <a:pt x="402" y="580"/>
                    <a:pt x="431" y="580"/>
                  </a:cubicBezTo>
                  <a:cubicBezTo>
                    <a:pt x="431" y="608"/>
                    <a:pt x="431" y="608"/>
                    <a:pt x="431" y="608"/>
                  </a:cubicBez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4" y="56"/>
                    <a:pt x="2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7" y="120"/>
                    <a:pt x="99" y="141"/>
                    <a:pt x="134" y="141"/>
                  </a:cubicBezTo>
                  <a:cubicBezTo>
                    <a:pt x="162" y="141"/>
                    <a:pt x="190" y="120"/>
                    <a:pt x="190" y="85"/>
                  </a:cubicBezTo>
                  <a:cubicBezTo>
                    <a:pt x="190" y="56"/>
                    <a:pt x="190" y="56"/>
                    <a:pt x="190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0" y="141"/>
                    <a:pt x="275" y="141"/>
                  </a:cubicBezTo>
                  <a:cubicBezTo>
                    <a:pt x="304" y="141"/>
                    <a:pt x="332" y="120"/>
                    <a:pt x="332" y="85"/>
                  </a:cubicBezTo>
                  <a:cubicBezTo>
                    <a:pt x="332" y="56"/>
                    <a:pt x="332" y="56"/>
                    <a:pt x="332" y="56"/>
                  </a:cubicBezTo>
                  <a:cubicBezTo>
                    <a:pt x="360" y="56"/>
                    <a:pt x="360" y="56"/>
                    <a:pt x="360" y="56"/>
                  </a:cubicBezTo>
                  <a:cubicBezTo>
                    <a:pt x="360" y="85"/>
                    <a:pt x="360" y="85"/>
                    <a:pt x="360" y="85"/>
                  </a:cubicBezTo>
                  <a:cubicBezTo>
                    <a:pt x="360" y="120"/>
                    <a:pt x="381" y="141"/>
                    <a:pt x="417" y="141"/>
                  </a:cubicBezTo>
                  <a:cubicBezTo>
                    <a:pt x="445" y="141"/>
                    <a:pt x="473" y="120"/>
                    <a:pt x="473" y="85"/>
                  </a:cubicBezTo>
                  <a:cubicBezTo>
                    <a:pt x="473" y="56"/>
                    <a:pt x="473" y="56"/>
                    <a:pt x="473" y="56"/>
                  </a:cubicBezTo>
                  <a:cubicBezTo>
                    <a:pt x="515" y="56"/>
                    <a:pt x="515" y="56"/>
                    <a:pt x="515" y="56"/>
                  </a:cubicBezTo>
                  <a:cubicBezTo>
                    <a:pt x="537" y="56"/>
                    <a:pt x="544" y="71"/>
                    <a:pt x="544" y="85"/>
                  </a:cubicBezTo>
                  <a:cubicBezTo>
                    <a:pt x="544" y="467"/>
                    <a:pt x="544" y="467"/>
                    <a:pt x="544" y="467"/>
                  </a:cubicBezTo>
                  <a:cubicBezTo>
                    <a:pt x="544" y="431"/>
                    <a:pt x="523" y="410"/>
                    <a:pt x="487" y="410"/>
                  </a:cubicBezTo>
                  <a:close/>
                  <a:moveTo>
                    <a:pt x="77" y="488"/>
                  </a:moveTo>
                  <a:lnTo>
                    <a:pt x="77" y="488"/>
                  </a:lnTo>
                  <a:cubicBezTo>
                    <a:pt x="77" y="502"/>
                    <a:pt x="84" y="509"/>
                    <a:pt x="99" y="509"/>
                  </a:cubicBezTo>
                  <a:cubicBezTo>
                    <a:pt x="275" y="509"/>
                    <a:pt x="275" y="509"/>
                    <a:pt x="275" y="509"/>
                  </a:cubicBezTo>
                  <a:cubicBezTo>
                    <a:pt x="289" y="509"/>
                    <a:pt x="304" y="502"/>
                    <a:pt x="304" y="488"/>
                  </a:cubicBezTo>
                  <a:cubicBezTo>
                    <a:pt x="304" y="474"/>
                    <a:pt x="289" y="467"/>
                    <a:pt x="275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4" y="467"/>
                    <a:pt x="77" y="474"/>
                    <a:pt x="77" y="488"/>
                  </a:cubicBezTo>
                  <a:close/>
                  <a:moveTo>
                    <a:pt x="106" y="396"/>
                  </a:moveTo>
                  <a:lnTo>
                    <a:pt x="106" y="396"/>
                  </a:lnTo>
                  <a:cubicBezTo>
                    <a:pt x="226" y="396"/>
                    <a:pt x="226" y="396"/>
                    <a:pt x="226" y="396"/>
                  </a:cubicBezTo>
                  <a:cubicBezTo>
                    <a:pt x="275" y="396"/>
                    <a:pt x="275" y="396"/>
                    <a:pt x="275" y="396"/>
                  </a:cubicBezTo>
                  <a:cubicBezTo>
                    <a:pt x="282" y="396"/>
                    <a:pt x="282" y="396"/>
                    <a:pt x="282" y="396"/>
                  </a:cubicBezTo>
                  <a:cubicBezTo>
                    <a:pt x="318" y="396"/>
                    <a:pt x="318" y="396"/>
                    <a:pt x="318" y="396"/>
                  </a:cubicBezTo>
                  <a:cubicBezTo>
                    <a:pt x="346" y="396"/>
                    <a:pt x="346" y="396"/>
                    <a:pt x="346" y="396"/>
                  </a:cubicBezTo>
                  <a:cubicBezTo>
                    <a:pt x="367" y="396"/>
                    <a:pt x="374" y="389"/>
                    <a:pt x="374" y="367"/>
                  </a:cubicBezTo>
                  <a:cubicBezTo>
                    <a:pt x="374" y="353"/>
                    <a:pt x="367" y="339"/>
                    <a:pt x="346" y="339"/>
                  </a:cubicBezTo>
                  <a:cubicBezTo>
                    <a:pt x="282" y="339"/>
                    <a:pt x="282" y="339"/>
                    <a:pt x="282" y="339"/>
                  </a:cubicBezTo>
                  <a:cubicBezTo>
                    <a:pt x="275" y="339"/>
                    <a:pt x="275" y="339"/>
                    <a:pt x="275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84" y="339"/>
                    <a:pt x="77" y="353"/>
                    <a:pt x="77" y="367"/>
                  </a:cubicBezTo>
                  <a:cubicBezTo>
                    <a:pt x="77" y="389"/>
                    <a:pt x="84" y="396"/>
                    <a:pt x="106" y="396"/>
                  </a:cubicBezTo>
                  <a:close/>
                  <a:moveTo>
                    <a:pt x="445" y="219"/>
                  </a:moveTo>
                  <a:lnTo>
                    <a:pt x="445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84" y="219"/>
                    <a:pt x="77" y="233"/>
                    <a:pt x="77" y="247"/>
                  </a:cubicBezTo>
                  <a:cubicBezTo>
                    <a:pt x="77" y="262"/>
                    <a:pt x="84" y="276"/>
                    <a:pt x="106" y="276"/>
                  </a:cubicBezTo>
                  <a:cubicBezTo>
                    <a:pt x="445" y="276"/>
                    <a:pt x="445" y="276"/>
                    <a:pt x="445" y="276"/>
                  </a:cubicBezTo>
                  <a:cubicBezTo>
                    <a:pt x="459" y="276"/>
                    <a:pt x="473" y="262"/>
                    <a:pt x="473" y="247"/>
                  </a:cubicBezTo>
                  <a:cubicBezTo>
                    <a:pt x="473" y="233"/>
                    <a:pt x="459" y="219"/>
                    <a:pt x="445" y="21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395" y="113"/>
                    <a:pt x="388" y="106"/>
                    <a:pt x="388" y="85"/>
                  </a:cubicBezTo>
                  <a:cubicBezTo>
                    <a:pt x="388" y="28"/>
                    <a:pt x="388" y="28"/>
                    <a:pt x="388" y="28"/>
                  </a:cubicBezTo>
                  <a:cubicBezTo>
                    <a:pt x="388" y="14"/>
                    <a:pt x="395" y="0"/>
                    <a:pt x="417" y="0"/>
                  </a:cubicBezTo>
                  <a:cubicBezTo>
                    <a:pt x="431" y="0"/>
                    <a:pt x="445" y="14"/>
                    <a:pt x="445" y="28"/>
                  </a:cubicBezTo>
                  <a:cubicBezTo>
                    <a:pt x="445" y="85"/>
                    <a:pt x="445" y="85"/>
                    <a:pt x="445" y="85"/>
                  </a:cubicBezTo>
                  <a:cubicBezTo>
                    <a:pt x="445" y="106"/>
                    <a:pt x="431" y="113"/>
                    <a:pt x="417" y="113"/>
                  </a:cubicBezTo>
                  <a:close/>
                  <a:moveTo>
                    <a:pt x="275" y="113"/>
                  </a:moveTo>
                  <a:lnTo>
                    <a:pt x="275" y="113"/>
                  </a:lnTo>
                  <a:cubicBezTo>
                    <a:pt x="254" y="113"/>
                    <a:pt x="247" y="106"/>
                    <a:pt x="247" y="85"/>
                  </a:cubicBezTo>
                  <a:cubicBezTo>
                    <a:pt x="247" y="28"/>
                    <a:pt x="247" y="28"/>
                    <a:pt x="247" y="28"/>
                  </a:cubicBezTo>
                  <a:cubicBezTo>
                    <a:pt x="247" y="14"/>
                    <a:pt x="254" y="0"/>
                    <a:pt x="275" y="0"/>
                  </a:cubicBezTo>
                  <a:cubicBezTo>
                    <a:pt x="289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89" y="113"/>
                    <a:pt x="275" y="113"/>
                  </a:cubicBezTo>
                  <a:close/>
                  <a:moveTo>
                    <a:pt x="134" y="113"/>
                  </a:moveTo>
                  <a:lnTo>
                    <a:pt x="134" y="113"/>
                  </a:lnTo>
                  <a:cubicBezTo>
                    <a:pt x="113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13" y="0"/>
                    <a:pt x="134" y="0"/>
                  </a:cubicBezTo>
                  <a:cubicBezTo>
                    <a:pt x="148" y="0"/>
                    <a:pt x="162" y="14"/>
                    <a:pt x="162" y="28"/>
                  </a:cubicBezTo>
                  <a:cubicBezTo>
                    <a:pt x="162" y="85"/>
                    <a:pt x="162" y="85"/>
                    <a:pt x="162" y="85"/>
                  </a:cubicBezTo>
                  <a:cubicBezTo>
                    <a:pt x="162" y="106"/>
                    <a:pt x="148" y="113"/>
                    <a:pt x="134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4"/>
            <p:cNvSpPr/>
            <p:nvPr/>
          </p:nvSpPr>
          <p:spPr>
            <a:xfrm>
              <a:off x="2778125" y="2638425"/>
              <a:ext cx="206375" cy="217488"/>
            </a:xfrm>
            <a:custGeom>
              <a:rect b="b" l="l" r="r" t="t"/>
              <a:pathLst>
                <a:path extrusionOk="0" h="602" w="573">
                  <a:moveTo>
                    <a:pt x="530" y="516"/>
                  </a:moveTo>
                  <a:lnTo>
                    <a:pt x="530" y="516"/>
                  </a:lnTo>
                  <a:cubicBezTo>
                    <a:pt x="565" y="558"/>
                    <a:pt x="565" y="558"/>
                    <a:pt x="565" y="558"/>
                  </a:cubicBezTo>
                  <a:cubicBezTo>
                    <a:pt x="572" y="558"/>
                    <a:pt x="572" y="565"/>
                    <a:pt x="572" y="572"/>
                  </a:cubicBezTo>
                  <a:cubicBezTo>
                    <a:pt x="572" y="594"/>
                    <a:pt x="558" y="601"/>
                    <a:pt x="544" y="601"/>
                  </a:cubicBezTo>
                  <a:cubicBezTo>
                    <a:pt x="537" y="601"/>
                    <a:pt x="530" y="601"/>
                    <a:pt x="522" y="594"/>
                  </a:cubicBezTo>
                  <a:cubicBezTo>
                    <a:pt x="487" y="558"/>
                    <a:pt x="487" y="558"/>
                    <a:pt x="487" y="558"/>
                  </a:cubicBezTo>
                  <a:cubicBezTo>
                    <a:pt x="452" y="594"/>
                    <a:pt x="452" y="594"/>
                    <a:pt x="452" y="594"/>
                  </a:cubicBezTo>
                  <a:cubicBezTo>
                    <a:pt x="445" y="601"/>
                    <a:pt x="438" y="601"/>
                    <a:pt x="431" y="601"/>
                  </a:cubicBezTo>
                  <a:cubicBezTo>
                    <a:pt x="417" y="601"/>
                    <a:pt x="402" y="594"/>
                    <a:pt x="402" y="572"/>
                  </a:cubicBezTo>
                  <a:cubicBezTo>
                    <a:pt x="402" y="565"/>
                    <a:pt x="402" y="558"/>
                    <a:pt x="409" y="558"/>
                  </a:cubicBezTo>
                  <a:cubicBezTo>
                    <a:pt x="445" y="516"/>
                    <a:pt x="445" y="516"/>
                    <a:pt x="445" y="516"/>
                  </a:cubicBezTo>
                  <a:cubicBezTo>
                    <a:pt x="409" y="481"/>
                    <a:pt x="409" y="481"/>
                    <a:pt x="409" y="481"/>
                  </a:cubicBezTo>
                  <a:cubicBezTo>
                    <a:pt x="402" y="474"/>
                    <a:pt x="402" y="467"/>
                    <a:pt x="402" y="459"/>
                  </a:cubicBezTo>
                  <a:cubicBezTo>
                    <a:pt x="402" y="445"/>
                    <a:pt x="417" y="431"/>
                    <a:pt x="431" y="431"/>
                  </a:cubicBezTo>
                  <a:cubicBezTo>
                    <a:pt x="438" y="431"/>
                    <a:pt x="445" y="438"/>
                    <a:pt x="452" y="445"/>
                  </a:cubicBezTo>
                  <a:cubicBezTo>
                    <a:pt x="487" y="481"/>
                    <a:pt x="487" y="481"/>
                    <a:pt x="487" y="481"/>
                  </a:cubicBezTo>
                  <a:cubicBezTo>
                    <a:pt x="522" y="445"/>
                    <a:pt x="522" y="445"/>
                    <a:pt x="522" y="445"/>
                  </a:cubicBezTo>
                  <a:cubicBezTo>
                    <a:pt x="530" y="438"/>
                    <a:pt x="537" y="431"/>
                    <a:pt x="544" y="431"/>
                  </a:cubicBezTo>
                  <a:cubicBezTo>
                    <a:pt x="558" y="431"/>
                    <a:pt x="572" y="445"/>
                    <a:pt x="572" y="459"/>
                  </a:cubicBezTo>
                  <a:cubicBezTo>
                    <a:pt x="572" y="467"/>
                    <a:pt x="572" y="474"/>
                    <a:pt x="565" y="481"/>
                  </a:cubicBezTo>
                  <a:lnTo>
                    <a:pt x="530" y="516"/>
                  </a:lnTo>
                  <a:close/>
                  <a:moveTo>
                    <a:pt x="501" y="424"/>
                  </a:moveTo>
                  <a:lnTo>
                    <a:pt x="501" y="424"/>
                  </a:lnTo>
                  <a:cubicBezTo>
                    <a:pt x="487" y="438"/>
                    <a:pt x="487" y="438"/>
                    <a:pt x="487" y="438"/>
                  </a:cubicBezTo>
                  <a:cubicBezTo>
                    <a:pt x="473" y="424"/>
                    <a:pt x="473" y="424"/>
                    <a:pt x="473" y="424"/>
                  </a:cubicBezTo>
                  <a:cubicBezTo>
                    <a:pt x="459" y="410"/>
                    <a:pt x="445" y="403"/>
                    <a:pt x="431" y="403"/>
                  </a:cubicBezTo>
                  <a:cubicBezTo>
                    <a:pt x="402" y="403"/>
                    <a:pt x="374" y="431"/>
                    <a:pt x="374" y="459"/>
                  </a:cubicBezTo>
                  <a:cubicBezTo>
                    <a:pt x="374" y="481"/>
                    <a:pt x="381" y="495"/>
                    <a:pt x="388" y="502"/>
                  </a:cubicBezTo>
                  <a:cubicBezTo>
                    <a:pt x="409" y="516"/>
                    <a:pt x="409" y="516"/>
                    <a:pt x="409" y="516"/>
                  </a:cubicBezTo>
                  <a:cubicBezTo>
                    <a:pt x="388" y="537"/>
                    <a:pt x="388" y="537"/>
                    <a:pt x="388" y="537"/>
                  </a:cubicBezTo>
                  <a:cubicBezTo>
                    <a:pt x="381" y="544"/>
                    <a:pt x="374" y="558"/>
                    <a:pt x="374" y="572"/>
                  </a:cubicBezTo>
                  <a:cubicBezTo>
                    <a:pt x="374" y="587"/>
                    <a:pt x="374" y="594"/>
                    <a:pt x="381" y="601"/>
                  </a:cubicBezTo>
                  <a:cubicBezTo>
                    <a:pt x="28" y="601"/>
                    <a:pt x="28" y="601"/>
                    <a:pt x="28" y="601"/>
                  </a:cubicBezTo>
                  <a:cubicBezTo>
                    <a:pt x="7" y="601"/>
                    <a:pt x="0" y="594"/>
                    <a:pt x="0" y="57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7" y="56"/>
                    <a:pt x="28" y="56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70" y="85"/>
                    <a:pt x="70" y="85"/>
                    <a:pt x="70" y="85"/>
                  </a:cubicBezTo>
                  <a:cubicBezTo>
                    <a:pt x="70" y="113"/>
                    <a:pt x="98" y="141"/>
                    <a:pt x="127" y="141"/>
                  </a:cubicBezTo>
                  <a:cubicBezTo>
                    <a:pt x="162" y="141"/>
                    <a:pt x="183" y="113"/>
                    <a:pt x="183" y="85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11" y="85"/>
                    <a:pt x="211" y="85"/>
                    <a:pt x="211" y="85"/>
                  </a:cubicBezTo>
                  <a:cubicBezTo>
                    <a:pt x="211" y="113"/>
                    <a:pt x="240" y="141"/>
                    <a:pt x="268" y="141"/>
                  </a:cubicBezTo>
                  <a:cubicBezTo>
                    <a:pt x="303" y="141"/>
                    <a:pt x="325" y="113"/>
                    <a:pt x="325" y="85"/>
                  </a:cubicBezTo>
                  <a:cubicBezTo>
                    <a:pt x="325" y="56"/>
                    <a:pt x="325" y="56"/>
                    <a:pt x="325" y="56"/>
                  </a:cubicBezTo>
                  <a:cubicBezTo>
                    <a:pt x="353" y="56"/>
                    <a:pt x="353" y="56"/>
                    <a:pt x="353" y="56"/>
                  </a:cubicBezTo>
                  <a:cubicBezTo>
                    <a:pt x="353" y="85"/>
                    <a:pt x="353" y="85"/>
                    <a:pt x="353" y="85"/>
                  </a:cubicBezTo>
                  <a:cubicBezTo>
                    <a:pt x="353" y="113"/>
                    <a:pt x="381" y="141"/>
                    <a:pt x="409" y="141"/>
                  </a:cubicBezTo>
                  <a:cubicBezTo>
                    <a:pt x="445" y="141"/>
                    <a:pt x="466" y="113"/>
                    <a:pt x="466" y="85"/>
                  </a:cubicBezTo>
                  <a:cubicBezTo>
                    <a:pt x="466" y="56"/>
                    <a:pt x="466" y="56"/>
                    <a:pt x="466" y="56"/>
                  </a:cubicBezTo>
                  <a:cubicBezTo>
                    <a:pt x="515" y="56"/>
                    <a:pt x="515" y="56"/>
                    <a:pt x="515" y="56"/>
                  </a:cubicBezTo>
                  <a:cubicBezTo>
                    <a:pt x="530" y="56"/>
                    <a:pt x="544" y="71"/>
                    <a:pt x="544" y="85"/>
                  </a:cubicBezTo>
                  <a:cubicBezTo>
                    <a:pt x="544" y="403"/>
                    <a:pt x="544" y="403"/>
                    <a:pt x="544" y="403"/>
                  </a:cubicBezTo>
                  <a:cubicBezTo>
                    <a:pt x="530" y="403"/>
                    <a:pt x="515" y="410"/>
                    <a:pt x="501" y="424"/>
                  </a:cubicBezTo>
                  <a:close/>
                  <a:moveTo>
                    <a:pt x="353" y="367"/>
                  </a:moveTo>
                  <a:lnTo>
                    <a:pt x="353" y="367"/>
                  </a:lnTo>
                  <a:cubicBezTo>
                    <a:pt x="353" y="353"/>
                    <a:pt x="346" y="339"/>
                    <a:pt x="325" y="339"/>
                  </a:cubicBezTo>
                  <a:cubicBezTo>
                    <a:pt x="268" y="339"/>
                    <a:pt x="268" y="339"/>
                    <a:pt x="268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98" y="339"/>
                    <a:pt x="98" y="339"/>
                    <a:pt x="98" y="339"/>
                  </a:cubicBezTo>
                  <a:cubicBezTo>
                    <a:pt x="84" y="339"/>
                    <a:pt x="70" y="353"/>
                    <a:pt x="70" y="367"/>
                  </a:cubicBezTo>
                  <a:cubicBezTo>
                    <a:pt x="70" y="382"/>
                    <a:pt x="84" y="396"/>
                    <a:pt x="98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68" y="396"/>
                    <a:pt x="268" y="396"/>
                    <a:pt x="268" y="396"/>
                  </a:cubicBezTo>
                  <a:cubicBezTo>
                    <a:pt x="325" y="396"/>
                    <a:pt x="325" y="396"/>
                    <a:pt x="325" y="396"/>
                  </a:cubicBezTo>
                  <a:cubicBezTo>
                    <a:pt x="346" y="396"/>
                    <a:pt x="353" y="382"/>
                    <a:pt x="353" y="367"/>
                  </a:cubicBezTo>
                  <a:close/>
                  <a:moveTo>
                    <a:pt x="70" y="488"/>
                  </a:moveTo>
                  <a:lnTo>
                    <a:pt x="70" y="488"/>
                  </a:lnTo>
                  <a:cubicBezTo>
                    <a:pt x="70" y="502"/>
                    <a:pt x="84" y="509"/>
                    <a:pt x="98" y="509"/>
                  </a:cubicBezTo>
                  <a:cubicBezTo>
                    <a:pt x="275" y="509"/>
                    <a:pt x="275" y="509"/>
                    <a:pt x="275" y="509"/>
                  </a:cubicBezTo>
                  <a:cubicBezTo>
                    <a:pt x="289" y="509"/>
                    <a:pt x="296" y="502"/>
                    <a:pt x="296" y="488"/>
                  </a:cubicBezTo>
                  <a:cubicBezTo>
                    <a:pt x="296" y="474"/>
                    <a:pt x="289" y="459"/>
                    <a:pt x="275" y="459"/>
                  </a:cubicBezTo>
                  <a:cubicBezTo>
                    <a:pt x="98" y="459"/>
                    <a:pt x="98" y="459"/>
                    <a:pt x="98" y="459"/>
                  </a:cubicBezTo>
                  <a:cubicBezTo>
                    <a:pt x="84" y="459"/>
                    <a:pt x="70" y="474"/>
                    <a:pt x="70" y="488"/>
                  </a:cubicBezTo>
                  <a:close/>
                  <a:moveTo>
                    <a:pt x="438" y="219"/>
                  </a:moveTo>
                  <a:lnTo>
                    <a:pt x="438" y="219"/>
                  </a:lnTo>
                  <a:cubicBezTo>
                    <a:pt x="98" y="219"/>
                    <a:pt x="98" y="219"/>
                    <a:pt x="98" y="219"/>
                  </a:cubicBezTo>
                  <a:cubicBezTo>
                    <a:pt x="84" y="219"/>
                    <a:pt x="70" y="226"/>
                    <a:pt x="70" y="247"/>
                  </a:cubicBezTo>
                  <a:cubicBezTo>
                    <a:pt x="70" y="261"/>
                    <a:pt x="84" y="276"/>
                    <a:pt x="9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59" y="276"/>
                    <a:pt x="466" y="261"/>
                    <a:pt x="466" y="247"/>
                  </a:cubicBezTo>
                  <a:cubicBezTo>
                    <a:pt x="466" y="226"/>
                    <a:pt x="459" y="219"/>
                    <a:pt x="438" y="219"/>
                  </a:cubicBezTo>
                  <a:close/>
                  <a:moveTo>
                    <a:pt x="409" y="113"/>
                  </a:moveTo>
                  <a:lnTo>
                    <a:pt x="409" y="113"/>
                  </a:lnTo>
                  <a:cubicBezTo>
                    <a:pt x="395" y="113"/>
                    <a:pt x="381" y="99"/>
                    <a:pt x="381" y="85"/>
                  </a:cubicBezTo>
                  <a:cubicBezTo>
                    <a:pt x="381" y="28"/>
                    <a:pt x="381" y="28"/>
                    <a:pt x="381" y="28"/>
                  </a:cubicBezTo>
                  <a:cubicBezTo>
                    <a:pt x="381" y="14"/>
                    <a:pt x="395" y="0"/>
                    <a:pt x="409" y="0"/>
                  </a:cubicBezTo>
                  <a:cubicBezTo>
                    <a:pt x="431" y="0"/>
                    <a:pt x="438" y="14"/>
                    <a:pt x="438" y="28"/>
                  </a:cubicBezTo>
                  <a:cubicBezTo>
                    <a:pt x="438" y="85"/>
                    <a:pt x="438" y="85"/>
                    <a:pt x="438" y="85"/>
                  </a:cubicBezTo>
                  <a:cubicBezTo>
                    <a:pt x="438" y="99"/>
                    <a:pt x="431" y="113"/>
                    <a:pt x="409" y="113"/>
                  </a:cubicBezTo>
                  <a:close/>
                  <a:moveTo>
                    <a:pt x="268" y="113"/>
                  </a:moveTo>
                  <a:lnTo>
                    <a:pt x="268" y="113"/>
                  </a:lnTo>
                  <a:cubicBezTo>
                    <a:pt x="254" y="113"/>
                    <a:pt x="240" y="99"/>
                    <a:pt x="240" y="85"/>
                  </a:cubicBezTo>
                  <a:cubicBezTo>
                    <a:pt x="240" y="28"/>
                    <a:pt x="240" y="28"/>
                    <a:pt x="240" y="28"/>
                  </a:cubicBezTo>
                  <a:cubicBezTo>
                    <a:pt x="240" y="14"/>
                    <a:pt x="254" y="0"/>
                    <a:pt x="268" y="0"/>
                  </a:cubicBezTo>
                  <a:cubicBezTo>
                    <a:pt x="289" y="0"/>
                    <a:pt x="296" y="14"/>
                    <a:pt x="296" y="28"/>
                  </a:cubicBezTo>
                  <a:cubicBezTo>
                    <a:pt x="296" y="85"/>
                    <a:pt x="296" y="85"/>
                    <a:pt x="296" y="85"/>
                  </a:cubicBezTo>
                  <a:cubicBezTo>
                    <a:pt x="296" y="99"/>
                    <a:pt x="289" y="113"/>
                    <a:pt x="268" y="113"/>
                  </a:cubicBezTo>
                  <a:close/>
                  <a:moveTo>
                    <a:pt x="127" y="113"/>
                  </a:moveTo>
                  <a:lnTo>
                    <a:pt x="127" y="113"/>
                  </a:lnTo>
                  <a:cubicBezTo>
                    <a:pt x="113" y="113"/>
                    <a:pt x="98" y="99"/>
                    <a:pt x="98" y="85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8" y="14"/>
                    <a:pt x="113" y="0"/>
                    <a:pt x="127" y="0"/>
                  </a:cubicBezTo>
                  <a:cubicBezTo>
                    <a:pt x="148" y="0"/>
                    <a:pt x="155" y="14"/>
                    <a:pt x="155" y="28"/>
                  </a:cubicBezTo>
                  <a:cubicBezTo>
                    <a:pt x="155" y="85"/>
                    <a:pt x="155" y="85"/>
                    <a:pt x="155" y="85"/>
                  </a:cubicBezTo>
                  <a:cubicBezTo>
                    <a:pt x="155" y="99"/>
                    <a:pt x="148" y="113"/>
                    <a:pt x="127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4"/>
            <p:cNvSpPr/>
            <p:nvPr/>
          </p:nvSpPr>
          <p:spPr>
            <a:xfrm>
              <a:off x="2395538" y="2640013"/>
              <a:ext cx="209550" cy="219075"/>
            </a:xfrm>
            <a:custGeom>
              <a:rect b="b" l="l" r="r" t="t"/>
              <a:pathLst>
                <a:path extrusionOk="0" h="609" w="581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4"/>
            <p:cNvSpPr/>
            <p:nvPr/>
          </p:nvSpPr>
          <p:spPr>
            <a:xfrm>
              <a:off x="2016125" y="2640013"/>
              <a:ext cx="196850" cy="219075"/>
            </a:xfrm>
            <a:custGeom>
              <a:rect b="b" l="l" r="r" t="t"/>
              <a:pathLst>
                <a:path extrusionOk="0" h="609" w="545">
                  <a:moveTo>
                    <a:pt x="516" y="608"/>
                  </a:moveTo>
                  <a:lnTo>
                    <a:pt x="516" y="608"/>
                  </a:lnTo>
                  <a:cubicBezTo>
                    <a:pt x="29" y="608"/>
                    <a:pt x="29" y="608"/>
                    <a:pt x="29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4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99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1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2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16" y="56"/>
                    <a:pt x="516" y="56"/>
                    <a:pt x="516" y="56"/>
                  </a:cubicBezTo>
                  <a:cubicBezTo>
                    <a:pt x="537" y="56"/>
                    <a:pt x="544" y="71"/>
                    <a:pt x="544" y="85"/>
                  </a:cubicBezTo>
                  <a:cubicBezTo>
                    <a:pt x="544" y="580"/>
                    <a:pt x="544" y="580"/>
                    <a:pt x="544" y="580"/>
                  </a:cubicBezTo>
                  <a:cubicBezTo>
                    <a:pt x="544" y="594"/>
                    <a:pt x="537" y="608"/>
                    <a:pt x="516" y="60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85" y="219"/>
                    <a:pt x="78" y="233"/>
                    <a:pt x="78" y="247"/>
                  </a:cubicBezTo>
                  <a:cubicBezTo>
                    <a:pt x="78" y="262"/>
                    <a:pt x="85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106" y="339"/>
                    <a:pt x="106" y="339"/>
                    <a:pt x="106" y="339"/>
                  </a:cubicBezTo>
                  <a:cubicBezTo>
                    <a:pt x="85" y="339"/>
                    <a:pt x="78" y="353"/>
                    <a:pt x="78" y="367"/>
                  </a:cubicBezTo>
                  <a:cubicBezTo>
                    <a:pt x="78" y="389"/>
                    <a:pt x="85" y="396"/>
                    <a:pt x="10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46" y="467"/>
                  </a:moveTo>
                  <a:lnTo>
                    <a:pt x="446" y="467"/>
                  </a:ln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ubicBezTo>
                    <a:pt x="78" y="502"/>
                    <a:pt x="85" y="509"/>
                    <a:pt x="99" y="509"/>
                  </a:cubicBezTo>
                  <a:cubicBezTo>
                    <a:pt x="446" y="509"/>
                    <a:pt x="446" y="509"/>
                    <a:pt x="446" y="509"/>
                  </a:cubicBezTo>
                  <a:cubicBezTo>
                    <a:pt x="460" y="509"/>
                    <a:pt x="474" y="502"/>
                    <a:pt x="474" y="488"/>
                  </a:cubicBezTo>
                  <a:cubicBezTo>
                    <a:pt x="474" y="474"/>
                    <a:pt x="460" y="467"/>
                    <a:pt x="446" y="467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396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396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55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55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13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13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4"/>
            <p:cNvSpPr/>
            <p:nvPr/>
          </p:nvSpPr>
          <p:spPr>
            <a:xfrm>
              <a:off x="6219825" y="2260600"/>
              <a:ext cx="150813" cy="217488"/>
            </a:xfrm>
            <a:custGeom>
              <a:rect b="b" l="l" r="r" t="t"/>
              <a:pathLst>
                <a:path extrusionOk="0" h="602" w="418">
                  <a:moveTo>
                    <a:pt x="417" y="276"/>
                  </a:moveTo>
                  <a:lnTo>
                    <a:pt x="417" y="276"/>
                  </a:lnTo>
                  <a:cubicBezTo>
                    <a:pt x="417" y="382"/>
                    <a:pt x="339" y="466"/>
                    <a:pt x="233" y="480"/>
                  </a:cubicBezTo>
                  <a:cubicBezTo>
                    <a:pt x="233" y="544"/>
                    <a:pt x="233" y="544"/>
                    <a:pt x="233" y="544"/>
                  </a:cubicBezTo>
                  <a:cubicBezTo>
                    <a:pt x="332" y="544"/>
                    <a:pt x="332" y="544"/>
                    <a:pt x="332" y="544"/>
                  </a:cubicBezTo>
                  <a:cubicBezTo>
                    <a:pt x="346" y="544"/>
                    <a:pt x="360" y="558"/>
                    <a:pt x="360" y="572"/>
                  </a:cubicBezTo>
                  <a:cubicBezTo>
                    <a:pt x="360" y="594"/>
                    <a:pt x="346" y="601"/>
                    <a:pt x="332" y="601"/>
                  </a:cubicBezTo>
                  <a:cubicBezTo>
                    <a:pt x="205" y="601"/>
                    <a:pt x="205" y="601"/>
                    <a:pt x="205" y="601"/>
                  </a:cubicBezTo>
                  <a:cubicBezTo>
                    <a:pt x="85" y="601"/>
                    <a:pt x="85" y="601"/>
                    <a:pt x="85" y="601"/>
                  </a:cubicBezTo>
                  <a:cubicBezTo>
                    <a:pt x="71" y="601"/>
                    <a:pt x="56" y="594"/>
                    <a:pt x="56" y="572"/>
                  </a:cubicBezTo>
                  <a:cubicBezTo>
                    <a:pt x="56" y="558"/>
                    <a:pt x="71" y="544"/>
                    <a:pt x="85" y="544"/>
                  </a:cubicBezTo>
                  <a:cubicBezTo>
                    <a:pt x="177" y="544"/>
                    <a:pt x="177" y="544"/>
                    <a:pt x="177" y="544"/>
                  </a:cubicBezTo>
                  <a:cubicBezTo>
                    <a:pt x="177" y="480"/>
                    <a:pt x="177" y="480"/>
                    <a:pt x="177" y="480"/>
                  </a:cubicBezTo>
                  <a:cubicBezTo>
                    <a:pt x="78" y="466"/>
                    <a:pt x="0" y="382"/>
                    <a:pt x="0" y="276"/>
                  </a:cubicBezTo>
                  <a:cubicBezTo>
                    <a:pt x="0" y="254"/>
                    <a:pt x="14" y="247"/>
                    <a:pt x="28" y="247"/>
                  </a:cubicBezTo>
                  <a:cubicBezTo>
                    <a:pt x="42" y="247"/>
                    <a:pt x="56" y="254"/>
                    <a:pt x="56" y="276"/>
                  </a:cubicBezTo>
                  <a:cubicBezTo>
                    <a:pt x="56" y="353"/>
                    <a:pt x="127" y="424"/>
                    <a:pt x="205" y="424"/>
                  </a:cubicBezTo>
                  <a:cubicBezTo>
                    <a:pt x="290" y="424"/>
                    <a:pt x="360" y="353"/>
                    <a:pt x="360" y="276"/>
                  </a:cubicBezTo>
                  <a:cubicBezTo>
                    <a:pt x="360" y="254"/>
                    <a:pt x="367" y="247"/>
                    <a:pt x="389" y="247"/>
                  </a:cubicBezTo>
                  <a:cubicBezTo>
                    <a:pt x="403" y="247"/>
                    <a:pt x="417" y="254"/>
                    <a:pt x="417" y="276"/>
                  </a:cubicBezTo>
                  <a:close/>
                  <a:moveTo>
                    <a:pt x="205" y="374"/>
                  </a:moveTo>
                  <a:lnTo>
                    <a:pt x="205" y="374"/>
                  </a:lnTo>
                  <a:cubicBezTo>
                    <a:pt x="141" y="374"/>
                    <a:pt x="92" y="325"/>
                    <a:pt x="92" y="261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92" y="49"/>
                    <a:pt x="141" y="0"/>
                    <a:pt x="205" y="0"/>
                  </a:cubicBezTo>
                  <a:cubicBezTo>
                    <a:pt x="269" y="0"/>
                    <a:pt x="318" y="49"/>
                    <a:pt x="318" y="113"/>
                  </a:cubicBezTo>
                  <a:cubicBezTo>
                    <a:pt x="318" y="261"/>
                    <a:pt x="318" y="261"/>
                    <a:pt x="318" y="261"/>
                  </a:cubicBezTo>
                  <a:cubicBezTo>
                    <a:pt x="318" y="325"/>
                    <a:pt x="269" y="374"/>
                    <a:pt x="205" y="3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4"/>
            <p:cNvSpPr/>
            <p:nvPr/>
          </p:nvSpPr>
          <p:spPr>
            <a:xfrm>
              <a:off x="5819775" y="2260600"/>
              <a:ext cx="188913" cy="217488"/>
            </a:xfrm>
            <a:custGeom>
              <a:rect b="b" l="l" r="r" t="t"/>
              <a:pathLst>
                <a:path extrusionOk="0" h="602" w="524">
                  <a:moveTo>
                    <a:pt x="516" y="155"/>
                  </a:moveTo>
                  <a:lnTo>
                    <a:pt x="516" y="155"/>
                  </a:lnTo>
                  <a:cubicBezTo>
                    <a:pt x="22" y="473"/>
                    <a:pt x="22" y="473"/>
                    <a:pt x="22" y="473"/>
                  </a:cubicBezTo>
                  <a:cubicBezTo>
                    <a:pt x="22" y="473"/>
                    <a:pt x="22" y="480"/>
                    <a:pt x="14" y="480"/>
                  </a:cubicBezTo>
                  <a:cubicBezTo>
                    <a:pt x="7" y="480"/>
                    <a:pt x="0" y="473"/>
                    <a:pt x="0" y="466"/>
                  </a:cubicBezTo>
                  <a:cubicBezTo>
                    <a:pt x="0" y="459"/>
                    <a:pt x="7" y="452"/>
                    <a:pt x="7" y="452"/>
                  </a:cubicBezTo>
                  <a:cubicBezTo>
                    <a:pt x="502" y="127"/>
                    <a:pt x="502" y="127"/>
                    <a:pt x="502" y="127"/>
                  </a:cubicBezTo>
                  <a:cubicBezTo>
                    <a:pt x="502" y="127"/>
                    <a:pt x="502" y="127"/>
                    <a:pt x="509" y="127"/>
                  </a:cubicBezTo>
                  <a:cubicBezTo>
                    <a:pt x="516" y="127"/>
                    <a:pt x="523" y="134"/>
                    <a:pt x="523" y="141"/>
                  </a:cubicBezTo>
                  <a:cubicBezTo>
                    <a:pt x="523" y="148"/>
                    <a:pt x="516" y="148"/>
                    <a:pt x="516" y="155"/>
                  </a:cubicBezTo>
                  <a:close/>
                  <a:moveTo>
                    <a:pt x="149" y="261"/>
                  </a:moveTo>
                  <a:lnTo>
                    <a:pt x="149" y="261"/>
                  </a:lnTo>
                  <a:cubicBezTo>
                    <a:pt x="149" y="113"/>
                    <a:pt x="149" y="113"/>
                    <a:pt x="149" y="113"/>
                  </a:cubicBezTo>
                  <a:cubicBezTo>
                    <a:pt x="149" y="49"/>
                    <a:pt x="198" y="0"/>
                    <a:pt x="262" y="0"/>
                  </a:cubicBezTo>
                  <a:cubicBezTo>
                    <a:pt x="325" y="0"/>
                    <a:pt x="375" y="49"/>
                    <a:pt x="375" y="113"/>
                  </a:cubicBezTo>
                  <a:cubicBezTo>
                    <a:pt x="375" y="177"/>
                    <a:pt x="375" y="177"/>
                    <a:pt x="375" y="177"/>
                  </a:cubicBezTo>
                  <a:cubicBezTo>
                    <a:pt x="163" y="318"/>
                    <a:pt x="163" y="318"/>
                    <a:pt x="163" y="318"/>
                  </a:cubicBezTo>
                  <a:cubicBezTo>
                    <a:pt x="156" y="304"/>
                    <a:pt x="149" y="283"/>
                    <a:pt x="149" y="261"/>
                  </a:cubicBezTo>
                  <a:close/>
                  <a:moveTo>
                    <a:pt x="57" y="276"/>
                  </a:moveTo>
                  <a:lnTo>
                    <a:pt x="57" y="276"/>
                  </a:lnTo>
                  <a:cubicBezTo>
                    <a:pt x="57" y="254"/>
                    <a:pt x="64" y="247"/>
                    <a:pt x="85" y="247"/>
                  </a:cubicBezTo>
                  <a:cubicBezTo>
                    <a:pt x="99" y="247"/>
                    <a:pt x="113" y="254"/>
                    <a:pt x="113" y="276"/>
                  </a:cubicBezTo>
                  <a:cubicBezTo>
                    <a:pt x="113" y="297"/>
                    <a:pt x="113" y="318"/>
                    <a:pt x="127" y="339"/>
                  </a:cubicBezTo>
                  <a:cubicBezTo>
                    <a:pt x="78" y="374"/>
                    <a:pt x="78" y="374"/>
                    <a:pt x="78" y="374"/>
                  </a:cubicBezTo>
                  <a:cubicBezTo>
                    <a:pt x="64" y="339"/>
                    <a:pt x="57" y="311"/>
                    <a:pt x="57" y="276"/>
                  </a:cubicBezTo>
                  <a:close/>
                  <a:moveTo>
                    <a:pt x="234" y="374"/>
                  </a:moveTo>
                  <a:lnTo>
                    <a:pt x="234" y="374"/>
                  </a:lnTo>
                  <a:cubicBezTo>
                    <a:pt x="375" y="283"/>
                    <a:pt x="375" y="283"/>
                    <a:pt x="375" y="283"/>
                  </a:cubicBezTo>
                  <a:cubicBezTo>
                    <a:pt x="368" y="332"/>
                    <a:pt x="318" y="374"/>
                    <a:pt x="262" y="374"/>
                  </a:cubicBezTo>
                  <a:cubicBezTo>
                    <a:pt x="255" y="374"/>
                    <a:pt x="241" y="374"/>
                    <a:pt x="234" y="374"/>
                  </a:cubicBezTo>
                  <a:close/>
                  <a:moveTo>
                    <a:pt x="142" y="544"/>
                  </a:moveTo>
                  <a:lnTo>
                    <a:pt x="142" y="544"/>
                  </a:lnTo>
                  <a:cubicBezTo>
                    <a:pt x="234" y="544"/>
                    <a:pt x="234" y="544"/>
                    <a:pt x="234" y="544"/>
                  </a:cubicBezTo>
                  <a:cubicBezTo>
                    <a:pt x="234" y="480"/>
                    <a:pt x="234" y="480"/>
                    <a:pt x="234" y="480"/>
                  </a:cubicBezTo>
                  <a:cubicBezTo>
                    <a:pt x="198" y="473"/>
                    <a:pt x="163" y="459"/>
                    <a:pt x="135" y="438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205" y="417"/>
                    <a:pt x="234" y="424"/>
                    <a:pt x="262" y="424"/>
                  </a:cubicBezTo>
                  <a:cubicBezTo>
                    <a:pt x="269" y="424"/>
                    <a:pt x="269" y="424"/>
                    <a:pt x="276" y="424"/>
                  </a:cubicBezTo>
                  <a:lnTo>
                    <a:pt x="283" y="424"/>
                  </a:lnTo>
                  <a:cubicBezTo>
                    <a:pt x="354" y="410"/>
                    <a:pt x="410" y="346"/>
                    <a:pt x="410" y="276"/>
                  </a:cubicBezTo>
                  <a:cubicBezTo>
                    <a:pt x="410" y="254"/>
                    <a:pt x="424" y="247"/>
                    <a:pt x="438" y="247"/>
                  </a:cubicBezTo>
                  <a:cubicBezTo>
                    <a:pt x="460" y="247"/>
                    <a:pt x="467" y="254"/>
                    <a:pt x="467" y="276"/>
                  </a:cubicBezTo>
                  <a:cubicBezTo>
                    <a:pt x="467" y="382"/>
                    <a:pt x="389" y="466"/>
                    <a:pt x="290" y="480"/>
                  </a:cubicBezTo>
                  <a:cubicBezTo>
                    <a:pt x="290" y="544"/>
                    <a:pt x="290" y="544"/>
                    <a:pt x="290" y="544"/>
                  </a:cubicBezTo>
                  <a:cubicBezTo>
                    <a:pt x="382" y="544"/>
                    <a:pt x="382" y="544"/>
                    <a:pt x="382" y="544"/>
                  </a:cubicBezTo>
                  <a:cubicBezTo>
                    <a:pt x="403" y="544"/>
                    <a:pt x="410" y="558"/>
                    <a:pt x="410" y="572"/>
                  </a:cubicBezTo>
                  <a:cubicBezTo>
                    <a:pt x="410" y="594"/>
                    <a:pt x="403" y="601"/>
                    <a:pt x="382" y="601"/>
                  </a:cubicBezTo>
                  <a:cubicBezTo>
                    <a:pt x="290" y="601"/>
                    <a:pt x="290" y="601"/>
                    <a:pt x="290" y="601"/>
                  </a:cubicBezTo>
                  <a:cubicBezTo>
                    <a:pt x="142" y="601"/>
                    <a:pt x="142" y="601"/>
                    <a:pt x="142" y="601"/>
                  </a:cubicBezTo>
                  <a:cubicBezTo>
                    <a:pt x="120" y="601"/>
                    <a:pt x="113" y="594"/>
                    <a:pt x="113" y="572"/>
                  </a:cubicBezTo>
                  <a:cubicBezTo>
                    <a:pt x="113" y="558"/>
                    <a:pt x="120" y="544"/>
                    <a:pt x="142" y="5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4"/>
            <p:cNvSpPr/>
            <p:nvPr/>
          </p:nvSpPr>
          <p:spPr>
            <a:xfrm>
              <a:off x="5456238" y="2278063"/>
              <a:ext cx="155575" cy="185737"/>
            </a:xfrm>
            <a:custGeom>
              <a:rect b="b" l="l" r="r" t="t"/>
              <a:pathLst>
                <a:path extrusionOk="0" h="517" w="432">
                  <a:moveTo>
                    <a:pt x="402" y="431"/>
                  </a:moveTo>
                  <a:lnTo>
                    <a:pt x="402" y="431"/>
                  </a:lnTo>
                  <a:cubicBezTo>
                    <a:pt x="28" y="431"/>
                    <a:pt x="28" y="431"/>
                    <a:pt x="28" y="431"/>
                  </a:cubicBezTo>
                  <a:cubicBezTo>
                    <a:pt x="14" y="431"/>
                    <a:pt x="0" y="417"/>
                    <a:pt x="0" y="403"/>
                  </a:cubicBezTo>
                  <a:cubicBezTo>
                    <a:pt x="0" y="389"/>
                    <a:pt x="14" y="375"/>
                    <a:pt x="28" y="375"/>
                  </a:cubicBezTo>
                  <a:cubicBezTo>
                    <a:pt x="42" y="375"/>
                    <a:pt x="56" y="361"/>
                    <a:pt x="56" y="347"/>
                  </a:cubicBezTo>
                  <a:cubicBezTo>
                    <a:pt x="56" y="156"/>
                    <a:pt x="56" y="156"/>
                    <a:pt x="56" y="156"/>
                  </a:cubicBezTo>
                  <a:cubicBezTo>
                    <a:pt x="56" y="85"/>
                    <a:pt x="113" y="29"/>
                    <a:pt x="191" y="29"/>
                  </a:cubicBezTo>
                  <a:cubicBezTo>
                    <a:pt x="191" y="7"/>
                    <a:pt x="198" y="0"/>
                    <a:pt x="219" y="0"/>
                  </a:cubicBezTo>
                  <a:cubicBezTo>
                    <a:pt x="233" y="0"/>
                    <a:pt x="247" y="7"/>
                    <a:pt x="247" y="29"/>
                  </a:cubicBezTo>
                  <a:cubicBezTo>
                    <a:pt x="318" y="29"/>
                    <a:pt x="374" y="85"/>
                    <a:pt x="374" y="156"/>
                  </a:cubicBezTo>
                  <a:cubicBezTo>
                    <a:pt x="374" y="347"/>
                    <a:pt x="374" y="347"/>
                    <a:pt x="374" y="347"/>
                  </a:cubicBezTo>
                  <a:cubicBezTo>
                    <a:pt x="374" y="361"/>
                    <a:pt x="388" y="375"/>
                    <a:pt x="402" y="375"/>
                  </a:cubicBezTo>
                  <a:cubicBezTo>
                    <a:pt x="424" y="375"/>
                    <a:pt x="431" y="389"/>
                    <a:pt x="431" y="403"/>
                  </a:cubicBezTo>
                  <a:cubicBezTo>
                    <a:pt x="431" y="417"/>
                    <a:pt x="424" y="431"/>
                    <a:pt x="402" y="431"/>
                  </a:cubicBezTo>
                  <a:close/>
                  <a:moveTo>
                    <a:pt x="219" y="516"/>
                  </a:moveTo>
                  <a:lnTo>
                    <a:pt x="219" y="516"/>
                  </a:lnTo>
                  <a:cubicBezTo>
                    <a:pt x="184" y="516"/>
                    <a:pt x="162" y="488"/>
                    <a:pt x="162" y="460"/>
                  </a:cubicBezTo>
                  <a:cubicBezTo>
                    <a:pt x="275" y="460"/>
                    <a:pt x="275" y="460"/>
                    <a:pt x="275" y="460"/>
                  </a:cubicBezTo>
                  <a:cubicBezTo>
                    <a:pt x="275" y="488"/>
                    <a:pt x="247" y="516"/>
                    <a:pt x="219" y="5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4"/>
            <p:cNvSpPr/>
            <p:nvPr/>
          </p:nvSpPr>
          <p:spPr>
            <a:xfrm>
              <a:off x="5110163" y="2319338"/>
              <a:ext cx="88900" cy="104775"/>
            </a:xfrm>
            <a:custGeom>
              <a:rect b="b" l="l" r="r" t="t"/>
              <a:pathLst>
                <a:path extrusionOk="0" h="291" w="249">
                  <a:moveTo>
                    <a:pt x="248" y="177"/>
                  </a:moveTo>
                  <a:lnTo>
                    <a:pt x="248" y="177"/>
                  </a:lnTo>
                  <a:cubicBezTo>
                    <a:pt x="248" y="191"/>
                    <a:pt x="234" y="205"/>
                    <a:pt x="220" y="205"/>
                  </a:cubicBezTo>
                  <a:cubicBezTo>
                    <a:pt x="29" y="205"/>
                    <a:pt x="29" y="205"/>
                    <a:pt x="29" y="205"/>
                  </a:cubicBezTo>
                  <a:cubicBezTo>
                    <a:pt x="15" y="205"/>
                    <a:pt x="0" y="191"/>
                    <a:pt x="0" y="177"/>
                  </a:cubicBezTo>
                  <a:cubicBezTo>
                    <a:pt x="0" y="170"/>
                    <a:pt x="0" y="163"/>
                    <a:pt x="7" y="163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7" y="0"/>
                    <a:pt x="114" y="0"/>
                    <a:pt x="121" y="0"/>
                  </a:cubicBezTo>
                  <a:cubicBezTo>
                    <a:pt x="135" y="0"/>
                    <a:pt x="142" y="0"/>
                    <a:pt x="149" y="15"/>
                  </a:cubicBezTo>
                  <a:cubicBezTo>
                    <a:pt x="241" y="163"/>
                    <a:pt x="241" y="163"/>
                    <a:pt x="241" y="163"/>
                  </a:cubicBezTo>
                  <a:cubicBezTo>
                    <a:pt x="241" y="163"/>
                    <a:pt x="248" y="170"/>
                    <a:pt x="248" y="177"/>
                  </a:cubicBezTo>
                  <a:close/>
                  <a:moveTo>
                    <a:pt x="29" y="234"/>
                  </a:moveTo>
                  <a:lnTo>
                    <a:pt x="29" y="234"/>
                  </a:lnTo>
                  <a:cubicBezTo>
                    <a:pt x="220" y="234"/>
                    <a:pt x="220" y="234"/>
                    <a:pt x="220" y="234"/>
                  </a:cubicBezTo>
                  <a:cubicBezTo>
                    <a:pt x="234" y="234"/>
                    <a:pt x="248" y="248"/>
                    <a:pt x="248" y="262"/>
                  </a:cubicBezTo>
                  <a:cubicBezTo>
                    <a:pt x="248" y="276"/>
                    <a:pt x="234" y="290"/>
                    <a:pt x="220" y="290"/>
                  </a:cubicBezTo>
                  <a:cubicBezTo>
                    <a:pt x="29" y="290"/>
                    <a:pt x="29" y="290"/>
                    <a:pt x="29" y="290"/>
                  </a:cubicBezTo>
                  <a:cubicBezTo>
                    <a:pt x="15" y="290"/>
                    <a:pt x="0" y="276"/>
                    <a:pt x="0" y="262"/>
                  </a:cubicBezTo>
                  <a:cubicBezTo>
                    <a:pt x="0" y="248"/>
                    <a:pt x="15" y="234"/>
                    <a:pt x="29" y="2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4"/>
            <p:cNvSpPr/>
            <p:nvPr/>
          </p:nvSpPr>
          <p:spPr>
            <a:xfrm>
              <a:off x="4733925" y="2324100"/>
              <a:ext cx="82550" cy="88900"/>
            </a:xfrm>
            <a:custGeom>
              <a:rect b="b" l="l" r="r" t="t"/>
              <a:pathLst>
                <a:path extrusionOk="0" h="248" w="228">
                  <a:moveTo>
                    <a:pt x="0" y="28"/>
                  </a:moveTo>
                  <a:lnTo>
                    <a:pt x="0" y="28"/>
                  </a:lnTo>
                  <a:cubicBezTo>
                    <a:pt x="0" y="219"/>
                    <a:pt x="0" y="219"/>
                    <a:pt x="0" y="219"/>
                  </a:cubicBezTo>
                  <a:cubicBezTo>
                    <a:pt x="0" y="233"/>
                    <a:pt x="15" y="247"/>
                    <a:pt x="29" y="247"/>
                  </a:cubicBezTo>
                  <a:cubicBezTo>
                    <a:pt x="36" y="247"/>
                    <a:pt x="43" y="247"/>
                    <a:pt x="43" y="240"/>
                  </a:cubicBezTo>
                  <a:cubicBezTo>
                    <a:pt x="170" y="162"/>
                    <a:pt x="170" y="162"/>
                    <a:pt x="170" y="162"/>
                  </a:cubicBezTo>
                  <a:cubicBezTo>
                    <a:pt x="170" y="219"/>
                    <a:pt x="170" y="219"/>
                    <a:pt x="170" y="219"/>
                  </a:cubicBezTo>
                  <a:cubicBezTo>
                    <a:pt x="170" y="233"/>
                    <a:pt x="184" y="247"/>
                    <a:pt x="198" y="247"/>
                  </a:cubicBezTo>
                  <a:cubicBezTo>
                    <a:pt x="213" y="247"/>
                    <a:pt x="227" y="233"/>
                    <a:pt x="227" y="219"/>
                  </a:cubicBezTo>
                  <a:cubicBezTo>
                    <a:pt x="227" y="28"/>
                    <a:pt x="227" y="28"/>
                    <a:pt x="227" y="28"/>
                  </a:cubicBezTo>
                  <a:cubicBezTo>
                    <a:pt x="227" y="14"/>
                    <a:pt x="213" y="0"/>
                    <a:pt x="198" y="0"/>
                  </a:cubicBezTo>
                  <a:cubicBezTo>
                    <a:pt x="184" y="0"/>
                    <a:pt x="170" y="14"/>
                    <a:pt x="170" y="28"/>
                  </a:cubicBezTo>
                  <a:cubicBezTo>
                    <a:pt x="170" y="84"/>
                    <a:pt x="170" y="84"/>
                    <a:pt x="170" y="84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36" y="0"/>
                    <a:pt x="29" y="0"/>
                  </a:cubicBezTo>
                  <a:cubicBezTo>
                    <a:pt x="15" y="0"/>
                    <a:pt x="0" y="14"/>
                    <a:pt x="0" y="2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4"/>
            <p:cNvSpPr/>
            <p:nvPr/>
          </p:nvSpPr>
          <p:spPr>
            <a:xfrm>
              <a:off x="4354513" y="2324100"/>
              <a:ext cx="82550" cy="88900"/>
            </a:xfrm>
            <a:custGeom>
              <a:rect b="b" l="l" r="r" t="t"/>
              <a:pathLst>
                <a:path extrusionOk="0" h="248" w="228">
                  <a:moveTo>
                    <a:pt x="227" y="28"/>
                  </a:moveTo>
                  <a:lnTo>
                    <a:pt x="227" y="28"/>
                  </a:lnTo>
                  <a:cubicBezTo>
                    <a:pt x="227" y="219"/>
                    <a:pt x="227" y="219"/>
                    <a:pt x="227" y="219"/>
                  </a:cubicBezTo>
                  <a:cubicBezTo>
                    <a:pt x="227" y="233"/>
                    <a:pt x="212" y="247"/>
                    <a:pt x="198" y="247"/>
                  </a:cubicBezTo>
                  <a:cubicBezTo>
                    <a:pt x="191" y="247"/>
                    <a:pt x="184" y="247"/>
                    <a:pt x="184" y="240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233"/>
                    <a:pt x="43" y="247"/>
                    <a:pt x="29" y="247"/>
                  </a:cubicBezTo>
                  <a:cubicBezTo>
                    <a:pt x="7" y="247"/>
                    <a:pt x="0" y="233"/>
                    <a:pt x="0" y="21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9" y="0"/>
                  </a:cubicBezTo>
                  <a:cubicBezTo>
                    <a:pt x="43" y="0"/>
                    <a:pt x="57" y="14"/>
                    <a:pt x="57" y="28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184" y="7"/>
                    <a:pt x="184" y="7"/>
                    <a:pt x="184" y="7"/>
                  </a:cubicBezTo>
                  <a:cubicBezTo>
                    <a:pt x="184" y="7"/>
                    <a:pt x="191" y="0"/>
                    <a:pt x="198" y="0"/>
                  </a:cubicBezTo>
                  <a:cubicBezTo>
                    <a:pt x="212" y="0"/>
                    <a:pt x="227" y="14"/>
                    <a:pt x="227" y="2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4"/>
            <p:cNvSpPr/>
            <p:nvPr/>
          </p:nvSpPr>
          <p:spPr>
            <a:xfrm>
              <a:off x="3949700" y="2324100"/>
              <a:ext cx="130175" cy="88900"/>
            </a:xfrm>
            <a:custGeom>
              <a:rect b="b" l="l" r="r" t="t"/>
              <a:pathLst>
                <a:path extrusionOk="0" h="248" w="361">
                  <a:moveTo>
                    <a:pt x="0" y="28"/>
                  </a:moveTo>
                  <a:lnTo>
                    <a:pt x="0" y="28"/>
                  </a:lnTo>
                  <a:cubicBezTo>
                    <a:pt x="0" y="219"/>
                    <a:pt x="0" y="219"/>
                    <a:pt x="0" y="219"/>
                  </a:cubicBezTo>
                  <a:cubicBezTo>
                    <a:pt x="0" y="233"/>
                    <a:pt x="14" y="247"/>
                    <a:pt x="28" y="247"/>
                  </a:cubicBezTo>
                  <a:cubicBezTo>
                    <a:pt x="35" y="247"/>
                    <a:pt x="42" y="247"/>
                    <a:pt x="42" y="240"/>
                  </a:cubicBezTo>
                  <a:cubicBezTo>
                    <a:pt x="148" y="176"/>
                    <a:pt x="148" y="176"/>
                    <a:pt x="148" y="176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8" y="233"/>
                    <a:pt x="162" y="247"/>
                    <a:pt x="176" y="247"/>
                  </a:cubicBezTo>
                  <a:cubicBezTo>
                    <a:pt x="183" y="247"/>
                    <a:pt x="191" y="247"/>
                    <a:pt x="191" y="240"/>
                  </a:cubicBezTo>
                  <a:cubicBezTo>
                    <a:pt x="346" y="148"/>
                    <a:pt x="346" y="148"/>
                    <a:pt x="346" y="148"/>
                  </a:cubicBezTo>
                  <a:cubicBezTo>
                    <a:pt x="353" y="141"/>
                    <a:pt x="360" y="134"/>
                    <a:pt x="360" y="127"/>
                  </a:cubicBezTo>
                  <a:cubicBezTo>
                    <a:pt x="360" y="113"/>
                    <a:pt x="353" y="106"/>
                    <a:pt x="346" y="99"/>
                  </a:cubicBezTo>
                  <a:cubicBezTo>
                    <a:pt x="191" y="7"/>
                    <a:pt x="191" y="7"/>
                    <a:pt x="191" y="7"/>
                  </a:cubicBezTo>
                  <a:cubicBezTo>
                    <a:pt x="191" y="7"/>
                    <a:pt x="183" y="0"/>
                    <a:pt x="176" y="0"/>
                  </a:cubicBezTo>
                  <a:cubicBezTo>
                    <a:pt x="162" y="0"/>
                    <a:pt x="148" y="14"/>
                    <a:pt x="148" y="28"/>
                  </a:cubicBezTo>
                  <a:cubicBezTo>
                    <a:pt x="148" y="70"/>
                    <a:pt x="148" y="70"/>
                    <a:pt x="148" y="70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35" y="0"/>
                    <a:pt x="28" y="0"/>
                  </a:cubicBezTo>
                  <a:cubicBezTo>
                    <a:pt x="14" y="0"/>
                    <a:pt x="0" y="14"/>
                    <a:pt x="0" y="2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4"/>
            <p:cNvSpPr/>
            <p:nvPr/>
          </p:nvSpPr>
          <p:spPr>
            <a:xfrm>
              <a:off x="3571875" y="2324100"/>
              <a:ext cx="127000" cy="88900"/>
            </a:xfrm>
            <a:custGeom>
              <a:rect b="b" l="l" r="r" t="t"/>
              <a:pathLst>
                <a:path extrusionOk="0" h="248" w="354">
                  <a:moveTo>
                    <a:pt x="353" y="28"/>
                  </a:moveTo>
                  <a:lnTo>
                    <a:pt x="353" y="28"/>
                  </a:lnTo>
                  <a:cubicBezTo>
                    <a:pt x="353" y="219"/>
                    <a:pt x="353" y="219"/>
                    <a:pt x="353" y="219"/>
                  </a:cubicBezTo>
                  <a:cubicBezTo>
                    <a:pt x="353" y="233"/>
                    <a:pt x="346" y="247"/>
                    <a:pt x="325" y="247"/>
                  </a:cubicBezTo>
                  <a:cubicBezTo>
                    <a:pt x="325" y="247"/>
                    <a:pt x="318" y="247"/>
                    <a:pt x="311" y="240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5" y="233"/>
                    <a:pt x="190" y="247"/>
                    <a:pt x="176" y="247"/>
                  </a:cubicBezTo>
                  <a:cubicBezTo>
                    <a:pt x="169" y="247"/>
                    <a:pt x="162" y="247"/>
                    <a:pt x="162" y="240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0" y="141"/>
                    <a:pt x="0" y="134"/>
                    <a:pt x="0" y="127"/>
                  </a:cubicBezTo>
                  <a:cubicBezTo>
                    <a:pt x="0" y="113"/>
                    <a:pt x="0" y="106"/>
                    <a:pt x="14" y="99"/>
                  </a:cubicBezTo>
                  <a:cubicBezTo>
                    <a:pt x="162" y="7"/>
                    <a:pt x="162" y="7"/>
                    <a:pt x="162" y="7"/>
                  </a:cubicBezTo>
                  <a:cubicBezTo>
                    <a:pt x="162" y="7"/>
                    <a:pt x="169" y="0"/>
                    <a:pt x="176" y="0"/>
                  </a:cubicBezTo>
                  <a:cubicBezTo>
                    <a:pt x="190" y="0"/>
                    <a:pt x="205" y="14"/>
                    <a:pt x="205" y="28"/>
                  </a:cubicBezTo>
                  <a:cubicBezTo>
                    <a:pt x="205" y="70"/>
                    <a:pt x="205" y="70"/>
                    <a:pt x="205" y="70"/>
                  </a:cubicBezTo>
                  <a:cubicBezTo>
                    <a:pt x="311" y="7"/>
                    <a:pt x="311" y="7"/>
                    <a:pt x="311" y="7"/>
                  </a:cubicBezTo>
                  <a:cubicBezTo>
                    <a:pt x="318" y="7"/>
                    <a:pt x="325" y="0"/>
                    <a:pt x="325" y="0"/>
                  </a:cubicBezTo>
                  <a:cubicBezTo>
                    <a:pt x="346" y="0"/>
                    <a:pt x="353" y="14"/>
                    <a:pt x="353" y="2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4"/>
            <p:cNvSpPr/>
            <p:nvPr/>
          </p:nvSpPr>
          <p:spPr>
            <a:xfrm>
              <a:off x="3224213" y="2324100"/>
              <a:ext cx="61912" cy="88900"/>
            </a:xfrm>
            <a:custGeom>
              <a:rect b="b" l="l" r="r" t="t"/>
              <a:pathLst>
                <a:path extrusionOk="0" h="248" w="171">
                  <a:moveTo>
                    <a:pt x="142" y="247"/>
                  </a:moveTo>
                  <a:lnTo>
                    <a:pt x="142" y="247"/>
                  </a:lnTo>
                  <a:cubicBezTo>
                    <a:pt x="121" y="247"/>
                    <a:pt x="114" y="233"/>
                    <a:pt x="114" y="219"/>
                  </a:cubicBezTo>
                  <a:cubicBezTo>
                    <a:pt x="114" y="28"/>
                    <a:pt x="114" y="28"/>
                    <a:pt x="114" y="28"/>
                  </a:cubicBezTo>
                  <a:cubicBezTo>
                    <a:pt x="114" y="14"/>
                    <a:pt x="121" y="0"/>
                    <a:pt x="142" y="0"/>
                  </a:cubicBezTo>
                  <a:cubicBezTo>
                    <a:pt x="156" y="0"/>
                    <a:pt x="170" y="14"/>
                    <a:pt x="170" y="28"/>
                  </a:cubicBezTo>
                  <a:cubicBezTo>
                    <a:pt x="170" y="219"/>
                    <a:pt x="170" y="219"/>
                    <a:pt x="170" y="219"/>
                  </a:cubicBezTo>
                  <a:cubicBezTo>
                    <a:pt x="170" y="233"/>
                    <a:pt x="156" y="247"/>
                    <a:pt x="142" y="247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7" y="247"/>
                    <a:pt x="0" y="233"/>
                    <a:pt x="0" y="21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9" y="0"/>
                  </a:cubicBezTo>
                  <a:cubicBezTo>
                    <a:pt x="43" y="0"/>
                    <a:pt x="57" y="14"/>
                    <a:pt x="57" y="28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233"/>
                    <a:pt x="43" y="247"/>
                    <a:pt x="29" y="2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4"/>
            <p:cNvSpPr/>
            <p:nvPr/>
          </p:nvSpPr>
          <p:spPr>
            <a:xfrm>
              <a:off x="2828925" y="2322513"/>
              <a:ext cx="93663" cy="93662"/>
            </a:xfrm>
            <a:custGeom>
              <a:rect b="b" l="l" r="r" t="t"/>
              <a:pathLst>
                <a:path extrusionOk="0" h="262" w="262">
                  <a:moveTo>
                    <a:pt x="233" y="261"/>
                  </a:moveTo>
                  <a:lnTo>
                    <a:pt x="233" y="261"/>
                  </a:lnTo>
                  <a:cubicBezTo>
                    <a:pt x="28" y="261"/>
                    <a:pt x="28" y="261"/>
                    <a:pt x="28" y="261"/>
                  </a:cubicBezTo>
                  <a:cubicBezTo>
                    <a:pt x="7" y="261"/>
                    <a:pt x="0" y="254"/>
                    <a:pt x="0" y="23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47" y="0"/>
                    <a:pt x="261" y="14"/>
                    <a:pt x="261" y="28"/>
                  </a:cubicBezTo>
                  <a:cubicBezTo>
                    <a:pt x="261" y="233"/>
                    <a:pt x="261" y="233"/>
                    <a:pt x="261" y="233"/>
                  </a:cubicBezTo>
                  <a:cubicBezTo>
                    <a:pt x="261" y="254"/>
                    <a:pt x="247" y="261"/>
                    <a:pt x="233" y="26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4"/>
            <p:cNvSpPr/>
            <p:nvPr/>
          </p:nvSpPr>
          <p:spPr>
            <a:xfrm>
              <a:off x="2446338" y="2322513"/>
              <a:ext cx="96837" cy="93662"/>
            </a:xfrm>
            <a:custGeom>
              <a:rect b="b" l="l" r="r" t="t"/>
              <a:pathLst>
                <a:path extrusionOk="0" h="262" w="269">
                  <a:moveTo>
                    <a:pt x="134" y="0"/>
                  </a:moveTo>
                  <a:lnTo>
                    <a:pt x="134" y="0"/>
                  </a:lnTo>
                  <a:cubicBezTo>
                    <a:pt x="205" y="0"/>
                    <a:pt x="268" y="56"/>
                    <a:pt x="268" y="134"/>
                  </a:cubicBezTo>
                  <a:cubicBezTo>
                    <a:pt x="268" y="204"/>
                    <a:pt x="205" y="261"/>
                    <a:pt x="134" y="261"/>
                  </a:cubicBezTo>
                  <a:cubicBezTo>
                    <a:pt x="63" y="261"/>
                    <a:pt x="0" y="204"/>
                    <a:pt x="0" y="134"/>
                  </a:cubicBezTo>
                  <a:cubicBezTo>
                    <a:pt x="0" y="56"/>
                    <a:pt x="63" y="0"/>
                    <a:pt x="134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4"/>
            <p:cNvSpPr/>
            <p:nvPr/>
          </p:nvSpPr>
          <p:spPr>
            <a:xfrm>
              <a:off x="2066925" y="2314575"/>
              <a:ext cx="93663" cy="109538"/>
            </a:xfrm>
            <a:custGeom>
              <a:rect b="b" l="l" r="r" t="t"/>
              <a:pathLst>
                <a:path extrusionOk="0" h="305" w="262">
                  <a:moveTo>
                    <a:pt x="261" y="156"/>
                  </a:moveTo>
                  <a:lnTo>
                    <a:pt x="261" y="156"/>
                  </a:lnTo>
                  <a:cubicBezTo>
                    <a:pt x="261" y="163"/>
                    <a:pt x="261" y="170"/>
                    <a:pt x="247" y="177"/>
                  </a:cubicBezTo>
                  <a:cubicBezTo>
                    <a:pt x="42" y="297"/>
                    <a:pt x="42" y="297"/>
                    <a:pt x="42" y="297"/>
                  </a:cubicBezTo>
                  <a:cubicBezTo>
                    <a:pt x="35" y="304"/>
                    <a:pt x="35" y="304"/>
                    <a:pt x="28" y="304"/>
                  </a:cubicBezTo>
                  <a:cubicBezTo>
                    <a:pt x="14" y="304"/>
                    <a:pt x="0" y="290"/>
                    <a:pt x="0" y="27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35" y="0"/>
                    <a:pt x="35" y="7"/>
                    <a:pt x="42" y="7"/>
                  </a:cubicBezTo>
                  <a:cubicBezTo>
                    <a:pt x="247" y="128"/>
                    <a:pt x="247" y="128"/>
                    <a:pt x="247" y="128"/>
                  </a:cubicBezTo>
                  <a:cubicBezTo>
                    <a:pt x="261" y="135"/>
                    <a:pt x="261" y="142"/>
                    <a:pt x="261" y="1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4"/>
            <p:cNvSpPr/>
            <p:nvPr/>
          </p:nvSpPr>
          <p:spPr>
            <a:xfrm>
              <a:off x="6186488" y="1882775"/>
              <a:ext cx="217487" cy="217488"/>
            </a:xfrm>
            <a:custGeom>
              <a:rect b="b" l="l" r="r" t="t"/>
              <a:pathLst>
                <a:path extrusionOk="0" h="602" w="602">
                  <a:moveTo>
                    <a:pt x="573" y="601"/>
                  </a:moveTo>
                  <a:lnTo>
                    <a:pt x="573" y="601"/>
                  </a:lnTo>
                  <a:cubicBezTo>
                    <a:pt x="28" y="601"/>
                    <a:pt x="28" y="601"/>
                    <a:pt x="28" y="601"/>
                  </a:cubicBezTo>
                  <a:cubicBezTo>
                    <a:pt x="7" y="601"/>
                    <a:pt x="0" y="586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7" y="0"/>
                    <a:pt x="28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87" y="0"/>
                    <a:pt x="601" y="7"/>
                    <a:pt x="601" y="28"/>
                  </a:cubicBezTo>
                  <a:cubicBezTo>
                    <a:pt x="601" y="572"/>
                    <a:pt x="601" y="572"/>
                    <a:pt x="601" y="572"/>
                  </a:cubicBezTo>
                  <a:cubicBezTo>
                    <a:pt x="601" y="586"/>
                    <a:pt x="587" y="601"/>
                    <a:pt x="573" y="601"/>
                  </a:cubicBezTo>
                  <a:close/>
                  <a:moveTo>
                    <a:pt x="544" y="56"/>
                  </a:moveTo>
                  <a:lnTo>
                    <a:pt x="544" y="56"/>
                  </a:lnTo>
                  <a:cubicBezTo>
                    <a:pt x="57" y="56"/>
                    <a:pt x="57" y="56"/>
                    <a:pt x="57" y="56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544" y="544"/>
                    <a:pt x="544" y="544"/>
                    <a:pt x="544" y="544"/>
                  </a:cubicBezTo>
                  <a:lnTo>
                    <a:pt x="544" y="56"/>
                  </a:lnTo>
                  <a:close/>
                  <a:moveTo>
                    <a:pt x="113" y="403"/>
                  </a:moveTo>
                  <a:lnTo>
                    <a:pt x="113" y="403"/>
                  </a:lnTo>
                  <a:cubicBezTo>
                    <a:pt x="170" y="403"/>
                    <a:pt x="170" y="403"/>
                    <a:pt x="170" y="403"/>
                  </a:cubicBezTo>
                  <a:cubicBezTo>
                    <a:pt x="184" y="403"/>
                    <a:pt x="198" y="417"/>
                    <a:pt x="198" y="431"/>
                  </a:cubicBezTo>
                  <a:cubicBezTo>
                    <a:pt x="198" y="487"/>
                    <a:pt x="198" y="487"/>
                    <a:pt x="198" y="487"/>
                  </a:cubicBezTo>
                  <a:cubicBezTo>
                    <a:pt x="198" y="502"/>
                    <a:pt x="184" y="516"/>
                    <a:pt x="170" y="516"/>
                  </a:cubicBezTo>
                  <a:cubicBezTo>
                    <a:pt x="113" y="516"/>
                    <a:pt x="113" y="516"/>
                    <a:pt x="113" y="516"/>
                  </a:cubicBezTo>
                  <a:cubicBezTo>
                    <a:pt x="92" y="516"/>
                    <a:pt x="85" y="502"/>
                    <a:pt x="85" y="487"/>
                  </a:cubicBezTo>
                  <a:cubicBezTo>
                    <a:pt x="85" y="431"/>
                    <a:pt x="85" y="431"/>
                    <a:pt x="85" y="431"/>
                  </a:cubicBezTo>
                  <a:cubicBezTo>
                    <a:pt x="85" y="417"/>
                    <a:pt x="92" y="403"/>
                    <a:pt x="113" y="403"/>
                  </a:cubicBezTo>
                  <a:close/>
                  <a:moveTo>
                    <a:pt x="269" y="148"/>
                  </a:moveTo>
                  <a:lnTo>
                    <a:pt x="269" y="148"/>
                  </a:lnTo>
                  <a:cubicBezTo>
                    <a:pt x="325" y="148"/>
                    <a:pt x="325" y="148"/>
                    <a:pt x="325" y="148"/>
                  </a:cubicBezTo>
                  <a:cubicBezTo>
                    <a:pt x="346" y="148"/>
                    <a:pt x="353" y="162"/>
                    <a:pt x="353" y="176"/>
                  </a:cubicBezTo>
                  <a:cubicBezTo>
                    <a:pt x="353" y="487"/>
                    <a:pt x="353" y="487"/>
                    <a:pt x="353" y="487"/>
                  </a:cubicBezTo>
                  <a:cubicBezTo>
                    <a:pt x="353" y="502"/>
                    <a:pt x="346" y="516"/>
                    <a:pt x="325" y="516"/>
                  </a:cubicBezTo>
                  <a:cubicBezTo>
                    <a:pt x="269" y="516"/>
                    <a:pt x="269" y="516"/>
                    <a:pt x="269" y="516"/>
                  </a:cubicBezTo>
                  <a:cubicBezTo>
                    <a:pt x="255" y="516"/>
                    <a:pt x="240" y="502"/>
                    <a:pt x="240" y="487"/>
                  </a:cubicBezTo>
                  <a:cubicBezTo>
                    <a:pt x="240" y="176"/>
                    <a:pt x="240" y="176"/>
                    <a:pt x="240" y="176"/>
                  </a:cubicBezTo>
                  <a:cubicBezTo>
                    <a:pt x="240" y="162"/>
                    <a:pt x="255" y="148"/>
                    <a:pt x="269" y="148"/>
                  </a:cubicBezTo>
                  <a:close/>
                  <a:moveTo>
                    <a:pt x="431" y="261"/>
                  </a:moveTo>
                  <a:lnTo>
                    <a:pt x="431" y="261"/>
                  </a:lnTo>
                  <a:cubicBezTo>
                    <a:pt x="488" y="261"/>
                    <a:pt x="488" y="261"/>
                    <a:pt x="488" y="261"/>
                  </a:cubicBezTo>
                  <a:cubicBezTo>
                    <a:pt x="502" y="261"/>
                    <a:pt x="516" y="276"/>
                    <a:pt x="516" y="290"/>
                  </a:cubicBezTo>
                  <a:cubicBezTo>
                    <a:pt x="516" y="487"/>
                    <a:pt x="516" y="487"/>
                    <a:pt x="516" y="487"/>
                  </a:cubicBezTo>
                  <a:cubicBezTo>
                    <a:pt x="516" y="502"/>
                    <a:pt x="502" y="516"/>
                    <a:pt x="488" y="516"/>
                  </a:cubicBezTo>
                  <a:cubicBezTo>
                    <a:pt x="431" y="516"/>
                    <a:pt x="431" y="516"/>
                    <a:pt x="431" y="516"/>
                  </a:cubicBezTo>
                  <a:cubicBezTo>
                    <a:pt x="417" y="516"/>
                    <a:pt x="403" y="502"/>
                    <a:pt x="403" y="487"/>
                  </a:cubicBezTo>
                  <a:cubicBezTo>
                    <a:pt x="403" y="290"/>
                    <a:pt x="403" y="290"/>
                    <a:pt x="403" y="290"/>
                  </a:cubicBezTo>
                  <a:cubicBezTo>
                    <a:pt x="403" y="276"/>
                    <a:pt x="417" y="261"/>
                    <a:pt x="431" y="2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4"/>
            <p:cNvSpPr/>
            <p:nvPr/>
          </p:nvSpPr>
          <p:spPr>
            <a:xfrm>
              <a:off x="5803900" y="1882775"/>
              <a:ext cx="219075" cy="217488"/>
            </a:xfrm>
            <a:custGeom>
              <a:rect b="b" l="l" r="r" t="t"/>
              <a:pathLst>
                <a:path extrusionOk="0" h="602" w="609">
                  <a:moveTo>
                    <a:pt x="579" y="601"/>
                  </a:moveTo>
                  <a:lnTo>
                    <a:pt x="579" y="601"/>
                  </a:lnTo>
                  <a:cubicBezTo>
                    <a:pt x="28" y="601"/>
                    <a:pt x="28" y="601"/>
                    <a:pt x="28" y="601"/>
                  </a:cubicBezTo>
                  <a:cubicBezTo>
                    <a:pt x="14" y="601"/>
                    <a:pt x="0" y="586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94" y="0"/>
                    <a:pt x="608" y="7"/>
                    <a:pt x="608" y="28"/>
                  </a:cubicBezTo>
                  <a:cubicBezTo>
                    <a:pt x="608" y="572"/>
                    <a:pt x="608" y="572"/>
                    <a:pt x="608" y="572"/>
                  </a:cubicBezTo>
                  <a:cubicBezTo>
                    <a:pt x="608" y="586"/>
                    <a:pt x="594" y="601"/>
                    <a:pt x="579" y="601"/>
                  </a:cubicBezTo>
                  <a:close/>
                  <a:moveTo>
                    <a:pt x="551" y="56"/>
                  </a:moveTo>
                  <a:lnTo>
                    <a:pt x="551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551" y="544"/>
                    <a:pt x="551" y="544"/>
                    <a:pt x="551" y="544"/>
                  </a:cubicBezTo>
                  <a:lnTo>
                    <a:pt x="551" y="56"/>
                  </a:lnTo>
                  <a:close/>
                  <a:moveTo>
                    <a:pt x="99" y="304"/>
                  </a:moveTo>
                  <a:lnTo>
                    <a:pt x="99" y="304"/>
                  </a:lnTo>
                  <a:cubicBezTo>
                    <a:pt x="177" y="254"/>
                    <a:pt x="177" y="254"/>
                    <a:pt x="177" y="254"/>
                  </a:cubicBezTo>
                  <a:cubicBezTo>
                    <a:pt x="184" y="254"/>
                    <a:pt x="184" y="254"/>
                    <a:pt x="191" y="254"/>
                  </a:cubicBezTo>
                  <a:cubicBezTo>
                    <a:pt x="198" y="254"/>
                    <a:pt x="205" y="254"/>
                    <a:pt x="205" y="254"/>
                  </a:cubicBezTo>
                  <a:cubicBezTo>
                    <a:pt x="332" y="339"/>
                    <a:pt x="332" y="339"/>
                    <a:pt x="332" y="339"/>
                  </a:cubicBezTo>
                  <a:cubicBezTo>
                    <a:pt x="473" y="240"/>
                    <a:pt x="473" y="240"/>
                    <a:pt x="473" y="240"/>
                  </a:cubicBezTo>
                  <a:cubicBezTo>
                    <a:pt x="480" y="233"/>
                    <a:pt x="488" y="233"/>
                    <a:pt x="495" y="233"/>
                  </a:cubicBezTo>
                  <a:cubicBezTo>
                    <a:pt x="509" y="233"/>
                    <a:pt x="523" y="247"/>
                    <a:pt x="523" y="261"/>
                  </a:cubicBezTo>
                  <a:cubicBezTo>
                    <a:pt x="523" y="268"/>
                    <a:pt x="516" y="283"/>
                    <a:pt x="509" y="283"/>
                  </a:cubicBezTo>
                  <a:cubicBezTo>
                    <a:pt x="346" y="396"/>
                    <a:pt x="346" y="396"/>
                    <a:pt x="346" y="396"/>
                  </a:cubicBezTo>
                  <a:cubicBezTo>
                    <a:pt x="346" y="403"/>
                    <a:pt x="339" y="403"/>
                    <a:pt x="332" y="403"/>
                  </a:cubicBezTo>
                  <a:cubicBezTo>
                    <a:pt x="325" y="403"/>
                    <a:pt x="318" y="403"/>
                    <a:pt x="318" y="396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134" y="353"/>
                    <a:pt x="134" y="353"/>
                    <a:pt x="134" y="353"/>
                  </a:cubicBezTo>
                  <a:cubicBezTo>
                    <a:pt x="127" y="353"/>
                    <a:pt x="120" y="353"/>
                    <a:pt x="113" y="353"/>
                  </a:cubicBezTo>
                  <a:cubicBezTo>
                    <a:pt x="99" y="353"/>
                    <a:pt x="85" y="346"/>
                    <a:pt x="85" y="325"/>
                  </a:cubicBezTo>
                  <a:cubicBezTo>
                    <a:pt x="85" y="318"/>
                    <a:pt x="92" y="311"/>
                    <a:pt x="99" y="3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4"/>
            <p:cNvSpPr/>
            <p:nvPr/>
          </p:nvSpPr>
          <p:spPr>
            <a:xfrm>
              <a:off x="5426075" y="1897063"/>
              <a:ext cx="217488" cy="184150"/>
            </a:xfrm>
            <a:custGeom>
              <a:rect b="b" l="l" r="r" t="t"/>
              <a:pathLst>
                <a:path extrusionOk="0" h="510" w="602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4"/>
            <p:cNvSpPr/>
            <p:nvPr/>
          </p:nvSpPr>
          <p:spPr>
            <a:xfrm>
              <a:off x="5046663" y="1897063"/>
              <a:ext cx="215900" cy="184150"/>
            </a:xfrm>
            <a:custGeom>
              <a:rect b="b" l="l" r="r" t="t"/>
              <a:pathLst>
                <a:path extrusionOk="0" h="510" w="601">
                  <a:moveTo>
                    <a:pt x="586" y="177"/>
                  </a:moveTo>
                  <a:lnTo>
                    <a:pt x="586" y="177"/>
                  </a:lnTo>
                  <a:cubicBezTo>
                    <a:pt x="346" y="347"/>
                    <a:pt x="346" y="347"/>
                    <a:pt x="346" y="347"/>
                  </a:cubicBezTo>
                  <a:cubicBezTo>
                    <a:pt x="339" y="347"/>
                    <a:pt x="332" y="354"/>
                    <a:pt x="325" y="354"/>
                  </a:cubicBezTo>
                  <a:cubicBezTo>
                    <a:pt x="325" y="354"/>
                    <a:pt x="318" y="347"/>
                    <a:pt x="311" y="347"/>
                  </a:cubicBezTo>
                  <a:cubicBezTo>
                    <a:pt x="183" y="262"/>
                    <a:pt x="183" y="262"/>
                    <a:pt x="183" y="262"/>
                  </a:cubicBezTo>
                  <a:cubicBezTo>
                    <a:pt x="56" y="339"/>
                    <a:pt x="56" y="339"/>
                    <a:pt x="56" y="33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86" y="452"/>
                    <a:pt x="600" y="467"/>
                    <a:pt x="600" y="481"/>
                  </a:cubicBezTo>
                  <a:cubicBezTo>
                    <a:pt x="600" y="502"/>
                    <a:pt x="586" y="509"/>
                    <a:pt x="572" y="509"/>
                  </a:cubicBezTo>
                  <a:cubicBezTo>
                    <a:pt x="28" y="509"/>
                    <a:pt x="28" y="509"/>
                    <a:pt x="28" y="509"/>
                  </a:cubicBezTo>
                  <a:cubicBezTo>
                    <a:pt x="7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276"/>
                    <a:pt x="56" y="276"/>
                    <a:pt x="56" y="276"/>
                  </a:cubicBezTo>
                  <a:cubicBezTo>
                    <a:pt x="169" y="205"/>
                    <a:pt x="169" y="205"/>
                    <a:pt x="169" y="205"/>
                  </a:cubicBezTo>
                  <a:cubicBezTo>
                    <a:pt x="176" y="205"/>
                    <a:pt x="183" y="198"/>
                    <a:pt x="183" y="198"/>
                  </a:cubicBezTo>
                  <a:cubicBezTo>
                    <a:pt x="191" y="198"/>
                    <a:pt x="198" y="205"/>
                    <a:pt x="205" y="205"/>
                  </a:cubicBezTo>
                  <a:cubicBezTo>
                    <a:pt x="325" y="290"/>
                    <a:pt x="325" y="290"/>
                    <a:pt x="325" y="290"/>
                  </a:cubicBezTo>
                  <a:cubicBezTo>
                    <a:pt x="558" y="127"/>
                    <a:pt x="558" y="127"/>
                    <a:pt x="558" y="127"/>
                  </a:cubicBezTo>
                  <a:cubicBezTo>
                    <a:pt x="558" y="127"/>
                    <a:pt x="565" y="127"/>
                    <a:pt x="572" y="127"/>
                  </a:cubicBezTo>
                  <a:cubicBezTo>
                    <a:pt x="586" y="127"/>
                    <a:pt x="600" y="134"/>
                    <a:pt x="600" y="156"/>
                  </a:cubicBezTo>
                  <a:cubicBezTo>
                    <a:pt x="600" y="163"/>
                    <a:pt x="593" y="170"/>
                    <a:pt x="586" y="17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4"/>
            <p:cNvSpPr/>
            <p:nvPr/>
          </p:nvSpPr>
          <p:spPr>
            <a:xfrm>
              <a:off x="4665663" y="1882775"/>
              <a:ext cx="219075" cy="217488"/>
            </a:xfrm>
            <a:custGeom>
              <a:rect b="b" l="l" r="r" t="t"/>
              <a:pathLst>
                <a:path extrusionOk="0" h="602" w="608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6"/>
                    <a:pt x="0" y="297"/>
                  </a:cubicBezTo>
                  <a:cubicBezTo>
                    <a:pt x="0" y="134"/>
                    <a:pt x="134" y="0"/>
                    <a:pt x="304" y="0"/>
                  </a:cubicBezTo>
                  <a:cubicBezTo>
                    <a:pt x="473" y="0"/>
                    <a:pt x="607" y="134"/>
                    <a:pt x="607" y="297"/>
                  </a:cubicBezTo>
                  <a:cubicBezTo>
                    <a:pt x="607" y="466"/>
                    <a:pt x="473" y="601"/>
                    <a:pt x="304" y="601"/>
                  </a:cubicBezTo>
                  <a:close/>
                  <a:moveTo>
                    <a:pt x="127" y="127"/>
                  </a:moveTo>
                  <a:lnTo>
                    <a:pt x="127" y="127"/>
                  </a:lnTo>
                  <a:cubicBezTo>
                    <a:pt x="304" y="297"/>
                    <a:pt x="304" y="297"/>
                    <a:pt x="304" y="297"/>
                  </a:cubicBezTo>
                  <a:cubicBezTo>
                    <a:pt x="304" y="56"/>
                    <a:pt x="304" y="56"/>
                    <a:pt x="304" y="56"/>
                  </a:cubicBezTo>
                  <a:cubicBezTo>
                    <a:pt x="233" y="56"/>
                    <a:pt x="176" y="85"/>
                    <a:pt x="127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4"/>
            <p:cNvSpPr/>
            <p:nvPr/>
          </p:nvSpPr>
          <p:spPr>
            <a:xfrm>
              <a:off x="4286250" y="1882775"/>
              <a:ext cx="215900" cy="217488"/>
            </a:xfrm>
            <a:custGeom>
              <a:rect b="b" l="l" r="r" t="t"/>
              <a:pathLst>
                <a:path extrusionOk="0" h="602" w="601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6"/>
                    <a:pt x="0" y="297"/>
                  </a:cubicBezTo>
                  <a:cubicBezTo>
                    <a:pt x="0" y="134"/>
                    <a:pt x="134" y="0"/>
                    <a:pt x="304" y="0"/>
                  </a:cubicBezTo>
                  <a:cubicBezTo>
                    <a:pt x="466" y="0"/>
                    <a:pt x="600" y="134"/>
                    <a:pt x="600" y="297"/>
                  </a:cubicBezTo>
                  <a:cubicBezTo>
                    <a:pt x="600" y="466"/>
                    <a:pt x="466" y="601"/>
                    <a:pt x="304" y="601"/>
                  </a:cubicBezTo>
                  <a:close/>
                  <a:moveTo>
                    <a:pt x="56" y="297"/>
                  </a:moveTo>
                  <a:lnTo>
                    <a:pt x="56" y="297"/>
                  </a:lnTo>
                  <a:cubicBezTo>
                    <a:pt x="304" y="297"/>
                    <a:pt x="304" y="297"/>
                    <a:pt x="304" y="297"/>
                  </a:cubicBezTo>
                  <a:cubicBezTo>
                    <a:pt x="304" y="56"/>
                    <a:pt x="304" y="56"/>
                    <a:pt x="304" y="56"/>
                  </a:cubicBezTo>
                  <a:cubicBezTo>
                    <a:pt x="169" y="56"/>
                    <a:pt x="56" y="162"/>
                    <a:pt x="56" y="2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4"/>
            <p:cNvSpPr/>
            <p:nvPr/>
          </p:nvSpPr>
          <p:spPr>
            <a:xfrm>
              <a:off x="3906838" y="1882775"/>
              <a:ext cx="215900" cy="217488"/>
            </a:xfrm>
            <a:custGeom>
              <a:rect b="b" l="l" r="r" t="t"/>
              <a:pathLst>
                <a:path extrusionOk="0" h="602" w="601">
                  <a:moveTo>
                    <a:pt x="296" y="601"/>
                  </a:moveTo>
                  <a:lnTo>
                    <a:pt x="296" y="601"/>
                  </a:lnTo>
                  <a:cubicBezTo>
                    <a:pt x="134" y="601"/>
                    <a:pt x="0" y="466"/>
                    <a:pt x="0" y="297"/>
                  </a:cubicBezTo>
                  <a:cubicBezTo>
                    <a:pt x="0" y="134"/>
                    <a:pt x="134" y="0"/>
                    <a:pt x="296" y="0"/>
                  </a:cubicBezTo>
                  <a:cubicBezTo>
                    <a:pt x="466" y="0"/>
                    <a:pt x="600" y="134"/>
                    <a:pt x="600" y="297"/>
                  </a:cubicBezTo>
                  <a:cubicBezTo>
                    <a:pt x="600" y="466"/>
                    <a:pt x="466" y="601"/>
                    <a:pt x="296" y="601"/>
                  </a:cubicBezTo>
                  <a:close/>
                  <a:moveTo>
                    <a:pt x="56" y="297"/>
                  </a:moveTo>
                  <a:lnTo>
                    <a:pt x="56" y="297"/>
                  </a:lnTo>
                  <a:cubicBezTo>
                    <a:pt x="56" y="367"/>
                    <a:pt x="84" y="431"/>
                    <a:pt x="127" y="473"/>
                  </a:cubicBezTo>
                  <a:cubicBezTo>
                    <a:pt x="296" y="297"/>
                    <a:pt x="296" y="297"/>
                    <a:pt x="296" y="297"/>
                  </a:cubicBezTo>
                  <a:cubicBezTo>
                    <a:pt x="296" y="56"/>
                    <a:pt x="296" y="56"/>
                    <a:pt x="296" y="56"/>
                  </a:cubicBezTo>
                  <a:cubicBezTo>
                    <a:pt x="162" y="56"/>
                    <a:pt x="56" y="162"/>
                    <a:pt x="56" y="2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4"/>
            <p:cNvSpPr/>
            <p:nvPr/>
          </p:nvSpPr>
          <p:spPr>
            <a:xfrm>
              <a:off x="3525838" y="1882775"/>
              <a:ext cx="219075" cy="217488"/>
            </a:xfrm>
            <a:custGeom>
              <a:rect b="b" l="l" r="r" t="t"/>
              <a:pathLst>
                <a:path extrusionOk="0" h="602" w="609">
                  <a:moveTo>
                    <a:pt x="304" y="601"/>
                  </a:moveTo>
                  <a:lnTo>
                    <a:pt x="304" y="601"/>
                  </a:lnTo>
                  <a:cubicBezTo>
                    <a:pt x="135" y="601"/>
                    <a:pt x="0" y="466"/>
                    <a:pt x="0" y="297"/>
                  </a:cubicBezTo>
                  <a:cubicBezTo>
                    <a:pt x="0" y="134"/>
                    <a:pt x="135" y="0"/>
                    <a:pt x="304" y="0"/>
                  </a:cubicBezTo>
                  <a:cubicBezTo>
                    <a:pt x="474" y="0"/>
                    <a:pt x="608" y="134"/>
                    <a:pt x="608" y="297"/>
                  </a:cubicBezTo>
                  <a:cubicBezTo>
                    <a:pt x="608" y="466"/>
                    <a:pt x="474" y="601"/>
                    <a:pt x="304" y="601"/>
                  </a:cubicBezTo>
                  <a:close/>
                  <a:moveTo>
                    <a:pt x="57" y="297"/>
                  </a:moveTo>
                  <a:lnTo>
                    <a:pt x="57" y="297"/>
                  </a:lnTo>
                  <a:cubicBezTo>
                    <a:pt x="57" y="431"/>
                    <a:pt x="170" y="544"/>
                    <a:pt x="304" y="544"/>
                  </a:cubicBezTo>
                  <a:cubicBezTo>
                    <a:pt x="304" y="56"/>
                    <a:pt x="304" y="56"/>
                    <a:pt x="304" y="56"/>
                  </a:cubicBezTo>
                  <a:cubicBezTo>
                    <a:pt x="170" y="56"/>
                    <a:pt x="57" y="162"/>
                    <a:pt x="57" y="2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4"/>
            <p:cNvSpPr/>
            <p:nvPr/>
          </p:nvSpPr>
          <p:spPr>
            <a:xfrm>
              <a:off x="3146425" y="1882775"/>
              <a:ext cx="217488" cy="217488"/>
            </a:xfrm>
            <a:custGeom>
              <a:rect b="b" l="l" r="r" t="t"/>
              <a:pathLst>
                <a:path extrusionOk="0" h="602" w="602">
                  <a:moveTo>
                    <a:pt x="304" y="601"/>
                  </a:moveTo>
                  <a:lnTo>
                    <a:pt x="304" y="601"/>
                  </a:lnTo>
                  <a:cubicBezTo>
                    <a:pt x="135" y="601"/>
                    <a:pt x="0" y="466"/>
                    <a:pt x="0" y="297"/>
                  </a:cubicBezTo>
                  <a:cubicBezTo>
                    <a:pt x="0" y="134"/>
                    <a:pt x="135" y="0"/>
                    <a:pt x="304" y="0"/>
                  </a:cubicBezTo>
                  <a:cubicBezTo>
                    <a:pt x="467" y="0"/>
                    <a:pt x="601" y="134"/>
                    <a:pt x="601" y="297"/>
                  </a:cubicBezTo>
                  <a:cubicBezTo>
                    <a:pt x="601" y="466"/>
                    <a:pt x="467" y="601"/>
                    <a:pt x="304" y="601"/>
                  </a:cubicBezTo>
                  <a:close/>
                  <a:moveTo>
                    <a:pt x="57" y="297"/>
                  </a:moveTo>
                  <a:lnTo>
                    <a:pt x="57" y="297"/>
                  </a:lnTo>
                  <a:cubicBezTo>
                    <a:pt x="57" y="431"/>
                    <a:pt x="170" y="544"/>
                    <a:pt x="304" y="544"/>
                  </a:cubicBezTo>
                  <a:cubicBezTo>
                    <a:pt x="368" y="544"/>
                    <a:pt x="431" y="516"/>
                    <a:pt x="474" y="473"/>
                  </a:cubicBezTo>
                  <a:cubicBezTo>
                    <a:pt x="304" y="297"/>
                    <a:pt x="304" y="297"/>
                    <a:pt x="304" y="297"/>
                  </a:cubicBezTo>
                  <a:cubicBezTo>
                    <a:pt x="304" y="56"/>
                    <a:pt x="304" y="56"/>
                    <a:pt x="304" y="56"/>
                  </a:cubicBezTo>
                  <a:cubicBezTo>
                    <a:pt x="170" y="56"/>
                    <a:pt x="57" y="162"/>
                    <a:pt x="57" y="2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4"/>
            <p:cNvSpPr/>
            <p:nvPr/>
          </p:nvSpPr>
          <p:spPr>
            <a:xfrm>
              <a:off x="2767013" y="1882775"/>
              <a:ext cx="217487" cy="217488"/>
            </a:xfrm>
            <a:custGeom>
              <a:rect b="b" l="l" r="r" t="t"/>
              <a:pathLst>
                <a:path extrusionOk="0" h="602" w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6"/>
                    <a:pt x="0" y="297"/>
                  </a:cubicBezTo>
                  <a:cubicBezTo>
                    <a:pt x="0" y="134"/>
                    <a:pt x="135" y="0"/>
                    <a:pt x="297" y="0"/>
                  </a:cubicBezTo>
                  <a:cubicBezTo>
                    <a:pt x="467" y="0"/>
                    <a:pt x="601" y="134"/>
                    <a:pt x="601" y="297"/>
                  </a:cubicBezTo>
                  <a:cubicBezTo>
                    <a:pt x="601" y="466"/>
                    <a:pt x="467" y="601"/>
                    <a:pt x="297" y="601"/>
                  </a:cubicBezTo>
                  <a:close/>
                  <a:moveTo>
                    <a:pt x="57" y="297"/>
                  </a:moveTo>
                  <a:lnTo>
                    <a:pt x="57" y="297"/>
                  </a:ln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297" y="297"/>
                    <a:pt x="297" y="297"/>
                    <a:pt x="297" y="297"/>
                  </a:cubicBezTo>
                  <a:cubicBezTo>
                    <a:pt x="297" y="56"/>
                    <a:pt x="297" y="56"/>
                    <a:pt x="297" y="56"/>
                  </a:cubicBezTo>
                  <a:cubicBezTo>
                    <a:pt x="163" y="56"/>
                    <a:pt x="57" y="162"/>
                    <a:pt x="57" y="2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4"/>
            <p:cNvSpPr/>
            <p:nvPr/>
          </p:nvSpPr>
          <p:spPr>
            <a:xfrm>
              <a:off x="2390775" y="1882775"/>
              <a:ext cx="217488" cy="217488"/>
            </a:xfrm>
            <a:custGeom>
              <a:rect b="b" l="l" r="r" t="t"/>
              <a:pathLst>
                <a:path extrusionOk="0" h="602" w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6"/>
                    <a:pt x="0" y="297"/>
                  </a:cubicBezTo>
                  <a:cubicBezTo>
                    <a:pt x="0" y="134"/>
                    <a:pt x="135" y="0"/>
                    <a:pt x="297" y="0"/>
                  </a:cubicBezTo>
                  <a:cubicBezTo>
                    <a:pt x="467" y="0"/>
                    <a:pt x="601" y="134"/>
                    <a:pt x="601" y="297"/>
                  </a:cubicBezTo>
                  <a:cubicBezTo>
                    <a:pt x="601" y="466"/>
                    <a:pt x="467" y="601"/>
                    <a:pt x="297" y="601"/>
                  </a:cubicBezTo>
                  <a:close/>
                  <a:moveTo>
                    <a:pt x="474" y="127"/>
                  </a:moveTo>
                  <a:lnTo>
                    <a:pt x="474" y="127"/>
                  </a:lnTo>
                  <a:cubicBezTo>
                    <a:pt x="297" y="297"/>
                    <a:pt x="297" y="297"/>
                    <a:pt x="297" y="297"/>
                  </a:cubicBezTo>
                  <a:cubicBezTo>
                    <a:pt x="297" y="56"/>
                    <a:pt x="297" y="56"/>
                    <a:pt x="297" y="56"/>
                  </a:cubicBezTo>
                  <a:cubicBezTo>
                    <a:pt x="163" y="56"/>
                    <a:pt x="57" y="162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233"/>
                    <a:pt x="516" y="169"/>
                    <a:pt x="474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4"/>
            <p:cNvSpPr/>
            <p:nvPr/>
          </p:nvSpPr>
          <p:spPr>
            <a:xfrm>
              <a:off x="2006600" y="1882775"/>
              <a:ext cx="217488" cy="217488"/>
            </a:xfrm>
            <a:custGeom>
              <a:rect b="b" l="l" r="r" t="t"/>
              <a:pathLst>
                <a:path extrusionOk="0" h="602" w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4"/>
            <p:cNvSpPr/>
            <p:nvPr/>
          </p:nvSpPr>
          <p:spPr>
            <a:xfrm>
              <a:off x="6196013" y="1500188"/>
              <a:ext cx="206375" cy="219075"/>
            </a:xfrm>
            <a:custGeom>
              <a:rect b="b" l="l" r="r" t="t"/>
              <a:pathLst>
                <a:path extrusionOk="0" h="609" w="574">
                  <a:moveTo>
                    <a:pt x="573" y="304"/>
                  </a:moveTo>
                  <a:lnTo>
                    <a:pt x="573" y="304"/>
                  </a:lnTo>
                  <a:close/>
                  <a:moveTo>
                    <a:pt x="269" y="608"/>
                  </a:moveTo>
                  <a:lnTo>
                    <a:pt x="269" y="608"/>
                  </a:lnTo>
                  <a:cubicBezTo>
                    <a:pt x="120" y="608"/>
                    <a:pt x="0" y="481"/>
                    <a:pt x="0" y="333"/>
                  </a:cubicBezTo>
                  <a:cubicBezTo>
                    <a:pt x="0" y="220"/>
                    <a:pt x="71" y="121"/>
                    <a:pt x="170" y="78"/>
                  </a:cubicBezTo>
                  <a:lnTo>
                    <a:pt x="177" y="78"/>
                  </a:lnTo>
                  <a:cubicBezTo>
                    <a:pt x="191" y="78"/>
                    <a:pt x="205" y="93"/>
                    <a:pt x="205" y="107"/>
                  </a:cubicBezTo>
                  <a:cubicBezTo>
                    <a:pt x="205" y="121"/>
                    <a:pt x="198" y="128"/>
                    <a:pt x="184" y="135"/>
                  </a:cubicBezTo>
                  <a:cubicBezTo>
                    <a:pt x="106" y="163"/>
                    <a:pt x="57" y="241"/>
                    <a:pt x="57" y="333"/>
                  </a:cubicBezTo>
                  <a:cubicBezTo>
                    <a:pt x="57" y="453"/>
                    <a:pt x="149" y="552"/>
                    <a:pt x="269" y="552"/>
                  </a:cubicBezTo>
                  <a:cubicBezTo>
                    <a:pt x="389" y="552"/>
                    <a:pt x="488" y="453"/>
                    <a:pt x="488" y="333"/>
                  </a:cubicBezTo>
                  <a:cubicBezTo>
                    <a:pt x="488" y="241"/>
                    <a:pt x="431" y="163"/>
                    <a:pt x="354" y="135"/>
                  </a:cubicBezTo>
                  <a:cubicBezTo>
                    <a:pt x="347" y="128"/>
                    <a:pt x="340" y="121"/>
                    <a:pt x="340" y="107"/>
                  </a:cubicBezTo>
                  <a:cubicBezTo>
                    <a:pt x="340" y="93"/>
                    <a:pt x="347" y="78"/>
                    <a:pt x="368" y="78"/>
                  </a:cubicBezTo>
                  <a:lnTo>
                    <a:pt x="375" y="78"/>
                  </a:lnTo>
                  <a:cubicBezTo>
                    <a:pt x="474" y="121"/>
                    <a:pt x="545" y="220"/>
                    <a:pt x="545" y="333"/>
                  </a:cubicBezTo>
                  <a:cubicBezTo>
                    <a:pt x="545" y="481"/>
                    <a:pt x="424" y="608"/>
                    <a:pt x="269" y="608"/>
                  </a:cubicBezTo>
                  <a:close/>
                  <a:moveTo>
                    <a:pt x="269" y="311"/>
                  </a:moveTo>
                  <a:lnTo>
                    <a:pt x="269" y="311"/>
                  </a:lnTo>
                  <a:cubicBezTo>
                    <a:pt x="255" y="311"/>
                    <a:pt x="241" y="304"/>
                    <a:pt x="241" y="283"/>
                  </a:cubicBezTo>
                  <a:cubicBezTo>
                    <a:pt x="241" y="121"/>
                    <a:pt x="241" y="121"/>
                    <a:pt x="241" y="121"/>
                  </a:cubicBezTo>
                  <a:cubicBezTo>
                    <a:pt x="241" y="64"/>
                    <a:pt x="241" y="64"/>
                    <a:pt x="241" y="64"/>
                  </a:cubicBezTo>
                  <a:cubicBezTo>
                    <a:pt x="241" y="29"/>
                    <a:pt x="241" y="29"/>
                    <a:pt x="241" y="29"/>
                  </a:cubicBezTo>
                  <a:cubicBezTo>
                    <a:pt x="241" y="15"/>
                    <a:pt x="255" y="0"/>
                    <a:pt x="269" y="0"/>
                  </a:cubicBezTo>
                  <a:cubicBezTo>
                    <a:pt x="290" y="0"/>
                    <a:pt x="297" y="15"/>
                    <a:pt x="297" y="29"/>
                  </a:cubicBezTo>
                  <a:cubicBezTo>
                    <a:pt x="297" y="114"/>
                    <a:pt x="297" y="114"/>
                    <a:pt x="297" y="114"/>
                  </a:cubicBezTo>
                  <a:cubicBezTo>
                    <a:pt x="297" y="170"/>
                    <a:pt x="297" y="170"/>
                    <a:pt x="297" y="170"/>
                  </a:cubicBezTo>
                  <a:cubicBezTo>
                    <a:pt x="297" y="283"/>
                    <a:pt x="297" y="283"/>
                    <a:pt x="297" y="283"/>
                  </a:cubicBezTo>
                  <a:cubicBezTo>
                    <a:pt x="297" y="304"/>
                    <a:pt x="290" y="311"/>
                    <a:pt x="269" y="3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4"/>
            <p:cNvSpPr/>
            <p:nvPr/>
          </p:nvSpPr>
          <p:spPr>
            <a:xfrm>
              <a:off x="5803900" y="1508125"/>
              <a:ext cx="219075" cy="206375"/>
            </a:xfrm>
            <a:custGeom>
              <a:rect b="b" l="l" r="r" t="t"/>
              <a:pathLst>
                <a:path extrusionOk="0" h="573" w="609">
                  <a:moveTo>
                    <a:pt x="579" y="176"/>
                  </a:moveTo>
                  <a:lnTo>
                    <a:pt x="579" y="176"/>
                  </a:lnTo>
                  <a:cubicBezTo>
                    <a:pt x="551" y="106"/>
                    <a:pt x="495" y="56"/>
                    <a:pt x="424" y="21"/>
                  </a:cubicBezTo>
                  <a:cubicBezTo>
                    <a:pt x="445" y="7"/>
                    <a:pt x="466" y="0"/>
                    <a:pt x="495" y="0"/>
                  </a:cubicBezTo>
                  <a:cubicBezTo>
                    <a:pt x="558" y="0"/>
                    <a:pt x="608" y="49"/>
                    <a:pt x="608" y="113"/>
                  </a:cubicBezTo>
                  <a:cubicBezTo>
                    <a:pt x="608" y="134"/>
                    <a:pt x="594" y="162"/>
                    <a:pt x="579" y="176"/>
                  </a:cubicBezTo>
                  <a:close/>
                  <a:moveTo>
                    <a:pt x="579" y="304"/>
                  </a:moveTo>
                  <a:lnTo>
                    <a:pt x="579" y="304"/>
                  </a:lnTo>
                  <a:cubicBezTo>
                    <a:pt x="579" y="374"/>
                    <a:pt x="551" y="438"/>
                    <a:pt x="502" y="487"/>
                  </a:cubicBezTo>
                  <a:cubicBezTo>
                    <a:pt x="544" y="530"/>
                    <a:pt x="544" y="530"/>
                    <a:pt x="544" y="530"/>
                  </a:cubicBezTo>
                  <a:cubicBezTo>
                    <a:pt x="544" y="530"/>
                    <a:pt x="551" y="537"/>
                    <a:pt x="551" y="544"/>
                  </a:cubicBezTo>
                  <a:cubicBezTo>
                    <a:pt x="551" y="565"/>
                    <a:pt x="537" y="572"/>
                    <a:pt x="523" y="572"/>
                  </a:cubicBezTo>
                  <a:cubicBezTo>
                    <a:pt x="516" y="572"/>
                    <a:pt x="509" y="572"/>
                    <a:pt x="502" y="565"/>
                  </a:cubicBezTo>
                  <a:cubicBezTo>
                    <a:pt x="459" y="523"/>
                    <a:pt x="459" y="523"/>
                    <a:pt x="459" y="523"/>
                  </a:cubicBezTo>
                  <a:cubicBezTo>
                    <a:pt x="417" y="558"/>
                    <a:pt x="360" y="572"/>
                    <a:pt x="304" y="572"/>
                  </a:cubicBezTo>
                  <a:cubicBezTo>
                    <a:pt x="247" y="572"/>
                    <a:pt x="191" y="558"/>
                    <a:pt x="148" y="523"/>
                  </a:cubicBezTo>
                  <a:cubicBezTo>
                    <a:pt x="106" y="565"/>
                    <a:pt x="106" y="565"/>
                    <a:pt x="106" y="565"/>
                  </a:cubicBezTo>
                  <a:cubicBezTo>
                    <a:pt x="99" y="572"/>
                    <a:pt x="92" y="572"/>
                    <a:pt x="85" y="572"/>
                  </a:cubicBezTo>
                  <a:cubicBezTo>
                    <a:pt x="71" y="572"/>
                    <a:pt x="56" y="565"/>
                    <a:pt x="56" y="544"/>
                  </a:cubicBezTo>
                  <a:cubicBezTo>
                    <a:pt x="56" y="537"/>
                    <a:pt x="64" y="530"/>
                    <a:pt x="71" y="530"/>
                  </a:cubicBezTo>
                  <a:cubicBezTo>
                    <a:pt x="106" y="487"/>
                    <a:pt x="106" y="487"/>
                    <a:pt x="106" y="487"/>
                  </a:cubicBezTo>
                  <a:cubicBezTo>
                    <a:pt x="56" y="438"/>
                    <a:pt x="28" y="374"/>
                    <a:pt x="28" y="304"/>
                  </a:cubicBezTo>
                  <a:cubicBezTo>
                    <a:pt x="28" y="148"/>
                    <a:pt x="155" y="28"/>
                    <a:pt x="304" y="28"/>
                  </a:cubicBezTo>
                  <a:cubicBezTo>
                    <a:pt x="452" y="28"/>
                    <a:pt x="579" y="148"/>
                    <a:pt x="579" y="304"/>
                  </a:cubicBezTo>
                  <a:close/>
                  <a:moveTo>
                    <a:pt x="304" y="85"/>
                  </a:moveTo>
                  <a:lnTo>
                    <a:pt x="304" y="85"/>
                  </a:lnTo>
                  <a:cubicBezTo>
                    <a:pt x="184" y="85"/>
                    <a:pt x="85" y="183"/>
                    <a:pt x="85" y="304"/>
                  </a:cubicBezTo>
                  <a:cubicBezTo>
                    <a:pt x="85" y="424"/>
                    <a:pt x="184" y="516"/>
                    <a:pt x="304" y="516"/>
                  </a:cubicBezTo>
                  <a:cubicBezTo>
                    <a:pt x="424" y="516"/>
                    <a:pt x="523" y="424"/>
                    <a:pt x="523" y="304"/>
                  </a:cubicBezTo>
                  <a:cubicBezTo>
                    <a:pt x="523" y="183"/>
                    <a:pt x="424" y="85"/>
                    <a:pt x="304" y="85"/>
                  </a:cubicBezTo>
                  <a:close/>
                  <a:moveTo>
                    <a:pt x="417" y="332"/>
                  </a:moveTo>
                  <a:lnTo>
                    <a:pt x="417" y="332"/>
                  </a:lnTo>
                  <a:cubicBezTo>
                    <a:pt x="304" y="332"/>
                    <a:pt x="304" y="332"/>
                    <a:pt x="304" y="332"/>
                  </a:cubicBezTo>
                  <a:cubicBezTo>
                    <a:pt x="290" y="332"/>
                    <a:pt x="276" y="318"/>
                    <a:pt x="276" y="304"/>
                  </a:cubicBezTo>
                  <a:cubicBezTo>
                    <a:pt x="276" y="148"/>
                    <a:pt x="276" y="148"/>
                    <a:pt x="276" y="148"/>
                  </a:cubicBezTo>
                  <a:cubicBezTo>
                    <a:pt x="276" y="134"/>
                    <a:pt x="290" y="120"/>
                    <a:pt x="304" y="120"/>
                  </a:cubicBezTo>
                  <a:cubicBezTo>
                    <a:pt x="318" y="120"/>
                    <a:pt x="332" y="134"/>
                    <a:pt x="332" y="148"/>
                  </a:cubicBezTo>
                  <a:cubicBezTo>
                    <a:pt x="332" y="275"/>
                    <a:pt x="332" y="275"/>
                    <a:pt x="332" y="275"/>
                  </a:cubicBezTo>
                  <a:cubicBezTo>
                    <a:pt x="417" y="275"/>
                    <a:pt x="417" y="275"/>
                    <a:pt x="417" y="275"/>
                  </a:cubicBezTo>
                  <a:cubicBezTo>
                    <a:pt x="431" y="275"/>
                    <a:pt x="445" y="282"/>
                    <a:pt x="445" y="304"/>
                  </a:cubicBezTo>
                  <a:cubicBezTo>
                    <a:pt x="445" y="318"/>
                    <a:pt x="431" y="332"/>
                    <a:pt x="417" y="332"/>
                  </a:cubicBezTo>
                  <a:close/>
                  <a:moveTo>
                    <a:pt x="28" y="183"/>
                  </a:moveTo>
                  <a:lnTo>
                    <a:pt x="28" y="183"/>
                  </a:lnTo>
                  <a:cubicBezTo>
                    <a:pt x="14" y="162"/>
                    <a:pt x="0" y="141"/>
                    <a:pt x="0" y="113"/>
                  </a:cubicBezTo>
                  <a:cubicBezTo>
                    <a:pt x="0" y="49"/>
                    <a:pt x="49" y="0"/>
                    <a:pt x="113" y="0"/>
                  </a:cubicBezTo>
                  <a:cubicBezTo>
                    <a:pt x="141" y="0"/>
                    <a:pt x="162" y="7"/>
                    <a:pt x="184" y="21"/>
                  </a:cubicBezTo>
                  <a:cubicBezTo>
                    <a:pt x="113" y="56"/>
                    <a:pt x="56" y="113"/>
                    <a:pt x="28" y="1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4"/>
            <p:cNvSpPr/>
            <p:nvPr/>
          </p:nvSpPr>
          <p:spPr>
            <a:xfrm>
              <a:off x="5426075" y="1500188"/>
              <a:ext cx="217488" cy="219075"/>
            </a:xfrm>
            <a:custGeom>
              <a:rect b="b" l="l" r="r" t="t"/>
              <a:pathLst>
                <a:path extrusionOk="0" h="609" w="602">
                  <a:moveTo>
                    <a:pt x="304" y="608"/>
                  </a:moveTo>
                  <a:lnTo>
                    <a:pt x="304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66" y="0"/>
                    <a:pt x="601" y="135"/>
                    <a:pt x="601" y="304"/>
                  </a:cubicBezTo>
                  <a:cubicBezTo>
                    <a:pt x="601" y="474"/>
                    <a:pt x="466" y="608"/>
                    <a:pt x="304" y="608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69" y="57"/>
                    <a:pt x="56" y="170"/>
                    <a:pt x="56" y="304"/>
                  </a:cubicBezTo>
                  <a:cubicBezTo>
                    <a:pt x="56" y="439"/>
                    <a:pt x="169" y="552"/>
                    <a:pt x="304" y="552"/>
                  </a:cubicBezTo>
                  <a:cubicBezTo>
                    <a:pt x="438" y="552"/>
                    <a:pt x="544" y="439"/>
                    <a:pt x="544" y="304"/>
                  </a:cubicBezTo>
                  <a:cubicBezTo>
                    <a:pt x="544" y="170"/>
                    <a:pt x="438" y="57"/>
                    <a:pt x="304" y="57"/>
                  </a:cubicBezTo>
                  <a:close/>
                  <a:moveTo>
                    <a:pt x="424" y="333"/>
                  </a:moveTo>
                  <a:lnTo>
                    <a:pt x="424" y="333"/>
                  </a:lnTo>
                  <a:cubicBezTo>
                    <a:pt x="367" y="333"/>
                    <a:pt x="367" y="333"/>
                    <a:pt x="367" y="333"/>
                  </a:cubicBezTo>
                  <a:cubicBezTo>
                    <a:pt x="332" y="333"/>
                    <a:pt x="332" y="333"/>
                    <a:pt x="332" y="333"/>
                  </a:cubicBezTo>
                  <a:cubicBezTo>
                    <a:pt x="304" y="333"/>
                    <a:pt x="304" y="333"/>
                    <a:pt x="304" y="333"/>
                  </a:cubicBezTo>
                  <a:cubicBezTo>
                    <a:pt x="283" y="333"/>
                    <a:pt x="276" y="319"/>
                    <a:pt x="276" y="304"/>
                  </a:cubicBezTo>
                  <a:cubicBezTo>
                    <a:pt x="276" y="135"/>
                    <a:pt x="276" y="135"/>
                    <a:pt x="276" y="135"/>
                  </a:cubicBezTo>
                  <a:cubicBezTo>
                    <a:pt x="276" y="121"/>
                    <a:pt x="283" y="107"/>
                    <a:pt x="304" y="107"/>
                  </a:cubicBezTo>
                  <a:cubicBezTo>
                    <a:pt x="318" y="107"/>
                    <a:pt x="332" y="121"/>
                    <a:pt x="332" y="135"/>
                  </a:cubicBezTo>
                  <a:cubicBezTo>
                    <a:pt x="332" y="276"/>
                    <a:pt x="332" y="276"/>
                    <a:pt x="332" y="276"/>
                  </a:cubicBezTo>
                  <a:cubicBezTo>
                    <a:pt x="367" y="276"/>
                    <a:pt x="367" y="276"/>
                    <a:pt x="367" y="276"/>
                  </a:cubicBezTo>
                  <a:cubicBezTo>
                    <a:pt x="424" y="276"/>
                    <a:pt x="424" y="276"/>
                    <a:pt x="424" y="276"/>
                  </a:cubicBezTo>
                  <a:cubicBezTo>
                    <a:pt x="438" y="276"/>
                    <a:pt x="452" y="290"/>
                    <a:pt x="452" y="304"/>
                  </a:cubicBezTo>
                  <a:cubicBezTo>
                    <a:pt x="452" y="319"/>
                    <a:pt x="438" y="333"/>
                    <a:pt x="424" y="3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4"/>
            <p:cNvSpPr/>
            <p:nvPr/>
          </p:nvSpPr>
          <p:spPr>
            <a:xfrm>
              <a:off x="5046663" y="1500188"/>
              <a:ext cx="215900" cy="219075"/>
            </a:xfrm>
            <a:custGeom>
              <a:rect b="b" l="l" r="r" t="t"/>
              <a:pathLst>
                <a:path extrusionOk="0" h="609" w="601">
                  <a:moveTo>
                    <a:pt x="297" y="608"/>
                  </a:moveTo>
                  <a:lnTo>
                    <a:pt x="297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0" y="135"/>
                    <a:pt x="600" y="304"/>
                  </a:cubicBezTo>
                  <a:cubicBezTo>
                    <a:pt x="600" y="474"/>
                    <a:pt x="466" y="608"/>
                    <a:pt x="297" y="608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2" y="57"/>
                    <a:pt x="56" y="170"/>
                    <a:pt x="56" y="304"/>
                  </a:cubicBezTo>
                  <a:cubicBezTo>
                    <a:pt x="56" y="368"/>
                    <a:pt x="78" y="425"/>
                    <a:pt x="120" y="467"/>
                  </a:cubicBezTo>
                  <a:cubicBezTo>
                    <a:pt x="155" y="453"/>
                    <a:pt x="141" y="467"/>
                    <a:pt x="183" y="446"/>
                  </a:cubicBezTo>
                  <a:cubicBezTo>
                    <a:pt x="233" y="425"/>
                    <a:pt x="247" y="418"/>
                    <a:pt x="247" y="418"/>
                  </a:cubicBezTo>
                  <a:cubicBezTo>
                    <a:pt x="247" y="375"/>
                    <a:pt x="247" y="375"/>
                    <a:pt x="247" y="375"/>
                  </a:cubicBezTo>
                  <a:cubicBezTo>
                    <a:pt x="247" y="375"/>
                    <a:pt x="226" y="361"/>
                    <a:pt x="219" y="319"/>
                  </a:cubicBezTo>
                  <a:cubicBezTo>
                    <a:pt x="212" y="326"/>
                    <a:pt x="205" y="304"/>
                    <a:pt x="205" y="297"/>
                  </a:cubicBezTo>
                  <a:cubicBezTo>
                    <a:pt x="205" y="283"/>
                    <a:pt x="198" y="255"/>
                    <a:pt x="212" y="255"/>
                  </a:cubicBezTo>
                  <a:cubicBezTo>
                    <a:pt x="212" y="234"/>
                    <a:pt x="212" y="220"/>
                    <a:pt x="212" y="205"/>
                  </a:cubicBezTo>
                  <a:cubicBezTo>
                    <a:pt x="212" y="177"/>
                    <a:pt x="247" y="135"/>
                    <a:pt x="297" y="135"/>
                  </a:cubicBezTo>
                  <a:cubicBezTo>
                    <a:pt x="360" y="135"/>
                    <a:pt x="381" y="177"/>
                    <a:pt x="389" y="205"/>
                  </a:cubicBezTo>
                  <a:cubicBezTo>
                    <a:pt x="389" y="220"/>
                    <a:pt x="389" y="234"/>
                    <a:pt x="381" y="255"/>
                  </a:cubicBezTo>
                  <a:cubicBezTo>
                    <a:pt x="396" y="255"/>
                    <a:pt x="389" y="283"/>
                    <a:pt x="389" y="297"/>
                  </a:cubicBezTo>
                  <a:cubicBezTo>
                    <a:pt x="389" y="304"/>
                    <a:pt x="389" y="326"/>
                    <a:pt x="374" y="319"/>
                  </a:cubicBezTo>
                  <a:cubicBezTo>
                    <a:pt x="367" y="361"/>
                    <a:pt x="353" y="375"/>
                    <a:pt x="353" y="375"/>
                  </a:cubicBezTo>
                  <a:cubicBezTo>
                    <a:pt x="353" y="418"/>
                    <a:pt x="353" y="418"/>
                    <a:pt x="353" y="418"/>
                  </a:cubicBezTo>
                  <a:cubicBezTo>
                    <a:pt x="353" y="418"/>
                    <a:pt x="367" y="425"/>
                    <a:pt x="410" y="446"/>
                  </a:cubicBezTo>
                  <a:cubicBezTo>
                    <a:pt x="459" y="467"/>
                    <a:pt x="445" y="453"/>
                    <a:pt x="480" y="467"/>
                  </a:cubicBezTo>
                  <a:cubicBezTo>
                    <a:pt x="523" y="425"/>
                    <a:pt x="544" y="368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4"/>
            <p:cNvSpPr/>
            <p:nvPr/>
          </p:nvSpPr>
          <p:spPr>
            <a:xfrm>
              <a:off x="4665663" y="1562100"/>
              <a:ext cx="219075" cy="152400"/>
            </a:xfrm>
            <a:custGeom>
              <a:rect b="b" l="l" r="r" t="t"/>
              <a:pathLst>
                <a:path extrusionOk="0" h="425" w="608">
                  <a:moveTo>
                    <a:pt x="607" y="410"/>
                  </a:moveTo>
                  <a:lnTo>
                    <a:pt x="607" y="410"/>
                  </a:lnTo>
                  <a:cubicBezTo>
                    <a:pt x="607" y="417"/>
                    <a:pt x="593" y="424"/>
                    <a:pt x="586" y="424"/>
                  </a:cubicBezTo>
                  <a:cubicBezTo>
                    <a:pt x="445" y="424"/>
                    <a:pt x="445" y="424"/>
                    <a:pt x="445" y="424"/>
                  </a:cubicBezTo>
                  <a:cubicBezTo>
                    <a:pt x="459" y="424"/>
                    <a:pt x="466" y="417"/>
                    <a:pt x="466" y="403"/>
                  </a:cubicBezTo>
                  <a:cubicBezTo>
                    <a:pt x="466" y="403"/>
                    <a:pt x="466" y="318"/>
                    <a:pt x="403" y="290"/>
                  </a:cubicBezTo>
                  <a:cubicBezTo>
                    <a:pt x="374" y="276"/>
                    <a:pt x="374" y="276"/>
                    <a:pt x="360" y="276"/>
                  </a:cubicBezTo>
                  <a:cubicBezTo>
                    <a:pt x="360" y="241"/>
                    <a:pt x="360" y="241"/>
                    <a:pt x="360" y="241"/>
                  </a:cubicBezTo>
                  <a:cubicBezTo>
                    <a:pt x="360" y="241"/>
                    <a:pt x="346" y="226"/>
                    <a:pt x="339" y="191"/>
                  </a:cubicBezTo>
                  <a:cubicBezTo>
                    <a:pt x="332" y="191"/>
                    <a:pt x="332" y="184"/>
                    <a:pt x="332" y="170"/>
                  </a:cubicBezTo>
                  <a:cubicBezTo>
                    <a:pt x="332" y="163"/>
                    <a:pt x="325" y="141"/>
                    <a:pt x="332" y="141"/>
                  </a:cubicBezTo>
                  <a:cubicBezTo>
                    <a:pt x="332" y="127"/>
                    <a:pt x="332" y="106"/>
                    <a:pt x="332" y="99"/>
                  </a:cubicBezTo>
                  <a:cubicBezTo>
                    <a:pt x="332" y="71"/>
                    <a:pt x="360" y="43"/>
                    <a:pt x="403" y="43"/>
                  </a:cubicBezTo>
                  <a:cubicBezTo>
                    <a:pt x="452" y="43"/>
                    <a:pt x="473" y="71"/>
                    <a:pt x="480" y="99"/>
                  </a:cubicBezTo>
                  <a:cubicBezTo>
                    <a:pt x="480" y="106"/>
                    <a:pt x="473" y="127"/>
                    <a:pt x="473" y="141"/>
                  </a:cubicBezTo>
                  <a:cubicBezTo>
                    <a:pt x="487" y="141"/>
                    <a:pt x="480" y="163"/>
                    <a:pt x="480" y="170"/>
                  </a:cubicBezTo>
                  <a:cubicBezTo>
                    <a:pt x="480" y="184"/>
                    <a:pt x="473" y="191"/>
                    <a:pt x="466" y="191"/>
                  </a:cubicBezTo>
                  <a:cubicBezTo>
                    <a:pt x="459" y="226"/>
                    <a:pt x="445" y="241"/>
                    <a:pt x="445" y="241"/>
                  </a:cubicBezTo>
                  <a:cubicBezTo>
                    <a:pt x="445" y="276"/>
                    <a:pt x="445" y="276"/>
                    <a:pt x="445" y="276"/>
                  </a:cubicBezTo>
                  <a:cubicBezTo>
                    <a:pt x="445" y="276"/>
                    <a:pt x="459" y="276"/>
                    <a:pt x="494" y="297"/>
                  </a:cubicBezTo>
                  <a:cubicBezTo>
                    <a:pt x="537" y="311"/>
                    <a:pt x="523" y="297"/>
                    <a:pt x="551" y="318"/>
                  </a:cubicBezTo>
                  <a:cubicBezTo>
                    <a:pt x="607" y="339"/>
                    <a:pt x="607" y="410"/>
                    <a:pt x="607" y="410"/>
                  </a:cubicBezTo>
                  <a:close/>
                  <a:moveTo>
                    <a:pt x="325" y="283"/>
                  </a:moveTo>
                  <a:lnTo>
                    <a:pt x="325" y="283"/>
                  </a:lnTo>
                  <a:cubicBezTo>
                    <a:pt x="367" y="297"/>
                    <a:pt x="353" y="290"/>
                    <a:pt x="388" y="304"/>
                  </a:cubicBezTo>
                  <a:cubicBezTo>
                    <a:pt x="445" y="332"/>
                    <a:pt x="445" y="403"/>
                    <a:pt x="445" y="403"/>
                  </a:cubicBezTo>
                  <a:cubicBezTo>
                    <a:pt x="445" y="417"/>
                    <a:pt x="431" y="424"/>
                    <a:pt x="424" y="424"/>
                  </a:cubicBezTo>
                  <a:cubicBezTo>
                    <a:pt x="21" y="424"/>
                    <a:pt x="21" y="424"/>
                    <a:pt x="21" y="424"/>
                  </a:cubicBezTo>
                  <a:cubicBezTo>
                    <a:pt x="14" y="424"/>
                    <a:pt x="0" y="417"/>
                    <a:pt x="0" y="403"/>
                  </a:cubicBezTo>
                  <a:cubicBezTo>
                    <a:pt x="0" y="403"/>
                    <a:pt x="0" y="332"/>
                    <a:pt x="56" y="304"/>
                  </a:cubicBezTo>
                  <a:cubicBezTo>
                    <a:pt x="92" y="290"/>
                    <a:pt x="77" y="304"/>
                    <a:pt x="120" y="283"/>
                  </a:cubicBezTo>
                  <a:cubicBezTo>
                    <a:pt x="162" y="269"/>
                    <a:pt x="176" y="262"/>
                    <a:pt x="176" y="262"/>
                  </a:cubicBezTo>
                  <a:cubicBezTo>
                    <a:pt x="176" y="219"/>
                    <a:pt x="176" y="219"/>
                    <a:pt x="176" y="219"/>
                  </a:cubicBezTo>
                  <a:cubicBezTo>
                    <a:pt x="176" y="219"/>
                    <a:pt x="155" y="205"/>
                    <a:pt x="155" y="170"/>
                  </a:cubicBezTo>
                  <a:cubicBezTo>
                    <a:pt x="141" y="170"/>
                    <a:pt x="141" y="156"/>
                    <a:pt x="141" y="149"/>
                  </a:cubicBezTo>
                  <a:cubicBezTo>
                    <a:pt x="141" y="141"/>
                    <a:pt x="134" y="113"/>
                    <a:pt x="148" y="113"/>
                  </a:cubicBezTo>
                  <a:cubicBezTo>
                    <a:pt x="141" y="92"/>
                    <a:pt x="141" y="78"/>
                    <a:pt x="141" y="71"/>
                  </a:cubicBezTo>
                  <a:cubicBezTo>
                    <a:pt x="148" y="35"/>
                    <a:pt x="176" y="7"/>
                    <a:pt x="219" y="0"/>
                  </a:cubicBezTo>
                  <a:cubicBezTo>
                    <a:pt x="275" y="7"/>
                    <a:pt x="297" y="35"/>
                    <a:pt x="304" y="71"/>
                  </a:cubicBezTo>
                  <a:cubicBezTo>
                    <a:pt x="304" y="78"/>
                    <a:pt x="304" y="92"/>
                    <a:pt x="297" y="113"/>
                  </a:cubicBezTo>
                  <a:cubicBezTo>
                    <a:pt x="311" y="113"/>
                    <a:pt x="304" y="141"/>
                    <a:pt x="304" y="149"/>
                  </a:cubicBezTo>
                  <a:cubicBezTo>
                    <a:pt x="304" y="156"/>
                    <a:pt x="304" y="170"/>
                    <a:pt x="290" y="170"/>
                  </a:cubicBezTo>
                  <a:cubicBezTo>
                    <a:pt x="282" y="205"/>
                    <a:pt x="268" y="219"/>
                    <a:pt x="268" y="219"/>
                  </a:cubicBezTo>
                  <a:cubicBezTo>
                    <a:pt x="268" y="262"/>
                    <a:pt x="268" y="262"/>
                    <a:pt x="268" y="262"/>
                  </a:cubicBezTo>
                  <a:cubicBezTo>
                    <a:pt x="268" y="262"/>
                    <a:pt x="282" y="262"/>
                    <a:pt x="325" y="2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4"/>
            <p:cNvSpPr/>
            <p:nvPr/>
          </p:nvSpPr>
          <p:spPr>
            <a:xfrm>
              <a:off x="4286250" y="1504950"/>
              <a:ext cx="215900" cy="209550"/>
            </a:xfrm>
            <a:custGeom>
              <a:rect b="b" l="l" r="r" t="t"/>
              <a:pathLst>
                <a:path extrusionOk="0" h="580" w="601">
                  <a:moveTo>
                    <a:pt x="593" y="509"/>
                  </a:moveTo>
                  <a:lnTo>
                    <a:pt x="593" y="509"/>
                  </a:lnTo>
                  <a:cubicBezTo>
                    <a:pt x="530" y="572"/>
                    <a:pt x="530" y="572"/>
                    <a:pt x="530" y="572"/>
                  </a:cubicBezTo>
                  <a:cubicBezTo>
                    <a:pt x="523" y="579"/>
                    <a:pt x="515" y="579"/>
                    <a:pt x="508" y="579"/>
                  </a:cubicBezTo>
                  <a:cubicBezTo>
                    <a:pt x="494" y="579"/>
                    <a:pt x="480" y="572"/>
                    <a:pt x="480" y="551"/>
                  </a:cubicBezTo>
                  <a:cubicBezTo>
                    <a:pt x="480" y="544"/>
                    <a:pt x="480" y="537"/>
                    <a:pt x="487" y="537"/>
                  </a:cubicBezTo>
                  <a:cubicBezTo>
                    <a:pt x="508" y="516"/>
                    <a:pt x="508" y="516"/>
                    <a:pt x="508" y="516"/>
                  </a:cubicBezTo>
                  <a:cubicBezTo>
                    <a:pt x="374" y="516"/>
                    <a:pt x="374" y="516"/>
                    <a:pt x="374" y="516"/>
                  </a:cubicBezTo>
                  <a:cubicBezTo>
                    <a:pt x="360" y="516"/>
                    <a:pt x="346" y="502"/>
                    <a:pt x="346" y="487"/>
                  </a:cubicBezTo>
                  <a:cubicBezTo>
                    <a:pt x="346" y="473"/>
                    <a:pt x="360" y="459"/>
                    <a:pt x="374" y="459"/>
                  </a:cubicBezTo>
                  <a:cubicBezTo>
                    <a:pt x="508" y="459"/>
                    <a:pt x="508" y="459"/>
                    <a:pt x="508" y="459"/>
                  </a:cubicBezTo>
                  <a:cubicBezTo>
                    <a:pt x="487" y="438"/>
                    <a:pt x="487" y="438"/>
                    <a:pt x="487" y="438"/>
                  </a:cubicBezTo>
                  <a:cubicBezTo>
                    <a:pt x="480" y="438"/>
                    <a:pt x="480" y="431"/>
                    <a:pt x="480" y="424"/>
                  </a:cubicBezTo>
                  <a:cubicBezTo>
                    <a:pt x="480" y="403"/>
                    <a:pt x="494" y="396"/>
                    <a:pt x="508" y="396"/>
                  </a:cubicBezTo>
                  <a:cubicBezTo>
                    <a:pt x="515" y="396"/>
                    <a:pt x="523" y="396"/>
                    <a:pt x="530" y="403"/>
                  </a:cubicBezTo>
                  <a:cubicBezTo>
                    <a:pt x="593" y="466"/>
                    <a:pt x="593" y="466"/>
                    <a:pt x="593" y="466"/>
                  </a:cubicBezTo>
                  <a:cubicBezTo>
                    <a:pt x="600" y="473"/>
                    <a:pt x="600" y="480"/>
                    <a:pt x="600" y="487"/>
                  </a:cubicBezTo>
                  <a:cubicBezTo>
                    <a:pt x="600" y="494"/>
                    <a:pt x="600" y="502"/>
                    <a:pt x="593" y="509"/>
                  </a:cubicBezTo>
                  <a:close/>
                  <a:moveTo>
                    <a:pt x="452" y="431"/>
                  </a:moveTo>
                  <a:lnTo>
                    <a:pt x="452" y="431"/>
                  </a:lnTo>
                  <a:cubicBezTo>
                    <a:pt x="374" y="431"/>
                    <a:pt x="374" y="431"/>
                    <a:pt x="374" y="431"/>
                  </a:cubicBezTo>
                  <a:cubicBezTo>
                    <a:pt x="346" y="431"/>
                    <a:pt x="318" y="459"/>
                    <a:pt x="318" y="487"/>
                  </a:cubicBezTo>
                  <a:cubicBezTo>
                    <a:pt x="318" y="516"/>
                    <a:pt x="346" y="544"/>
                    <a:pt x="374" y="544"/>
                  </a:cubicBezTo>
                  <a:cubicBezTo>
                    <a:pt x="452" y="544"/>
                    <a:pt x="452" y="544"/>
                    <a:pt x="452" y="544"/>
                  </a:cubicBezTo>
                  <a:lnTo>
                    <a:pt x="452" y="551"/>
                  </a:lnTo>
                  <a:cubicBezTo>
                    <a:pt x="452" y="565"/>
                    <a:pt x="452" y="572"/>
                    <a:pt x="459" y="579"/>
                  </a:cubicBezTo>
                  <a:cubicBezTo>
                    <a:pt x="28" y="579"/>
                    <a:pt x="28" y="579"/>
                    <a:pt x="28" y="579"/>
                  </a:cubicBezTo>
                  <a:cubicBezTo>
                    <a:pt x="14" y="579"/>
                    <a:pt x="0" y="572"/>
                    <a:pt x="0" y="551"/>
                  </a:cubicBezTo>
                  <a:cubicBezTo>
                    <a:pt x="0" y="551"/>
                    <a:pt x="0" y="452"/>
                    <a:pt x="77" y="410"/>
                  </a:cubicBezTo>
                  <a:cubicBezTo>
                    <a:pt x="120" y="388"/>
                    <a:pt x="106" y="410"/>
                    <a:pt x="162" y="381"/>
                  </a:cubicBezTo>
                  <a:cubicBezTo>
                    <a:pt x="219" y="360"/>
                    <a:pt x="233" y="353"/>
                    <a:pt x="233" y="353"/>
                  </a:cubicBezTo>
                  <a:cubicBezTo>
                    <a:pt x="233" y="296"/>
                    <a:pt x="233" y="296"/>
                    <a:pt x="233" y="296"/>
                  </a:cubicBezTo>
                  <a:cubicBezTo>
                    <a:pt x="233" y="296"/>
                    <a:pt x="212" y="275"/>
                    <a:pt x="204" y="226"/>
                  </a:cubicBezTo>
                  <a:cubicBezTo>
                    <a:pt x="190" y="233"/>
                    <a:pt x="190" y="212"/>
                    <a:pt x="190" y="198"/>
                  </a:cubicBezTo>
                  <a:cubicBezTo>
                    <a:pt x="190" y="183"/>
                    <a:pt x="183" y="148"/>
                    <a:pt x="197" y="148"/>
                  </a:cubicBezTo>
                  <a:cubicBezTo>
                    <a:pt x="190" y="127"/>
                    <a:pt x="190" y="99"/>
                    <a:pt x="190" y="92"/>
                  </a:cubicBezTo>
                  <a:cubicBezTo>
                    <a:pt x="197" y="49"/>
                    <a:pt x="240" y="0"/>
                    <a:pt x="304" y="0"/>
                  </a:cubicBezTo>
                  <a:cubicBezTo>
                    <a:pt x="374" y="0"/>
                    <a:pt x="410" y="49"/>
                    <a:pt x="410" y="92"/>
                  </a:cubicBezTo>
                  <a:cubicBezTo>
                    <a:pt x="410" y="99"/>
                    <a:pt x="410" y="127"/>
                    <a:pt x="402" y="148"/>
                  </a:cubicBezTo>
                  <a:cubicBezTo>
                    <a:pt x="424" y="148"/>
                    <a:pt x="417" y="183"/>
                    <a:pt x="417" y="198"/>
                  </a:cubicBezTo>
                  <a:cubicBezTo>
                    <a:pt x="417" y="212"/>
                    <a:pt x="410" y="233"/>
                    <a:pt x="395" y="226"/>
                  </a:cubicBezTo>
                  <a:cubicBezTo>
                    <a:pt x="388" y="275"/>
                    <a:pt x="367" y="296"/>
                    <a:pt x="367" y="296"/>
                  </a:cubicBezTo>
                  <a:cubicBezTo>
                    <a:pt x="367" y="353"/>
                    <a:pt x="367" y="353"/>
                    <a:pt x="367" y="353"/>
                  </a:cubicBezTo>
                  <a:cubicBezTo>
                    <a:pt x="367" y="353"/>
                    <a:pt x="381" y="360"/>
                    <a:pt x="438" y="381"/>
                  </a:cubicBezTo>
                  <a:cubicBezTo>
                    <a:pt x="445" y="388"/>
                    <a:pt x="452" y="388"/>
                    <a:pt x="459" y="388"/>
                  </a:cubicBezTo>
                  <a:cubicBezTo>
                    <a:pt x="452" y="403"/>
                    <a:pt x="452" y="410"/>
                    <a:pt x="452" y="424"/>
                  </a:cubicBezTo>
                  <a:lnTo>
                    <a:pt x="452" y="431"/>
                  </a:lnTo>
                  <a:close/>
                  <a:moveTo>
                    <a:pt x="600" y="551"/>
                  </a:moveTo>
                  <a:lnTo>
                    <a:pt x="600" y="551"/>
                  </a:lnTo>
                  <a:cubicBezTo>
                    <a:pt x="600" y="572"/>
                    <a:pt x="593" y="579"/>
                    <a:pt x="572" y="579"/>
                  </a:cubicBezTo>
                  <a:cubicBezTo>
                    <a:pt x="558" y="579"/>
                    <a:pt x="558" y="579"/>
                    <a:pt x="558" y="579"/>
                  </a:cubicBezTo>
                  <a:cubicBezTo>
                    <a:pt x="600" y="537"/>
                    <a:pt x="600" y="537"/>
                    <a:pt x="600" y="537"/>
                  </a:cubicBezTo>
                  <a:cubicBezTo>
                    <a:pt x="600" y="551"/>
                    <a:pt x="600" y="551"/>
                    <a:pt x="600" y="5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4"/>
            <p:cNvSpPr/>
            <p:nvPr/>
          </p:nvSpPr>
          <p:spPr>
            <a:xfrm>
              <a:off x="3906838" y="1504950"/>
              <a:ext cx="215900" cy="209550"/>
            </a:xfrm>
            <a:custGeom>
              <a:rect b="b" l="l" r="r" t="t"/>
              <a:pathLst>
                <a:path extrusionOk="0" h="580" w="601">
                  <a:moveTo>
                    <a:pt x="572" y="516"/>
                  </a:moveTo>
                  <a:lnTo>
                    <a:pt x="572" y="516"/>
                  </a:lnTo>
                  <a:cubicBezTo>
                    <a:pt x="445" y="516"/>
                    <a:pt x="445" y="516"/>
                    <a:pt x="445" y="516"/>
                  </a:cubicBezTo>
                  <a:cubicBezTo>
                    <a:pt x="459" y="537"/>
                    <a:pt x="459" y="537"/>
                    <a:pt x="459" y="537"/>
                  </a:cubicBezTo>
                  <a:cubicBezTo>
                    <a:pt x="466" y="537"/>
                    <a:pt x="466" y="544"/>
                    <a:pt x="466" y="551"/>
                  </a:cubicBezTo>
                  <a:cubicBezTo>
                    <a:pt x="466" y="572"/>
                    <a:pt x="459" y="579"/>
                    <a:pt x="438" y="579"/>
                  </a:cubicBezTo>
                  <a:cubicBezTo>
                    <a:pt x="431" y="579"/>
                    <a:pt x="424" y="579"/>
                    <a:pt x="424" y="572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46" y="502"/>
                    <a:pt x="346" y="494"/>
                    <a:pt x="346" y="487"/>
                  </a:cubicBezTo>
                  <a:cubicBezTo>
                    <a:pt x="346" y="480"/>
                    <a:pt x="346" y="473"/>
                    <a:pt x="353" y="466"/>
                  </a:cubicBezTo>
                  <a:cubicBezTo>
                    <a:pt x="424" y="403"/>
                    <a:pt x="424" y="403"/>
                    <a:pt x="424" y="403"/>
                  </a:cubicBezTo>
                  <a:cubicBezTo>
                    <a:pt x="424" y="396"/>
                    <a:pt x="431" y="396"/>
                    <a:pt x="438" y="396"/>
                  </a:cubicBezTo>
                  <a:cubicBezTo>
                    <a:pt x="459" y="396"/>
                    <a:pt x="466" y="403"/>
                    <a:pt x="466" y="424"/>
                  </a:cubicBezTo>
                  <a:cubicBezTo>
                    <a:pt x="466" y="431"/>
                    <a:pt x="466" y="438"/>
                    <a:pt x="459" y="438"/>
                  </a:cubicBezTo>
                  <a:cubicBezTo>
                    <a:pt x="445" y="459"/>
                    <a:pt x="445" y="459"/>
                    <a:pt x="445" y="459"/>
                  </a:cubicBezTo>
                  <a:cubicBezTo>
                    <a:pt x="572" y="459"/>
                    <a:pt x="572" y="459"/>
                    <a:pt x="572" y="459"/>
                  </a:cubicBezTo>
                  <a:cubicBezTo>
                    <a:pt x="586" y="459"/>
                    <a:pt x="600" y="473"/>
                    <a:pt x="600" y="487"/>
                  </a:cubicBezTo>
                  <a:cubicBezTo>
                    <a:pt x="600" y="502"/>
                    <a:pt x="586" y="516"/>
                    <a:pt x="572" y="516"/>
                  </a:cubicBezTo>
                  <a:close/>
                  <a:moveTo>
                    <a:pt x="494" y="424"/>
                  </a:moveTo>
                  <a:lnTo>
                    <a:pt x="494" y="424"/>
                  </a:lnTo>
                  <a:cubicBezTo>
                    <a:pt x="494" y="417"/>
                    <a:pt x="494" y="410"/>
                    <a:pt x="494" y="403"/>
                  </a:cubicBezTo>
                  <a:cubicBezTo>
                    <a:pt x="501" y="403"/>
                    <a:pt x="508" y="403"/>
                    <a:pt x="522" y="410"/>
                  </a:cubicBezTo>
                  <a:cubicBezTo>
                    <a:pt x="537" y="417"/>
                    <a:pt x="544" y="424"/>
                    <a:pt x="551" y="431"/>
                  </a:cubicBezTo>
                  <a:cubicBezTo>
                    <a:pt x="494" y="431"/>
                    <a:pt x="494" y="431"/>
                    <a:pt x="494" y="431"/>
                  </a:cubicBezTo>
                  <a:lnTo>
                    <a:pt x="494" y="424"/>
                  </a:lnTo>
                  <a:close/>
                  <a:moveTo>
                    <a:pt x="395" y="226"/>
                  </a:moveTo>
                  <a:lnTo>
                    <a:pt x="395" y="226"/>
                  </a:lnTo>
                  <a:cubicBezTo>
                    <a:pt x="388" y="275"/>
                    <a:pt x="367" y="296"/>
                    <a:pt x="367" y="296"/>
                  </a:cubicBezTo>
                  <a:cubicBezTo>
                    <a:pt x="367" y="353"/>
                    <a:pt x="367" y="353"/>
                    <a:pt x="367" y="353"/>
                  </a:cubicBezTo>
                  <a:cubicBezTo>
                    <a:pt x="367" y="353"/>
                    <a:pt x="374" y="353"/>
                    <a:pt x="409" y="374"/>
                  </a:cubicBezTo>
                  <a:lnTo>
                    <a:pt x="402" y="381"/>
                  </a:lnTo>
                  <a:cubicBezTo>
                    <a:pt x="332" y="445"/>
                    <a:pt x="332" y="445"/>
                    <a:pt x="332" y="445"/>
                  </a:cubicBezTo>
                  <a:cubicBezTo>
                    <a:pt x="325" y="459"/>
                    <a:pt x="318" y="473"/>
                    <a:pt x="318" y="487"/>
                  </a:cubicBezTo>
                  <a:cubicBezTo>
                    <a:pt x="318" y="502"/>
                    <a:pt x="325" y="516"/>
                    <a:pt x="332" y="530"/>
                  </a:cubicBezTo>
                  <a:cubicBezTo>
                    <a:pt x="388" y="579"/>
                    <a:pt x="388" y="579"/>
                    <a:pt x="388" y="579"/>
                  </a:cubicBezTo>
                  <a:cubicBezTo>
                    <a:pt x="28" y="579"/>
                    <a:pt x="28" y="579"/>
                    <a:pt x="28" y="579"/>
                  </a:cubicBezTo>
                  <a:cubicBezTo>
                    <a:pt x="7" y="579"/>
                    <a:pt x="0" y="572"/>
                    <a:pt x="0" y="551"/>
                  </a:cubicBezTo>
                  <a:cubicBezTo>
                    <a:pt x="0" y="551"/>
                    <a:pt x="0" y="452"/>
                    <a:pt x="70" y="410"/>
                  </a:cubicBezTo>
                  <a:cubicBezTo>
                    <a:pt x="120" y="388"/>
                    <a:pt x="98" y="410"/>
                    <a:pt x="162" y="381"/>
                  </a:cubicBezTo>
                  <a:cubicBezTo>
                    <a:pt x="219" y="360"/>
                    <a:pt x="233" y="353"/>
                    <a:pt x="233" y="353"/>
                  </a:cubicBezTo>
                  <a:cubicBezTo>
                    <a:pt x="233" y="296"/>
                    <a:pt x="233" y="296"/>
                    <a:pt x="233" y="296"/>
                  </a:cubicBezTo>
                  <a:cubicBezTo>
                    <a:pt x="233" y="296"/>
                    <a:pt x="211" y="275"/>
                    <a:pt x="204" y="226"/>
                  </a:cubicBezTo>
                  <a:cubicBezTo>
                    <a:pt x="190" y="233"/>
                    <a:pt x="183" y="212"/>
                    <a:pt x="183" y="198"/>
                  </a:cubicBezTo>
                  <a:cubicBezTo>
                    <a:pt x="183" y="183"/>
                    <a:pt x="176" y="148"/>
                    <a:pt x="197" y="148"/>
                  </a:cubicBezTo>
                  <a:cubicBezTo>
                    <a:pt x="190" y="127"/>
                    <a:pt x="190" y="99"/>
                    <a:pt x="190" y="92"/>
                  </a:cubicBezTo>
                  <a:cubicBezTo>
                    <a:pt x="190" y="49"/>
                    <a:pt x="233" y="0"/>
                    <a:pt x="296" y="0"/>
                  </a:cubicBezTo>
                  <a:cubicBezTo>
                    <a:pt x="374" y="0"/>
                    <a:pt x="402" y="49"/>
                    <a:pt x="409" y="92"/>
                  </a:cubicBezTo>
                  <a:cubicBezTo>
                    <a:pt x="409" y="99"/>
                    <a:pt x="409" y="127"/>
                    <a:pt x="402" y="148"/>
                  </a:cubicBezTo>
                  <a:cubicBezTo>
                    <a:pt x="424" y="148"/>
                    <a:pt x="417" y="183"/>
                    <a:pt x="409" y="198"/>
                  </a:cubicBezTo>
                  <a:cubicBezTo>
                    <a:pt x="409" y="212"/>
                    <a:pt x="409" y="233"/>
                    <a:pt x="395" y="226"/>
                  </a:cubicBezTo>
                  <a:close/>
                  <a:moveTo>
                    <a:pt x="494" y="544"/>
                  </a:moveTo>
                  <a:lnTo>
                    <a:pt x="494" y="544"/>
                  </a:lnTo>
                  <a:cubicBezTo>
                    <a:pt x="572" y="544"/>
                    <a:pt x="572" y="544"/>
                    <a:pt x="572" y="544"/>
                  </a:cubicBezTo>
                  <a:cubicBezTo>
                    <a:pt x="579" y="544"/>
                    <a:pt x="593" y="544"/>
                    <a:pt x="600" y="537"/>
                  </a:cubicBezTo>
                  <a:cubicBezTo>
                    <a:pt x="600" y="544"/>
                    <a:pt x="600" y="551"/>
                    <a:pt x="600" y="551"/>
                  </a:cubicBezTo>
                  <a:cubicBezTo>
                    <a:pt x="600" y="572"/>
                    <a:pt x="586" y="579"/>
                    <a:pt x="572" y="579"/>
                  </a:cubicBezTo>
                  <a:cubicBezTo>
                    <a:pt x="487" y="579"/>
                    <a:pt x="487" y="579"/>
                    <a:pt x="487" y="579"/>
                  </a:cubicBezTo>
                  <a:cubicBezTo>
                    <a:pt x="494" y="572"/>
                    <a:pt x="494" y="565"/>
                    <a:pt x="494" y="551"/>
                  </a:cubicBezTo>
                  <a:lnTo>
                    <a:pt x="494" y="5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4"/>
            <p:cNvSpPr/>
            <p:nvPr/>
          </p:nvSpPr>
          <p:spPr>
            <a:xfrm>
              <a:off x="3525838" y="1504950"/>
              <a:ext cx="219075" cy="209550"/>
            </a:xfrm>
            <a:custGeom>
              <a:rect b="b" l="l" r="r" t="t"/>
              <a:pathLst>
                <a:path extrusionOk="0" h="580" w="609">
                  <a:moveTo>
                    <a:pt x="559" y="494"/>
                  </a:moveTo>
                  <a:lnTo>
                    <a:pt x="559" y="494"/>
                  </a:lnTo>
                  <a:cubicBezTo>
                    <a:pt x="594" y="537"/>
                    <a:pt x="594" y="537"/>
                    <a:pt x="594" y="537"/>
                  </a:cubicBezTo>
                  <a:cubicBezTo>
                    <a:pt x="601" y="537"/>
                    <a:pt x="608" y="544"/>
                    <a:pt x="608" y="551"/>
                  </a:cubicBezTo>
                  <a:cubicBezTo>
                    <a:pt x="608" y="572"/>
                    <a:pt x="594" y="579"/>
                    <a:pt x="580" y="579"/>
                  </a:cubicBezTo>
                  <a:cubicBezTo>
                    <a:pt x="573" y="579"/>
                    <a:pt x="566" y="579"/>
                    <a:pt x="559" y="572"/>
                  </a:cubicBezTo>
                  <a:cubicBezTo>
                    <a:pt x="523" y="537"/>
                    <a:pt x="523" y="537"/>
                    <a:pt x="523" y="537"/>
                  </a:cubicBezTo>
                  <a:cubicBezTo>
                    <a:pt x="481" y="572"/>
                    <a:pt x="481" y="572"/>
                    <a:pt x="481" y="572"/>
                  </a:cubicBezTo>
                  <a:cubicBezTo>
                    <a:pt x="481" y="579"/>
                    <a:pt x="474" y="579"/>
                    <a:pt x="467" y="579"/>
                  </a:cubicBezTo>
                  <a:cubicBezTo>
                    <a:pt x="446" y="579"/>
                    <a:pt x="439" y="572"/>
                    <a:pt x="439" y="551"/>
                  </a:cubicBezTo>
                  <a:cubicBezTo>
                    <a:pt x="439" y="544"/>
                    <a:pt x="439" y="537"/>
                    <a:pt x="446" y="537"/>
                  </a:cubicBezTo>
                  <a:cubicBezTo>
                    <a:pt x="481" y="494"/>
                    <a:pt x="481" y="494"/>
                    <a:pt x="481" y="494"/>
                  </a:cubicBezTo>
                  <a:cubicBezTo>
                    <a:pt x="446" y="459"/>
                    <a:pt x="446" y="459"/>
                    <a:pt x="446" y="459"/>
                  </a:cubicBezTo>
                  <a:cubicBezTo>
                    <a:pt x="439" y="452"/>
                    <a:pt x="439" y="445"/>
                    <a:pt x="439" y="438"/>
                  </a:cubicBezTo>
                  <a:cubicBezTo>
                    <a:pt x="439" y="424"/>
                    <a:pt x="446" y="410"/>
                    <a:pt x="467" y="410"/>
                  </a:cubicBezTo>
                  <a:cubicBezTo>
                    <a:pt x="474" y="410"/>
                    <a:pt x="481" y="417"/>
                    <a:pt x="481" y="424"/>
                  </a:cubicBezTo>
                  <a:cubicBezTo>
                    <a:pt x="523" y="459"/>
                    <a:pt x="523" y="459"/>
                    <a:pt x="523" y="459"/>
                  </a:cubicBezTo>
                  <a:cubicBezTo>
                    <a:pt x="559" y="424"/>
                    <a:pt x="559" y="424"/>
                    <a:pt x="559" y="424"/>
                  </a:cubicBezTo>
                  <a:cubicBezTo>
                    <a:pt x="566" y="417"/>
                    <a:pt x="573" y="410"/>
                    <a:pt x="580" y="410"/>
                  </a:cubicBezTo>
                  <a:cubicBezTo>
                    <a:pt x="594" y="410"/>
                    <a:pt x="608" y="424"/>
                    <a:pt x="608" y="438"/>
                  </a:cubicBezTo>
                  <a:cubicBezTo>
                    <a:pt x="608" y="445"/>
                    <a:pt x="601" y="452"/>
                    <a:pt x="594" y="459"/>
                  </a:cubicBezTo>
                  <a:lnTo>
                    <a:pt x="559" y="494"/>
                  </a:lnTo>
                  <a:close/>
                  <a:moveTo>
                    <a:pt x="410" y="438"/>
                  </a:moveTo>
                  <a:lnTo>
                    <a:pt x="410" y="438"/>
                  </a:lnTo>
                  <a:cubicBezTo>
                    <a:pt x="410" y="459"/>
                    <a:pt x="417" y="473"/>
                    <a:pt x="424" y="480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424" y="516"/>
                    <a:pt x="424" y="516"/>
                    <a:pt x="424" y="516"/>
                  </a:cubicBezTo>
                  <a:cubicBezTo>
                    <a:pt x="417" y="523"/>
                    <a:pt x="410" y="537"/>
                    <a:pt x="410" y="551"/>
                  </a:cubicBezTo>
                  <a:cubicBezTo>
                    <a:pt x="410" y="565"/>
                    <a:pt x="410" y="572"/>
                    <a:pt x="417" y="579"/>
                  </a:cubicBezTo>
                  <a:cubicBezTo>
                    <a:pt x="29" y="579"/>
                    <a:pt x="29" y="579"/>
                    <a:pt x="29" y="579"/>
                  </a:cubicBezTo>
                  <a:cubicBezTo>
                    <a:pt x="15" y="579"/>
                    <a:pt x="0" y="572"/>
                    <a:pt x="0" y="551"/>
                  </a:cubicBezTo>
                  <a:cubicBezTo>
                    <a:pt x="0" y="551"/>
                    <a:pt x="0" y="452"/>
                    <a:pt x="78" y="410"/>
                  </a:cubicBezTo>
                  <a:cubicBezTo>
                    <a:pt x="128" y="388"/>
                    <a:pt x="106" y="410"/>
                    <a:pt x="163" y="381"/>
                  </a:cubicBezTo>
                  <a:cubicBezTo>
                    <a:pt x="226" y="360"/>
                    <a:pt x="241" y="353"/>
                    <a:pt x="241" y="353"/>
                  </a:cubicBezTo>
                  <a:cubicBezTo>
                    <a:pt x="241" y="296"/>
                    <a:pt x="241" y="296"/>
                    <a:pt x="241" y="296"/>
                  </a:cubicBezTo>
                  <a:cubicBezTo>
                    <a:pt x="241" y="296"/>
                    <a:pt x="219" y="275"/>
                    <a:pt x="212" y="226"/>
                  </a:cubicBezTo>
                  <a:cubicBezTo>
                    <a:pt x="198" y="233"/>
                    <a:pt x="191" y="212"/>
                    <a:pt x="191" y="198"/>
                  </a:cubicBezTo>
                  <a:cubicBezTo>
                    <a:pt x="191" y="183"/>
                    <a:pt x="184" y="148"/>
                    <a:pt x="198" y="148"/>
                  </a:cubicBezTo>
                  <a:cubicBezTo>
                    <a:pt x="198" y="127"/>
                    <a:pt x="191" y="99"/>
                    <a:pt x="198" y="92"/>
                  </a:cubicBezTo>
                  <a:cubicBezTo>
                    <a:pt x="198" y="49"/>
                    <a:pt x="241" y="0"/>
                    <a:pt x="304" y="0"/>
                  </a:cubicBezTo>
                  <a:cubicBezTo>
                    <a:pt x="382" y="0"/>
                    <a:pt x="410" y="49"/>
                    <a:pt x="417" y="92"/>
                  </a:cubicBezTo>
                  <a:cubicBezTo>
                    <a:pt x="417" y="99"/>
                    <a:pt x="410" y="127"/>
                    <a:pt x="410" y="148"/>
                  </a:cubicBezTo>
                  <a:cubicBezTo>
                    <a:pt x="424" y="148"/>
                    <a:pt x="417" y="183"/>
                    <a:pt x="417" y="198"/>
                  </a:cubicBezTo>
                  <a:cubicBezTo>
                    <a:pt x="417" y="212"/>
                    <a:pt x="410" y="233"/>
                    <a:pt x="396" y="226"/>
                  </a:cubicBezTo>
                  <a:cubicBezTo>
                    <a:pt x="389" y="275"/>
                    <a:pt x="368" y="296"/>
                    <a:pt x="368" y="296"/>
                  </a:cubicBezTo>
                  <a:cubicBezTo>
                    <a:pt x="368" y="353"/>
                    <a:pt x="368" y="353"/>
                    <a:pt x="368" y="353"/>
                  </a:cubicBezTo>
                  <a:cubicBezTo>
                    <a:pt x="368" y="353"/>
                    <a:pt x="382" y="360"/>
                    <a:pt x="446" y="381"/>
                  </a:cubicBezTo>
                  <a:cubicBezTo>
                    <a:pt x="446" y="381"/>
                    <a:pt x="446" y="388"/>
                    <a:pt x="453" y="388"/>
                  </a:cubicBezTo>
                  <a:cubicBezTo>
                    <a:pt x="424" y="396"/>
                    <a:pt x="410" y="417"/>
                    <a:pt x="410" y="4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4"/>
            <p:cNvSpPr/>
            <p:nvPr/>
          </p:nvSpPr>
          <p:spPr>
            <a:xfrm>
              <a:off x="3146425" y="1504950"/>
              <a:ext cx="217488" cy="209550"/>
            </a:xfrm>
            <a:custGeom>
              <a:rect b="b" l="l" r="r" t="t"/>
              <a:pathLst>
                <a:path extrusionOk="0" h="580" w="602">
                  <a:moveTo>
                    <a:pt x="516" y="551"/>
                  </a:moveTo>
                  <a:lnTo>
                    <a:pt x="516" y="551"/>
                  </a:lnTo>
                  <a:cubicBezTo>
                    <a:pt x="516" y="558"/>
                    <a:pt x="509" y="565"/>
                    <a:pt x="502" y="565"/>
                  </a:cubicBezTo>
                  <a:cubicBezTo>
                    <a:pt x="495" y="565"/>
                    <a:pt x="488" y="558"/>
                    <a:pt x="481" y="551"/>
                  </a:cubicBezTo>
                  <a:cubicBezTo>
                    <a:pt x="446" y="516"/>
                    <a:pt x="446" y="516"/>
                    <a:pt x="446" y="516"/>
                  </a:cubicBezTo>
                  <a:cubicBezTo>
                    <a:pt x="439" y="509"/>
                    <a:pt x="431" y="502"/>
                    <a:pt x="431" y="494"/>
                  </a:cubicBezTo>
                  <a:cubicBezTo>
                    <a:pt x="431" y="480"/>
                    <a:pt x="446" y="466"/>
                    <a:pt x="460" y="466"/>
                  </a:cubicBezTo>
                  <a:cubicBezTo>
                    <a:pt x="467" y="466"/>
                    <a:pt x="474" y="473"/>
                    <a:pt x="481" y="480"/>
                  </a:cubicBezTo>
                  <a:cubicBezTo>
                    <a:pt x="502" y="494"/>
                    <a:pt x="502" y="494"/>
                    <a:pt x="502" y="494"/>
                  </a:cubicBezTo>
                  <a:cubicBezTo>
                    <a:pt x="559" y="438"/>
                    <a:pt x="559" y="438"/>
                    <a:pt x="559" y="438"/>
                  </a:cubicBezTo>
                  <a:cubicBezTo>
                    <a:pt x="559" y="431"/>
                    <a:pt x="566" y="431"/>
                    <a:pt x="573" y="431"/>
                  </a:cubicBezTo>
                  <a:cubicBezTo>
                    <a:pt x="594" y="431"/>
                    <a:pt x="601" y="445"/>
                    <a:pt x="601" y="459"/>
                  </a:cubicBezTo>
                  <a:cubicBezTo>
                    <a:pt x="601" y="466"/>
                    <a:pt x="601" y="473"/>
                    <a:pt x="594" y="480"/>
                  </a:cubicBezTo>
                  <a:lnTo>
                    <a:pt x="516" y="551"/>
                  </a:lnTo>
                  <a:close/>
                  <a:moveTo>
                    <a:pt x="502" y="452"/>
                  </a:moveTo>
                  <a:lnTo>
                    <a:pt x="502" y="452"/>
                  </a:lnTo>
                  <a:cubicBezTo>
                    <a:pt x="488" y="445"/>
                    <a:pt x="474" y="438"/>
                    <a:pt x="460" y="438"/>
                  </a:cubicBezTo>
                  <a:cubicBezTo>
                    <a:pt x="431" y="438"/>
                    <a:pt x="403" y="466"/>
                    <a:pt x="403" y="494"/>
                  </a:cubicBezTo>
                  <a:cubicBezTo>
                    <a:pt x="403" y="516"/>
                    <a:pt x="410" y="530"/>
                    <a:pt x="424" y="537"/>
                  </a:cubicBezTo>
                  <a:cubicBezTo>
                    <a:pt x="460" y="572"/>
                    <a:pt x="460" y="572"/>
                    <a:pt x="460" y="572"/>
                  </a:cubicBezTo>
                  <a:cubicBezTo>
                    <a:pt x="460" y="579"/>
                    <a:pt x="467" y="579"/>
                    <a:pt x="467" y="579"/>
                  </a:cubicBezTo>
                  <a:cubicBezTo>
                    <a:pt x="29" y="579"/>
                    <a:pt x="29" y="579"/>
                    <a:pt x="29" y="579"/>
                  </a:cubicBezTo>
                  <a:cubicBezTo>
                    <a:pt x="15" y="579"/>
                    <a:pt x="0" y="572"/>
                    <a:pt x="0" y="551"/>
                  </a:cubicBezTo>
                  <a:cubicBezTo>
                    <a:pt x="0" y="551"/>
                    <a:pt x="0" y="452"/>
                    <a:pt x="78" y="410"/>
                  </a:cubicBezTo>
                  <a:cubicBezTo>
                    <a:pt x="120" y="388"/>
                    <a:pt x="106" y="410"/>
                    <a:pt x="163" y="381"/>
                  </a:cubicBezTo>
                  <a:cubicBezTo>
                    <a:pt x="219" y="360"/>
                    <a:pt x="233" y="353"/>
                    <a:pt x="233" y="353"/>
                  </a:cubicBezTo>
                  <a:cubicBezTo>
                    <a:pt x="233" y="296"/>
                    <a:pt x="233" y="296"/>
                    <a:pt x="233" y="296"/>
                  </a:cubicBezTo>
                  <a:cubicBezTo>
                    <a:pt x="233" y="296"/>
                    <a:pt x="212" y="275"/>
                    <a:pt x="205" y="226"/>
                  </a:cubicBezTo>
                  <a:cubicBezTo>
                    <a:pt x="191" y="233"/>
                    <a:pt x="191" y="212"/>
                    <a:pt x="191" y="198"/>
                  </a:cubicBezTo>
                  <a:cubicBezTo>
                    <a:pt x="191" y="183"/>
                    <a:pt x="184" y="148"/>
                    <a:pt x="198" y="148"/>
                  </a:cubicBezTo>
                  <a:cubicBezTo>
                    <a:pt x="191" y="127"/>
                    <a:pt x="191" y="99"/>
                    <a:pt x="191" y="92"/>
                  </a:cubicBezTo>
                  <a:cubicBezTo>
                    <a:pt x="198" y="49"/>
                    <a:pt x="241" y="0"/>
                    <a:pt x="304" y="0"/>
                  </a:cubicBezTo>
                  <a:cubicBezTo>
                    <a:pt x="375" y="0"/>
                    <a:pt x="410" y="49"/>
                    <a:pt x="410" y="92"/>
                  </a:cubicBezTo>
                  <a:cubicBezTo>
                    <a:pt x="410" y="99"/>
                    <a:pt x="410" y="127"/>
                    <a:pt x="403" y="148"/>
                  </a:cubicBezTo>
                  <a:cubicBezTo>
                    <a:pt x="424" y="148"/>
                    <a:pt x="417" y="183"/>
                    <a:pt x="417" y="198"/>
                  </a:cubicBezTo>
                  <a:cubicBezTo>
                    <a:pt x="417" y="212"/>
                    <a:pt x="410" y="233"/>
                    <a:pt x="396" y="226"/>
                  </a:cubicBezTo>
                  <a:cubicBezTo>
                    <a:pt x="389" y="275"/>
                    <a:pt x="368" y="296"/>
                    <a:pt x="368" y="296"/>
                  </a:cubicBezTo>
                  <a:cubicBezTo>
                    <a:pt x="368" y="353"/>
                    <a:pt x="368" y="353"/>
                    <a:pt x="368" y="353"/>
                  </a:cubicBezTo>
                  <a:cubicBezTo>
                    <a:pt x="368" y="353"/>
                    <a:pt x="382" y="360"/>
                    <a:pt x="439" y="381"/>
                  </a:cubicBezTo>
                  <a:cubicBezTo>
                    <a:pt x="502" y="410"/>
                    <a:pt x="481" y="388"/>
                    <a:pt x="530" y="410"/>
                  </a:cubicBezTo>
                  <a:cubicBezTo>
                    <a:pt x="530" y="417"/>
                    <a:pt x="530" y="417"/>
                    <a:pt x="537" y="417"/>
                  </a:cubicBezTo>
                  <a:lnTo>
                    <a:pt x="502" y="452"/>
                  </a:lnTo>
                  <a:close/>
                  <a:moveTo>
                    <a:pt x="601" y="516"/>
                  </a:moveTo>
                  <a:lnTo>
                    <a:pt x="601" y="516"/>
                  </a:lnTo>
                  <a:cubicBezTo>
                    <a:pt x="601" y="537"/>
                    <a:pt x="601" y="551"/>
                    <a:pt x="601" y="551"/>
                  </a:cubicBezTo>
                  <a:cubicBezTo>
                    <a:pt x="601" y="572"/>
                    <a:pt x="594" y="579"/>
                    <a:pt x="573" y="579"/>
                  </a:cubicBezTo>
                  <a:cubicBezTo>
                    <a:pt x="530" y="579"/>
                    <a:pt x="530" y="579"/>
                    <a:pt x="530" y="579"/>
                  </a:cubicBezTo>
                  <a:cubicBezTo>
                    <a:pt x="537" y="579"/>
                    <a:pt x="537" y="579"/>
                    <a:pt x="537" y="572"/>
                  </a:cubicBezTo>
                  <a:lnTo>
                    <a:pt x="601" y="5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4"/>
            <p:cNvSpPr/>
            <p:nvPr/>
          </p:nvSpPr>
          <p:spPr>
            <a:xfrm>
              <a:off x="2767013" y="1504950"/>
              <a:ext cx="217487" cy="209550"/>
            </a:xfrm>
            <a:custGeom>
              <a:rect b="b" l="l" r="r" t="t"/>
              <a:pathLst>
                <a:path extrusionOk="0" h="580" w="602">
                  <a:moveTo>
                    <a:pt x="601" y="551"/>
                  </a:moveTo>
                  <a:lnTo>
                    <a:pt x="601" y="551"/>
                  </a:lnTo>
                  <a:cubicBezTo>
                    <a:pt x="601" y="572"/>
                    <a:pt x="587" y="579"/>
                    <a:pt x="573" y="579"/>
                  </a:cubicBezTo>
                  <a:cubicBezTo>
                    <a:pt x="29" y="579"/>
                    <a:pt x="29" y="579"/>
                    <a:pt x="29" y="579"/>
                  </a:cubicBezTo>
                  <a:cubicBezTo>
                    <a:pt x="7" y="579"/>
                    <a:pt x="0" y="572"/>
                    <a:pt x="0" y="551"/>
                  </a:cubicBezTo>
                  <a:cubicBezTo>
                    <a:pt x="0" y="551"/>
                    <a:pt x="0" y="452"/>
                    <a:pt x="71" y="410"/>
                  </a:cubicBezTo>
                  <a:cubicBezTo>
                    <a:pt x="120" y="388"/>
                    <a:pt x="99" y="410"/>
                    <a:pt x="163" y="381"/>
                  </a:cubicBezTo>
                  <a:cubicBezTo>
                    <a:pt x="219" y="360"/>
                    <a:pt x="233" y="353"/>
                    <a:pt x="233" y="353"/>
                  </a:cubicBezTo>
                  <a:cubicBezTo>
                    <a:pt x="233" y="296"/>
                    <a:pt x="233" y="296"/>
                    <a:pt x="233" y="296"/>
                  </a:cubicBezTo>
                  <a:cubicBezTo>
                    <a:pt x="233" y="296"/>
                    <a:pt x="212" y="275"/>
                    <a:pt x="205" y="226"/>
                  </a:cubicBezTo>
                  <a:cubicBezTo>
                    <a:pt x="191" y="233"/>
                    <a:pt x="184" y="212"/>
                    <a:pt x="184" y="198"/>
                  </a:cubicBezTo>
                  <a:cubicBezTo>
                    <a:pt x="184" y="183"/>
                    <a:pt x="177" y="148"/>
                    <a:pt x="198" y="148"/>
                  </a:cubicBezTo>
                  <a:cubicBezTo>
                    <a:pt x="191" y="127"/>
                    <a:pt x="191" y="99"/>
                    <a:pt x="191" y="92"/>
                  </a:cubicBezTo>
                  <a:cubicBezTo>
                    <a:pt x="191" y="49"/>
                    <a:pt x="233" y="0"/>
                    <a:pt x="297" y="0"/>
                  </a:cubicBezTo>
                  <a:cubicBezTo>
                    <a:pt x="375" y="0"/>
                    <a:pt x="403" y="49"/>
                    <a:pt x="410" y="92"/>
                  </a:cubicBezTo>
                  <a:cubicBezTo>
                    <a:pt x="410" y="99"/>
                    <a:pt x="410" y="127"/>
                    <a:pt x="403" y="148"/>
                  </a:cubicBezTo>
                  <a:cubicBezTo>
                    <a:pt x="424" y="148"/>
                    <a:pt x="417" y="183"/>
                    <a:pt x="410" y="198"/>
                  </a:cubicBezTo>
                  <a:cubicBezTo>
                    <a:pt x="410" y="212"/>
                    <a:pt x="410" y="233"/>
                    <a:pt x="396" y="226"/>
                  </a:cubicBezTo>
                  <a:cubicBezTo>
                    <a:pt x="389" y="275"/>
                    <a:pt x="368" y="296"/>
                    <a:pt x="368" y="296"/>
                  </a:cubicBezTo>
                  <a:cubicBezTo>
                    <a:pt x="368" y="353"/>
                    <a:pt x="368" y="353"/>
                    <a:pt x="368" y="353"/>
                  </a:cubicBezTo>
                  <a:cubicBezTo>
                    <a:pt x="368" y="353"/>
                    <a:pt x="382" y="360"/>
                    <a:pt x="438" y="381"/>
                  </a:cubicBezTo>
                  <a:cubicBezTo>
                    <a:pt x="495" y="410"/>
                    <a:pt x="481" y="388"/>
                    <a:pt x="523" y="410"/>
                  </a:cubicBezTo>
                  <a:cubicBezTo>
                    <a:pt x="537" y="417"/>
                    <a:pt x="551" y="431"/>
                    <a:pt x="559" y="438"/>
                  </a:cubicBezTo>
                  <a:cubicBezTo>
                    <a:pt x="453" y="438"/>
                    <a:pt x="453" y="438"/>
                    <a:pt x="453" y="438"/>
                  </a:cubicBezTo>
                  <a:cubicBezTo>
                    <a:pt x="417" y="438"/>
                    <a:pt x="396" y="466"/>
                    <a:pt x="396" y="494"/>
                  </a:cubicBezTo>
                  <a:cubicBezTo>
                    <a:pt x="396" y="530"/>
                    <a:pt x="417" y="551"/>
                    <a:pt x="453" y="551"/>
                  </a:cubicBezTo>
                  <a:cubicBezTo>
                    <a:pt x="566" y="551"/>
                    <a:pt x="566" y="551"/>
                    <a:pt x="566" y="551"/>
                  </a:cubicBezTo>
                  <a:cubicBezTo>
                    <a:pt x="580" y="551"/>
                    <a:pt x="587" y="551"/>
                    <a:pt x="601" y="537"/>
                  </a:cubicBezTo>
                  <a:cubicBezTo>
                    <a:pt x="601" y="551"/>
                    <a:pt x="601" y="551"/>
                    <a:pt x="601" y="551"/>
                  </a:cubicBezTo>
                  <a:close/>
                  <a:moveTo>
                    <a:pt x="566" y="523"/>
                  </a:moveTo>
                  <a:lnTo>
                    <a:pt x="566" y="523"/>
                  </a:lnTo>
                  <a:cubicBezTo>
                    <a:pt x="453" y="523"/>
                    <a:pt x="453" y="523"/>
                    <a:pt x="453" y="523"/>
                  </a:cubicBezTo>
                  <a:cubicBezTo>
                    <a:pt x="431" y="523"/>
                    <a:pt x="424" y="516"/>
                    <a:pt x="424" y="494"/>
                  </a:cubicBezTo>
                  <a:cubicBezTo>
                    <a:pt x="424" y="480"/>
                    <a:pt x="431" y="466"/>
                    <a:pt x="453" y="466"/>
                  </a:cubicBezTo>
                  <a:cubicBezTo>
                    <a:pt x="566" y="466"/>
                    <a:pt x="566" y="466"/>
                    <a:pt x="566" y="466"/>
                  </a:cubicBezTo>
                  <a:cubicBezTo>
                    <a:pt x="580" y="466"/>
                    <a:pt x="594" y="480"/>
                    <a:pt x="594" y="494"/>
                  </a:cubicBezTo>
                  <a:cubicBezTo>
                    <a:pt x="594" y="516"/>
                    <a:pt x="580" y="523"/>
                    <a:pt x="566" y="5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4"/>
            <p:cNvSpPr/>
            <p:nvPr/>
          </p:nvSpPr>
          <p:spPr>
            <a:xfrm>
              <a:off x="2386013" y="1504950"/>
              <a:ext cx="219075" cy="209550"/>
            </a:xfrm>
            <a:custGeom>
              <a:rect b="b" l="l" r="r" t="t"/>
              <a:pathLst>
                <a:path extrusionOk="0" h="580" w="609">
                  <a:moveTo>
                    <a:pt x="608" y="551"/>
                  </a:moveTo>
                  <a:lnTo>
                    <a:pt x="608" y="551"/>
                  </a:lnTo>
                  <a:cubicBezTo>
                    <a:pt x="608" y="572"/>
                    <a:pt x="594" y="579"/>
                    <a:pt x="580" y="579"/>
                  </a:cubicBezTo>
                  <a:cubicBezTo>
                    <a:pt x="558" y="579"/>
                    <a:pt x="558" y="579"/>
                    <a:pt x="558" y="579"/>
                  </a:cubicBezTo>
                  <a:cubicBezTo>
                    <a:pt x="565" y="572"/>
                    <a:pt x="565" y="565"/>
                    <a:pt x="565" y="551"/>
                  </a:cubicBezTo>
                  <a:cubicBezTo>
                    <a:pt x="580" y="551"/>
                    <a:pt x="594" y="551"/>
                    <a:pt x="608" y="537"/>
                  </a:cubicBezTo>
                  <a:cubicBezTo>
                    <a:pt x="608" y="551"/>
                    <a:pt x="608" y="551"/>
                    <a:pt x="608" y="551"/>
                  </a:cubicBezTo>
                  <a:close/>
                  <a:moveTo>
                    <a:pt x="565" y="523"/>
                  </a:moveTo>
                  <a:lnTo>
                    <a:pt x="565" y="523"/>
                  </a:lnTo>
                  <a:cubicBezTo>
                    <a:pt x="537" y="523"/>
                    <a:pt x="537" y="523"/>
                    <a:pt x="537" y="523"/>
                  </a:cubicBezTo>
                  <a:cubicBezTo>
                    <a:pt x="537" y="551"/>
                    <a:pt x="537" y="551"/>
                    <a:pt x="537" y="551"/>
                  </a:cubicBezTo>
                  <a:cubicBezTo>
                    <a:pt x="537" y="572"/>
                    <a:pt x="530" y="579"/>
                    <a:pt x="509" y="579"/>
                  </a:cubicBezTo>
                  <a:cubicBezTo>
                    <a:pt x="495" y="579"/>
                    <a:pt x="481" y="572"/>
                    <a:pt x="481" y="551"/>
                  </a:cubicBezTo>
                  <a:cubicBezTo>
                    <a:pt x="481" y="523"/>
                    <a:pt x="481" y="523"/>
                    <a:pt x="481" y="523"/>
                  </a:cubicBezTo>
                  <a:cubicBezTo>
                    <a:pt x="452" y="523"/>
                    <a:pt x="452" y="523"/>
                    <a:pt x="452" y="523"/>
                  </a:cubicBezTo>
                  <a:cubicBezTo>
                    <a:pt x="438" y="523"/>
                    <a:pt x="424" y="516"/>
                    <a:pt x="424" y="494"/>
                  </a:cubicBezTo>
                  <a:cubicBezTo>
                    <a:pt x="424" y="480"/>
                    <a:pt x="438" y="466"/>
                    <a:pt x="452" y="466"/>
                  </a:cubicBezTo>
                  <a:cubicBezTo>
                    <a:pt x="481" y="466"/>
                    <a:pt x="481" y="466"/>
                    <a:pt x="481" y="466"/>
                  </a:cubicBezTo>
                  <a:cubicBezTo>
                    <a:pt x="481" y="438"/>
                    <a:pt x="481" y="438"/>
                    <a:pt x="481" y="438"/>
                  </a:cubicBezTo>
                  <a:cubicBezTo>
                    <a:pt x="481" y="424"/>
                    <a:pt x="495" y="410"/>
                    <a:pt x="509" y="410"/>
                  </a:cubicBezTo>
                  <a:cubicBezTo>
                    <a:pt x="530" y="410"/>
                    <a:pt x="537" y="424"/>
                    <a:pt x="537" y="438"/>
                  </a:cubicBezTo>
                  <a:cubicBezTo>
                    <a:pt x="537" y="466"/>
                    <a:pt x="537" y="466"/>
                    <a:pt x="537" y="466"/>
                  </a:cubicBezTo>
                  <a:cubicBezTo>
                    <a:pt x="565" y="466"/>
                    <a:pt x="565" y="466"/>
                    <a:pt x="565" y="466"/>
                  </a:cubicBezTo>
                  <a:cubicBezTo>
                    <a:pt x="587" y="466"/>
                    <a:pt x="594" y="480"/>
                    <a:pt x="594" y="494"/>
                  </a:cubicBezTo>
                  <a:cubicBezTo>
                    <a:pt x="594" y="516"/>
                    <a:pt x="587" y="523"/>
                    <a:pt x="565" y="523"/>
                  </a:cubicBezTo>
                  <a:close/>
                  <a:moveTo>
                    <a:pt x="452" y="438"/>
                  </a:moveTo>
                  <a:lnTo>
                    <a:pt x="452" y="438"/>
                  </a:lnTo>
                  <a:cubicBezTo>
                    <a:pt x="424" y="438"/>
                    <a:pt x="396" y="466"/>
                    <a:pt x="396" y="494"/>
                  </a:cubicBezTo>
                  <a:cubicBezTo>
                    <a:pt x="396" y="530"/>
                    <a:pt x="424" y="551"/>
                    <a:pt x="452" y="551"/>
                  </a:cubicBezTo>
                  <a:cubicBezTo>
                    <a:pt x="452" y="565"/>
                    <a:pt x="459" y="572"/>
                    <a:pt x="459" y="579"/>
                  </a:cubicBezTo>
                  <a:cubicBezTo>
                    <a:pt x="28" y="579"/>
                    <a:pt x="28" y="579"/>
                    <a:pt x="28" y="579"/>
                  </a:cubicBezTo>
                  <a:cubicBezTo>
                    <a:pt x="14" y="579"/>
                    <a:pt x="0" y="572"/>
                    <a:pt x="0" y="551"/>
                  </a:cubicBezTo>
                  <a:cubicBezTo>
                    <a:pt x="0" y="551"/>
                    <a:pt x="0" y="452"/>
                    <a:pt x="78" y="410"/>
                  </a:cubicBezTo>
                  <a:cubicBezTo>
                    <a:pt x="127" y="388"/>
                    <a:pt x="106" y="410"/>
                    <a:pt x="163" y="381"/>
                  </a:cubicBezTo>
                  <a:cubicBezTo>
                    <a:pt x="226" y="360"/>
                    <a:pt x="240" y="353"/>
                    <a:pt x="240" y="353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40" y="296"/>
                    <a:pt x="219" y="275"/>
                    <a:pt x="212" y="226"/>
                  </a:cubicBezTo>
                  <a:cubicBezTo>
                    <a:pt x="198" y="233"/>
                    <a:pt x="191" y="212"/>
                    <a:pt x="191" y="198"/>
                  </a:cubicBezTo>
                  <a:cubicBezTo>
                    <a:pt x="191" y="183"/>
                    <a:pt x="184" y="148"/>
                    <a:pt x="198" y="148"/>
                  </a:cubicBezTo>
                  <a:cubicBezTo>
                    <a:pt x="198" y="127"/>
                    <a:pt x="191" y="99"/>
                    <a:pt x="198" y="92"/>
                  </a:cubicBezTo>
                  <a:cubicBezTo>
                    <a:pt x="198" y="49"/>
                    <a:pt x="240" y="0"/>
                    <a:pt x="304" y="0"/>
                  </a:cubicBezTo>
                  <a:cubicBezTo>
                    <a:pt x="382" y="0"/>
                    <a:pt x="410" y="49"/>
                    <a:pt x="417" y="92"/>
                  </a:cubicBezTo>
                  <a:cubicBezTo>
                    <a:pt x="417" y="99"/>
                    <a:pt x="410" y="127"/>
                    <a:pt x="410" y="148"/>
                  </a:cubicBezTo>
                  <a:cubicBezTo>
                    <a:pt x="424" y="148"/>
                    <a:pt x="417" y="183"/>
                    <a:pt x="417" y="198"/>
                  </a:cubicBezTo>
                  <a:cubicBezTo>
                    <a:pt x="417" y="212"/>
                    <a:pt x="410" y="233"/>
                    <a:pt x="396" y="226"/>
                  </a:cubicBezTo>
                  <a:cubicBezTo>
                    <a:pt x="389" y="275"/>
                    <a:pt x="368" y="296"/>
                    <a:pt x="368" y="296"/>
                  </a:cubicBezTo>
                  <a:cubicBezTo>
                    <a:pt x="368" y="353"/>
                    <a:pt x="368" y="353"/>
                    <a:pt x="368" y="353"/>
                  </a:cubicBezTo>
                  <a:cubicBezTo>
                    <a:pt x="368" y="353"/>
                    <a:pt x="382" y="360"/>
                    <a:pt x="445" y="381"/>
                  </a:cubicBezTo>
                  <a:cubicBezTo>
                    <a:pt x="459" y="388"/>
                    <a:pt x="467" y="396"/>
                    <a:pt x="481" y="396"/>
                  </a:cubicBezTo>
                  <a:cubicBezTo>
                    <a:pt x="467" y="403"/>
                    <a:pt x="452" y="424"/>
                    <a:pt x="452" y="4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4"/>
            <p:cNvSpPr/>
            <p:nvPr/>
          </p:nvSpPr>
          <p:spPr>
            <a:xfrm>
              <a:off x="2006600" y="1504950"/>
              <a:ext cx="217488" cy="209550"/>
            </a:xfrm>
            <a:custGeom>
              <a:rect b="b" l="l" r="r" t="t"/>
              <a:pathLst>
                <a:path extrusionOk="0" h="580" w="602">
                  <a:moveTo>
                    <a:pt x="601" y="551"/>
                  </a:moveTo>
                  <a:lnTo>
                    <a:pt x="601" y="551"/>
                  </a:lnTo>
                  <a:cubicBezTo>
                    <a:pt x="601" y="572"/>
                    <a:pt x="594" y="579"/>
                    <a:pt x="572" y="579"/>
                  </a:cubicBezTo>
                  <a:cubicBezTo>
                    <a:pt x="28" y="579"/>
                    <a:pt x="28" y="579"/>
                    <a:pt x="28" y="579"/>
                  </a:cubicBezTo>
                  <a:cubicBezTo>
                    <a:pt x="14" y="579"/>
                    <a:pt x="0" y="572"/>
                    <a:pt x="0" y="551"/>
                  </a:cubicBezTo>
                  <a:cubicBezTo>
                    <a:pt x="0" y="551"/>
                    <a:pt x="0" y="452"/>
                    <a:pt x="78" y="410"/>
                  </a:cubicBezTo>
                  <a:cubicBezTo>
                    <a:pt x="120" y="388"/>
                    <a:pt x="106" y="410"/>
                    <a:pt x="163" y="381"/>
                  </a:cubicBezTo>
                  <a:cubicBezTo>
                    <a:pt x="219" y="360"/>
                    <a:pt x="233" y="353"/>
                    <a:pt x="233" y="353"/>
                  </a:cubicBezTo>
                  <a:cubicBezTo>
                    <a:pt x="233" y="296"/>
                    <a:pt x="233" y="296"/>
                    <a:pt x="233" y="296"/>
                  </a:cubicBezTo>
                  <a:cubicBezTo>
                    <a:pt x="233" y="296"/>
                    <a:pt x="212" y="275"/>
                    <a:pt x="205" y="226"/>
                  </a:cubicBezTo>
                  <a:cubicBezTo>
                    <a:pt x="191" y="233"/>
                    <a:pt x="191" y="212"/>
                    <a:pt x="191" y="198"/>
                  </a:cubicBezTo>
                  <a:cubicBezTo>
                    <a:pt x="191" y="183"/>
                    <a:pt x="184" y="148"/>
                    <a:pt x="198" y="148"/>
                  </a:cubicBezTo>
                  <a:cubicBezTo>
                    <a:pt x="191" y="127"/>
                    <a:pt x="191" y="99"/>
                    <a:pt x="191" y="92"/>
                  </a:cubicBezTo>
                  <a:cubicBezTo>
                    <a:pt x="198" y="49"/>
                    <a:pt x="240" y="0"/>
                    <a:pt x="304" y="0"/>
                  </a:cubicBezTo>
                  <a:cubicBezTo>
                    <a:pt x="375" y="0"/>
                    <a:pt x="410" y="49"/>
                    <a:pt x="410" y="92"/>
                  </a:cubicBezTo>
                  <a:cubicBezTo>
                    <a:pt x="410" y="99"/>
                    <a:pt x="410" y="127"/>
                    <a:pt x="403" y="148"/>
                  </a:cubicBezTo>
                  <a:cubicBezTo>
                    <a:pt x="424" y="148"/>
                    <a:pt x="417" y="183"/>
                    <a:pt x="417" y="198"/>
                  </a:cubicBezTo>
                  <a:cubicBezTo>
                    <a:pt x="417" y="212"/>
                    <a:pt x="410" y="233"/>
                    <a:pt x="396" y="226"/>
                  </a:cubicBezTo>
                  <a:cubicBezTo>
                    <a:pt x="389" y="275"/>
                    <a:pt x="368" y="296"/>
                    <a:pt x="368" y="296"/>
                  </a:cubicBezTo>
                  <a:cubicBezTo>
                    <a:pt x="368" y="353"/>
                    <a:pt x="368" y="353"/>
                    <a:pt x="368" y="353"/>
                  </a:cubicBezTo>
                  <a:cubicBezTo>
                    <a:pt x="368" y="353"/>
                    <a:pt x="382" y="360"/>
                    <a:pt x="438" y="381"/>
                  </a:cubicBezTo>
                  <a:cubicBezTo>
                    <a:pt x="502" y="410"/>
                    <a:pt x="481" y="388"/>
                    <a:pt x="530" y="410"/>
                  </a:cubicBezTo>
                  <a:cubicBezTo>
                    <a:pt x="601" y="452"/>
                    <a:pt x="601" y="551"/>
                    <a:pt x="601" y="5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4"/>
            <p:cNvSpPr/>
            <p:nvPr/>
          </p:nvSpPr>
          <p:spPr>
            <a:xfrm>
              <a:off x="6186488" y="1133475"/>
              <a:ext cx="217487" cy="190500"/>
            </a:xfrm>
            <a:custGeom>
              <a:rect b="b" l="l" r="r" t="t"/>
              <a:pathLst>
                <a:path extrusionOk="0" h="531" w="602">
                  <a:moveTo>
                    <a:pt x="431" y="0"/>
                  </a:moveTo>
                  <a:lnTo>
                    <a:pt x="431" y="0"/>
                  </a:lnTo>
                  <a:cubicBezTo>
                    <a:pt x="389" y="0"/>
                    <a:pt x="346" y="21"/>
                    <a:pt x="318" y="49"/>
                  </a:cubicBezTo>
                  <a:cubicBezTo>
                    <a:pt x="297" y="70"/>
                    <a:pt x="297" y="70"/>
                    <a:pt x="297" y="70"/>
                  </a:cubicBezTo>
                  <a:cubicBezTo>
                    <a:pt x="283" y="49"/>
                    <a:pt x="283" y="49"/>
                    <a:pt x="283" y="49"/>
                  </a:cubicBezTo>
                  <a:cubicBezTo>
                    <a:pt x="248" y="21"/>
                    <a:pt x="212" y="0"/>
                    <a:pt x="170" y="0"/>
                  </a:cubicBezTo>
                  <a:cubicBezTo>
                    <a:pt x="120" y="0"/>
                    <a:pt x="78" y="21"/>
                    <a:pt x="50" y="49"/>
                  </a:cubicBezTo>
                  <a:cubicBezTo>
                    <a:pt x="14" y="84"/>
                    <a:pt x="0" y="127"/>
                    <a:pt x="0" y="169"/>
                  </a:cubicBezTo>
                  <a:cubicBezTo>
                    <a:pt x="0" y="219"/>
                    <a:pt x="14" y="261"/>
                    <a:pt x="50" y="290"/>
                  </a:cubicBezTo>
                  <a:cubicBezTo>
                    <a:pt x="276" y="516"/>
                    <a:pt x="276" y="516"/>
                    <a:pt x="276" y="516"/>
                  </a:cubicBezTo>
                  <a:cubicBezTo>
                    <a:pt x="283" y="523"/>
                    <a:pt x="290" y="530"/>
                    <a:pt x="297" y="530"/>
                  </a:cubicBezTo>
                  <a:cubicBezTo>
                    <a:pt x="311" y="530"/>
                    <a:pt x="318" y="523"/>
                    <a:pt x="325" y="516"/>
                  </a:cubicBezTo>
                  <a:cubicBezTo>
                    <a:pt x="551" y="290"/>
                    <a:pt x="551" y="290"/>
                    <a:pt x="551" y="290"/>
                  </a:cubicBezTo>
                  <a:cubicBezTo>
                    <a:pt x="587" y="261"/>
                    <a:pt x="601" y="219"/>
                    <a:pt x="601" y="169"/>
                  </a:cubicBezTo>
                  <a:cubicBezTo>
                    <a:pt x="601" y="127"/>
                    <a:pt x="587" y="84"/>
                    <a:pt x="551" y="49"/>
                  </a:cubicBezTo>
                  <a:cubicBezTo>
                    <a:pt x="516" y="21"/>
                    <a:pt x="474" y="0"/>
                    <a:pt x="431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4"/>
            <p:cNvSpPr/>
            <p:nvPr/>
          </p:nvSpPr>
          <p:spPr>
            <a:xfrm>
              <a:off x="5811838" y="1131888"/>
              <a:ext cx="211137" cy="196850"/>
            </a:xfrm>
            <a:custGeom>
              <a:rect b="b" l="l" r="r" t="t"/>
              <a:pathLst>
                <a:path extrusionOk="0" h="545" w="588">
                  <a:moveTo>
                    <a:pt x="509" y="155"/>
                  </a:moveTo>
                  <a:lnTo>
                    <a:pt x="509" y="155"/>
                  </a:lnTo>
                  <a:cubicBezTo>
                    <a:pt x="417" y="84"/>
                    <a:pt x="417" y="84"/>
                    <a:pt x="417" y="84"/>
                  </a:cubicBezTo>
                  <a:cubicBezTo>
                    <a:pt x="417" y="282"/>
                    <a:pt x="417" y="282"/>
                    <a:pt x="417" y="282"/>
                  </a:cubicBezTo>
                  <a:cubicBezTo>
                    <a:pt x="396" y="289"/>
                    <a:pt x="375" y="297"/>
                    <a:pt x="361" y="318"/>
                  </a:cubicBezTo>
                  <a:cubicBezTo>
                    <a:pt x="361" y="77"/>
                    <a:pt x="361" y="77"/>
                    <a:pt x="361" y="77"/>
                  </a:cubicBezTo>
                  <a:cubicBezTo>
                    <a:pt x="205" y="155"/>
                    <a:pt x="205" y="155"/>
                    <a:pt x="205" y="155"/>
                  </a:cubicBezTo>
                  <a:cubicBezTo>
                    <a:pt x="205" y="473"/>
                    <a:pt x="205" y="473"/>
                    <a:pt x="205" y="473"/>
                  </a:cubicBezTo>
                  <a:cubicBezTo>
                    <a:pt x="311" y="417"/>
                    <a:pt x="311" y="417"/>
                    <a:pt x="311" y="417"/>
                  </a:cubicBezTo>
                  <a:lnTo>
                    <a:pt x="311" y="424"/>
                  </a:lnTo>
                  <a:cubicBezTo>
                    <a:pt x="311" y="438"/>
                    <a:pt x="311" y="459"/>
                    <a:pt x="318" y="473"/>
                  </a:cubicBezTo>
                  <a:cubicBezTo>
                    <a:pt x="191" y="544"/>
                    <a:pt x="191" y="544"/>
                    <a:pt x="191" y="544"/>
                  </a:cubicBezTo>
                  <a:cubicBezTo>
                    <a:pt x="191" y="544"/>
                    <a:pt x="184" y="544"/>
                    <a:pt x="177" y="544"/>
                  </a:cubicBezTo>
                  <a:cubicBezTo>
                    <a:pt x="170" y="544"/>
                    <a:pt x="170" y="544"/>
                    <a:pt x="163" y="544"/>
                  </a:cubicBezTo>
                  <a:cubicBezTo>
                    <a:pt x="14" y="431"/>
                    <a:pt x="14" y="431"/>
                    <a:pt x="14" y="431"/>
                  </a:cubicBezTo>
                  <a:cubicBezTo>
                    <a:pt x="7" y="424"/>
                    <a:pt x="0" y="417"/>
                    <a:pt x="0" y="4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35" y="0"/>
                    <a:pt x="43" y="0"/>
                    <a:pt x="43" y="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82" y="0"/>
                    <a:pt x="389" y="0"/>
                  </a:cubicBezTo>
                  <a:cubicBezTo>
                    <a:pt x="396" y="0"/>
                    <a:pt x="396" y="0"/>
                    <a:pt x="403" y="7"/>
                  </a:cubicBezTo>
                  <a:cubicBezTo>
                    <a:pt x="551" y="120"/>
                    <a:pt x="551" y="120"/>
                    <a:pt x="551" y="120"/>
                  </a:cubicBezTo>
                  <a:cubicBezTo>
                    <a:pt x="558" y="127"/>
                    <a:pt x="566" y="134"/>
                    <a:pt x="566" y="141"/>
                  </a:cubicBezTo>
                  <a:cubicBezTo>
                    <a:pt x="566" y="318"/>
                    <a:pt x="566" y="318"/>
                    <a:pt x="566" y="318"/>
                  </a:cubicBezTo>
                  <a:cubicBezTo>
                    <a:pt x="551" y="297"/>
                    <a:pt x="530" y="289"/>
                    <a:pt x="509" y="282"/>
                  </a:cubicBezTo>
                  <a:lnTo>
                    <a:pt x="509" y="155"/>
                  </a:lnTo>
                  <a:close/>
                  <a:moveTo>
                    <a:pt x="148" y="155"/>
                  </a:moveTo>
                  <a:lnTo>
                    <a:pt x="148" y="155"/>
                  </a:lnTo>
                  <a:cubicBezTo>
                    <a:pt x="57" y="84"/>
                    <a:pt x="57" y="84"/>
                    <a:pt x="57" y="84"/>
                  </a:cubicBezTo>
                  <a:cubicBezTo>
                    <a:pt x="57" y="388"/>
                    <a:pt x="57" y="388"/>
                    <a:pt x="57" y="388"/>
                  </a:cubicBezTo>
                  <a:cubicBezTo>
                    <a:pt x="148" y="459"/>
                    <a:pt x="148" y="459"/>
                    <a:pt x="148" y="459"/>
                  </a:cubicBezTo>
                  <a:lnTo>
                    <a:pt x="148" y="155"/>
                  </a:lnTo>
                  <a:close/>
                  <a:moveTo>
                    <a:pt x="459" y="304"/>
                  </a:moveTo>
                  <a:lnTo>
                    <a:pt x="459" y="304"/>
                  </a:lnTo>
                  <a:cubicBezTo>
                    <a:pt x="530" y="304"/>
                    <a:pt x="587" y="353"/>
                    <a:pt x="587" y="424"/>
                  </a:cubicBezTo>
                  <a:cubicBezTo>
                    <a:pt x="587" y="495"/>
                    <a:pt x="530" y="544"/>
                    <a:pt x="459" y="544"/>
                  </a:cubicBezTo>
                  <a:cubicBezTo>
                    <a:pt x="396" y="544"/>
                    <a:pt x="339" y="495"/>
                    <a:pt x="339" y="424"/>
                  </a:cubicBezTo>
                  <a:cubicBezTo>
                    <a:pt x="339" y="353"/>
                    <a:pt x="396" y="304"/>
                    <a:pt x="459" y="304"/>
                  </a:cubicBezTo>
                  <a:close/>
                  <a:moveTo>
                    <a:pt x="403" y="445"/>
                  </a:moveTo>
                  <a:lnTo>
                    <a:pt x="403" y="445"/>
                  </a:lnTo>
                  <a:cubicBezTo>
                    <a:pt x="396" y="445"/>
                    <a:pt x="396" y="452"/>
                    <a:pt x="396" y="459"/>
                  </a:cubicBezTo>
                  <a:cubicBezTo>
                    <a:pt x="396" y="480"/>
                    <a:pt x="410" y="487"/>
                    <a:pt x="424" y="487"/>
                  </a:cubicBezTo>
                  <a:cubicBezTo>
                    <a:pt x="431" y="487"/>
                    <a:pt x="438" y="487"/>
                    <a:pt x="445" y="480"/>
                  </a:cubicBezTo>
                  <a:cubicBezTo>
                    <a:pt x="459" y="466"/>
                    <a:pt x="459" y="466"/>
                    <a:pt x="459" y="466"/>
                  </a:cubicBezTo>
                  <a:cubicBezTo>
                    <a:pt x="481" y="480"/>
                    <a:pt x="481" y="480"/>
                    <a:pt x="481" y="480"/>
                  </a:cubicBezTo>
                  <a:cubicBezTo>
                    <a:pt x="488" y="487"/>
                    <a:pt x="495" y="487"/>
                    <a:pt x="502" y="487"/>
                  </a:cubicBezTo>
                  <a:cubicBezTo>
                    <a:pt x="516" y="487"/>
                    <a:pt x="530" y="480"/>
                    <a:pt x="530" y="459"/>
                  </a:cubicBezTo>
                  <a:cubicBezTo>
                    <a:pt x="530" y="452"/>
                    <a:pt x="523" y="445"/>
                    <a:pt x="516" y="445"/>
                  </a:cubicBezTo>
                  <a:cubicBezTo>
                    <a:pt x="502" y="424"/>
                    <a:pt x="502" y="424"/>
                    <a:pt x="502" y="424"/>
                  </a:cubicBezTo>
                  <a:cubicBezTo>
                    <a:pt x="516" y="402"/>
                    <a:pt x="516" y="402"/>
                    <a:pt x="516" y="402"/>
                  </a:cubicBezTo>
                  <a:cubicBezTo>
                    <a:pt x="523" y="402"/>
                    <a:pt x="530" y="395"/>
                    <a:pt x="530" y="388"/>
                  </a:cubicBezTo>
                  <a:cubicBezTo>
                    <a:pt x="530" y="367"/>
                    <a:pt x="516" y="360"/>
                    <a:pt x="502" y="360"/>
                  </a:cubicBezTo>
                  <a:cubicBezTo>
                    <a:pt x="495" y="360"/>
                    <a:pt x="488" y="360"/>
                    <a:pt x="481" y="367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45" y="367"/>
                    <a:pt x="445" y="367"/>
                    <a:pt x="445" y="367"/>
                  </a:cubicBezTo>
                  <a:cubicBezTo>
                    <a:pt x="438" y="360"/>
                    <a:pt x="431" y="360"/>
                    <a:pt x="424" y="360"/>
                  </a:cubicBezTo>
                  <a:cubicBezTo>
                    <a:pt x="410" y="360"/>
                    <a:pt x="396" y="367"/>
                    <a:pt x="396" y="388"/>
                  </a:cubicBezTo>
                  <a:cubicBezTo>
                    <a:pt x="396" y="395"/>
                    <a:pt x="396" y="402"/>
                    <a:pt x="403" y="402"/>
                  </a:cubicBezTo>
                  <a:cubicBezTo>
                    <a:pt x="424" y="424"/>
                    <a:pt x="424" y="424"/>
                    <a:pt x="424" y="424"/>
                  </a:cubicBezTo>
                  <a:lnTo>
                    <a:pt x="403" y="4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4"/>
            <p:cNvSpPr/>
            <p:nvPr/>
          </p:nvSpPr>
          <p:spPr>
            <a:xfrm>
              <a:off x="5432425" y="1131888"/>
              <a:ext cx="209550" cy="196850"/>
            </a:xfrm>
            <a:custGeom>
              <a:rect b="b" l="l" r="r" t="t"/>
              <a:pathLst>
                <a:path extrusionOk="0" h="545" w="581">
                  <a:moveTo>
                    <a:pt x="509" y="155"/>
                  </a:moveTo>
                  <a:lnTo>
                    <a:pt x="509" y="155"/>
                  </a:lnTo>
                  <a:cubicBezTo>
                    <a:pt x="410" y="84"/>
                    <a:pt x="410" y="84"/>
                    <a:pt x="410" y="84"/>
                  </a:cubicBezTo>
                  <a:cubicBezTo>
                    <a:pt x="410" y="282"/>
                    <a:pt x="410" y="282"/>
                    <a:pt x="410" y="282"/>
                  </a:cubicBezTo>
                  <a:cubicBezTo>
                    <a:pt x="389" y="289"/>
                    <a:pt x="375" y="297"/>
                    <a:pt x="353" y="318"/>
                  </a:cubicBezTo>
                  <a:cubicBezTo>
                    <a:pt x="353" y="77"/>
                    <a:pt x="353" y="77"/>
                    <a:pt x="353" y="77"/>
                  </a:cubicBezTo>
                  <a:cubicBezTo>
                    <a:pt x="205" y="155"/>
                    <a:pt x="205" y="155"/>
                    <a:pt x="205" y="155"/>
                  </a:cubicBezTo>
                  <a:cubicBezTo>
                    <a:pt x="205" y="473"/>
                    <a:pt x="205" y="473"/>
                    <a:pt x="205" y="473"/>
                  </a:cubicBezTo>
                  <a:cubicBezTo>
                    <a:pt x="311" y="417"/>
                    <a:pt x="311" y="417"/>
                    <a:pt x="311" y="417"/>
                  </a:cubicBezTo>
                  <a:lnTo>
                    <a:pt x="311" y="424"/>
                  </a:lnTo>
                  <a:cubicBezTo>
                    <a:pt x="311" y="438"/>
                    <a:pt x="311" y="459"/>
                    <a:pt x="318" y="473"/>
                  </a:cubicBezTo>
                  <a:cubicBezTo>
                    <a:pt x="191" y="544"/>
                    <a:pt x="191" y="544"/>
                    <a:pt x="191" y="544"/>
                  </a:cubicBezTo>
                  <a:cubicBezTo>
                    <a:pt x="184" y="544"/>
                    <a:pt x="184" y="544"/>
                    <a:pt x="177" y="544"/>
                  </a:cubicBezTo>
                  <a:cubicBezTo>
                    <a:pt x="170" y="544"/>
                    <a:pt x="163" y="544"/>
                    <a:pt x="163" y="544"/>
                  </a:cubicBezTo>
                  <a:cubicBezTo>
                    <a:pt x="7" y="431"/>
                    <a:pt x="7" y="431"/>
                    <a:pt x="7" y="431"/>
                  </a:cubicBezTo>
                  <a:cubicBezTo>
                    <a:pt x="0" y="424"/>
                    <a:pt x="0" y="417"/>
                    <a:pt x="0" y="4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35" y="0"/>
                    <a:pt x="35" y="0"/>
                    <a:pt x="42" y="7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375" y="0"/>
                    <a:pt x="375" y="0"/>
                    <a:pt x="375" y="0"/>
                  </a:cubicBezTo>
                  <a:lnTo>
                    <a:pt x="382" y="0"/>
                  </a:lnTo>
                  <a:cubicBezTo>
                    <a:pt x="389" y="0"/>
                    <a:pt x="396" y="0"/>
                    <a:pt x="403" y="7"/>
                  </a:cubicBezTo>
                  <a:cubicBezTo>
                    <a:pt x="551" y="120"/>
                    <a:pt x="551" y="120"/>
                    <a:pt x="551" y="120"/>
                  </a:cubicBezTo>
                  <a:cubicBezTo>
                    <a:pt x="558" y="127"/>
                    <a:pt x="565" y="134"/>
                    <a:pt x="565" y="141"/>
                  </a:cubicBezTo>
                  <a:cubicBezTo>
                    <a:pt x="565" y="318"/>
                    <a:pt x="565" y="318"/>
                    <a:pt x="565" y="318"/>
                  </a:cubicBezTo>
                  <a:cubicBezTo>
                    <a:pt x="544" y="297"/>
                    <a:pt x="530" y="289"/>
                    <a:pt x="509" y="282"/>
                  </a:cubicBezTo>
                  <a:lnTo>
                    <a:pt x="509" y="155"/>
                  </a:lnTo>
                  <a:close/>
                  <a:moveTo>
                    <a:pt x="148" y="155"/>
                  </a:moveTo>
                  <a:lnTo>
                    <a:pt x="148" y="155"/>
                  </a:lnTo>
                  <a:cubicBezTo>
                    <a:pt x="57" y="84"/>
                    <a:pt x="57" y="84"/>
                    <a:pt x="57" y="84"/>
                  </a:cubicBezTo>
                  <a:cubicBezTo>
                    <a:pt x="57" y="388"/>
                    <a:pt x="57" y="388"/>
                    <a:pt x="57" y="388"/>
                  </a:cubicBezTo>
                  <a:cubicBezTo>
                    <a:pt x="148" y="459"/>
                    <a:pt x="148" y="459"/>
                    <a:pt x="148" y="459"/>
                  </a:cubicBezTo>
                  <a:lnTo>
                    <a:pt x="148" y="155"/>
                  </a:lnTo>
                  <a:close/>
                  <a:moveTo>
                    <a:pt x="459" y="304"/>
                  </a:moveTo>
                  <a:lnTo>
                    <a:pt x="459" y="304"/>
                  </a:lnTo>
                  <a:cubicBezTo>
                    <a:pt x="530" y="304"/>
                    <a:pt x="580" y="353"/>
                    <a:pt x="580" y="424"/>
                  </a:cubicBezTo>
                  <a:cubicBezTo>
                    <a:pt x="580" y="495"/>
                    <a:pt x="530" y="544"/>
                    <a:pt x="459" y="544"/>
                  </a:cubicBezTo>
                  <a:cubicBezTo>
                    <a:pt x="389" y="544"/>
                    <a:pt x="339" y="495"/>
                    <a:pt x="339" y="424"/>
                  </a:cubicBezTo>
                  <a:cubicBezTo>
                    <a:pt x="339" y="353"/>
                    <a:pt x="389" y="304"/>
                    <a:pt x="459" y="304"/>
                  </a:cubicBezTo>
                  <a:close/>
                  <a:moveTo>
                    <a:pt x="382" y="452"/>
                  </a:moveTo>
                  <a:lnTo>
                    <a:pt x="382" y="452"/>
                  </a:lnTo>
                  <a:cubicBezTo>
                    <a:pt x="424" y="487"/>
                    <a:pt x="424" y="487"/>
                    <a:pt x="424" y="487"/>
                  </a:cubicBezTo>
                  <a:cubicBezTo>
                    <a:pt x="424" y="495"/>
                    <a:pt x="431" y="502"/>
                    <a:pt x="438" y="502"/>
                  </a:cubicBezTo>
                  <a:cubicBezTo>
                    <a:pt x="445" y="502"/>
                    <a:pt x="452" y="495"/>
                    <a:pt x="459" y="487"/>
                  </a:cubicBezTo>
                  <a:cubicBezTo>
                    <a:pt x="537" y="417"/>
                    <a:pt x="537" y="417"/>
                    <a:pt x="537" y="417"/>
                  </a:cubicBezTo>
                  <a:cubicBezTo>
                    <a:pt x="544" y="410"/>
                    <a:pt x="544" y="402"/>
                    <a:pt x="544" y="395"/>
                  </a:cubicBezTo>
                  <a:cubicBezTo>
                    <a:pt x="544" y="381"/>
                    <a:pt x="530" y="367"/>
                    <a:pt x="516" y="367"/>
                  </a:cubicBezTo>
                  <a:cubicBezTo>
                    <a:pt x="509" y="367"/>
                    <a:pt x="502" y="367"/>
                    <a:pt x="495" y="374"/>
                  </a:cubicBezTo>
                  <a:cubicBezTo>
                    <a:pt x="438" y="431"/>
                    <a:pt x="438" y="431"/>
                    <a:pt x="438" y="431"/>
                  </a:cubicBezTo>
                  <a:cubicBezTo>
                    <a:pt x="424" y="417"/>
                    <a:pt x="424" y="417"/>
                    <a:pt x="424" y="417"/>
                  </a:cubicBezTo>
                  <a:cubicBezTo>
                    <a:pt x="417" y="410"/>
                    <a:pt x="410" y="402"/>
                    <a:pt x="403" y="402"/>
                  </a:cubicBezTo>
                  <a:cubicBezTo>
                    <a:pt x="389" y="402"/>
                    <a:pt x="375" y="417"/>
                    <a:pt x="375" y="431"/>
                  </a:cubicBezTo>
                  <a:cubicBezTo>
                    <a:pt x="375" y="438"/>
                    <a:pt x="375" y="445"/>
                    <a:pt x="382" y="4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4"/>
            <p:cNvSpPr/>
            <p:nvPr/>
          </p:nvSpPr>
          <p:spPr>
            <a:xfrm>
              <a:off x="5051425" y="1131888"/>
              <a:ext cx="211138" cy="196850"/>
            </a:xfrm>
            <a:custGeom>
              <a:rect b="b" l="l" r="r" t="t"/>
              <a:pathLst>
                <a:path extrusionOk="0" h="545" w="587">
                  <a:moveTo>
                    <a:pt x="509" y="155"/>
                  </a:moveTo>
                  <a:lnTo>
                    <a:pt x="509" y="155"/>
                  </a:lnTo>
                  <a:cubicBezTo>
                    <a:pt x="417" y="84"/>
                    <a:pt x="417" y="84"/>
                    <a:pt x="417" y="84"/>
                  </a:cubicBezTo>
                  <a:cubicBezTo>
                    <a:pt x="417" y="282"/>
                    <a:pt x="417" y="282"/>
                    <a:pt x="417" y="282"/>
                  </a:cubicBezTo>
                  <a:cubicBezTo>
                    <a:pt x="396" y="289"/>
                    <a:pt x="375" y="297"/>
                    <a:pt x="360" y="318"/>
                  </a:cubicBezTo>
                  <a:cubicBezTo>
                    <a:pt x="360" y="77"/>
                    <a:pt x="360" y="77"/>
                    <a:pt x="360" y="77"/>
                  </a:cubicBezTo>
                  <a:cubicBezTo>
                    <a:pt x="212" y="155"/>
                    <a:pt x="212" y="155"/>
                    <a:pt x="212" y="155"/>
                  </a:cubicBezTo>
                  <a:cubicBezTo>
                    <a:pt x="212" y="473"/>
                    <a:pt x="212" y="473"/>
                    <a:pt x="212" y="473"/>
                  </a:cubicBezTo>
                  <a:cubicBezTo>
                    <a:pt x="311" y="417"/>
                    <a:pt x="311" y="417"/>
                    <a:pt x="311" y="417"/>
                  </a:cubicBezTo>
                  <a:lnTo>
                    <a:pt x="311" y="424"/>
                  </a:lnTo>
                  <a:cubicBezTo>
                    <a:pt x="311" y="438"/>
                    <a:pt x="318" y="459"/>
                    <a:pt x="325" y="473"/>
                  </a:cubicBezTo>
                  <a:cubicBezTo>
                    <a:pt x="198" y="544"/>
                    <a:pt x="198" y="544"/>
                    <a:pt x="198" y="544"/>
                  </a:cubicBezTo>
                  <a:cubicBezTo>
                    <a:pt x="191" y="544"/>
                    <a:pt x="184" y="544"/>
                    <a:pt x="184" y="544"/>
                  </a:cubicBezTo>
                  <a:cubicBezTo>
                    <a:pt x="177" y="544"/>
                    <a:pt x="169" y="544"/>
                    <a:pt x="162" y="544"/>
                  </a:cubicBezTo>
                  <a:cubicBezTo>
                    <a:pt x="14" y="431"/>
                    <a:pt x="14" y="431"/>
                    <a:pt x="14" y="431"/>
                  </a:cubicBezTo>
                  <a:cubicBezTo>
                    <a:pt x="7" y="424"/>
                    <a:pt x="0" y="417"/>
                    <a:pt x="0" y="4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35" y="0"/>
                    <a:pt x="42" y="0"/>
                    <a:pt x="49" y="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82" y="0"/>
                    <a:pt x="382" y="0"/>
                    <a:pt x="389" y="0"/>
                  </a:cubicBezTo>
                  <a:cubicBezTo>
                    <a:pt x="396" y="0"/>
                    <a:pt x="403" y="0"/>
                    <a:pt x="403" y="7"/>
                  </a:cubicBezTo>
                  <a:cubicBezTo>
                    <a:pt x="551" y="120"/>
                    <a:pt x="551" y="120"/>
                    <a:pt x="551" y="120"/>
                  </a:cubicBezTo>
                  <a:cubicBezTo>
                    <a:pt x="558" y="120"/>
                    <a:pt x="558" y="120"/>
                    <a:pt x="558" y="120"/>
                  </a:cubicBezTo>
                  <a:cubicBezTo>
                    <a:pt x="565" y="127"/>
                    <a:pt x="565" y="134"/>
                    <a:pt x="565" y="141"/>
                  </a:cubicBezTo>
                  <a:cubicBezTo>
                    <a:pt x="565" y="318"/>
                    <a:pt x="565" y="318"/>
                    <a:pt x="565" y="318"/>
                  </a:cubicBezTo>
                  <a:cubicBezTo>
                    <a:pt x="551" y="297"/>
                    <a:pt x="530" y="289"/>
                    <a:pt x="509" y="282"/>
                  </a:cubicBezTo>
                  <a:lnTo>
                    <a:pt x="509" y="155"/>
                  </a:lnTo>
                  <a:close/>
                  <a:moveTo>
                    <a:pt x="155" y="155"/>
                  </a:moveTo>
                  <a:lnTo>
                    <a:pt x="155" y="155"/>
                  </a:lnTo>
                  <a:cubicBezTo>
                    <a:pt x="56" y="84"/>
                    <a:pt x="56" y="84"/>
                    <a:pt x="56" y="84"/>
                  </a:cubicBezTo>
                  <a:cubicBezTo>
                    <a:pt x="56" y="388"/>
                    <a:pt x="56" y="388"/>
                    <a:pt x="56" y="388"/>
                  </a:cubicBezTo>
                  <a:cubicBezTo>
                    <a:pt x="155" y="459"/>
                    <a:pt x="155" y="459"/>
                    <a:pt x="155" y="459"/>
                  </a:cubicBezTo>
                  <a:lnTo>
                    <a:pt x="155" y="155"/>
                  </a:lnTo>
                  <a:close/>
                  <a:moveTo>
                    <a:pt x="466" y="304"/>
                  </a:moveTo>
                  <a:lnTo>
                    <a:pt x="466" y="304"/>
                  </a:lnTo>
                  <a:cubicBezTo>
                    <a:pt x="530" y="304"/>
                    <a:pt x="586" y="353"/>
                    <a:pt x="586" y="424"/>
                  </a:cubicBezTo>
                  <a:cubicBezTo>
                    <a:pt x="586" y="495"/>
                    <a:pt x="530" y="544"/>
                    <a:pt x="466" y="544"/>
                  </a:cubicBezTo>
                  <a:cubicBezTo>
                    <a:pt x="396" y="544"/>
                    <a:pt x="339" y="495"/>
                    <a:pt x="339" y="424"/>
                  </a:cubicBezTo>
                  <a:cubicBezTo>
                    <a:pt x="339" y="353"/>
                    <a:pt x="396" y="304"/>
                    <a:pt x="466" y="304"/>
                  </a:cubicBezTo>
                  <a:close/>
                  <a:moveTo>
                    <a:pt x="410" y="452"/>
                  </a:moveTo>
                  <a:lnTo>
                    <a:pt x="410" y="452"/>
                  </a:lnTo>
                  <a:cubicBezTo>
                    <a:pt x="523" y="452"/>
                    <a:pt x="523" y="452"/>
                    <a:pt x="523" y="452"/>
                  </a:cubicBezTo>
                  <a:cubicBezTo>
                    <a:pt x="537" y="452"/>
                    <a:pt x="551" y="438"/>
                    <a:pt x="551" y="424"/>
                  </a:cubicBezTo>
                  <a:cubicBezTo>
                    <a:pt x="551" y="410"/>
                    <a:pt x="537" y="395"/>
                    <a:pt x="523" y="395"/>
                  </a:cubicBezTo>
                  <a:cubicBezTo>
                    <a:pt x="410" y="395"/>
                    <a:pt x="410" y="395"/>
                    <a:pt x="410" y="395"/>
                  </a:cubicBezTo>
                  <a:cubicBezTo>
                    <a:pt x="389" y="395"/>
                    <a:pt x="382" y="410"/>
                    <a:pt x="382" y="424"/>
                  </a:cubicBezTo>
                  <a:cubicBezTo>
                    <a:pt x="382" y="438"/>
                    <a:pt x="389" y="452"/>
                    <a:pt x="410" y="4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4"/>
            <p:cNvSpPr/>
            <p:nvPr/>
          </p:nvSpPr>
          <p:spPr>
            <a:xfrm>
              <a:off x="4672013" y="1131888"/>
              <a:ext cx="211137" cy="196850"/>
            </a:xfrm>
            <a:custGeom>
              <a:rect b="b" l="l" r="r" t="t"/>
              <a:pathLst>
                <a:path extrusionOk="0" h="545" w="587">
                  <a:moveTo>
                    <a:pt x="509" y="155"/>
                  </a:moveTo>
                  <a:lnTo>
                    <a:pt x="509" y="155"/>
                  </a:lnTo>
                  <a:cubicBezTo>
                    <a:pt x="417" y="84"/>
                    <a:pt x="417" y="84"/>
                    <a:pt x="417" y="84"/>
                  </a:cubicBezTo>
                  <a:cubicBezTo>
                    <a:pt x="417" y="282"/>
                    <a:pt x="417" y="282"/>
                    <a:pt x="417" y="282"/>
                  </a:cubicBezTo>
                  <a:cubicBezTo>
                    <a:pt x="396" y="289"/>
                    <a:pt x="374" y="297"/>
                    <a:pt x="360" y="318"/>
                  </a:cubicBezTo>
                  <a:cubicBezTo>
                    <a:pt x="360" y="77"/>
                    <a:pt x="360" y="77"/>
                    <a:pt x="360" y="77"/>
                  </a:cubicBezTo>
                  <a:cubicBezTo>
                    <a:pt x="205" y="155"/>
                    <a:pt x="205" y="155"/>
                    <a:pt x="205" y="155"/>
                  </a:cubicBezTo>
                  <a:cubicBezTo>
                    <a:pt x="205" y="473"/>
                    <a:pt x="205" y="473"/>
                    <a:pt x="205" y="473"/>
                  </a:cubicBezTo>
                  <a:cubicBezTo>
                    <a:pt x="311" y="417"/>
                    <a:pt x="311" y="417"/>
                    <a:pt x="311" y="417"/>
                  </a:cubicBezTo>
                  <a:lnTo>
                    <a:pt x="311" y="424"/>
                  </a:lnTo>
                  <a:cubicBezTo>
                    <a:pt x="311" y="438"/>
                    <a:pt x="311" y="459"/>
                    <a:pt x="318" y="473"/>
                  </a:cubicBezTo>
                  <a:cubicBezTo>
                    <a:pt x="191" y="544"/>
                    <a:pt x="191" y="544"/>
                    <a:pt x="191" y="544"/>
                  </a:cubicBezTo>
                  <a:cubicBezTo>
                    <a:pt x="191" y="544"/>
                    <a:pt x="184" y="544"/>
                    <a:pt x="176" y="544"/>
                  </a:cubicBezTo>
                  <a:cubicBezTo>
                    <a:pt x="169" y="544"/>
                    <a:pt x="169" y="544"/>
                    <a:pt x="162" y="544"/>
                  </a:cubicBezTo>
                  <a:cubicBezTo>
                    <a:pt x="14" y="431"/>
                    <a:pt x="14" y="431"/>
                    <a:pt x="14" y="431"/>
                  </a:cubicBezTo>
                  <a:cubicBezTo>
                    <a:pt x="7" y="424"/>
                    <a:pt x="0" y="417"/>
                    <a:pt x="0" y="4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35" y="0"/>
                    <a:pt x="42" y="0"/>
                    <a:pt x="42" y="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82" y="0"/>
                    <a:pt x="389" y="0"/>
                  </a:cubicBezTo>
                  <a:cubicBezTo>
                    <a:pt x="396" y="0"/>
                    <a:pt x="396" y="0"/>
                    <a:pt x="403" y="7"/>
                  </a:cubicBezTo>
                  <a:cubicBezTo>
                    <a:pt x="551" y="120"/>
                    <a:pt x="551" y="120"/>
                    <a:pt x="551" y="120"/>
                  </a:cubicBezTo>
                  <a:cubicBezTo>
                    <a:pt x="558" y="127"/>
                    <a:pt x="565" y="134"/>
                    <a:pt x="565" y="141"/>
                  </a:cubicBezTo>
                  <a:cubicBezTo>
                    <a:pt x="565" y="318"/>
                    <a:pt x="565" y="318"/>
                    <a:pt x="565" y="318"/>
                  </a:cubicBezTo>
                  <a:cubicBezTo>
                    <a:pt x="551" y="297"/>
                    <a:pt x="530" y="289"/>
                    <a:pt x="509" y="282"/>
                  </a:cubicBezTo>
                  <a:lnTo>
                    <a:pt x="509" y="155"/>
                  </a:lnTo>
                  <a:close/>
                  <a:moveTo>
                    <a:pt x="148" y="155"/>
                  </a:moveTo>
                  <a:lnTo>
                    <a:pt x="148" y="155"/>
                  </a:lnTo>
                  <a:cubicBezTo>
                    <a:pt x="56" y="84"/>
                    <a:pt x="56" y="84"/>
                    <a:pt x="56" y="84"/>
                  </a:cubicBezTo>
                  <a:cubicBezTo>
                    <a:pt x="56" y="388"/>
                    <a:pt x="56" y="388"/>
                    <a:pt x="56" y="388"/>
                  </a:cubicBezTo>
                  <a:cubicBezTo>
                    <a:pt x="148" y="459"/>
                    <a:pt x="148" y="459"/>
                    <a:pt x="148" y="459"/>
                  </a:cubicBezTo>
                  <a:lnTo>
                    <a:pt x="148" y="155"/>
                  </a:lnTo>
                  <a:close/>
                  <a:moveTo>
                    <a:pt x="459" y="304"/>
                  </a:moveTo>
                  <a:lnTo>
                    <a:pt x="459" y="304"/>
                  </a:lnTo>
                  <a:cubicBezTo>
                    <a:pt x="530" y="304"/>
                    <a:pt x="586" y="353"/>
                    <a:pt x="586" y="424"/>
                  </a:cubicBezTo>
                  <a:cubicBezTo>
                    <a:pt x="586" y="495"/>
                    <a:pt x="530" y="544"/>
                    <a:pt x="459" y="544"/>
                  </a:cubicBezTo>
                  <a:cubicBezTo>
                    <a:pt x="396" y="544"/>
                    <a:pt x="339" y="495"/>
                    <a:pt x="339" y="424"/>
                  </a:cubicBezTo>
                  <a:cubicBezTo>
                    <a:pt x="339" y="353"/>
                    <a:pt x="396" y="304"/>
                    <a:pt x="459" y="304"/>
                  </a:cubicBezTo>
                  <a:close/>
                  <a:moveTo>
                    <a:pt x="403" y="452"/>
                  </a:moveTo>
                  <a:lnTo>
                    <a:pt x="403" y="452"/>
                  </a:lnTo>
                  <a:cubicBezTo>
                    <a:pt x="431" y="452"/>
                    <a:pt x="431" y="452"/>
                    <a:pt x="431" y="452"/>
                  </a:cubicBezTo>
                  <a:cubicBezTo>
                    <a:pt x="431" y="480"/>
                    <a:pt x="431" y="480"/>
                    <a:pt x="431" y="480"/>
                  </a:cubicBezTo>
                  <a:cubicBezTo>
                    <a:pt x="431" y="495"/>
                    <a:pt x="445" y="509"/>
                    <a:pt x="459" y="509"/>
                  </a:cubicBezTo>
                  <a:cubicBezTo>
                    <a:pt x="480" y="509"/>
                    <a:pt x="487" y="495"/>
                    <a:pt x="487" y="480"/>
                  </a:cubicBezTo>
                  <a:cubicBezTo>
                    <a:pt x="487" y="452"/>
                    <a:pt x="487" y="452"/>
                    <a:pt x="487" y="452"/>
                  </a:cubicBezTo>
                  <a:cubicBezTo>
                    <a:pt x="516" y="452"/>
                    <a:pt x="516" y="452"/>
                    <a:pt x="516" y="452"/>
                  </a:cubicBezTo>
                  <a:cubicBezTo>
                    <a:pt x="537" y="452"/>
                    <a:pt x="544" y="438"/>
                    <a:pt x="544" y="424"/>
                  </a:cubicBezTo>
                  <a:cubicBezTo>
                    <a:pt x="544" y="410"/>
                    <a:pt x="537" y="395"/>
                    <a:pt x="516" y="395"/>
                  </a:cubicBezTo>
                  <a:cubicBezTo>
                    <a:pt x="487" y="395"/>
                    <a:pt x="487" y="395"/>
                    <a:pt x="487" y="395"/>
                  </a:cubicBezTo>
                  <a:cubicBezTo>
                    <a:pt x="487" y="367"/>
                    <a:pt x="487" y="367"/>
                    <a:pt x="487" y="367"/>
                  </a:cubicBezTo>
                  <a:cubicBezTo>
                    <a:pt x="487" y="353"/>
                    <a:pt x="480" y="339"/>
                    <a:pt x="459" y="339"/>
                  </a:cubicBezTo>
                  <a:cubicBezTo>
                    <a:pt x="445" y="339"/>
                    <a:pt x="431" y="353"/>
                    <a:pt x="431" y="367"/>
                  </a:cubicBezTo>
                  <a:cubicBezTo>
                    <a:pt x="431" y="395"/>
                    <a:pt x="431" y="395"/>
                    <a:pt x="431" y="395"/>
                  </a:cubicBezTo>
                  <a:cubicBezTo>
                    <a:pt x="403" y="395"/>
                    <a:pt x="403" y="395"/>
                    <a:pt x="403" y="395"/>
                  </a:cubicBezTo>
                  <a:cubicBezTo>
                    <a:pt x="389" y="395"/>
                    <a:pt x="374" y="410"/>
                    <a:pt x="374" y="424"/>
                  </a:cubicBezTo>
                  <a:cubicBezTo>
                    <a:pt x="374" y="438"/>
                    <a:pt x="389" y="452"/>
                    <a:pt x="403" y="4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4"/>
            <p:cNvSpPr/>
            <p:nvPr/>
          </p:nvSpPr>
          <p:spPr>
            <a:xfrm>
              <a:off x="4292600" y="1131888"/>
              <a:ext cx="203200" cy="196850"/>
            </a:xfrm>
            <a:custGeom>
              <a:rect b="b" l="l" r="r" t="t"/>
              <a:pathLst>
                <a:path extrusionOk="0" h="545" w="566">
                  <a:moveTo>
                    <a:pt x="565" y="516"/>
                  </a:moveTo>
                  <a:lnTo>
                    <a:pt x="565" y="516"/>
                  </a:lnTo>
                  <a:cubicBezTo>
                    <a:pt x="565" y="537"/>
                    <a:pt x="551" y="544"/>
                    <a:pt x="537" y="544"/>
                  </a:cubicBezTo>
                  <a:cubicBezTo>
                    <a:pt x="530" y="544"/>
                    <a:pt x="523" y="544"/>
                    <a:pt x="516" y="544"/>
                  </a:cubicBezTo>
                  <a:cubicBezTo>
                    <a:pt x="381" y="438"/>
                    <a:pt x="381" y="438"/>
                    <a:pt x="381" y="438"/>
                  </a:cubicBezTo>
                  <a:cubicBezTo>
                    <a:pt x="191" y="544"/>
                    <a:pt x="191" y="544"/>
                    <a:pt x="191" y="544"/>
                  </a:cubicBezTo>
                  <a:cubicBezTo>
                    <a:pt x="183" y="544"/>
                    <a:pt x="183" y="544"/>
                    <a:pt x="176" y="544"/>
                  </a:cubicBezTo>
                  <a:cubicBezTo>
                    <a:pt x="169" y="544"/>
                    <a:pt x="162" y="544"/>
                    <a:pt x="162" y="544"/>
                  </a:cubicBezTo>
                  <a:cubicBezTo>
                    <a:pt x="7" y="431"/>
                    <a:pt x="7" y="431"/>
                    <a:pt x="7" y="431"/>
                  </a:cubicBezTo>
                  <a:cubicBezTo>
                    <a:pt x="0" y="424"/>
                    <a:pt x="0" y="417"/>
                    <a:pt x="0" y="4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35" y="0"/>
                    <a:pt x="35" y="0"/>
                    <a:pt x="42" y="7"/>
                  </a:cubicBezTo>
                  <a:cubicBezTo>
                    <a:pt x="176" y="106"/>
                    <a:pt x="176" y="106"/>
                    <a:pt x="176" y="106"/>
                  </a:cubicBezTo>
                  <a:cubicBezTo>
                    <a:pt x="374" y="0"/>
                    <a:pt x="374" y="0"/>
                    <a:pt x="374" y="0"/>
                  </a:cubicBezTo>
                  <a:lnTo>
                    <a:pt x="381" y="0"/>
                  </a:lnTo>
                  <a:cubicBezTo>
                    <a:pt x="389" y="0"/>
                    <a:pt x="396" y="0"/>
                    <a:pt x="403" y="7"/>
                  </a:cubicBezTo>
                  <a:cubicBezTo>
                    <a:pt x="551" y="120"/>
                    <a:pt x="551" y="120"/>
                    <a:pt x="551" y="120"/>
                  </a:cubicBezTo>
                  <a:cubicBezTo>
                    <a:pt x="558" y="127"/>
                    <a:pt x="565" y="134"/>
                    <a:pt x="565" y="141"/>
                  </a:cubicBezTo>
                  <a:lnTo>
                    <a:pt x="565" y="516"/>
                  </a:lnTo>
                  <a:close/>
                  <a:moveTo>
                    <a:pt x="148" y="459"/>
                  </a:moveTo>
                  <a:lnTo>
                    <a:pt x="148" y="459"/>
                  </a:lnTo>
                  <a:cubicBezTo>
                    <a:pt x="148" y="155"/>
                    <a:pt x="148" y="155"/>
                    <a:pt x="148" y="155"/>
                  </a:cubicBezTo>
                  <a:cubicBezTo>
                    <a:pt x="56" y="84"/>
                    <a:pt x="56" y="84"/>
                    <a:pt x="56" y="84"/>
                  </a:cubicBezTo>
                  <a:cubicBezTo>
                    <a:pt x="56" y="388"/>
                    <a:pt x="56" y="388"/>
                    <a:pt x="56" y="388"/>
                  </a:cubicBezTo>
                  <a:lnTo>
                    <a:pt x="148" y="459"/>
                  </a:lnTo>
                  <a:close/>
                  <a:moveTo>
                    <a:pt x="353" y="77"/>
                  </a:moveTo>
                  <a:lnTo>
                    <a:pt x="353" y="77"/>
                  </a:lnTo>
                  <a:cubicBezTo>
                    <a:pt x="205" y="155"/>
                    <a:pt x="205" y="155"/>
                    <a:pt x="205" y="155"/>
                  </a:cubicBezTo>
                  <a:cubicBezTo>
                    <a:pt x="205" y="473"/>
                    <a:pt x="205" y="473"/>
                    <a:pt x="205" y="473"/>
                  </a:cubicBezTo>
                  <a:cubicBezTo>
                    <a:pt x="353" y="388"/>
                    <a:pt x="353" y="388"/>
                    <a:pt x="353" y="388"/>
                  </a:cubicBezTo>
                  <a:lnTo>
                    <a:pt x="353" y="77"/>
                  </a:lnTo>
                  <a:close/>
                  <a:moveTo>
                    <a:pt x="509" y="155"/>
                  </a:moveTo>
                  <a:lnTo>
                    <a:pt x="509" y="155"/>
                  </a:lnTo>
                  <a:cubicBezTo>
                    <a:pt x="410" y="84"/>
                    <a:pt x="410" y="84"/>
                    <a:pt x="410" y="84"/>
                  </a:cubicBezTo>
                  <a:cubicBezTo>
                    <a:pt x="410" y="388"/>
                    <a:pt x="410" y="388"/>
                    <a:pt x="410" y="388"/>
                  </a:cubicBezTo>
                  <a:cubicBezTo>
                    <a:pt x="509" y="459"/>
                    <a:pt x="509" y="459"/>
                    <a:pt x="509" y="459"/>
                  </a:cubicBezTo>
                  <a:lnTo>
                    <a:pt x="509" y="1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4"/>
            <p:cNvSpPr/>
            <p:nvPr/>
          </p:nvSpPr>
          <p:spPr>
            <a:xfrm>
              <a:off x="3906838" y="1120775"/>
              <a:ext cx="215900" cy="217488"/>
            </a:xfrm>
            <a:custGeom>
              <a:rect b="b" l="l" r="r" t="t"/>
              <a:pathLst>
                <a:path extrusionOk="0" h="602" w="601">
                  <a:moveTo>
                    <a:pt x="572" y="333"/>
                  </a:moveTo>
                  <a:lnTo>
                    <a:pt x="572" y="333"/>
                  </a:lnTo>
                  <a:cubicBezTo>
                    <a:pt x="494" y="333"/>
                    <a:pt x="494" y="333"/>
                    <a:pt x="494" y="333"/>
                  </a:cubicBezTo>
                  <a:cubicBezTo>
                    <a:pt x="480" y="333"/>
                    <a:pt x="466" y="318"/>
                    <a:pt x="466" y="304"/>
                  </a:cubicBezTo>
                  <a:cubicBezTo>
                    <a:pt x="466" y="283"/>
                    <a:pt x="480" y="276"/>
                    <a:pt x="494" y="276"/>
                  </a:cubicBezTo>
                  <a:cubicBezTo>
                    <a:pt x="572" y="276"/>
                    <a:pt x="572" y="276"/>
                    <a:pt x="572" y="276"/>
                  </a:cubicBezTo>
                  <a:cubicBezTo>
                    <a:pt x="586" y="276"/>
                    <a:pt x="600" y="283"/>
                    <a:pt x="600" y="304"/>
                  </a:cubicBezTo>
                  <a:cubicBezTo>
                    <a:pt x="600" y="318"/>
                    <a:pt x="586" y="333"/>
                    <a:pt x="572" y="333"/>
                  </a:cubicBezTo>
                  <a:close/>
                  <a:moveTo>
                    <a:pt x="522" y="113"/>
                  </a:moveTo>
                  <a:lnTo>
                    <a:pt x="522" y="113"/>
                  </a:lnTo>
                  <a:cubicBezTo>
                    <a:pt x="473" y="163"/>
                    <a:pt x="473" y="163"/>
                    <a:pt x="473" y="163"/>
                  </a:cubicBezTo>
                  <a:cubicBezTo>
                    <a:pt x="459" y="177"/>
                    <a:pt x="459" y="177"/>
                    <a:pt x="459" y="177"/>
                  </a:cubicBezTo>
                  <a:cubicBezTo>
                    <a:pt x="452" y="184"/>
                    <a:pt x="445" y="191"/>
                    <a:pt x="438" y="191"/>
                  </a:cubicBezTo>
                  <a:cubicBezTo>
                    <a:pt x="424" y="191"/>
                    <a:pt x="409" y="177"/>
                    <a:pt x="409" y="163"/>
                  </a:cubicBezTo>
                  <a:cubicBezTo>
                    <a:pt x="409" y="156"/>
                    <a:pt x="417" y="149"/>
                    <a:pt x="424" y="142"/>
                  </a:cubicBezTo>
                  <a:cubicBezTo>
                    <a:pt x="438" y="128"/>
                    <a:pt x="438" y="128"/>
                    <a:pt x="438" y="128"/>
                  </a:cubicBezTo>
                  <a:cubicBezTo>
                    <a:pt x="487" y="78"/>
                    <a:pt x="487" y="78"/>
                    <a:pt x="487" y="78"/>
                  </a:cubicBezTo>
                  <a:cubicBezTo>
                    <a:pt x="494" y="71"/>
                    <a:pt x="501" y="64"/>
                    <a:pt x="508" y="64"/>
                  </a:cubicBezTo>
                  <a:cubicBezTo>
                    <a:pt x="522" y="64"/>
                    <a:pt x="537" y="78"/>
                    <a:pt x="537" y="92"/>
                  </a:cubicBezTo>
                  <a:cubicBezTo>
                    <a:pt x="537" y="99"/>
                    <a:pt x="530" y="106"/>
                    <a:pt x="522" y="113"/>
                  </a:cubicBezTo>
                  <a:close/>
                  <a:moveTo>
                    <a:pt x="296" y="417"/>
                  </a:moveTo>
                  <a:lnTo>
                    <a:pt x="296" y="417"/>
                  </a:lnTo>
                  <a:cubicBezTo>
                    <a:pt x="254" y="417"/>
                    <a:pt x="219" y="389"/>
                    <a:pt x="197" y="361"/>
                  </a:cubicBezTo>
                  <a:cubicBezTo>
                    <a:pt x="190" y="333"/>
                    <a:pt x="190" y="333"/>
                    <a:pt x="190" y="333"/>
                  </a:cubicBezTo>
                  <a:cubicBezTo>
                    <a:pt x="190" y="318"/>
                    <a:pt x="183" y="311"/>
                    <a:pt x="183" y="304"/>
                  </a:cubicBezTo>
                  <a:cubicBezTo>
                    <a:pt x="183" y="241"/>
                    <a:pt x="233" y="191"/>
                    <a:pt x="296" y="191"/>
                  </a:cubicBezTo>
                  <a:cubicBezTo>
                    <a:pt x="360" y="191"/>
                    <a:pt x="409" y="241"/>
                    <a:pt x="409" y="304"/>
                  </a:cubicBezTo>
                  <a:cubicBezTo>
                    <a:pt x="409" y="368"/>
                    <a:pt x="360" y="417"/>
                    <a:pt x="296" y="417"/>
                  </a:cubicBezTo>
                  <a:close/>
                  <a:moveTo>
                    <a:pt x="296" y="248"/>
                  </a:moveTo>
                  <a:lnTo>
                    <a:pt x="296" y="248"/>
                  </a:lnTo>
                  <a:cubicBezTo>
                    <a:pt x="268" y="248"/>
                    <a:pt x="240" y="269"/>
                    <a:pt x="240" y="304"/>
                  </a:cubicBezTo>
                  <a:cubicBezTo>
                    <a:pt x="240" y="333"/>
                    <a:pt x="268" y="361"/>
                    <a:pt x="296" y="361"/>
                  </a:cubicBezTo>
                  <a:cubicBezTo>
                    <a:pt x="332" y="361"/>
                    <a:pt x="353" y="333"/>
                    <a:pt x="353" y="304"/>
                  </a:cubicBezTo>
                  <a:cubicBezTo>
                    <a:pt x="353" y="269"/>
                    <a:pt x="332" y="248"/>
                    <a:pt x="296" y="248"/>
                  </a:cubicBezTo>
                  <a:close/>
                  <a:moveTo>
                    <a:pt x="296" y="135"/>
                  </a:moveTo>
                  <a:lnTo>
                    <a:pt x="296" y="135"/>
                  </a:lnTo>
                  <a:cubicBezTo>
                    <a:pt x="282" y="135"/>
                    <a:pt x="268" y="120"/>
                    <a:pt x="268" y="106"/>
                  </a:cubicBezTo>
                  <a:cubicBezTo>
                    <a:pt x="268" y="29"/>
                    <a:pt x="268" y="29"/>
                    <a:pt x="268" y="29"/>
                  </a:cubicBezTo>
                  <a:cubicBezTo>
                    <a:pt x="268" y="15"/>
                    <a:pt x="282" y="0"/>
                    <a:pt x="296" y="0"/>
                  </a:cubicBezTo>
                  <a:cubicBezTo>
                    <a:pt x="318" y="0"/>
                    <a:pt x="325" y="15"/>
                    <a:pt x="325" y="29"/>
                  </a:cubicBezTo>
                  <a:cubicBezTo>
                    <a:pt x="325" y="106"/>
                    <a:pt x="325" y="106"/>
                    <a:pt x="325" y="106"/>
                  </a:cubicBezTo>
                  <a:cubicBezTo>
                    <a:pt x="325" y="120"/>
                    <a:pt x="318" y="135"/>
                    <a:pt x="296" y="135"/>
                  </a:cubicBezTo>
                  <a:close/>
                  <a:moveTo>
                    <a:pt x="176" y="460"/>
                  </a:moveTo>
                  <a:lnTo>
                    <a:pt x="176" y="460"/>
                  </a:lnTo>
                  <a:cubicBezTo>
                    <a:pt x="162" y="481"/>
                    <a:pt x="162" y="481"/>
                    <a:pt x="162" y="481"/>
                  </a:cubicBezTo>
                  <a:cubicBezTo>
                    <a:pt x="113" y="531"/>
                    <a:pt x="113" y="531"/>
                    <a:pt x="113" y="531"/>
                  </a:cubicBezTo>
                  <a:cubicBezTo>
                    <a:pt x="106" y="538"/>
                    <a:pt x="98" y="538"/>
                    <a:pt x="91" y="538"/>
                  </a:cubicBezTo>
                  <a:cubicBezTo>
                    <a:pt x="77" y="538"/>
                    <a:pt x="63" y="524"/>
                    <a:pt x="63" y="509"/>
                  </a:cubicBezTo>
                  <a:cubicBezTo>
                    <a:pt x="63" y="502"/>
                    <a:pt x="63" y="495"/>
                    <a:pt x="70" y="488"/>
                  </a:cubicBezTo>
                  <a:cubicBezTo>
                    <a:pt x="120" y="439"/>
                    <a:pt x="120" y="439"/>
                    <a:pt x="120" y="439"/>
                  </a:cubicBezTo>
                  <a:cubicBezTo>
                    <a:pt x="141" y="424"/>
                    <a:pt x="141" y="424"/>
                    <a:pt x="141" y="424"/>
                  </a:cubicBezTo>
                  <a:cubicBezTo>
                    <a:pt x="141" y="417"/>
                    <a:pt x="148" y="417"/>
                    <a:pt x="155" y="417"/>
                  </a:cubicBezTo>
                  <a:cubicBezTo>
                    <a:pt x="176" y="417"/>
                    <a:pt x="183" y="424"/>
                    <a:pt x="183" y="446"/>
                  </a:cubicBezTo>
                  <a:cubicBezTo>
                    <a:pt x="183" y="453"/>
                    <a:pt x="183" y="460"/>
                    <a:pt x="176" y="460"/>
                  </a:cubicBezTo>
                  <a:close/>
                  <a:moveTo>
                    <a:pt x="155" y="191"/>
                  </a:moveTo>
                  <a:lnTo>
                    <a:pt x="155" y="191"/>
                  </a:lnTo>
                  <a:cubicBezTo>
                    <a:pt x="148" y="191"/>
                    <a:pt x="141" y="184"/>
                    <a:pt x="141" y="177"/>
                  </a:cubicBezTo>
                  <a:cubicBezTo>
                    <a:pt x="120" y="163"/>
                    <a:pt x="120" y="163"/>
                    <a:pt x="120" y="163"/>
                  </a:cubicBezTo>
                  <a:cubicBezTo>
                    <a:pt x="70" y="113"/>
                    <a:pt x="70" y="113"/>
                    <a:pt x="70" y="113"/>
                  </a:cubicBezTo>
                  <a:cubicBezTo>
                    <a:pt x="63" y="106"/>
                    <a:pt x="63" y="99"/>
                    <a:pt x="63" y="92"/>
                  </a:cubicBezTo>
                  <a:cubicBezTo>
                    <a:pt x="63" y="78"/>
                    <a:pt x="77" y="64"/>
                    <a:pt x="91" y="64"/>
                  </a:cubicBezTo>
                  <a:cubicBezTo>
                    <a:pt x="98" y="64"/>
                    <a:pt x="106" y="71"/>
                    <a:pt x="113" y="78"/>
                  </a:cubicBezTo>
                  <a:cubicBezTo>
                    <a:pt x="162" y="128"/>
                    <a:pt x="162" y="128"/>
                    <a:pt x="162" y="128"/>
                  </a:cubicBezTo>
                  <a:cubicBezTo>
                    <a:pt x="176" y="142"/>
                    <a:pt x="176" y="142"/>
                    <a:pt x="176" y="142"/>
                  </a:cubicBezTo>
                  <a:cubicBezTo>
                    <a:pt x="183" y="149"/>
                    <a:pt x="183" y="156"/>
                    <a:pt x="183" y="163"/>
                  </a:cubicBezTo>
                  <a:cubicBezTo>
                    <a:pt x="183" y="177"/>
                    <a:pt x="176" y="191"/>
                    <a:pt x="155" y="191"/>
                  </a:cubicBezTo>
                  <a:close/>
                  <a:moveTo>
                    <a:pt x="98" y="276"/>
                  </a:moveTo>
                  <a:lnTo>
                    <a:pt x="98" y="276"/>
                  </a:lnTo>
                  <a:cubicBezTo>
                    <a:pt x="120" y="276"/>
                    <a:pt x="127" y="283"/>
                    <a:pt x="127" y="304"/>
                  </a:cubicBezTo>
                  <a:cubicBezTo>
                    <a:pt x="127" y="318"/>
                    <a:pt x="120" y="333"/>
                    <a:pt x="98" y="333"/>
                  </a:cubicBezTo>
                  <a:cubicBezTo>
                    <a:pt x="28" y="333"/>
                    <a:pt x="28" y="333"/>
                    <a:pt x="28" y="333"/>
                  </a:cubicBezTo>
                  <a:cubicBezTo>
                    <a:pt x="7" y="333"/>
                    <a:pt x="0" y="318"/>
                    <a:pt x="0" y="304"/>
                  </a:cubicBezTo>
                  <a:cubicBezTo>
                    <a:pt x="0" y="283"/>
                    <a:pt x="7" y="276"/>
                    <a:pt x="28" y="276"/>
                  </a:cubicBezTo>
                  <a:cubicBezTo>
                    <a:pt x="98" y="276"/>
                    <a:pt x="98" y="276"/>
                    <a:pt x="98" y="276"/>
                  </a:cubicBezTo>
                  <a:close/>
                  <a:moveTo>
                    <a:pt x="296" y="474"/>
                  </a:moveTo>
                  <a:lnTo>
                    <a:pt x="296" y="474"/>
                  </a:lnTo>
                  <a:cubicBezTo>
                    <a:pt x="318" y="474"/>
                    <a:pt x="325" y="481"/>
                    <a:pt x="325" y="502"/>
                  </a:cubicBezTo>
                  <a:cubicBezTo>
                    <a:pt x="325" y="573"/>
                    <a:pt x="325" y="573"/>
                    <a:pt x="325" y="573"/>
                  </a:cubicBezTo>
                  <a:cubicBezTo>
                    <a:pt x="325" y="594"/>
                    <a:pt x="318" y="601"/>
                    <a:pt x="296" y="601"/>
                  </a:cubicBezTo>
                  <a:cubicBezTo>
                    <a:pt x="282" y="601"/>
                    <a:pt x="268" y="594"/>
                    <a:pt x="268" y="573"/>
                  </a:cubicBezTo>
                  <a:cubicBezTo>
                    <a:pt x="268" y="502"/>
                    <a:pt x="268" y="502"/>
                    <a:pt x="268" y="502"/>
                  </a:cubicBezTo>
                  <a:cubicBezTo>
                    <a:pt x="268" y="481"/>
                    <a:pt x="282" y="474"/>
                    <a:pt x="296" y="474"/>
                  </a:cubicBezTo>
                  <a:close/>
                  <a:moveTo>
                    <a:pt x="438" y="417"/>
                  </a:moveTo>
                  <a:lnTo>
                    <a:pt x="438" y="417"/>
                  </a:lnTo>
                  <a:cubicBezTo>
                    <a:pt x="445" y="417"/>
                    <a:pt x="452" y="417"/>
                    <a:pt x="459" y="424"/>
                  </a:cubicBezTo>
                  <a:cubicBezTo>
                    <a:pt x="473" y="439"/>
                    <a:pt x="473" y="439"/>
                    <a:pt x="473" y="439"/>
                  </a:cubicBezTo>
                  <a:cubicBezTo>
                    <a:pt x="522" y="488"/>
                    <a:pt x="522" y="488"/>
                    <a:pt x="522" y="488"/>
                  </a:cubicBezTo>
                  <a:cubicBezTo>
                    <a:pt x="530" y="495"/>
                    <a:pt x="537" y="502"/>
                    <a:pt x="537" y="509"/>
                  </a:cubicBezTo>
                  <a:cubicBezTo>
                    <a:pt x="537" y="524"/>
                    <a:pt x="522" y="538"/>
                    <a:pt x="508" y="538"/>
                  </a:cubicBezTo>
                  <a:cubicBezTo>
                    <a:pt x="501" y="538"/>
                    <a:pt x="494" y="538"/>
                    <a:pt x="487" y="531"/>
                  </a:cubicBezTo>
                  <a:cubicBezTo>
                    <a:pt x="438" y="481"/>
                    <a:pt x="438" y="481"/>
                    <a:pt x="438" y="481"/>
                  </a:cubicBezTo>
                  <a:cubicBezTo>
                    <a:pt x="424" y="460"/>
                    <a:pt x="424" y="460"/>
                    <a:pt x="424" y="460"/>
                  </a:cubicBezTo>
                  <a:cubicBezTo>
                    <a:pt x="417" y="460"/>
                    <a:pt x="409" y="453"/>
                    <a:pt x="409" y="446"/>
                  </a:cubicBezTo>
                  <a:cubicBezTo>
                    <a:pt x="409" y="424"/>
                    <a:pt x="424" y="417"/>
                    <a:pt x="438" y="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4"/>
            <p:cNvSpPr/>
            <p:nvPr/>
          </p:nvSpPr>
          <p:spPr>
            <a:xfrm>
              <a:off x="3544888" y="1141413"/>
              <a:ext cx="177800" cy="176212"/>
            </a:xfrm>
            <a:custGeom>
              <a:rect b="b" l="l" r="r" t="t"/>
              <a:pathLst>
                <a:path extrusionOk="0" h="489" w="496">
                  <a:moveTo>
                    <a:pt x="466" y="276"/>
                  </a:moveTo>
                  <a:lnTo>
                    <a:pt x="466" y="276"/>
                  </a:lnTo>
                  <a:cubicBezTo>
                    <a:pt x="445" y="276"/>
                    <a:pt x="445" y="276"/>
                    <a:pt x="445" y="276"/>
                  </a:cubicBezTo>
                  <a:cubicBezTo>
                    <a:pt x="431" y="276"/>
                    <a:pt x="417" y="261"/>
                    <a:pt x="417" y="247"/>
                  </a:cubicBezTo>
                  <a:cubicBezTo>
                    <a:pt x="417" y="226"/>
                    <a:pt x="431" y="219"/>
                    <a:pt x="445" y="219"/>
                  </a:cubicBezTo>
                  <a:cubicBezTo>
                    <a:pt x="466" y="219"/>
                    <a:pt x="466" y="219"/>
                    <a:pt x="466" y="219"/>
                  </a:cubicBezTo>
                  <a:cubicBezTo>
                    <a:pt x="480" y="219"/>
                    <a:pt x="495" y="226"/>
                    <a:pt x="495" y="247"/>
                  </a:cubicBezTo>
                  <a:cubicBezTo>
                    <a:pt x="495" y="261"/>
                    <a:pt x="480" y="276"/>
                    <a:pt x="466" y="276"/>
                  </a:cubicBezTo>
                  <a:close/>
                  <a:moveTo>
                    <a:pt x="424" y="106"/>
                  </a:moveTo>
                  <a:lnTo>
                    <a:pt x="424" y="106"/>
                  </a:lnTo>
                  <a:cubicBezTo>
                    <a:pt x="410" y="120"/>
                    <a:pt x="410" y="120"/>
                    <a:pt x="410" y="120"/>
                  </a:cubicBezTo>
                  <a:cubicBezTo>
                    <a:pt x="403" y="127"/>
                    <a:pt x="396" y="134"/>
                    <a:pt x="389" y="134"/>
                  </a:cubicBezTo>
                  <a:cubicBezTo>
                    <a:pt x="375" y="134"/>
                    <a:pt x="360" y="120"/>
                    <a:pt x="360" y="106"/>
                  </a:cubicBezTo>
                  <a:cubicBezTo>
                    <a:pt x="360" y="99"/>
                    <a:pt x="360" y="92"/>
                    <a:pt x="367" y="85"/>
                  </a:cubicBezTo>
                  <a:cubicBezTo>
                    <a:pt x="389" y="63"/>
                    <a:pt x="389" y="63"/>
                    <a:pt x="389" y="63"/>
                  </a:cubicBezTo>
                  <a:cubicBezTo>
                    <a:pt x="396" y="56"/>
                    <a:pt x="403" y="56"/>
                    <a:pt x="410" y="56"/>
                  </a:cubicBezTo>
                  <a:cubicBezTo>
                    <a:pt x="424" y="56"/>
                    <a:pt x="438" y="71"/>
                    <a:pt x="438" y="85"/>
                  </a:cubicBezTo>
                  <a:cubicBezTo>
                    <a:pt x="438" y="92"/>
                    <a:pt x="431" y="99"/>
                    <a:pt x="424" y="106"/>
                  </a:cubicBezTo>
                  <a:close/>
                  <a:moveTo>
                    <a:pt x="247" y="360"/>
                  </a:moveTo>
                  <a:lnTo>
                    <a:pt x="247" y="360"/>
                  </a:lnTo>
                  <a:cubicBezTo>
                    <a:pt x="205" y="360"/>
                    <a:pt x="169" y="332"/>
                    <a:pt x="148" y="304"/>
                  </a:cubicBezTo>
                  <a:cubicBezTo>
                    <a:pt x="141" y="276"/>
                    <a:pt x="141" y="276"/>
                    <a:pt x="141" y="276"/>
                  </a:cubicBezTo>
                  <a:cubicBezTo>
                    <a:pt x="134" y="261"/>
                    <a:pt x="134" y="254"/>
                    <a:pt x="134" y="247"/>
                  </a:cubicBezTo>
                  <a:cubicBezTo>
                    <a:pt x="134" y="184"/>
                    <a:pt x="184" y="134"/>
                    <a:pt x="247" y="134"/>
                  </a:cubicBezTo>
                  <a:cubicBezTo>
                    <a:pt x="311" y="134"/>
                    <a:pt x="360" y="184"/>
                    <a:pt x="360" y="247"/>
                  </a:cubicBezTo>
                  <a:cubicBezTo>
                    <a:pt x="360" y="311"/>
                    <a:pt x="311" y="360"/>
                    <a:pt x="247" y="360"/>
                  </a:cubicBezTo>
                  <a:close/>
                  <a:moveTo>
                    <a:pt x="247" y="191"/>
                  </a:moveTo>
                  <a:lnTo>
                    <a:pt x="247" y="191"/>
                  </a:lnTo>
                  <a:cubicBezTo>
                    <a:pt x="219" y="191"/>
                    <a:pt x="191" y="212"/>
                    <a:pt x="191" y="247"/>
                  </a:cubicBezTo>
                  <a:cubicBezTo>
                    <a:pt x="191" y="276"/>
                    <a:pt x="219" y="304"/>
                    <a:pt x="247" y="304"/>
                  </a:cubicBezTo>
                  <a:cubicBezTo>
                    <a:pt x="276" y="304"/>
                    <a:pt x="304" y="276"/>
                    <a:pt x="304" y="247"/>
                  </a:cubicBezTo>
                  <a:cubicBezTo>
                    <a:pt x="304" y="212"/>
                    <a:pt x="276" y="191"/>
                    <a:pt x="247" y="191"/>
                  </a:cubicBezTo>
                  <a:close/>
                  <a:moveTo>
                    <a:pt x="247" y="78"/>
                  </a:moveTo>
                  <a:lnTo>
                    <a:pt x="247" y="78"/>
                  </a:lnTo>
                  <a:cubicBezTo>
                    <a:pt x="233" y="78"/>
                    <a:pt x="219" y="63"/>
                    <a:pt x="219" y="49"/>
                  </a:cubicBezTo>
                  <a:cubicBezTo>
                    <a:pt x="219" y="28"/>
                    <a:pt x="219" y="28"/>
                    <a:pt x="219" y="28"/>
                  </a:cubicBezTo>
                  <a:cubicBezTo>
                    <a:pt x="219" y="14"/>
                    <a:pt x="233" y="0"/>
                    <a:pt x="247" y="0"/>
                  </a:cubicBezTo>
                  <a:cubicBezTo>
                    <a:pt x="261" y="0"/>
                    <a:pt x="276" y="14"/>
                    <a:pt x="276" y="28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6" y="63"/>
                    <a:pt x="261" y="78"/>
                    <a:pt x="247" y="78"/>
                  </a:cubicBezTo>
                  <a:close/>
                  <a:moveTo>
                    <a:pt x="106" y="134"/>
                  </a:moveTo>
                  <a:lnTo>
                    <a:pt x="106" y="134"/>
                  </a:lnTo>
                  <a:cubicBezTo>
                    <a:pt x="99" y="134"/>
                    <a:pt x="92" y="127"/>
                    <a:pt x="85" y="120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64" y="99"/>
                    <a:pt x="56" y="92"/>
                    <a:pt x="56" y="85"/>
                  </a:cubicBezTo>
                  <a:cubicBezTo>
                    <a:pt x="56" y="71"/>
                    <a:pt x="71" y="56"/>
                    <a:pt x="85" y="56"/>
                  </a:cubicBezTo>
                  <a:cubicBezTo>
                    <a:pt x="92" y="56"/>
                    <a:pt x="99" y="56"/>
                    <a:pt x="106" y="63"/>
                  </a:cubicBezTo>
                  <a:cubicBezTo>
                    <a:pt x="127" y="85"/>
                    <a:pt x="127" y="85"/>
                    <a:pt x="127" y="85"/>
                  </a:cubicBezTo>
                  <a:cubicBezTo>
                    <a:pt x="134" y="92"/>
                    <a:pt x="134" y="99"/>
                    <a:pt x="134" y="106"/>
                  </a:cubicBezTo>
                  <a:cubicBezTo>
                    <a:pt x="134" y="120"/>
                    <a:pt x="120" y="134"/>
                    <a:pt x="106" y="134"/>
                  </a:cubicBezTo>
                  <a:close/>
                  <a:moveTo>
                    <a:pt x="78" y="247"/>
                  </a:moveTo>
                  <a:lnTo>
                    <a:pt x="78" y="247"/>
                  </a:lnTo>
                  <a:cubicBezTo>
                    <a:pt x="78" y="261"/>
                    <a:pt x="64" y="276"/>
                    <a:pt x="49" y="276"/>
                  </a:cubicBezTo>
                  <a:cubicBezTo>
                    <a:pt x="28" y="276"/>
                    <a:pt x="28" y="276"/>
                    <a:pt x="28" y="276"/>
                  </a:cubicBezTo>
                  <a:cubicBezTo>
                    <a:pt x="14" y="276"/>
                    <a:pt x="0" y="261"/>
                    <a:pt x="0" y="247"/>
                  </a:cubicBezTo>
                  <a:cubicBezTo>
                    <a:pt x="0" y="226"/>
                    <a:pt x="14" y="219"/>
                    <a:pt x="28" y="219"/>
                  </a:cubicBezTo>
                  <a:cubicBezTo>
                    <a:pt x="49" y="219"/>
                    <a:pt x="49" y="219"/>
                    <a:pt x="49" y="219"/>
                  </a:cubicBezTo>
                  <a:cubicBezTo>
                    <a:pt x="64" y="219"/>
                    <a:pt x="78" y="226"/>
                    <a:pt x="78" y="247"/>
                  </a:cubicBezTo>
                  <a:close/>
                  <a:moveTo>
                    <a:pt x="85" y="367"/>
                  </a:moveTo>
                  <a:lnTo>
                    <a:pt x="85" y="367"/>
                  </a:lnTo>
                  <a:cubicBezTo>
                    <a:pt x="92" y="360"/>
                    <a:pt x="99" y="360"/>
                    <a:pt x="106" y="360"/>
                  </a:cubicBezTo>
                  <a:cubicBezTo>
                    <a:pt x="120" y="360"/>
                    <a:pt x="134" y="367"/>
                    <a:pt x="134" y="389"/>
                  </a:cubicBezTo>
                  <a:cubicBezTo>
                    <a:pt x="134" y="396"/>
                    <a:pt x="134" y="403"/>
                    <a:pt x="127" y="403"/>
                  </a:cubicBezTo>
                  <a:cubicBezTo>
                    <a:pt x="106" y="424"/>
                    <a:pt x="106" y="424"/>
                    <a:pt x="106" y="424"/>
                  </a:cubicBezTo>
                  <a:cubicBezTo>
                    <a:pt x="99" y="431"/>
                    <a:pt x="92" y="431"/>
                    <a:pt x="85" y="431"/>
                  </a:cubicBezTo>
                  <a:cubicBezTo>
                    <a:pt x="71" y="431"/>
                    <a:pt x="56" y="424"/>
                    <a:pt x="56" y="403"/>
                  </a:cubicBezTo>
                  <a:cubicBezTo>
                    <a:pt x="56" y="396"/>
                    <a:pt x="64" y="389"/>
                    <a:pt x="71" y="389"/>
                  </a:cubicBezTo>
                  <a:lnTo>
                    <a:pt x="85" y="367"/>
                  </a:lnTo>
                  <a:close/>
                  <a:moveTo>
                    <a:pt x="247" y="417"/>
                  </a:moveTo>
                  <a:lnTo>
                    <a:pt x="247" y="417"/>
                  </a:lnTo>
                  <a:cubicBezTo>
                    <a:pt x="261" y="417"/>
                    <a:pt x="276" y="424"/>
                    <a:pt x="276" y="445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81"/>
                    <a:pt x="261" y="488"/>
                    <a:pt x="247" y="488"/>
                  </a:cubicBezTo>
                  <a:cubicBezTo>
                    <a:pt x="233" y="488"/>
                    <a:pt x="219" y="481"/>
                    <a:pt x="219" y="459"/>
                  </a:cubicBezTo>
                  <a:cubicBezTo>
                    <a:pt x="219" y="445"/>
                    <a:pt x="219" y="445"/>
                    <a:pt x="219" y="445"/>
                  </a:cubicBezTo>
                  <a:cubicBezTo>
                    <a:pt x="219" y="424"/>
                    <a:pt x="233" y="417"/>
                    <a:pt x="247" y="417"/>
                  </a:cubicBezTo>
                  <a:close/>
                  <a:moveTo>
                    <a:pt x="389" y="360"/>
                  </a:moveTo>
                  <a:lnTo>
                    <a:pt x="389" y="360"/>
                  </a:lnTo>
                  <a:cubicBezTo>
                    <a:pt x="396" y="360"/>
                    <a:pt x="403" y="360"/>
                    <a:pt x="410" y="367"/>
                  </a:cubicBezTo>
                  <a:cubicBezTo>
                    <a:pt x="424" y="389"/>
                    <a:pt x="424" y="389"/>
                    <a:pt x="424" y="389"/>
                  </a:cubicBezTo>
                  <a:cubicBezTo>
                    <a:pt x="431" y="389"/>
                    <a:pt x="438" y="396"/>
                    <a:pt x="438" y="403"/>
                  </a:cubicBezTo>
                  <a:cubicBezTo>
                    <a:pt x="438" y="424"/>
                    <a:pt x="424" y="431"/>
                    <a:pt x="410" y="431"/>
                  </a:cubicBezTo>
                  <a:cubicBezTo>
                    <a:pt x="403" y="431"/>
                    <a:pt x="396" y="431"/>
                    <a:pt x="389" y="424"/>
                  </a:cubicBezTo>
                  <a:cubicBezTo>
                    <a:pt x="367" y="403"/>
                    <a:pt x="367" y="403"/>
                    <a:pt x="367" y="403"/>
                  </a:cubicBezTo>
                  <a:cubicBezTo>
                    <a:pt x="360" y="403"/>
                    <a:pt x="360" y="396"/>
                    <a:pt x="360" y="389"/>
                  </a:cubicBezTo>
                  <a:cubicBezTo>
                    <a:pt x="360" y="367"/>
                    <a:pt x="375" y="360"/>
                    <a:pt x="389" y="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4"/>
            <p:cNvSpPr/>
            <p:nvPr/>
          </p:nvSpPr>
          <p:spPr>
            <a:xfrm>
              <a:off x="3146425" y="1120775"/>
              <a:ext cx="217488" cy="217488"/>
            </a:xfrm>
            <a:custGeom>
              <a:rect b="b" l="l" r="r" t="t"/>
              <a:pathLst>
                <a:path extrusionOk="0" h="602" w="602">
                  <a:moveTo>
                    <a:pt x="573" y="488"/>
                  </a:moveTo>
                  <a:lnTo>
                    <a:pt x="573" y="488"/>
                  </a:lnTo>
                  <a:cubicBezTo>
                    <a:pt x="481" y="488"/>
                    <a:pt x="481" y="488"/>
                    <a:pt x="481" y="488"/>
                  </a:cubicBezTo>
                  <a:cubicBezTo>
                    <a:pt x="481" y="347"/>
                    <a:pt x="481" y="347"/>
                    <a:pt x="481" y="347"/>
                  </a:cubicBezTo>
                  <a:cubicBezTo>
                    <a:pt x="544" y="347"/>
                    <a:pt x="544" y="347"/>
                    <a:pt x="544" y="347"/>
                  </a:cubicBezTo>
                  <a:cubicBezTo>
                    <a:pt x="544" y="57"/>
                    <a:pt x="544" y="57"/>
                    <a:pt x="544" y="57"/>
                  </a:cubicBezTo>
                  <a:cubicBezTo>
                    <a:pt x="205" y="57"/>
                    <a:pt x="205" y="57"/>
                    <a:pt x="205" y="57"/>
                  </a:cubicBezTo>
                  <a:cubicBezTo>
                    <a:pt x="205" y="85"/>
                    <a:pt x="205" y="85"/>
                    <a:pt x="205" y="85"/>
                  </a:cubicBezTo>
                  <a:cubicBezTo>
                    <a:pt x="149" y="85"/>
                    <a:pt x="149" y="85"/>
                    <a:pt x="149" y="85"/>
                  </a:cubicBezTo>
                  <a:cubicBezTo>
                    <a:pt x="149" y="29"/>
                    <a:pt x="149" y="29"/>
                    <a:pt x="149" y="29"/>
                  </a:cubicBezTo>
                  <a:cubicBezTo>
                    <a:pt x="149" y="15"/>
                    <a:pt x="163" y="0"/>
                    <a:pt x="177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94" y="0"/>
                    <a:pt x="601" y="15"/>
                    <a:pt x="601" y="29"/>
                  </a:cubicBezTo>
                  <a:cubicBezTo>
                    <a:pt x="601" y="460"/>
                    <a:pt x="601" y="460"/>
                    <a:pt x="601" y="460"/>
                  </a:cubicBezTo>
                  <a:cubicBezTo>
                    <a:pt x="601" y="481"/>
                    <a:pt x="594" y="488"/>
                    <a:pt x="573" y="488"/>
                  </a:cubicBezTo>
                  <a:close/>
                  <a:moveTo>
                    <a:pt x="453" y="142"/>
                  </a:moveTo>
                  <a:lnTo>
                    <a:pt x="453" y="142"/>
                  </a:lnTo>
                  <a:cubicBezTo>
                    <a:pt x="453" y="573"/>
                    <a:pt x="453" y="573"/>
                    <a:pt x="453" y="573"/>
                  </a:cubicBezTo>
                  <a:cubicBezTo>
                    <a:pt x="453" y="594"/>
                    <a:pt x="439" y="601"/>
                    <a:pt x="424" y="601"/>
                  </a:cubicBezTo>
                  <a:cubicBezTo>
                    <a:pt x="29" y="601"/>
                    <a:pt x="29" y="601"/>
                    <a:pt x="29" y="601"/>
                  </a:cubicBezTo>
                  <a:cubicBezTo>
                    <a:pt x="15" y="601"/>
                    <a:pt x="0" y="594"/>
                    <a:pt x="0" y="573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28"/>
                    <a:pt x="15" y="113"/>
                    <a:pt x="29" y="113"/>
                  </a:cubicBezTo>
                  <a:cubicBezTo>
                    <a:pt x="424" y="113"/>
                    <a:pt x="424" y="113"/>
                    <a:pt x="424" y="113"/>
                  </a:cubicBezTo>
                  <a:cubicBezTo>
                    <a:pt x="439" y="113"/>
                    <a:pt x="453" y="128"/>
                    <a:pt x="453" y="142"/>
                  </a:cubicBezTo>
                  <a:close/>
                  <a:moveTo>
                    <a:pt x="396" y="170"/>
                  </a:moveTo>
                  <a:lnTo>
                    <a:pt x="396" y="170"/>
                  </a:lnTo>
                  <a:cubicBezTo>
                    <a:pt x="57" y="170"/>
                    <a:pt x="57" y="170"/>
                    <a:pt x="57" y="170"/>
                  </a:cubicBezTo>
                  <a:cubicBezTo>
                    <a:pt x="57" y="460"/>
                    <a:pt x="57" y="460"/>
                    <a:pt x="57" y="460"/>
                  </a:cubicBezTo>
                  <a:cubicBezTo>
                    <a:pt x="396" y="460"/>
                    <a:pt x="396" y="460"/>
                    <a:pt x="396" y="460"/>
                  </a:cubicBezTo>
                  <a:lnTo>
                    <a:pt x="396" y="1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4"/>
            <p:cNvSpPr/>
            <p:nvPr/>
          </p:nvSpPr>
          <p:spPr>
            <a:xfrm>
              <a:off x="2792413" y="1141413"/>
              <a:ext cx="163512" cy="176212"/>
            </a:xfrm>
            <a:custGeom>
              <a:rect b="b" l="l" r="r" t="t"/>
              <a:pathLst>
                <a:path extrusionOk="0" h="489" w="453">
                  <a:moveTo>
                    <a:pt x="424" y="488"/>
                  </a:moveTo>
                  <a:lnTo>
                    <a:pt x="424" y="488"/>
                  </a:lnTo>
                  <a:cubicBezTo>
                    <a:pt x="28" y="488"/>
                    <a:pt x="28" y="488"/>
                    <a:pt x="28" y="488"/>
                  </a:cubicBezTo>
                  <a:cubicBezTo>
                    <a:pt x="14" y="488"/>
                    <a:pt x="0" y="481"/>
                    <a:pt x="0" y="45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4" y="0"/>
                    <a:pt x="424" y="0"/>
                    <a:pt x="424" y="0"/>
                  </a:cubicBezTo>
                  <a:cubicBezTo>
                    <a:pt x="445" y="0"/>
                    <a:pt x="452" y="14"/>
                    <a:pt x="452" y="28"/>
                  </a:cubicBezTo>
                  <a:cubicBezTo>
                    <a:pt x="452" y="459"/>
                    <a:pt x="452" y="459"/>
                    <a:pt x="452" y="459"/>
                  </a:cubicBezTo>
                  <a:cubicBezTo>
                    <a:pt x="452" y="481"/>
                    <a:pt x="445" y="488"/>
                    <a:pt x="424" y="488"/>
                  </a:cubicBezTo>
                  <a:close/>
                  <a:moveTo>
                    <a:pt x="396" y="56"/>
                  </a:moveTo>
                  <a:lnTo>
                    <a:pt x="396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346"/>
                    <a:pt x="56" y="346"/>
                    <a:pt x="56" y="346"/>
                  </a:cubicBezTo>
                  <a:cubicBezTo>
                    <a:pt x="396" y="346"/>
                    <a:pt x="396" y="346"/>
                    <a:pt x="396" y="346"/>
                  </a:cubicBezTo>
                  <a:lnTo>
                    <a:pt x="396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4"/>
            <p:cNvSpPr/>
            <p:nvPr/>
          </p:nvSpPr>
          <p:spPr>
            <a:xfrm>
              <a:off x="2392363" y="1128713"/>
              <a:ext cx="204787" cy="203200"/>
            </a:xfrm>
            <a:custGeom>
              <a:rect b="b" l="l" r="r" t="t"/>
              <a:pathLst>
                <a:path extrusionOk="0" h="566" w="567">
                  <a:moveTo>
                    <a:pt x="566" y="452"/>
                  </a:moveTo>
                  <a:lnTo>
                    <a:pt x="566" y="452"/>
                  </a:lnTo>
                  <a:cubicBezTo>
                    <a:pt x="566" y="459"/>
                    <a:pt x="559" y="473"/>
                    <a:pt x="544" y="473"/>
                  </a:cubicBezTo>
                  <a:cubicBezTo>
                    <a:pt x="544" y="509"/>
                    <a:pt x="544" y="509"/>
                    <a:pt x="544" y="509"/>
                  </a:cubicBezTo>
                  <a:cubicBezTo>
                    <a:pt x="559" y="509"/>
                    <a:pt x="566" y="523"/>
                    <a:pt x="566" y="537"/>
                  </a:cubicBezTo>
                  <a:cubicBezTo>
                    <a:pt x="566" y="551"/>
                    <a:pt x="552" y="565"/>
                    <a:pt x="537" y="565"/>
                  </a:cubicBezTo>
                  <a:cubicBezTo>
                    <a:pt x="523" y="565"/>
                    <a:pt x="516" y="558"/>
                    <a:pt x="509" y="544"/>
                  </a:cubicBezTo>
                  <a:cubicBezTo>
                    <a:pt x="481" y="544"/>
                    <a:pt x="481" y="544"/>
                    <a:pt x="481" y="544"/>
                  </a:cubicBezTo>
                  <a:cubicBezTo>
                    <a:pt x="474" y="558"/>
                    <a:pt x="467" y="565"/>
                    <a:pt x="453" y="565"/>
                  </a:cubicBezTo>
                  <a:cubicBezTo>
                    <a:pt x="438" y="565"/>
                    <a:pt x="431" y="558"/>
                    <a:pt x="424" y="544"/>
                  </a:cubicBezTo>
                  <a:cubicBezTo>
                    <a:pt x="396" y="544"/>
                    <a:pt x="396" y="544"/>
                    <a:pt x="396" y="544"/>
                  </a:cubicBezTo>
                  <a:cubicBezTo>
                    <a:pt x="389" y="558"/>
                    <a:pt x="382" y="565"/>
                    <a:pt x="368" y="565"/>
                  </a:cubicBezTo>
                  <a:cubicBezTo>
                    <a:pt x="354" y="565"/>
                    <a:pt x="347" y="558"/>
                    <a:pt x="340" y="544"/>
                  </a:cubicBezTo>
                  <a:cubicBezTo>
                    <a:pt x="311" y="544"/>
                    <a:pt x="311" y="544"/>
                    <a:pt x="311" y="544"/>
                  </a:cubicBezTo>
                  <a:cubicBezTo>
                    <a:pt x="304" y="558"/>
                    <a:pt x="297" y="565"/>
                    <a:pt x="283" y="565"/>
                  </a:cubicBezTo>
                  <a:cubicBezTo>
                    <a:pt x="269" y="565"/>
                    <a:pt x="262" y="558"/>
                    <a:pt x="255" y="544"/>
                  </a:cubicBezTo>
                  <a:cubicBezTo>
                    <a:pt x="226" y="544"/>
                    <a:pt x="226" y="544"/>
                    <a:pt x="226" y="544"/>
                  </a:cubicBezTo>
                  <a:cubicBezTo>
                    <a:pt x="219" y="558"/>
                    <a:pt x="212" y="565"/>
                    <a:pt x="198" y="565"/>
                  </a:cubicBezTo>
                  <a:cubicBezTo>
                    <a:pt x="184" y="565"/>
                    <a:pt x="177" y="558"/>
                    <a:pt x="170" y="544"/>
                  </a:cubicBezTo>
                  <a:cubicBezTo>
                    <a:pt x="142" y="544"/>
                    <a:pt x="142" y="544"/>
                    <a:pt x="142" y="544"/>
                  </a:cubicBezTo>
                  <a:cubicBezTo>
                    <a:pt x="135" y="558"/>
                    <a:pt x="128" y="565"/>
                    <a:pt x="113" y="565"/>
                  </a:cubicBezTo>
                  <a:cubicBezTo>
                    <a:pt x="99" y="565"/>
                    <a:pt x="92" y="558"/>
                    <a:pt x="85" y="544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50" y="558"/>
                    <a:pt x="43" y="565"/>
                    <a:pt x="29" y="565"/>
                  </a:cubicBezTo>
                  <a:cubicBezTo>
                    <a:pt x="15" y="565"/>
                    <a:pt x="0" y="551"/>
                    <a:pt x="0" y="537"/>
                  </a:cubicBezTo>
                  <a:cubicBezTo>
                    <a:pt x="0" y="523"/>
                    <a:pt x="7" y="509"/>
                    <a:pt x="22" y="509"/>
                  </a:cubicBezTo>
                  <a:cubicBezTo>
                    <a:pt x="22" y="473"/>
                    <a:pt x="22" y="473"/>
                    <a:pt x="22" y="473"/>
                  </a:cubicBezTo>
                  <a:cubicBezTo>
                    <a:pt x="7" y="473"/>
                    <a:pt x="0" y="459"/>
                    <a:pt x="0" y="452"/>
                  </a:cubicBezTo>
                  <a:cubicBezTo>
                    <a:pt x="0" y="438"/>
                    <a:pt x="7" y="424"/>
                    <a:pt x="22" y="424"/>
                  </a:cubicBezTo>
                  <a:cubicBezTo>
                    <a:pt x="22" y="388"/>
                    <a:pt x="22" y="388"/>
                    <a:pt x="22" y="388"/>
                  </a:cubicBezTo>
                  <a:cubicBezTo>
                    <a:pt x="7" y="388"/>
                    <a:pt x="0" y="374"/>
                    <a:pt x="0" y="367"/>
                  </a:cubicBezTo>
                  <a:cubicBezTo>
                    <a:pt x="0" y="353"/>
                    <a:pt x="7" y="339"/>
                    <a:pt x="22" y="339"/>
                  </a:cubicBezTo>
                  <a:cubicBezTo>
                    <a:pt x="22" y="304"/>
                    <a:pt x="22" y="304"/>
                    <a:pt x="22" y="304"/>
                  </a:cubicBezTo>
                  <a:cubicBezTo>
                    <a:pt x="7" y="304"/>
                    <a:pt x="0" y="289"/>
                    <a:pt x="0" y="282"/>
                  </a:cubicBezTo>
                  <a:cubicBezTo>
                    <a:pt x="0" y="268"/>
                    <a:pt x="7" y="254"/>
                    <a:pt x="22" y="254"/>
                  </a:cubicBezTo>
                  <a:cubicBezTo>
                    <a:pt x="22" y="219"/>
                    <a:pt x="22" y="219"/>
                    <a:pt x="22" y="219"/>
                  </a:cubicBezTo>
                  <a:cubicBezTo>
                    <a:pt x="7" y="219"/>
                    <a:pt x="0" y="205"/>
                    <a:pt x="0" y="198"/>
                  </a:cubicBezTo>
                  <a:cubicBezTo>
                    <a:pt x="0" y="183"/>
                    <a:pt x="7" y="169"/>
                    <a:pt x="22" y="169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7" y="134"/>
                    <a:pt x="0" y="120"/>
                    <a:pt x="0" y="113"/>
                  </a:cubicBezTo>
                  <a:cubicBezTo>
                    <a:pt x="0" y="98"/>
                    <a:pt x="7" y="84"/>
                    <a:pt x="22" y="84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7" y="49"/>
                    <a:pt x="0" y="35"/>
                    <a:pt x="0" y="28"/>
                  </a:cubicBezTo>
                  <a:cubicBezTo>
                    <a:pt x="0" y="7"/>
                    <a:pt x="15" y="0"/>
                    <a:pt x="29" y="0"/>
                  </a:cubicBezTo>
                  <a:cubicBezTo>
                    <a:pt x="43" y="0"/>
                    <a:pt x="50" y="7"/>
                    <a:pt x="57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92" y="7"/>
                    <a:pt x="99" y="0"/>
                    <a:pt x="113" y="0"/>
                  </a:cubicBezTo>
                  <a:cubicBezTo>
                    <a:pt x="128" y="0"/>
                    <a:pt x="135" y="7"/>
                    <a:pt x="142" y="14"/>
                  </a:cubicBezTo>
                  <a:cubicBezTo>
                    <a:pt x="170" y="14"/>
                    <a:pt x="170" y="14"/>
                    <a:pt x="170" y="14"/>
                  </a:cubicBezTo>
                  <a:cubicBezTo>
                    <a:pt x="177" y="7"/>
                    <a:pt x="184" y="0"/>
                    <a:pt x="198" y="0"/>
                  </a:cubicBezTo>
                  <a:cubicBezTo>
                    <a:pt x="212" y="0"/>
                    <a:pt x="219" y="7"/>
                    <a:pt x="226" y="14"/>
                  </a:cubicBezTo>
                  <a:cubicBezTo>
                    <a:pt x="255" y="14"/>
                    <a:pt x="255" y="14"/>
                    <a:pt x="255" y="14"/>
                  </a:cubicBezTo>
                  <a:cubicBezTo>
                    <a:pt x="262" y="7"/>
                    <a:pt x="269" y="0"/>
                    <a:pt x="283" y="0"/>
                  </a:cubicBezTo>
                  <a:cubicBezTo>
                    <a:pt x="297" y="0"/>
                    <a:pt x="304" y="7"/>
                    <a:pt x="311" y="14"/>
                  </a:cubicBezTo>
                  <a:cubicBezTo>
                    <a:pt x="340" y="14"/>
                    <a:pt x="340" y="14"/>
                    <a:pt x="340" y="14"/>
                  </a:cubicBezTo>
                  <a:cubicBezTo>
                    <a:pt x="347" y="7"/>
                    <a:pt x="354" y="0"/>
                    <a:pt x="368" y="0"/>
                  </a:cubicBezTo>
                  <a:cubicBezTo>
                    <a:pt x="382" y="0"/>
                    <a:pt x="389" y="7"/>
                    <a:pt x="396" y="14"/>
                  </a:cubicBezTo>
                  <a:cubicBezTo>
                    <a:pt x="424" y="14"/>
                    <a:pt x="424" y="14"/>
                    <a:pt x="424" y="14"/>
                  </a:cubicBezTo>
                  <a:cubicBezTo>
                    <a:pt x="431" y="7"/>
                    <a:pt x="438" y="0"/>
                    <a:pt x="453" y="0"/>
                  </a:cubicBezTo>
                  <a:cubicBezTo>
                    <a:pt x="467" y="0"/>
                    <a:pt x="474" y="7"/>
                    <a:pt x="481" y="14"/>
                  </a:cubicBezTo>
                  <a:cubicBezTo>
                    <a:pt x="509" y="14"/>
                    <a:pt x="509" y="14"/>
                    <a:pt x="509" y="14"/>
                  </a:cubicBezTo>
                  <a:cubicBezTo>
                    <a:pt x="516" y="7"/>
                    <a:pt x="523" y="0"/>
                    <a:pt x="537" y="0"/>
                  </a:cubicBezTo>
                  <a:cubicBezTo>
                    <a:pt x="552" y="0"/>
                    <a:pt x="566" y="7"/>
                    <a:pt x="566" y="28"/>
                  </a:cubicBezTo>
                  <a:cubicBezTo>
                    <a:pt x="566" y="35"/>
                    <a:pt x="559" y="49"/>
                    <a:pt x="544" y="49"/>
                  </a:cubicBezTo>
                  <a:cubicBezTo>
                    <a:pt x="544" y="84"/>
                    <a:pt x="544" y="84"/>
                    <a:pt x="544" y="84"/>
                  </a:cubicBezTo>
                  <a:cubicBezTo>
                    <a:pt x="559" y="84"/>
                    <a:pt x="566" y="98"/>
                    <a:pt x="566" y="113"/>
                  </a:cubicBezTo>
                  <a:cubicBezTo>
                    <a:pt x="566" y="120"/>
                    <a:pt x="559" y="134"/>
                    <a:pt x="544" y="134"/>
                  </a:cubicBezTo>
                  <a:cubicBezTo>
                    <a:pt x="544" y="169"/>
                    <a:pt x="544" y="169"/>
                    <a:pt x="544" y="169"/>
                  </a:cubicBezTo>
                  <a:cubicBezTo>
                    <a:pt x="559" y="169"/>
                    <a:pt x="566" y="183"/>
                    <a:pt x="566" y="198"/>
                  </a:cubicBezTo>
                  <a:cubicBezTo>
                    <a:pt x="566" y="205"/>
                    <a:pt x="559" y="219"/>
                    <a:pt x="544" y="219"/>
                  </a:cubicBezTo>
                  <a:cubicBezTo>
                    <a:pt x="544" y="254"/>
                    <a:pt x="544" y="254"/>
                    <a:pt x="544" y="254"/>
                  </a:cubicBezTo>
                  <a:cubicBezTo>
                    <a:pt x="559" y="254"/>
                    <a:pt x="566" y="268"/>
                    <a:pt x="566" y="282"/>
                  </a:cubicBezTo>
                  <a:cubicBezTo>
                    <a:pt x="566" y="289"/>
                    <a:pt x="559" y="304"/>
                    <a:pt x="544" y="304"/>
                  </a:cubicBezTo>
                  <a:cubicBezTo>
                    <a:pt x="544" y="339"/>
                    <a:pt x="544" y="339"/>
                    <a:pt x="544" y="339"/>
                  </a:cubicBezTo>
                  <a:cubicBezTo>
                    <a:pt x="559" y="339"/>
                    <a:pt x="566" y="353"/>
                    <a:pt x="566" y="367"/>
                  </a:cubicBezTo>
                  <a:cubicBezTo>
                    <a:pt x="566" y="374"/>
                    <a:pt x="559" y="388"/>
                    <a:pt x="544" y="388"/>
                  </a:cubicBezTo>
                  <a:cubicBezTo>
                    <a:pt x="544" y="424"/>
                    <a:pt x="544" y="424"/>
                    <a:pt x="544" y="424"/>
                  </a:cubicBezTo>
                  <a:cubicBezTo>
                    <a:pt x="559" y="424"/>
                    <a:pt x="566" y="438"/>
                    <a:pt x="566" y="452"/>
                  </a:cubicBezTo>
                  <a:close/>
                  <a:moveTo>
                    <a:pt x="488" y="70"/>
                  </a:moveTo>
                  <a:lnTo>
                    <a:pt x="488" y="70"/>
                  </a:lnTo>
                  <a:cubicBezTo>
                    <a:pt x="78" y="70"/>
                    <a:pt x="78" y="70"/>
                    <a:pt x="78" y="70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488" y="487"/>
                    <a:pt x="488" y="487"/>
                    <a:pt x="488" y="487"/>
                  </a:cubicBezTo>
                  <a:lnTo>
                    <a:pt x="488" y="70"/>
                  </a:lnTo>
                  <a:close/>
                  <a:moveTo>
                    <a:pt x="248" y="374"/>
                  </a:moveTo>
                  <a:lnTo>
                    <a:pt x="248" y="374"/>
                  </a:lnTo>
                  <a:cubicBezTo>
                    <a:pt x="375" y="212"/>
                    <a:pt x="375" y="212"/>
                    <a:pt x="375" y="212"/>
                  </a:cubicBezTo>
                  <a:cubicBezTo>
                    <a:pt x="460" y="346"/>
                    <a:pt x="460" y="346"/>
                    <a:pt x="460" y="346"/>
                  </a:cubicBezTo>
                  <a:cubicBezTo>
                    <a:pt x="460" y="459"/>
                    <a:pt x="460" y="459"/>
                    <a:pt x="460" y="459"/>
                  </a:cubicBezTo>
                  <a:cubicBezTo>
                    <a:pt x="106" y="459"/>
                    <a:pt x="106" y="459"/>
                    <a:pt x="106" y="459"/>
                  </a:cubicBezTo>
                  <a:cubicBezTo>
                    <a:pt x="219" y="346"/>
                    <a:pt x="219" y="346"/>
                    <a:pt x="219" y="346"/>
                  </a:cubicBezTo>
                  <a:lnTo>
                    <a:pt x="248" y="374"/>
                  </a:lnTo>
                  <a:close/>
                  <a:moveTo>
                    <a:pt x="191" y="240"/>
                  </a:moveTo>
                  <a:lnTo>
                    <a:pt x="191" y="240"/>
                  </a:lnTo>
                  <a:cubicBezTo>
                    <a:pt x="156" y="240"/>
                    <a:pt x="135" y="219"/>
                    <a:pt x="135" y="183"/>
                  </a:cubicBezTo>
                  <a:cubicBezTo>
                    <a:pt x="135" y="155"/>
                    <a:pt x="156" y="127"/>
                    <a:pt x="191" y="127"/>
                  </a:cubicBezTo>
                  <a:cubicBezTo>
                    <a:pt x="219" y="127"/>
                    <a:pt x="248" y="155"/>
                    <a:pt x="248" y="183"/>
                  </a:cubicBezTo>
                  <a:cubicBezTo>
                    <a:pt x="248" y="219"/>
                    <a:pt x="219" y="240"/>
                    <a:pt x="191" y="2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4"/>
            <p:cNvSpPr/>
            <p:nvPr/>
          </p:nvSpPr>
          <p:spPr>
            <a:xfrm>
              <a:off x="2014538" y="1128713"/>
              <a:ext cx="204787" cy="203200"/>
            </a:xfrm>
            <a:custGeom>
              <a:rect b="b" l="l" r="r" t="t"/>
              <a:pathLst>
                <a:path extrusionOk="0" h="566" w="567">
                  <a:moveTo>
                    <a:pt x="566" y="452"/>
                  </a:moveTo>
                  <a:lnTo>
                    <a:pt x="566" y="452"/>
                  </a:lnTo>
                  <a:cubicBezTo>
                    <a:pt x="566" y="459"/>
                    <a:pt x="559" y="473"/>
                    <a:pt x="544" y="473"/>
                  </a:cubicBezTo>
                  <a:cubicBezTo>
                    <a:pt x="544" y="509"/>
                    <a:pt x="544" y="509"/>
                    <a:pt x="544" y="509"/>
                  </a:cubicBezTo>
                  <a:cubicBezTo>
                    <a:pt x="559" y="509"/>
                    <a:pt x="566" y="523"/>
                    <a:pt x="566" y="537"/>
                  </a:cubicBezTo>
                  <a:cubicBezTo>
                    <a:pt x="566" y="551"/>
                    <a:pt x="551" y="565"/>
                    <a:pt x="537" y="565"/>
                  </a:cubicBezTo>
                  <a:cubicBezTo>
                    <a:pt x="523" y="565"/>
                    <a:pt x="509" y="558"/>
                    <a:pt x="509" y="544"/>
                  </a:cubicBezTo>
                  <a:cubicBezTo>
                    <a:pt x="474" y="544"/>
                    <a:pt x="474" y="544"/>
                    <a:pt x="474" y="544"/>
                  </a:cubicBezTo>
                  <a:cubicBezTo>
                    <a:pt x="474" y="558"/>
                    <a:pt x="460" y="565"/>
                    <a:pt x="453" y="565"/>
                  </a:cubicBezTo>
                  <a:cubicBezTo>
                    <a:pt x="438" y="565"/>
                    <a:pt x="424" y="558"/>
                    <a:pt x="424" y="544"/>
                  </a:cubicBezTo>
                  <a:cubicBezTo>
                    <a:pt x="389" y="544"/>
                    <a:pt x="389" y="544"/>
                    <a:pt x="389" y="544"/>
                  </a:cubicBezTo>
                  <a:cubicBezTo>
                    <a:pt x="389" y="558"/>
                    <a:pt x="375" y="565"/>
                    <a:pt x="368" y="565"/>
                  </a:cubicBezTo>
                  <a:cubicBezTo>
                    <a:pt x="354" y="565"/>
                    <a:pt x="340" y="558"/>
                    <a:pt x="340" y="544"/>
                  </a:cubicBezTo>
                  <a:cubicBezTo>
                    <a:pt x="304" y="544"/>
                    <a:pt x="304" y="544"/>
                    <a:pt x="304" y="544"/>
                  </a:cubicBezTo>
                  <a:cubicBezTo>
                    <a:pt x="304" y="558"/>
                    <a:pt x="290" y="565"/>
                    <a:pt x="283" y="565"/>
                  </a:cubicBezTo>
                  <a:cubicBezTo>
                    <a:pt x="269" y="565"/>
                    <a:pt x="255" y="558"/>
                    <a:pt x="255" y="544"/>
                  </a:cubicBezTo>
                  <a:cubicBezTo>
                    <a:pt x="219" y="544"/>
                    <a:pt x="219" y="544"/>
                    <a:pt x="219" y="544"/>
                  </a:cubicBezTo>
                  <a:cubicBezTo>
                    <a:pt x="219" y="558"/>
                    <a:pt x="205" y="565"/>
                    <a:pt x="198" y="565"/>
                  </a:cubicBezTo>
                  <a:cubicBezTo>
                    <a:pt x="184" y="565"/>
                    <a:pt x="170" y="558"/>
                    <a:pt x="170" y="544"/>
                  </a:cubicBezTo>
                  <a:cubicBezTo>
                    <a:pt x="135" y="544"/>
                    <a:pt x="135" y="544"/>
                    <a:pt x="135" y="544"/>
                  </a:cubicBezTo>
                  <a:cubicBezTo>
                    <a:pt x="135" y="558"/>
                    <a:pt x="120" y="565"/>
                    <a:pt x="113" y="565"/>
                  </a:cubicBezTo>
                  <a:cubicBezTo>
                    <a:pt x="99" y="565"/>
                    <a:pt x="85" y="558"/>
                    <a:pt x="85" y="544"/>
                  </a:cubicBezTo>
                  <a:cubicBezTo>
                    <a:pt x="50" y="544"/>
                    <a:pt x="50" y="544"/>
                    <a:pt x="50" y="544"/>
                  </a:cubicBezTo>
                  <a:cubicBezTo>
                    <a:pt x="50" y="558"/>
                    <a:pt x="36" y="565"/>
                    <a:pt x="29" y="565"/>
                  </a:cubicBezTo>
                  <a:cubicBezTo>
                    <a:pt x="7" y="565"/>
                    <a:pt x="0" y="551"/>
                    <a:pt x="0" y="537"/>
                  </a:cubicBezTo>
                  <a:cubicBezTo>
                    <a:pt x="0" y="523"/>
                    <a:pt x="7" y="509"/>
                    <a:pt x="14" y="509"/>
                  </a:cubicBezTo>
                  <a:cubicBezTo>
                    <a:pt x="14" y="473"/>
                    <a:pt x="14" y="473"/>
                    <a:pt x="14" y="473"/>
                  </a:cubicBezTo>
                  <a:cubicBezTo>
                    <a:pt x="7" y="473"/>
                    <a:pt x="0" y="459"/>
                    <a:pt x="0" y="452"/>
                  </a:cubicBezTo>
                  <a:cubicBezTo>
                    <a:pt x="0" y="438"/>
                    <a:pt x="7" y="424"/>
                    <a:pt x="14" y="424"/>
                  </a:cubicBezTo>
                  <a:cubicBezTo>
                    <a:pt x="14" y="388"/>
                    <a:pt x="14" y="388"/>
                    <a:pt x="14" y="388"/>
                  </a:cubicBezTo>
                  <a:cubicBezTo>
                    <a:pt x="7" y="388"/>
                    <a:pt x="0" y="374"/>
                    <a:pt x="0" y="367"/>
                  </a:cubicBezTo>
                  <a:cubicBezTo>
                    <a:pt x="0" y="353"/>
                    <a:pt x="7" y="339"/>
                    <a:pt x="14" y="339"/>
                  </a:cubicBezTo>
                  <a:cubicBezTo>
                    <a:pt x="14" y="304"/>
                    <a:pt x="14" y="304"/>
                    <a:pt x="14" y="304"/>
                  </a:cubicBezTo>
                  <a:cubicBezTo>
                    <a:pt x="7" y="304"/>
                    <a:pt x="0" y="289"/>
                    <a:pt x="0" y="282"/>
                  </a:cubicBezTo>
                  <a:cubicBezTo>
                    <a:pt x="0" y="268"/>
                    <a:pt x="7" y="254"/>
                    <a:pt x="14" y="254"/>
                  </a:cubicBezTo>
                  <a:cubicBezTo>
                    <a:pt x="14" y="219"/>
                    <a:pt x="14" y="219"/>
                    <a:pt x="14" y="219"/>
                  </a:cubicBezTo>
                  <a:cubicBezTo>
                    <a:pt x="7" y="219"/>
                    <a:pt x="0" y="205"/>
                    <a:pt x="0" y="198"/>
                  </a:cubicBezTo>
                  <a:cubicBezTo>
                    <a:pt x="0" y="183"/>
                    <a:pt x="7" y="169"/>
                    <a:pt x="14" y="169"/>
                  </a:cubicBezTo>
                  <a:cubicBezTo>
                    <a:pt x="14" y="134"/>
                    <a:pt x="14" y="134"/>
                    <a:pt x="14" y="134"/>
                  </a:cubicBezTo>
                  <a:cubicBezTo>
                    <a:pt x="7" y="134"/>
                    <a:pt x="0" y="120"/>
                    <a:pt x="0" y="113"/>
                  </a:cubicBezTo>
                  <a:cubicBezTo>
                    <a:pt x="0" y="98"/>
                    <a:pt x="7" y="84"/>
                    <a:pt x="14" y="84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7" y="49"/>
                    <a:pt x="0" y="35"/>
                    <a:pt x="0" y="28"/>
                  </a:cubicBezTo>
                  <a:cubicBezTo>
                    <a:pt x="0" y="7"/>
                    <a:pt x="7" y="0"/>
                    <a:pt x="29" y="0"/>
                  </a:cubicBezTo>
                  <a:cubicBezTo>
                    <a:pt x="36" y="0"/>
                    <a:pt x="50" y="7"/>
                    <a:pt x="50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7"/>
                    <a:pt x="99" y="0"/>
                    <a:pt x="113" y="0"/>
                  </a:cubicBezTo>
                  <a:cubicBezTo>
                    <a:pt x="120" y="0"/>
                    <a:pt x="135" y="7"/>
                    <a:pt x="135" y="14"/>
                  </a:cubicBezTo>
                  <a:cubicBezTo>
                    <a:pt x="170" y="14"/>
                    <a:pt x="170" y="14"/>
                    <a:pt x="170" y="14"/>
                  </a:cubicBezTo>
                  <a:cubicBezTo>
                    <a:pt x="170" y="7"/>
                    <a:pt x="184" y="0"/>
                    <a:pt x="198" y="0"/>
                  </a:cubicBezTo>
                  <a:cubicBezTo>
                    <a:pt x="205" y="0"/>
                    <a:pt x="219" y="7"/>
                    <a:pt x="219" y="14"/>
                  </a:cubicBezTo>
                  <a:cubicBezTo>
                    <a:pt x="255" y="14"/>
                    <a:pt x="255" y="14"/>
                    <a:pt x="255" y="14"/>
                  </a:cubicBezTo>
                  <a:cubicBezTo>
                    <a:pt x="255" y="7"/>
                    <a:pt x="269" y="0"/>
                    <a:pt x="283" y="0"/>
                  </a:cubicBezTo>
                  <a:cubicBezTo>
                    <a:pt x="290" y="0"/>
                    <a:pt x="304" y="7"/>
                    <a:pt x="304" y="14"/>
                  </a:cubicBezTo>
                  <a:cubicBezTo>
                    <a:pt x="340" y="14"/>
                    <a:pt x="340" y="14"/>
                    <a:pt x="340" y="14"/>
                  </a:cubicBezTo>
                  <a:cubicBezTo>
                    <a:pt x="340" y="7"/>
                    <a:pt x="354" y="0"/>
                    <a:pt x="368" y="0"/>
                  </a:cubicBezTo>
                  <a:cubicBezTo>
                    <a:pt x="375" y="0"/>
                    <a:pt x="389" y="7"/>
                    <a:pt x="389" y="14"/>
                  </a:cubicBezTo>
                  <a:cubicBezTo>
                    <a:pt x="424" y="14"/>
                    <a:pt x="424" y="14"/>
                    <a:pt x="424" y="14"/>
                  </a:cubicBezTo>
                  <a:cubicBezTo>
                    <a:pt x="424" y="7"/>
                    <a:pt x="438" y="0"/>
                    <a:pt x="453" y="0"/>
                  </a:cubicBezTo>
                  <a:cubicBezTo>
                    <a:pt x="460" y="0"/>
                    <a:pt x="474" y="7"/>
                    <a:pt x="474" y="14"/>
                  </a:cubicBezTo>
                  <a:cubicBezTo>
                    <a:pt x="509" y="14"/>
                    <a:pt x="509" y="14"/>
                    <a:pt x="509" y="14"/>
                  </a:cubicBezTo>
                  <a:cubicBezTo>
                    <a:pt x="509" y="7"/>
                    <a:pt x="523" y="0"/>
                    <a:pt x="537" y="0"/>
                  </a:cubicBezTo>
                  <a:cubicBezTo>
                    <a:pt x="551" y="0"/>
                    <a:pt x="566" y="7"/>
                    <a:pt x="566" y="28"/>
                  </a:cubicBezTo>
                  <a:cubicBezTo>
                    <a:pt x="566" y="35"/>
                    <a:pt x="559" y="49"/>
                    <a:pt x="544" y="49"/>
                  </a:cubicBezTo>
                  <a:cubicBezTo>
                    <a:pt x="544" y="84"/>
                    <a:pt x="544" y="84"/>
                    <a:pt x="544" y="84"/>
                  </a:cubicBezTo>
                  <a:cubicBezTo>
                    <a:pt x="559" y="84"/>
                    <a:pt x="566" y="98"/>
                    <a:pt x="566" y="113"/>
                  </a:cubicBezTo>
                  <a:cubicBezTo>
                    <a:pt x="566" y="120"/>
                    <a:pt x="559" y="134"/>
                    <a:pt x="544" y="134"/>
                  </a:cubicBezTo>
                  <a:cubicBezTo>
                    <a:pt x="544" y="169"/>
                    <a:pt x="544" y="169"/>
                    <a:pt x="544" y="169"/>
                  </a:cubicBezTo>
                  <a:cubicBezTo>
                    <a:pt x="559" y="169"/>
                    <a:pt x="566" y="183"/>
                    <a:pt x="566" y="198"/>
                  </a:cubicBezTo>
                  <a:cubicBezTo>
                    <a:pt x="566" y="205"/>
                    <a:pt x="559" y="219"/>
                    <a:pt x="544" y="219"/>
                  </a:cubicBezTo>
                  <a:cubicBezTo>
                    <a:pt x="544" y="254"/>
                    <a:pt x="544" y="254"/>
                    <a:pt x="544" y="254"/>
                  </a:cubicBezTo>
                  <a:cubicBezTo>
                    <a:pt x="559" y="254"/>
                    <a:pt x="566" y="268"/>
                    <a:pt x="566" y="282"/>
                  </a:cubicBezTo>
                  <a:cubicBezTo>
                    <a:pt x="566" y="289"/>
                    <a:pt x="559" y="304"/>
                    <a:pt x="544" y="304"/>
                  </a:cubicBezTo>
                  <a:cubicBezTo>
                    <a:pt x="544" y="339"/>
                    <a:pt x="544" y="339"/>
                    <a:pt x="544" y="339"/>
                  </a:cubicBezTo>
                  <a:cubicBezTo>
                    <a:pt x="559" y="339"/>
                    <a:pt x="566" y="353"/>
                    <a:pt x="566" y="367"/>
                  </a:cubicBezTo>
                  <a:cubicBezTo>
                    <a:pt x="566" y="374"/>
                    <a:pt x="559" y="388"/>
                    <a:pt x="544" y="388"/>
                  </a:cubicBezTo>
                  <a:cubicBezTo>
                    <a:pt x="544" y="424"/>
                    <a:pt x="544" y="424"/>
                    <a:pt x="544" y="424"/>
                  </a:cubicBezTo>
                  <a:cubicBezTo>
                    <a:pt x="559" y="424"/>
                    <a:pt x="566" y="438"/>
                    <a:pt x="566" y="452"/>
                  </a:cubicBezTo>
                  <a:close/>
                  <a:moveTo>
                    <a:pt x="488" y="70"/>
                  </a:moveTo>
                  <a:lnTo>
                    <a:pt x="488" y="70"/>
                  </a:lnTo>
                  <a:cubicBezTo>
                    <a:pt x="71" y="70"/>
                    <a:pt x="71" y="70"/>
                    <a:pt x="71" y="70"/>
                  </a:cubicBezTo>
                  <a:cubicBezTo>
                    <a:pt x="71" y="487"/>
                    <a:pt x="71" y="487"/>
                    <a:pt x="71" y="487"/>
                  </a:cubicBezTo>
                  <a:cubicBezTo>
                    <a:pt x="488" y="487"/>
                    <a:pt x="488" y="487"/>
                    <a:pt x="488" y="487"/>
                  </a:cubicBezTo>
                  <a:lnTo>
                    <a:pt x="488" y="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4"/>
            <p:cNvSpPr/>
            <p:nvPr/>
          </p:nvSpPr>
          <p:spPr>
            <a:xfrm>
              <a:off x="6186488" y="741363"/>
              <a:ext cx="217487" cy="217487"/>
            </a:xfrm>
            <a:custGeom>
              <a:rect b="b" l="l" r="r" t="t"/>
              <a:pathLst>
                <a:path extrusionOk="0" h="602" w="602">
                  <a:moveTo>
                    <a:pt x="601" y="544"/>
                  </a:moveTo>
                  <a:lnTo>
                    <a:pt x="601" y="544"/>
                  </a:lnTo>
                  <a:cubicBezTo>
                    <a:pt x="601" y="573"/>
                    <a:pt x="573" y="601"/>
                    <a:pt x="544" y="601"/>
                  </a:cubicBezTo>
                  <a:cubicBezTo>
                    <a:pt x="530" y="601"/>
                    <a:pt x="516" y="594"/>
                    <a:pt x="502" y="587"/>
                  </a:cubicBezTo>
                  <a:cubicBezTo>
                    <a:pt x="339" y="417"/>
                    <a:pt x="339" y="417"/>
                    <a:pt x="339" y="417"/>
                  </a:cubicBezTo>
                  <a:cubicBezTo>
                    <a:pt x="304" y="438"/>
                    <a:pt x="269" y="453"/>
                    <a:pt x="226" y="453"/>
                  </a:cubicBezTo>
                  <a:cubicBezTo>
                    <a:pt x="99" y="453"/>
                    <a:pt x="0" y="347"/>
                    <a:pt x="0" y="226"/>
                  </a:cubicBezTo>
                  <a:cubicBezTo>
                    <a:pt x="0" y="99"/>
                    <a:pt x="99" y="0"/>
                    <a:pt x="226" y="0"/>
                  </a:cubicBezTo>
                  <a:cubicBezTo>
                    <a:pt x="346" y="0"/>
                    <a:pt x="452" y="99"/>
                    <a:pt x="452" y="226"/>
                  </a:cubicBezTo>
                  <a:cubicBezTo>
                    <a:pt x="452" y="269"/>
                    <a:pt x="438" y="304"/>
                    <a:pt x="417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594" y="516"/>
                    <a:pt x="601" y="530"/>
                    <a:pt x="601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27" y="57"/>
                    <a:pt x="57" y="127"/>
                    <a:pt x="57" y="226"/>
                  </a:cubicBezTo>
                  <a:cubicBezTo>
                    <a:pt x="57" y="318"/>
                    <a:pt x="127" y="396"/>
                    <a:pt x="226" y="396"/>
                  </a:cubicBezTo>
                  <a:cubicBezTo>
                    <a:pt x="318" y="396"/>
                    <a:pt x="396" y="318"/>
                    <a:pt x="396" y="226"/>
                  </a:cubicBezTo>
                  <a:cubicBezTo>
                    <a:pt x="396" y="127"/>
                    <a:pt x="318" y="57"/>
                    <a:pt x="226" y="57"/>
                  </a:cubicBezTo>
                  <a:close/>
                  <a:moveTo>
                    <a:pt x="318" y="255"/>
                  </a:moveTo>
                  <a:lnTo>
                    <a:pt x="318" y="255"/>
                  </a:lnTo>
                  <a:cubicBezTo>
                    <a:pt x="127" y="255"/>
                    <a:pt x="127" y="255"/>
                    <a:pt x="127" y="255"/>
                  </a:cubicBezTo>
                  <a:cubicBezTo>
                    <a:pt x="113" y="255"/>
                    <a:pt x="99" y="241"/>
                    <a:pt x="99" y="226"/>
                  </a:cubicBezTo>
                  <a:cubicBezTo>
                    <a:pt x="99" y="205"/>
                    <a:pt x="113" y="198"/>
                    <a:pt x="127" y="198"/>
                  </a:cubicBezTo>
                  <a:cubicBezTo>
                    <a:pt x="318" y="198"/>
                    <a:pt x="318" y="198"/>
                    <a:pt x="318" y="198"/>
                  </a:cubicBezTo>
                  <a:cubicBezTo>
                    <a:pt x="332" y="198"/>
                    <a:pt x="346" y="205"/>
                    <a:pt x="346" y="226"/>
                  </a:cubicBezTo>
                  <a:cubicBezTo>
                    <a:pt x="346" y="241"/>
                    <a:pt x="332" y="255"/>
                    <a:pt x="318" y="2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4"/>
            <p:cNvSpPr/>
            <p:nvPr/>
          </p:nvSpPr>
          <p:spPr>
            <a:xfrm>
              <a:off x="5803900" y="741363"/>
              <a:ext cx="219075" cy="217487"/>
            </a:xfrm>
            <a:custGeom>
              <a:rect b="b" l="l" r="r" t="t"/>
              <a:pathLst>
                <a:path extrusionOk="0" h="602" w="609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4"/>
            <p:cNvSpPr/>
            <p:nvPr/>
          </p:nvSpPr>
          <p:spPr>
            <a:xfrm>
              <a:off x="5426075" y="741363"/>
              <a:ext cx="217488" cy="217487"/>
            </a:xfrm>
            <a:custGeom>
              <a:rect b="b" l="l" r="r" t="t"/>
              <a:pathLst>
                <a:path extrusionOk="0" h="602" w="602">
                  <a:moveTo>
                    <a:pt x="586" y="502"/>
                  </a:moveTo>
                  <a:lnTo>
                    <a:pt x="586" y="502"/>
                  </a:lnTo>
                  <a:cubicBezTo>
                    <a:pt x="594" y="516"/>
                    <a:pt x="601" y="530"/>
                    <a:pt x="601" y="544"/>
                  </a:cubicBezTo>
                  <a:cubicBezTo>
                    <a:pt x="601" y="573"/>
                    <a:pt x="579" y="601"/>
                    <a:pt x="544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39" y="417"/>
                    <a:pt x="339" y="417"/>
                    <a:pt x="339" y="417"/>
                  </a:cubicBezTo>
                  <a:cubicBezTo>
                    <a:pt x="304" y="438"/>
                    <a:pt x="269" y="453"/>
                    <a:pt x="226" y="453"/>
                  </a:cubicBezTo>
                  <a:cubicBezTo>
                    <a:pt x="99" y="453"/>
                    <a:pt x="0" y="347"/>
                    <a:pt x="0" y="226"/>
                  </a:cubicBezTo>
                  <a:cubicBezTo>
                    <a:pt x="0" y="99"/>
                    <a:pt x="99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38" y="304"/>
                    <a:pt x="424" y="340"/>
                  </a:cubicBezTo>
                  <a:cubicBezTo>
                    <a:pt x="586" y="502"/>
                    <a:pt x="586" y="502"/>
                    <a:pt x="586" y="502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18" y="396"/>
                    <a:pt x="396" y="318"/>
                    <a:pt x="396" y="226"/>
                  </a:cubicBezTo>
                  <a:cubicBezTo>
                    <a:pt x="396" y="127"/>
                    <a:pt x="318" y="57"/>
                    <a:pt x="226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4"/>
            <p:cNvSpPr/>
            <p:nvPr/>
          </p:nvSpPr>
          <p:spPr>
            <a:xfrm>
              <a:off x="5046663" y="741363"/>
              <a:ext cx="215900" cy="217487"/>
            </a:xfrm>
            <a:custGeom>
              <a:rect b="b" l="l" r="r" t="t"/>
              <a:pathLst>
                <a:path extrusionOk="0" h="602" w="601">
                  <a:moveTo>
                    <a:pt x="297" y="601"/>
                  </a:moveTo>
                  <a:lnTo>
                    <a:pt x="297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0" y="135"/>
                    <a:pt x="600" y="297"/>
                  </a:cubicBezTo>
                  <a:cubicBezTo>
                    <a:pt x="600" y="467"/>
                    <a:pt x="466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2" y="57"/>
                    <a:pt x="56" y="163"/>
                    <a:pt x="56" y="297"/>
                  </a:cubicBezTo>
                  <a:cubicBezTo>
                    <a:pt x="56" y="431"/>
                    <a:pt x="162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8" y="318"/>
                  </a:moveTo>
                  <a:lnTo>
                    <a:pt x="438" y="318"/>
                  </a:lnTo>
                  <a:cubicBezTo>
                    <a:pt x="346" y="403"/>
                    <a:pt x="346" y="403"/>
                    <a:pt x="346" y="403"/>
                  </a:cubicBezTo>
                  <a:cubicBezTo>
                    <a:pt x="339" y="410"/>
                    <a:pt x="332" y="410"/>
                    <a:pt x="325" y="410"/>
                  </a:cubicBezTo>
                  <a:cubicBezTo>
                    <a:pt x="311" y="410"/>
                    <a:pt x="297" y="403"/>
                    <a:pt x="297" y="382"/>
                  </a:cubicBezTo>
                  <a:cubicBezTo>
                    <a:pt x="297" y="375"/>
                    <a:pt x="304" y="368"/>
                    <a:pt x="311" y="361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176" y="325"/>
                    <a:pt x="176" y="325"/>
                    <a:pt x="176" y="325"/>
                  </a:cubicBezTo>
                  <a:cubicBezTo>
                    <a:pt x="162" y="325"/>
                    <a:pt x="148" y="318"/>
                    <a:pt x="148" y="297"/>
                  </a:cubicBezTo>
                  <a:cubicBezTo>
                    <a:pt x="148" y="283"/>
                    <a:pt x="162" y="269"/>
                    <a:pt x="176" y="269"/>
                  </a:cubicBezTo>
                  <a:cubicBezTo>
                    <a:pt x="346" y="269"/>
                    <a:pt x="346" y="269"/>
                    <a:pt x="346" y="269"/>
                  </a:cubicBezTo>
                  <a:cubicBezTo>
                    <a:pt x="311" y="234"/>
                    <a:pt x="311" y="234"/>
                    <a:pt x="311" y="234"/>
                  </a:cubicBezTo>
                  <a:cubicBezTo>
                    <a:pt x="304" y="234"/>
                    <a:pt x="297" y="226"/>
                    <a:pt x="297" y="212"/>
                  </a:cubicBezTo>
                  <a:cubicBezTo>
                    <a:pt x="297" y="198"/>
                    <a:pt x="311" y="184"/>
                    <a:pt x="325" y="184"/>
                  </a:cubicBezTo>
                  <a:cubicBezTo>
                    <a:pt x="332" y="184"/>
                    <a:pt x="339" y="191"/>
                    <a:pt x="346" y="191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45" y="283"/>
                    <a:pt x="452" y="290"/>
                    <a:pt x="452" y="297"/>
                  </a:cubicBezTo>
                  <a:cubicBezTo>
                    <a:pt x="452" y="311"/>
                    <a:pt x="445" y="318"/>
                    <a:pt x="438" y="3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4"/>
            <p:cNvSpPr/>
            <p:nvPr/>
          </p:nvSpPr>
          <p:spPr>
            <a:xfrm>
              <a:off x="4665663" y="741363"/>
              <a:ext cx="219075" cy="217487"/>
            </a:xfrm>
            <a:custGeom>
              <a:rect b="b" l="l" r="r" t="t"/>
              <a:pathLst>
                <a:path extrusionOk="0" h="602" w="608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73" y="0"/>
                    <a:pt x="607" y="135"/>
                    <a:pt x="607" y="297"/>
                  </a:cubicBezTo>
                  <a:cubicBezTo>
                    <a:pt x="607" y="467"/>
                    <a:pt x="473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69" y="57"/>
                    <a:pt x="56" y="163"/>
                    <a:pt x="56" y="297"/>
                  </a:cubicBezTo>
                  <a:cubicBezTo>
                    <a:pt x="56" y="431"/>
                    <a:pt x="169" y="544"/>
                    <a:pt x="304" y="544"/>
                  </a:cubicBezTo>
                  <a:cubicBezTo>
                    <a:pt x="438" y="544"/>
                    <a:pt x="551" y="431"/>
                    <a:pt x="551" y="297"/>
                  </a:cubicBezTo>
                  <a:cubicBezTo>
                    <a:pt x="551" y="163"/>
                    <a:pt x="438" y="57"/>
                    <a:pt x="304" y="57"/>
                  </a:cubicBezTo>
                  <a:close/>
                  <a:moveTo>
                    <a:pt x="424" y="325"/>
                  </a:moveTo>
                  <a:lnTo>
                    <a:pt x="424" y="325"/>
                  </a:lnTo>
                  <a:cubicBezTo>
                    <a:pt x="254" y="325"/>
                    <a:pt x="254" y="325"/>
                    <a:pt x="254" y="325"/>
                  </a:cubicBezTo>
                  <a:cubicBezTo>
                    <a:pt x="297" y="361"/>
                    <a:pt x="297" y="361"/>
                    <a:pt x="297" y="361"/>
                  </a:cubicBezTo>
                  <a:cubicBezTo>
                    <a:pt x="297" y="368"/>
                    <a:pt x="304" y="375"/>
                    <a:pt x="304" y="382"/>
                  </a:cubicBezTo>
                  <a:cubicBezTo>
                    <a:pt x="304" y="403"/>
                    <a:pt x="290" y="410"/>
                    <a:pt x="275" y="410"/>
                  </a:cubicBezTo>
                  <a:cubicBezTo>
                    <a:pt x="268" y="410"/>
                    <a:pt x="261" y="410"/>
                    <a:pt x="254" y="403"/>
                  </a:cubicBezTo>
                  <a:cubicBezTo>
                    <a:pt x="162" y="318"/>
                    <a:pt x="162" y="318"/>
                    <a:pt x="162" y="318"/>
                  </a:cubicBezTo>
                  <a:cubicBezTo>
                    <a:pt x="155" y="318"/>
                    <a:pt x="155" y="311"/>
                    <a:pt x="155" y="297"/>
                  </a:cubicBezTo>
                  <a:cubicBezTo>
                    <a:pt x="155" y="290"/>
                    <a:pt x="155" y="283"/>
                    <a:pt x="162" y="276"/>
                  </a:cubicBezTo>
                  <a:cubicBezTo>
                    <a:pt x="254" y="191"/>
                    <a:pt x="254" y="191"/>
                    <a:pt x="254" y="191"/>
                  </a:cubicBezTo>
                  <a:cubicBezTo>
                    <a:pt x="261" y="191"/>
                    <a:pt x="268" y="184"/>
                    <a:pt x="275" y="184"/>
                  </a:cubicBezTo>
                  <a:cubicBezTo>
                    <a:pt x="290" y="184"/>
                    <a:pt x="304" y="198"/>
                    <a:pt x="304" y="212"/>
                  </a:cubicBezTo>
                  <a:cubicBezTo>
                    <a:pt x="304" y="226"/>
                    <a:pt x="297" y="234"/>
                    <a:pt x="297" y="234"/>
                  </a:cubicBezTo>
                  <a:cubicBezTo>
                    <a:pt x="254" y="269"/>
                    <a:pt x="254" y="269"/>
                    <a:pt x="254" y="269"/>
                  </a:cubicBezTo>
                  <a:cubicBezTo>
                    <a:pt x="424" y="269"/>
                    <a:pt x="424" y="269"/>
                    <a:pt x="424" y="269"/>
                  </a:cubicBezTo>
                  <a:cubicBezTo>
                    <a:pt x="445" y="269"/>
                    <a:pt x="452" y="283"/>
                    <a:pt x="452" y="297"/>
                  </a:cubicBezTo>
                  <a:cubicBezTo>
                    <a:pt x="452" y="318"/>
                    <a:pt x="445" y="325"/>
                    <a:pt x="424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4"/>
            <p:cNvSpPr/>
            <p:nvPr/>
          </p:nvSpPr>
          <p:spPr>
            <a:xfrm>
              <a:off x="4286250" y="741363"/>
              <a:ext cx="215900" cy="217487"/>
            </a:xfrm>
            <a:custGeom>
              <a:rect b="b" l="l" r="r" t="t"/>
              <a:pathLst>
                <a:path extrusionOk="0" h="602" w="601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66" y="0"/>
                    <a:pt x="600" y="135"/>
                    <a:pt x="600" y="297"/>
                  </a:cubicBezTo>
                  <a:cubicBezTo>
                    <a:pt x="600" y="467"/>
                    <a:pt x="466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69" y="57"/>
                    <a:pt x="56" y="163"/>
                    <a:pt x="56" y="297"/>
                  </a:cubicBezTo>
                  <a:cubicBezTo>
                    <a:pt x="56" y="431"/>
                    <a:pt x="169" y="544"/>
                    <a:pt x="304" y="544"/>
                  </a:cubicBezTo>
                  <a:cubicBezTo>
                    <a:pt x="438" y="544"/>
                    <a:pt x="544" y="431"/>
                    <a:pt x="544" y="297"/>
                  </a:cubicBezTo>
                  <a:cubicBezTo>
                    <a:pt x="544" y="163"/>
                    <a:pt x="438" y="57"/>
                    <a:pt x="304" y="57"/>
                  </a:cubicBezTo>
                  <a:close/>
                  <a:moveTo>
                    <a:pt x="388" y="297"/>
                  </a:moveTo>
                  <a:lnTo>
                    <a:pt x="388" y="297"/>
                  </a:lnTo>
                  <a:cubicBezTo>
                    <a:pt x="374" y="297"/>
                    <a:pt x="367" y="297"/>
                    <a:pt x="367" y="290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2" y="424"/>
                    <a:pt x="332" y="424"/>
                    <a:pt x="332" y="424"/>
                  </a:cubicBezTo>
                  <a:cubicBezTo>
                    <a:pt x="332" y="438"/>
                    <a:pt x="318" y="453"/>
                    <a:pt x="304" y="453"/>
                  </a:cubicBezTo>
                  <a:cubicBezTo>
                    <a:pt x="282" y="453"/>
                    <a:pt x="275" y="438"/>
                    <a:pt x="275" y="424"/>
                  </a:cubicBezTo>
                  <a:cubicBezTo>
                    <a:pt x="275" y="248"/>
                    <a:pt x="275" y="248"/>
                    <a:pt x="275" y="248"/>
                  </a:cubicBezTo>
                  <a:cubicBezTo>
                    <a:pt x="240" y="290"/>
                    <a:pt x="240" y="290"/>
                    <a:pt x="240" y="290"/>
                  </a:cubicBezTo>
                  <a:cubicBezTo>
                    <a:pt x="233" y="297"/>
                    <a:pt x="226" y="297"/>
                    <a:pt x="219" y="297"/>
                  </a:cubicBezTo>
                  <a:cubicBezTo>
                    <a:pt x="197" y="297"/>
                    <a:pt x="190" y="290"/>
                    <a:pt x="190" y="269"/>
                  </a:cubicBezTo>
                  <a:cubicBezTo>
                    <a:pt x="190" y="262"/>
                    <a:pt x="190" y="255"/>
                    <a:pt x="197" y="255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9" y="149"/>
                    <a:pt x="304" y="149"/>
                  </a:cubicBezTo>
                  <a:cubicBezTo>
                    <a:pt x="311" y="149"/>
                    <a:pt x="318" y="156"/>
                    <a:pt x="325" y="156"/>
                  </a:cubicBezTo>
                  <a:cubicBezTo>
                    <a:pt x="410" y="255"/>
                    <a:pt x="410" y="255"/>
                    <a:pt x="410" y="255"/>
                  </a:cubicBezTo>
                  <a:cubicBezTo>
                    <a:pt x="410" y="255"/>
                    <a:pt x="417" y="262"/>
                    <a:pt x="417" y="269"/>
                  </a:cubicBezTo>
                  <a:cubicBezTo>
                    <a:pt x="417" y="290"/>
                    <a:pt x="402" y="297"/>
                    <a:pt x="388" y="2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4"/>
            <p:cNvSpPr/>
            <p:nvPr/>
          </p:nvSpPr>
          <p:spPr>
            <a:xfrm>
              <a:off x="3906838" y="741363"/>
              <a:ext cx="215900" cy="217487"/>
            </a:xfrm>
            <a:custGeom>
              <a:rect b="b" l="l" r="r" t="t"/>
              <a:pathLst>
                <a:path extrusionOk="0" h="602" w="601">
                  <a:moveTo>
                    <a:pt x="296" y="601"/>
                  </a:moveTo>
                  <a:lnTo>
                    <a:pt x="296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296" y="0"/>
                  </a:cubicBezTo>
                  <a:cubicBezTo>
                    <a:pt x="466" y="0"/>
                    <a:pt x="600" y="135"/>
                    <a:pt x="600" y="297"/>
                  </a:cubicBezTo>
                  <a:cubicBezTo>
                    <a:pt x="600" y="467"/>
                    <a:pt x="466" y="601"/>
                    <a:pt x="296" y="601"/>
                  </a:cubicBezTo>
                  <a:close/>
                  <a:moveTo>
                    <a:pt x="296" y="57"/>
                  </a:moveTo>
                  <a:lnTo>
                    <a:pt x="296" y="57"/>
                  </a:lnTo>
                  <a:cubicBezTo>
                    <a:pt x="162" y="57"/>
                    <a:pt x="56" y="163"/>
                    <a:pt x="56" y="297"/>
                  </a:cubicBezTo>
                  <a:cubicBezTo>
                    <a:pt x="56" y="431"/>
                    <a:pt x="162" y="544"/>
                    <a:pt x="296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6" y="57"/>
                  </a:cubicBezTo>
                  <a:close/>
                  <a:moveTo>
                    <a:pt x="402" y="347"/>
                  </a:moveTo>
                  <a:lnTo>
                    <a:pt x="402" y="347"/>
                  </a:lnTo>
                  <a:cubicBezTo>
                    <a:pt x="318" y="438"/>
                    <a:pt x="318" y="438"/>
                    <a:pt x="318" y="438"/>
                  </a:cubicBezTo>
                  <a:cubicBezTo>
                    <a:pt x="318" y="446"/>
                    <a:pt x="311" y="453"/>
                    <a:pt x="296" y="453"/>
                  </a:cubicBezTo>
                  <a:cubicBezTo>
                    <a:pt x="289" y="453"/>
                    <a:pt x="282" y="446"/>
                    <a:pt x="275" y="438"/>
                  </a:cubicBezTo>
                  <a:cubicBezTo>
                    <a:pt x="190" y="347"/>
                    <a:pt x="190" y="347"/>
                    <a:pt x="190" y="347"/>
                  </a:cubicBezTo>
                  <a:cubicBezTo>
                    <a:pt x="190" y="340"/>
                    <a:pt x="183" y="333"/>
                    <a:pt x="183" y="325"/>
                  </a:cubicBezTo>
                  <a:cubicBezTo>
                    <a:pt x="183" y="311"/>
                    <a:pt x="197" y="297"/>
                    <a:pt x="211" y="297"/>
                  </a:cubicBezTo>
                  <a:cubicBezTo>
                    <a:pt x="226" y="297"/>
                    <a:pt x="233" y="304"/>
                    <a:pt x="233" y="311"/>
                  </a:cubicBezTo>
                  <a:cubicBezTo>
                    <a:pt x="268" y="347"/>
                    <a:pt x="268" y="347"/>
                    <a:pt x="268" y="34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63"/>
                    <a:pt x="282" y="149"/>
                    <a:pt x="296" y="149"/>
                  </a:cubicBezTo>
                  <a:cubicBezTo>
                    <a:pt x="318" y="149"/>
                    <a:pt x="325" y="163"/>
                    <a:pt x="325" y="177"/>
                  </a:cubicBezTo>
                  <a:cubicBezTo>
                    <a:pt x="325" y="347"/>
                    <a:pt x="325" y="347"/>
                    <a:pt x="325" y="347"/>
                  </a:cubicBezTo>
                  <a:cubicBezTo>
                    <a:pt x="360" y="311"/>
                    <a:pt x="360" y="311"/>
                    <a:pt x="360" y="311"/>
                  </a:cubicBezTo>
                  <a:cubicBezTo>
                    <a:pt x="367" y="304"/>
                    <a:pt x="374" y="297"/>
                    <a:pt x="381" y="297"/>
                  </a:cubicBezTo>
                  <a:cubicBezTo>
                    <a:pt x="402" y="297"/>
                    <a:pt x="409" y="311"/>
                    <a:pt x="409" y="325"/>
                  </a:cubicBezTo>
                  <a:cubicBezTo>
                    <a:pt x="409" y="333"/>
                    <a:pt x="409" y="340"/>
                    <a:pt x="402" y="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4"/>
            <p:cNvSpPr/>
            <p:nvPr/>
          </p:nvSpPr>
          <p:spPr>
            <a:xfrm>
              <a:off x="3525838" y="741363"/>
              <a:ext cx="219075" cy="217487"/>
            </a:xfrm>
            <a:custGeom>
              <a:rect b="b" l="l" r="r" t="t"/>
              <a:pathLst>
                <a:path extrusionOk="0" h="602" w="609">
                  <a:moveTo>
                    <a:pt x="304" y="601"/>
                  </a:moveTo>
                  <a:lnTo>
                    <a:pt x="304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304" y="0"/>
                  </a:cubicBezTo>
                  <a:cubicBezTo>
                    <a:pt x="474" y="0"/>
                    <a:pt x="608" y="135"/>
                    <a:pt x="608" y="297"/>
                  </a:cubicBezTo>
                  <a:cubicBezTo>
                    <a:pt x="608" y="467"/>
                    <a:pt x="474" y="601"/>
                    <a:pt x="304" y="601"/>
                  </a:cubicBezTo>
                  <a:close/>
                  <a:moveTo>
                    <a:pt x="57" y="297"/>
                  </a:moveTo>
                  <a:lnTo>
                    <a:pt x="57" y="297"/>
                  </a:lnTo>
                  <a:cubicBezTo>
                    <a:pt x="57" y="431"/>
                    <a:pt x="170" y="544"/>
                    <a:pt x="304" y="544"/>
                  </a:cubicBezTo>
                  <a:cubicBezTo>
                    <a:pt x="361" y="544"/>
                    <a:pt x="417" y="523"/>
                    <a:pt x="460" y="488"/>
                  </a:cubicBezTo>
                  <a:cubicBezTo>
                    <a:pt x="113" y="149"/>
                    <a:pt x="113" y="149"/>
                    <a:pt x="113" y="149"/>
                  </a:cubicBezTo>
                  <a:cubicBezTo>
                    <a:pt x="78" y="191"/>
                    <a:pt x="57" y="241"/>
                    <a:pt x="57" y="297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248" y="57"/>
                    <a:pt x="191" y="71"/>
                    <a:pt x="149" y="106"/>
                  </a:cubicBezTo>
                  <a:cubicBezTo>
                    <a:pt x="495" y="453"/>
                    <a:pt x="495" y="453"/>
                    <a:pt x="495" y="453"/>
                  </a:cubicBezTo>
                  <a:cubicBezTo>
                    <a:pt x="530" y="410"/>
                    <a:pt x="552" y="354"/>
                    <a:pt x="552" y="297"/>
                  </a:cubicBezTo>
                  <a:cubicBezTo>
                    <a:pt x="552" y="163"/>
                    <a:pt x="439" y="57"/>
                    <a:pt x="304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4"/>
            <p:cNvSpPr/>
            <p:nvPr/>
          </p:nvSpPr>
          <p:spPr>
            <a:xfrm>
              <a:off x="3146425" y="741363"/>
              <a:ext cx="217488" cy="217487"/>
            </a:xfrm>
            <a:custGeom>
              <a:rect b="b" l="l" r="r" t="t"/>
              <a:pathLst>
                <a:path extrusionOk="0" h="602" w="602">
                  <a:moveTo>
                    <a:pt x="304" y="601"/>
                  </a:moveTo>
                  <a:lnTo>
                    <a:pt x="304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304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63"/>
                    <a:pt x="57" y="297"/>
                  </a:cubicBezTo>
                  <a:cubicBezTo>
                    <a:pt x="57" y="431"/>
                    <a:pt x="170" y="544"/>
                    <a:pt x="304" y="544"/>
                  </a:cubicBezTo>
                  <a:cubicBezTo>
                    <a:pt x="439" y="544"/>
                    <a:pt x="544" y="431"/>
                    <a:pt x="544" y="297"/>
                  </a:cubicBezTo>
                  <a:cubicBezTo>
                    <a:pt x="544" y="163"/>
                    <a:pt x="439" y="57"/>
                    <a:pt x="304" y="57"/>
                  </a:cubicBezTo>
                  <a:close/>
                  <a:moveTo>
                    <a:pt x="403" y="431"/>
                  </a:moveTo>
                  <a:lnTo>
                    <a:pt x="403" y="431"/>
                  </a:lnTo>
                  <a:cubicBezTo>
                    <a:pt x="396" y="431"/>
                    <a:pt x="389" y="431"/>
                    <a:pt x="389" y="424"/>
                  </a:cubicBezTo>
                  <a:cubicBezTo>
                    <a:pt x="304" y="340"/>
                    <a:pt x="304" y="340"/>
                    <a:pt x="304" y="340"/>
                  </a:cubicBezTo>
                  <a:cubicBezTo>
                    <a:pt x="219" y="424"/>
                    <a:pt x="219" y="424"/>
                    <a:pt x="219" y="424"/>
                  </a:cubicBezTo>
                  <a:cubicBezTo>
                    <a:pt x="212" y="431"/>
                    <a:pt x="205" y="431"/>
                    <a:pt x="198" y="431"/>
                  </a:cubicBezTo>
                  <a:cubicBezTo>
                    <a:pt x="184" y="431"/>
                    <a:pt x="170" y="417"/>
                    <a:pt x="170" y="403"/>
                  </a:cubicBezTo>
                  <a:cubicBezTo>
                    <a:pt x="170" y="396"/>
                    <a:pt x="170" y="389"/>
                    <a:pt x="177" y="382"/>
                  </a:cubicBezTo>
                  <a:cubicBezTo>
                    <a:pt x="262" y="297"/>
                    <a:pt x="262" y="297"/>
                    <a:pt x="262" y="297"/>
                  </a:cubicBezTo>
                  <a:cubicBezTo>
                    <a:pt x="177" y="212"/>
                    <a:pt x="177" y="212"/>
                    <a:pt x="177" y="212"/>
                  </a:cubicBezTo>
                  <a:cubicBezTo>
                    <a:pt x="170" y="212"/>
                    <a:pt x="170" y="205"/>
                    <a:pt x="170" y="198"/>
                  </a:cubicBezTo>
                  <a:cubicBezTo>
                    <a:pt x="170" y="177"/>
                    <a:pt x="184" y="170"/>
                    <a:pt x="198" y="170"/>
                  </a:cubicBezTo>
                  <a:cubicBezTo>
                    <a:pt x="205" y="170"/>
                    <a:pt x="212" y="170"/>
                    <a:pt x="219" y="177"/>
                  </a:cubicBezTo>
                  <a:cubicBezTo>
                    <a:pt x="304" y="262"/>
                    <a:pt x="304" y="262"/>
                    <a:pt x="304" y="262"/>
                  </a:cubicBezTo>
                  <a:cubicBezTo>
                    <a:pt x="389" y="177"/>
                    <a:pt x="389" y="177"/>
                    <a:pt x="389" y="177"/>
                  </a:cubicBezTo>
                  <a:cubicBezTo>
                    <a:pt x="389" y="170"/>
                    <a:pt x="396" y="170"/>
                    <a:pt x="403" y="170"/>
                  </a:cubicBezTo>
                  <a:cubicBezTo>
                    <a:pt x="424" y="170"/>
                    <a:pt x="431" y="177"/>
                    <a:pt x="431" y="198"/>
                  </a:cubicBezTo>
                  <a:cubicBezTo>
                    <a:pt x="431" y="205"/>
                    <a:pt x="431" y="212"/>
                    <a:pt x="424" y="212"/>
                  </a:cubicBezTo>
                  <a:cubicBezTo>
                    <a:pt x="340" y="297"/>
                    <a:pt x="340" y="297"/>
                    <a:pt x="340" y="297"/>
                  </a:cubicBezTo>
                  <a:cubicBezTo>
                    <a:pt x="424" y="382"/>
                    <a:pt x="424" y="382"/>
                    <a:pt x="424" y="382"/>
                  </a:cubicBezTo>
                  <a:cubicBezTo>
                    <a:pt x="431" y="389"/>
                    <a:pt x="431" y="396"/>
                    <a:pt x="431" y="403"/>
                  </a:cubicBezTo>
                  <a:cubicBezTo>
                    <a:pt x="431" y="417"/>
                    <a:pt x="424" y="431"/>
                    <a:pt x="403" y="4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4"/>
            <p:cNvSpPr/>
            <p:nvPr/>
          </p:nvSpPr>
          <p:spPr>
            <a:xfrm>
              <a:off x="2767013" y="741363"/>
              <a:ext cx="217487" cy="217487"/>
            </a:xfrm>
            <a:custGeom>
              <a:rect b="b" l="l" r="r" t="t"/>
              <a:pathLst>
                <a:path extrusionOk="0" h="602" w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297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63"/>
                    <a:pt x="57" y="297"/>
                  </a:cubicBezTo>
                  <a:cubicBezTo>
                    <a:pt x="57" y="431"/>
                    <a:pt x="163" y="544"/>
                    <a:pt x="297" y="544"/>
                  </a:cubicBezTo>
                  <a:cubicBezTo>
                    <a:pt x="431" y="544"/>
                    <a:pt x="544" y="431"/>
                    <a:pt x="544" y="297"/>
                  </a:cubicBezTo>
                  <a:cubicBezTo>
                    <a:pt x="544" y="163"/>
                    <a:pt x="431" y="57"/>
                    <a:pt x="297" y="57"/>
                  </a:cubicBezTo>
                  <a:close/>
                  <a:moveTo>
                    <a:pt x="431" y="241"/>
                  </a:moveTo>
                  <a:lnTo>
                    <a:pt x="431" y="241"/>
                  </a:lnTo>
                  <a:cubicBezTo>
                    <a:pt x="283" y="396"/>
                    <a:pt x="283" y="396"/>
                    <a:pt x="283" y="396"/>
                  </a:cubicBezTo>
                  <a:cubicBezTo>
                    <a:pt x="276" y="403"/>
                    <a:pt x="269" y="403"/>
                    <a:pt x="262" y="403"/>
                  </a:cubicBezTo>
                  <a:cubicBezTo>
                    <a:pt x="255" y="403"/>
                    <a:pt x="248" y="403"/>
                    <a:pt x="240" y="396"/>
                  </a:cubicBezTo>
                  <a:cubicBezTo>
                    <a:pt x="156" y="311"/>
                    <a:pt x="156" y="311"/>
                    <a:pt x="156" y="311"/>
                  </a:cubicBezTo>
                  <a:cubicBezTo>
                    <a:pt x="149" y="304"/>
                    <a:pt x="149" y="297"/>
                    <a:pt x="149" y="290"/>
                  </a:cubicBezTo>
                  <a:cubicBezTo>
                    <a:pt x="149" y="276"/>
                    <a:pt x="163" y="262"/>
                    <a:pt x="177" y="262"/>
                  </a:cubicBezTo>
                  <a:cubicBezTo>
                    <a:pt x="184" y="262"/>
                    <a:pt x="191" y="262"/>
                    <a:pt x="198" y="269"/>
                  </a:cubicBezTo>
                  <a:cubicBezTo>
                    <a:pt x="262" y="333"/>
                    <a:pt x="262" y="333"/>
                    <a:pt x="262" y="333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396" y="198"/>
                    <a:pt x="403" y="198"/>
                    <a:pt x="410" y="198"/>
                  </a:cubicBezTo>
                  <a:cubicBezTo>
                    <a:pt x="431" y="198"/>
                    <a:pt x="438" y="205"/>
                    <a:pt x="438" y="226"/>
                  </a:cubicBezTo>
                  <a:cubicBezTo>
                    <a:pt x="438" y="234"/>
                    <a:pt x="438" y="241"/>
                    <a:pt x="431" y="241"/>
                  </a:cubicBezTo>
                  <a:close/>
                  <a:moveTo>
                    <a:pt x="431" y="198"/>
                  </a:moveTo>
                  <a:lnTo>
                    <a:pt x="431" y="198"/>
                  </a:lnTo>
                  <a:close/>
                  <a:moveTo>
                    <a:pt x="198" y="431"/>
                  </a:moveTo>
                  <a:lnTo>
                    <a:pt x="198" y="431"/>
                  </a:lnTo>
                  <a:close/>
                  <a:moveTo>
                    <a:pt x="403" y="431"/>
                  </a:moveTo>
                  <a:lnTo>
                    <a:pt x="403" y="431"/>
                  </a:lnTo>
                  <a:close/>
                  <a:moveTo>
                    <a:pt x="431" y="403"/>
                  </a:moveTo>
                  <a:lnTo>
                    <a:pt x="431" y="4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4"/>
            <p:cNvSpPr/>
            <p:nvPr/>
          </p:nvSpPr>
          <p:spPr>
            <a:xfrm>
              <a:off x="2386013" y="741363"/>
              <a:ext cx="219075" cy="217487"/>
            </a:xfrm>
            <a:custGeom>
              <a:rect b="b" l="l" r="r" t="t"/>
              <a:pathLst>
                <a:path extrusionOk="0" h="602" w="609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74" y="0"/>
                    <a:pt x="608" y="135"/>
                    <a:pt x="608" y="297"/>
                  </a:cubicBezTo>
                  <a:cubicBezTo>
                    <a:pt x="608" y="467"/>
                    <a:pt x="474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63"/>
                    <a:pt x="57" y="297"/>
                  </a:cubicBezTo>
                  <a:cubicBezTo>
                    <a:pt x="57" y="431"/>
                    <a:pt x="170" y="544"/>
                    <a:pt x="304" y="544"/>
                  </a:cubicBezTo>
                  <a:cubicBezTo>
                    <a:pt x="438" y="544"/>
                    <a:pt x="551" y="431"/>
                    <a:pt x="551" y="297"/>
                  </a:cubicBezTo>
                  <a:cubicBezTo>
                    <a:pt x="551" y="163"/>
                    <a:pt x="438" y="57"/>
                    <a:pt x="304" y="57"/>
                  </a:cubicBezTo>
                  <a:close/>
                  <a:moveTo>
                    <a:pt x="424" y="325"/>
                  </a:moveTo>
                  <a:lnTo>
                    <a:pt x="424" y="325"/>
                  </a:lnTo>
                  <a:cubicBezTo>
                    <a:pt x="368" y="325"/>
                    <a:pt x="368" y="325"/>
                    <a:pt x="368" y="325"/>
                  </a:cubicBezTo>
                  <a:cubicBezTo>
                    <a:pt x="332" y="325"/>
                    <a:pt x="332" y="325"/>
                    <a:pt x="332" y="325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240" y="325"/>
                    <a:pt x="240" y="325"/>
                    <a:pt x="240" y="325"/>
                  </a:cubicBezTo>
                  <a:cubicBezTo>
                    <a:pt x="184" y="325"/>
                    <a:pt x="184" y="325"/>
                    <a:pt x="184" y="325"/>
                  </a:cubicBezTo>
                  <a:cubicBezTo>
                    <a:pt x="163" y="325"/>
                    <a:pt x="156" y="318"/>
                    <a:pt x="156" y="297"/>
                  </a:cubicBezTo>
                  <a:cubicBezTo>
                    <a:pt x="156" y="283"/>
                    <a:pt x="163" y="269"/>
                    <a:pt x="184" y="269"/>
                  </a:cubicBezTo>
                  <a:cubicBezTo>
                    <a:pt x="247" y="269"/>
                    <a:pt x="247" y="269"/>
                    <a:pt x="247" y="269"/>
                  </a:cubicBezTo>
                  <a:cubicBezTo>
                    <a:pt x="276" y="269"/>
                    <a:pt x="276" y="269"/>
                    <a:pt x="276" y="269"/>
                  </a:cubicBezTo>
                  <a:cubicBezTo>
                    <a:pt x="332" y="269"/>
                    <a:pt x="332" y="269"/>
                    <a:pt x="332" y="269"/>
                  </a:cubicBezTo>
                  <a:cubicBezTo>
                    <a:pt x="368" y="269"/>
                    <a:pt x="368" y="269"/>
                    <a:pt x="368" y="269"/>
                  </a:cubicBezTo>
                  <a:cubicBezTo>
                    <a:pt x="424" y="269"/>
                    <a:pt x="424" y="269"/>
                    <a:pt x="424" y="269"/>
                  </a:cubicBezTo>
                  <a:cubicBezTo>
                    <a:pt x="445" y="269"/>
                    <a:pt x="452" y="283"/>
                    <a:pt x="452" y="297"/>
                  </a:cubicBezTo>
                  <a:cubicBezTo>
                    <a:pt x="452" y="318"/>
                    <a:pt x="445" y="325"/>
                    <a:pt x="424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4"/>
            <p:cNvSpPr/>
            <p:nvPr/>
          </p:nvSpPr>
          <p:spPr>
            <a:xfrm>
              <a:off x="2006600" y="741363"/>
              <a:ext cx="217488" cy="217487"/>
            </a:xfrm>
            <a:custGeom>
              <a:rect b="b" l="l" r="r" t="t"/>
              <a:pathLst>
                <a:path extrusionOk="0" h="602" w="602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297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67" y="0"/>
                    <a:pt x="601" y="135"/>
                    <a:pt x="601" y="297"/>
                  </a:cubicBezTo>
                  <a:cubicBezTo>
                    <a:pt x="601" y="467"/>
                    <a:pt x="467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63"/>
                    <a:pt x="57" y="297"/>
                  </a:cubicBezTo>
                  <a:cubicBezTo>
                    <a:pt x="57" y="431"/>
                    <a:pt x="170" y="544"/>
                    <a:pt x="304" y="544"/>
                  </a:cubicBezTo>
                  <a:cubicBezTo>
                    <a:pt x="438" y="544"/>
                    <a:pt x="544" y="431"/>
                    <a:pt x="544" y="297"/>
                  </a:cubicBezTo>
                  <a:cubicBezTo>
                    <a:pt x="544" y="163"/>
                    <a:pt x="438" y="57"/>
                    <a:pt x="304" y="57"/>
                  </a:cubicBezTo>
                  <a:close/>
                  <a:moveTo>
                    <a:pt x="424" y="325"/>
                  </a:moveTo>
                  <a:lnTo>
                    <a:pt x="424" y="325"/>
                  </a:lnTo>
                  <a:cubicBezTo>
                    <a:pt x="332" y="325"/>
                    <a:pt x="332" y="325"/>
                    <a:pt x="332" y="325"/>
                  </a:cubicBezTo>
                  <a:cubicBezTo>
                    <a:pt x="332" y="424"/>
                    <a:pt x="332" y="424"/>
                    <a:pt x="332" y="424"/>
                  </a:cubicBezTo>
                  <a:cubicBezTo>
                    <a:pt x="332" y="438"/>
                    <a:pt x="318" y="453"/>
                    <a:pt x="304" y="453"/>
                  </a:cubicBezTo>
                  <a:cubicBezTo>
                    <a:pt x="283" y="453"/>
                    <a:pt x="276" y="438"/>
                    <a:pt x="276" y="424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177" y="325"/>
                    <a:pt x="177" y="325"/>
                    <a:pt x="177" y="325"/>
                  </a:cubicBezTo>
                  <a:cubicBezTo>
                    <a:pt x="163" y="325"/>
                    <a:pt x="148" y="318"/>
                    <a:pt x="148" y="297"/>
                  </a:cubicBezTo>
                  <a:cubicBezTo>
                    <a:pt x="148" y="283"/>
                    <a:pt x="163" y="269"/>
                    <a:pt x="177" y="269"/>
                  </a:cubicBezTo>
                  <a:cubicBezTo>
                    <a:pt x="276" y="269"/>
                    <a:pt x="276" y="269"/>
                    <a:pt x="276" y="269"/>
                  </a:cubicBezTo>
                  <a:cubicBezTo>
                    <a:pt x="276" y="177"/>
                    <a:pt x="276" y="177"/>
                    <a:pt x="276" y="177"/>
                  </a:cubicBezTo>
                  <a:cubicBezTo>
                    <a:pt x="276" y="163"/>
                    <a:pt x="283" y="149"/>
                    <a:pt x="304" y="149"/>
                  </a:cubicBezTo>
                  <a:cubicBezTo>
                    <a:pt x="318" y="149"/>
                    <a:pt x="332" y="163"/>
                    <a:pt x="332" y="177"/>
                  </a:cubicBezTo>
                  <a:cubicBezTo>
                    <a:pt x="332" y="269"/>
                    <a:pt x="332" y="269"/>
                    <a:pt x="332" y="269"/>
                  </a:cubicBezTo>
                  <a:cubicBezTo>
                    <a:pt x="424" y="269"/>
                    <a:pt x="424" y="269"/>
                    <a:pt x="424" y="269"/>
                  </a:cubicBezTo>
                  <a:cubicBezTo>
                    <a:pt x="438" y="269"/>
                    <a:pt x="452" y="283"/>
                    <a:pt x="452" y="297"/>
                  </a:cubicBezTo>
                  <a:cubicBezTo>
                    <a:pt x="452" y="318"/>
                    <a:pt x="438" y="325"/>
                    <a:pt x="424" y="3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4"/>
            <p:cNvSpPr/>
            <p:nvPr/>
          </p:nvSpPr>
          <p:spPr>
            <a:xfrm>
              <a:off x="6186488" y="360363"/>
              <a:ext cx="217487" cy="219075"/>
            </a:xfrm>
            <a:custGeom>
              <a:rect b="b" l="l" r="r" t="t"/>
              <a:pathLst>
                <a:path extrusionOk="0" h="609" w="602">
                  <a:moveTo>
                    <a:pt x="297" y="608"/>
                  </a:moveTo>
                  <a:lnTo>
                    <a:pt x="297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4"/>
                    <a:pt x="134" y="0"/>
                    <a:pt x="297" y="0"/>
                  </a:cubicBezTo>
                  <a:cubicBezTo>
                    <a:pt x="466" y="0"/>
                    <a:pt x="601" y="134"/>
                    <a:pt x="601" y="304"/>
                  </a:cubicBezTo>
                  <a:cubicBezTo>
                    <a:pt x="601" y="474"/>
                    <a:pt x="466" y="608"/>
                    <a:pt x="297" y="608"/>
                  </a:cubicBezTo>
                  <a:close/>
                  <a:moveTo>
                    <a:pt x="466" y="127"/>
                  </a:moveTo>
                  <a:lnTo>
                    <a:pt x="466" y="127"/>
                  </a:lnTo>
                  <a:cubicBezTo>
                    <a:pt x="466" y="127"/>
                    <a:pt x="466" y="127"/>
                    <a:pt x="466" y="120"/>
                  </a:cubicBezTo>
                  <a:lnTo>
                    <a:pt x="459" y="120"/>
                  </a:lnTo>
                  <a:cubicBezTo>
                    <a:pt x="459" y="120"/>
                    <a:pt x="459" y="120"/>
                    <a:pt x="459" y="127"/>
                  </a:cubicBezTo>
                  <a:cubicBezTo>
                    <a:pt x="459" y="127"/>
                    <a:pt x="459" y="127"/>
                    <a:pt x="466" y="127"/>
                  </a:cubicBezTo>
                  <a:cubicBezTo>
                    <a:pt x="466" y="134"/>
                    <a:pt x="466" y="134"/>
                    <a:pt x="459" y="134"/>
                  </a:cubicBezTo>
                  <a:cubicBezTo>
                    <a:pt x="459" y="141"/>
                    <a:pt x="459" y="141"/>
                    <a:pt x="459" y="141"/>
                  </a:cubicBezTo>
                  <a:lnTo>
                    <a:pt x="452" y="141"/>
                  </a:lnTo>
                  <a:cubicBezTo>
                    <a:pt x="452" y="141"/>
                    <a:pt x="452" y="141"/>
                    <a:pt x="459" y="141"/>
                  </a:cubicBezTo>
                  <a:cubicBezTo>
                    <a:pt x="459" y="141"/>
                    <a:pt x="459" y="141"/>
                    <a:pt x="466" y="141"/>
                  </a:cubicBezTo>
                  <a:cubicBezTo>
                    <a:pt x="466" y="134"/>
                    <a:pt x="466" y="134"/>
                    <a:pt x="466" y="134"/>
                  </a:cubicBezTo>
                  <a:cubicBezTo>
                    <a:pt x="466" y="127"/>
                    <a:pt x="466" y="127"/>
                    <a:pt x="474" y="127"/>
                  </a:cubicBezTo>
                  <a:lnTo>
                    <a:pt x="466" y="127"/>
                  </a:lnTo>
                  <a:close/>
                  <a:moveTo>
                    <a:pt x="474" y="134"/>
                  </a:moveTo>
                  <a:lnTo>
                    <a:pt x="474" y="134"/>
                  </a:lnTo>
                  <a:close/>
                  <a:moveTo>
                    <a:pt x="544" y="339"/>
                  </a:moveTo>
                  <a:lnTo>
                    <a:pt x="544" y="339"/>
                  </a:lnTo>
                  <a:cubicBezTo>
                    <a:pt x="544" y="332"/>
                    <a:pt x="544" y="325"/>
                    <a:pt x="544" y="325"/>
                  </a:cubicBezTo>
                  <a:cubicBezTo>
                    <a:pt x="544" y="318"/>
                    <a:pt x="544" y="325"/>
                    <a:pt x="537" y="325"/>
                  </a:cubicBezTo>
                  <a:cubicBezTo>
                    <a:pt x="537" y="318"/>
                    <a:pt x="537" y="318"/>
                    <a:pt x="537" y="318"/>
                  </a:cubicBezTo>
                  <a:cubicBezTo>
                    <a:pt x="537" y="318"/>
                    <a:pt x="537" y="318"/>
                    <a:pt x="537" y="325"/>
                  </a:cubicBezTo>
                  <a:cubicBezTo>
                    <a:pt x="537" y="325"/>
                    <a:pt x="530" y="332"/>
                    <a:pt x="537" y="332"/>
                  </a:cubicBezTo>
                  <a:cubicBezTo>
                    <a:pt x="537" y="339"/>
                    <a:pt x="537" y="339"/>
                    <a:pt x="544" y="339"/>
                  </a:cubicBezTo>
                  <a:close/>
                  <a:moveTo>
                    <a:pt x="64" y="361"/>
                  </a:moveTo>
                  <a:lnTo>
                    <a:pt x="64" y="361"/>
                  </a:lnTo>
                  <a:cubicBezTo>
                    <a:pt x="71" y="361"/>
                    <a:pt x="71" y="361"/>
                    <a:pt x="71" y="361"/>
                  </a:cubicBezTo>
                  <a:cubicBezTo>
                    <a:pt x="71" y="354"/>
                    <a:pt x="71" y="354"/>
                    <a:pt x="71" y="354"/>
                  </a:cubicBezTo>
                  <a:cubicBezTo>
                    <a:pt x="71" y="354"/>
                    <a:pt x="71" y="354"/>
                    <a:pt x="64" y="354"/>
                  </a:cubicBezTo>
                  <a:lnTo>
                    <a:pt x="64" y="361"/>
                  </a:lnTo>
                  <a:cubicBezTo>
                    <a:pt x="64" y="354"/>
                    <a:pt x="64" y="354"/>
                    <a:pt x="64" y="354"/>
                  </a:cubicBezTo>
                  <a:cubicBezTo>
                    <a:pt x="64" y="354"/>
                    <a:pt x="64" y="354"/>
                    <a:pt x="57" y="354"/>
                  </a:cubicBezTo>
                  <a:cubicBezTo>
                    <a:pt x="64" y="361"/>
                    <a:pt x="64" y="361"/>
                    <a:pt x="64" y="361"/>
                  </a:cubicBezTo>
                  <a:close/>
                  <a:moveTo>
                    <a:pt x="71" y="269"/>
                  </a:moveTo>
                  <a:lnTo>
                    <a:pt x="71" y="269"/>
                  </a:lnTo>
                  <a:close/>
                  <a:moveTo>
                    <a:pt x="71" y="226"/>
                  </a:moveTo>
                  <a:lnTo>
                    <a:pt x="71" y="226"/>
                  </a:lnTo>
                  <a:lnTo>
                    <a:pt x="71" y="219"/>
                  </a:lnTo>
                  <a:lnTo>
                    <a:pt x="71" y="226"/>
                  </a:lnTo>
                  <a:close/>
                  <a:moveTo>
                    <a:pt x="134" y="127"/>
                  </a:moveTo>
                  <a:lnTo>
                    <a:pt x="134" y="127"/>
                  </a:lnTo>
                  <a:cubicBezTo>
                    <a:pt x="134" y="127"/>
                    <a:pt x="134" y="127"/>
                    <a:pt x="127" y="127"/>
                  </a:cubicBezTo>
                  <a:cubicBezTo>
                    <a:pt x="134" y="127"/>
                    <a:pt x="134" y="127"/>
                    <a:pt x="134" y="127"/>
                  </a:cubicBezTo>
                  <a:close/>
                  <a:moveTo>
                    <a:pt x="127" y="134"/>
                  </a:moveTo>
                  <a:lnTo>
                    <a:pt x="127" y="134"/>
                  </a:lnTo>
                  <a:close/>
                  <a:moveTo>
                    <a:pt x="191" y="85"/>
                  </a:moveTo>
                  <a:lnTo>
                    <a:pt x="191" y="85"/>
                  </a:lnTo>
                  <a:lnTo>
                    <a:pt x="198" y="85"/>
                  </a:lnTo>
                  <a:lnTo>
                    <a:pt x="191" y="85"/>
                  </a:lnTo>
                  <a:cubicBezTo>
                    <a:pt x="198" y="85"/>
                    <a:pt x="198" y="85"/>
                    <a:pt x="198" y="85"/>
                  </a:cubicBezTo>
                  <a:lnTo>
                    <a:pt x="198" y="92"/>
                  </a:lnTo>
                  <a:lnTo>
                    <a:pt x="198" y="85"/>
                  </a:lnTo>
                  <a:cubicBezTo>
                    <a:pt x="191" y="85"/>
                    <a:pt x="191" y="92"/>
                    <a:pt x="191" y="92"/>
                  </a:cubicBezTo>
                  <a:cubicBezTo>
                    <a:pt x="191" y="92"/>
                    <a:pt x="191" y="92"/>
                    <a:pt x="191" y="85"/>
                  </a:cubicBezTo>
                  <a:cubicBezTo>
                    <a:pt x="191" y="92"/>
                    <a:pt x="191" y="92"/>
                    <a:pt x="191" y="92"/>
                  </a:cubicBezTo>
                  <a:cubicBezTo>
                    <a:pt x="191" y="92"/>
                    <a:pt x="191" y="92"/>
                    <a:pt x="198" y="92"/>
                  </a:cubicBezTo>
                  <a:lnTo>
                    <a:pt x="191" y="92"/>
                  </a:lnTo>
                  <a:lnTo>
                    <a:pt x="198" y="92"/>
                  </a:lnTo>
                  <a:lnTo>
                    <a:pt x="191" y="92"/>
                  </a:lnTo>
                  <a:cubicBezTo>
                    <a:pt x="198" y="92"/>
                    <a:pt x="198" y="92"/>
                    <a:pt x="198" y="92"/>
                  </a:cubicBezTo>
                  <a:cubicBezTo>
                    <a:pt x="198" y="92"/>
                    <a:pt x="205" y="99"/>
                    <a:pt x="198" y="99"/>
                  </a:cubicBezTo>
                  <a:lnTo>
                    <a:pt x="191" y="99"/>
                  </a:lnTo>
                  <a:lnTo>
                    <a:pt x="198" y="99"/>
                  </a:lnTo>
                  <a:cubicBezTo>
                    <a:pt x="191" y="99"/>
                    <a:pt x="191" y="99"/>
                    <a:pt x="191" y="99"/>
                  </a:cubicBezTo>
                  <a:cubicBezTo>
                    <a:pt x="191" y="106"/>
                    <a:pt x="184" y="106"/>
                    <a:pt x="191" y="106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106"/>
                    <a:pt x="191" y="106"/>
                    <a:pt x="191" y="106"/>
                  </a:cubicBezTo>
                  <a:lnTo>
                    <a:pt x="198" y="106"/>
                  </a:lnTo>
                  <a:cubicBezTo>
                    <a:pt x="198" y="106"/>
                    <a:pt x="198" y="106"/>
                    <a:pt x="205" y="106"/>
                  </a:cubicBezTo>
                  <a:cubicBezTo>
                    <a:pt x="212" y="106"/>
                    <a:pt x="212" y="106"/>
                    <a:pt x="212" y="106"/>
                  </a:cubicBezTo>
                  <a:cubicBezTo>
                    <a:pt x="212" y="113"/>
                    <a:pt x="212" y="113"/>
                    <a:pt x="212" y="113"/>
                  </a:cubicBezTo>
                  <a:cubicBezTo>
                    <a:pt x="212" y="113"/>
                    <a:pt x="205" y="113"/>
                    <a:pt x="205" y="106"/>
                  </a:cubicBezTo>
                  <a:cubicBezTo>
                    <a:pt x="205" y="113"/>
                    <a:pt x="212" y="113"/>
                    <a:pt x="205" y="113"/>
                  </a:cubicBezTo>
                  <a:cubicBezTo>
                    <a:pt x="198" y="106"/>
                    <a:pt x="198" y="106"/>
                    <a:pt x="198" y="106"/>
                  </a:cubicBezTo>
                  <a:lnTo>
                    <a:pt x="198" y="113"/>
                  </a:lnTo>
                  <a:cubicBezTo>
                    <a:pt x="191" y="106"/>
                    <a:pt x="191" y="106"/>
                    <a:pt x="191" y="106"/>
                  </a:cubicBezTo>
                  <a:cubicBezTo>
                    <a:pt x="191" y="106"/>
                    <a:pt x="191" y="106"/>
                    <a:pt x="191" y="113"/>
                  </a:cubicBezTo>
                  <a:cubicBezTo>
                    <a:pt x="198" y="113"/>
                    <a:pt x="198" y="113"/>
                    <a:pt x="198" y="113"/>
                  </a:cubicBezTo>
                  <a:lnTo>
                    <a:pt x="198" y="106"/>
                  </a:lnTo>
                  <a:cubicBezTo>
                    <a:pt x="198" y="113"/>
                    <a:pt x="198" y="113"/>
                    <a:pt x="198" y="113"/>
                  </a:cubicBezTo>
                  <a:lnTo>
                    <a:pt x="191" y="113"/>
                  </a:lnTo>
                  <a:cubicBezTo>
                    <a:pt x="198" y="113"/>
                    <a:pt x="191" y="113"/>
                    <a:pt x="191" y="120"/>
                  </a:cubicBezTo>
                  <a:cubicBezTo>
                    <a:pt x="191" y="120"/>
                    <a:pt x="191" y="113"/>
                    <a:pt x="198" y="113"/>
                  </a:cubicBezTo>
                  <a:lnTo>
                    <a:pt x="198" y="120"/>
                  </a:lnTo>
                  <a:cubicBezTo>
                    <a:pt x="198" y="120"/>
                    <a:pt x="198" y="120"/>
                    <a:pt x="198" y="113"/>
                  </a:cubicBezTo>
                  <a:lnTo>
                    <a:pt x="205" y="113"/>
                  </a:lnTo>
                  <a:cubicBezTo>
                    <a:pt x="205" y="113"/>
                    <a:pt x="205" y="113"/>
                    <a:pt x="212" y="113"/>
                  </a:cubicBezTo>
                  <a:lnTo>
                    <a:pt x="205" y="113"/>
                  </a:lnTo>
                  <a:cubicBezTo>
                    <a:pt x="205" y="120"/>
                    <a:pt x="205" y="120"/>
                    <a:pt x="212" y="120"/>
                  </a:cubicBezTo>
                  <a:cubicBezTo>
                    <a:pt x="205" y="120"/>
                    <a:pt x="205" y="120"/>
                    <a:pt x="205" y="120"/>
                  </a:cubicBezTo>
                  <a:lnTo>
                    <a:pt x="205" y="127"/>
                  </a:lnTo>
                  <a:cubicBezTo>
                    <a:pt x="198" y="127"/>
                    <a:pt x="198" y="127"/>
                    <a:pt x="198" y="127"/>
                  </a:cubicBezTo>
                  <a:cubicBezTo>
                    <a:pt x="198" y="127"/>
                    <a:pt x="198" y="127"/>
                    <a:pt x="191" y="127"/>
                  </a:cubicBezTo>
                  <a:lnTo>
                    <a:pt x="191" y="134"/>
                  </a:lnTo>
                  <a:cubicBezTo>
                    <a:pt x="191" y="134"/>
                    <a:pt x="191" y="134"/>
                    <a:pt x="191" y="141"/>
                  </a:cubicBezTo>
                  <a:cubicBezTo>
                    <a:pt x="191" y="141"/>
                    <a:pt x="191" y="141"/>
                    <a:pt x="184" y="141"/>
                  </a:cubicBezTo>
                  <a:cubicBezTo>
                    <a:pt x="184" y="141"/>
                    <a:pt x="184" y="149"/>
                    <a:pt x="177" y="149"/>
                  </a:cubicBezTo>
                  <a:cubicBezTo>
                    <a:pt x="177" y="149"/>
                    <a:pt x="177" y="149"/>
                    <a:pt x="177" y="141"/>
                  </a:cubicBezTo>
                  <a:cubicBezTo>
                    <a:pt x="177" y="141"/>
                    <a:pt x="177" y="141"/>
                    <a:pt x="177" y="149"/>
                  </a:cubicBezTo>
                  <a:cubicBezTo>
                    <a:pt x="170" y="149"/>
                    <a:pt x="177" y="149"/>
                    <a:pt x="170" y="149"/>
                  </a:cubicBezTo>
                  <a:cubicBezTo>
                    <a:pt x="170" y="149"/>
                    <a:pt x="170" y="149"/>
                    <a:pt x="177" y="149"/>
                  </a:cubicBezTo>
                  <a:cubicBezTo>
                    <a:pt x="170" y="149"/>
                    <a:pt x="170" y="149"/>
                    <a:pt x="170" y="149"/>
                  </a:cubicBezTo>
                  <a:cubicBezTo>
                    <a:pt x="170" y="156"/>
                    <a:pt x="170" y="149"/>
                    <a:pt x="170" y="156"/>
                  </a:cubicBezTo>
                  <a:lnTo>
                    <a:pt x="177" y="156"/>
                  </a:lnTo>
                  <a:cubicBezTo>
                    <a:pt x="170" y="156"/>
                    <a:pt x="170" y="156"/>
                    <a:pt x="170" y="156"/>
                  </a:cubicBezTo>
                  <a:cubicBezTo>
                    <a:pt x="170" y="156"/>
                    <a:pt x="170" y="156"/>
                    <a:pt x="170" y="163"/>
                  </a:cubicBezTo>
                  <a:cubicBezTo>
                    <a:pt x="170" y="163"/>
                    <a:pt x="170" y="163"/>
                    <a:pt x="170" y="170"/>
                  </a:cubicBezTo>
                  <a:cubicBezTo>
                    <a:pt x="170" y="170"/>
                    <a:pt x="170" y="170"/>
                    <a:pt x="170" y="177"/>
                  </a:cubicBezTo>
                  <a:cubicBezTo>
                    <a:pt x="170" y="177"/>
                    <a:pt x="170" y="177"/>
                    <a:pt x="163" y="177"/>
                  </a:cubicBezTo>
                  <a:lnTo>
                    <a:pt x="170" y="177"/>
                  </a:lnTo>
                  <a:cubicBezTo>
                    <a:pt x="170" y="177"/>
                    <a:pt x="170" y="177"/>
                    <a:pt x="163" y="177"/>
                  </a:cubicBezTo>
                  <a:cubicBezTo>
                    <a:pt x="155" y="177"/>
                    <a:pt x="163" y="177"/>
                    <a:pt x="155" y="177"/>
                  </a:cubicBezTo>
                  <a:lnTo>
                    <a:pt x="163" y="177"/>
                  </a:lnTo>
                  <a:lnTo>
                    <a:pt x="155" y="177"/>
                  </a:lnTo>
                  <a:lnTo>
                    <a:pt x="155" y="170"/>
                  </a:lnTo>
                  <a:lnTo>
                    <a:pt x="155" y="177"/>
                  </a:lnTo>
                  <a:cubicBezTo>
                    <a:pt x="155" y="177"/>
                    <a:pt x="155" y="177"/>
                    <a:pt x="148" y="177"/>
                  </a:cubicBezTo>
                  <a:lnTo>
                    <a:pt x="148" y="170"/>
                  </a:lnTo>
                  <a:cubicBezTo>
                    <a:pt x="148" y="177"/>
                    <a:pt x="148" y="170"/>
                    <a:pt x="148" y="170"/>
                  </a:cubicBezTo>
                  <a:lnTo>
                    <a:pt x="148" y="177"/>
                  </a:lnTo>
                  <a:cubicBezTo>
                    <a:pt x="141" y="177"/>
                    <a:pt x="141" y="177"/>
                    <a:pt x="141" y="170"/>
                  </a:cubicBezTo>
                  <a:cubicBezTo>
                    <a:pt x="141" y="170"/>
                    <a:pt x="148" y="170"/>
                    <a:pt x="141" y="170"/>
                  </a:cubicBezTo>
                  <a:cubicBezTo>
                    <a:pt x="141" y="163"/>
                    <a:pt x="141" y="163"/>
                    <a:pt x="141" y="163"/>
                  </a:cubicBezTo>
                  <a:lnTo>
                    <a:pt x="141" y="170"/>
                  </a:lnTo>
                  <a:cubicBezTo>
                    <a:pt x="141" y="170"/>
                    <a:pt x="141" y="170"/>
                    <a:pt x="141" y="163"/>
                  </a:cubicBezTo>
                  <a:lnTo>
                    <a:pt x="141" y="170"/>
                  </a:lnTo>
                  <a:cubicBezTo>
                    <a:pt x="134" y="163"/>
                    <a:pt x="141" y="163"/>
                    <a:pt x="141" y="163"/>
                  </a:cubicBezTo>
                  <a:cubicBezTo>
                    <a:pt x="141" y="163"/>
                    <a:pt x="141" y="163"/>
                    <a:pt x="134" y="163"/>
                  </a:cubicBezTo>
                  <a:cubicBezTo>
                    <a:pt x="134" y="163"/>
                    <a:pt x="134" y="163"/>
                    <a:pt x="141" y="163"/>
                  </a:cubicBezTo>
                  <a:cubicBezTo>
                    <a:pt x="141" y="163"/>
                    <a:pt x="141" y="163"/>
                    <a:pt x="141" y="156"/>
                  </a:cubicBezTo>
                  <a:cubicBezTo>
                    <a:pt x="141" y="163"/>
                    <a:pt x="141" y="163"/>
                    <a:pt x="141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163"/>
                    <a:pt x="134" y="163"/>
                    <a:pt x="134" y="156"/>
                  </a:cubicBezTo>
                  <a:cubicBezTo>
                    <a:pt x="134" y="156"/>
                    <a:pt x="134" y="156"/>
                    <a:pt x="141" y="156"/>
                  </a:cubicBezTo>
                  <a:cubicBezTo>
                    <a:pt x="141" y="156"/>
                    <a:pt x="141" y="156"/>
                    <a:pt x="134" y="156"/>
                  </a:cubicBezTo>
                  <a:lnTo>
                    <a:pt x="134" y="163"/>
                  </a:lnTo>
                  <a:cubicBezTo>
                    <a:pt x="134" y="163"/>
                    <a:pt x="134" y="163"/>
                    <a:pt x="134" y="156"/>
                  </a:cubicBezTo>
                  <a:cubicBezTo>
                    <a:pt x="134" y="156"/>
                    <a:pt x="134" y="156"/>
                    <a:pt x="127" y="156"/>
                  </a:cubicBezTo>
                  <a:lnTo>
                    <a:pt x="127" y="149"/>
                  </a:lnTo>
                  <a:lnTo>
                    <a:pt x="134" y="149"/>
                  </a:lnTo>
                  <a:cubicBezTo>
                    <a:pt x="134" y="149"/>
                    <a:pt x="134" y="149"/>
                    <a:pt x="141" y="149"/>
                  </a:cubicBezTo>
                  <a:cubicBezTo>
                    <a:pt x="134" y="149"/>
                    <a:pt x="134" y="149"/>
                    <a:pt x="134" y="149"/>
                  </a:cubicBezTo>
                  <a:lnTo>
                    <a:pt x="127" y="149"/>
                  </a:lnTo>
                  <a:lnTo>
                    <a:pt x="134" y="149"/>
                  </a:lnTo>
                  <a:cubicBezTo>
                    <a:pt x="127" y="149"/>
                    <a:pt x="127" y="149"/>
                    <a:pt x="127" y="149"/>
                  </a:cubicBezTo>
                  <a:cubicBezTo>
                    <a:pt x="127" y="141"/>
                    <a:pt x="134" y="141"/>
                    <a:pt x="134" y="141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7" y="141"/>
                    <a:pt x="127" y="141"/>
                    <a:pt x="134" y="141"/>
                  </a:cubicBezTo>
                  <a:lnTo>
                    <a:pt x="127" y="141"/>
                  </a:lnTo>
                  <a:lnTo>
                    <a:pt x="134" y="141"/>
                  </a:lnTo>
                  <a:cubicBezTo>
                    <a:pt x="127" y="141"/>
                    <a:pt x="127" y="141"/>
                    <a:pt x="127" y="141"/>
                  </a:cubicBezTo>
                  <a:cubicBezTo>
                    <a:pt x="127" y="141"/>
                    <a:pt x="127" y="141"/>
                    <a:pt x="134" y="141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7" y="141"/>
                    <a:pt x="127" y="141"/>
                    <a:pt x="134" y="134"/>
                  </a:cubicBezTo>
                  <a:cubicBezTo>
                    <a:pt x="134" y="127"/>
                    <a:pt x="134" y="127"/>
                    <a:pt x="134" y="127"/>
                  </a:cubicBezTo>
                  <a:lnTo>
                    <a:pt x="127" y="127"/>
                  </a:lnTo>
                  <a:cubicBezTo>
                    <a:pt x="127" y="127"/>
                    <a:pt x="127" y="127"/>
                    <a:pt x="134" y="134"/>
                  </a:cubicBezTo>
                  <a:cubicBezTo>
                    <a:pt x="134" y="134"/>
                    <a:pt x="134" y="134"/>
                    <a:pt x="127" y="134"/>
                  </a:cubicBezTo>
                  <a:cubicBezTo>
                    <a:pt x="120" y="141"/>
                    <a:pt x="113" y="149"/>
                    <a:pt x="106" y="156"/>
                  </a:cubicBezTo>
                  <a:lnTo>
                    <a:pt x="113" y="156"/>
                  </a:lnTo>
                  <a:cubicBezTo>
                    <a:pt x="113" y="156"/>
                    <a:pt x="113" y="163"/>
                    <a:pt x="120" y="163"/>
                  </a:cubicBezTo>
                  <a:cubicBezTo>
                    <a:pt x="113" y="163"/>
                    <a:pt x="113" y="163"/>
                    <a:pt x="113" y="163"/>
                  </a:cubicBezTo>
                  <a:lnTo>
                    <a:pt x="113" y="170"/>
                  </a:lnTo>
                  <a:lnTo>
                    <a:pt x="106" y="170"/>
                  </a:lnTo>
                  <a:cubicBezTo>
                    <a:pt x="106" y="163"/>
                    <a:pt x="106" y="163"/>
                    <a:pt x="106" y="163"/>
                  </a:cubicBezTo>
                  <a:lnTo>
                    <a:pt x="99" y="163"/>
                  </a:lnTo>
                  <a:lnTo>
                    <a:pt x="99" y="170"/>
                  </a:lnTo>
                  <a:cubicBezTo>
                    <a:pt x="99" y="170"/>
                    <a:pt x="99" y="170"/>
                    <a:pt x="106" y="170"/>
                  </a:cubicBezTo>
                  <a:cubicBezTo>
                    <a:pt x="106" y="170"/>
                    <a:pt x="106" y="170"/>
                    <a:pt x="106" y="177"/>
                  </a:cubicBezTo>
                  <a:lnTo>
                    <a:pt x="106" y="170"/>
                  </a:lnTo>
                  <a:cubicBezTo>
                    <a:pt x="106" y="177"/>
                    <a:pt x="106" y="177"/>
                    <a:pt x="106" y="177"/>
                  </a:cubicBezTo>
                  <a:cubicBezTo>
                    <a:pt x="99" y="177"/>
                    <a:pt x="99" y="177"/>
                    <a:pt x="99" y="170"/>
                  </a:cubicBezTo>
                  <a:lnTo>
                    <a:pt x="99" y="177"/>
                  </a:lnTo>
                  <a:lnTo>
                    <a:pt x="99" y="170"/>
                  </a:lnTo>
                  <a:cubicBezTo>
                    <a:pt x="99" y="177"/>
                    <a:pt x="99" y="177"/>
                    <a:pt x="99" y="177"/>
                  </a:cubicBezTo>
                  <a:cubicBezTo>
                    <a:pt x="99" y="177"/>
                    <a:pt x="106" y="177"/>
                    <a:pt x="106" y="184"/>
                  </a:cubicBezTo>
                  <a:cubicBezTo>
                    <a:pt x="99" y="184"/>
                    <a:pt x="99" y="177"/>
                    <a:pt x="99" y="177"/>
                  </a:cubicBezTo>
                  <a:cubicBezTo>
                    <a:pt x="99" y="177"/>
                    <a:pt x="99" y="177"/>
                    <a:pt x="92" y="177"/>
                  </a:cubicBezTo>
                  <a:cubicBezTo>
                    <a:pt x="92" y="177"/>
                    <a:pt x="85" y="177"/>
                    <a:pt x="85" y="184"/>
                  </a:cubicBezTo>
                  <a:cubicBezTo>
                    <a:pt x="92" y="184"/>
                    <a:pt x="92" y="184"/>
                    <a:pt x="92" y="184"/>
                  </a:cubicBezTo>
                  <a:lnTo>
                    <a:pt x="92" y="191"/>
                  </a:lnTo>
                  <a:cubicBezTo>
                    <a:pt x="92" y="191"/>
                    <a:pt x="92" y="191"/>
                    <a:pt x="92" y="198"/>
                  </a:cubicBezTo>
                  <a:cubicBezTo>
                    <a:pt x="92" y="191"/>
                    <a:pt x="99" y="191"/>
                    <a:pt x="99" y="198"/>
                  </a:cubicBezTo>
                  <a:lnTo>
                    <a:pt x="99" y="191"/>
                  </a:lnTo>
                  <a:cubicBezTo>
                    <a:pt x="106" y="191"/>
                    <a:pt x="106" y="198"/>
                    <a:pt x="106" y="198"/>
                  </a:cubicBezTo>
                  <a:cubicBezTo>
                    <a:pt x="106" y="191"/>
                    <a:pt x="106" y="191"/>
                    <a:pt x="106" y="191"/>
                  </a:cubicBezTo>
                  <a:lnTo>
                    <a:pt x="113" y="191"/>
                  </a:lnTo>
                  <a:cubicBezTo>
                    <a:pt x="113" y="198"/>
                    <a:pt x="113" y="198"/>
                    <a:pt x="113" y="198"/>
                  </a:cubicBezTo>
                  <a:cubicBezTo>
                    <a:pt x="113" y="198"/>
                    <a:pt x="113" y="198"/>
                    <a:pt x="113" y="205"/>
                  </a:cubicBezTo>
                  <a:cubicBezTo>
                    <a:pt x="113" y="205"/>
                    <a:pt x="113" y="198"/>
                    <a:pt x="113" y="205"/>
                  </a:cubicBezTo>
                  <a:cubicBezTo>
                    <a:pt x="120" y="205"/>
                    <a:pt x="120" y="205"/>
                    <a:pt x="120" y="205"/>
                  </a:cubicBezTo>
                  <a:cubicBezTo>
                    <a:pt x="120" y="205"/>
                    <a:pt x="120" y="212"/>
                    <a:pt x="127" y="212"/>
                  </a:cubicBezTo>
                  <a:cubicBezTo>
                    <a:pt x="120" y="212"/>
                    <a:pt x="120" y="212"/>
                    <a:pt x="120" y="212"/>
                  </a:cubicBezTo>
                  <a:cubicBezTo>
                    <a:pt x="127" y="212"/>
                    <a:pt x="127" y="212"/>
                    <a:pt x="127" y="212"/>
                  </a:cubicBezTo>
                  <a:lnTo>
                    <a:pt x="134" y="212"/>
                  </a:lnTo>
                  <a:cubicBezTo>
                    <a:pt x="134" y="219"/>
                    <a:pt x="134" y="219"/>
                    <a:pt x="134" y="219"/>
                  </a:cubicBezTo>
                  <a:lnTo>
                    <a:pt x="127" y="219"/>
                  </a:lnTo>
                  <a:cubicBezTo>
                    <a:pt x="120" y="226"/>
                    <a:pt x="120" y="226"/>
                    <a:pt x="120" y="226"/>
                  </a:cubicBezTo>
                  <a:cubicBezTo>
                    <a:pt x="120" y="226"/>
                    <a:pt x="120" y="226"/>
                    <a:pt x="113" y="226"/>
                  </a:cubicBezTo>
                  <a:lnTo>
                    <a:pt x="106" y="226"/>
                  </a:lnTo>
                  <a:cubicBezTo>
                    <a:pt x="106" y="226"/>
                    <a:pt x="106" y="226"/>
                    <a:pt x="99" y="226"/>
                  </a:cubicBezTo>
                  <a:cubicBezTo>
                    <a:pt x="99" y="226"/>
                    <a:pt x="99" y="226"/>
                    <a:pt x="99" y="233"/>
                  </a:cubicBezTo>
                  <a:cubicBezTo>
                    <a:pt x="92" y="233"/>
                    <a:pt x="92" y="233"/>
                    <a:pt x="92" y="240"/>
                  </a:cubicBezTo>
                  <a:lnTo>
                    <a:pt x="92" y="233"/>
                  </a:lnTo>
                  <a:cubicBezTo>
                    <a:pt x="99" y="233"/>
                    <a:pt x="99" y="233"/>
                    <a:pt x="99" y="233"/>
                  </a:cubicBezTo>
                  <a:cubicBezTo>
                    <a:pt x="106" y="226"/>
                    <a:pt x="106" y="226"/>
                    <a:pt x="106" y="233"/>
                  </a:cubicBezTo>
                  <a:cubicBezTo>
                    <a:pt x="106" y="233"/>
                    <a:pt x="106" y="233"/>
                    <a:pt x="99" y="233"/>
                  </a:cubicBezTo>
                  <a:cubicBezTo>
                    <a:pt x="106" y="233"/>
                    <a:pt x="106" y="233"/>
                    <a:pt x="106" y="233"/>
                  </a:cubicBezTo>
                  <a:cubicBezTo>
                    <a:pt x="106" y="233"/>
                    <a:pt x="106" y="233"/>
                    <a:pt x="106" y="240"/>
                  </a:cubicBezTo>
                  <a:cubicBezTo>
                    <a:pt x="106" y="240"/>
                    <a:pt x="106" y="240"/>
                    <a:pt x="113" y="240"/>
                  </a:cubicBezTo>
                  <a:cubicBezTo>
                    <a:pt x="113" y="240"/>
                    <a:pt x="113" y="240"/>
                    <a:pt x="106" y="240"/>
                  </a:cubicBezTo>
                  <a:cubicBezTo>
                    <a:pt x="106" y="240"/>
                    <a:pt x="106" y="240"/>
                    <a:pt x="113" y="240"/>
                  </a:cubicBezTo>
                  <a:cubicBezTo>
                    <a:pt x="120" y="240"/>
                    <a:pt x="120" y="240"/>
                    <a:pt x="120" y="240"/>
                  </a:cubicBezTo>
                  <a:cubicBezTo>
                    <a:pt x="113" y="240"/>
                    <a:pt x="120" y="240"/>
                    <a:pt x="113" y="240"/>
                  </a:cubicBezTo>
                  <a:cubicBezTo>
                    <a:pt x="113" y="240"/>
                    <a:pt x="113" y="240"/>
                    <a:pt x="113" y="247"/>
                  </a:cubicBezTo>
                  <a:lnTo>
                    <a:pt x="113" y="240"/>
                  </a:lnTo>
                  <a:cubicBezTo>
                    <a:pt x="113" y="247"/>
                    <a:pt x="113" y="247"/>
                    <a:pt x="113" y="247"/>
                  </a:cubicBezTo>
                  <a:cubicBezTo>
                    <a:pt x="113" y="247"/>
                    <a:pt x="113" y="247"/>
                    <a:pt x="106" y="247"/>
                  </a:cubicBezTo>
                  <a:lnTo>
                    <a:pt x="106" y="240"/>
                  </a:lnTo>
                  <a:cubicBezTo>
                    <a:pt x="106" y="240"/>
                    <a:pt x="106" y="240"/>
                    <a:pt x="106" y="247"/>
                  </a:cubicBezTo>
                  <a:lnTo>
                    <a:pt x="106" y="240"/>
                  </a:lnTo>
                  <a:lnTo>
                    <a:pt x="113" y="240"/>
                  </a:lnTo>
                  <a:cubicBezTo>
                    <a:pt x="106" y="240"/>
                    <a:pt x="106" y="240"/>
                    <a:pt x="106" y="240"/>
                  </a:cubicBezTo>
                  <a:cubicBezTo>
                    <a:pt x="106" y="240"/>
                    <a:pt x="106" y="247"/>
                    <a:pt x="99" y="247"/>
                  </a:cubicBezTo>
                  <a:cubicBezTo>
                    <a:pt x="99" y="240"/>
                    <a:pt x="99" y="240"/>
                    <a:pt x="99" y="247"/>
                  </a:cubicBezTo>
                  <a:lnTo>
                    <a:pt x="99" y="240"/>
                  </a:lnTo>
                  <a:cubicBezTo>
                    <a:pt x="99" y="247"/>
                    <a:pt x="99" y="247"/>
                    <a:pt x="99" y="247"/>
                  </a:cubicBezTo>
                  <a:lnTo>
                    <a:pt x="92" y="247"/>
                  </a:lnTo>
                  <a:lnTo>
                    <a:pt x="92" y="254"/>
                  </a:lnTo>
                  <a:cubicBezTo>
                    <a:pt x="85" y="254"/>
                    <a:pt x="85" y="254"/>
                    <a:pt x="85" y="262"/>
                  </a:cubicBezTo>
                  <a:lnTo>
                    <a:pt x="85" y="254"/>
                  </a:lnTo>
                  <a:lnTo>
                    <a:pt x="85" y="262"/>
                  </a:lnTo>
                  <a:cubicBezTo>
                    <a:pt x="78" y="262"/>
                    <a:pt x="78" y="262"/>
                    <a:pt x="78" y="262"/>
                  </a:cubicBezTo>
                  <a:cubicBezTo>
                    <a:pt x="78" y="262"/>
                    <a:pt x="78" y="262"/>
                    <a:pt x="85" y="262"/>
                  </a:cubicBezTo>
                  <a:lnTo>
                    <a:pt x="78" y="262"/>
                  </a:lnTo>
                  <a:cubicBezTo>
                    <a:pt x="78" y="269"/>
                    <a:pt x="78" y="269"/>
                    <a:pt x="78" y="269"/>
                  </a:cubicBezTo>
                  <a:cubicBezTo>
                    <a:pt x="78" y="262"/>
                    <a:pt x="78" y="262"/>
                    <a:pt x="78" y="269"/>
                  </a:cubicBezTo>
                  <a:cubicBezTo>
                    <a:pt x="78" y="262"/>
                    <a:pt x="78" y="262"/>
                    <a:pt x="78" y="262"/>
                  </a:cubicBezTo>
                  <a:cubicBezTo>
                    <a:pt x="78" y="262"/>
                    <a:pt x="78" y="262"/>
                    <a:pt x="78" y="269"/>
                  </a:cubicBezTo>
                  <a:lnTo>
                    <a:pt x="71" y="269"/>
                  </a:lnTo>
                  <a:cubicBezTo>
                    <a:pt x="78" y="269"/>
                    <a:pt x="78" y="269"/>
                    <a:pt x="78" y="269"/>
                  </a:cubicBezTo>
                  <a:lnTo>
                    <a:pt x="71" y="269"/>
                  </a:lnTo>
                  <a:lnTo>
                    <a:pt x="78" y="269"/>
                  </a:lnTo>
                  <a:lnTo>
                    <a:pt x="71" y="269"/>
                  </a:lnTo>
                  <a:lnTo>
                    <a:pt x="78" y="269"/>
                  </a:lnTo>
                  <a:cubicBezTo>
                    <a:pt x="78" y="269"/>
                    <a:pt x="78" y="269"/>
                    <a:pt x="71" y="269"/>
                  </a:cubicBezTo>
                  <a:cubicBezTo>
                    <a:pt x="78" y="269"/>
                    <a:pt x="78" y="269"/>
                    <a:pt x="78" y="269"/>
                  </a:cubicBezTo>
                  <a:lnTo>
                    <a:pt x="71" y="269"/>
                  </a:lnTo>
                  <a:lnTo>
                    <a:pt x="78" y="269"/>
                  </a:lnTo>
                  <a:cubicBezTo>
                    <a:pt x="78" y="269"/>
                    <a:pt x="78" y="269"/>
                    <a:pt x="78" y="276"/>
                  </a:cubicBezTo>
                  <a:lnTo>
                    <a:pt x="71" y="276"/>
                  </a:lnTo>
                  <a:cubicBezTo>
                    <a:pt x="78" y="276"/>
                    <a:pt x="78" y="276"/>
                    <a:pt x="78" y="276"/>
                  </a:cubicBezTo>
                  <a:cubicBezTo>
                    <a:pt x="71" y="276"/>
                    <a:pt x="71" y="276"/>
                    <a:pt x="71" y="276"/>
                  </a:cubicBezTo>
                  <a:lnTo>
                    <a:pt x="78" y="276"/>
                  </a:lnTo>
                  <a:cubicBezTo>
                    <a:pt x="78" y="276"/>
                    <a:pt x="78" y="276"/>
                    <a:pt x="71" y="276"/>
                  </a:cubicBezTo>
                  <a:lnTo>
                    <a:pt x="78" y="276"/>
                  </a:lnTo>
                  <a:cubicBezTo>
                    <a:pt x="71" y="276"/>
                    <a:pt x="71" y="276"/>
                    <a:pt x="71" y="276"/>
                  </a:cubicBezTo>
                  <a:lnTo>
                    <a:pt x="71" y="283"/>
                  </a:lnTo>
                  <a:cubicBezTo>
                    <a:pt x="71" y="283"/>
                    <a:pt x="71" y="283"/>
                    <a:pt x="64" y="283"/>
                  </a:cubicBezTo>
                  <a:lnTo>
                    <a:pt x="64" y="290"/>
                  </a:lnTo>
                  <a:lnTo>
                    <a:pt x="64" y="297"/>
                  </a:lnTo>
                  <a:lnTo>
                    <a:pt x="64" y="304"/>
                  </a:lnTo>
                  <a:cubicBezTo>
                    <a:pt x="57" y="304"/>
                    <a:pt x="64" y="304"/>
                    <a:pt x="57" y="304"/>
                  </a:cubicBezTo>
                  <a:lnTo>
                    <a:pt x="57" y="297"/>
                  </a:lnTo>
                  <a:cubicBezTo>
                    <a:pt x="57" y="297"/>
                    <a:pt x="57" y="297"/>
                    <a:pt x="57" y="290"/>
                  </a:cubicBezTo>
                  <a:cubicBezTo>
                    <a:pt x="57" y="297"/>
                    <a:pt x="57" y="297"/>
                    <a:pt x="57" y="304"/>
                  </a:cubicBezTo>
                  <a:lnTo>
                    <a:pt x="57" y="311"/>
                  </a:lnTo>
                  <a:cubicBezTo>
                    <a:pt x="64" y="311"/>
                    <a:pt x="64" y="311"/>
                    <a:pt x="64" y="311"/>
                  </a:cubicBezTo>
                  <a:cubicBezTo>
                    <a:pt x="64" y="311"/>
                    <a:pt x="64" y="311"/>
                    <a:pt x="64" y="318"/>
                  </a:cubicBezTo>
                  <a:cubicBezTo>
                    <a:pt x="71" y="318"/>
                    <a:pt x="71" y="318"/>
                    <a:pt x="71" y="318"/>
                  </a:cubicBezTo>
                  <a:lnTo>
                    <a:pt x="78" y="318"/>
                  </a:lnTo>
                  <a:lnTo>
                    <a:pt x="78" y="325"/>
                  </a:lnTo>
                  <a:cubicBezTo>
                    <a:pt x="78" y="325"/>
                    <a:pt x="78" y="325"/>
                    <a:pt x="78" y="318"/>
                  </a:cubicBezTo>
                  <a:cubicBezTo>
                    <a:pt x="71" y="318"/>
                    <a:pt x="71" y="325"/>
                    <a:pt x="71" y="325"/>
                  </a:cubicBezTo>
                  <a:lnTo>
                    <a:pt x="71" y="318"/>
                  </a:lnTo>
                  <a:lnTo>
                    <a:pt x="64" y="318"/>
                  </a:lnTo>
                  <a:lnTo>
                    <a:pt x="57" y="318"/>
                  </a:lnTo>
                  <a:cubicBezTo>
                    <a:pt x="57" y="318"/>
                    <a:pt x="57" y="318"/>
                    <a:pt x="57" y="311"/>
                  </a:cubicBezTo>
                  <a:cubicBezTo>
                    <a:pt x="57" y="311"/>
                    <a:pt x="57" y="311"/>
                    <a:pt x="57" y="318"/>
                  </a:cubicBezTo>
                  <a:cubicBezTo>
                    <a:pt x="57" y="325"/>
                    <a:pt x="57" y="339"/>
                    <a:pt x="57" y="354"/>
                  </a:cubicBezTo>
                  <a:cubicBezTo>
                    <a:pt x="57" y="354"/>
                    <a:pt x="57" y="354"/>
                    <a:pt x="64" y="354"/>
                  </a:cubicBezTo>
                  <a:cubicBezTo>
                    <a:pt x="64" y="354"/>
                    <a:pt x="64" y="354"/>
                    <a:pt x="71" y="354"/>
                  </a:cubicBezTo>
                  <a:cubicBezTo>
                    <a:pt x="71" y="354"/>
                    <a:pt x="71" y="354"/>
                    <a:pt x="71" y="361"/>
                  </a:cubicBezTo>
                  <a:cubicBezTo>
                    <a:pt x="71" y="354"/>
                    <a:pt x="71" y="354"/>
                    <a:pt x="71" y="354"/>
                  </a:cubicBezTo>
                  <a:cubicBezTo>
                    <a:pt x="78" y="354"/>
                    <a:pt x="78" y="354"/>
                    <a:pt x="78" y="354"/>
                  </a:cubicBezTo>
                  <a:cubicBezTo>
                    <a:pt x="71" y="354"/>
                    <a:pt x="71" y="354"/>
                    <a:pt x="71" y="361"/>
                  </a:cubicBezTo>
                  <a:cubicBezTo>
                    <a:pt x="71" y="361"/>
                    <a:pt x="71" y="361"/>
                    <a:pt x="71" y="368"/>
                  </a:cubicBezTo>
                  <a:cubicBezTo>
                    <a:pt x="78" y="368"/>
                    <a:pt x="78" y="361"/>
                    <a:pt x="78" y="361"/>
                  </a:cubicBezTo>
                  <a:cubicBezTo>
                    <a:pt x="78" y="361"/>
                    <a:pt x="78" y="361"/>
                    <a:pt x="71" y="361"/>
                  </a:cubicBezTo>
                  <a:cubicBezTo>
                    <a:pt x="78" y="361"/>
                    <a:pt x="78" y="361"/>
                    <a:pt x="78" y="361"/>
                  </a:cubicBezTo>
                  <a:lnTo>
                    <a:pt x="78" y="354"/>
                  </a:lnTo>
                  <a:cubicBezTo>
                    <a:pt x="78" y="354"/>
                    <a:pt x="78" y="354"/>
                    <a:pt x="78" y="361"/>
                  </a:cubicBezTo>
                  <a:lnTo>
                    <a:pt x="85" y="361"/>
                  </a:lnTo>
                  <a:cubicBezTo>
                    <a:pt x="92" y="361"/>
                    <a:pt x="92" y="361"/>
                    <a:pt x="92" y="361"/>
                  </a:cubicBezTo>
                  <a:cubicBezTo>
                    <a:pt x="99" y="361"/>
                    <a:pt x="99" y="361"/>
                    <a:pt x="99" y="361"/>
                  </a:cubicBezTo>
                  <a:lnTo>
                    <a:pt x="106" y="361"/>
                  </a:lnTo>
                  <a:cubicBezTo>
                    <a:pt x="99" y="361"/>
                    <a:pt x="106" y="368"/>
                    <a:pt x="99" y="368"/>
                  </a:cubicBezTo>
                  <a:cubicBezTo>
                    <a:pt x="99" y="368"/>
                    <a:pt x="99" y="368"/>
                    <a:pt x="106" y="368"/>
                  </a:cubicBezTo>
                  <a:cubicBezTo>
                    <a:pt x="113" y="368"/>
                    <a:pt x="113" y="368"/>
                    <a:pt x="113" y="375"/>
                  </a:cubicBezTo>
                  <a:lnTo>
                    <a:pt x="113" y="368"/>
                  </a:lnTo>
                  <a:lnTo>
                    <a:pt x="113" y="375"/>
                  </a:lnTo>
                  <a:cubicBezTo>
                    <a:pt x="113" y="375"/>
                    <a:pt x="113" y="375"/>
                    <a:pt x="120" y="375"/>
                  </a:cubicBezTo>
                  <a:lnTo>
                    <a:pt x="127" y="375"/>
                  </a:lnTo>
                  <a:lnTo>
                    <a:pt x="127" y="382"/>
                  </a:lnTo>
                  <a:lnTo>
                    <a:pt x="134" y="382"/>
                  </a:lnTo>
                  <a:lnTo>
                    <a:pt x="134" y="389"/>
                  </a:lnTo>
                  <a:lnTo>
                    <a:pt x="127" y="389"/>
                  </a:lnTo>
                  <a:lnTo>
                    <a:pt x="127" y="396"/>
                  </a:lnTo>
                  <a:cubicBezTo>
                    <a:pt x="134" y="396"/>
                    <a:pt x="134" y="396"/>
                    <a:pt x="134" y="396"/>
                  </a:cubicBezTo>
                  <a:cubicBezTo>
                    <a:pt x="141" y="396"/>
                    <a:pt x="141" y="389"/>
                    <a:pt x="141" y="389"/>
                  </a:cubicBezTo>
                  <a:cubicBezTo>
                    <a:pt x="141" y="396"/>
                    <a:pt x="148" y="396"/>
                    <a:pt x="148" y="396"/>
                  </a:cubicBezTo>
                  <a:cubicBezTo>
                    <a:pt x="155" y="396"/>
                    <a:pt x="155" y="396"/>
                    <a:pt x="155" y="396"/>
                  </a:cubicBezTo>
                  <a:lnTo>
                    <a:pt x="163" y="396"/>
                  </a:lnTo>
                  <a:cubicBezTo>
                    <a:pt x="163" y="396"/>
                    <a:pt x="163" y="403"/>
                    <a:pt x="170" y="403"/>
                  </a:cubicBezTo>
                  <a:cubicBezTo>
                    <a:pt x="177" y="403"/>
                    <a:pt x="177" y="410"/>
                    <a:pt x="177" y="410"/>
                  </a:cubicBezTo>
                  <a:cubicBezTo>
                    <a:pt x="177" y="417"/>
                    <a:pt x="170" y="417"/>
                    <a:pt x="170" y="417"/>
                  </a:cubicBezTo>
                  <a:cubicBezTo>
                    <a:pt x="170" y="417"/>
                    <a:pt x="170" y="417"/>
                    <a:pt x="170" y="424"/>
                  </a:cubicBezTo>
                  <a:cubicBezTo>
                    <a:pt x="170" y="424"/>
                    <a:pt x="170" y="424"/>
                    <a:pt x="163" y="424"/>
                  </a:cubicBezTo>
                  <a:cubicBezTo>
                    <a:pt x="163" y="424"/>
                    <a:pt x="163" y="424"/>
                    <a:pt x="163" y="431"/>
                  </a:cubicBezTo>
                  <a:lnTo>
                    <a:pt x="163" y="438"/>
                  </a:lnTo>
                  <a:cubicBezTo>
                    <a:pt x="163" y="438"/>
                    <a:pt x="163" y="438"/>
                    <a:pt x="163" y="445"/>
                  </a:cubicBezTo>
                  <a:cubicBezTo>
                    <a:pt x="155" y="445"/>
                    <a:pt x="155" y="445"/>
                    <a:pt x="155" y="452"/>
                  </a:cubicBezTo>
                  <a:cubicBezTo>
                    <a:pt x="155" y="452"/>
                    <a:pt x="155" y="452"/>
                    <a:pt x="148" y="452"/>
                  </a:cubicBezTo>
                  <a:cubicBezTo>
                    <a:pt x="148" y="452"/>
                    <a:pt x="148" y="452"/>
                    <a:pt x="148" y="460"/>
                  </a:cubicBezTo>
                  <a:cubicBezTo>
                    <a:pt x="148" y="460"/>
                    <a:pt x="148" y="452"/>
                    <a:pt x="141" y="452"/>
                  </a:cubicBezTo>
                  <a:cubicBezTo>
                    <a:pt x="141" y="460"/>
                    <a:pt x="141" y="460"/>
                    <a:pt x="141" y="460"/>
                  </a:cubicBezTo>
                  <a:cubicBezTo>
                    <a:pt x="141" y="460"/>
                    <a:pt x="141" y="460"/>
                    <a:pt x="134" y="460"/>
                  </a:cubicBezTo>
                  <a:cubicBezTo>
                    <a:pt x="141" y="460"/>
                    <a:pt x="134" y="467"/>
                    <a:pt x="134" y="467"/>
                  </a:cubicBezTo>
                  <a:cubicBezTo>
                    <a:pt x="141" y="474"/>
                    <a:pt x="134" y="474"/>
                    <a:pt x="134" y="474"/>
                  </a:cubicBezTo>
                  <a:cubicBezTo>
                    <a:pt x="134" y="481"/>
                    <a:pt x="127" y="481"/>
                    <a:pt x="127" y="481"/>
                  </a:cubicBezTo>
                  <a:cubicBezTo>
                    <a:pt x="127" y="481"/>
                    <a:pt x="134" y="481"/>
                    <a:pt x="134" y="474"/>
                  </a:cubicBezTo>
                  <a:lnTo>
                    <a:pt x="127" y="474"/>
                  </a:lnTo>
                  <a:cubicBezTo>
                    <a:pt x="127" y="474"/>
                    <a:pt x="127" y="474"/>
                    <a:pt x="127" y="481"/>
                  </a:cubicBezTo>
                  <a:cubicBezTo>
                    <a:pt x="170" y="523"/>
                    <a:pt x="233" y="551"/>
                    <a:pt x="297" y="551"/>
                  </a:cubicBezTo>
                  <a:cubicBezTo>
                    <a:pt x="417" y="551"/>
                    <a:pt x="516" y="460"/>
                    <a:pt x="537" y="347"/>
                  </a:cubicBezTo>
                  <a:cubicBezTo>
                    <a:pt x="537" y="339"/>
                    <a:pt x="537" y="339"/>
                    <a:pt x="537" y="339"/>
                  </a:cubicBezTo>
                  <a:cubicBezTo>
                    <a:pt x="537" y="332"/>
                    <a:pt x="530" y="332"/>
                    <a:pt x="530" y="332"/>
                  </a:cubicBezTo>
                  <a:cubicBezTo>
                    <a:pt x="530" y="332"/>
                    <a:pt x="530" y="332"/>
                    <a:pt x="530" y="325"/>
                  </a:cubicBezTo>
                  <a:cubicBezTo>
                    <a:pt x="530" y="325"/>
                    <a:pt x="530" y="325"/>
                    <a:pt x="530" y="318"/>
                  </a:cubicBezTo>
                  <a:lnTo>
                    <a:pt x="530" y="311"/>
                  </a:lnTo>
                  <a:cubicBezTo>
                    <a:pt x="530" y="311"/>
                    <a:pt x="530" y="311"/>
                    <a:pt x="523" y="311"/>
                  </a:cubicBezTo>
                  <a:cubicBezTo>
                    <a:pt x="523" y="304"/>
                    <a:pt x="523" y="304"/>
                    <a:pt x="523" y="304"/>
                  </a:cubicBezTo>
                  <a:cubicBezTo>
                    <a:pt x="516" y="304"/>
                    <a:pt x="516" y="304"/>
                    <a:pt x="516" y="304"/>
                  </a:cubicBezTo>
                  <a:cubicBezTo>
                    <a:pt x="516" y="304"/>
                    <a:pt x="516" y="304"/>
                    <a:pt x="523" y="304"/>
                  </a:cubicBezTo>
                  <a:lnTo>
                    <a:pt x="516" y="304"/>
                  </a:lnTo>
                  <a:lnTo>
                    <a:pt x="516" y="297"/>
                  </a:lnTo>
                  <a:cubicBezTo>
                    <a:pt x="516" y="297"/>
                    <a:pt x="516" y="297"/>
                    <a:pt x="516" y="290"/>
                  </a:cubicBezTo>
                  <a:cubicBezTo>
                    <a:pt x="516" y="297"/>
                    <a:pt x="516" y="297"/>
                    <a:pt x="509" y="297"/>
                  </a:cubicBezTo>
                  <a:cubicBezTo>
                    <a:pt x="509" y="290"/>
                    <a:pt x="509" y="290"/>
                    <a:pt x="509" y="290"/>
                  </a:cubicBezTo>
                  <a:cubicBezTo>
                    <a:pt x="509" y="290"/>
                    <a:pt x="509" y="290"/>
                    <a:pt x="509" y="297"/>
                  </a:cubicBezTo>
                  <a:cubicBezTo>
                    <a:pt x="509" y="297"/>
                    <a:pt x="509" y="297"/>
                    <a:pt x="502" y="297"/>
                  </a:cubicBezTo>
                  <a:lnTo>
                    <a:pt x="502" y="304"/>
                  </a:lnTo>
                  <a:cubicBezTo>
                    <a:pt x="495" y="304"/>
                    <a:pt x="495" y="304"/>
                    <a:pt x="495" y="304"/>
                  </a:cubicBezTo>
                  <a:lnTo>
                    <a:pt x="488" y="311"/>
                  </a:lnTo>
                  <a:cubicBezTo>
                    <a:pt x="481" y="311"/>
                    <a:pt x="481" y="311"/>
                    <a:pt x="481" y="311"/>
                  </a:cubicBezTo>
                  <a:cubicBezTo>
                    <a:pt x="481" y="311"/>
                    <a:pt x="481" y="311"/>
                    <a:pt x="481" y="318"/>
                  </a:cubicBezTo>
                  <a:lnTo>
                    <a:pt x="481" y="325"/>
                  </a:lnTo>
                  <a:cubicBezTo>
                    <a:pt x="481" y="325"/>
                    <a:pt x="481" y="325"/>
                    <a:pt x="481" y="332"/>
                  </a:cubicBezTo>
                  <a:cubicBezTo>
                    <a:pt x="481" y="332"/>
                    <a:pt x="481" y="332"/>
                    <a:pt x="474" y="332"/>
                  </a:cubicBezTo>
                  <a:cubicBezTo>
                    <a:pt x="474" y="325"/>
                    <a:pt x="474" y="325"/>
                    <a:pt x="466" y="325"/>
                  </a:cubicBezTo>
                  <a:cubicBezTo>
                    <a:pt x="466" y="325"/>
                    <a:pt x="466" y="325"/>
                    <a:pt x="466" y="318"/>
                  </a:cubicBezTo>
                  <a:lnTo>
                    <a:pt x="466" y="311"/>
                  </a:lnTo>
                  <a:cubicBezTo>
                    <a:pt x="466" y="311"/>
                    <a:pt x="466" y="304"/>
                    <a:pt x="459" y="304"/>
                  </a:cubicBezTo>
                  <a:cubicBezTo>
                    <a:pt x="459" y="297"/>
                    <a:pt x="459" y="297"/>
                    <a:pt x="459" y="297"/>
                  </a:cubicBezTo>
                  <a:cubicBezTo>
                    <a:pt x="466" y="297"/>
                    <a:pt x="459" y="297"/>
                    <a:pt x="459" y="297"/>
                  </a:cubicBezTo>
                  <a:cubicBezTo>
                    <a:pt x="452" y="297"/>
                    <a:pt x="452" y="297"/>
                    <a:pt x="452" y="297"/>
                  </a:cubicBezTo>
                  <a:cubicBezTo>
                    <a:pt x="452" y="297"/>
                    <a:pt x="452" y="297"/>
                    <a:pt x="452" y="290"/>
                  </a:cubicBezTo>
                  <a:cubicBezTo>
                    <a:pt x="452" y="297"/>
                    <a:pt x="452" y="290"/>
                    <a:pt x="452" y="290"/>
                  </a:cubicBezTo>
                  <a:cubicBezTo>
                    <a:pt x="445" y="290"/>
                    <a:pt x="445" y="290"/>
                    <a:pt x="445" y="290"/>
                  </a:cubicBezTo>
                  <a:cubicBezTo>
                    <a:pt x="445" y="283"/>
                    <a:pt x="445" y="283"/>
                    <a:pt x="445" y="283"/>
                  </a:cubicBezTo>
                  <a:cubicBezTo>
                    <a:pt x="445" y="283"/>
                    <a:pt x="438" y="290"/>
                    <a:pt x="438" y="283"/>
                  </a:cubicBezTo>
                  <a:lnTo>
                    <a:pt x="431" y="283"/>
                  </a:lnTo>
                  <a:cubicBezTo>
                    <a:pt x="431" y="290"/>
                    <a:pt x="431" y="290"/>
                    <a:pt x="431" y="290"/>
                  </a:cubicBezTo>
                  <a:lnTo>
                    <a:pt x="431" y="283"/>
                  </a:lnTo>
                  <a:cubicBezTo>
                    <a:pt x="424" y="283"/>
                    <a:pt x="424" y="283"/>
                    <a:pt x="424" y="283"/>
                  </a:cubicBezTo>
                  <a:cubicBezTo>
                    <a:pt x="417" y="283"/>
                    <a:pt x="417" y="283"/>
                    <a:pt x="417" y="283"/>
                  </a:cubicBezTo>
                  <a:lnTo>
                    <a:pt x="410" y="283"/>
                  </a:lnTo>
                  <a:cubicBezTo>
                    <a:pt x="410" y="283"/>
                    <a:pt x="403" y="283"/>
                    <a:pt x="403" y="276"/>
                  </a:cubicBezTo>
                  <a:cubicBezTo>
                    <a:pt x="403" y="276"/>
                    <a:pt x="403" y="276"/>
                    <a:pt x="403" y="269"/>
                  </a:cubicBezTo>
                  <a:cubicBezTo>
                    <a:pt x="396" y="269"/>
                    <a:pt x="396" y="269"/>
                    <a:pt x="396" y="269"/>
                  </a:cubicBezTo>
                  <a:cubicBezTo>
                    <a:pt x="396" y="269"/>
                    <a:pt x="396" y="269"/>
                    <a:pt x="396" y="276"/>
                  </a:cubicBezTo>
                  <a:cubicBezTo>
                    <a:pt x="396" y="276"/>
                    <a:pt x="396" y="276"/>
                    <a:pt x="396" y="283"/>
                  </a:cubicBezTo>
                  <a:cubicBezTo>
                    <a:pt x="396" y="283"/>
                    <a:pt x="396" y="283"/>
                    <a:pt x="403" y="283"/>
                  </a:cubicBezTo>
                  <a:cubicBezTo>
                    <a:pt x="403" y="283"/>
                    <a:pt x="403" y="283"/>
                    <a:pt x="396" y="283"/>
                  </a:cubicBezTo>
                  <a:lnTo>
                    <a:pt x="403" y="283"/>
                  </a:lnTo>
                  <a:cubicBezTo>
                    <a:pt x="396" y="283"/>
                    <a:pt x="396" y="283"/>
                    <a:pt x="403" y="283"/>
                  </a:cubicBezTo>
                  <a:lnTo>
                    <a:pt x="403" y="290"/>
                  </a:lnTo>
                  <a:cubicBezTo>
                    <a:pt x="403" y="283"/>
                    <a:pt x="403" y="283"/>
                    <a:pt x="403" y="283"/>
                  </a:cubicBezTo>
                  <a:lnTo>
                    <a:pt x="403" y="290"/>
                  </a:lnTo>
                  <a:cubicBezTo>
                    <a:pt x="410" y="290"/>
                    <a:pt x="410" y="290"/>
                    <a:pt x="410" y="290"/>
                  </a:cubicBezTo>
                  <a:cubicBezTo>
                    <a:pt x="417" y="283"/>
                    <a:pt x="417" y="283"/>
                    <a:pt x="417" y="283"/>
                  </a:cubicBezTo>
                  <a:lnTo>
                    <a:pt x="417" y="290"/>
                  </a:lnTo>
                  <a:lnTo>
                    <a:pt x="424" y="290"/>
                  </a:lnTo>
                  <a:cubicBezTo>
                    <a:pt x="424" y="290"/>
                    <a:pt x="424" y="290"/>
                    <a:pt x="424" y="297"/>
                  </a:cubicBezTo>
                  <a:cubicBezTo>
                    <a:pt x="424" y="304"/>
                    <a:pt x="424" y="304"/>
                    <a:pt x="424" y="304"/>
                  </a:cubicBezTo>
                  <a:cubicBezTo>
                    <a:pt x="417" y="304"/>
                    <a:pt x="417" y="304"/>
                    <a:pt x="417" y="304"/>
                  </a:cubicBezTo>
                  <a:lnTo>
                    <a:pt x="417" y="311"/>
                  </a:lnTo>
                  <a:cubicBezTo>
                    <a:pt x="410" y="311"/>
                    <a:pt x="410" y="311"/>
                    <a:pt x="410" y="311"/>
                  </a:cubicBezTo>
                  <a:lnTo>
                    <a:pt x="403" y="311"/>
                  </a:lnTo>
                  <a:cubicBezTo>
                    <a:pt x="403" y="318"/>
                    <a:pt x="403" y="318"/>
                    <a:pt x="396" y="318"/>
                  </a:cubicBezTo>
                  <a:lnTo>
                    <a:pt x="389" y="318"/>
                  </a:lnTo>
                  <a:cubicBezTo>
                    <a:pt x="382" y="325"/>
                    <a:pt x="382" y="325"/>
                    <a:pt x="382" y="318"/>
                  </a:cubicBezTo>
                  <a:cubicBezTo>
                    <a:pt x="382" y="318"/>
                    <a:pt x="382" y="318"/>
                    <a:pt x="382" y="311"/>
                  </a:cubicBezTo>
                  <a:cubicBezTo>
                    <a:pt x="382" y="311"/>
                    <a:pt x="375" y="311"/>
                    <a:pt x="375" y="304"/>
                  </a:cubicBezTo>
                  <a:cubicBezTo>
                    <a:pt x="375" y="304"/>
                    <a:pt x="375" y="304"/>
                    <a:pt x="368" y="297"/>
                  </a:cubicBezTo>
                  <a:cubicBezTo>
                    <a:pt x="368" y="297"/>
                    <a:pt x="368" y="297"/>
                    <a:pt x="368" y="290"/>
                  </a:cubicBezTo>
                  <a:cubicBezTo>
                    <a:pt x="368" y="283"/>
                    <a:pt x="361" y="283"/>
                    <a:pt x="361" y="283"/>
                  </a:cubicBezTo>
                  <a:cubicBezTo>
                    <a:pt x="361" y="276"/>
                    <a:pt x="361" y="276"/>
                    <a:pt x="361" y="276"/>
                  </a:cubicBezTo>
                  <a:cubicBezTo>
                    <a:pt x="361" y="269"/>
                    <a:pt x="353" y="269"/>
                    <a:pt x="353" y="269"/>
                  </a:cubicBezTo>
                  <a:cubicBezTo>
                    <a:pt x="353" y="269"/>
                    <a:pt x="353" y="269"/>
                    <a:pt x="361" y="262"/>
                  </a:cubicBezTo>
                  <a:cubicBezTo>
                    <a:pt x="361" y="254"/>
                    <a:pt x="361" y="254"/>
                    <a:pt x="361" y="254"/>
                  </a:cubicBezTo>
                  <a:cubicBezTo>
                    <a:pt x="361" y="254"/>
                    <a:pt x="361" y="254"/>
                    <a:pt x="353" y="254"/>
                  </a:cubicBezTo>
                  <a:cubicBezTo>
                    <a:pt x="353" y="254"/>
                    <a:pt x="353" y="254"/>
                    <a:pt x="346" y="254"/>
                  </a:cubicBezTo>
                  <a:cubicBezTo>
                    <a:pt x="346" y="254"/>
                    <a:pt x="346" y="247"/>
                    <a:pt x="346" y="254"/>
                  </a:cubicBezTo>
                  <a:cubicBezTo>
                    <a:pt x="346" y="254"/>
                    <a:pt x="346" y="254"/>
                    <a:pt x="339" y="254"/>
                  </a:cubicBezTo>
                  <a:cubicBezTo>
                    <a:pt x="339" y="247"/>
                    <a:pt x="339" y="247"/>
                    <a:pt x="339" y="247"/>
                  </a:cubicBezTo>
                  <a:cubicBezTo>
                    <a:pt x="332" y="247"/>
                    <a:pt x="332" y="247"/>
                    <a:pt x="332" y="247"/>
                  </a:cubicBezTo>
                  <a:cubicBezTo>
                    <a:pt x="339" y="247"/>
                    <a:pt x="339" y="247"/>
                    <a:pt x="332" y="247"/>
                  </a:cubicBezTo>
                  <a:lnTo>
                    <a:pt x="339" y="247"/>
                  </a:lnTo>
                  <a:lnTo>
                    <a:pt x="332" y="247"/>
                  </a:lnTo>
                  <a:cubicBezTo>
                    <a:pt x="332" y="240"/>
                    <a:pt x="332" y="240"/>
                    <a:pt x="332" y="240"/>
                  </a:cubicBezTo>
                  <a:cubicBezTo>
                    <a:pt x="332" y="240"/>
                    <a:pt x="332" y="240"/>
                    <a:pt x="339" y="240"/>
                  </a:cubicBezTo>
                  <a:cubicBezTo>
                    <a:pt x="332" y="240"/>
                    <a:pt x="332" y="240"/>
                    <a:pt x="332" y="240"/>
                  </a:cubicBezTo>
                  <a:lnTo>
                    <a:pt x="339" y="240"/>
                  </a:lnTo>
                  <a:lnTo>
                    <a:pt x="346" y="240"/>
                  </a:lnTo>
                  <a:cubicBezTo>
                    <a:pt x="346" y="240"/>
                    <a:pt x="346" y="240"/>
                    <a:pt x="339" y="240"/>
                  </a:cubicBezTo>
                  <a:cubicBezTo>
                    <a:pt x="339" y="240"/>
                    <a:pt x="339" y="240"/>
                    <a:pt x="339" y="233"/>
                  </a:cubicBezTo>
                  <a:lnTo>
                    <a:pt x="346" y="240"/>
                  </a:lnTo>
                  <a:lnTo>
                    <a:pt x="346" y="233"/>
                  </a:lnTo>
                  <a:cubicBezTo>
                    <a:pt x="346" y="240"/>
                    <a:pt x="346" y="240"/>
                    <a:pt x="346" y="240"/>
                  </a:cubicBezTo>
                  <a:cubicBezTo>
                    <a:pt x="346" y="233"/>
                    <a:pt x="346" y="233"/>
                    <a:pt x="346" y="233"/>
                  </a:cubicBezTo>
                  <a:lnTo>
                    <a:pt x="353" y="233"/>
                  </a:lnTo>
                  <a:cubicBezTo>
                    <a:pt x="353" y="233"/>
                    <a:pt x="353" y="233"/>
                    <a:pt x="361" y="233"/>
                  </a:cubicBezTo>
                  <a:cubicBezTo>
                    <a:pt x="361" y="233"/>
                    <a:pt x="361" y="240"/>
                    <a:pt x="368" y="240"/>
                  </a:cubicBezTo>
                  <a:lnTo>
                    <a:pt x="375" y="240"/>
                  </a:lnTo>
                  <a:lnTo>
                    <a:pt x="375" y="233"/>
                  </a:lnTo>
                  <a:cubicBezTo>
                    <a:pt x="375" y="226"/>
                    <a:pt x="375" y="226"/>
                    <a:pt x="375" y="226"/>
                  </a:cubicBezTo>
                  <a:lnTo>
                    <a:pt x="368" y="226"/>
                  </a:lnTo>
                  <a:lnTo>
                    <a:pt x="361" y="226"/>
                  </a:lnTo>
                  <a:cubicBezTo>
                    <a:pt x="361" y="226"/>
                    <a:pt x="368" y="226"/>
                    <a:pt x="368" y="219"/>
                  </a:cubicBezTo>
                  <a:cubicBezTo>
                    <a:pt x="368" y="219"/>
                    <a:pt x="368" y="219"/>
                    <a:pt x="361" y="219"/>
                  </a:cubicBezTo>
                  <a:cubicBezTo>
                    <a:pt x="353" y="219"/>
                    <a:pt x="353" y="219"/>
                    <a:pt x="353" y="219"/>
                  </a:cubicBezTo>
                  <a:cubicBezTo>
                    <a:pt x="353" y="219"/>
                    <a:pt x="361" y="219"/>
                    <a:pt x="361" y="226"/>
                  </a:cubicBezTo>
                  <a:cubicBezTo>
                    <a:pt x="361" y="226"/>
                    <a:pt x="361" y="226"/>
                    <a:pt x="353" y="226"/>
                  </a:cubicBezTo>
                  <a:cubicBezTo>
                    <a:pt x="353" y="219"/>
                    <a:pt x="353" y="219"/>
                    <a:pt x="353" y="219"/>
                  </a:cubicBezTo>
                  <a:cubicBezTo>
                    <a:pt x="353" y="219"/>
                    <a:pt x="353" y="219"/>
                    <a:pt x="346" y="219"/>
                  </a:cubicBezTo>
                  <a:cubicBezTo>
                    <a:pt x="346" y="219"/>
                    <a:pt x="346" y="219"/>
                    <a:pt x="353" y="219"/>
                  </a:cubicBezTo>
                  <a:cubicBezTo>
                    <a:pt x="346" y="219"/>
                    <a:pt x="346" y="219"/>
                    <a:pt x="346" y="219"/>
                  </a:cubicBezTo>
                  <a:cubicBezTo>
                    <a:pt x="346" y="219"/>
                    <a:pt x="339" y="219"/>
                    <a:pt x="346" y="219"/>
                  </a:cubicBezTo>
                  <a:cubicBezTo>
                    <a:pt x="346" y="226"/>
                    <a:pt x="346" y="226"/>
                    <a:pt x="346" y="226"/>
                  </a:cubicBezTo>
                  <a:cubicBezTo>
                    <a:pt x="346" y="226"/>
                    <a:pt x="346" y="226"/>
                    <a:pt x="339" y="226"/>
                  </a:cubicBezTo>
                  <a:cubicBezTo>
                    <a:pt x="339" y="226"/>
                    <a:pt x="339" y="226"/>
                    <a:pt x="339" y="233"/>
                  </a:cubicBezTo>
                  <a:cubicBezTo>
                    <a:pt x="339" y="240"/>
                    <a:pt x="339" y="240"/>
                    <a:pt x="339" y="240"/>
                  </a:cubicBezTo>
                  <a:lnTo>
                    <a:pt x="332" y="240"/>
                  </a:lnTo>
                  <a:cubicBezTo>
                    <a:pt x="332" y="240"/>
                    <a:pt x="332" y="240"/>
                    <a:pt x="325" y="240"/>
                  </a:cubicBezTo>
                  <a:cubicBezTo>
                    <a:pt x="325" y="240"/>
                    <a:pt x="325" y="240"/>
                    <a:pt x="325" y="247"/>
                  </a:cubicBezTo>
                  <a:cubicBezTo>
                    <a:pt x="325" y="247"/>
                    <a:pt x="325" y="247"/>
                    <a:pt x="325" y="254"/>
                  </a:cubicBezTo>
                  <a:lnTo>
                    <a:pt x="325" y="247"/>
                  </a:lnTo>
                  <a:cubicBezTo>
                    <a:pt x="325" y="247"/>
                    <a:pt x="325" y="247"/>
                    <a:pt x="318" y="254"/>
                  </a:cubicBezTo>
                  <a:cubicBezTo>
                    <a:pt x="318" y="247"/>
                    <a:pt x="318" y="247"/>
                    <a:pt x="318" y="247"/>
                  </a:cubicBezTo>
                  <a:lnTo>
                    <a:pt x="325" y="247"/>
                  </a:lnTo>
                  <a:lnTo>
                    <a:pt x="318" y="247"/>
                  </a:lnTo>
                  <a:cubicBezTo>
                    <a:pt x="318" y="247"/>
                    <a:pt x="318" y="247"/>
                    <a:pt x="318" y="240"/>
                  </a:cubicBezTo>
                  <a:cubicBezTo>
                    <a:pt x="318" y="247"/>
                    <a:pt x="318" y="240"/>
                    <a:pt x="318" y="240"/>
                  </a:cubicBezTo>
                  <a:lnTo>
                    <a:pt x="318" y="233"/>
                  </a:lnTo>
                  <a:cubicBezTo>
                    <a:pt x="318" y="233"/>
                    <a:pt x="318" y="233"/>
                    <a:pt x="311" y="233"/>
                  </a:cubicBezTo>
                  <a:lnTo>
                    <a:pt x="304" y="226"/>
                  </a:lnTo>
                  <a:cubicBezTo>
                    <a:pt x="297" y="226"/>
                    <a:pt x="297" y="226"/>
                    <a:pt x="297" y="226"/>
                  </a:cubicBezTo>
                  <a:lnTo>
                    <a:pt x="297" y="219"/>
                  </a:lnTo>
                  <a:lnTo>
                    <a:pt x="297" y="226"/>
                  </a:lnTo>
                  <a:cubicBezTo>
                    <a:pt x="297" y="233"/>
                    <a:pt x="297" y="233"/>
                    <a:pt x="297" y="233"/>
                  </a:cubicBezTo>
                  <a:lnTo>
                    <a:pt x="304" y="233"/>
                  </a:lnTo>
                  <a:cubicBezTo>
                    <a:pt x="311" y="240"/>
                    <a:pt x="311" y="240"/>
                    <a:pt x="311" y="240"/>
                  </a:cubicBezTo>
                  <a:lnTo>
                    <a:pt x="304" y="240"/>
                  </a:lnTo>
                  <a:cubicBezTo>
                    <a:pt x="311" y="240"/>
                    <a:pt x="311" y="240"/>
                    <a:pt x="311" y="240"/>
                  </a:cubicBezTo>
                  <a:cubicBezTo>
                    <a:pt x="311" y="240"/>
                    <a:pt x="311" y="240"/>
                    <a:pt x="311" y="247"/>
                  </a:cubicBezTo>
                  <a:cubicBezTo>
                    <a:pt x="311" y="247"/>
                    <a:pt x="311" y="247"/>
                    <a:pt x="304" y="247"/>
                  </a:cubicBezTo>
                  <a:lnTo>
                    <a:pt x="304" y="240"/>
                  </a:lnTo>
                  <a:cubicBezTo>
                    <a:pt x="304" y="240"/>
                    <a:pt x="304" y="240"/>
                    <a:pt x="297" y="240"/>
                  </a:cubicBezTo>
                  <a:cubicBezTo>
                    <a:pt x="297" y="233"/>
                    <a:pt x="297" y="240"/>
                    <a:pt x="297" y="233"/>
                  </a:cubicBezTo>
                  <a:cubicBezTo>
                    <a:pt x="297" y="233"/>
                    <a:pt x="297" y="233"/>
                    <a:pt x="290" y="233"/>
                  </a:cubicBezTo>
                  <a:lnTo>
                    <a:pt x="290" y="226"/>
                  </a:lnTo>
                  <a:lnTo>
                    <a:pt x="283" y="226"/>
                  </a:lnTo>
                  <a:cubicBezTo>
                    <a:pt x="283" y="226"/>
                    <a:pt x="283" y="233"/>
                    <a:pt x="276" y="233"/>
                  </a:cubicBezTo>
                  <a:cubicBezTo>
                    <a:pt x="276" y="226"/>
                    <a:pt x="276" y="233"/>
                    <a:pt x="276" y="233"/>
                  </a:cubicBezTo>
                  <a:cubicBezTo>
                    <a:pt x="276" y="233"/>
                    <a:pt x="276" y="226"/>
                    <a:pt x="269" y="233"/>
                  </a:cubicBezTo>
                  <a:cubicBezTo>
                    <a:pt x="269" y="240"/>
                    <a:pt x="262" y="233"/>
                    <a:pt x="262" y="240"/>
                  </a:cubicBezTo>
                  <a:cubicBezTo>
                    <a:pt x="262" y="240"/>
                    <a:pt x="262" y="240"/>
                    <a:pt x="262" y="247"/>
                  </a:cubicBezTo>
                  <a:lnTo>
                    <a:pt x="255" y="247"/>
                  </a:lnTo>
                  <a:cubicBezTo>
                    <a:pt x="255" y="247"/>
                    <a:pt x="255" y="247"/>
                    <a:pt x="255" y="254"/>
                  </a:cubicBezTo>
                  <a:lnTo>
                    <a:pt x="248" y="254"/>
                  </a:lnTo>
                  <a:cubicBezTo>
                    <a:pt x="248" y="254"/>
                    <a:pt x="248" y="254"/>
                    <a:pt x="240" y="254"/>
                  </a:cubicBezTo>
                  <a:cubicBezTo>
                    <a:pt x="240" y="247"/>
                    <a:pt x="240" y="247"/>
                    <a:pt x="240" y="247"/>
                  </a:cubicBezTo>
                  <a:cubicBezTo>
                    <a:pt x="233" y="247"/>
                    <a:pt x="240" y="247"/>
                    <a:pt x="240" y="247"/>
                  </a:cubicBezTo>
                  <a:lnTo>
                    <a:pt x="233" y="247"/>
                  </a:lnTo>
                  <a:cubicBezTo>
                    <a:pt x="233" y="247"/>
                    <a:pt x="233" y="247"/>
                    <a:pt x="240" y="247"/>
                  </a:cubicBezTo>
                  <a:cubicBezTo>
                    <a:pt x="240" y="247"/>
                    <a:pt x="240" y="247"/>
                    <a:pt x="233" y="247"/>
                  </a:cubicBezTo>
                  <a:lnTo>
                    <a:pt x="233" y="240"/>
                  </a:lnTo>
                  <a:cubicBezTo>
                    <a:pt x="240" y="240"/>
                    <a:pt x="240" y="240"/>
                    <a:pt x="240" y="233"/>
                  </a:cubicBezTo>
                  <a:cubicBezTo>
                    <a:pt x="240" y="233"/>
                    <a:pt x="240" y="233"/>
                    <a:pt x="233" y="233"/>
                  </a:cubicBezTo>
                  <a:lnTo>
                    <a:pt x="240" y="233"/>
                  </a:lnTo>
                  <a:cubicBezTo>
                    <a:pt x="240" y="226"/>
                    <a:pt x="240" y="226"/>
                    <a:pt x="240" y="226"/>
                  </a:cubicBezTo>
                  <a:lnTo>
                    <a:pt x="248" y="226"/>
                  </a:lnTo>
                  <a:cubicBezTo>
                    <a:pt x="248" y="226"/>
                    <a:pt x="255" y="233"/>
                    <a:pt x="255" y="226"/>
                  </a:cubicBezTo>
                  <a:lnTo>
                    <a:pt x="255" y="233"/>
                  </a:lnTo>
                  <a:cubicBezTo>
                    <a:pt x="255" y="226"/>
                    <a:pt x="255" y="226"/>
                    <a:pt x="255" y="226"/>
                  </a:cubicBezTo>
                  <a:cubicBezTo>
                    <a:pt x="262" y="226"/>
                    <a:pt x="262" y="226"/>
                    <a:pt x="262" y="226"/>
                  </a:cubicBezTo>
                  <a:lnTo>
                    <a:pt x="255" y="226"/>
                  </a:lnTo>
                  <a:cubicBezTo>
                    <a:pt x="255" y="226"/>
                    <a:pt x="255" y="226"/>
                    <a:pt x="262" y="219"/>
                  </a:cubicBezTo>
                  <a:cubicBezTo>
                    <a:pt x="262" y="226"/>
                    <a:pt x="262" y="226"/>
                    <a:pt x="262" y="226"/>
                  </a:cubicBezTo>
                  <a:lnTo>
                    <a:pt x="262" y="219"/>
                  </a:lnTo>
                  <a:cubicBezTo>
                    <a:pt x="255" y="219"/>
                    <a:pt x="262" y="219"/>
                    <a:pt x="255" y="219"/>
                  </a:cubicBezTo>
                  <a:cubicBezTo>
                    <a:pt x="255" y="212"/>
                    <a:pt x="255" y="212"/>
                    <a:pt x="255" y="212"/>
                  </a:cubicBezTo>
                  <a:lnTo>
                    <a:pt x="255" y="219"/>
                  </a:lnTo>
                  <a:cubicBezTo>
                    <a:pt x="255" y="212"/>
                    <a:pt x="255" y="212"/>
                    <a:pt x="248" y="212"/>
                  </a:cubicBezTo>
                  <a:lnTo>
                    <a:pt x="255" y="212"/>
                  </a:lnTo>
                  <a:cubicBezTo>
                    <a:pt x="255" y="212"/>
                    <a:pt x="255" y="212"/>
                    <a:pt x="255" y="205"/>
                  </a:cubicBezTo>
                  <a:cubicBezTo>
                    <a:pt x="255" y="205"/>
                    <a:pt x="255" y="205"/>
                    <a:pt x="262" y="205"/>
                  </a:cubicBezTo>
                  <a:lnTo>
                    <a:pt x="262" y="212"/>
                  </a:lnTo>
                  <a:cubicBezTo>
                    <a:pt x="262" y="205"/>
                    <a:pt x="262" y="212"/>
                    <a:pt x="262" y="212"/>
                  </a:cubicBezTo>
                  <a:cubicBezTo>
                    <a:pt x="262" y="205"/>
                    <a:pt x="262" y="205"/>
                    <a:pt x="262" y="205"/>
                  </a:cubicBezTo>
                  <a:cubicBezTo>
                    <a:pt x="262" y="205"/>
                    <a:pt x="262" y="205"/>
                    <a:pt x="269" y="205"/>
                  </a:cubicBezTo>
                  <a:cubicBezTo>
                    <a:pt x="269" y="198"/>
                    <a:pt x="269" y="198"/>
                    <a:pt x="269" y="198"/>
                  </a:cubicBezTo>
                  <a:lnTo>
                    <a:pt x="276" y="198"/>
                  </a:lnTo>
                  <a:cubicBezTo>
                    <a:pt x="276" y="198"/>
                    <a:pt x="276" y="191"/>
                    <a:pt x="283" y="198"/>
                  </a:cubicBezTo>
                  <a:cubicBezTo>
                    <a:pt x="283" y="198"/>
                    <a:pt x="283" y="198"/>
                    <a:pt x="283" y="191"/>
                  </a:cubicBezTo>
                  <a:cubicBezTo>
                    <a:pt x="283" y="191"/>
                    <a:pt x="283" y="191"/>
                    <a:pt x="283" y="198"/>
                  </a:cubicBezTo>
                  <a:cubicBezTo>
                    <a:pt x="283" y="198"/>
                    <a:pt x="283" y="198"/>
                    <a:pt x="283" y="191"/>
                  </a:cubicBezTo>
                  <a:cubicBezTo>
                    <a:pt x="283" y="191"/>
                    <a:pt x="283" y="191"/>
                    <a:pt x="290" y="191"/>
                  </a:cubicBezTo>
                  <a:lnTo>
                    <a:pt x="283" y="191"/>
                  </a:lnTo>
                  <a:cubicBezTo>
                    <a:pt x="283" y="191"/>
                    <a:pt x="283" y="191"/>
                    <a:pt x="283" y="184"/>
                  </a:cubicBezTo>
                  <a:cubicBezTo>
                    <a:pt x="283" y="184"/>
                    <a:pt x="283" y="184"/>
                    <a:pt x="290" y="184"/>
                  </a:cubicBezTo>
                  <a:lnTo>
                    <a:pt x="290" y="191"/>
                  </a:lnTo>
                  <a:lnTo>
                    <a:pt x="297" y="191"/>
                  </a:lnTo>
                  <a:lnTo>
                    <a:pt x="304" y="191"/>
                  </a:lnTo>
                  <a:cubicBezTo>
                    <a:pt x="304" y="191"/>
                    <a:pt x="304" y="191"/>
                    <a:pt x="311" y="191"/>
                  </a:cubicBezTo>
                  <a:lnTo>
                    <a:pt x="318" y="191"/>
                  </a:lnTo>
                  <a:cubicBezTo>
                    <a:pt x="318" y="184"/>
                    <a:pt x="318" y="191"/>
                    <a:pt x="318" y="184"/>
                  </a:cubicBezTo>
                  <a:lnTo>
                    <a:pt x="318" y="177"/>
                  </a:lnTo>
                  <a:cubicBezTo>
                    <a:pt x="325" y="177"/>
                    <a:pt x="325" y="177"/>
                    <a:pt x="325" y="177"/>
                  </a:cubicBezTo>
                  <a:cubicBezTo>
                    <a:pt x="325" y="177"/>
                    <a:pt x="325" y="177"/>
                    <a:pt x="325" y="184"/>
                  </a:cubicBezTo>
                  <a:cubicBezTo>
                    <a:pt x="325" y="184"/>
                    <a:pt x="325" y="184"/>
                    <a:pt x="325" y="177"/>
                  </a:cubicBezTo>
                  <a:cubicBezTo>
                    <a:pt x="325" y="177"/>
                    <a:pt x="325" y="177"/>
                    <a:pt x="332" y="177"/>
                  </a:cubicBezTo>
                  <a:lnTo>
                    <a:pt x="325" y="177"/>
                  </a:lnTo>
                  <a:cubicBezTo>
                    <a:pt x="325" y="177"/>
                    <a:pt x="325" y="177"/>
                    <a:pt x="325" y="170"/>
                  </a:cubicBezTo>
                  <a:cubicBezTo>
                    <a:pt x="332" y="170"/>
                    <a:pt x="332" y="170"/>
                    <a:pt x="332" y="170"/>
                  </a:cubicBezTo>
                  <a:lnTo>
                    <a:pt x="339" y="170"/>
                  </a:lnTo>
                  <a:lnTo>
                    <a:pt x="346" y="170"/>
                  </a:lnTo>
                  <a:lnTo>
                    <a:pt x="339" y="170"/>
                  </a:lnTo>
                  <a:lnTo>
                    <a:pt x="339" y="163"/>
                  </a:lnTo>
                  <a:lnTo>
                    <a:pt x="339" y="170"/>
                  </a:lnTo>
                  <a:cubicBezTo>
                    <a:pt x="339" y="170"/>
                    <a:pt x="339" y="170"/>
                    <a:pt x="332" y="170"/>
                  </a:cubicBezTo>
                  <a:cubicBezTo>
                    <a:pt x="325" y="170"/>
                    <a:pt x="325" y="170"/>
                    <a:pt x="325" y="170"/>
                  </a:cubicBezTo>
                  <a:cubicBezTo>
                    <a:pt x="318" y="170"/>
                    <a:pt x="318" y="163"/>
                    <a:pt x="318" y="163"/>
                  </a:cubicBezTo>
                  <a:cubicBezTo>
                    <a:pt x="318" y="163"/>
                    <a:pt x="318" y="163"/>
                    <a:pt x="318" y="156"/>
                  </a:cubicBezTo>
                  <a:lnTo>
                    <a:pt x="325" y="156"/>
                  </a:lnTo>
                  <a:lnTo>
                    <a:pt x="332" y="149"/>
                  </a:lnTo>
                  <a:cubicBezTo>
                    <a:pt x="332" y="141"/>
                    <a:pt x="332" y="141"/>
                    <a:pt x="332" y="141"/>
                  </a:cubicBezTo>
                  <a:cubicBezTo>
                    <a:pt x="332" y="141"/>
                    <a:pt x="332" y="141"/>
                    <a:pt x="325" y="141"/>
                  </a:cubicBezTo>
                  <a:cubicBezTo>
                    <a:pt x="325" y="141"/>
                    <a:pt x="325" y="141"/>
                    <a:pt x="325" y="149"/>
                  </a:cubicBezTo>
                  <a:cubicBezTo>
                    <a:pt x="318" y="149"/>
                    <a:pt x="318" y="149"/>
                    <a:pt x="318" y="149"/>
                  </a:cubicBezTo>
                  <a:cubicBezTo>
                    <a:pt x="318" y="149"/>
                    <a:pt x="318" y="149"/>
                    <a:pt x="318" y="156"/>
                  </a:cubicBezTo>
                  <a:cubicBezTo>
                    <a:pt x="311" y="156"/>
                    <a:pt x="311" y="156"/>
                    <a:pt x="311" y="156"/>
                  </a:cubicBezTo>
                  <a:cubicBezTo>
                    <a:pt x="311" y="163"/>
                    <a:pt x="311" y="163"/>
                    <a:pt x="311" y="163"/>
                  </a:cubicBezTo>
                  <a:cubicBezTo>
                    <a:pt x="311" y="170"/>
                    <a:pt x="311" y="170"/>
                    <a:pt x="311" y="170"/>
                  </a:cubicBezTo>
                  <a:lnTo>
                    <a:pt x="304" y="170"/>
                  </a:lnTo>
                  <a:cubicBezTo>
                    <a:pt x="311" y="170"/>
                    <a:pt x="311" y="170"/>
                    <a:pt x="311" y="170"/>
                  </a:cubicBezTo>
                  <a:lnTo>
                    <a:pt x="311" y="177"/>
                  </a:lnTo>
                  <a:lnTo>
                    <a:pt x="304" y="177"/>
                  </a:lnTo>
                  <a:lnTo>
                    <a:pt x="311" y="177"/>
                  </a:lnTo>
                  <a:cubicBezTo>
                    <a:pt x="304" y="177"/>
                    <a:pt x="304" y="177"/>
                    <a:pt x="304" y="177"/>
                  </a:cubicBezTo>
                  <a:cubicBezTo>
                    <a:pt x="304" y="184"/>
                    <a:pt x="304" y="184"/>
                    <a:pt x="304" y="184"/>
                  </a:cubicBezTo>
                  <a:cubicBezTo>
                    <a:pt x="304" y="184"/>
                    <a:pt x="304" y="184"/>
                    <a:pt x="297" y="184"/>
                  </a:cubicBezTo>
                  <a:cubicBezTo>
                    <a:pt x="297" y="184"/>
                    <a:pt x="297" y="184"/>
                    <a:pt x="297" y="177"/>
                  </a:cubicBezTo>
                  <a:cubicBezTo>
                    <a:pt x="297" y="177"/>
                    <a:pt x="297" y="177"/>
                    <a:pt x="290" y="177"/>
                  </a:cubicBezTo>
                  <a:cubicBezTo>
                    <a:pt x="290" y="177"/>
                    <a:pt x="290" y="177"/>
                    <a:pt x="290" y="170"/>
                  </a:cubicBezTo>
                  <a:lnTo>
                    <a:pt x="290" y="177"/>
                  </a:lnTo>
                  <a:cubicBezTo>
                    <a:pt x="283" y="177"/>
                    <a:pt x="283" y="177"/>
                    <a:pt x="283" y="177"/>
                  </a:cubicBezTo>
                  <a:cubicBezTo>
                    <a:pt x="276" y="177"/>
                    <a:pt x="276" y="177"/>
                    <a:pt x="276" y="177"/>
                  </a:cubicBezTo>
                  <a:lnTo>
                    <a:pt x="276" y="170"/>
                  </a:lnTo>
                  <a:cubicBezTo>
                    <a:pt x="276" y="170"/>
                    <a:pt x="276" y="170"/>
                    <a:pt x="276" y="177"/>
                  </a:cubicBezTo>
                  <a:cubicBezTo>
                    <a:pt x="276" y="170"/>
                    <a:pt x="276" y="170"/>
                    <a:pt x="276" y="170"/>
                  </a:cubicBezTo>
                  <a:lnTo>
                    <a:pt x="276" y="163"/>
                  </a:lnTo>
                  <a:cubicBezTo>
                    <a:pt x="276" y="170"/>
                    <a:pt x="276" y="163"/>
                    <a:pt x="276" y="163"/>
                  </a:cubicBezTo>
                  <a:lnTo>
                    <a:pt x="276" y="156"/>
                  </a:lnTo>
                  <a:cubicBezTo>
                    <a:pt x="283" y="156"/>
                    <a:pt x="283" y="156"/>
                    <a:pt x="283" y="156"/>
                  </a:cubicBezTo>
                  <a:cubicBezTo>
                    <a:pt x="283" y="156"/>
                    <a:pt x="283" y="156"/>
                    <a:pt x="290" y="156"/>
                  </a:cubicBezTo>
                  <a:cubicBezTo>
                    <a:pt x="290" y="156"/>
                    <a:pt x="290" y="156"/>
                    <a:pt x="290" y="149"/>
                  </a:cubicBezTo>
                  <a:cubicBezTo>
                    <a:pt x="297" y="149"/>
                    <a:pt x="297" y="149"/>
                    <a:pt x="297" y="149"/>
                  </a:cubicBezTo>
                  <a:cubicBezTo>
                    <a:pt x="297" y="141"/>
                    <a:pt x="297" y="141"/>
                    <a:pt x="297" y="141"/>
                  </a:cubicBezTo>
                  <a:cubicBezTo>
                    <a:pt x="297" y="134"/>
                    <a:pt x="304" y="134"/>
                    <a:pt x="304" y="134"/>
                  </a:cubicBezTo>
                  <a:cubicBezTo>
                    <a:pt x="311" y="134"/>
                    <a:pt x="311" y="134"/>
                    <a:pt x="311" y="134"/>
                  </a:cubicBezTo>
                  <a:cubicBezTo>
                    <a:pt x="311" y="134"/>
                    <a:pt x="311" y="134"/>
                    <a:pt x="311" y="127"/>
                  </a:cubicBezTo>
                  <a:cubicBezTo>
                    <a:pt x="311" y="127"/>
                    <a:pt x="311" y="127"/>
                    <a:pt x="318" y="127"/>
                  </a:cubicBezTo>
                  <a:cubicBezTo>
                    <a:pt x="318" y="127"/>
                    <a:pt x="318" y="127"/>
                    <a:pt x="318" y="120"/>
                  </a:cubicBezTo>
                  <a:cubicBezTo>
                    <a:pt x="318" y="127"/>
                    <a:pt x="318" y="127"/>
                    <a:pt x="325" y="127"/>
                  </a:cubicBezTo>
                  <a:cubicBezTo>
                    <a:pt x="325" y="120"/>
                    <a:pt x="325" y="120"/>
                    <a:pt x="325" y="120"/>
                  </a:cubicBezTo>
                  <a:cubicBezTo>
                    <a:pt x="332" y="120"/>
                    <a:pt x="332" y="120"/>
                    <a:pt x="332" y="120"/>
                  </a:cubicBezTo>
                  <a:cubicBezTo>
                    <a:pt x="339" y="120"/>
                    <a:pt x="339" y="120"/>
                    <a:pt x="339" y="120"/>
                  </a:cubicBezTo>
                  <a:cubicBezTo>
                    <a:pt x="339" y="120"/>
                    <a:pt x="339" y="120"/>
                    <a:pt x="346" y="120"/>
                  </a:cubicBezTo>
                  <a:cubicBezTo>
                    <a:pt x="346" y="120"/>
                    <a:pt x="346" y="120"/>
                    <a:pt x="339" y="120"/>
                  </a:cubicBezTo>
                  <a:cubicBezTo>
                    <a:pt x="339" y="127"/>
                    <a:pt x="339" y="127"/>
                    <a:pt x="346" y="127"/>
                  </a:cubicBezTo>
                  <a:cubicBezTo>
                    <a:pt x="346" y="127"/>
                    <a:pt x="346" y="127"/>
                    <a:pt x="353" y="127"/>
                  </a:cubicBezTo>
                  <a:lnTo>
                    <a:pt x="361" y="127"/>
                  </a:lnTo>
                  <a:cubicBezTo>
                    <a:pt x="361" y="127"/>
                    <a:pt x="361" y="127"/>
                    <a:pt x="368" y="127"/>
                  </a:cubicBezTo>
                  <a:lnTo>
                    <a:pt x="368" y="134"/>
                  </a:lnTo>
                  <a:cubicBezTo>
                    <a:pt x="368" y="134"/>
                    <a:pt x="368" y="134"/>
                    <a:pt x="375" y="134"/>
                  </a:cubicBezTo>
                  <a:cubicBezTo>
                    <a:pt x="375" y="141"/>
                    <a:pt x="375" y="141"/>
                    <a:pt x="375" y="141"/>
                  </a:cubicBezTo>
                  <a:cubicBezTo>
                    <a:pt x="368" y="141"/>
                    <a:pt x="361" y="141"/>
                    <a:pt x="353" y="141"/>
                  </a:cubicBezTo>
                  <a:lnTo>
                    <a:pt x="353" y="134"/>
                  </a:lnTo>
                  <a:cubicBezTo>
                    <a:pt x="353" y="141"/>
                    <a:pt x="353" y="141"/>
                    <a:pt x="353" y="141"/>
                  </a:cubicBezTo>
                  <a:cubicBezTo>
                    <a:pt x="361" y="141"/>
                    <a:pt x="361" y="141"/>
                    <a:pt x="353" y="141"/>
                  </a:cubicBezTo>
                  <a:cubicBezTo>
                    <a:pt x="353" y="149"/>
                    <a:pt x="361" y="149"/>
                    <a:pt x="361" y="149"/>
                  </a:cubicBezTo>
                  <a:cubicBezTo>
                    <a:pt x="368" y="156"/>
                    <a:pt x="368" y="156"/>
                    <a:pt x="368" y="149"/>
                  </a:cubicBezTo>
                  <a:cubicBezTo>
                    <a:pt x="361" y="149"/>
                    <a:pt x="361" y="149"/>
                    <a:pt x="361" y="149"/>
                  </a:cubicBezTo>
                  <a:cubicBezTo>
                    <a:pt x="368" y="149"/>
                    <a:pt x="368" y="149"/>
                    <a:pt x="368" y="149"/>
                  </a:cubicBezTo>
                  <a:cubicBezTo>
                    <a:pt x="368" y="149"/>
                    <a:pt x="368" y="149"/>
                    <a:pt x="375" y="149"/>
                  </a:cubicBezTo>
                  <a:cubicBezTo>
                    <a:pt x="375" y="149"/>
                    <a:pt x="375" y="149"/>
                    <a:pt x="375" y="141"/>
                  </a:cubicBezTo>
                  <a:cubicBezTo>
                    <a:pt x="382" y="141"/>
                    <a:pt x="382" y="141"/>
                    <a:pt x="382" y="141"/>
                  </a:cubicBezTo>
                  <a:cubicBezTo>
                    <a:pt x="382" y="141"/>
                    <a:pt x="382" y="141"/>
                    <a:pt x="382" y="134"/>
                  </a:cubicBezTo>
                  <a:cubicBezTo>
                    <a:pt x="382" y="134"/>
                    <a:pt x="382" y="134"/>
                    <a:pt x="382" y="127"/>
                  </a:cubicBezTo>
                  <a:lnTo>
                    <a:pt x="382" y="134"/>
                  </a:lnTo>
                  <a:cubicBezTo>
                    <a:pt x="382" y="134"/>
                    <a:pt x="389" y="134"/>
                    <a:pt x="389" y="127"/>
                  </a:cubicBezTo>
                  <a:cubicBezTo>
                    <a:pt x="389" y="134"/>
                    <a:pt x="389" y="134"/>
                    <a:pt x="389" y="134"/>
                  </a:cubicBezTo>
                  <a:cubicBezTo>
                    <a:pt x="389" y="134"/>
                    <a:pt x="389" y="134"/>
                    <a:pt x="382" y="134"/>
                  </a:cubicBezTo>
                  <a:cubicBezTo>
                    <a:pt x="389" y="134"/>
                    <a:pt x="389" y="141"/>
                    <a:pt x="389" y="141"/>
                  </a:cubicBezTo>
                  <a:cubicBezTo>
                    <a:pt x="389" y="141"/>
                    <a:pt x="389" y="141"/>
                    <a:pt x="396" y="141"/>
                  </a:cubicBezTo>
                  <a:cubicBezTo>
                    <a:pt x="396" y="134"/>
                    <a:pt x="396" y="134"/>
                    <a:pt x="396" y="134"/>
                  </a:cubicBezTo>
                  <a:lnTo>
                    <a:pt x="403" y="134"/>
                  </a:lnTo>
                  <a:cubicBezTo>
                    <a:pt x="403" y="134"/>
                    <a:pt x="403" y="134"/>
                    <a:pt x="403" y="127"/>
                  </a:cubicBezTo>
                  <a:lnTo>
                    <a:pt x="403" y="134"/>
                  </a:lnTo>
                  <a:cubicBezTo>
                    <a:pt x="410" y="134"/>
                    <a:pt x="403" y="127"/>
                    <a:pt x="410" y="127"/>
                  </a:cubicBezTo>
                  <a:cubicBezTo>
                    <a:pt x="410" y="127"/>
                    <a:pt x="410" y="127"/>
                    <a:pt x="410" y="134"/>
                  </a:cubicBezTo>
                  <a:cubicBezTo>
                    <a:pt x="410" y="134"/>
                    <a:pt x="410" y="134"/>
                    <a:pt x="417" y="127"/>
                  </a:cubicBezTo>
                  <a:cubicBezTo>
                    <a:pt x="417" y="127"/>
                    <a:pt x="417" y="134"/>
                    <a:pt x="417" y="127"/>
                  </a:cubicBezTo>
                  <a:cubicBezTo>
                    <a:pt x="417" y="127"/>
                    <a:pt x="417" y="127"/>
                    <a:pt x="424" y="127"/>
                  </a:cubicBezTo>
                  <a:cubicBezTo>
                    <a:pt x="424" y="134"/>
                    <a:pt x="424" y="134"/>
                    <a:pt x="424" y="134"/>
                  </a:cubicBezTo>
                  <a:lnTo>
                    <a:pt x="424" y="127"/>
                  </a:lnTo>
                  <a:cubicBezTo>
                    <a:pt x="431" y="127"/>
                    <a:pt x="431" y="127"/>
                    <a:pt x="431" y="127"/>
                  </a:cubicBezTo>
                  <a:cubicBezTo>
                    <a:pt x="431" y="127"/>
                    <a:pt x="431" y="127"/>
                    <a:pt x="438" y="127"/>
                  </a:cubicBezTo>
                  <a:cubicBezTo>
                    <a:pt x="438" y="127"/>
                    <a:pt x="445" y="127"/>
                    <a:pt x="452" y="134"/>
                  </a:cubicBezTo>
                  <a:lnTo>
                    <a:pt x="452" y="127"/>
                  </a:lnTo>
                  <a:cubicBezTo>
                    <a:pt x="445" y="127"/>
                    <a:pt x="452" y="127"/>
                    <a:pt x="445" y="127"/>
                  </a:cubicBezTo>
                  <a:cubicBezTo>
                    <a:pt x="445" y="120"/>
                    <a:pt x="445" y="120"/>
                    <a:pt x="445" y="120"/>
                  </a:cubicBezTo>
                  <a:cubicBezTo>
                    <a:pt x="445" y="120"/>
                    <a:pt x="445" y="113"/>
                    <a:pt x="452" y="113"/>
                  </a:cubicBezTo>
                  <a:cubicBezTo>
                    <a:pt x="445" y="106"/>
                    <a:pt x="438" y="99"/>
                    <a:pt x="431" y="99"/>
                  </a:cubicBezTo>
                  <a:cubicBezTo>
                    <a:pt x="424" y="99"/>
                    <a:pt x="424" y="99"/>
                    <a:pt x="424" y="99"/>
                  </a:cubicBezTo>
                  <a:cubicBezTo>
                    <a:pt x="424" y="99"/>
                    <a:pt x="424" y="99"/>
                    <a:pt x="417" y="99"/>
                  </a:cubicBezTo>
                  <a:cubicBezTo>
                    <a:pt x="417" y="99"/>
                    <a:pt x="417" y="99"/>
                    <a:pt x="417" y="106"/>
                  </a:cubicBezTo>
                  <a:cubicBezTo>
                    <a:pt x="417" y="106"/>
                    <a:pt x="417" y="106"/>
                    <a:pt x="424" y="106"/>
                  </a:cubicBezTo>
                  <a:cubicBezTo>
                    <a:pt x="417" y="106"/>
                    <a:pt x="417" y="106"/>
                    <a:pt x="417" y="106"/>
                  </a:cubicBezTo>
                  <a:cubicBezTo>
                    <a:pt x="410" y="106"/>
                    <a:pt x="410" y="106"/>
                    <a:pt x="410" y="106"/>
                  </a:cubicBezTo>
                  <a:cubicBezTo>
                    <a:pt x="410" y="106"/>
                    <a:pt x="410" y="99"/>
                    <a:pt x="417" y="99"/>
                  </a:cubicBezTo>
                  <a:cubicBezTo>
                    <a:pt x="417" y="99"/>
                    <a:pt x="417" y="99"/>
                    <a:pt x="417" y="92"/>
                  </a:cubicBezTo>
                  <a:lnTo>
                    <a:pt x="417" y="99"/>
                  </a:lnTo>
                  <a:cubicBezTo>
                    <a:pt x="424" y="92"/>
                    <a:pt x="424" y="92"/>
                    <a:pt x="424" y="92"/>
                  </a:cubicBezTo>
                  <a:cubicBezTo>
                    <a:pt x="389" y="71"/>
                    <a:pt x="346" y="57"/>
                    <a:pt x="297" y="57"/>
                  </a:cubicBezTo>
                  <a:cubicBezTo>
                    <a:pt x="262" y="57"/>
                    <a:pt x="226" y="71"/>
                    <a:pt x="191" y="85"/>
                  </a:cubicBezTo>
                  <a:close/>
                  <a:moveTo>
                    <a:pt x="198" y="92"/>
                  </a:moveTo>
                  <a:lnTo>
                    <a:pt x="198" y="92"/>
                  </a:lnTo>
                  <a:close/>
                  <a:moveTo>
                    <a:pt x="410" y="233"/>
                  </a:moveTo>
                  <a:lnTo>
                    <a:pt x="410" y="233"/>
                  </a:lnTo>
                  <a:cubicBezTo>
                    <a:pt x="410" y="233"/>
                    <a:pt x="410" y="233"/>
                    <a:pt x="403" y="233"/>
                  </a:cubicBezTo>
                  <a:cubicBezTo>
                    <a:pt x="410" y="233"/>
                    <a:pt x="410" y="233"/>
                    <a:pt x="410" y="233"/>
                  </a:cubicBezTo>
                  <a:lnTo>
                    <a:pt x="403" y="233"/>
                  </a:lnTo>
                  <a:cubicBezTo>
                    <a:pt x="403" y="226"/>
                    <a:pt x="403" y="226"/>
                    <a:pt x="403" y="226"/>
                  </a:cubicBezTo>
                  <a:lnTo>
                    <a:pt x="403" y="219"/>
                  </a:lnTo>
                  <a:lnTo>
                    <a:pt x="410" y="226"/>
                  </a:lnTo>
                  <a:cubicBezTo>
                    <a:pt x="410" y="219"/>
                    <a:pt x="410" y="219"/>
                    <a:pt x="410" y="219"/>
                  </a:cubicBezTo>
                  <a:cubicBezTo>
                    <a:pt x="410" y="219"/>
                    <a:pt x="410" y="219"/>
                    <a:pt x="403" y="219"/>
                  </a:cubicBezTo>
                  <a:cubicBezTo>
                    <a:pt x="403" y="219"/>
                    <a:pt x="403" y="219"/>
                    <a:pt x="396" y="219"/>
                  </a:cubicBezTo>
                  <a:lnTo>
                    <a:pt x="389" y="226"/>
                  </a:lnTo>
                  <a:lnTo>
                    <a:pt x="396" y="226"/>
                  </a:lnTo>
                  <a:cubicBezTo>
                    <a:pt x="396" y="226"/>
                    <a:pt x="389" y="233"/>
                    <a:pt x="396" y="233"/>
                  </a:cubicBezTo>
                  <a:cubicBezTo>
                    <a:pt x="396" y="233"/>
                    <a:pt x="396" y="233"/>
                    <a:pt x="396" y="240"/>
                  </a:cubicBezTo>
                  <a:lnTo>
                    <a:pt x="403" y="240"/>
                  </a:lnTo>
                  <a:cubicBezTo>
                    <a:pt x="396" y="240"/>
                    <a:pt x="396" y="240"/>
                    <a:pt x="396" y="240"/>
                  </a:cubicBezTo>
                  <a:cubicBezTo>
                    <a:pt x="396" y="247"/>
                    <a:pt x="396" y="247"/>
                    <a:pt x="396" y="247"/>
                  </a:cubicBezTo>
                  <a:cubicBezTo>
                    <a:pt x="396" y="247"/>
                    <a:pt x="396" y="247"/>
                    <a:pt x="403" y="247"/>
                  </a:cubicBezTo>
                  <a:cubicBezTo>
                    <a:pt x="403" y="254"/>
                    <a:pt x="403" y="254"/>
                    <a:pt x="410" y="254"/>
                  </a:cubicBezTo>
                  <a:cubicBezTo>
                    <a:pt x="410" y="247"/>
                    <a:pt x="410" y="247"/>
                    <a:pt x="410" y="247"/>
                  </a:cubicBezTo>
                  <a:cubicBezTo>
                    <a:pt x="410" y="240"/>
                    <a:pt x="410" y="240"/>
                    <a:pt x="410" y="240"/>
                  </a:cubicBezTo>
                  <a:cubicBezTo>
                    <a:pt x="410" y="233"/>
                    <a:pt x="410" y="233"/>
                    <a:pt x="410" y="233"/>
                  </a:cubicBezTo>
                  <a:cubicBezTo>
                    <a:pt x="410" y="233"/>
                    <a:pt x="410" y="233"/>
                    <a:pt x="410" y="240"/>
                  </a:cubicBezTo>
                  <a:cubicBezTo>
                    <a:pt x="410" y="233"/>
                    <a:pt x="410" y="233"/>
                    <a:pt x="410" y="233"/>
                  </a:cubicBezTo>
                  <a:close/>
                  <a:moveTo>
                    <a:pt x="332" y="233"/>
                  </a:moveTo>
                  <a:lnTo>
                    <a:pt x="332" y="233"/>
                  </a:lnTo>
                  <a:close/>
                  <a:moveTo>
                    <a:pt x="417" y="106"/>
                  </a:moveTo>
                  <a:lnTo>
                    <a:pt x="417" y="106"/>
                  </a:lnTo>
                  <a:cubicBezTo>
                    <a:pt x="417" y="113"/>
                    <a:pt x="417" y="106"/>
                    <a:pt x="417" y="113"/>
                  </a:cubicBezTo>
                  <a:lnTo>
                    <a:pt x="417" y="120"/>
                  </a:lnTo>
                  <a:cubicBezTo>
                    <a:pt x="417" y="120"/>
                    <a:pt x="417" y="120"/>
                    <a:pt x="410" y="120"/>
                  </a:cubicBezTo>
                  <a:lnTo>
                    <a:pt x="410" y="113"/>
                  </a:lnTo>
                  <a:cubicBezTo>
                    <a:pt x="403" y="113"/>
                    <a:pt x="403" y="113"/>
                    <a:pt x="403" y="113"/>
                  </a:cubicBezTo>
                  <a:cubicBezTo>
                    <a:pt x="410" y="113"/>
                    <a:pt x="410" y="113"/>
                    <a:pt x="410" y="113"/>
                  </a:cubicBezTo>
                  <a:cubicBezTo>
                    <a:pt x="410" y="113"/>
                    <a:pt x="410" y="113"/>
                    <a:pt x="403" y="106"/>
                  </a:cubicBezTo>
                  <a:lnTo>
                    <a:pt x="410" y="106"/>
                  </a:lnTo>
                  <a:lnTo>
                    <a:pt x="417" y="106"/>
                  </a:lnTo>
                  <a:close/>
                  <a:moveTo>
                    <a:pt x="332" y="71"/>
                  </a:moveTo>
                  <a:lnTo>
                    <a:pt x="332" y="71"/>
                  </a:lnTo>
                  <a:cubicBezTo>
                    <a:pt x="325" y="71"/>
                    <a:pt x="325" y="71"/>
                    <a:pt x="325" y="71"/>
                  </a:cubicBezTo>
                  <a:cubicBezTo>
                    <a:pt x="325" y="71"/>
                    <a:pt x="325" y="71"/>
                    <a:pt x="318" y="71"/>
                  </a:cubicBezTo>
                  <a:cubicBezTo>
                    <a:pt x="318" y="71"/>
                    <a:pt x="318" y="71"/>
                    <a:pt x="325" y="71"/>
                  </a:cubicBezTo>
                  <a:cubicBezTo>
                    <a:pt x="318" y="71"/>
                    <a:pt x="311" y="71"/>
                    <a:pt x="311" y="71"/>
                  </a:cubicBezTo>
                  <a:cubicBezTo>
                    <a:pt x="311" y="71"/>
                    <a:pt x="311" y="71"/>
                    <a:pt x="311" y="64"/>
                  </a:cubicBezTo>
                  <a:cubicBezTo>
                    <a:pt x="318" y="64"/>
                    <a:pt x="318" y="64"/>
                    <a:pt x="318" y="64"/>
                  </a:cubicBezTo>
                  <a:cubicBezTo>
                    <a:pt x="318" y="71"/>
                    <a:pt x="318" y="64"/>
                    <a:pt x="325" y="71"/>
                  </a:cubicBezTo>
                  <a:lnTo>
                    <a:pt x="325" y="64"/>
                  </a:lnTo>
                  <a:cubicBezTo>
                    <a:pt x="325" y="64"/>
                    <a:pt x="325" y="64"/>
                    <a:pt x="325" y="71"/>
                  </a:cubicBezTo>
                  <a:cubicBezTo>
                    <a:pt x="325" y="64"/>
                    <a:pt x="325" y="64"/>
                    <a:pt x="332" y="64"/>
                  </a:cubicBezTo>
                  <a:cubicBezTo>
                    <a:pt x="332" y="64"/>
                    <a:pt x="332" y="71"/>
                    <a:pt x="339" y="71"/>
                  </a:cubicBezTo>
                  <a:cubicBezTo>
                    <a:pt x="332" y="71"/>
                    <a:pt x="332" y="71"/>
                    <a:pt x="332" y="71"/>
                  </a:cubicBezTo>
                  <a:close/>
                  <a:moveTo>
                    <a:pt x="311" y="71"/>
                  </a:moveTo>
                  <a:lnTo>
                    <a:pt x="311" y="71"/>
                  </a:lnTo>
                  <a:cubicBezTo>
                    <a:pt x="318" y="71"/>
                    <a:pt x="318" y="71"/>
                    <a:pt x="318" y="71"/>
                  </a:cubicBezTo>
                  <a:lnTo>
                    <a:pt x="318" y="78"/>
                  </a:lnTo>
                  <a:cubicBezTo>
                    <a:pt x="311" y="78"/>
                    <a:pt x="311" y="78"/>
                    <a:pt x="311" y="78"/>
                  </a:cubicBezTo>
                  <a:cubicBezTo>
                    <a:pt x="311" y="85"/>
                    <a:pt x="311" y="85"/>
                    <a:pt x="311" y="85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85"/>
                    <a:pt x="304" y="85"/>
                    <a:pt x="311" y="85"/>
                  </a:cubicBezTo>
                  <a:cubicBezTo>
                    <a:pt x="304" y="85"/>
                    <a:pt x="304" y="78"/>
                    <a:pt x="304" y="78"/>
                  </a:cubicBezTo>
                  <a:lnTo>
                    <a:pt x="304" y="85"/>
                  </a:lnTo>
                  <a:cubicBezTo>
                    <a:pt x="297" y="85"/>
                    <a:pt x="297" y="78"/>
                    <a:pt x="297" y="78"/>
                  </a:cubicBezTo>
                  <a:cubicBezTo>
                    <a:pt x="304" y="78"/>
                    <a:pt x="304" y="78"/>
                    <a:pt x="304" y="78"/>
                  </a:cubicBezTo>
                  <a:cubicBezTo>
                    <a:pt x="304" y="78"/>
                    <a:pt x="304" y="78"/>
                    <a:pt x="297" y="78"/>
                  </a:cubicBezTo>
                  <a:cubicBezTo>
                    <a:pt x="297" y="78"/>
                    <a:pt x="297" y="78"/>
                    <a:pt x="297" y="71"/>
                  </a:cubicBezTo>
                  <a:cubicBezTo>
                    <a:pt x="297" y="71"/>
                    <a:pt x="297" y="71"/>
                    <a:pt x="290" y="71"/>
                  </a:cubicBezTo>
                  <a:cubicBezTo>
                    <a:pt x="290" y="71"/>
                    <a:pt x="290" y="71"/>
                    <a:pt x="297" y="71"/>
                  </a:cubicBezTo>
                  <a:cubicBezTo>
                    <a:pt x="297" y="71"/>
                    <a:pt x="297" y="71"/>
                    <a:pt x="304" y="71"/>
                  </a:cubicBezTo>
                  <a:lnTo>
                    <a:pt x="311" y="71"/>
                  </a:lnTo>
                  <a:close/>
                  <a:moveTo>
                    <a:pt x="262" y="205"/>
                  </a:moveTo>
                  <a:lnTo>
                    <a:pt x="262" y="205"/>
                  </a:lnTo>
                  <a:lnTo>
                    <a:pt x="269" y="205"/>
                  </a:lnTo>
                  <a:cubicBezTo>
                    <a:pt x="262" y="205"/>
                    <a:pt x="262" y="205"/>
                    <a:pt x="262" y="205"/>
                  </a:cubicBezTo>
                  <a:cubicBezTo>
                    <a:pt x="255" y="205"/>
                    <a:pt x="255" y="205"/>
                    <a:pt x="255" y="205"/>
                  </a:cubicBezTo>
                  <a:cubicBezTo>
                    <a:pt x="255" y="205"/>
                    <a:pt x="255" y="205"/>
                    <a:pt x="248" y="205"/>
                  </a:cubicBezTo>
                  <a:cubicBezTo>
                    <a:pt x="255" y="205"/>
                    <a:pt x="255" y="205"/>
                    <a:pt x="255" y="205"/>
                  </a:cubicBezTo>
                  <a:lnTo>
                    <a:pt x="255" y="198"/>
                  </a:lnTo>
                  <a:lnTo>
                    <a:pt x="255" y="205"/>
                  </a:lnTo>
                  <a:cubicBezTo>
                    <a:pt x="255" y="198"/>
                    <a:pt x="248" y="198"/>
                    <a:pt x="248" y="198"/>
                  </a:cubicBezTo>
                  <a:lnTo>
                    <a:pt x="255" y="198"/>
                  </a:lnTo>
                  <a:cubicBezTo>
                    <a:pt x="255" y="191"/>
                    <a:pt x="255" y="191"/>
                    <a:pt x="255" y="191"/>
                  </a:cubicBezTo>
                  <a:cubicBezTo>
                    <a:pt x="255" y="191"/>
                    <a:pt x="255" y="191"/>
                    <a:pt x="248" y="191"/>
                  </a:cubicBezTo>
                  <a:lnTo>
                    <a:pt x="248" y="184"/>
                  </a:lnTo>
                  <a:cubicBezTo>
                    <a:pt x="248" y="177"/>
                    <a:pt x="248" y="177"/>
                    <a:pt x="248" y="177"/>
                  </a:cubicBezTo>
                  <a:lnTo>
                    <a:pt x="255" y="177"/>
                  </a:lnTo>
                  <a:lnTo>
                    <a:pt x="248" y="177"/>
                  </a:lnTo>
                  <a:cubicBezTo>
                    <a:pt x="255" y="177"/>
                    <a:pt x="255" y="177"/>
                    <a:pt x="255" y="177"/>
                  </a:cubicBezTo>
                  <a:cubicBezTo>
                    <a:pt x="255" y="184"/>
                    <a:pt x="255" y="184"/>
                    <a:pt x="255" y="184"/>
                  </a:cubicBezTo>
                  <a:cubicBezTo>
                    <a:pt x="255" y="191"/>
                    <a:pt x="255" y="191"/>
                    <a:pt x="255" y="191"/>
                  </a:cubicBezTo>
                  <a:cubicBezTo>
                    <a:pt x="262" y="191"/>
                    <a:pt x="262" y="191"/>
                    <a:pt x="262" y="191"/>
                  </a:cubicBezTo>
                  <a:cubicBezTo>
                    <a:pt x="262" y="198"/>
                    <a:pt x="262" y="198"/>
                    <a:pt x="262" y="198"/>
                  </a:cubicBezTo>
                  <a:lnTo>
                    <a:pt x="269" y="198"/>
                  </a:lnTo>
                  <a:cubicBezTo>
                    <a:pt x="269" y="198"/>
                    <a:pt x="262" y="198"/>
                    <a:pt x="262" y="205"/>
                  </a:cubicBezTo>
                  <a:close/>
                  <a:moveTo>
                    <a:pt x="248" y="184"/>
                  </a:moveTo>
                  <a:lnTo>
                    <a:pt x="248" y="184"/>
                  </a:lnTo>
                  <a:close/>
                  <a:moveTo>
                    <a:pt x="248" y="191"/>
                  </a:moveTo>
                  <a:lnTo>
                    <a:pt x="248" y="191"/>
                  </a:lnTo>
                  <a:cubicBezTo>
                    <a:pt x="248" y="191"/>
                    <a:pt x="248" y="191"/>
                    <a:pt x="240" y="191"/>
                  </a:cubicBezTo>
                  <a:cubicBezTo>
                    <a:pt x="248" y="191"/>
                    <a:pt x="248" y="198"/>
                    <a:pt x="248" y="198"/>
                  </a:cubicBezTo>
                  <a:cubicBezTo>
                    <a:pt x="240" y="198"/>
                    <a:pt x="240" y="198"/>
                    <a:pt x="240" y="198"/>
                  </a:cubicBezTo>
                  <a:cubicBezTo>
                    <a:pt x="233" y="198"/>
                    <a:pt x="233" y="205"/>
                    <a:pt x="233" y="205"/>
                  </a:cubicBezTo>
                  <a:cubicBezTo>
                    <a:pt x="233" y="198"/>
                    <a:pt x="233" y="198"/>
                    <a:pt x="233" y="198"/>
                  </a:cubicBezTo>
                  <a:cubicBezTo>
                    <a:pt x="233" y="198"/>
                    <a:pt x="233" y="198"/>
                    <a:pt x="240" y="198"/>
                  </a:cubicBezTo>
                  <a:cubicBezTo>
                    <a:pt x="233" y="198"/>
                    <a:pt x="233" y="198"/>
                    <a:pt x="233" y="191"/>
                  </a:cubicBezTo>
                  <a:cubicBezTo>
                    <a:pt x="233" y="191"/>
                    <a:pt x="233" y="191"/>
                    <a:pt x="240" y="191"/>
                  </a:cubicBezTo>
                  <a:cubicBezTo>
                    <a:pt x="240" y="191"/>
                    <a:pt x="240" y="191"/>
                    <a:pt x="240" y="184"/>
                  </a:cubicBezTo>
                  <a:cubicBezTo>
                    <a:pt x="240" y="191"/>
                    <a:pt x="240" y="191"/>
                    <a:pt x="240" y="191"/>
                  </a:cubicBezTo>
                  <a:cubicBezTo>
                    <a:pt x="240" y="191"/>
                    <a:pt x="248" y="184"/>
                    <a:pt x="248" y="191"/>
                  </a:cubicBezTo>
                  <a:close/>
                  <a:moveTo>
                    <a:pt x="233" y="269"/>
                  </a:moveTo>
                  <a:lnTo>
                    <a:pt x="233" y="269"/>
                  </a:lnTo>
                  <a:lnTo>
                    <a:pt x="233" y="262"/>
                  </a:lnTo>
                  <a:lnTo>
                    <a:pt x="240" y="262"/>
                  </a:lnTo>
                  <a:lnTo>
                    <a:pt x="248" y="254"/>
                  </a:lnTo>
                  <a:lnTo>
                    <a:pt x="255" y="254"/>
                  </a:lnTo>
                  <a:cubicBezTo>
                    <a:pt x="255" y="254"/>
                    <a:pt x="255" y="254"/>
                    <a:pt x="262" y="254"/>
                  </a:cubicBezTo>
                  <a:lnTo>
                    <a:pt x="269" y="254"/>
                  </a:lnTo>
                  <a:cubicBezTo>
                    <a:pt x="269" y="254"/>
                    <a:pt x="269" y="254"/>
                    <a:pt x="269" y="247"/>
                  </a:cubicBezTo>
                  <a:cubicBezTo>
                    <a:pt x="276" y="247"/>
                    <a:pt x="276" y="254"/>
                    <a:pt x="276" y="254"/>
                  </a:cubicBezTo>
                  <a:lnTo>
                    <a:pt x="276" y="247"/>
                  </a:lnTo>
                  <a:cubicBezTo>
                    <a:pt x="283" y="247"/>
                    <a:pt x="283" y="247"/>
                    <a:pt x="283" y="247"/>
                  </a:cubicBezTo>
                  <a:lnTo>
                    <a:pt x="283" y="254"/>
                  </a:lnTo>
                  <a:lnTo>
                    <a:pt x="290" y="247"/>
                  </a:lnTo>
                  <a:cubicBezTo>
                    <a:pt x="290" y="247"/>
                    <a:pt x="290" y="247"/>
                    <a:pt x="290" y="254"/>
                  </a:cubicBezTo>
                  <a:cubicBezTo>
                    <a:pt x="290" y="247"/>
                    <a:pt x="290" y="247"/>
                    <a:pt x="290" y="247"/>
                  </a:cubicBezTo>
                  <a:cubicBezTo>
                    <a:pt x="290" y="254"/>
                    <a:pt x="290" y="254"/>
                    <a:pt x="290" y="254"/>
                  </a:cubicBezTo>
                  <a:lnTo>
                    <a:pt x="290" y="262"/>
                  </a:lnTo>
                  <a:cubicBezTo>
                    <a:pt x="297" y="262"/>
                    <a:pt x="297" y="262"/>
                    <a:pt x="297" y="262"/>
                  </a:cubicBezTo>
                  <a:cubicBezTo>
                    <a:pt x="297" y="262"/>
                    <a:pt x="297" y="262"/>
                    <a:pt x="304" y="262"/>
                  </a:cubicBezTo>
                  <a:cubicBezTo>
                    <a:pt x="304" y="269"/>
                    <a:pt x="304" y="269"/>
                    <a:pt x="304" y="269"/>
                  </a:cubicBezTo>
                  <a:lnTo>
                    <a:pt x="311" y="269"/>
                  </a:lnTo>
                  <a:lnTo>
                    <a:pt x="318" y="269"/>
                  </a:lnTo>
                  <a:cubicBezTo>
                    <a:pt x="318" y="262"/>
                    <a:pt x="318" y="262"/>
                    <a:pt x="325" y="262"/>
                  </a:cubicBezTo>
                  <a:lnTo>
                    <a:pt x="325" y="269"/>
                  </a:lnTo>
                  <a:cubicBezTo>
                    <a:pt x="332" y="269"/>
                    <a:pt x="332" y="269"/>
                    <a:pt x="332" y="269"/>
                  </a:cubicBezTo>
                  <a:lnTo>
                    <a:pt x="339" y="269"/>
                  </a:lnTo>
                  <a:cubicBezTo>
                    <a:pt x="339" y="269"/>
                    <a:pt x="339" y="269"/>
                    <a:pt x="346" y="269"/>
                  </a:cubicBezTo>
                  <a:cubicBezTo>
                    <a:pt x="353" y="269"/>
                    <a:pt x="353" y="269"/>
                    <a:pt x="353" y="269"/>
                  </a:cubicBezTo>
                  <a:cubicBezTo>
                    <a:pt x="353" y="269"/>
                    <a:pt x="353" y="269"/>
                    <a:pt x="361" y="276"/>
                  </a:cubicBezTo>
                  <a:cubicBezTo>
                    <a:pt x="353" y="276"/>
                    <a:pt x="353" y="276"/>
                    <a:pt x="353" y="276"/>
                  </a:cubicBezTo>
                  <a:cubicBezTo>
                    <a:pt x="353" y="283"/>
                    <a:pt x="353" y="283"/>
                    <a:pt x="353" y="283"/>
                  </a:cubicBezTo>
                  <a:lnTo>
                    <a:pt x="361" y="290"/>
                  </a:lnTo>
                  <a:lnTo>
                    <a:pt x="361" y="297"/>
                  </a:lnTo>
                  <a:cubicBezTo>
                    <a:pt x="368" y="297"/>
                    <a:pt x="361" y="304"/>
                    <a:pt x="368" y="304"/>
                  </a:cubicBezTo>
                  <a:cubicBezTo>
                    <a:pt x="368" y="311"/>
                    <a:pt x="368" y="311"/>
                    <a:pt x="375" y="318"/>
                  </a:cubicBezTo>
                  <a:lnTo>
                    <a:pt x="375" y="311"/>
                  </a:lnTo>
                  <a:lnTo>
                    <a:pt x="375" y="318"/>
                  </a:lnTo>
                  <a:cubicBezTo>
                    <a:pt x="375" y="318"/>
                    <a:pt x="375" y="318"/>
                    <a:pt x="382" y="318"/>
                  </a:cubicBezTo>
                  <a:lnTo>
                    <a:pt x="382" y="325"/>
                  </a:lnTo>
                  <a:cubicBezTo>
                    <a:pt x="389" y="325"/>
                    <a:pt x="389" y="325"/>
                    <a:pt x="389" y="325"/>
                  </a:cubicBezTo>
                  <a:cubicBezTo>
                    <a:pt x="396" y="325"/>
                    <a:pt x="396" y="325"/>
                    <a:pt x="396" y="325"/>
                  </a:cubicBezTo>
                  <a:lnTo>
                    <a:pt x="403" y="325"/>
                  </a:lnTo>
                  <a:cubicBezTo>
                    <a:pt x="403" y="325"/>
                    <a:pt x="403" y="325"/>
                    <a:pt x="403" y="332"/>
                  </a:cubicBezTo>
                  <a:lnTo>
                    <a:pt x="396" y="332"/>
                  </a:lnTo>
                  <a:cubicBezTo>
                    <a:pt x="396" y="332"/>
                    <a:pt x="396" y="332"/>
                    <a:pt x="396" y="339"/>
                  </a:cubicBezTo>
                  <a:cubicBezTo>
                    <a:pt x="396" y="347"/>
                    <a:pt x="396" y="347"/>
                    <a:pt x="389" y="347"/>
                  </a:cubicBezTo>
                  <a:cubicBezTo>
                    <a:pt x="389" y="347"/>
                    <a:pt x="389" y="347"/>
                    <a:pt x="389" y="354"/>
                  </a:cubicBezTo>
                  <a:lnTo>
                    <a:pt x="382" y="354"/>
                  </a:lnTo>
                  <a:cubicBezTo>
                    <a:pt x="382" y="361"/>
                    <a:pt x="375" y="361"/>
                    <a:pt x="375" y="361"/>
                  </a:cubicBezTo>
                  <a:cubicBezTo>
                    <a:pt x="375" y="368"/>
                    <a:pt x="375" y="368"/>
                    <a:pt x="375" y="368"/>
                  </a:cubicBezTo>
                  <a:lnTo>
                    <a:pt x="368" y="368"/>
                  </a:lnTo>
                  <a:lnTo>
                    <a:pt x="368" y="375"/>
                  </a:lnTo>
                  <a:cubicBezTo>
                    <a:pt x="368" y="375"/>
                    <a:pt x="368" y="375"/>
                    <a:pt x="368" y="382"/>
                  </a:cubicBezTo>
                  <a:cubicBezTo>
                    <a:pt x="375" y="389"/>
                    <a:pt x="375" y="389"/>
                    <a:pt x="375" y="389"/>
                  </a:cubicBezTo>
                  <a:cubicBezTo>
                    <a:pt x="375" y="396"/>
                    <a:pt x="375" y="396"/>
                    <a:pt x="375" y="396"/>
                  </a:cubicBezTo>
                  <a:lnTo>
                    <a:pt x="375" y="403"/>
                  </a:lnTo>
                  <a:cubicBezTo>
                    <a:pt x="375" y="403"/>
                    <a:pt x="375" y="403"/>
                    <a:pt x="368" y="403"/>
                  </a:cubicBezTo>
                  <a:cubicBezTo>
                    <a:pt x="361" y="410"/>
                    <a:pt x="361" y="410"/>
                    <a:pt x="361" y="410"/>
                  </a:cubicBezTo>
                  <a:lnTo>
                    <a:pt x="361" y="417"/>
                  </a:lnTo>
                  <a:lnTo>
                    <a:pt x="361" y="424"/>
                  </a:lnTo>
                  <a:cubicBezTo>
                    <a:pt x="361" y="424"/>
                    <a:pt x="353" y="424"/>
                    <a:pt x="353" y="431"/>
                  </a:cubicBezTo>
                  <a:lnTo>
                    <a:pt x="353" y="438"/>
                  </a:lnTo>
                  <a:lnTo>
                    <a:pt x="346" y="438"/>
                  </a:lnTo>
                  <a:cubicBezTo>
                    <a:pt x="346" y="445"/>
                    <a:pt x="339" y="445"/>
                    <a:pt x="339" y="452"/>
                  </a:cubicBezTo>
                  <a:cubicBezTo>
                    <a:pt x="332" y="452"/>
                    <a:pt x="332" y="452"/>
                    <a:pt x="332" y="452"/>
                  </a:cubicBezTo>
                  <a:cubicBezTo>
                    <a:pt x="325" y="452"/>
                    <a:pt x="325" y="452"/>
                    <a:pt x="325" y="452"/>
                  </a:cubicBezTo>
                  <a:lnTo>
                    <a:pt x="318" y="452"/>
                  </a:lnTo>
                  <a:cubicBezTo>
                    <a:pt x="318" y="460"/>
                    <a:pt x="318" y="452"/>
                    <a:pt x="318" y="452"/>
                  </a:cubicBezTo>
                  <a:cubicBezTo>
                    <a:pt x="318" y="460"/>
                    <a:pt x="318" y="460"/>
                    <a:pt x="318" y="460"/>
                  </a:cubicBezTo>
                  <a:cubicBezTo>
                    <a:pt x="311" y="460"/>
                    <a:pt x="311" y="452"/>
                    <a:pt x="311" y="452"/>
                  </a:cubicBezTo>
                  <a:cubicBezTo>
                    <a:pt x="311" y="445"/>
                    <a:pt x="311" y="445"/>
                    <a:pt x="311" y="445"/>
                  </a:cubicBezTo>
                  <a:cubicBezTo>
                    <a:pt x="311" y="445"/>
                    <a:pt x="311" y="438"/>
                    <a:pt x="304" y="438"/>
                  </a:cubicBezTo>
                  <a:cubicBezTo>
                    <a:pt x="304" y="431"/>
                    <a:pt x="304" y="431"/>
                    <a:pt x="304" y="431"/>
                  </a:cubicBezTo>
                  <a:cubicBezTo>
                    <a:pt x="304" y="431"/>
                    <a:pt x="304" y="431"/>
                    <a:pt x="304" y="424"/>
                  </a:cubicBezTo>
                  <a:cubicBezTo>
                    <a:pt x="304" y="417"/>
                    <a:pt x="297" y="417"/>
                    <a:pt x="297" y="417"/>
                  </a:cubicBezTo>
                  <a:lnTo>
                    <a:pt x="297" y="410"/>
                  </a:lnTo>
                  <a:cubicBezTo>
                    <a:pt x="297" y="403"/>
                    <a:pt x="297" y="403"/>
                    <a:pt x="297" y="403"/>
                  </a:cubicBezTo>
                  <a:lnTo>
                    <a:pt x="297" y="396"/>
                  </a:lnTo>
                  <a:cubicBezTo>
                    <a:pt x="297" y="389"/>
                    <a:pt x="297" y="389"/>
                    <a:pt x="297" y="389"/>
                  </a:cubicBezTo>
                  <a:cubicBezTo>
                    <a:pt x="297" y="382"/>
                    <a:pt x="297" y="382"/>
                    <a:pt x="297" y="382"/>
                  </a:cubicBezTo>
                  <a:cubicBezTo>
                    <a:pt x="297" y="382"/>
                    <a:pt x="297" y="382"/>
                    <a:pt x="297" y="375"/>
                  </a:cubicBezTo>
                  <a:lnTo>
                    <a:pt x="297" y="368"/>
                  </a:lnTo>
                  <a:cubicBezTo>
                    <a:pt x="290" y="368"/>
                    <a:pt x="290" y="368"/>
                    <a:pt x="290" y="368"/>
                  </a:cubicBezTo>
                  <a:cubicBezTo>
                    <a:pt x="290" y="361"/>
                    <a:pt x="290" y="361"/>
                    <a:pt x="290" y="361"/>
                  </a:cubicBezTo>
                  <a:cubicBezTo>
                    <a:pt x="283" y="361"/>
                    <a:pt x="283" y="361"/>
                    <a:pt x="283" y="361"/>
                  </a:cubicBezTo>
                  <a:cubicBezTo>
                    <a:pt x="290" y="361"/>
                    <a:pt x="290" y="361"/>
                    <a:pt x="290" y="354"/>
                  </a:cubicBezTo>
                  <a:lnTo>
                    <a:pt x="290" y="347"/>
                  </a:lnTo>
                  <a:cubicBezTo>
                    <a:pt x="283" y="347"/>
                    <a:pt x="290" y="347"/>
                    <a:pt x="283" y="347"/>
                  </a:cubicBezTo>
                  <a:cubicBezTo>
                    <a:pt x="283" y="347"/>
                    <a:pt x="276" y="347"/>
                    <a:pt x="276" y="339"/>
                  </a:cubicBezTo>
                  <a:cubicBezTo>
                    <a:pt x="276" y="339"/>
                    <a:pt x="276" y="339"/>
                    <a:pt x="269" y="339"/>
                  </a:cubicBezTo>
                  <a:cubicBezTo>
                    <a:pt x="262" y="339"/>
                    <a:pt x="262" y="339"/>
                    <a:pt x="262" y="339"/>
                  </a:cubicBezTo>
                  <a:lnTo>
                    <a:pt x="255" y="347"/>
                  </a:lnTo>
                  <a:lnTo>
                    <a:pt x="255" y="339"/>
                  </a:lnTo>
                  <a:cubicBezTo>
                    <a:pt x="255" y="339"/>
                    <a:pt x="255" y="339"/>
                    <a:pt x="255" y="347"/>
                  </a:cubicBezTo>
                  <a:cubicBezTo>
                    <a:pt x="255" y="347"/>
                    <a:pt x="255" y="339"/>
                    <a:pt x="248" y="339"/>
                  </a:cubicBezTo>
                  <a:cubicBezTo>
                    <a:pt x="248" y="347"/>
                    <a:pt x="248" y="347"/>
                    <a:pt x="248" y="347"/>
                  </a:cubicBezTo>
                  <a:cubicBezTo>
                    <a:pt x="240" y="347"/>
                    <a:pt x="240" y="347"/>
                    <a:pt x="240" y="347"/>
                  </a:cubicBezTo>
                  <a:cubicBezTo>
                    <a:pt x="233" y="339"/>
                    <a:pt x="233" y="339"/>
                    <a:pt x="233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226" y="332"/>
                    <a:pt x="226" y="332"/>
                    <a:pt x="226" y="332"/>
                  </a:cubicBezTo>
                  <a:cubicBezTo>
                    <a:pt x="226" y="332"/>
                    <a:pt x="219" y="332"/>
                    <a:pt x="219" y="325"/>
                  </a:cubicBezTo>
                  <a:cubicBezTo>
                    <a:pt x="219" y="325"/>
                    <a:pt x="219" y="325"/>
                    <a:pt x="212" y="325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2" y="318"/>
                    <a:pt x="212" y="318"/>
                    <a:pt x="212" y="318"/>
                  </a:cubicBezTo>
                  <a:lnTo>
                    <a:pt x="219" y="311"/>
                  </a:lnTo>
                  <a:lnTo>
                    <a:pt x="219" y="304"/>
                  </a:lnTo>
                  <a:cubicBezTo>
                    <a:pt x="219" y="304"/>
                    <a:pt x="219" y="297"/>
                    <a:pt x="212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0"/>
                    <a:pt x="219" y="290"/>
                    <a:pt x="219" y="290"/>
                  </a:cubicBezTo>
                  <a:cubicBezTo>
                    <a:pt x="219" y="283"/>
                    <a:pt x="219" y="283"/>
                    <a:pt x="219" y="283"/>
                  </a:cubicBezTo>
                  <a:lnTo>
                    <a:pt x="226" y="283"/>
                  </a:lnTo>
                  <a:lnTo>
                    <a:pt x="226" y="276"/>
                  </a:lnTo>
                  <a:cubicBezTo>
                    <a:pt x="233" y="276"/>
                    <a:pt x="233" y="276"/>
                    <a:pt x="233" y="276"/>
                  </a:cubicBezTo>
                  <a:cubicBezTo>
                    <a:pt x="233" y="269"/>
                    <a:pt x="233" y="269"/>
                    <a:pt x="233" y="269"/>
                  </a:cubicBezTo>
                  <a:close/>
                  <a:moveTo>
                    <a:pt x="219" y="149"/>
                  </a:moveTo>
                  <a:lnTo>
                    <a:pt x="219" y="149"/>
                  </a:lnTo>
                  <a:cubicBezTo>
                    <a:pt x="219" y="149"/>
                    <a:pt x="219" y="149"/>
                    <a:pt x="219" y="156"/>
                  </a:cubicBezTo>
                  <a:cubicBezTo>
                    <a:pt x="212" y="156"/>
                    <a:pt x="212" y="156"/>
                    <a:pt x="212" y="156"/>
                  </a:cubicBezTo>
                  <a:lnTo>
                    <a:pt x="205" y="156"/>
                  </a:lnTo>
                  <a:lnTo>
                    <a:pt x="198" y="156"/>
                  </a:lnTo>
                  <a:cubicBezTo>
                    <a:pt x="198" y="149"/>
                    <a:pt x="205" y="149"/>
                    <a:pt x="205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9"/>
                    <a:pt x="198" y="149"/>
                    <a:pt x="205" y="149"/>
                  </a:cubicBezTo>
                  <a:cubicBezTo>
                    <a:pt x="198" y="149"/>
                    <a:pt x="198" y="149"/>
                    <a:pt x="198" y="141"/>
                  </a:cubicBezTo>
                  <a:cubicBezTo>
                    <a:pt x="198" y="141"/>
                    <a:pt x="198" y="149"/>
                    <a:pt x="198" y="141"/>
                  </a:cubicBezTo>
                  <a:lnTo>
                    <a:pt x="205" y="141"/>
                  </a:lnTo>
                  <a:cubicBezTo>
                    <a:pt x="205" y="149"/>
                    <a:pt x="205" y="149"/>
                    <a:pt x="205" y="149"/>
                  </a:cubicBezTo>
                  <a:cubicBezTo>
                    <a:pt x="205" y="141"/>
                    <a:pt x="205" y="141"/>
                    <a:pt x="205" y="141"/>
                  </a:cubicBezTo>
                  <a:lnTo>
                    <a:pt x="212" y="141"/>
                  </a:lnTo>
                  <a:cubicBezTo>
                    <a:pt x="212" y="141"/>
                    <a:pt x="212" y="141"/>
                    <a:pt x="219" y="141"/>
                  </a:cubicBezTo>
                  <a:lnTo>
                    <a:pt x="226" y="141"/>
                  </a:lnTo>
                  <a:cubicBezTo>
                    <a:pt x="226" y="149"/>
                    <a:pt x="226" y="149"/>
                    <a:pt x="226" y="149"/>
                  </a:cubicBezTo>
                  <a:cubicBezTo>
                    <a:pt x="226" y="149"/>
                    <a:pt x="226" y="149"/>
                    <a:pt x="219" y="149"/>
                  </a:cubicBezTo>
                  <a:close/>
                  <a:moveTo>
                    <a:pt x="283" y="347"/>
                  </a:moveTo>
                  <a:lnTo>
                    <a:pt x="283" y="347"/>
                  </a:lnTo>
                  <a:close/>
                  <a:moveTo>
                    <a:pt x="382" y="417"/>
                  </a:moveTo>
                  <a:lnTo>
                    <a:pt x="382" y="417"/>
                  </a:lnTo>
                  <a:lnTo>
                    <a:pt x="382" y="410"/>
                  </a:lnTo>
                  <a:cubicBezTo>
                    <a:pt x="382" y="410"/>
                    <a:pt x="382" y="410"/>
                    <a:pt x="382" y="403"/>
                  </a:cubicBezTo>
                  <a:cubicBezTo>
                    <a:pt x="389" y="403"/>
                    <a:pt x="389" y="403"/>
                    <a:pt x="389" y="403"/>
                  </a:cubicBezTo>
                  <a:cubicBezTo>
                    <a:pt x="389" y="396"/>
                    <a:pt x="389" y="396"/>
                    <a:pt x="389" y="396"/>
                  </a:cubicBezTo>
                  <a:cubicBezTo>
                    <a:pt x="389" y="396"/>
                    <a:pt x="389" y="396"/>
                    <a:pt x="396" y="396"/>
                  </a:cubicBezTo>
                  <a:cubicBezTo>
                    <a:pt x="396" y="396"/>
                    <a:pt x="396" y="396"/>
                    <a:pt x="396" y="389"/>
                  </a:cubicBezTo>
                  <a:cubicBezTo>
                    <a:pt x="396" y="389"/>
                    <a:pt x="396" y="389"/>
                    <a:pt x="396" y="396"/>
                  </a:cubicBezTo>
                  <a:cubicBezTo>
                    <a:pt x="403" y="396"/>
                    <a:pt x="396" y="396"/>
                    <a:pt x="403" y="396"/>
                  </a:cubicBezTo>
                  <a:cubicBezTo>
                    <a:pt x="403" y="396"/>
                    <a:pt x="403" y="396"/>
                    <a:pt x="403" y="403"/>
                  </a:cubicBezTo>
                  <a:cubicBezTo>
                    <a:pt x="396" y="403"/>
                    <a:pt x="396" y="403"/>
                    <a:pt x="396" y="403"/>
                  </a:cubicBezTo>
                  <a:lnTo>
                    <a:pt x="396" y="410"/>
                  </a:lnTo>
                  <a:cubicBezTo>
                    <a:pt x="396" y="410"/>
                    <a:pt x="396" y="417"/>
                    <a:pt x="396" y="424"/>
                  </a:cubicBezTo>
                  <a:cubicBezTo>
                    <a:pt x="396" y="424"/>
                    <a:pt x="389" y="424"/>
                    <a:pt x="389" y="431"/>
                  </a:cubicBezTo>
                  <a:cubicBezTo>
                    <a:pt x="382" y="431"/>
                    <a:pt x="382" y="431"/>
                    <a:pt x="382" y="424"/>
                  </a:cubicBezTo>
                  <a:cubicBezTo>
                    <a:pt x="382" y="424"/>
                    <a:pt x="382" y="424"/>
                    <a:pt x="382" y="417"/>
                  </a:cubicBezTo>
                  <a:close/>
                  <a:moveTo>
                    <a:pt x="353" y="254"/>
                  </a:moveTo>
                  <a:lnTo>
                    <a:pt x="353" y="254"/>
                  </a:lnTo>
                  <a:close/>
                  <a:moveTo>
                    <a:pt x="332" y="254"/>
                  </a:moveTo>
                  <a:lnTo>
                    <a:pt x="332" y="254"/>
                  </a:lnTo>
                  <a:cubicBezTo>
                    <a:pt x="325" y="254"/>
                    <a:pt x="325" y="254"/>
                    <a:pt x="325" y="254"/>
                  </a:cubicBezTo>
                  <a:cubicBezTo>
                    <a:pt x="332" y="254"/>
                    <a:pt x="332" y="254"/>
                    <a:pt x="332" y="254"/>
                  </a:cubicBezTo>
                  <a:close/>
                  <a:moveTo>
                    <a:pt x="304" y="247"/>
                  </a:moveTo>
                  <a:lnTo>
                    <a:pt x="304" y="247"/>
                  </a:lnTo>
                  <a:lnTo>
                    <a:pt x="304" y="254"/>
                  </a:lnTo>
                  <a:cubicBezTo>
                    <a:pt x="304" y="247"/>
                    <a:pt x="297" y="247"/>
                    <a:pt x="297" y="247"/>
                  </a:cubicBezTo>
                  <a:lnTo>
                    <a:pt x="304" y="247"/>
                  </a:lnTo>
                  <a:close/>
                  <a:moveTo>
                    <a:pt x="290" y="240"/>
                  </a:moveTo>
                  <a:lnTo>
                    <a:pt x="290" y="240"/>
                  </a:lnTo>
                  <a:cubicBezTo>
                    <a:pt x="283" y="240"/>
                    <a:pt x="283" y="247"/>
                    <a:pt x="283" y="247"/>
                  </a:cubicBezTo>
                  <a:cubicBezTo>
                    <a:pt x="283" y="240"/>
                    <a:pt x="283" y="240"/>
                    <a:pt x="283" y="240"/>
                  </a:cubicBezTo>
                  <a:cubicBezTo>
                    <a:pt x="283" y="240"/>
                    <a:pt x="283" y="240"/>
                    <a:pt x="290" y="240"/>
                  </a:cubicBezTo>
                  <a:close/>
                  <a:moveTo>
                    <a:pt x="290" y="233"/>
                  </a:moveTo>
                  <a:lnTo>
                    <a:pt x="290" y="233"/>
                  </a:lnTo>
                  <a:cubicBezTo>
                    <a:pt x="283" y="233"/>
                    <a:pt x="283" y="233"/>
                    <a:pt x="283" y="233"/>
                  </a:cubicBezTo>
                  <a:lnTo>
                    <a:pt x="290" y="233"/>
                  </a:lnTo>
                  <a:close/>
                  <a:moveTo>
                    <a:pt x="205" y="106"/>
                  </a:moveTo>
                  <a:lnTo>
                    <a:pt x="205" y="106"/>
                  </a:lnTo>
                  <a:lnTo>
                    <a:pt x="198" y="106"/>
                  </a:lnTo>
                  <a:cubicBezTo>
                    <a:pt x="198" y="106"/>
                    <a:pt x="198" y="106"/>
                    <a:pt x="198" y="99"/>
                  </a:cubicBezTo>
                  <a:cubicBezTo>
                    <a:pt x="198" y="99"/>
                    <a:pt x="198" y="99"/>
                    <a:pt x="205" y="99"/>
                  </a:cubicBezTo>
                  <a:cubicBezTo>
                    <a:pt x="205" y="99"/>
                    <a:pt x="198" y="99"/>
                    <a:pt x="198" y="106"/>
                  </a:cubicBezTo>
                  <a:cubicBezTo>
                    <a:pt x="205" y="106"/>
                    <a:pt x="205" y="106"/>
                    <a:pt x="205" y="106"/>
                  </a:cubicBezTo>
                  <a:close/>
                  <a:moveTo>
                    <a:pt x="198" y="99"/>
                  </a:moveTo>
                  <a:lnTo>
                    <a:pt x="198" y="99"/>
                  </a:lnTo>
                  <a:close/>
                  <a:moveTo>
                    <a:pt x="191" y="99"/>
                  </a:moveTo>
                  <a:lnTo>
                    <a:pt x="191" y="99"/>
                  </a:lnTo>
                  <a:lnTo>
                    <a:pt x="198" y="99"/>
                  </a:lnTo>
                  <a:lnTo>
                    <a:pt x="191" y="99"/>
                  </a:lnTo>
                  <a:close/>
                  <a:moveTo>
                    <a:pt x="198" y="92"/>
                  </a:moveTo>
                  <a:lnTo>
                    <a:pt x="198" y="92"/>
                  </a:lnTo>
                  <a:lnTo>
                    <a:pt x="198" y="85"/>
                  </a:lnTo>
                  <a:lnTo>
                    <a:pt x="198" y="92"/>
                  </a:lnTo>
                  <a:close/>
                  <a:moveTo>
                    <a:pt x="198" y="92"/>
                  </a:moveTo>
                  <a:lnTo>
                    <a:pt x="198" y="92"/>
                  </a:lnTo>
                  <a:close/>
                  <a:moveTo>
                    <a:pt x="198" y="92"/>
                  </a:moveTo>
                  <a:lnTo>
                    <a:pt x="198" y="92"/>
                  </a:lnTo>
                  <a:close/>
                  <a:moveTo>
                    <a:pt x="198" y="92"/>
                  </a:moveTo>
                  <a:lnTo>
                    <a:pt x="198" y="92"/>
                  </a:lnTo>
                  <a:close/>
                  <a:moveTo>
                    <a:pt x="198" y="113"/>
                  </a:moveTo>
                  <a:lnTo>
                    <a:pt x="198" y="113"/>
                  </a:lnTo>
                  <a:close/>
                  <a:moveTo>
                    <a:pt x="155" y="177"/>
                  </a:moveTo>
                  <a:lnTo>
                    <a:pt x="155" y="177"/>
                  </a:lnTo>
                  <a:close/>
                  <a:moveTo>
                    <a:pt x="134" y="240"/>
                  </a:moveTo>
                  <a:lnTo>
                    <a:pt x="134" y="240"/>
                  </a:lnTo>
                  <a:cubicBezTo>
                    <a:pt x="134" y="233"/>
                    <a:pt x="134" y="233"/>
                    <a:pt x="134" y="233"/>
                  </a:cubicBezTo>
                  <a:lnTo>
                    <a:pt x="134" y="240"/>
                  </a:lnTo>
                  <a:lnTo>
                    <a:pt x="134" y="233"/>
                  </a:lnTo>
                  <a:cubicBezTo>
                    <a:pt x="127" y="233"/>
                    <a:pt x="127" y="233"/>
                    <a:pt x="127" y="233"/>
                  </a:cubicBezTo>
                  <a:lnTo>
                    <a:pt x="120" y="233"/>
                  </a:lnTo>
                  <a:lnTo>
                    <a:pt x="127" y="233"/>
                  </a:lnTo>
                  <a:cubicBezTo>
                    <a:pt x="127" y="226"/>
                    <a:pt x="127" y="226"/>
                    <a:pt x="127" y="226"/>
                  </a:cubicBezTo>
                  <a:cubicBezTo>
                    <a:pt x="127" y="226"/>
                    <a:pt x="127" y="226"/>
                    <a:pt x="127" y="219"/>
                  </a:cubicBezTo>
                  <a:lnTo>
                    <a:pt x="134" y="219"/>
                  </a:lnTo>
                  <a:cubicBezTo>
                    <a:pt x="134" y="226"/>
                    <a:pt x="127" y="226"/>
                    <a:pt x="127" y="226"/>
                  </a:cubicBezTo>
                  <a:cubicBezTo>
                    <a:pt x="127" y="226"/>
                    <a:pt x="127" y="226"/>
                    <a:pt x="134" y="226"/>
                  </a:cubicBezTo>
                  <a:cubicBezTo>
                    <a:pt x="134" y="226"/>
                    <a:pt x="134" y="233"/>
                    <a:pt x="134" y="226"/>
                  </a:cubicBezTo>
                  <a:cubicBezTo>
                    <a:pt x="134" y="226"/>
                    <a:pt x="134" y="226"/>
                    <a:pt x="141" y="226"/>
                  </a:cubicBezTo>
                  <a:cubicBezTo>
                    <a:pt x="134" y="233"/>
                    <a:pt x="134" y="233"/>
                    <a:pt x="134" y="233"/>
                  </a:cubicBezTo>
                  <a:lnTo>
                    <a:pt x="141" y="233"/>
                  </a:lnTo>
                  <a:cubicBezTo>
                    <a:pt x="141" y="233"/>
                    <a:pt x="141" y="233"/>
                    <a:pt x="134" y="233"/>
                  </a:cubicBezTo>
                  <a:cubicBezTo>
                    <a:pt x="141" y="233"/>
                    <a:pt x="141" y="233"/>
                    <a:pt x="141" y="233"/>
                  </a:cubicBezTo>
                  <a:lnTo>
                    <a:pt x="141" y="240"/>
                  </a:lnTo>
                  <a:cubicBezTo>
                    <a:pt x="141" y="240"/>
                    <a:pt x="141" y="240"/>
                    <a:pt x="134" y="240"/>
                  </a:cubicBezTo>
                  <a:close/>
                  <a:moveTo>
                    <a:pt x="134" y="396"/>
                  </a:moveTo>
                  <a:lnTo>
                    <a:pt x="134" y="396"/>
                  </a:lnTo>
                  <a:lnTo>
                    <a:pt x="134" y="389"/>
                  </a:lnTo>
                  <a:lnTo>
                    <a:pt x="134" y="396"/>
                  </a:lnTo>
                  <a:close/>
                  <a:moveTo>
                    <a:pt x="134" y="127"/>
                  </a:moveTo>
                  <a:lnTo>
                    <a:pt x="134" y="127"/>
                  </a:lnTo>
                  <a:cubicBezTo>
                    <a:pt x="134" y="134"/>
                    <a:pt x="134" y="134"/>
                    <a:pt x="134" y="134"/>
                  </a:cubicBezTo>
                  <a:cubicBezTo>
                    <a:pt x="134" y="134"/>
                    <a:pt x="134" y="134"/>
                    <a:pt x="134" y="127"/>
                  </a:cubicBezTo>
                  <a:close/>
                  <a:moveTo>
                    <a:pt x="113" y="240"/>
                  </a:moveTo>
                  <a:lnTo>
                    <a:pt x="113" y="240"/>
                  </a:lnTo>
                  <a:lnTo>
                    <a:pt x="120" y="240"/>
                  </a:lnTo>
                  <a:cubicBezTo>
                    <a:pt x="120" y="240"/>
                    <a:pt x="120" y="240"/>
                    <a:pt x="113" y="240"/>
                  </a:cubicBezTo>
                  <a:close/>
                  <a:moveTo>
                    <a:pt x="99" y="325"/>
                  </a:moveTo>
                  <a:lnTo>
                    <a:pt x="99" y="325"/>
                  </a:lnTo>
                  <a:lnTo>
                    <a:pt x="106" y="325"/>
                  </a:lnTo>
                  <a:cubicBezTo>
                    <a:pt x="106" y="325"/>
                    <a:pt x="106" y="325"/>
                    <a:pt x="99" y="325"/>
                  </a:cubicBezTo>
                  <a:close/>
                  <a:moveTo>
                    <a:pt x="99" y="361"/>
                  </a:moveTo>
                  <a:lnTo>
                    <a:pt x="99" y="361"/>
                  </a:lnTo>
                  <a:lnTo>
                    <a:pt x="106" y="361"/>
                  </a:lnTo>
                  <a:cubicBezTo>
                    <a:pt x="99" y="361"/>
                    <a:pt x="106" y="361"/>
                    <a:pt x="99" y="361"/>
                  </a:cubicBezTo>
                  <a:close/>
                  <a:moveTo>
                    <a:pt x="92" y="325"/>
                  </a:moveTo>
                  <a:lnTo>
                    <a:pt x="92" y="325"/>
                  </a:lnTo>
                  <a:cubicBezTo>
                    <a:pt x="92" y="325"/>
                    <a:pt x="92" y="325"/>
                    <a:pt x="85" y="325"/>
                  </a:cubicBezTo>
                  <a:cubicBezTo>
                    <a:pt x="85" y="325"/>
                    <a:pt x="85" y="325"/>
                    <a:pt x="78" y="325"/>
                  </a:cubicBezTo>
                  <a:cubicBezTo>
                    <a:pt x="85" y="325"/>
                    <a:pt x="85" y="325"/>
                    <a:pt x="85" y="325"/>
                  </a:cubicBezTo>
                  <a:lnTo>
                    <a:pt x="92" y="325"/>
                  </a:lnTo>
                  <a:lnTo>
                    <a:pt x="99" y="325"/>
                  </a:lnTo>
                  <a:cubicBezTo>
                    <a:pt x="92" y="325"/>
                    <a:pt x="92" y="325"/>
                    <a:pt x="92" y="325"/>
                  </a:cubicBezTo>
                  <a:close/>
                  <a:moveTo>
                    <a:pt x="78" y="276"/>
                  </a:moveTo>
                  <a:lnTo>
                    <a:pt x="78" y="276"/>
                  </a:lnTo>
                  <a:close/>
                  <a:moveTo>
                    <a:pt x="78" y="276"/>
                  </a:moveTo>
                  <a:lnTo>
                    <a:pt x="78" y="276"/>
                  </a:lnTo>
                  <a:close/>
                  <a:moveTo>
                    <a:pt x="78" y="276"/>
                  </a:moveTo>
                  <a:lnTo>
                    <a:pt x="78" y="276"/>
                  </a:lnTo>
                  <a:close/>
                  <a:moveTo>
                    <a:pt x="71" y="325"/>
                  </a:moveTo>
                  <a:lnTo>
                    <a:pt x="71" y="325"/>
                  </a:lnTo>
                  <a:cubicBezTo>
                    <a:pt x="71" y="325"/>
                    <a:pt x="71" y="325"/>
                    <a:pt x="78" y="325"/>
                  </a:cubicBezTo>
                  <a:cubicBezTo>
                    <a:pt x="71" y="325"/>
                    <a:pt x="71" y="325"/>
                    <a:pt x="71" y="325"/>
                  </a:cubicBezTo>
                  <a:close/>
                  <a:moveTo>
                    <a:pt x="481" y="332"/>
                  </a:moveTo>
                  <a:lnTo>
                    <a:pt x="481" y="332"/>
                  </a:lnTo>
                  <a:lnTo>
                    <a:pt x="488" y="332"/>
                  </a:lnTo>
                  <a:lnTo>
                    <a:pt x="488" y="339"/>
                  </a:lnTo>
                  <a:cubicBezTo>
                    <a:pt x="488" y="339"/>
                    <a:pt x="488" y="339"/>
                    <a:pt x="481" y="339"/>
                  </a:cubicBezTo>
                  <a:lnTo>
                    <a:pt x="481" y="332"/>
                  </a:lnTo>
                  <a:close/>
                  <a:moveTo>
                    <a:pt x="290" y="177"/>
                  </a:moveTo>
                  <a:lnTo>
                    <a:pt x="290" y="177"/>
                  </a:lnTo>
                  <a:cubicBezTo>
                    <a:pt x="290" y="177"/>
                    <a:pt x="290" y="177"/>
                    <a:pt x="290" y="184"/>
                  </a:cubicBezTo>
                  <a:cubicBezTo>
                    <a:pt x="290" y="184"/>
                    <a:pt x="290" y="184"/>
                    <a:pt x="283" y="184"/>
                  </a:cubicBezTo>
                  <a:cubicBezTo>
                    <a:pt x="283" y="184"/>
                    <a:pt x="283" y="184"/>
                    <a:pt x="283" y="177"/>
                  </a:cubicBezTo>
                  <a:lnTo>
                    <a:pt x="290" y="177"/>
                  </a:lnTo>
                  <a:close/>
                  <a:moveTo>
                    <a:pt x="297" y="184"/>
                  </a:moveTo>
                  <a:lnTo>
                    <a:pt x="297" y="184"/>
                  </a:lnTo>
                  <a:cubicBezTo>
                    <a:pt x="297" y="191"/>
                    <a:pt x="297" y="184"/>
                    <a:pt x="297" y="191"/>
                  </a:cubicBezTo>
                  <a:lnTo>
                    <a:pt x="290" y="191"/>
                  </a:lnTo>
                  <a:cubicBezTo>
                    <a:pt x="290" y="184"/>
                    <a:pt x="290" y="184"/>
                    <a:pt x="297" y="184"/>
                  </a:cubicBezTo>
                  <a:close/>
                  <a:moveTo>
                    <a:pt x="92" y="254"/>
                  </a:moveTo>
                  <a:lnTo>
                    <a:pt x="92" y="254"/>
                  </a:lnTo>
                  <a:close/>
                  <a:moveTo>
                    <a:pt x="92" y="254"/>
                  </a:moveTo>
                  <a:lnTo>
                    <a:pt x="92" y="254"/>
                  </a:lnTo>
                  <a:close/>
                  <a:moveTo>
                    <a:pt x="78" y="269"/>
                  </a:moveTo>
                  <a:lnTo>
                    <a:pt x="78" y="269"/>
                  </a:lnTo>
                  <a:close/>
                  <a:moveTo>
                    <a:pt x="78" y="276"/>
                  </a:moveTo>
                  <a:lnTo>
                    <a:pt x="78" y="276"/>
                  </a:lnTo>
                  <a:cubicBezTo>
                    <a:pt x="78" y="269"/>
                    <a:pt x="78" y="269"/>
                    <a:pt x="78" y="269"/>
                  </a:cubicBezTo>
                  <a:cubicBezTo>
                    <a:pt x="78" y="269"/>
                    <a:pt x="78" y="269"/>
                    <a:pt x="78" y="276"/>
                  </a:cubicBezTo>
                  <a:close/>
                  <a:moveTo>
                    <a:pt x="78" y="269"/>
                  </a:moveTo>
                  <a:lnTo>
                    <a:pt x="78" y="269"/>
                  </a:lnTo>
                  <a:close/>
                  <a:moveTo>
                    <a:pt x="78" y="269"/>
                  </a:moveTo>
                  <a:lnTo>
                    <a:pt x="78" y="2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4"/>
            <p:cNvSpPr/>
            <p:nvPr/>
          </p:nvSpPr>
          <p:spPr>
            <a:xfrm>
              <a:off x="5803900" y="360363"/>
              <a:ext cx="219075" cy="219075"/>
            </a:xfrm>
            <a:custGeom>
              <a:rect b="b" l="l" r="r" t="t"/>
              <a:pathLst>
                <a:path extrusionOk="0" h="609" w="609">
                  <a:moveTo>
                    <a:pt x="304" y="608"/>
                  </a:moveTo>
                  <a:lnTo>
                    <a:pt x="304" y="608"/>
                  </a:lnTo>
                  <a:cubicBezTo>
                    <a:pt x="134" y="608"/>
                    <a:pt x="0" y="474"/>
                    <a:pt x="0" y="304"/>
                  </a:cubicBezTo>
                  <a:cubicBezTo>
                    <a:pt x="0" y="134"/>
                    <a:pt x="134" y="0"/>
                    <a:pt x="304" y="0"/>
                  </a:cubicBezTo>
                  <a:cubicBezTo>
                    <a:pt x="473" y="0"/>
                    <a:pt x="608" y="134"/>
                    <a:pt x="608" y="304"/>
                  </a:cubicBezTo>
                  <a:cubicBezTo>
                    <a:pt x="608" y="474"/>
                    <a:pt x="473" y="608"/>
                    <a:pt x="304" y="608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69" y="57"/>
                    <a:pt x="56" y="170"/>
                    <a:pt x="56" y="304"/>
                  </a:cubicBezTo>
                  <a:cubicBezTo>
                    <a:pt x="56" y="438"/>
                    <a:pt x="169" y="551"/>
                    <a:pt x="304" y="551"/>
                  </a:cubicBezTo>
                  <a:cubicBezTo>
                    <a:pt x="438" y="551"/>
                    <a:pt x="551" y="438"/>
                    <a:pt x="551" y="304"/>
                  </a:cubicBezTo>
                  <a:cubicBezTo>
                    <a:pt x="551" y="170"/>
                    <a:pt x="438" y="57"/>
                    <a:pt x="304" y="57"/>
                  </a:cubicBezTo>
                  <a:close/>
                  <a:moveTo>
                    <a:pt x="240" y="361"/>
                  </a:moveTo>
                  <a:lnTo>
                    <a:pt x="240" y="361"/>
                  </a:lnTo>
                  <a:cubicBezTo>
                    <a:pt x="155" y="156"/>
                    <a:pt x="155" y="156"/>
                    <a:pt x="155" y="156"/>
                  </a:cubicBezTo>
                  <a:cubicBezTo>
                    <a:pt x="367" y="240"/>
                    <a:pt x="367" y="240"/>
                    <a:pt x="367" y="240"/>
                  </a:cubicBezTo>
                  <a:cubicBezTo>
                    <a:pt x="452" y="452"/>
                    <a:pt x="452" y="452"/>
                    <a:pt x="452" y="452"/>
                  </a:cubicBezTo>
                  <a:lnTo>
                    <a:pt x="240" y="361"/>
                  </a:lnTo>
                  <a:close/>
                  <a:moveTo>
                    <a:pt x="304" y="276"/>
                  </a:moveTo>
                  <a:lnTo>
                    <a:pt x="304" y="276"/>
                  </a:lnTo>
                  <a:cubicBezTo>
                    <a:pt x="290" y="276"/>
                    <a:pt x="276" y="290"/>
                    <a:pt x="276" y="304"/>
                  </a:cubicBezTo>
                  <a:cubicBezTo>
                    <a:pt x="276" y="318"/>
                    <a:pt x="290" y="332"/>
                    <a:pt x="304" y="332"/>
                  </a:cubicBezTo>
                  <a:cubicBezTo>
                    <a:pt x="318" y="332"/>
                    <a:pt x="332" y="318"/>
                    <a:pt x="332" y="304"/>
                  </a:cubicBezTo>
                  <a:cubicBezTo>
                    <a:pt x="332" y="290"/>
                    <a:pt x="318" y="276"/>
                    <a:pt x="304" y="2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4"/>
            <p:cNvSpPr/>
            <p:nvPr/>
          </p:nvSpPr>
          <p:spPr>
            <a:xfrm>
              <a:off x="5426075" y="360363"/>
              <a:ext cx="217488" cy="219075"/>
            </a:xfrm>
            <a:custGeom>
              <a:rect b="b" l="l" r="r" t="t"/>
              <a:pathLst>
                <a:path extrusionOk="0" h="609" w="602">
                  <a:moveTo>
                    <a:pt x="572" y="332"/>
                  </a:moveTo>
                  <a:lnTo>
                    <a:pt x="572" y="332"/>
                  </a:lnTo>
                  <a:cubicBezTo>
                    <a:pt x="544" y="332"/>
                    <a:pt x="544" y="332"/>
                    <a:pt x="544" y="332"/>
                  </a:cubicBezTo>
                  <a:cubicBezTo>
                    <a:pt x="530" y="445"/>
                    <a:pt x="445" y="537"/>
                    <a:pt x="332" y="544"/>
                  </a:cubicBezTo>
                  <a:cubicBezTo>
                    <a:pt x="332" y="580"/>
                    <a:pt x="332" y="580"/>
                    <a:pt x="332" y="580"/>
                  </a:cubicBezTo>
                  <a:cubicBezTo>
                    <a:pt x="332" y="594"/>
                    <a:pt x="318" y="608"/>
                    <a:pt x="304" y="608"/>
                  </a:cubicBezTo>
                  <a:cubicBezTo>
                    <a:pt x="283" y="608"/>
                    <a:pt x="276" y="594"/>
                    <a:pt x="276" y="580"/>
                  </a:cubicBezTo>
                  <a:cubicBezTo>
                    <a:pt x="276" y="544"/>
                    <a:pt x="276" y="544"/>
                    <a:pt x="276" y="544"/>
                  </a:cubicBezTo>
                  <a:cubicBezTo>
                    <a:pt x="162" y="537"/>
                    <a:pt x="71" y="445"/>
                    <a:pt x="56" y="332"/>
                  </a:cubicBezTo>
                  <a:cubicBezTo>
                    <a:pt x="28" y="332"/>
                    <a:pt x="28" y="332"/>
                    <a:pt x="28" y="332"/>
                  </a:cubicBezTo>
                  <a:cubicBezTo>
                    <a:pt x="14" y="332"/>
                    <a:pt x="0" y="318"/>
                    <a:pt x="0" y="304"/>
                  </a:cubicBezTo>
                  <a:cubicBezTo>
                    <a:pt x="0" y="290"/>
                    <a:pt x="14" y="276"/>
                    <a:pt x="28" y="276"/>
                  </a:cubicBezTo>
                  <a:cubicBezTo>
                    <a:pt x="56" y="276"/>
                    <a:pt x="56" y="276"/>
                    <a:pt x="56" y="276"/>
                  </a:cubicBezTo>
                  <a:cubicBezTo>
                    <a:pt x="71" y="163"/>
                    <a:pt x="162" y="71"/>
                    <a:pt x="276" y="64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6" y="14"/>
                    <a:pt x="283" y="0"/>
                    <a:pt x="304" y="0"/>
                  </a:cubicBezTo>
                  <a:cubicBezTo>
                    <a:pt x="318" y="0"/>
                    <a:pt x="332" y="14"/>
                    <a:pt x="332" y="28"/>
                  </a:cubicBezTo>
                  <a:cubicBezTo>
                    <a:pt x="332" y="64"/>
                    <a:pt x="332" y="64"/>
                    <a:pt x="332" y="64"/>
                  </a:cubicBezTo>
                  <a:cubicBezTo>
                    <a:pt x="445" y="71"/>
                    <a:pt x="530" y="163"/>
                    <a:pt x="544" y="276"/>
                  </a:cubicBezTo>
                  <a:cubicBezTo>
                    <a:pt x="572" y="276"/>
                    <a:pt x="572" y="276"/>
                    <a:pt x="572" y="276"/>
                  </a:cubicBezTo>
                  <a:cubicBezTo>
                    <a:pt x="594" y="276"/>
                    <a:pt x="601" y="290"/>
                    <a:pt x="601" y="304"/>
                  </a:cubicBezTo>
                  <a:cubicBezTo>
                    <a:pt x="601" y="318"/>
                    <a:pt x="594" y="332"/>
                    <a:pt x="572" y="332"/>
                  </a:cubicBezTo>
                  <a:close/>
                  <a:moveTo>
                    <a:pt x="431" y="276"/>
                  </a:moveTo>
                  <a:lnTo>
                    <a:pt x="431" y="276"/>
                  </a:lnTo>
                  <a:cubicBezTo>
                    <a:pt x="487" y="276"/>
                    <a:pt x="487" y="276"/>
                    <a:pt x="487" y="276"/>
                  </a:cubicBezTo>
                  <a:cubicBezTo>
                    <a:pt x="473" y="191"/>
                    <a:pt x="410" y="127"/>
                    <a:pt x="332" y="120"/>
                  </a:cubicBezTo>
                  <a:cubicBezTo>
                    <a:pt x="332" y="170"/>
                    <a:pt x="332" y="170"/>
                    <a:pt x="332" y="170"/>
                  </a:cubicBezTo>
                  <a:cubicBezTo>
                    <a:pt x="332" y="191"/>
                    <a:pt x="318" y="198"/>
                    <a:pt x="304" y="198"/>
                  </a:cubicBezTo>
                  <a:cubicBezTo>
                    <a:pt x="283" y="198"/>
                    <a:pt x="276" y="191"/>
                    <a:pt x="276" y="170"/>
                  </a:cubicBezTo>
                  <a:cubicBezTo>
                    <a:pt x="276" y="120"/>
                    <a:pt x="276" y="120"/>
                    <a:pt x="276" y="120"/>
                  </a:cubicBezTo>
                  <a:cubicBezTo>
                    <a:pt x="191" y="127"/>
                    <a:pt x="127" y="191"/>
                    <a:pt x="113" y="276"/>
                  </a:cubicBezTo>
                  <a:cubicBezTo>
                    <a:pt x="169" y="276"/>
                    <a:pt x="169" y="276"/>
                    <a:pt x="169" y="276"/>
                  </a:cubicBezTo>
                  <a:cubicBezTo>
                    <a:pt x="184" y="276"/>
                    <a:pt x="198" y="290"/>
                    <a:pt x="198" y="304"/>
                  </a:cubicBezTo>
                  <a:cubicBezTo>
                    <a:pt x="198" y="318"/>
                    <a:pt x="184" y="332"/>
                    <a:pt x="169" y="332"/>
                  </a:cubicBezTo>
                  <a:cubicBezTo>
                    <a:pt x="113" y="332"/>
                    <a:pt x="113" y="332"/>
                    <a:pt x="113" y="332"/>
                  </a:cubicBezTo>
                  <a:cubicBezTo>
                    <a:pt x="127" y="417"/>
                    <a:pt x="191" y="481"/>
                    <a:pt x="276" y="488"/>
                  </a:cubicBezTo>
                  <a:cubicBezTo>
                    <a:pt x="276" y="438"/>
                    <a:pt x="276" y="438"/>
                    <a:pt x="276" y="438"/>
                  </a:cubicBezTo>
                  <a:cubicBezTo>
                    <a:pt x="276" y="417"/>
                    <a:pt x="283" y="410"/>
                    <a:pt x="304" y="410"/>
                  </a:cubicBezTo>
                  <a:cubicBezTo>
                    <a:pt x="318" y="410"/>
                    <a:pt x="332" y="417"/>
                    <a:pt x="332" y="438"/>
                  </a:cubicBezTo>
                  <a:cubicBezTo>
                    <a:pt x="332" y="488"/>
                    <a:pt x="332" y="488"/>
                    <a:pt x="332" y="488"/>
                  </a:cubicBezTo>
                  <a:cubicBezTo>
                    <a:pt x="410" y="481"/>
                    <a:pt x="473" y="417"/>
                    <a:pt x="487" y="332"/>
                  </a:cubicBezTo>
                  <a:cubicBezTo>
                    <a:pt x="431" y="332"/>
                    <a:pt x="431" y="332"/>
                    <a:pt x="431" y="332"/>
                  </a:cubicBezTo>
                  <a:cubicBezTo>
                    <a:pt x="417" y="332"/>
                    <a:pt x="403" y="318"/>
                    <a:pt x="403" y="304"/>
                  </a:cubicBezTo>
                  <a:cubicBezTo>
                    <a:pt x="403" y="290"/>
                    <a:pt x="417" y="276"/>
                    <a:pt x="431" y="276"/>
                  </a:cubicBezTo>
                  <a:close/>
                  <a:moveTo>
                    <a:pt x="304" y="332"/>
                  </a:moveTo>
                  <a:lnTo>
                    <a:pt x="304" y="332"/>
                  </a:lnTo>
                  <a:cubicBezTo>
                    <a:pt x="283" y="332"/>
                    <a:pt x="276" y="318"/>
                    <a:pt x="276" y="304"/>
                  </a:cubicBezTo>
                  <a:cubicBezTo>
                    <a:pt x="276" y="290"/>
                    <a:pt x="283" y="276"/>
                    <a:pt x="304" y="276"/>
                  </a:cubicBezTo>
                  <a:cubicBezTo>
                    <a:pt x="318" y="276"/>
                    <a:pt x="332" y="290"/>
                    <a:pt x="332" y="304"/>
                  </a:cubicBezTo>
                  <a:cubicBezTo>
                    <a:pt x="332" y="318"/>
                    <a:pt x="318" y="332"/>
                    <a:pt x="304" y="3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4"/>
            <p:cNvSpPr/>
            <p:nvPr/>
          </p:nvSpPr>
          <p:spPr>
            <a:xfrm>
              <a:off x="5072063" y="360363"/>
              <a:ext cx="163512" cy="219075"/>
            </a:xfrm>
            <a:custGeom>
              <a:rect b="b" l="l" r="r" t="t"/>
              <a:pathLst>
                <a:path extrusionOk="0" h="609" w="454">
                  <a:moveTo>
                    <a:pt x="227" y="608"/>
                  </a:moveTo>
                  <a:lnTo>
                    <a:pt x="227" y="608"/>
                  </a:lnTo>
                  <a:cubicBezTo>
                    <a:pt x="227" y="608"/>
                    <a:pt x="0" y="354"/>
                    <a:pt x="0" y="226"/>
                  </a:cubicBezTo>
                  <a:cubicBezTo>
                    <a:pt x="0" y="106"/>
                    <a:pt x="106" y="0"/>
                    <a:pt x="227" y="0"/>
                  </a:cubicBezTo>
                  <a:cubicBezTo>
                    <a:pt x="354" y="0"/>
                    <a:pt x="453" y="106"/>
                    <a:pt x="453" y="226"/>
                  </a:cubicBezTo>
                  <a:cubicBezTo>
                    <a:pt x="453" y="354"/>
                    <a:pt x="227" y="608"/>
                    <a:pt x="227" y="608"/>
                  </a:cubicBezTo>
                  <a:close/>
                  <a:moveTo>
                    <a:pt x="227" y="78"/>
                  </a:moveTo>
                  <a:lnTo>
                    <a:pt x="227" y="78"/>
                  </a:lnTo>
                  <a:cubicBezTo>
                    <a:pt x="149" y="78"/>
                    <a:pt x="78" y="149"/>
                    <a:pt x="78" y="226"/>
                  </a:cubicBezTo>
                  <a:cubicBezTo>
                    <a:pt x="78" y="311"/>
                    <a:pt x="149" y="382"/>
                    <a:pt x="227" y="382"/>
                  </a:cubicBezTo>
                  <a:cubicBezTo>
                    <a:pt x="311" y="382"/>
                    <a:pt x="382" y="311"/>
                    <a:pt x="382" y="226"/>
                  </a:cubicBezTo>
                  <a:cubicBezTo>
                    <a:pt x="382" y="149"/>
                    <a:pt x="311" y="78"/>
                    <a:pt x="227" y="78"/>
                  </a:cubicBezTo>
                  <a:close/>
                  <a:moveTo>
                    <a:pt x="304" y="254"/>
                  </a:moveTo>
                  <a:lnTo>
                    <a:pt x="304" y="254"/>
                  </a:lnTo>
                  <a:cubicBezTo>
                    <a:pt x="156" y="254"/>
                    <a:pt x="156" y="254"/>
                    <a:pt x="156" y="254"/>
                  </a:cubicBezTo>
                  <a:cubicBezTo>
                    <a:pt x="135" y="254"/>
                    <a:pt x="128" y="247"/>
                    <a:pt x="128" y="226"/>
                  </a:cubicBezTo>
                  <a:cubicBezTo>
                    <a:pt x="128" y="212"/>
                    <a:pt x="135" y="198"/>
                    <a:pt x="156" y="198"/>
                  </a:cubicBezTo>
                  <a:cubicBezTo>
                    <a:pt x="304" y="198"/>
                    <a:pt x="304" y="198"/>
                    <a:pt x="304" y="198"/>
                  </a:cubicBezTo>
                  <a:cubicBezTo>
                    <a:pt x="319" y="198"/>
                    <a:pt x="333" y="212"/>
                    <a:pt x="333" y="226"/>
                  </a:cubicBezTo>
                  <a:cubicBezTo>
                    <a:pt x="333" y="247"/>
                    <a:pt x="319" y="254"/>
                    <a:pt x="304" y="2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4"/>
            <p:cNvSpPr/>
            <p:nvPr/>
          </p:nvSpPr>
          <p:spPr>
            <a:xfrm>
              <a:off x="4692650" y="360363"/>
              <a:ext cx="163513" cy="219075"/>
            </a:xfrm>
            <a:custGeom>
              <a:rect b="b" l="l" r="r" t="t"/>
              <a:pathLst>
                <a:path extrusionOk="0" h="609" w="454">
                  <a:moveTo>
                    <a:pt x="227" y="608"/>
                  </a:moveTo>
                  <a:lnTo>
                    <a:pt x="227" y="608"/>
                  </a:lnTo>
                  <a:cubicBezTo>
                    <a:pt x="227" y="608"/>
                    <a:pt x="0" y="354"/>
                    <a:pt x="0" y="226"/>
                  </a:cubicBezTo>
                  <a:cubicBezTo>
                    <a:pt x="0" y="106"/>
                    <a:pt x="99" y="0"/>
                    <a:pt x="227" y="0"/>
                  </a:cubicBezTo>
                  <a:cubicBezTo>
                    <a:pt x="354" y="0"/>
                    <a:pt x="453" y="106"/>
                    <a:pt x="453" y="226"/>
                  </a:cubicBezTo>
                  <a:cubicBezTo>
                    <a:pt x="453" y="354"/>
                    <a:pt x="227" y="608"/>
                    <a:pt x="227" y="608"/>
                  </a:cubicBezTo>
                  <a:close/>
                  <a:moveTo>
                    <a:pt x="227" y="78"/>
                  </a:moveTo>
                  <a:lnTo>
                    <a:pt x="227" y="78"/>
                  </a:lnTo>
                  <a:cubicBezTo>
                    <a:pt x="142" y="78"/>
                    <a:pt x="78" y="149"/>
                    <a:pt x="78" y="226"/>
                  </a:cubicBezTo>
                  <a:cubicBezTo>
                    <a:pt x="78" y="311"/>
                    <a:pt x="142" y="382"/>
                    <a:pt x="227" y="382"/>
                  </a:cubicBezTo>
                  <a:cubicBezTo>
                    <a:pt x="311" y="382"/>
                    <a:pt x="375" y="311"/>
                    <a:pt x="375" y="226"/>
                  </a:cubicBezTo>
                  <a:cubicBezTo>
                    <a:pt x="375" y="149"/>
                    <a:pt x="311" y="78"/>
                    <a:pt x="227" y="78"/>
                  </a:cubicBezTo>
                  <a:close/>
                  <a:moveTo>
                    <a:pt x="304" y="254"/>
                  </a:moveTo>
                  <a:lnTo>
                    <a:pt x="304" y="254"/>
                  </a:lnTo>
                  <a:cubicBezTo>
                    <a:pt x="255" y="254"/>
                    <a:pt x="255" y="254"/>
                    <a:pt x="255" y="254"/>
                  </a:cubicBezTo>
                  <a:cubicBezTo>
                    <a:pt x="255" y="304"/>
                    <a:pt x="255" y="304"/>
                    <a:pt x="255" y="304"/>
                  </a:cubicBezTo>
                  <a:cubicBezTo>
                    <a:pt x="255" y="318"/>
                    <a:pt x="241" y="332"/>
                    <a:pt x="227" y="332"/>
                  </a:cubicBezTo>
                  <a:cubicBezTo>
                    <a:pt x="213" y="332"/>
                    <a:pt x="198" y="318"/>
                    <a:pt x="198" y="304"/>
                  </a:cubicBezTo>
                  <a:cubicBezTo>
                    <a:pt x="198" y="254"/>
                    <a:pt x="198" y="254"/>
                    <a:pt x="198" y="254"/>
                  </a:cubicBezTo>
                  <a:cubicBezTo>
                    <a:pt x="149" y="254"/>
                    <a:pt x="149" y="254"/>
                    <a:pt x="149" y="254"/>
                  </a:cubicBezTo>
                  <a:cubicBezTo>
                    <a:pt x="135" y="254"/>
                    <a:pt x="120" y="247"/>
                    <a:pt x="120" y="226"/>
                  </a:cubicBezTo>
                  <a:cubicBezTo>
                    <a:pt x="120" y="212"/>
                    <a:pt x="135" y="198"/>
                    <a:pt x="149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8" y="134"/>
                    <a:pt x="213" y="127"/>
                    <a:pt x="227" y="127"/>
                  </a:cubicBezTo>
                  <a:cubicBezTo>
                    <a:pt x="241" y="127"/>
                    <a:pt x="255" y="134"/>
                    <a:pt x="255" y="156"/>
                  </a:cubicBezTo>
                  <a:cubicBezTo>
                    <a:pt x="255" y="198"/>
                    <a:pt x="255" y="198"/>
                    <a:pt x="255" y="198"/>
                  </a:cubicBezTo>
                  <a:cubicBezTo>
                    <a:pt x="304" y="198"/>
                    <a:pt x="304" y="198"/>
                    <a:pt x="304" y="198"/>
                  </a:cubicBezTo>
                  <a:cubicBezTo>
                    <a:pt x="318" y="198"/>
                    <a:pt x="333" y="212"/>
                    <a:pt x="333" y="226"/>
                  </a:cubicBezTo>
                  <a:cubicBezTo>
                    <a:pt x="333" y="247"/>
                    <a:pt x="318" y="254"/>
                    <a:pt x="304" y="2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4"/>
            <p:cNvSpPr/>
            <p:nvPr/>
          </p:nvSpPr>
          <p:spPr>
            <a:xfrm>
              <a:off x="4313238" y="360363"/>
              <a:ext cx="163512" cy="219075"/>
            </a:xfrm>
            <a:custGeom>
              <a:rect b="b" l="l" r="r" t="t"/>
              <a:pathLst>
                <a:path extrusionOk="0" h="609" w="454">
                  <a:moveTo>
                    <a:pt x="227" y="608"/>
                  </a:moveTo>
                  <a:lnTo>
                    <a:pt x="227" y="608"/>
                  </a:lnTo>
                  <a:cubicBezTo>
                    <a:pt x="227" y="608"/>
                    <a:pt x="0" y="354"/>
                    <a:pt x="0" y="226"/>
                  </a:cubicBezTo>
                  <a:cubicBezTo>
                    <a:pt x="0" y="106"/>
                    <a:pt x="99" y="0"/>
                    <a:pt x="227" y="0"/>
                  </a:cubicBezTo>
                  <a:cubicBezTo>
                    <a:pt x="347" y="0"/>
                    <a:pt x="453" y="106"/>
                    <a:pt x="453" y="226"/>
                  </a:cubicBezTo>
                  <a:cubicBezTo>
                    <a:pt x="453" y="354"/>
                    <a:pt x="227" y="608"/>
                    <a:pt x="227" y="608"/>
                  </a:cubicBezTo>
                  <a:close/>
                  <a:moveTo>
                    <a:pt x="227" y="78"/>
                  </a:moveTo>
                  <a:lnTo>
                    <a:pt x="227" y="78"/>
                  </a:lnTo>
                  <a:cubicBezTo>
                    <a:pt x="142" y="78"/>
                    <a:pt x="71" y="149"/>
                    <a:pt x="71" y="226"/>
                  </a:cubicBezTo>
                  <a:cubicBezTo>
                    <a:pt x="71" y="311"/>
                    <a:pt x="142" y="382"/>
                    <a:pt x="227" y="382"/>
                  </a:cubicBezTo>
                  <a:cubicBezTo>
                    <a:pt x="304" y="382"/>
                    <a:pt x="375" y="311"/>
                    <a:pt x="375" y="226"/>
                  </a:cubicBezTo>
                  <a:cubicBezTo>
                    <a:pt x="375" y="149"/>
                    <a:pt x="304" y="78"/>
                    <a:pt x="227" y="78"/>
                  </a:cubicBezTo>
                  <a:close/>
                  <a:moveTo>
                    <a:pt x="227" y="304"/>
                  </a:moveTo>
                  <a:lnTo>
                    <a:pt x="227" y="304"/>
                  </a:lnTo>
                  <a:cubicBezTo>
                    <a:pt x="184" y="304"/>
                    <a:pt x="149" y="269"/>
                    <a:pt x="149" y="226"/>
                  </a:cubicBezTo>
                  <a:cubicBezTo>
                    <a:pt x="149" y="184"/>
                    <a:pt x="184" y="156"/>
                    <a:pt x="227" y="156"/>
                  </a:cubicBezTo>
                  <a:cubicBezTo>
                    <a:pt x="269" y="156"/>
                    <a:pt x="297" y="184"/>
                    <a:pt x="297" y="226"/>
                  </a:cubicBezTo>
                  <a:cubicBezTo>
                    <a:pt x="297" y="269"/>
                    <a:pt x="269" y="304"/>
                    <a:pt x="227" y="3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4"/>
            <p:cNvSpPr/>
            <p:nvPr/>
          </p:nvSpPr>
          <p:spPr>
            <a:xfrm>
              <a:off x="3932238" y="360363"/>
              <a:ext cx="163512" cy="219075"/>
            </a:xfrm>
            <a:custGeom>
              <a:rect b="b" l="l" r="r" t="t"/>
              <a:pathLst>
                <a:path extrusionOk="0" h="609" w="453">
                  <a:moveTo>
                    <a:pt x="226" y="608"/>
                  </a:moveTo>
                  <a:lnTo>
                    <a:pt x="226" y="608"/>
                  </a:lnTo>
                  <a:cubicBezTo>
                    <a:pt x="226" y="608"/>
                    <a:pt x="0" y="354"/>
                    <a:pt x="0" y="226"/>
                  </a:cubicBezTo>
                  <a:cubicBezTo>
                    <a:pt x="0" y="106"/>
                    <a:pt x="106" y="0"/>
                    <a:pt x="226" y="0"/>
                  </a:cubicBezTo>
                  <a:cubicBezTo>
                    <a:pt x="354" y="0"/>
                    <a:pt x="452" y="106"/>
                    <a:pt x="452" y="226"/>
                  </a:cubicBezTo>
                  <a:cubicBezTo>
                    <a:pt x="452" y="354"/>
                    <a:pt x="226" y="608"/>
                    <a:pt x="226" y="608"/>
                  </a:cubicBezTo>
                  <a:close/>
                  <a:moveTo>
                    <a:pt x="226" y="78"/>
                  </a:moveTo>
                  <a:lnTo>
                    <a:pt x="226" y="78"/>
                  </a:lnTo>
                  <a:cubicBezTo>
                    <a:pt x="149" y="78"/>
                    <a:pt x="78" y="149"/>
                    <a:pt x="78" y="226"/>
                  </a:cubicBezTo>
                  <a:cubicBezTo>
                    <a:pt x="78" y="311"/>
                    <a:pt x="149" y="382"/>
                    <a:pt x="226" y="382"/>
                  </a:cubicBezTo>
                  <a:cubicBezTo>
                    <a:pt x="311" y="382"/>
                    <a:pt x="382" y="311"/>
                    <a:pt x="382" y="226"/>
                  </a:cubicBezTo>
                  <a:cubicBezTo>
                    <a:pt x="382" y="149"/>
                    <a:pt x="311" y="78"/>
                    <a:pt x="226" y="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4"/>
            <p:cNvSpPr/>
            <p:nvPr/>
          </p:nvSpPr>
          <p:spPr>
            <a:xfrm>
              <a:off x="3525838" y="390525"/>
              <a:ext cx="219075" cy="188913"/>
            </a:xfrm>
            <a:custGeom>
              <a:rect b="b" l="l" r="r" t="t"/>
              <a:pathLst>
                <a:path extrusionOk="0" h="524" w="609">
                  <a:moveTo>
                    <a:pt x="467" y="417"/>
                  </a:moveTo>
                  <a:lnTo>
                    <a:pt x="467" y="417"/>
                  </a:lnTo>
                  <a:cubicBezTo>
                    <a:pt x="446" y="417"/>
                    <a:pt x="439" y="403"/>
                    <a:pt x="439" y="389"/>
                  </a:cubicBezTo>
                  <a:cubicBezTo>
                    <a:pt x="439" y="375"/>
                    <a:pt x="446" y="360"/>
                    <a:pt x="467" y="360"/>
                  </a:cubicBezTo>
                  <a:cubicBezTo>
                    <a:pt x="509" y="360"/>
                    <a:pt x="552" y="325"/>
                    <a:pt x="552" y="276"/>
                  </a:cubicBezTo>
                  <a:cubicBezTo>
                    <a:pt x="552" y="247"/>
                    <a:pt x="537" y="226"/>
                    <a:pt x="523" y="212"/>
                  </a:cubicBezTo>
                  <a:cubicBezTo>
                    <a:pt x="516" y="212"/>
                    <a:pt x="516" y="212"/>
                    <a:pt x="516" y="205"/>
                  </a:cubicBezTo>
                  <a:lnTo>
                    <a:pt x="509" y="205"/>
                  </a:lnTo>
                  <a:lnTo>
                    <a:pt x="502" y="198"/>
                  </a:lnTo>
                  <a:lnTo>
                    <a:pt x="495" y="198"/>
                  </a:lnTo>
                  <a:cubicBezTo>
                    <a:pt x="495" y="198"/>
                    <a:pt x="488" y="198"/>
                    <a:pt x="488" y="191"/>
                  </a:cubicBezTo>
                  <a:cubicBezTo>
                    <a:pt x="481" y="191"/>
                    <a:pt x="481" y="191"/>
                    <a:pt x="481" y="191"/>
                  </a:cubicBezTo>
                  <a:cubicBezTo>
                    <a:pt x="481" y="191"/>
                    <a:pt x="481" y="191"/>
                    <a:pt x="474" y="191"/>
                  </a:cubicBezTo>
                  <a:cubicBezTo>
                    <a:pt x="467" y="191"/>
                    <a:pt x="467" y="191"/>
                    <a:pt x="467" y="191"/>
                  </a:cubicBezTo>
                  <a:lnTo>
                    <a:pt x="460" y="191"/>
                  </a:lnTo>
                  <a:cubicBezTo>
                    <a:pt x="460" y="184"/>
                    <a:pt x="460" y="184"/>
                    <a:pt x="460" y="177"/>
                  </a:cubicBezTo>
                  <a:cubicBezTo>
                    <a:pt x="460" y="169"/>
                    <a:pt x="453" y="169"/>
                    <a:pt x="453" y="162"/>
                  </a:cubicBezTo>
                  <a:cubicBezTo>
                    <a:pt x="453" y="155"/>
                    <a:pt x="453" y="155"/>
                    <a:pt x="446" y="148"/>
                  </a:cubicBezTo>
                  <a:cubicBezTo>
                    <a:pt x="446" y="141"/>
                    <a:pt x="446" y="141"/>
                    <a:pt x="439" y="134"/>
                  </a:cubicBezTo>
                  <a:cubicBezTo>
                    <a:pt x="410" y="92"/>
                    <a:pt x="361" y="56"/>
                    <a:pt x="304" y="56"/>
                  </a:cubicBezTo>
                  <a:cubicBezTo>
                    <a:pt x="248" y="56"/>
                    <a:pt x="198" y="92"/>
                    <a:pt x="170" y="134"/>
                  </a:cubicBezTo>
                  <a:cubicBezTo>
                    <a:pt x="163" y="141"/>
                    <a:pt x="163" y="141"/>
                    <a:pt x="163" y="148"/>
                  </a:cubicBezTo>
                  <a:cubicBezTo>
                    <a:pt x="156" y="155"/>
                    <a:pt x="156" y="155"/>
                    <a:pt x="156" y="162"/>
                  </a:cubicBezTo>
                  <a:cubicBezTo>
                    <a:pt x="156" y="169"/>
                    <a:pt x="149" y="169"/>
                    <a:pt x="149" y="177"/>
                  </a:cubicBezTo>
                  <a:cubicBezTo>
                    <a:pt x="149" y="184"/>
                    <a:pt x="149" y="184"/>
                    <a:pt x="149" y="191"/>
                  </a:cubicBezTo>
                  <a:lnTo>
                    <a:pt x="142" y="191"/>
                  </a:lnTo>
                  <a:cubicBezTo>
                    <a:pt x="142" y="191"/>
                    <a:pt x="142" y="191"/>
                    <a:pt x="135" y="191"/>
                  </a:cubicBezTo>
                  <a:cubicBezTo>
                    <a:pt x="128" y="191"/>
                    <a:pt x="128" y="191"/>
                    <a:pt x="128" y="191"/>
                  </a:cubicBezTo>
                  <a:cubicBezTo>
                    <a:pt x="128" y="191"/>
                    <a:pt x="128" y="191"/>
                    <a:pt x="121" y="191"/>
                  </a:cubicBezTo>
                  <a:cubicBezTo>
                    <a:pt x="121" y="198"/>
                    <a:pt x="113" y="198"/>
                    <a:pt x="113" y="198"/>
                  </a:cubicBezTo>
                  <a:lnTo>
                    <a:pt x="106" y="198"/>
                  </a:lnTo>
                  <a:lnTo>
                    <a:pt x="99" y="205"/>
                  </a:lnTo>
                  <a:lnTo>
                    <a:pt x="92" y="205"/>
                  </a:lnTo>
                  <a:cubicBezTo>
                    <a:pt x="92" y="212"/>
                    <a:pt x="92" y="212"/>
                    <a:pt x="85" y="212"/>
                  </a:cubicBezTo>
                  <a:cubicBezTo>
                    <a:pt x="71" y="226"/>
                    <a:pt x="57" y="247"/>
                    <a:pt x="57" y="276"/>
                  </a:cubicBezTo>
                  <a:cubicBezTo>
                    <a:pt x="57" y="325"/>
                    <a:pt x="99" y="360"/>
                    <a:pt x="142" y="360"/>
                  </a:cubicBezTo>
                  <a:cubicBezTo>
                    <a:pt x="163" y="360"/>
                    <a:pt x="170" y="375"/>
                    <a:pt x="170" y="389"/>
                  </a:cubicBezTo>
                  <a:cubicBezTo>
                    <a:pt x="170" y="403"/>
                    <a:pt x="163" y="417"/>
                    <a:pt x="142" y="417"/>
                  </a:cubicBezTo>
                  <a:cubicBezTo>
                    <a:pt x="64" y="417"/>
                    <a:pt x="0" y="353"/>
                    <a:pt x="0" y="276"/>
                  </a:cubicBezTo>
                  <a:cubicBezTo>
                    <a:pt x="0" y="212"/>
                    <a:pt x="43" y="155"/>
                    <a:pt x="99" y="141"/>
                  </a:cubicBezTo>
                  <a:cubicBezTo>
                    <a:pt x="135" y="56"/>
                    <a:pt x="212" y="0"/>
                    <a:pt x="304" y="0"/>
                  </a:cubicBezTo>
                  <a:cubicBezTo>
                    <a:pt x="396" y="0"/>
                    <a:pt x="474" y="56"/>
                    <a:pt x="509" y="141"/>
                  </a:cubicBezTo>
                  <a:cubicBezTo>
                    <a:pt x="566" y="155"/>
                    <a:pt x="608" y="212"/>
                    <a:pt x="608" y="276"/>
                  </a:cubicBezTo>
                  <a:cubicBezTo>
                    <a:pt x="608" y="353"/>
                    <a:pt x="545" y="417"/>
                    <a:pt x="467" y="417"/>
                  </a:cubicBezTo>
                  <a:close/>
                  <a:moveTo>
                    <a:pt x="198" y="353"/>
                  </a:moveTo>
                  <a:lnTo>
                    <a:pt x="198" y="353"/>
                  </a:lnTo>
                  <a:cubicBezTo>
                    <a:pt x="283" y="254"/>
                    <a:pt x="283" y="254"/>
                    <a:pt x="283" y="254"/>
                  </a:cubicBezTo>
                  <a:cubicBezTo>
                    <a:pt x="290" y="254"/>
                    <a:pt x="297" y="247"/>
                    <a:pt x="304" y="247"/>
                  </a:cubicBezTo>
                  <a:cubicBezTo>
                    <a:pt x="311" y="247"/>
                    <a:pt x="318" y="254"/>
                    <a:pt x="326" y="254"/>
                  </a:cubicBezTo>
                  <a:cubicBezTo>
                    <a:pt x="410" y="353"/>
                    <a:pt x="410" y="353"/>
                    <a:pt x="410" y="353"/>
                  </a:cubicBezTo>
                  <a:cubicBezTo>
                    <a:pt x="417" y="353"/>
                    <a:pt x="417" y="360"/>
                    <a:pt x="417" y="367"/>
                  </a:cubicBezTo>
                  <a:cubicBezTo>
                    <a:pt x="417" y="389"/>
                    <a:pt x="403" y="396"/>
                    <a:pt x="389" y="396"/>
                  </a:cubicBezTo>
                  <a:cubicBezTo>
                    <a:pt x="382" y="396"/>
                    <a:pt x="375" y="396"/>
                    <a:pt x="368" y="389"/>
                  </a:cubicBezTo>
                  <a:cubicBezTo>
                    <a:pt x="333" y="346"/>
                    <a:pt x="333" y="346"/>
                    <a:pt x="333" y="346"/>
                  </a:cubicBezTo>
                  <a:cubicBezTo>
                    <a:pt x="333" y="495"/>
                    <a:pt x="333" y="495"/>
                    <a:pt x="333" y="495"/>
                  </a:cubicBezTo>
                  <a:cubicBezTo>
                    <a:pt x="333" y="509"/>
                    <a:pt x="318" y="523"/>
                    <a:pt x="304" y="523"/>
                  </a:cubicBezTo>
                  <a:cubicBezTo>
                    <a:pt x="290" y="523"/>
                    <a:pt x="276" y="509"/>
                    <a:pt x="276" y="495"/>
                  </a:cubicBezTo>
                  <a:cubicBezTo>
                    <a:pt x="276" y="346"/>
                    <a:pt x="276" y="346"/>
                    <a:pt x="276" y="346"/>
                  </a:cubicBezTo>
                  <a:cubicBezTo>
                    <a:pt x="241" y="389"/>
                    <a:pt x="241" y="389"/>
                    <a:pt x="241" y="389"/>
                  </a:cubicBezTo>
                  <a:cubicBezTo>
                    <a:pt x="234" y="396"/>
                    <a:pt x="226" y="396"/>
                    <a:pt x="219" y="396"/>
                  </a:cubicBezTo>
                  <a:cubicBezTo>
                    <a:pt x="205" y="396"/>
                    <a:pt x="191" y="389"/>
                    <a:pt x="191" y="367"/>
                  </a:cubicBezTo>
                  <a:cubicBezTo>
                    <a:pt x="191" y="360"/>
                    <a:pt x="191" y="353"/>
                    <a:pt x="198" y="3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4"/>
            <p:cNvSpPr/>
            <p:nvPr/>
          </p:nvSpPr>
          <p:spPr>
            <a:xfrm>
              <a:off x="3146425" y="390525"/>
              <a:ext cx="217488" cy="188913"/>
            </a:xfrm>
            <a:custGeom>
              <a:rect b="b" l="l" r="r" t="t"/>
              <a:pathLst>
                <a:path extrusionOk="0" h="524" w="602">
                  <a:moveTo>
                    <a:pt x="460" y="417"/>
                  </a:moveTo>
                  <a:lnTo>
                    <a:pt x="460" y="417"/>
                  </a:lnTo>
                  <a:cubicBezTo>
                    <a:pt x="446" y="417"/>
                    <a:pt x="431" y="403"/>
                    <a:pt x="431" y="389"/>
                  </a:cubicBezTo>
                  <a:cubicBezTo>
                    <a:pt x="431" y="375"/>
                    <a:pt x="446" y="360"/>
                    <a:pt x="460" y="360"/>
                  </a:cubicBezTo>
                  <a:cubicBezTo>
                    <a:pt x="509" y="360"/>
                    <a:pt x="544" y="325"/>
                    <a:pt x="544" y="276"/>
                  </a:cubicBezTo>
                  <a:cubicBezTo>
                    <a:pt x="544" y="247"/>
                    <a:pt x="537" y="226"/>
                    <a:pt x="516" y="212"/>
                  </a:cubicBezTo>
                  <a:cubicBezTo>
                    <a:pt x="516" y="212"/>
                    <a:pt x="516" y="212"/>
                    <a:pt x="509" y="205"/>
                  </a:cubicBezTo>
                  <a:cubicBezTo>
                    <a:pt x="502" y="205"/>
                    <a:pt x="502" y="198"/>
                    <a:pt x="502" y="198"/>
                  </a:cubicBezTo>
                  <a:cubicBezTo>
                    <a:pt x="502" y="198"/>
                    <a:pt x="502" y="198"/>
                    <a:pt x="495" y="198"/>
                  </a:cubicBezTo>
                  <a:cubicBezTo>
                    <a:pt x="495" y="198"/>
                    <a:pt x="495" y="198"/>
                    <a:pt x="488" y="198"/>
                  </a:cubicBezTo>
                  <a:cubicBezTo>
                    <a:pt x="488" y="198"/>
                    <a:pt x="488" y="198"/>
                    <a:pt x="488" y="191"/>
                  </a:cubicBezTo>
                  <a:lnTo>
                    <a:pt x="481" y="191"/>
                  </a:lnTo>
                  <a:cubicBezTo>
                    <a:pt x="474" y="191"/>
                    <a:pt x="474" y="191"/>
                    <a:pt x="474" y="191"/>
                  </a:cubicBezTo>
                  <a:cubicBezTo>
                    <a:pt x="467" y="191"/>
                    <a:pt x="467" y="191"/>
                    <a:pt x="460" y="191"/>
                  </a:cubicBezTo>
                  <a:cubicBezTo>
                    <a:pt x="460" y="184"/>
                    <a:pt x="460" y="184"/>
                    <a:pt x="460" y="177"/>
                  </a:cubicBezTo>
                  <a:cubicBezTo>
                    <a:pt x="453" y="177"/>
                    <a:pt x="453" y="177"/>
                    <a:pt x="453" y="177"/>
                  </a:cubicBezTo>
                  <a:cubicBezTo>
                    <a:pt x="453" y="169"/>
                    <a:pt x="453" y="169"/>
                    <a:pt x="453" y="162"/>
                  </a:cubicBezTo>
                  <a:cubicBezTo>
                    <a:pt x="446" y="155"/>
                    <a:pt x="446" y="155"/>
                    <a:pt x="446" y="148"/>
                  </a:cubicBezTo>
                  <a:cubicBezTo>
                    <a:pt x="446" y="141"/>
                    <a:pt x="439" y="141"/>
                    <a:pt x="439" y="134"/>
                  </a:cubicBezTo>
                  <a:cubicBezTo>
                    <a:pt x="410" y="92"/>
                    <a:pt x="361" y="56"/>
                    <a:pt x="304" y="56"/>
                  </a:cubicBezTo>
                  <a:cubicBezTo>
                    <a:pt x="241" y="56"/>
                    <a:pt x="191" y="92"/>
                    <a:pt x="163" y="134"/>
                  </a:cubicBezTo>
                  <a:cubicBezTo>
                    <a:pt x="163" y="141"/>
                    <a:pt x="163" y="141"/>
                    <a:pt x="156" y="148"/>
                  </a:cubicBezTo>
                  <a:cubicBezTo>
                    <a:pt x="156" y="155"/>
                    <a:pt x="156" y="155"/>
                    <a:pt x="156" y="162"/>
                  </a:cubicBezTo>
                  <a:cubicBezTo>
                    <a:pt x="156" y="162"/>
                    <a:pt x="156" y="162"/>
                    <a:pt x="149" y="162"/>
                  </a:cubicBezTo>
                  <a:cubicBezTo>
                    <a:pt x="149" y="169"/>
                    <a:pt x="149" y="169"/>
                    <a:pt x="149" y="177"/>
                  </a:cubicBezTo>
                  <a:cubicBezTo>
                    <a:pt x="149" y="184"/>
                    <a:pt x="142" y="184"/>
                    <a:pt x="142" y="191"/>
                  </a:cubicBezTo>
                  <a:lnTo>
                    <a:pt x="135" y="191"/>
                  </a:lnTo>
                  <a:cubicBezTo>
                    <a:pt x="135" y="191"/>
                    <a:pt x="135" y="191"/>
                    <a:pt x="128" y="191"/>
                  </a:cubicBezTo>
                  <a:cubicBezTo>
                    <a:pt x="120" y="191"/>
                    <a:pt x="120" y="191"/>
                    <a:pt x="120" y="191"/>
                  </a:cubicBezTo>
                  <a:cubicBezTo>
                    <a:pt x="113" y="198"/>
                    <a:pt x="113" y="198"/>
                    <a:pt x="113" y="198"/>
                  </a:cubicBezTo>
                  <a:cubicBezTo>
                    <a:pt x="106" y="198"/>
                    <a:pt x="106" y="198"/>
                    <a:pt x="106" y="198"/>
                  </a:cubicBezTo>
                  <a:cubicBezTo>
                    <a:pt x="99" y="198"/>
                    <a:pt x="99" y="205"/>
                    <a:pt x="99" y="205"/>
                  </a:cubicBezTo>
                  <a:cubicBezTo>
                    <a:pt x="92" y="205"/>
                    <a:pt x="92" y="205"/>
                    <a:pt x="92" y="205"/>
                  </a:cubicBezTo>
                  <a:cubicBezTo>
                    <a:pt x="92" y="212"/>
                    <a:pt x="85" y="212"/>
                    <a:pt x="85" y="212"/>
                  </a:cubicBezTo>
                  <a:cubicBezTo>
                    <a:pt x="71" y="226"/>
                    <a:pt x="57" y="247"/>
                    <a:pt x="57" y="276"/>
                  </a:cubicBezTo>
                  <a:cubicBezTo>
                    <a:pt x="57" y="325"/>
                    <a:pt x="92" y="360"/>
                    <a:pt x="142" y="360"/>
                  </a:cubicBezTo>
                  <a:cubicBezTo>
                    <a:pt x="156" y="360"/>
                    <a:pt x="170" y="375"/>
                    <a:pt x="170" y="389"/>
                  </a:cubicBezTo>
                  <a:cubicBezTo>
                    <a:pt x="170" y="403"/>
                    <a:pt x="156" y="417"/>
                    <a:pt x="142" y="417"/>
                  </a:cubicBezTo>
                  <a:cubicBezTo>
                    <a:pt x="64" y="417"/>
                    <a:pt x="0" y="353"/>
                    <a:pt x="0" y="276"/>
                  </a:cubicBezTo>
                  <a:cubicBezTo>
                    <a:pt x="0" y="212"/>
                    <a:pt x="43" y="155"/>
                    <a:pt x="99" y="141"/>
                  </a:cubicBezTo>
                  <a:cubicBezTo>
                    <a:pt x="135" y="56"/>
                    <a:pt x="212" y="0"/>
                    <a:pt x="304" y="0"/>
                  </a:cubicBezTo>
                  <a:cubicBezTo>
                    <a:pt x="396" y="0"/>
                    <a:pt x="474" y="56"/>
                    <a:pt x="502" y="141"/>
                  </a:cubicBezTo>
                  <a:cubicBezTo>
                    <a:pt x="559" y="155"/>
                    <a:pt x="601" y="212"/>
                    <a:pt x="601" y="276"/>
                  </a:cubicBezTo>
                  <a:cubicBezTo>
                    <a:pt x="601" y="353"/>
                    <a:pt x="537" y="417"/>
                    <a:pt x="460" y="417"/>
                  </a:cubicBezTo>
                  <a:close/>
                  <a:moveTo>
                    <a:pt x="219" y="367"/>
                  </a:moveTo>
                  <a:lnTo>
                    <a:pt x="219" y="367"/>
                  </a:lnTo>
                  <a:cubicBezTo>
                    <a:pt x="226" y="367"/>
                    <a:pt x="233" y="375"/>
                    <a:pt x="241" y="382"/>
                  </a:cubicBezTo>
                  <a:cubicBezTo>
                    <a:pt x="276" y="417"/>
                    <a:pt x="276" y="417"/>
                    <a:pt x="276" y="417"/>
                  </a:cubicBezTo>
                  <a:cubicBezTo>
                    <a:pt x="276" y="276"/>
                    <a:pt x="276" y="276"/>
                    <a:pt x="276" y="276"/>
                  </a:cubicBezTo>
                  <a:cubicBezTo>
                    <a:pt x="276" y="262"/>
                    <a:pt x="283" y="247"/>
                    <a:pt x="304" y="247"/>
                  </a:cubicBezTo>
                  <a:cubicBezTo>
                    <a:pt x="318" y="247"/>
                    <a:pt x="333" y="262"/>
                    <a:pt x="333" y="276"/>
                  </a:cubicBezTo>
                  <a:cubicBezTo>
                    <a:pt x="333" y="417"/>
                    <a:pt x="333" y="417"/>
                    <a:pt x="333" y="417"/>
                  </a:cubicBezTo>
                  <a:cubicBezTo>
                    <a:pt x="368" y="382"/>
                    <a:pt x="368" y="382"/>
                    <a:pt x="368" y="382"/>
                  </a:cubicBezTo>
                  <a:cubicBezTo>
                    <a:pt x="368" y="375"/>
                    <a:pt x="375" y="367"/>
                    <a:pt x="389" y="367"/>
                  </a:cubicBezTo>
                  <a:cubicBezTo>
                    <a:pt x="403" y="367"/>
                    <a:pt x="417" y="382"/>
                    <a:pt x="417" y="396"/>
                  </a:cubicBezTo>
                  <a:cubicBezTo>
                    <a:pt x="417" y="403"/>
                    <a:pt x="410" y="410"/>
                    <a:pt x="410" y="417"/>
                  </a:cubicBezTo>
                  <a:cubicBezTo>
                    <a:pt x="325" y="509"/>
                    <a:pt x="325" y="509"/>
                    <a:pt x="325" y="509"/>
                  </a:cubicBezTo>
                  <a:cubicBezTo>
                    <a:pt x="318" y="516"/>
                    <a:pt x="311" y="523"/>
                    <a:pt x="304" y="523"/>
                  </a:cubicBezTo>
                  <a:cubicBezTo>
                    <a:pt x="290" y="523"/>
                    <a:pt x="283" y="516"/>
                    <a:pt x="283" y="509"/>
                  </a:cubicBezTo>
                  <a:cubicBezTo>
                    <a:pt x="198" y="417"/>
                    <a:pt x="198" y="417"/>
                    <a:pt x="198" y="417"/>
                  </a:cubicBezTo>
                  <a:cubicBezTo>
                    <a:pt x="191" y="410"/>
                    <a:pt x="191" y="403"/>
                    <a:pt x="191" y="396"/>
                  </a:cubicBezTo>
                  <a:cubicBezTo>
                    <a:pt x="191" y="382"/>
                    <a:pt x="198" y="367"/>
                    <a:pt x="219" y="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4"/>
            <p:cNvSpPr/>
            <p:nvPr/>
          </p:nvSpPr>
          <p:spPr>
            <a:xfrm>
              <a:off x="2767013" y="390525"/>
              <a:ext cx="217487" cy="177800"/>
            </a:xfrm>
            <a:custGeom>
              <a:rect b="b" l="l" r="r" t="t"/>
              <a:pathLst>
                <a:path extrusionOk="0" h="496" w="602">
                  <a:moveTo>
                    <a:pt x="460" y="417"/>
                  </a:moveTo>
                  <a:lnTo>
                    <a:pt x="460" y="417"/>
                  </a:lnTo>
                  <a:cubicBezTo>
                    <a:pt x="446" y="417"/>
                    <a:pt x="431" y="403"/>
                    <a:pt x="431" y="389"/>
                  </a:cubicBezTo>
                  <a:cubicBezTo>
                    <a:pt x="431" y="375"/>
                    <a:pt x="446" y="360"/>
                    <a:pt x="460" y="360"/>
                  </a:cubicBezTo>
                  <a:cubicBezTo>
                    <a:pt x="509" y="360"/>
                    <a:pt x="544" y="325"/>
                    <a:pt x="544" y="276"/>
                  </a:cubicBezTo>
                  <a:cubicBezTo>
                    <a:pt x="544" y="247"/>
                    <a:pt x="530" y="226"/>
                    <a:pt x="516" y="212"/>
                  </a:cubicBezTo>
                  <a:cubicBezTo>
                    <a:pt x="516" y="212"/>
                    <a:pt x="509" y="212"/>
                    <a:pt x="509" y="205"/>
                  </a:cubicBezTo>
                  <a:cubicBezTo>
                    <a:pt x="509" y="205"/>
                    <a:pt x="509" y="205"/>
                    <a:pt x="502" y="205"/>
                  </a:cubicBezTo>
                  <a:cubicBezTo>
                    <a:pt x="502" y="205"/>
                    <a:pt x="502" y="198"/>
                    <a:pt x="495" y="198"/>
                  </a:cubicBezTo>
                  <a:cubicBezTo>
                    <a:pt x="495" y="198"/>
                    <a:pt x="495" y="198"/>
                    <a:pt x="488" y="198"/>
                  </a:cubicBezTo>
                  <a:cubicBezTo>
                    <a:pt x="488" y="198"/>
                    <a:pt x="488" y="198"/>
                    <a:pt x="481" y="191"/>
                  </a:cubicBezTo>
                  <a:cubicBezTo>
                    <a:pt x="481" y="191"/>
                    <a:pt x="481" y="191"/>
                    <a:pt x="474" y="191"/>
                  </a:cubicBezTo>
                  <a:cubicBezTo>
                    <a:pt x="467" y="191"/>
                    <a:pt x="467" y="191"/>
                    <a:pt x="467" y="191"/>
                  </a:cubicBezTo>
                  <a:lnTo>
                    <a:pt x="460" y="191"/>
                  </a:lnTo>
                  <a:cubicBezTo>
                    <a:pt x="460" y="184"/>
                    <a:pt x="453" y="184"/>
                    <a:pt x="453" y="177"/>
                  </a:cubicBezTo>
                  <a:cubicBezTo>
                    <a:pt x="453" y="169"/>
                    <a:pt x="453" y="169"/>
                    <a:pt x="453" y="162"/>
                  </a:cubicBezTo>
                  <a:cubicBezTo>
                    <a:pt x="446" y="162"/>
                    <a:pt x="446" y="162"/>
                    <a:pt x="446" y="162"/>
                  </a:cubicBezTo>
                  <a:cubicBezTo>
                    <a:pt x="446" y="155"/>
                    <a:pt x="446" y="155"/>
                    <a:pt x="446" y="148"/>
                  </a:cubicBezTo>
                  <a:cubicBezTo>
                    <a:pt x="438" y="141"/>
                    <a:pt x="438" y="141"/>
                    <a:pt x="438" y="134"/>
                  </a:cubicBezTo>
                  <a:cubicBezTo>
                    <a:pt x="410" y="92"/>
                    <a:pt x="361" y="56"/>
                    <a:pt x="297" y="56"/>
                  </a:cubicBezTo>
                  <a:cubicBezTo>
                    <a:pt x="240" y="56"/>
                    <a:pt x="191" y="92"/>
                    <a:pt x="163" y="134"/>
                  </a:cubicBezTo>
                  <a:cubicBezTo>
                    <a:pt x="163" y="141"/>
                    <a:pt x="156" y="141"/>
                    <a:pt x="156" y="148"/>
                  </a:cubicBezTo>
                  <a:cubicBezTo>
                    <a:pt x="156" y="155"/>
                    <a:pt x="156" y="155"/>
                    <a:pt x="149" y="162"/>
                  </a:cubicBezTo>
                  <a:cubicBezTo>
                    <a:pt x="149" y="169"/>
                    <a:pt x="149" y="169"/>
                    <a:pt x="149" y="177"/>
                  </a:cubicBezTo>
                  <a:cubicBezTo>
                    <a:pt x="149" y="177"/>
                    <a:pt x="149" y="177"/>
                    <a:pt x="142" y="177"/>
                  </a:cubicBezTo>
                  <a:cubicBezTo>
                    <a:pt x="142" y="184"/>
                    <a:pt x="142" y="184"/>
                    <a:pt x="142" y="191"/>
                  </a:cubicBezTo>
                  <a:cubicBezTo>
                    <a:pt x="135" y="191"/>
                    <a:pt x="135" y="191"/>
                    <a:pt x="127" y="191"/>
                  </a:cubicBezTo>
                  <a:cubicBezTo>
                    <a:pt x="127" y="191"/>
                    <a:pt x="127" y="191"/>
                    <a:pt x="120" y="191"/>
                  </a:cubicBezTo>
                  <a:lnTo>
                    <a:pt x="113" y="191"/>
                  </a:lnTo>
                  <a:cubicBezTo>
                    <a:pt x="113" y="198"/>
                    <a:pt x="113" y="198"/>
                    <a:pt x="113" y="198"/>
                  </a:cubicBezTo>
                  <a:cubicBezTo>
                    <a:pt x="106" y="198"/>
                    <a:pt x="106" y="198"/>
                    <a:pt x="106" y="198"/>
                  </a:cubicBezTo>
                  <a:cubicBezTo>
                    <a:pt x="99" y="198"/>
                    <a:pt x="99" y="198"/>
                    <a:pt x="99" y="198"/>
                  </a:cubicBezTo>
                  <a:cubicBezTo>
                    <a:pt x="99" y="198"/>
                    <a:pt x="99" y="205"/>
                    <a:pt x="92" y="205"/>
                  </a:cubicBezTo>
                  <a:cubicBezTo>
                    <a:pt x="85" y="212"/>
                    <a:pt x="85" y="212"/>
                    <a:pt x="85" y="212"/>
                  </a:cubicBezTo>
                  <a:cubicBezTo>
                    <a:pt x="64" y="226"/>
                    <a:pt x="57" y="247"/>
                    <a:pt x="57" y="276"/>
                  </a:cubicBezTo>
                  <a:cubicBezTo>
                    <a:pt x="57" y="325"/>
                    <a:pt x="92" y="360"/>
                    <a:pt x="142" y="360"/>
                  </a:cubicBezTo>
                  <a:cubicBezTo>
                    <a:pt x="156" y="360"/>
                    <a:pt x="170" y="375"/>
                    <a:pt x="170" y="389"/>
                  </a:cubicBezTo>
                  <a:cubicBezTo>
                    <a:pt x="170" y="403"/>
                    <a:pt x="156" y="417"/>
                    <a:pt x="142" y="417"/>
                  </a:cubicBezTo>
                  <a:cubicBezTo>
                    <a:pt x="64" y="417"/>
                    <a:pt x="0" y="353"/>
                    <a:pt x="0" y="276"/>
                  </a:cubicBezTo>
                  <a:cubicBezTo>
                    <a:pt x="0" y="212"/>
                    <a:pt x="43" y="155"/>
                    <a:pt x="99" y="141"/>
                  </a:cubicBezTo>
                  <a:cubicBezTo>
                    <a:pt x="127" y="56"/>
                    <a:pt x="205" y="0"/>
                    <a:pt x="297" y="0"/>
                  </a:cubicBezTo>
                  <a:cubicBezTo>
                    <a:pt x="389" y="0"/>
                    <a:pt x="467" y="56"/>
                    <a:pt x="502" y="141"/>
                  </a:cubicBezTo>
                  <a:cubicBezTo>
                    <a:pt x="559" y="155"/>
                    <a:pt x="601" y="212"/>
                    <a:pt x="601" y="276"/>
                  </a:cubicBezTo>
                  <a:cubicBezTo>
                    <a:pt x="601" y="353"/>
                    <a:pt x="537" y="417"/>
                    <a:pt x="460" y="417"/>
                  </a:cubicBezTo>
                  <a:close/>
                  <a:moveTo>
                    <a:pt x="226" y="283"/>
                  </a:moveTo>
                  <a:lnTo>
                    <a:pt x="226" y="283"/>
                  </a:lnTo>
                  <a:cubicBezTo>
                    <a:pt x="233" y="283"/>
                    <a:pt x="240" y="290"/>
                    <a:pt x="240" y="297"/>
                  </a:cubicBezTo>
                  <a:cubicBezTo>
                    <a:pt x="297" y="346"/>
                    <a:pt x="297" y="346"/>
                    <a:pt x="297" y="346"/>
                  </a:cubicBezTo>
                  <a:cubicBezTo>
                    <a:pt x="354" y="297"/>
                    <a:pt x="354" y="297"/>
                    <a:pt x="354" y="297"/>
                  </a:cubicBezTo>
                  <a:cubicBezTo>
                    <a:pt x="361" y="290"/>
                    <a:pt x="368" y="283"/>
                    <a:pt x="375" y="283"/>
                  </a:cubicBezTo>
                  <a:cubicBezTo>
                    <a:pt x="389" y="283"/>
                    <a:pt x="403" y="297"/>
                    <a:pt x="403" y="311"/>
                  </a:cubicBezTo>
                  <a:cubicBezTo>
                    <a:pt x="403" y="318"/>
                    <a:pt x="403" y="325"/>
                    <a:pt x="396" y="332"/>
                  </a:cubicBezTo>
                  <a:cubicBezTo>
                    <a:pt x="340" y="389"/>
                    <a:pt x="340" y="389"/>
                    <a:pt x="340" y="389"/>
                  </a:cubicBezTo>
                  <a:cubicBezTo>
                    <a:pt x="396" y="445"/>
                    <a:pt x="396" y="445"/>
                    <a:pt x="396" y="445"/>
                  </a:cubicBezTo>
                  <a:cubicBezTo>
                    <a:pt x="403" y="452"/>
                    <a:pt x="403" y="459"/>
                    <a:pt x="403" y="466"/>
                  </a:cubicBezTo>
                  <a:cubicBezTo>
                    <a:pt x="403" y="480"/>
                    <a:pt x="389" y="495"/>
                    <a:pt x="375" y="495"/>
                  </a:cubicBezTo>
                  <a:cubicBezTo>
                    <a:pt x="368" y="495"/>
                    <a:pt x="361" y="488"/>
                    <a:pt x="354" y="480"/>
                  </a:cubicBezTo>
                  <a:cubicBezTo>
                    <a:pt x="297" y="431"/>
                    <a:pt x="297" y="431"/>
                    <a:pt x="297" y="431"/>
                  </a:cubicBezTo>
                  <a:cubicBezTo>
                    <a:pt x="240" y="480"/>
                    <a:pt x="240" y="480"/>
                    <a:pt x="240" y="480"/>
                  </a:cubicBezTo>
                  <a:cubicBezTo>
                    <a:pt x="240" y="488"/>
                    <a:pt x="233" y="495"/>
                    <a:pt x="226" y="495"/>
                  </a:cubicBezTo>
                  <a:cubicBezTo>
                    <a:pt x="205" y="495"/>
                    <a:pt x="198" y="480"/>
                    <a:pt x="198" y="466"/>
                  </a:cubicBezTo>
                  <a:cubicBezTo>
                    <a:pt x="198" y="459"/>
                    <a:pt x="198" y="452"/>
                    <a:pt x="205" y="445"/>
                  </a:cubicBezTo>
                  <a:cubicBezTo>
                    <a:pt x="262" y="389"/>
                    <a:pt x="262" y="389"/>
                    <a:pt x="262" y="389"/>
                  </a:cubicBezTo>
                  <a:cubicBezTo>
                    <a:pt x="205" y="332"/>
                    <a:pt x="205" y="332"/>
                    <a:pt x="205" y="332"/>
                  </a:cubicBezTo>
                  <a:cubicBezTo>
                    <a:pt x="198" y="325"/>
                    <a:pt x="198" y="318"/>
                    <a:pt x="198" y="311"/>
                  </a:cubicBezTo>
                  <a:cubicBezTo>
                    <a:pt x="198" y="297"/>
                    <a:pt x="205" y="283"/>
                    <a:pt x="226" y="2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4"/>
            <p:cNvSpPr/>
            <p:nvPr/>
          </p:nvSpPr>
          <p:spPr>
            <a:xfrm>
              <a:off x="2386013" y="390525"/>
              <a:ext cx="219075" cy="177800"/>
            </a:xfrm>
            <a:custGeom>
              <a:rect b="b" l="l" r="r" t="t"/>
              <a:pathLst>
                <a:path extrusionOk="0" h="496" w="609">
                  <a:moveTo>
                    <a:pt x="467" y="417"/>
                  </a:moveTo>
                  <a:lnTo>
                    <a:pt x="467" y="417"/>
                  </a:lnTo>
                  <a:cubicBezTo>
                    <a:pt x="445" y="417"/>
                    <a:pt x="438" y="403"/>
                    <a:pt x="438" y="389"/>
                  </a:cubicBezTo>
                  <a:cubicBezTo>
                    <a:pt x="438" y="375"/>
                    <a:pt x="445" y="360"/>
                    <a:pt x="467" y="360"/>
                  </a:cubicBezTo>
                  <a:cubicBezTo>
                    <a:pt x="509" y="360"/>
                    <a:pt x="551" y="325"/>
                    <a:pt x="551" y="276"/>
                  </a:cubicBezTo>
                  <a:cubicBezTo>
                    <a:pt x="551" y="247"/>
                    <a:pt x="537" y="226"/>
                    <a:pt x="523" y="212"/>
                  </a:cubicBezTo>
                  <a:cubicBezTo>
                    <a:pt x="516" y="212"/>
                    <a:pt x="516" y="212"/>
                    <a:pt x="516" y="205"/>
                  </a:cubicBezTo>
                  <a:lnTo>
                    <a:pt x="509" y="205"/>
                  </a:lnTo>
                  <a:lnTo>
                    <a:pt x="502" y="198"/>
                  </a:lnTo>
                  <a:lnTo>
                    <a:pt x="495" y="198"/>
                  </a:lnTo>
                  <a:cubicBezTo>
                    <a:pt x="495" y="198"/>
                    <a:pt x="488" y="198"/>
                    <a:pt x="488" y="191"/>
                  </a:cubicBezTo>
                  <a:cubicBezTo>
                    <a:pt x="481" y="191"/>
                    <a:pt x="481" y="191"/>
                    <a:pt x="481" y="191"/>
                  </a:cubicBezTo>
                  <a:cubicBezTo>
                    <a:pt x="481" y="191"/>
                    <a:pt x="481" y="191"/>
                    <a:pt x="474" y="191"/>
                  </a:cubicBezTo>
                  <a:cubicBezTo>
                    <a:pt x="467" y="191"/>
                    <a:pt x="467" y="191"/>
                    <a:pt x="467" y="191"/>
                  </a:cubicBezTo>
                  <a:lnTo>
                    <a:pt x="459" y="191"/>
                  </a:lnTo>
                  <a:cubicBezTo>
                    <a:pt x="459" y="184"/>
                    <a:pt x="459" y="184"/>
                    <a:pt x="459" y="177"/>
                  </a:cubicBezTo>
                  <a:cubicBezTo>
                    <a:pt x="459" y="169"/>
                    <a:pt x="452" y="169"/>
                    <a:pt x="452" y="162"/>
                  </a:cubicBezTo>
                  <a:cubicBezTo>
                    <a:pt x="452" y="155"/>
                    <a:pt x="452" y="155"/>
                    <a:pt x="445" y="148"/>
                  </a:cubicBezTo>
                  <a:cubicBezTo>
                    <a:pt x="445" y="141"/>
                    <a:pt x="445" y="141"/>
                    <a:pt x="438" y="134"/>
                  </a:cubicBezTo>
                  <a:cubicBezTo>
                    <a:pt x="410" y="92"/>
                    <a:pt x="361" y="56"/>
                    <a:pt x="304" y="56"/>
                  </a:cubicBezTo>
                  <a:cubicBezTo>
                    <a:pt x="247" y="56"/>
                    <a:pt x="198" y="92"/>
                    <a:pt x="170" y="134"/>
                  </a:cubicBezTo>
                  <a:cubicBezTo>
                    <a:pt x="163" y="141"/>
                    <a:pt x="163" y="141"/>
                    <a:pt x="163" y="148"/>
                  </a:cubicBezTo>
                  <a:cubicBezTo>
                    <a:pt x="156" y="155"/>
                    <a:pt x="156" y="155"/>
                    <a:pt x="156" y="162"/>
                  </a:cubicBezTo>
                  <a:cubicBezTo>
                    <a:pt x="156" y="169"/>
                    <a:pt x="149" y="169"/>
                    <a:pt x="149" y="177"/>
                  </a:cubicBezTo>
                  <a:cubicBezTo>
                    <a:pt x="149" y="184"/>
                    <a:pt x="149" y="184"/>
                    <a:pt x="149" y="191"/>
                  </a:cubicBezTo>
                  <a:lnTo>
                    <a:pt x="141" y="191"/>
                  </a:lnTo>
                  <a:cubicBezTo>
                    <a:pt x="141" y="191"/>
                    <a:pt x="141" y="191"/>
                    <a:pt x="134" y="191"/>
                  </a:cubicBezTo>
                  <a:cubicBezTo>
                    <a:pt x="127" y="191"/>
                    <a:pt x="127" y="191"/>
                    <a:pt x="127" y="191"/>
                  </a:cubicBezTo>
                  <a:cubicBezTo>
                    <a:pt x="127" y="191"/>
                    <a:pt x="127" y="191"/>
                    <a:pt x="120" y="191"/>
                  </a:cubicBezTo>
                  <a:cubicBezTo>
                    <a:pt x="120" y="198"/>
                    <a:pt x="113" y="198"/>
                    <a:pt x="113" y="198"/>
                  </a:cubicBezTo>
                  <a:lnTo>
                    <a:pt x="106" y="198"/>
                  </a:lnTo>
                  <a:lnTo>
                    <a:pt x="99" y="205"/>
                  </a:lnTo>
                  <a:lnTo>
                    <a:pt x="92" y="205"/>
                  </a:lnTo>
                  <a:cubicBezTo>
                    <a:pt x="92" y="212"/>
                    <a:pt x="92" y="212"/>
                    <a:pt x="85" y="212"/>
                  </a:cubicBezTo>
                  <a:cubicBezTo>
                    <a:pt x="71" y="226"/>
                    <a:pt x="57" y="247"/>
                    <a:pt x="57" y="276"/>
                  </a:cubicBezTo>
                  <a:cubicBezTo>
                    <a:pt x="57" y="325"/>
                    <a:pt x="99" y="360"/>
                    <a:pt x="141" y="360"/>
                  </a:cubicBezTo>
                  <a:cubicBezTo>
                    <a:pt x="163" y="360"/>
                    <a:pt x="170" y="375"/>
                    <a:pt x="170" y="389"/>
                  </a:cubicBezTo>
                  <a:cubicBezTo>
                    <a:pt x="170" y="403"/>
                    <a:pt x="163" y="417"/>
                    <a:pt x="141" y="417"/>
                  </a:cubicBezTo>
                  <a:cubicBezTo>
                    <a:pt x="64" y="417"/>
                    <a:pt x="0" y="353"/>
                    <a:pt x="0" y="276"/>
                  </a:cubicBezTo>
                  <a:cubicBezTo>
                    <a:pt x="0" y="212"/>
                    <a:pt x="43" y="155"/>
                    <a:pt x="99" y="141"/>
                  </a:cubicBezTo>
                  <a:cubicBezTo>
                    <a:pt x="134" y="56"/>
                    <a:pt x="212" y="0"/>
                    <a:pt x="304" y="0"/>
                  </a:cubicBezTo>
                  <a:cubicBezTo>
                    <a:pt x="396" y="0"/>
                    <a:pt x="474" y="56"/>
                    <a:pt x="509" y="141"/>
                  </a:cubicBezTo>
                  <a:cubicBezTo>
                    <a:pt x="565" y="155"/>
                    <a:pt x="608" y="212"/>
                    <a:pt x="608" y="276"/>
                  </a:cubicBezTo>
                  <a:cubicBezTo>
                    <a:pt x="608" y="353"/>
                    <a:pt x="544" y="417"/>
                    <a:pt x="467" y="417"/>
                  </a:cubicBezTo>
                  <a:close/>
                  <a:moveTo>
                    <a:pt x="226" y="360"/>
                  </a:moveTo>
                  <a:lnTo>
                    <a:pt x="226" y="360"/>
                  </a:lnTo>
                  <a:cubicBezTo>
                    <a:pt x="233" y="360"/>
                    <a:pt x="240" y="360"/>
                    <a:pt x="247" y="367"/>
                  </a:cubicBezTo>
                  <a:cubicBezTo>
                    <a:pt x="297" y="417"/>
                    <a:pt x="297" y="417"/>
                    <a:pt x="297" y="417"/>
                  </a:cubicBezTo>
                  <a:cubicBezTo>
                    <a:pt x="382" y="297"/>
                    <a:pt x="382" y="297"/>
                    <a:pt x="382" y="297"/>
                  </a:cubicBezTo>
                  <a:cubicBezTo>
                    <a:pt x="389" y="290"/>
                    <a:pt x="396" y="283"/>
                    <a:pt x="410" y="283"/>
                  </a:cubicBezTo>
                  <a:cubicBezTo>
                    <a:pt x="424" y="283"/>
                    <a:pt x="438" y="297"/>
                    <a:pt x="438" y="311"/>
                  </a:cubicBezTo>
                  <a:cubicBezTo>
                    <a:pt x="438" y="318"/>
                    <a:pt x="431" y="325"/>
                    <a:pt x="431" y="332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5" y="488"/>
                    <a:pt x="311" y="495"/>
                    <a:pt x="304" y="495"/>
                  </a:cubicBezTo>
                  <a:cubicBezTo>
                    <a:pt x="297" y="495"/>
                    <a:pt x="290" y="488"/>
                    <a:pt x="283" y="480"/>
                  </a:cubicBezTo>
                  <a:cubicBezTo>
                    <a:pt x="212" y="410"/>
                    <a:pt x="212" y="410"/>
                    <a:pt x="212" y="410"/>
                  </a:cubicBezTo>
                  <a:cubicBezTo>
                    <a:pt x="205" y="403"/>
                    <a:pt x="198" y="396"/>
                    <a:pt x="198" y="389"/>
                  </a:cubicBezTo>
                  <a:cubicBezTo>
                    <a:pt x="198" y="375"/>
                    <a:pt x="212" y="360"/>
                    <a:pt x="226" y="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4"/>
            <p:cNvSpPr/>
            <p:nvPr/>
          </p:nvSpPr>
          <p:spPr>
            <a:xfrm>
              <a:off x="2006600" y="390525"/>
              <a:ext cx="217488" cy="150813"/>
            </a:xfrm>
            <a:custGeom>
              <a:rect b="b" l="l" r="r" t="t"/>
              <a:pathLst>
                <a:path extrusionOk="0" h="418" w="602">
                  <a:moveTo>
                    <a:pt x="459" y="417"/>
                  </a:moveTo>
                  <a:lnTo>
                    <a:pt x="459" y="417"/>
                  </a:lnTo>
                  <a:cubicBezTo>
                    <a:pt x="141" y="417"/>
                    <a:pt x="141" y="417"/>
                    <a:pt x="141" y="417"/>
                  </a:cubicBezTo>
                  <a:cubicBezTo>
                    <a:pt x="64" y="417"/>
                    <a:pt x="0" y="353"/>
                    <a:pt x="0" y="276"/>
                  </a:cubicBezTo>
                  <a:cubicBezTo>
                    <a:pt x="0" y="212"/>
                    <a:pt x="42" y="155"/>
                    <a:pt x="99" y="141"/>
                  </a:cubicBezTo>
                  <a:cubicBezTo>
                    <a:pt x="134" y="56"/>
                    <a:pt x="212" y="0"/>
                    <a:pt x="304" y="0"/>
                  </a:cubicBezTo>
                  <a:cubicBezTo>
                    <a:pt x="396" y="0"/>
                    <a:pt x="474" y="56"/>
                    <a:pt x="502" y="141"/>
                  </a:cubicBezTo>
                  <a:cubicBezTo>
                    <a:pt x="558" y="155"/>
                    <a:pt x="601" y="212"/>
                    <a:pt x="601" y="276"/>
                  </a:cubicBezTo>
                  <a:cubicBezTo>
                    <a:pt x="601" y="353"/>
                    <a:pt x="537" y="417"/>
                    <a:pt x="459" y="417"/>
                  </a:cubicBezTo>
                  <a:close/>
                  <a:moveTo>
                    <a:pt x="516" y="212"/>
                  </a:moveTo>
                  <a:lnTo>
                    <a:pt x="516" y="212"/>
                  </a:lnTo>
                  <a:cubicBezTo>
                    <a:pt x="516" y="212"/>
                    <a:pt x="516" y="212"/>
                    <a:pt x="509" y="205"/>
                  </a:cubicBezTo>
                  <a:cubicBezTo>
                    <a:pt x="502" y="205"/>
                    <a:pt x="502" y="198"/>
                    <a:pt x="502" y="198"/>
                  </a:cubicBezTo>
                  <a:cubicBezTo>
                    <a:pt x="502" y="198"/>
                    <a:pt x="502" y="198"/>
                    <a:pt x="495" y="198"/>
                  </a:cubicBezTo>
                  <a:cubicBezTo>
                    <a:pt x="495" y="198"/>
                    <a:pt x="495" y="198"/>
                    <a:pt x="488" y="198"/>
                  </a:cubicBezTo>
                  <a:cubicBezTo>
                    <a:pt x="488" y="198"/>
                    <a:pt x="488" y="198"/>
                    <a:pt x="488" y="191"/>
                  </a:cubicBezTo>
                  <a:lnTo>
                    <a:pt x="481" y="191"/>
                  </a:lnTo>
                  <a:cubicBezTo>
                    <a:pt x="474" y="191"/>
                    <a:pt x="474" y="191"/>
                    <a:pt x="474" y="191"/>
                  </a:cubicBezTo>
                  <a:cubicBezTo>
                    <a:pt x="467" y="191"/>
                    <a:pt x="467" y="191"/>
                    <a:pt x="459" y="191"/>
                  </a:cubicBezTo>
                  <a:cubicBezTo>
                    <a:pt x="459" y="184"/>
                    <a:pt x="459" y="184"/>
                    <a:pt x="459" y="177"/>
                  </a:cubicBezTo>
                  <a:cubicBezTo>
                    <a:pt x="452" y="177"/>
                    <a:pt x="452" y="177"/>
                    <a:pt x="452" y="177"/>
                  </a:cubicBezTo>
                  <a:cubicBezTo>
                    <a:pt x="452" y="169"/>
                    <a:pt x="452" y="169"/>
                    <a:pt x="452" y="162"/>
                  </a:cubicBezTo>
                  <a:cubicBezTo>
                    <a:pt x="445" y="155"/>
                    <a:pt x="445" y="155"/>
                    <a:pt x="445" y="148"/>
                  </a:cubicBezTo>
                  <a:cubicBezTo>
                    <a:pt x="445" y="141"/>
                    <a:pt x="438" y="141"/>
                    <a:pt x="438" y="134"/>
                  </a:cubicBezTo>
                  <a:cubicBezTo>
                    <a:pt x="410" y="92"/>
                    <a:pt x="361" y="56"/>
                    <a:pt x="304" y="56"/>
                  </a:cubicBezTo>
                  <a:cubicBezTo>
                    <a:pt x="240" y="56"/>
                    <a:pt x="191" y="92"/>
                    <a:pt x="163" y="134"/>
                  </a:cubicBezTo>
                  <a:cubicBezTo>
                    <a:pt x="163" y="141"/>
                    <a:pt x="163" y="141"/>
                    <a:pt x="156" y="148"/>
                  </a:cubicBezTo>
                  <a:cubicBezTo>
                    <a:pt x="156" y="155"/>
                    <a:pt x="156" y="155"/>
                    <a:pt x="156" y="162"/>
                  </a:cubicBezTo>
                  <a:cubicBezTo>
                    <a:pt x="156" y="162"/>
                    <a:pt x="156" y="162"/>
                    <a:pt x="148" y="162"/>
                  </a:cubicBezTo>
                  <a:cubicBezTo>
                    <a:pt x="148" y="169"/>
                    <a:pt x="148" y="169"/>
                    <a:pt x="148" y="177"/>
                  </a:cubicBezTo>
                  <a:cubicBezTo>
                    <a:pt x="148" y="184"/>
                    <a:pt x="141" y="184"/>
                    <a:pt x="141" y="191"/>
                  </a:cubicBezTo>
                  <a:lnTo>
                    <a:pt x="134" y="191"/>
                  </a:lnTo>
                  <a:cubicBezTo>
                    <a:pt x="134" y="191"/>
                    <a:pt x="134" y="191"/>
                    <a:pt x="127" y="191"/>
                  </a:cubicBezTo>
                  <a:cubicBezTo>
                    <a:pt x="120" y="191"/>
                    <a:pt x="120" y="191"/>
                    <a:pt x="120" y="191"/>
                  </a:cubicBezTo>
                  <a:cubicBezTo>
                    <a:pt x="113" y="198"/>
                    <a:pt x="113" y="198"/>
                    <a:pt x="113" y="198"/>
                  </a:cubicBezTo>
                  <a:cubicBezTo>
                    <a:pt x="106" y="198"/>
                    <a:pt x="106" y="198"/>
                    <a:pt x="106" y="198"/>
                  </a:cubicBezTo>
                  <a:cubicBezTo>
                    <a:pt x="99" y="198"/>
                    <a:pt x="99" y="205"/>
                    <a:pt x="99" y="205"/>
                  </a:cubicBezTo>
                  <a:cubicBezTo>
                    <a:pt x="92" y="205"/>
                    <a:pt x="92" y="205"/>
                    <a:pt x="92" y="205"/>
                  </a:cubicBezTo>
                  <a:cubicBezTo>
                    <a:pt x="92" y="212"/>
                    <a:pt x="85" y="212"/>
                    <a:pt x="85" y="212"/>
                  </a:cubicBezTo>
                  <a:cubicBezTo>
                    <a:pt x="71" y="226"/>
                    <a:pt x="57" y="247"/>
                    <a:pt x="57" y="276"/>
                  </a:cubicBezTo>
                  <a:cubicBezTo>
                    <a:pt x="57" y="325"/>
                    <a:pt x="92" y="360"/>
                    <a:pt x="141" y="360"/>
                  </a:cubicBezTo>
                  <a:cubicBezTo>
                    <a:pt x="459" y="360"/>
                    <a:pt x="459" y="360"/>
                    <a:pt x="459" y="360"/>
                  </a:cubicBezTo>
                  <a:cubicBezTo>
                    <a:pt x="509" y="360"/>
                    <a:pt x="544" y="325"/>
                    <a:pt x="544" y="276"/>
                  </a:cubicBezTo>
                  <a:cubicBezTo>
                    <a:pt x="544" y="247"/>
                    <a:pt x="537" y="226"/>
                    <a:pt x="516" y="2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6" name="Google Shape;2006;p5"/>
          <p:cNvGrpSpPr/>
          <p:nvPr/>
        </p:nvGrpSpPr>
        <p:grpSpPr>
          <a:xfrm>
            <a:off x="1185863" y="654050"/>
            <a:ext cx="6727825" cy="3648075"/>
            <a:chOff x="619037" y="461167"/>
            <a:chExt cx="6727582" cy="3648075"/>
          </a:xfrm>
        </p:grpSpPr>
        <p:sp>
          <p:nvSpPr>
            <p:cNvPr id="2007" name="Google Shape;2007;p5"/>
            <p:cNvSpPr/>
            <p:nvPr/>
          </p:nvSpPr>
          <p:spPr>
            <a:xfrm>
              <a:off x="7132314" y="3531392"/>
              <a:ext cx="206368" cy="184150"/>
            </a:xfrm>
            <a:custGeom>
              <a:rect b="b" l="l" r="r" t="t"/>
              <a:pathLst>
                <a:path extrusionOk="0" h="510" w="574">
                  <a:moveTo>
                    <a:pt x="509" y="304"/>
                  </a:moveTo>
                  <a:lnTo>
                    <a:pt x="509" y="304"/>
                  </a:lnTo>
                  <a:cubicBezTo>
                    <a:pt x="318" y="495"/>
                    <a:pt x="318" y="495"/>
                    <a:pt x="318" y="495"/>
                  </a:cubicBezTo>
                  <a:cubicBezTo>
                    <a:pt x="311" y="502"/>
                    <a:pt x="290" y="502"/>
                    <a:pt x="283" y="495"/>
                  </a:cubicBezTo>
                  <a:cubicBezTo>
                    <a:pt x="269" y="480"/>
                    <a:pt x="269" y="466"/>
                    <a:pt x="283" y="452"/>
                  </a:cubicBezTo>
                  <a:cubicBezTo>
                    <a:pt x="467" y="268"/>
                    <a:pt x="467" y="268"/>
                    <a:pt x="467" y="268"/>
                  </a:cubicBezTo>
                  <a:cubicBezTo>
                    <a:pt x="509" y="226"/>
                    <a:pt x="509" y="148"/>
                    <a:pt x="467" y="106"/>
                  </a:cubicBezTo>
                  <a:cubicBezTo>
                    <a:pt x="424" y="63"/>
                    <a:pt x="354" y="63"/>
                    <a:pt x="311" y="106"/>
                  </a:cubicBezTo>
                  <a:cubicBezTo>
                    <a:pt x="85" y="325"/>
                    <a:pt x="85" y="325"/>
                    <a:pt x="85" y="325"/>
                  </a:cubicBezTo>
                  <a:cubicBezTo>
                    <a:pt x="64" y="353"/>
                    <a:pt x="64" y="396"/>
                    <a:pt x="85" y="417"/>
                  </a:cubicBezTo>
                  <a:cubicBezTo>
                    <a:pt x="113" y="445"/>
                    <a:pt x="156" y="445"/>
                    <a:pt x="184" y="417"/>
                  </a:cubicBezTo>
                  <a:cubicBezTo>
                    <a:pt x="389" y="212"/>
                    <a:pt x="389" y="212"/>
                    <a:pt x="389" y="212"/>
                  </a:cubicBezTo>
                  <a:cubicBezTo>
                    <a:pt x="396" y="205"/>
                    <a:pt x="396" y="198"/>
                    <a:pt x="389" y="184"/>
                  </a:cubicBezTo>
                  <a:cubicBezTo>
                    <a:pt x="382" y="176"/>
                    <a:pt x="368" y="176"/>
                    <a:pt x="361" y="184"/>
                  </a:cubicBezTo>
                  <a:cubicBezTo>
                    <a:pt x="191" y="360"/>
                    <a:pt x="191" y="360"/>
                    <a:pt x="191" y="360"/>
                  </a:cubicBezTo>
                  <a:cubicBezTo>
                    <a:pt x="177" y="374"/>
                    <a:pt x="156" y="374"/>
                    <a:pt x="149" y="360"/>
                  </a:cubicBezTo>
                  <a:cubicBezTo>
                    <a:pt x="134" y="346"/>
                    <a:pt x="134" y="332"/>
                    <a:pt x="149" y="318"/>
                  </a:cubicBezTo>
                  <a:cubicBezTo>
                    <a:pt x="318" y="148"/>
                    <a:pt x="318" y="148"/>
                    <a:pt x="318" y="148"/>
                  </a:cubicBezTo>
                  <a:cubicBezTo>
                    <a:pt x="354" y="120"/>
                    <a:pt x="396" y="120"/>
                    <a:pt x="431" y="148"/>
                  </a:cubicBezTo>
                  <a:cubicBezTo>
                    <a:pt x="460" y="176"/>
                    <a:pt x="460" y="226"/>
                    <a:pt x="431" y="254"/>
                  </a:cubicBezTo>
                  <a:cubicBezTo>
                    <a:pt x="219" y="459"/>
                    <a:pt x="219" y="459"/>
                    <a:pt x="219" y="459"/>
                  </a:cubicBezTo>
                  <a:cubicBezTo>
                    <a:pt x="177" y="509"/>
                    <a:pt x="99" y="509"/>
                    <a:pt x="50" y="459"/>
                  </a:cubicBezTo>
                  <a:cubicBezTo>
                    <a:pt x="0" y="410"/>
                    <a:pt x="0" y="332"/>
                    <a:pt x="50" y="290"/>
                  </a:cubicBezTo>
                  <a:cubicBezTo>
                    <a:pt x="269" y="63"/>
                    <a:pt x="269" y="63"/>
                    <a:pt x="269" y="63"/>
                  </a:cubicBezTo>
                  <a:cubicBezTo>
                    <a:pt x="332" y="0"/>
                    <a:pt x="438" y="0"/>
                    <a:pt x="509" y="63"/>
                  </a:cubicBezTo>
                  <a:cubicBezTo>
                    <a:pt x="573" y="134"/>
                    <a:pt x="573" y="240"/>
                    <a:pt x="509" y="3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5"/>
            <p:cNvSpPr/>
            <p:nvPr/>
          </p:nvSpPr>
          <p:spPr>
            <a:xfrm>
              <a:off x="6744978" y="3515517"/>
              <a:ext cx="219067" cy="219075"/>
            </a:xfrm>
            <a:custGeom>
              <a:rect b="b" l="l" r="r" t="t"/>
              <a:pathLst>
                <a:path extrusionOk="0" h="609" w="609">
                  <a:moveTo>
                    <a:pt x="601" y="43"/>
                  </a:moveTo>
                  <a:lnTo>
                    <a:pt x="601" y="43"/>
                  </a:lnTo>
                  <a:cubicBezTo>
                    <a:pt x="396" y="587"/>
                    <a:pt x="396" y="587"/>
                    <a:pt x="396" y="587"/>
                  </a:cubicBezTo>
                  <a:cubicBezTo>
                    <a:pt x="389" y="601"/>
                    <a:pt x="382" y="608"/>
                    <a:pt x="367" y="608"/>
                  </a:cubicBezTo>
                  <a:cubicBezTo>
                    <a:pt x="353" y="608"/>
                    <a:pt x="346" y="594"/>
                    <a:pt x="339" y="587"/>
                  </a:cubicBezTo>
                  <a:cubicBezTo>
                    <a:pt x="283" y="326"/>
                    <a:pt x="283" y="326"/>
                    <a:pt x="283" y="326"/>
                  </a:cubicBezTo>
                  <a:cubicBezTo>
                    <a:pt x="21" y="269"/>
                    <a:pt x="21" y="269"/>
                    <a:pt x="21" y="269"/>
                  </a:cubicBezTo>
                  <a:cubicBezTo>
                    <a:pt x="14" y="262"/>
                    <a:pt x="0" y="255"/>
                    <a:pt x="0" y="241"/>
                  </a:cubicBezTo>
                  <a:cubicBezTo>
                    <a:pt x="0" y="227"/>
                    <a:pt x="7" y="219"/>
                    <a:pt x="21" y="212"/>
                  </a:cubicBezTo>
                  <a:cubicBezTo>
                    <a:pt x="565" y="8"/>
                    <a:pt x="565" y="8"/>
                    <a:pt x="565" y="8"/>
                  </a:cubicBezTo>
                  <a:cubicBezTo>
                    <a:pt x="572" y="0"/>
                    <a:pt x="572" y="0"/>
                    <a:pt x="579" y="0"/>
                  </a:cubicBezTo>
                  <a:cubicBezTo>
                    <a:pt x="594" y="0"/>
                    <a:pt x="608" y="15"/>
                    <a:pt x="608" y="29"/>
                  </a:cubicBezTo>
                  <a:cubicBezTo>
                    <a:pt x="608" y="36"/>
                    <a:pt x="608" y="36"/>
                    <a:pt x="601" y="43"/>
                  </a:cubicBezTo>
                  <a:close/>
                  <a:moveTo>
                    <a:pt x="127" y="234"/>
                  </a:moveTo>
                  <a:lnTo>
                    <a:pt x="127" y="234"/>
                  </a:lnTo>
                  <a:cubicBezTo>
                    <a:pt x="311" y="276"/>
                    <a:pt x="311" y="276"/>
                    <a:pt x="311" y="276"/>
                  </a:cubicBezTo>
                  <a:cubicBezTo>
                    <a:pt x="318" y="276"/>
                    <a:pt x="332" y="290"/>
                    <a:pt x="332" y="297"/>
                  </a:cubicBezTo>
                  <a:cubicBezTo>
                    <a:pt x="375" y="481"/>
                    <a:pt x="375" y="481"/>
                    <a:pt x="375" y="481"/>
                  </a:cubicBezTo>
                  <a:cubicBezTo>
                    <a:pt x="530" y="78"/>
                    <a:pt x="530" y="78"/>
                    <a:pt x="530" y="78"/>
                  </a:cubicBezTo>
                  <a:lnTo>
                    <a:pt x="127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5"/>
            <p:cNvSpPr/>
            <p:nvPr/>
          </p:nvSpPr>
          <p:spPr>
            <a:xfrm>
              <a:off x="6367166" y="3515517"/>
              <a:ext cx="217480" cy="219075"/>
            </a:xfrm>
            <a:custGeom>
              <a:rect b="b" l="l" r="r" t="t"/>
              <a:pathLst>
                <a:path extrusionOk="0" h="609" w="602">
                  <a:moveTo>
                    <a:pt x="594" y="50"/>
                  </a:moveTo>
                  <a:lnTo>
                    <a:pt x="594" y="50"/>
                  </a:lnTo>
                  <a:cubicBezTo>
                    <a:pt x="516" y="128"/>
                    <a:pt x="516" y="128"/>
                    <a:pt x="516" y="128"/>
                  </a:cubicBezTo>
                  <a:cubicBezTo>
                    <a:pt x="516" y="467"/>
                    <a:pt x="516" y="467"/>
                    <a:pt x="516" y="467"/>
                  </a:cubicBezTo>
                  <a:cubicBezTo>
                    <a:pt x="572" y="467"/>
                    <a:pt x="572" y="467"/>
                    <a:pt x="572" y="467"/>
                  </a:cubicBezTo>
                  <a:cubicBezTo>
                    <a:pt x="594" y="467"/>
                    <a:pt x="601" y="474"/>
                    <a:pt x="601" y="495"/>
                  </a:cubicBezTo>
                  <a:cubicBezTo>
                    <a:pt x="601" y="509"/>
                    <a:pt x="594" y="523"/>
                    <a:pt x="572" y="523"/>
                  </a:cubicBezTo>
                  <a:cubicBezTo>
                    <a:pt x="516" y="523"/>
                    <a:pt x="516" y="523"/>
                    <a:pt x="516" y="523"/>
                  </a:cubicBezTo>
                  <a:cubicBezTo>
                    <a:pt x="516" y="580"/>
                    <a:pt x="516" y="580"/>
                    <a:pt x="516" y="580"/>
                  </a:cubicBezTo>
                  <a:cubicBezTo>
                    <a:pt x="516" y="594"/>
                    <a:pt x="509" y="608"/>
                    <a:pt x="487" y="608"/>
                  </a:cubicBezTo>
                  <a:cubicBezTo>
                    <a:pt x="473" y="608"/>
                    <a:pt x="459" y="594"/>
                    <a:pt x="459" y="580"/>
                  </a:cubicBezTo>
                  <a:cubicBezTo>
                    <a:pt x="459" y="523"/>
                    <a:pt x="459" y="523"/>
                    <a:pt x="459" y="523"/>
                  </a:cubicBezTo>
                  <a:cubicBezTo>
                    <a:pt x="127" y="523"/>
                    <a:pt x="127" y="523"/>
                    <a:pt x="127" y="523"/>
                  </a:cubicBezTo>
                  <a:cubicBezTo>
                    <a:pt x="120" y="523"/>
                    <a:pt x="120" y="523"/>
                    <a:pt x="120" y="523"/>
                  </a:cubicBezTo>
                  <a:cubicBezTo>
                    <a:pt x="106" y="523"/>
                    <a:pt x="106" y="523"/>
                    <a:pt x="106" y="523"/>
                  </a:cubicBezTo>
                  <a:cubicBezTo>
                    <a:pt x="92" y="523"/>
                    <a:pt x="85" y="509"/>
                    <a:pt x="85" y="495"/>
                  </a:cubicBezTo>
                  <a:cubicBezTo>
                    <a:pt x="85" y="488"/>
                    <a:pt x="85" y="488"/>
                    <a:pt x="85" y="488"/>
                  </a:cubicBezTo>
                  <a:cubicBezTo>
                    <a:pt x="85" y="481"/>
                    <a:pt x="85" y="481"/>
                    <a:pt x="85" y="481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28" y="142"/>
                    <a:pt x="28" y="142"/>
                    <a:pt x="28" y="142"/>
                  </a:cubicBezTo>
                  <a:cubicBezTo>
                    <a:pt x="14" y="142"/>
                    <a:pt x="0" y="135"/>
                    <a:pt x="0" y="113"/>
                  </a:cubicBezTo>
                  <a:cubicBezTo>
                    <a:pt x="0" y="99"/>
                    <a:pt x="14" y="85"/>
                    <a:pt x="28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15"/>
                    <a:pt x="99" y="0"/>
                    <a:pt x="113" y="0"/>
                  </a:cubicBezTo>
                  <a:cubicBezTo>
                    <a:pt x="127" y="0"/>
                    <a:pt x="141" y="15"/>
                    <a:pt x="141" y="29"/>
                  </a:cubicBezTo>
                  <a:cubicBezTo>
                    <a:pt x="141" y="85"/>
                    <a:pt x="141" y="85"/>
                    <a:pt x="141" y="85"/>
                  </a:cubicBezTo>
                  <a:cubicBezTo>
                    <a:pt x="480" y="85"/>
                    <a:pt x="480" y="85"/>
                    <a:pt x="480" y="85"/>
                  </a:cubicBezTo>
                  <a:cubicBezTo>
                    <a:pt x="558" y="15"/>
                    <a:pt x="558" y="15"/>
                    <a:pt x="558" y="15"/>
                  </a:cubicBezTo>
                  <a:cubicBezTo>
                    <a:pt x="558" y="8"/>
                    <a:pt x="565" y="0"/>
                    <a:pt x="572" y="0"/>
                  </a:cubicBezTo>
                  <a:cubicBezTo>
                    <a:pt x="594" y="0"/>
                    <a:pt x="601" y="15"/>
                    <a:pt x="601" y="29"/>
                  </a:cubicBezTo>
                  <a:cubicBezTo>
                    <a:pt x="601" y="36"/>
                    <a:pt x="601" y="43"/>
                    <a:pt x="594" y="50"/>
                  </a:cubicBezTo>
                  <a:close/>
                  <a:moveTo>
                    <a:pt x="141" y="142"/>
                  </a:moveTo>
                  <a:lnTo>
                    <a:pt x="141" y="142"/>
                  </a:lnTo>
                  <a:cubicBezTo>
                    <a:pt x="141" y="424"/>
                    <a:pt x="141" y="424"/>
                    <a:pt x="141" y="424"/>
                  </a:cubicBezTo>
                  <a:cubicBezTo>
                    <a:pt x="424" y="142"/>
                    <a:pt x="424" y="142"/>
                    <a:pt x="424" y="142"/>
                  </a:cubicBezTo>
                  <a:lnTo>
                    <a:pt x="141" y="142"/>
                  </a:lnTo>
                  <a:close/>
                  <a:moveTo>
                    <a:pt x="459" y="184"/>
                  </a:moveTo>
                  <a:lnTo>
                    <a:pt x="459" y="184"/>
                  </a:lnTo>
                  <a:cubicBezTo>
                    <a:pt x="184" y="467"/>
                    <a:pt x="184" y="467"/>
                    <a:pt x="184" y="467"/>
                  </a:cubicBezTo>
                  <a:cubicBezTo>
                    <a:pt x="459" y="467"/>
                    <a:pt x="459" y="467"/>
                    <a:pt x="459" y="467"/>
                  </a:cubicBezTo>
                  <a:lnTo>
                    <a:pt x="459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5"/>
            <p:cNvSpPr/>
            <p:nvPr/>
          </p:nvSpPr>
          <p:spPr>
            <a:xfrm>
              <a:off x="5987768" y="3526630"/>
              <a:ext cx="215892" cy="198437"/>
            </a:xfrm>
            <a:custGeom>
              <a:rect b="b" l="l" r="r" t="t"/>
              <a:pathLst>
                <a:path extrusionOk="0" h="552" w="601">
                  <a:moveTo>
                    <a:pt x="572" y="551"/>
                  </a:moveTo>
                  <a:lnTo>
                    <a:pt x="572" y="551"/>
                  </a:lnTo>
                  <a:cubicBezTo>
                    <a:pt x="523" y="551"/>
                    <a:pt x="523" y="551"/>
                    <a:pt x="523" y="551"/>
                  </a:cubicBezTo>
                  <a:cubicBezTo>
                    <a:pt x="494" y="551"/>
                    <a:pt x="494" y="551"/>
                    <a:pt x="494" y="551"/>
                  </a:cubicBezTo>
                  <a:cubicBezTo>
                    <a:pt x="99" y="551"/>
                    <a:pt x="99" y="551"/>
                    <a:pt x="99" y="551"/>
                  </a:cubicBezTo>
                  <a:cubicBezTo>
                    <a:pt x="70" y="551"/>
                    <a:pt x="70" y="551"/>
                    <a:pt x="70" y="551"/>
                  </a:cubicBezTo>
                  <a:cubicBezTo>
                    <a:pt x="28" y="551"/>
                    <a:pt x="28" y="551"/>
                    <a:pt x="28" y="551"/>
                  </a:cubicBezTo>
                  <a:cubicBezTo>
                    <a:pt x="7" y="551"/>
                    <a:pt x="0" y="537"/>
                    <a:pt x="0" y="523"/>
                  </a:cubicBezTo>
                  <a:cubicBezTo>
                    <a:pt x="0" y="466"/>
                    <a:pt x="0" y="466"/>
                    <a:pt x="0" y="466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55"/>
                    <a:pt x="7" y="141"/>
                    <a:pt x="28" y="141"/>
                  </a:cubicBezTo>
                  <a:cubicBezTo>
                    <a:pt x="63" y="141"/>
                    <a:pt x="63" y="141"/>
                    <a:pt x="63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55" y="141"/>
                    <a:pt x="155" y="141"/>
                    <a:pt x="155" y="141"/>
                  </a:cubicBezTo>
                  <a:cubicBezTo>
                    <a:pt x="155" y="63"/>
                    <a:pt x="219" y="0"/>
                    <a:pt x="297" y="0"/>
                  </a:cubicBezTo>
                  <a:cubicBezTo>
                    <a:pt x="374" y="0"/>
                    <a:pt x="438" y="63"/>
                    <a:pt x="438" y="141"/>
                  </a:cubicBezTo>
                  <a:cubicBezTo>
                    <a:pt x="487" y="141"/>
                    <a:pt x="487" y="141"/>
                    <a:pt x="487" y="141"/>
                  </a:cubicBezTo>
                  <a:cubicBezTo>
                    <a:pt x="544" y="141"/>
                    <a:pt x="544" y="141"/>
                    <a:pt x="544" y="141"/>
                  </a:cubicBezTo>
                  <a:cubicBezTo>
                    <a:pt x="572" y="141"/>
                    <a:pt x="572" y="141"/>
                    <a:pt x="572" y="141"/>
                  </a:cubicBezTo>
                  <a:cubicBezTo>
                    <a:pt x="586" y="141"/>
                    <a:pt x="600" y="155"/>
                    <a:pt x="600" y="169"/>
                  </a:cubicBezTo>
                  <a:cubicBezTo>
                    <a:pt x="600" y="353"/>
                    <a:pt x="600" y="353"/>
                    <a:pt x="600" y="353"/>
                  </a:cubicBezTo>
                  <a:cubicBezTo>
                    <a:pt x="600" y="466"/>
                    <a:pt x="600" y="466"/>
                    <a:pt x="600" y="466"/>
                  </a:cubicBezTo>
                  <a:cubicBezTo>
                    <a:pt x="600" y="523"/>
                    <a:pt x="600" y="523"/>
                    <a:pt x="600" y="523"/>
                  </a:cubicBezTo>
                  <a:cubicBezTo>
                    <a:pt x="600" y="537"/>
                    <a:pt x="586" y="551"/>
                    <a:pt x="572" y="551"/>
                  </a:cubicBezTo>
                  <a:close/>
                  <a:moveTo>
                    <a:pt x="297" y="56"/>
                  </a:moveTo>
                  <a:lnTo>
                    <a:pt x="297" y="56"/>
                  </a:lnTo>
                  <a:cubicBezTo>
                    <a:pt x="254" y="56"/>
                    <a:pt x="212" y="99"/>
                    <a:pt x="212" y="141"/>
                  </a:cubicBezTo>
                  <a:cubicBezTo>
                    <a:pt x="381" y="141"/>
                    <a:pt x="381" y="141"/>
                    <a:pt x="381" y="141"/>
                  </a:cubicBezTo>
                  <a:cubicBezTo>
                    <a:pt x="381" y="99"/>
                    <a:pt x="346" y="56"/>
                    <a:pt x="297" y="56"/>
                  </a:cubicBezTo>
                  <a:close/>
                  <a:moveTo>
                    <a:pt x="403" y="311"/>
                  </a:moveTo>
                  <a:lnTo>
                    <a:pt x="403" y="311"/>
                  </a:lnTo>
                  <a:cubicBezTo>
                    <a:pt x="325" y="311"/>
                    <a:pt x="325" y="311"/>
                    <a:pt x="325" y="311"/>
                  </a:cubicBezTo>
                  <a:cubicBezTo>
                    <a:pt x="325" y="240"/>
                    <a:pt x="325" y="240"/>
                    <a:pt x="325" y="240"/>
                  </a:cubicBezTo>
                  <a:cubicBezTo>
                    <a:pt x="325" y="219"/>
                    <a:pt x="318" y="212"/>
                    <a:pt x="297" y="212"/>
                  </a:cubicBezTo>
                  <a:cubicBezTo>
                    <a:pt x="283" y="212"/>
                    <a:pt x="268" y="219"/>
                    <a:pt x="268" y="240"/>
                  </a:cubicBezTo>
                  <a:cubicBezTo>
                    <a:pt x="268" y="311"/>
                    <a:pt x="268" y="311"/>
                    <a:pt x="268" y="311"/>
                  </a:cubicBezTo>
                  <a:cubicBezTo>
                    <a:pt x="198" y="311"/>
                    <a:pt x="198" y="311"/>
                    <a:pt x="198" y="311"/>
                  </a:cubicBezTo>
                  <a:cubicBezTo>
                    <a:pt x="176" y="311"/>
                    <a:pt x="169" y="325"/>
                    <a:pt x="169" y="339"/>
                  </a:cubicBezTo>
                  <a:cubicBezTo>
                    <a:pt x="169" y="360"/>
                    <a:pt x="176" y="367"/>
                    <a:pt x="198" y="367"/>
                  </a:cubicBezTo>
                  <a:cubicBezTo>
                    <a:pt x="268" y="367"/>
                    <a:pt x="268" y="367"/>
                    <a:pt x="268" y="367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59"/>
                    <a:pt x="283" y="473"/>
                    <a:pt x="297" y="473"/>
                  </a:cubicBezTo>
                  <a:cubicBezTo>
                    <a:pt x="318" y="473"/>
                    <a:pt x="325" y="459"/>
                    <a:pt x="325" y="445"/>
                  </a:cubicBezTo>
                  <a:cubicBezTo>
                    <a:pt x="325" y="367"/>
                    <a:pt x="325" y="367"/>
                    <a:pt x="325" y="367"/>
                  </a:cubicBezTo>
                  <a:cubicBezTo>
                    <a:pt x="403" y="367"/>
                    <a:pt x="403" y="367"/>
                    <a:pt x="403" y="367"/>
                  </a:cubicBezTo>
                  <a:cubicBezTo>
                    <a:pt x="417" y="367"/>
                    <a:pt x="431" y="360"/>
                    <a:pt x="431" y="339"/>
                  </a:cubicBezTo>
                  <a:cubicBezTo>
                    <a:pt x="431" y="325"/>
                    <a:pt x="417" y="311"/>
                    <a:pt x="403" y="3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5"/>
            <p:cNvSpPr/>
            <p:nvPr/>
          </p:nvSpPr>
          <p:spPr>
            <a:xfrm>
              <a:off x="5605194" y="3515517"/>
              <a:ext cx="219067" cy="219075"/>
            </a:xfrm>
            <a:custGeom>
              <a:rect b="b" l="l" r="r" t="t"/>
              <a:pathLst>
                <a:path extrusionOk="0" h="609" w="608">
                  <a:moveTo>
                    <a:pt x="579" y="608"/>
                  </a:moveTo>
                  <a:lnTo>
                    <a:pt x="579" y="608"/>
                  </a:ln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4" y="0"/>
                    <a:pt x="28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93" y="0"/>
                    <a:pt x="607" y="15"/>
                    <a:pt x="607" y="29"/>
                  </a:cubicBezTo>
                  <a:cubicBezTo>
                    <a:pt x="607" y="580"/>
                    <a:pt x="607" y="580"/>
                    <a:pt x="607" y="580"/>
                  </a:cubicBezTo>
                  <a:cubicBezTo>
                    <a:pt x="607" y="594"/>
                    <a:pt x="593" y="608"/>
                    <a:pt x="579" y="608"/>
                  </a:cubicBezTo>
                  <a:close/>
                  <a:moveTo>
                    <a:pt x="56" y="57"/>
                  </a:moveTo>
                  <a:lnTo>
                    <a:pt x="56" y="57"/>
                  </a:lnTo>
                  <a:cubicBezTo>
                    <a:pt x="56" y="538"/>
                    <a:pt x="56" y="538"/>
                    <a:pt x="56" y="538"/>
                  </a:cubicBezTo>
                  <a:cubicBezTo>
                    <a:pt x="70" y="516"/>
                    <a:pt x="84" y="488"/>
                    <a:pt x="113" y="474"/>
                  </a:cubicBezTo>
                  <a:cubicBezTo>
                    <a:pt x="155" y="453"/>
                    <a:pt x="134" y="467"/>
                    <a:pt x="183" y="446"/>
                  </a:cubicBezTo>
                  <a:cubicBezTo>
                    <a:pt x="233" y="424"/>
                    <a:pt x="247" y="417"/>
                    <a:pt x="247" y="417"/>
                  </a:cubicBezTo>
                  <a:cubicBezTo>
                    <a:pt x="247" y="368"/>
                    <a:pt x="247" y="368"/>
                    <a:pt x="247" y="368"/>
                  </a:cubicBezTo>
                  <a:cubicBezTo>
                    <a:pt x="247" y="368"/>
                    <a:pt x="233" y="354"/>
                    <a:pt x="226" y="311"/>
                  </a:cubicBezTo>
                  <a:cubicBezTo>
                    <a:pt x="212" y="319"/>
                    <a:pt x="212" y="297"/>
                    <a:pt x="205" y="290"/>
                  </a:cubicBezTo>
                  <a:cubicBezTo>
                    <a:pt x="205" y="276"/>
                    <a:pt x="205" y="241"/>
                    <a:pt x="219" y="248"/>
                  </a:cubicBezTo>
                  <a:cubicBezTo>
                    <a:pt x="212" y="227"/>
                    <a:pt x="212" y="205"/>
                    <a:pt x="212" y="191"/>
                  </a:cubicBezTo>
                  <a:cubicBezTo>
                    <a:pt x="212" y="156"/>
                    <a:pt x="247" y="121"/>
                    <a:pt x="304" y="113"/>
                  </a:cubicBezTo>
                  <a:cubicBezTo>
                    <a:pt x="367" y="121"/>
                    <a:pt x="395" y="156"/>
                    <a:pt x="395" y="191"/>
                  </a:cubicBezTo>
                  <a:cubicBezTo>
                    <a:pt x="395" y="205"/>
                    <a:pt x="395" y="227"/>
                    <a:pt x="395" y="248"/>
                  </a:cubicBezTo>
                  <a:cubicBezTo>
                    <a:pt x="410" y="241"/>
                    <a:pt x="403" y="276"/>
                    <a:pt x="403" y="290"/>
                  </a:cubicBezTo>
                  <a:cubicBezTo>
                    <a:pt x="395" y="297"/>
                    <a:pt x="395" y="311"/>
                    <a:pt x="381" y="311"/>
                  </a:cubicBezTo>
                  <a:cubicBezTo>
                    <a:pt x="374" y="354"/>
                    <a:pt x="360" y="368"/>
                    <a:pt x="360" y="368"/>
                  </a:cubicBezTo>
                  <a:cubicBezTo>
                    <a:pt x="360" y="417"/>
                    <a:pt x="360" y="417"/>
                    <a:pt x="360" y="417"/>
                  </a:cubicBezTo>
                  <a:cubicBezTo>
                    <a:pt x="360" y="417"/>
                    <a:pt x="374" y="424"/>
                    <a:pt x="424" y="446"/>
                  </a:cubicBezTo>
                  <a:cubicBezTo>
                    <a:pt x="473" y="467"/>
                    <a:pt x="452" y="453"/>
                    <a:pt x="494" y="474"/>
                  </a:cubicBezTo>
                  <a:cubicBezTo>
                    <a:pt x="523" y="488"/>
                    <a:pt x="537" y="516"/>
                    <a:pt x="551" y="538"/>
                  </a:cubicBezTo>
                  <a:cubicBezTo>
                    <a:pt x="551" y="57"/>
                    <a:pt x="551" y="57"/>
                    <a:pt x="551" y="57"/>
                  </a:cubicBezTo>
                  <a:lnTo>
                    <a:pt x="56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5"/>
            <p:cNvSpPr/>
            <p:nvPr/>
          </p:nvSpPr>
          <p:spPr>
            <a:xfrm>
              <a:off x="5227383" y="3515517"/>
              <a:ext cx="215892" cy="219075"/>
            </a:xfrm>
            <a:custGeom>
              <a:rect b="b" l="l" r="r" t="t"/>
              <a:pathLst>
                <a:path extrusionOk="0" h="609" w="601">
                  <a:moveTo>
                    <a:pt x="572" y="608"/>
                  </a:moveTo>
                  <a:lnTo>
                    <a:pt x="572" y="608"/>
                  </a:lnTo>
                  <a:cubicBezTo>
                    <a:pt x="459" y="608"/>
                    <a:pt x="459" y="608"/>
                    <a:pt x="459" y="608"/>
                  </a:cubicBezTo>
                  <a:cubicBezTo>
                    <a:pt x="445" y="608"/>
                    <a:pt x="431" y="594"/>
                    <a:pt x="431" y="580"/>
                  </a:cubicBezTo>
                  <a:cubicBezTo>
                    <a:pt x="431" y="559"/>
                    <a:pt x="445" y="552"/>
                    <a:pt x="459" y="552"/>
                  </a:cubicBezTo>
                  <a:cubicBezTo>
                    <a:pt x="544" y="552"/>
                    <a:pt x="544" y="552"/>
                    <a:pt x="544" y="552"/>
                  </a:cubicBezTo>
                  <a:cubicBezTo>
                    <a:pt x="544" y="467"/>
                    <a:pt x="544" y="467"/>
                    <a:pt x="544" y="467"/>
                  </a:cubicBezTo>
                  <a:cubicBezTo>
                    <a:pt x="544" y="446"/>
                    <a:pt x="558" y="439"/>
                    <a:pt x="572" y="439"/>
                  </a:cubicBezTo>
                  <a:cubicBezTo>
                    <a:pt x="593" y="439"/>
                    <a:pt x="600" y="446"/>
                    <a:pt x="600" y="467"/>
                  </a:cubicBezTo>
                  <a:cubicBezTo>
                    <a:pt x="600" y="580"/>
                    <a:pt x="600" y="580"/>
                    <a:pt x="600" y="580"/>
                  </a:cubicBezTo>
                  <a:cubicBezTo>
                    <a:pt x="600" y="594"/>
                    <a:pt x="593" y="608"/>
                    <a:pt x="572" y="608"/>
                  </a:cubicBezTo>
                  <a:close/>
                  <a:moveTo>
                    <a:pt x="572" y="227"/>
                  </a:moveTo>
                  <a:lnTo>
                    <a:pt x="572" y="227"/>
                  </a:lnTo>
                  <a:cubicBezTo>
                    <a:pt x="593" y="227"/>
                    <a:pt x="600" y="241"/>
                    <a:pt x="600" y="255"/>
                  </a:cubicBezTo>
                  <a:cubicBezTo>
                    <a:pt x="600" y="354"/>
                    <a:pt x="600" y="354"/>
                    <a:pt x="600" y="354"/>
                  </a:cubicBezTo>
                  <a:cubicBezTo>
                    <a:pt x="600" y="368"/>
                    <a:pt x="593" y="382"/>
                    <a:pt x="572" y="382"/>
                  </a:cubicBezTo>
                  <a:cubicBezTo>
                    <a:pt x="558" y="382"/>
                    <a:pt x="544" y="368"/>
                    <a:pt x="544" y="354"/>
                  </a:cubicBezTo>
                  <a:cubicBezTo>
                    <a:pt x="544" y="255"/>
                    <a:pt x="544" y="255"/>
                    <a:pt x="544" y="255"/>
                  </a:cubicBezTo>
                  <a:cubicBezTo>
                    <a:pt x="544" y="241"/>
                    <a:pt x="558" y="227"/>
                    <a:pt x="572" y="227"/>
                  </a:cubicBezTo>
                  <a:close/>
                  <a:moveTo>
                    <a:pt x="572" y="170"/>
                  </a:moveTo>
                  <a:lnTo>
                    <a:pt x="572" y="170"/>
                  </a:lnTo>
                  <a:cubicBezTo>
                    <a:pt x="558" y="170"/>
                    <a:pt x="544" y="163"/>
                    <a:pt x="544" y="142"/>
                  </a:cubicBezTo>
                  <a:cubicBezTo>
                    <a:pt x="544" y="57"/>
                    <a:pt x="544" y="57"/>
                    <a:pt x="544" y="57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45" y="57"/>
                    <a:pt x="431" y="50"/>
                    <a:pt x="431" y="29"/>
                  </a:cubicBezTo>
                  <a:cubicBezTo>
                    <a:pt x="431" y="15"/>
                    <a:pt x="445" y="0"/>
                    <a:pt x="459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3" y="0"/>
                    <a:pt x="600" y="15"/>
                    <a:pt x="600" y="29"/>
                  </a:cubicBezTo>
                  <a:cubicBezTo>
                    <a:pt x="600" y="142"/>
                    <a:pt x="600" y="142"/>
                    <a:pt x="600" y="142"/>
                  </a:cubicBezTo>
                  <a:cubicBezTo>
                    <a:pt x="600" y="163"/>
                    <a:pt x="593" y="170"/>
                    <a:pt x="572" y="170"/>
                  </a:cubicBezTo>
                  <a:close/>
                  <a:moveTo>
                    <a:pt x="346" y="57"/>
                  </a:moveTo>
                  <a:lnTo>
                    <a:pt x="346" y="57"/>
                  </a:lnTo>
                  <a:cubicBezTo>
                    <a:pt x="254" y="57"/>
                    <a:pt x="254" y="57"/>
                    <a:pt x="254" y="57"/>
                  </a:cubicBezTo>
                  <a:cubicBezTo>
                    <a:pt x="240" y="57"/>
                    <a:pt x="226" y="50"/>
                    <a:pt x="226" y="29"/>
                  </a:cubicBezTo>
                  <a:cubicBezTo>
                    <a:pt x="226" y="15"/>
                    <a:pt x="240" y="0"/>
                    <a:pt x="254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67" y="0"/>
                    <a:pt x="374" y="15"/>
                    <a:pt x="374" y="29"/>
                  </a:cubicBezTo>
                  <a:cubicBezTo>
                    <a:pt x="374" y="50"/>
                    <a:pt x="367" y="57"/>
                    <a:pt x="346" y="57"/>
                  </a:cubicBezTo>
                  <a:close/>
                  <a:moveTo>
                    <a:pt x="311" y="241"/>
                  </a:moveTo>
                  <a:lnTo>
                    <a:pt x="311" y="241"/>
                  </a:lnTo>
                  <a:cubicBezTo>
                    <a:pt x="304" y="234"/>
                    <a:pt x="304" y="227"/>
                    <a:pt x="304" y="219"/>
                  </a:cubicBezTo>
                  <a:cubicBezTo>
                    <a:pt x="304" y="205"/>
                    <a:pt x="311" y="191"/>
                    <a:pt x="332" y="191"/>
                  </a:cubicBezTo>
                  <a:cubicBezTo>
                    <a:pt x="339" y="191"/>
                    <a:pt x="346" y="191"/>
                    <a:pt x="346" y="198"/>
                  </a:cubicBezTo>
                  <a:cubicBezTo>
                    <a:pt x="445" y="283"/>
                    <a:pt x="445" y="283"/>
                    <a:pt x="445" y="283"/>
                  </a:cubicBezTo>
                  <a:cubicBezTo>
                    <a:pt x="445" y="290"/>
                    <a:pt x="452" y="297"/>
                    <a:pt x="452" y="304"/>
                  </a:cubicBezTo>
                  <a:cubicBezTo>
                    <a:pt x="452" y="311"/>
                    <a:pt x="445" y="319"/>
                    <a:pt x="445" y="326"/>
                  </a:cubicBezTo>
                  <a:cubicBezTo>
                    <a:pt x="346" y="410"/>
                    <a:pt x="346" y="410"/>
                    <a:pt x="346" y="410"/>
                  </a:cubicBezTo>
                  <a:cubicBezTo>
                    <a:pt x="346" y="417"/>
                    <a:pt x="339" y="417"/>
                    <a:pt x="332" y="417"/>
                  </a:cubicBezTo>
                  <a:cubicBezTo>
                    <a:pt x="311" y="417"/>
                    <a:pt x="304" y="403"/>
                    <a:pt x="304" y="389"/>
                  </a:cubicBezTo>
                  <a:cubicBezTo>
                    <a:pt x="304" y="382"/>
                    <a:pt x="304" y="375"/>
                    <a:pt x="311" y="368"/>
                  </a:cubicBezTo>
                  <a:cubicBezTo>
                    <a:pt x="353" y="333"/>
                    <a:pt x="353" y="333"/>
                    <a:pt x="353" y="333"/>
                  </a:cubicBezTo>
                  <a:cubicBezTo>
                    <a:pt x="176" y="333"/>
                    <a:pt x="176" y="333"/>
                    <a:pt x="176" y="333"/>
                  </a:cubicBezTo>
                  <a:cubicBezTo>
                    <a:pt x="162" y="333"/>
                    <a:pt x="148" y="319"/>
                    <a:pt x="148" y="304"/>
                  </a:cubicBezTo>
                  <a:cubicBezTo>
                    <a:pt x="148" y="290"/>
                    <a:pt x="162" y="276"/>
                    <a:pt x="176" y="276"/>
                  </a:cubicBezTo>
                  <a:cubicBezTo>
                    <a:pt x="353" y="276"/>
                    <a:pt x="353" y="276"/>
                    <a:pt x="353" y="276"/>
                  </a:cubicBezTo>
                  <a:lnTo>
                    <a:pt x="311" y="241"/>
                  </a:lnTo>
                  <a:close/>
                  <a:moveTo>
                    <a:pt x="141" y="57"/>
                  </a:moveTo>
                  <a:lnTo>
                    <a:pt x="141" y="57"/>
                  </a:lnTo>
                  <a:cubicBezTo>
                    <a:pt x="56" y="57"/>
                    <a:pt x="56" y="57"/>
                    <a:pt x="56" y="57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6" y="163"/>
                    <a:pt x="42" y="170"/>
                    <a:pt x="28" y="170"/>
                  </a:cubicBezTo>
                  <a:cubicBezTo>
                    <a:pt x="14" y="170"/>
                    <a:pt x="0" y="163"/>
                    <a:pt x="0" y="14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4" y="0"/>
                    <a:pt x="2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55" y="0"/>
                    <a:pt x="169" y="15"/>
                    <a:pt x="169" y="29"/>
                  </a:cubicBezTo>
                  <a:cubicBezTo>
                    <a:pt x="169" y="50"/>
                    <a:pt x="155" y="57"/>
                    <a:pt x="141" y="57"/>
                  </a:cubicBezTo>
                  <a:close/>
                  <a:moveTo>
                    <a:pt x="28" y="382"/>
                  </a:moveTo>
                  <a:lnTo>
                    <a:pt x="28" y="382"/>
                  </a:lnTo>
                  <a:cubicBezTo>
                    <a:pt x="14" y="382"/>
                    <a:pt x="0" y="368"/>
                    <a:pt x="0" y="35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41"/>
                    <a:pt x="14" y="227"/>
                    <a:pt x="28" y="227"/>
                  </a:cubicBezTo>
                  <a:cubicBezTo>
                    <a:pt x="42" y="227"/>
                    <a:pt x="56" y="241"/>
                    <a:pt x="56" y="255"/>
                  </a:cubicBezTo>
                  <a:cubicBezTo>
                    <a:pt x="56" y="354"/>
                    <a:pt x="56" y="354"/>
                    <a:pt x="56" y="354"/>
                  </a:cubicBezTo>
                  <a:cubicBezTo>
                    <a:pt x="56" y="368"/>
                    <a:pt x="42" y="382"/>
                    <a:pt x="28" y="382"/>
                  </a:cubicBezTo>
                  <a:close/>
                  <a:moveTo>
                    <a:pt x="28" y="439"/>
                  </a:moveTo>
                  <a:lnTo>
                    <a:pt x="28" y="439"/>
                  </a:lnTo>
                  <a:cubicBezTo>
                    <a:pt x="42" y="439"/>
                    <a:pt x="56" y="446"/>
                    <a:pt x="56" y="467"/>
                  </a:cubicBezTo>
                  <a:cubicBezTo>
                    <a:pt x="56" y="552"/>
                    <a:pt x="56" y="552"/>
                    <a:pt x="56" y="552"/>
                  </a:cubicBezTo>
                  <a:cubicBezTo>
                    <a:pt x="141" y="552"/>
                    <a:pt x="141" y="552"/>
                    <a:pt x="141" y="552"/>
                  </a:cubicBezTo>
                  <a:cubicBezTo>
                    <a:pt x="155" y="552"/>
                    <a:pt x="169" y="559"/>
                    <a:pt x="169" y="580"/>
                  </a:cubicBezTo>
                  <a:cubicBezTo>
                    <a:pt x="169" y="594"/>
                    <a:pt x="155" y="608"/>
                    <a:pt x="141" y="608"/>
                  </a:cubicBez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0" y="446"/>
                    <a:pt x="14" y="439"/>
                    <a:pt x="28" y="439"/>
                  </a:cubicBezTo>
                  <a:close/>
                  <a:moveTo>
                    <a:pt x="254" y="552"/>
                  </a:moveTo>
                  <a:lnTo>
                    <a:pt x="254" y="552"/>
                  </a:lnTo>
                  <a:cubicBezTo>
                    <a:pt x="346" y="552"/>
                    <a:pt x="346" y="552"/>
                    <a:pt x="346" y="552"/>
                  </a:cubicBezTo>
                  <a:cubicBezTo>
                    <a:pt x="367" y="552"/>
                    <a:pt x="374" y="559"/>
                    <a:pt x="374" y="580"/>
                  </a:cubicBezTo>
                  <a:cubicBezTo>
                    <a:pt x="374" y="594"/>
                    <a:pt x="367" y="608"/>
                    <a:pt x="346" y="608"/>
                  </a:cubicBezTo>
                  <a:cubicBezTo>
                    <a:pt x="254" y="608"/>
                    <a:pt x="254" y="608"/>
                    <a:pt x="254" y="608"/>
                  </a:cubicBezTo>
                  <a:cubicBezTo>
                    <a:pt x="240" y="608"/>
                    <a:pt x="226" y="594"/>
                    <a:pt x="226" y="580"/>
                  </a:cubicBezTo>
                  <a:cubicBezTo>
                    <a:pt x="226" y="559"/>
                    <a:pt x="240" y="552"/>
                    <a:pt x="254" y="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5"/>
            <p:cNvSpPr/>
            <p:nvPr/>
          </p:nvSpPr>
          <p:spPr>
            <a:xfrm>
              <a:off x="4797186" y="3509167"/>
              <a:ext cx="215892" cy="219075"/>
            </a:xfrm>
            <a:custGeom>
              <a:rect b="b" l="l" r="r" t="t"/>
              <a:pathLst>
                <a:path extrusionOk="0" h="609" w="601">
                  <a:moveTo>
                    <a:pt x="572" y="608"/>
                  </a:moveTo>
                  <a:lnTo>
                    <a:pt x="572" y="608"/>
                  </a:lnTo>
                  <a:cubicBezTo>
                    <a:pt x="459" y="608"/>
                    <a:pt x="459" y="608"/>
                    <a:pt x="459" y="608"/>
                  </a:cubicBezTo>
                  <a:cubicBezTo>
                    <a:pt x="445" y="608"/>
                    <a:pt x="431" y="594"/>
                    <a:pt x="431" y="580"/>
                  </a:cubicBezTo>
                  <a:cubicBezTo>
                    <a:pt x="431" y="559"/>
                    <a:pt x="445" y="552"/>
                    <a:pt x="459" y="552"/>
                  </a:cubicBezTo>
                  <a:cubicBezTo>
                    <a:pt x="544" y="552"/>
                    <a:pt x="544" y="552"/>
                    <a:pt x="544" y="552"/>
                  </a:cubicBezTo>
                  <a:cubicBezTo>
                    <a:pt x="544" y="467"/>
                    <a:pt x="544" y="467"/>
                    <a:pt x="544" y="467"/>
                  </a:cubicBezTo>
                  <a:cubicBezTo>
                    <a:pt x="544" y="446"/>
                    <a:pt x="558" y="439"/>
                    <a:pt x="572" y="439"/>
                  </a:cubicBezTo>
                  <a:cubicBezTo>
                    <a:pt x="586" y="439"/>
                    <a:pt x="600" y="446"/>
                    <a:pt x="600" y="467"/>
                  </a:cubicBezTo>
                  <a:cubicBezTo>
                    <a:pt x="600" y="580"/>
                    <a:pt x="600" y="580"/>
                    <a:pt x="600" y="580"/>
                  </a:cubicBezTo>
                  <a:cubicBezTo>
                    <a:pt x="600" y="594"/>
                    <a:pt x="586" y="608"/>
                    <a:pt x="572" y="608"/>
                  </a:cubicBezTo>
                  <a:close/>
                  <a:moveTo>
                    <a:pt x="572" y="227"/>
                  </a:moveTo>
                  <a:lnTo>
                    <a:pt x="572" y="227"/>
                  </a:lnTo>
                  <a:cubicBezTo>
                    <a:pt x="586" y="227"/>
                    <a:pt x="600" y="241"/>
                    <a:pt x="600" y="255"/>
                  </a:cubicBezTo>
                  <a:cubicBezTo>
                    <a:pt x="600" y="354"/>
                    <a:pt x="600" y="354"/>
                    <a:pt x="600" y="354"/>
                  </a:cubicBezTo>
                  <a:cubicBezTo>
                    <a:pt x="600" y="368"/>
                    <a:pt x="586" y="382"/>
                    <a:pt x="572" y="382"/>
                  </a:cubicBezTo>
                  <a:cubicBezTo>
                    <a:pt x="558" y="382"/>
                    <a:pt x="544" y="368"/>
                    <a:pt x="544" y="354"/>
                  </a:cubicBezTo>
                  <a:cubicBezTo>
                    <a:pt x="544" y="255"/>
                    <a:pt x="544" y="255"/>
                    <a:pt x="544" y="255"/>
                  </a:cubicBezTo>
                  <a:cubicBezTo>
                    <a:pt x="544" y="241"/>
                    <a:pt x="558" y="227"/>
                    <a:pt x="572" y="227"/>
                  </a:cubicBezTo>
                  <a:close/>
                  <a:moveTo>
                    <a:pt x="572" y="170"/>
                  </a:moveTo>
                  <a:lnTo>
                    <a:pt x="572" y="170"/>
                  </a:lnTo>
                  <a:cubicBezTo>
                    <a:pt x="558" y="170"/>
                    <a:pt x="544" y="163"/>
                    <a:pt x="544" y="142"/>
                  </a:cubicBezTo>
                  <a:cubicBezTo>
                    <a:pt x="544" y="57"/>
                    <a:pt x="544" y="57"/>
                    <a:pt x="544" y="57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45" y="57"/>
                    <a:pt x="431" y="50"/>
                    <a:pt x="431" y="29"/>
                  </a:cubicBezTo>
                  <a:cubicBezTo>
                    <a:pt x="431" y="15"/>
                    <a:pt x="445" y="0"/>
                    <a:pt x="459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86" y="0"/>
                    <a:pt x="600" y="15"/>
                    <a:pt x="600" y="29"/>
                  </a:cubicBezTo>
                  <a:cubicBezTo>
                    <a:pt x="600" y="142"/>
                    <a:pt x="600" y="142"/>
                    <a:pt x="600" y="142"/>
                  </a:cubicBezTo>
                  <a:cubicBezTo>
                    <a:pt x="600" y="163"/>
                    <a:pt x="586" y="170"/>
                    <a:pt x="572" y="170"/>
                  </a:cubicBezTo>
                  <a:close/>
                  <a:moveTo>
                    <a:pt x="452" y="304"/>
                  </a:moveTo>
                  <a:lnTo>
                    <a:pt x="452" y="304"/>
                  </a:lnTo>
                  <a:cubicBezTo>
                    <a:pt x="452" y="319"/>
                    <a:pt x="438" y="333"/>
                    <a:pt x="424" y="333"/>
                  </a:cubicBezTo>
                  <a:cubicBezTo>
                    <a:pt x="247" y="333"/>
                    <a:pt x="247" y="333"/>
                    <a:pt x="247" y="333"/>
                  </a:cubicBezTo>
                  <a:cubicBezTo>
                    <a:pt x="289" y="368"/>
                    <a:pt x="289" y="368"/>
                    <a:pt x="289" y="368"/>
                  </a:cubicBezTo>
                  <a:cubicBezTo>
                    <a:pt x="296" y="375"/>
                    <a:pt x="296" y="382"/>
                    <a:pt x="296" y="389"/>
                  </a:cubicBezTo>
                  <a:cubicBezTo>
                    <a:pt x="296" y="403"/>
                    <a:pt x="289" y="417"/>
                    <a:pt x="268" y="417"/>
                  </a:cubicBezTo>
                  <a:cubicBezTo>
                    <a:pt x="261" y="417"/>
                    <a:pt x="254" y="417"/>
                    <a:pt x="254" y="410"/>
                  </a:cubicBezTo>
                  <a:cubicBezTo>
                    <a:pt x="155" y="326"/>
                    <a:pt x="155" y="326"/>
                    <a:pt x="155" y="326"/>
                  </a:cubicBezTo>
                  <a:cubicBezTo>
                    <a:pt x="155" y="319"/>
                    <a:pt x="148" y="311"/>
                    <a:pt x="148" y="304"/>
                  </a:cubicBezTo>
                  <a:cubicBezTo>
                    <a:pt x="148" y="297"/>
                    <a:pt x="155" y="290"/>
                    <a:pt x="155" y="283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254" y="191"/>
                    <a:pt x="261" y="191"/>
                    <a:pt x="268" y="191"/>
                  </a:cubicBezTo>
                  <a:cubicBezTo>
                    <a:pt x="289" y="191"/>
                    <a:pt x="296" y="205"/>
                    <a:pt x="296" y="219"/>
                  </a:cubicBezTo>
                  <a:cubicBezTo>
                    <a:pt x="296" y="227"/>
                    <a:pt x="296" y="234"/>
                    <a:pt x="289" y="241"/>
                  </a:cubicBezTo>
                  <a:cubicBezTo>
                    <a:pt x="247" y="276"/>
                    <a:pt x="247" y="276"/>
                    <a:pt x="247" y="276"/>
                  </a:cubicBezTo>
                  <a:cubicBezTo>
                    <a:pt x="424" y="276"/>
                    <a:pt x="424" y="276"/>
                    <a:pt x="424" y="276"/>
                  </a:cubicBezTo>
                  <a:cubicBezTo>
                    <a:pt x="438" y="276"/>
                    <a:pt x="452" y="290"/>
                    <a:pt x="452" y="304"/>
                  </a:cubicBezTo>
                  <a:close/>
                  <a:moveTo>
                    <a:pt x="346" y="57"/>
                  </a:moveTo>
                  <a:lnTo>
                    <a:pt x="346" y="57"/>
                  </a:lnTo>
                  <a:cubicBezTo>
                    <a:pt x="254" y="57"/>
                    <a:pt x="254" y="57"/>
                    <a:pt x="254" y="57"/>
                  </a:cubicBezTo>
                  <a:cubicBezTo>
                    <a:pt x="233" y="57"/>
                    <a:pt x="226" y="50"/>
                    <a:pt x="226" y="29"/>
                  </a:cubicBezTo>
                  <a:cubicBezTo>
                    <a:pt x="226" y="15"/>
                    <a:pt x="233" y="0"/>
                    <a:pt x="254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360" y="0"/>
                    <a:pt x="374" y="15"/>
                    <a:pt x="374" y="29"/>
                  </a:cubicBezTo>
                  <a:cubicBezTo>
                    <a:pt x="374" y="50"/>
                    <a:pt x="360" y="57"/>
                    <a:pt x="346" y="57"/>
                  </a:cubicBezTo>
                  <a:close/>
                  <a:moveTo>
                    <a:pt x="141" y="57"/>
                  </a:moveTo>
                  <a:lnTo>
                    <a:pt x="141" y="57"/>
                  </a:lnTo>
                  <a:cubicBezTo>
                    <a:pt x="56" y="57"/>
                    <a:pt x="56" y="57"/>
                    <a:pt x="56" y="57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6" y="163"/>
                    <a:pt x="42" y="170"/>
                    <a:pt x="28" y="170"/>
                  </a:cubicBezTo>
                  <a:cubicBezTo>
                    <a:pt x="7" y="170"/>
                    <a:pt x="0" y="163"/>
                    <a:pt x="0" y="14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7" y="0"/>
                    <a:pt x="2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55" y="0"/>
                    <a:pt x="169" y="15"/>
                    <a:pt x="169" y="29"/>
                  </a:cubicBezTo>
                  <a:cubicBezTo>
                    <a:pt x="169" y="50"/>
                    <a:pt x="155" y="57"/>
                    <a:pt x="141" y="57"/>
                  </a:cubicBezTo>
                  <a:close/>
                  <a:moveTo>
                    <a:pt x="28" y="382"/>
                  </a:moveTo>
                  <a:lnTo>
                    <a:pt x="28" y="382"/>
                  </a:lnTo>
                  <a:cubicBezTo>
                    <a:pt x="7" y="382"/>
                    <a:pt x="0" y="368"/>
                    <a:pt x="0" y="35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41"/>
                    <a:pt x="7" y="227"/>
                    <a:pt x="28" y="227"/>
                  </a:cubicBezTo>
                  <a:cubicBezTo>
                    <a:pt x="42" y="227"/>
                    <a:pt x="56" y="241"/>
                    <a:pt x="56" y="255"/>
                  </a:cubicBezTo>
                  <a:cubicBezTo>
                    <a:pt x="56" y="354"/>
                    <a:pt x="56" y="354"/>
                    <a:pt x="56" y="354"/>
                  </a:cubicBezTo>
                  <a:cubicBezTo>
                    <a:pt x="56" y="368"/>
                    <a:pt x="42" y="382"/>
                    <a:pt x="28" y="382"/>
                  </a:cubicBezTo>
                  <a:close/>
                  <a:moveTo>
                    <a:pt x="28" y="439"/>
                  </a:moveTo>
                  <a:lnTo>
                    <a:pt x="28" y="439"/>
                  </a:lnTo>
                  <a:cubicBezTo>
                    <a:pt x="42" y="439"/>
                    <a:pt x="56" y="446"/>
                    <a:pt x="56" y="467"/>
                  </a:cubicBezTo>
                  <a:cubicBezTo>
                    <a:pt x="56" y="552"/>
                    <a:pt x="56" y="552"/>
                    <a:pt x="56" y="552"/>
                  </a:cubicBezTo>
                  <a:cubicBezTo>
                    <a:pt x="141" y="552"/>
                    <a:pt x="141" y="552"/>
                    <a:pt x="141" y="552"/>
                  </a:cubicBezTo>
                  <a:cubicBezTo>
                    <a:pt x="155" y="552"/>
                    <a:pt x="169" y="559"/>
                    <a:pt x="169" y="580"/>
                  </a:cubicBezTo>
                  <a:cubicBezTo>
                    <a:pt x="169" y="594"/>
                    <a:pt x="155" y="608"/>
                    <a:pt x="141" y="608"/>
                  </a:cubicBezTo>
                  <a:cubicBezTo>
                    <a:pt x="28" y="608"/>
                    <a:pt x="28" y="608"/>
                    <a:pt x="28" y="608"/>
                  </a:cubicBezTo>
                  <a:cubicBezTo>
                    <a:pt x="7" y="608"/>
                    <a:pt x="0" y="594"/>
                    <a:pt x="0" y="58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0" y="446"/>
                    <a:pt x="7" y="439"/>
                    <a:pt x="28" y="439"/>
                  </a:cubicBezTo>
                  <a:close/>
                  <a:moveTo>
                    <a:pt x="254" y="552"/>
                  </a:moveTo>
                  <a:lnTo>
                    <a:pt x="254" y="552"/>
                  </a:lnTo>
                  <a:cubicBezTo>
                    <a:pt x="346" y="552"/>
                    <a:pt x="346" y="552"/>
                    <a:pt x="346" y="552"/>
                  </a:cubicBezTo>
                  <a:cubicBezTo>
                    <a:pt x="360" y="552"/>
                    <a:pt x="374" y="559"/>
                    <a:pt x="374" y="580"/>
                  </a:cubicBezTo>
                  <a:cubicBezTo>
                    <a:pt x="374" y="594"/>
                    <a:pt x="360" y="608"/>
                    <a:pt x="346" y="608"/>
                  </a:cubicBezTo>
                  <a:cubicBezTo>
                    <a:pt x="254" y="608"/>
                    <a:pt x="254" y="608"/>
                    <a:pt x="254" y="608"/>
                  </a:cubicBezTo>
                  <a:cubicBezTo>
                    <a:pt x="233" y="608"/>
                    <a:pt x="226" y="594"/>
                    <a:pt x="226" y="580"/>
                  </a:cubicBezTo>
                  <a:cubicBezTo>
                    <a:pt x="226" y="559"/>
                    <a:pt x="233" y="552"/>
                    <a:pt x="254" y="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5"/>
            <p:cNvSpPr/>
            <p:nvPr/>
          </p:nvSpPr>
          <p:spPr>
            <a:xfrm>
              <a:off x="4414612" y="3509167"/>
              <a:ext cx="219067" cy="219075"/>
            </a:xfrm>
            <a:custGeom>
              <a:rect b="b" l="l" r="r" t="t"/>
              <a:pathLst>
                <a:path extrusionOk="0" h="609" w="609">
                  <a:moveTo>
                    <a:pt x="580" y="608"/>
                  </a:moveTo>
                  <a:lnTo>
                    <a:pt x="580" y="608"/>
                  </a:lnTo>
                  <a:cubicBezTo>
                    <a:pt x="467" y="608"/>
                    <a:pt x="467" y="608"/>
                    <a:pt x="467" y="608"/>
                  </a:cubicBezTo>
                  <a:cubicBezTo>
                    <a:pt x="446" y="608"/>
                    <a:pt x="439" y="594"/>
                    <a:pt x="439" y="580"/>
                  </a:cubicBezTo>
                  <a:cubicBezTo>
                    <a:pt x="439" y="559"/>
                    <a:pt x="446" y="552"/>
                    <a:pt x="467" y="552"/>
                  </a:cubicBezTo>
                  <a:cubicBezTo>
                    <a:pt x="552" y="552"/>
                    <a:pt x="552" y="552"/>
                    <a:pt x="552" y="552"/>
                  </a:cubicBezTo>
                  <a:cubicBezTo>
                    <a:pt x="552" y="467"/>
                    <a:pt x="552" y="467"/>
                    <a:pt x="552" y="467"/>
                  </a:cubicBezTo>
                  <a:cubicBezTo>
                    <a:pt x="552" y="446"/>
                    <a:pt x="559" y="439"/>
                    <a:pt x="580" y="439"/>
                  </a:cubicBezTo>
                  <a:cubicBezTo>
                    <a:pt x="594" y="439"/>
                    <a:pt x="608" y="446"/>
                    <a:pt x="608" y="467"/>
                  </a:cubicBezTo>
                  <a:cubicBezTo>
                    <a:pt x="608" y="580"/>
                    <a:pt x="608" y="580"/>
                    <a:pt x="608" y="580"/>
                  </a:cubicBezTo>
                  <a:cubicBezTo>
                    <a:pt x="608" y="594"/>
                    <a:pt x="594" y="608"/>
                    <a:pt x="580" y="608"/>
                  </a:cubicBezTo>
                  <a:close/>
                  <a:moveTo>
                    <a:pt x="580" y="227"/>
                  </a:moveTo>
                  <a:lnTo>
                    <a:pt x="580" y="227"/>
                  </a:lnTo>
                  <a:cubicBezTo>
                    <a:pt x="594" y="227"/>
                    <a:pt x="608" y="241"/>
                    <a:pt x="608" y="255"/>
                  </a:cubicBezTo>
                  <a:cubicBezTo>
                    <a:pt x="608" y="354"/>
                    <a:pt x="608" y="354"/>
                    <a:pt x="608" y="354"/>
                  </a:cubicBezTo>
                  <a:cubicBezTo>
                    <a:pt x="608" y="368"/>
                    <a:pt x="594" y="382"/>
                    <a:pt x="580" y="382"/>
                  </a:cubicBezTo>
                  <a:cubicBezTo>
                    <a:pt x="559" y="382"/>
                    <a:pt x="552" y="368"/>
                    <a:pt x="552" y="354"/>
                  </a:cubicBezTo>
                  <a:cubicBezTo>
                    <a:pt x="552" y="255"/>
                    <a:pt x="552" y="255"/>
                    <a:pt x="552" y="255"/>
                  </a:cubicBezTo>
                  <a:cubicBezTo>
                    <a:pt x="552" y="241"/>
                    <a:pt x="559" y="227"/>
                    <a:pt x="580" y="227"/>
                  </a:cubicBezTo>
                  <a:close/>
                  <a:moveTo>
                    <a:pt x="580" y="170"/>
                  </a:moveTo>
                  <a:lnTo>
                    <a:pt x="580" y="170"/>
                  </a:lnTo>
                  <a:cubicBezTo>
                    <a:pt x="559" y="170"/>
                    <a:pt x="552" y="163"/>
                    <a:pt x="552" y="142"/>
                  </a:cubicBezTo>
                  <a:cubicBezTo>
                    <a:pt x="552" y="57"/>
                    <a:pt x="552" y="57"/>
                    <a:pt x="552" y="57"/>
                  </a:cubicBezTo>
                  <a:cubicBezTo>
                    <a:pt x="467" y="57"/>
                    <a:pt x="467" y="57"/>
                    <a:pt x="467" y="57"/>
                  </a:cubicBezTo>
                  <a:cubicBezTo>
                    <a:pt x="446" y="57"/>
                    <a:pt x="439" y="50"/>
                    <a:pt x="439" y="29"/>
                  </a:cubicBezTo>
                  <a:cubicBezTo>
                    <a:pt x="439" y="15"/>
                    <a:pt x="446" y="0"/>
                    <a:pt x="467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15"/>
                    <a:pt x="608" y="29"/>
                  </a:cubicBezTo>
                  <a:cubicBezTo>
                    <a:pt x="608" y="142"/>
                    <a:pt x="608" y="142"/>
                    <a:pt x="608" y="142"/>
                  </a:cubicBezTo>
                  <a:cubicBezTo>
                    <a:pt x="608" y="163"/>
                    <a:pt x="594" y="170"/>
                    <a:pt x="580" y="170"/>
                  </a:cubicBezTo>
                  <a:close/>
                  <a:moveTo>
                    <a:pt x="389" y="304"/>
                  </a:moveTo>
                  <a:lnTo>
                    <a:pt x="389" y="304"/>
                  </a:lnTo>
                  <a:cubicBezTo>
                    <a:pt x="382" y="304"/>
                    <a:pt x="375" y="297"/>
                    <a:pt x="368" y="297"/>
                  </a:cubicBezTo>
                  <a:cubicBezTo>
                    <a:pt x="333" y="255"/>
                    <a:pt x="333" y="255"/>
                    <a:pt x="333" y="255"/>
                  </a:cubicBezTo>
                  <a:cubicBezTo>
                    <a:pt x="333" y="424"/>
                    <a:pt x="333" y="424"/>
                    <a:pt x="333" y="424"/>
                  </a:cubicBezTo>
                  <a:cubicBezTo>
                    <a:pt x="333" y="446"/>
                    <a:pt x="318" y="453"/>
                    <a:pt x="304" y="453"/>
                  </a:cubicBezTo>
                  <a:cubicBezTo>
                    <a:pt x="290" y="453"/>
                    <a:pt x="276" y="446"/>
                    <a:pt x="276" y="424"/>
                  </a:cubicBezTo>
                  <a:cubicBezTo>
                    <a:pt x="276" y="255"/>
                    <a:pt x="276" y="255"/>
                    <a:pt x="276" y="255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34" y="297"/>
                    <a:pt x="226" y="304"/>
                    <a:pt x="219" y="304"/>
                  </a:cubicBezTo>
                  <a:cubicBezTo>
                    <a:pt x="205" y="304"/>
                    <a:pt x="191" y="290"/>
                    <a:pt x="191" y="276"/>
                  </a:cubicBezTo>
                  <a:cubicBezTo>
                    <a:pt x="191" y="269"/>
                    <a:pt x="191" y="262"/>
                    <a:pt x="198" y="255"/>
                  </a:cubicBezTo>
                  <a:cubicBezTo>
                    <a:pt x="283" y="163"/>
                    <a:pt x="283" y="163"/>
                    <a:pt x="283" y="163"/>
                  </a:cubicBezTo>
                  <a:cubicBezTo>
                    <a:pt x="290" y="156"/>
                    <a:pt x="297" y="156"/>
                    <a:pt x="304" y="156"/>
                  </a:cubicBezTo>
                  <a:cubicBezTo>
                    <a:pt x="311" y="156"/>
                    <a:pt x="318" y="156"/>
                    <a:pt x="326" y="163"/>
                  </a:cubicBezTo>
                  <a:cubicBezTo>
                    <a:pt x="410" y="255"/>
                    <a:pt x="410" y="255"/>
                    <a:pt x="410" y="255"/>
                  </a:cubicBezTo>
                  <a:cubicBezTo>
                    <a:pt x="417" y="262"/>
                    <a:pt x="417" y="269"/>
                    <a:pt x="417" y="276"/>
                  </a:cubicBezTo>
                  <a:cubicBezTo>
                    <a:pt x="417" y="290"/>
                    <a:pt x="403" y="304"/>
                    <a:pt x="389" y="304"/>
                  </a:cubicBezTo>
                  <a:close/>
                  <a:moveTo>
                    <a:pt x="354" y="57"/>
                  </a:moveTo>
                  <a:lnTo>
                    <a:pt x="354" y="57"/>
                  </a:lnTo>
                  <a:cubicBezTo>
                    <a:pt x="255" y="57"/>
                    <a:pt x="255" y="57"/>
                    <a:pt x="255" y="57"/>
                  </a:cubicBezTo>
                  <a:cubicBezTo>
                    <a:pt x="241" y="57"/>
                    <a:pt x="226" y="50"/>
                    <a:pt x="226" y="29"/>
                  </a:cubicBezTo>
                  <a:cubicBezTo>
                    <a:pt x="226" y="15"/>
                    <a:pt x="241" y="0"/>
                    <a:pt x="255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68" y="0"/>
                    <a:pt x="382" y="15"/>
                    <a:pt x="382" y="29"/>
                  </a:cubicBezTo>
                  <a:cubicBezTo>
                    <a:pt x="382" y="50"/>
                    <a:pt x="368" y="57"/>
                    <a:pt x="354" y="57"/>
                  </a:cubicBezTo>
                  <a:close/>
                  <a:moveTo>
                    <a:pt x="142" y="608"/>
                  </a:moveTo>
                  <a:lnTo>
                    <a:pt x="142" y="608"/>
                  </a:ln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0" y="446"/>
                    <a:pt x="15" y="439"/>
                    <a:pt x="29" y="439"/>
                  </a:cubicBezTo>
                  <a:cubicBezTo>
                    <a:pt x="50" y="439"/>
                    <a:pt x="57" y="446"/>
                    <a:pt x="57" y="467"/>
                  </a:cubicBezTo>
                  <a:cubicBezTo>
                    <a:pt x="57" y="552"/>
                    <a:pt x="57" y="552"/>
                    <a:pt x="57" y="552"/>
                  </a:cubicBezTo>
                  <a:cubicBezTo>
                    <a:pt x="142" y="552"/>
                    <a:pt x="142" y="552"/>
                    <a:pt x="142" y="552"/>
                  </a:cubicBezTo>
                  <a:cubicBezTo>
                    <a:pt x="163" y="552"/>
                    <a:pt x="170" y="559"/>
                    <a:pt x="170" y="580"/>
                  </a:cubicBezTo>
                  <a:cubicBezTo>
                    <a:pt x="170" y="594"/>
                    <a:pt x="163" y="608"/>
                    <a:pt x="142" y="608"/>
                  </a:cubicBezTo>
                  <a:close/>
                  <a:moveTo>
                    <a:pt x="57" y="255"/>
                  </a:moveTo>
                  <a:lnTo>
                    <a:pt x="57" y="255"/>
                  </a:lnTo>
                  <a:cubicBezTo>
                    <a:pt x="57" y="354"/>
                    <a:pt x="57" y="354"/>
                    <a:pt x="57" y="354"/>
                  </a:cubicBezTo>
                  <a:cubicBezTo>
                    <a:pt x="57" y="368"/>
                    <a:pt x="50" y="382"/>
                    <a:pt x="29" y="382"/>
                  </a:cubicBezTo>
                  <a:cubicBezTo>
                    <a:pt x="15" y="382"/>
                    <a:pt x="0" y="368"/>
                    <a:pt x="0" y="35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41"/>
                    <a:pt x="15" y="227"/>
                    <a:pt x="29" y="227"/>
                  </a:cubicBezTo>
                  <a:cubicBezTo>
                    <a:pt x="50" y="227"/>
                    <a:pt x="57" y="241"/>
                    <a:pt x="57" y="255"/>
                  </a:cubicBezTo>
                  <a:close/>
                  <a:moveTo>
                    <a:pt x="142" y="57"/>
                  </a:moveTo>
                  <a:lnTo>
                    <a:pt x="142" y="57"/>
                  </a:lnTo>
                  <a:cubicBezTo>
                    <a:pt x="57" y="57"/>
                    <a:pt x="57" y="57"/>
                    <a:pt x="57" y="57"/>
                  </a:cubicBezTo>
                  <a:cubicBezTo>
                    <a:pt x="57" y="142"/>
                    <a:pt x="57" y="142"/>
                    <a:pt x="57" y="142"/>
                  </a:cubicBezTo>
                  <a:cubicBezTo>
                    <a:pt x="57" y="163"/>
                    <a:pt x="50" y="170"/>
                    <a:pt x="29" y="170"/>
                  </a:cubicBezTo>
                  <a:cubicBezTo>
                    <a:pt x="15" y="170"/>
                    <a:pt x="0" y="163"/>
                    <a:pt x="0" y="14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5" y="0"/>
                    <a:pt x="29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63" y="0"/>
                    <a:pt x="170" y="15"/>
                    <a:pt x="170" y="29"/>
                  </a:cubicBezTo>
                  <a:cubicBezTo>
                    <a:pt x="170" y="50"/>
                    <a:pt x="163" y="57"/>
                    <a:pt x="142" y="57"/>
                  </a:cubicBezTo>
                  <a:close/>
                  <a:moveTo>
                    <a:pt x="255" y="552"/>
                  </a:moveTo>
                  <a:lnTo>
                    <a:pt x="255" y="552"/>
                  </a:lnTo>
                  <a:cubicBezTo>
                    <a:pt x="354" y="552"/>
                    <a:pt x="354" y="552"/>
                    <a:pt x="354" y="552"/>
                  </a:cubicBezTo>
                  <a:cubicBezTo>
                    <a:pt x="368" y="552"/>
                    <a:pt x="382" y="559"/>
                    <a:pt x="382" y="580"/>
                  </a:cubicBezTo>
                  <a:cubicBezTo>
                    <a:pt x="382" y="594"/>
                    <a:pt x="368" y="608"/>
                    <a:pt x="354" y="608"/>
                  </a:cubicBezTo>
                  <a:cubicBezTo>
                    <a:pt x="255" y="608"/>
                    <a:pt x="255" y="608"/>
                    <a:pt x="255" y="608"/>
                  </a:cubicBezTo>
                  <a:cubicBezTo>
                    <a:pt x="241" y="608"/>
                    <a:pt x="226" y="594"/>
                    <a:pt x="226" y="580"/>
                  </a:cubicBezTo>
                  <a:cubicBezTo>
                    <a:pt x="226" y="559"/>
                    <a:pt x="241" y="552"/>
                    <a:pt x="255" y="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5"/>
            <p:cNvSpPr/>
            <p:nvPr/>
          </p:nvSpPr>
          <p:spPr>
            <a:xfrm>
              <a:off x="4036801" y="3509167"/>
              <a:ext cx="217480" cy="219075"/>
            </a:xfrm>
            <a:custGeom>
              <a:rect b="b" l="l" r="r" t="t"/>
              <a:pathLst>
                <a:path extrusionOk="0" h="609" w="602">
                  <a:moveTo>
                    <a:pt x="573" y="608"/>
                  </a:moveTo>
                  <a:lnTo>
                    <a:pt x="573" y="608"/>
                  </a:lnTo>
                  <a:cubicBezTo>
                    <a:pt x="460" y="608"/>
                    <a:pt x="460" y="608"/>
                    <a:pt x="460" y="608"/>
                  </a:cubicBezTo>
                  <a:cubicBezTo>
                    <a:pt x="446" y="608"/>
                    <a:pt x="431" y="594"/>
                    <a:pt x="431" y="580"/>
                  </a:cubicBezTo>
                  <a:cubicBezTo>
                    <a:pt x="431" y="559"/>
                    <a:pt x="446" y="552"/>
                    <a:pt x="460" y="552"/>
                  </a:cubicBezTo>
                  <a:cubicBezTo>
                    <a:pt x="544" y="552"/>
                    <a:pt x="544" y="552"/>
                    <a:pt x="544" y="552"/>
                  </a:cubicBezTo>
                  <a:cubicBezTo>
                    <a:pt x="544" y="467"/>
                    <a:pt x="544" y="467"/>
                    <a:pt x="544" y="467"/>
                  </a:cubicBezTo>
                  <a:cubicBezTo>
                    <a:pt x="544" y="446"/>
                    <a:pt x="559" y="439"/>
                    <a:pt x="573" y="439"/>
                  </a:cubicBezTo>
                  <a:cubicBezTo>
                    <a:pt x="594" y="439"/>
                    <a:pt x="601" y="446"/>
                    <a:pt x="601" y="467"/>
                  </a:cubicBezTo>
                  <a:cubicBezTo>
                    <a:pt x="601" y="580"/>
                    <a:pt x="601" y="580"/>
                    <a:pt x="601" y="580"/>
                  </a:cubicBezTo>
                  <a:cubicBezTo>
                    <a:pt x="601" y="594"/>
                    <a:pt x="594" y="608"/>
                    <a:pt x="573" y="608"/>
                  </a:cubicBezTo>
                  <a:close/>
                  <a:moveTo>
                    <a:pt x="573" y="227"/>
                  </a:moveTo>
                  <a:lnTo>
                    <a:pt x="573" y="227"/>
                  </a:lnTo>
                  <a:cubicBezTo>
                    <a:pt x="594" y="227"/>
                    <a:pt x="601" y="241"/>
                    <a:pt x="601" y="255"/>
                  </a:cubicBezTo>
                  <a:cubicBezTo>
                    <a:pt x="601" y="354"/>
                    <a:pt x="601" y="354"/>
                    <a:pt x="601" y="354"/>
                  </a:cubicBezTo>
                  <a:cubicBezTo>
                    <a:pt x="601" y="368"/>
                    <a:pt x="594" y="382"/>
                    <a:pt x="573" y="382"/>
                  </a:cubicBezTo>
                  <a:cubicBezTo>
                    <a:pt x="559" y="382"/>
                    <a:pt x="544" y="368"/>
                    <a:pt x="544" y="354"/>
                  </a:cubicBezTo>
                  <a:cubicBezTo>
                    <a:pt x="544" y="255"/>
                    <a:pt x="544" y="255"/>
                    <a:pt x="544" y="255"/>
                  </a:cubicBezTo>
                  <a:cubicBezTo>
                    <a:pt x="544" y="241"/>
                    <a:pt x="559" y="227"/>
                    <a:pt x="573" y="227"/>
                  </a:cubicBezTo>
                  <a:close/>
                  <a:moveTo>
                    <a:pt x="573" y="170"/>
                  </a:moveTo>
                  <a:lnTo>
                    <a:pt x="573" y="170"/>
                  </a:lnTo>
                  <a:cubicBezTo>
                    <a:pt x="559" y="170"/>
                    <a:pt x="544" y="163"/>
                    <a:pt x="544" y="142"/>
                  </a:cubicBezTo>
                  <a:cubicBezTo>
                    <a:pt x="544" y="57"/>
                    <a:pt x="544" y="57"/>
                    <a:pt x="544" y="57"/>
                  </a:cubicBezTo>
                  <a:cubicBezTo>
                    <a:pt x="460" y="57"/>
                    <a:pt x="460" y="57"/>
                    <a:pt x="460" y="57"/>
                  </a:cubicBezTo>
                  <a:cubicBezTo>
                    <a:pt x="446" y="57"/>
                    <a:pt x="431" y="50"/>
                    <a:pt x="431" y="29"/>
                  </a:cubicBezTo>
                  <a:cubicBezTo>
                    <a:pt x="431" y="15"/>
                    <a:pt x="446" y="0"/>
                    <a:pt x="460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94" y="0"/>
                    <a:pt x="601" y="15"/>
                    <a:pt x="601" y="29"/>
                  </a:cubicBezTo>
                  <a:cubicBezTo>
                    <a:pt x="601" y="142"/>
                    <a:pt x="601" y="142"/>
                    <a:pt x="601" y="142"/>
                  </a:cubicBezTo>
                  <a:cubicBezTo>
                    <a:pt x="601" y="163"/>
                    <a:pt x="594" y="170"/>
                    <a:pt x="573" y="170"/>
                  </a:cubicBezTo>
                  <a:close/>
                  <a:moveTo>
                    <a:pt x="410" y="354"/>
                  </a:moveTo>
                  <a:lnTo>
                    <a:pt x="410" y="354"/>
                  </a:lnTo>
                  <a:cubicBezTo>
                    <a:pt x="325" y="446"/>
                    <a:pt x="325" y="446"/>
                    <a:pt x="325" y="446"/>
                  </a:cubicBezTo>
                  <a:cubicBezTo>
                    <a:pt x="318" y="453"/>
                    <a:pt x="311" y="453"/>
                    <a:pt x="304" y="453"/>
                  </a:cubicBezTo>
                  <a:cubicBezTo>
                    <a:pt x="290" y="453"/>
                    <a:pt x="283" y="453"/>
                    <a:pt x="283" y="446"/>
                  </a:cubicBezTo>
                  <a:cubicBezTo>
                    <a:pt x="198" y="354"/>
                    <a:pt x="198" y="354"/>
                    <a:pt x="198" y="354"/>
                  </a:cubicBezTo>
                  <a:cubicBezTo>
                    <a:pt x="191" y="347"/>
                    <a:pt x="191" y="340"/>
                    <a:pt x="191" y="333"/>
                  </a:cubicBezTo>
                  <a:cubicBezTo>
                    <a:pt x="191" y="319"/>
                    <a:pt x="198" y="304"/>
                    <a:pt x="219" y="304"/>
                  </a:cubicBezTo>
                  <a:cubicBezTo>
                    <a:pt x="226" y="304"/>
                    <a:pt x="233" y="311"/>
                    <a:pt x="241" y="311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184"/>
                    <a:pt x="276" y="184"/>
                    <a:pt x="276" y="184"/>
                  </a:cubicBezTo>
                  <a:cubicBezTo>
                    <a:pt x="276" y="163"/>
                    <a:pt x="283" y="156"/>
                    <a:pt x="304" y="156"/>
                  </a:cubicBezTo>
                  <a:cubicBezTo>
                    <a:pt x="318" y="156"/>
                    <a:pt x="333" y="163"/>
                    <a:pt x="333" y="184"/>
                  </a:cubicBezTo>
                  <a:cubicBezTo>
                    <a:pt x="333" y="354"/>
                    <a:pt x="333" y="354"/>
                    <a:pt x="333" y="354"/>
                  </a:cubicBezTo>
                  <a:cubicBezTo>
                    <a:pt x="368" y="311"/>
                    <a:pt x="368" y="311"/>
                    <a:pt x="368" y="311"/>
                  </a:cubicBezTo>
                  <a:cubicBezTo>
                    <a:pt x="368" y="311"/>
                    <a:pt x="375" y="304"/>
                    <a:pt x="389" y="304"/>
                  </a:cubicBezTo>
                  <a:cubicBezTo>
                    <a:pt x="403" y="304"/>
                    <a:pt x="417" y="319"/>
                    <a:pt x="417" y="333"/>
                  </a:cubicBezTo>
                  <a:cubicBezTo>
                    <a:pt x="417" y="340"/>
                    <a:pt x="410" y="347"/>
                    <a:pt x="410" y="354"/>
                  </a:cubicBezTo>
                  <a:close/>
                  <a:moveTo>
                    <a:pt x="347" y="57"/>
                  </a:moveTo>
                  <a:lnTo>
                    <a:pt x="347" y="57"/>
                  </a:lnTo>
                  <a:cubicBezTo>
                    <a:pt x="255" y="57"/>
                    <a:pt x="255" y="57"/>
                    <a:pt x="255" y="57"/>
                  </a:cubicBezTo>
                  <a:cubicBezTo>
                    <a:pt x="241" y="57"/>
                    <a:pt x="226" y="50"/>
                    <a:pt x="226" y="29"/>
                  </a:cubicBezTo>
                  <a:cubicBezTo>
                    <a:pt x="226" y="15"/>
                    <a:pt x="241" y="0"/>
                    <a:pt x="255" y="0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68" y="0"/>
                    <a:pt x="375" y="15"/>
                    <a:pt x="375" y="29"/>
                  </a:cubicBezTo>
                  <a:cubicBezTo>
                    <a:pt x="375" y="50"/>
                    <a:pt x="368" y="57"/>
                    <a:pt x="347" y="57"/>
                  </a:cubicBezTo>
                  <a:close/>
                  <a:moveTo>
                    <a:pt x="142" y="608"/>
                  </a:moveTo>
                  <a:lnTo>
                    <a:pt x="142" y="608"/>
                  </a:ln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0" y="446"/>
                    <a:pt x="15" y="439"/>
                    <a:pt x="29" y="439"/>
                  </a:cubicBezTo>
                  <a:cubicBezTo>
                    <a:pt x="43" y="439"/>
                    <a:pt x="57" y="446"/>
                    <a:pt x="57" y="467"/>
                  </a:cubicBezTo>
                  <a:cubicBezTo>
                    <a:pt x="57" y="552"/>
                    <a:pt x="57" y="552"/>
                    <a:pt x="57" y="552"/>
                  </a:cubicBezTo>
                  <a:cubicBezTo>
                    <a:pt x="142" y="552"/>
                    <a:pt x="142" y="552"/>
                    <a:pt x="142" y="552"/>
                  </a:cubicBezTo>
                  <a:cubicBezTo>
                    <a:pt x="156" y="552"/>
                    <a:pt x="170" y="559"/>
                    <a:pt x="170" y="580"/>
                  </a:cubicBezTo>
                  <a:cubicBezTo>
                    <a:pt x="170" y="594"/>
                    <a:pt x="156" y="608"/>
                    <a:pt x="142" y="608"/>
                  </a:cubicBezTo>
                  <a:close/>
                  <a:moveTo>
                    <a:pt x="57" y="255"/>
                  </a:moveTo>
                  <a:lnTo>
                    <a:pt x="57" y="255"/>
                  </a:lnTo>
                  <a:cubicBezTo>
                    <a:pt x="57" y="354"/>
                    <a:pt x="57" y="354"/>
                    <a:pt x="57" y="354"/>
                  </a:cubicBezTo>
                  <a:cubicBezTo>
                    <a:pt x="57" y="368"/>
                    <a:pt x="43" y="382"/>
                    <a:pt x="29" y="382"/>
                  </a:cubicBezTo>
                  <a:cubicBezTo>
                    <a:pt x="15" y="382"/>
                    <a:pt x="0" y="368"/>
                    <a:pt x="0" y="35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41"/>
                    <a:pt x="15" y="227"/>
                    <a:pt x="29" y="227"/>
                  </a:cubicBezTo>
                  <a:cubicBezTo>
                    <a:pt x="43" y="227"/>
                    <a:pt x="57" y="241"/>
                    <a:pt x="57" y="255"/>
                  </a:cubicBezTo>
                  <a:close/>
                  <a:moveTo>
                    <a:pt x="142" y="57"/>
                  </a:moveTo>
                  <a:lnTo>
                    <a:pt x="142" y="57"/>
                  </a:lnTo>
                  <a:cubicBezTo>
                    <a:pt x="57" y="57"/>
                    <a:pt x="57" y="57"/>
                    <a:pt x="57" y="57"/>
                  </a:cubicBezTo>
                  <a:cubicBezTo>
                    <a:pt x="57" y="142"/>
                    <a:pt x="57" y="142"/>
                    <a:pt x="57" y="142"/>
                  </a:cubicBezTo>
                  <a:cubicBezTo>
                    <a:pt x="57" y="163"/>
                    <a:pt x="43" y="170"/>
                    <a:pt x="29" y="170"/>
                  </a:cubicBezTo>
                  <a:cubicBezTo>
                    <a:pt x="15" y="170"/>
                    <a:pt x="0" y="163"/>
                    <a:pt x="0" y="14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5" y="0"/>
                    <a:pt x="29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56" y="0"/>
                    <a:pt x="170" y="15"/>
                    <a:pt x="170" y="29"/>
                  </a:cubicBezTo>
                  <a:cubicBezTo>
                    <a:pt x="170" y="50"/>
                    <a:pt x="156" y="57"/>
                    <a:pt x="142" y="57"/>
                  </a:cubicBezTo>
                  <a:close/>
                  <a:moveTo>
                    <a:pt x="255" y="552"/>
                  </a:moveTo>
                  <a:lnTo>
                    <a:pt x="255" y="552"/>
                  </a:lnTo>
                  <a:cubicBezTo>
                    <a:pt x="347" y="552"/>
                    <a:pt x="347" y="552"/>
                    <a:pt x="347" y="552"/>
                  </a:cubicBezTo>
                  <a:cubicBezTo>
                    <a:pt x="368" y="552"/>
                    <a:pt x="375" y="559"/>
                    <a:pt x="375" y="580"/>
                  </a:cubicBezTo>
                  <a:cubicBezTo>
                    <a:pt x="375" y="594"/>
                    <a:pt x="368" y="608"/>
                    <a:pt x="347" y="608"/>
                  </a:cubicBezTo>
                  <a:cubicBezTo>
                    <a:pt x="255" y="608"/>
                    <a:pt x="255" y="608"/>
                    <a:pt x="255" y="608"/>
                  </a:cubicBezTo>
                  <a:cubicBezTo>
                    <a:pt x="241" y="608"/>
                    <a:pt x="226" y="594"/>
                    <a:pt x="226" y="580"/>
                  </a:cubicBezTo>
                  <a:cubicBezTo>
                    <a:pt x="226" y="559"/>
                    <a:pt x="241" y="552"/>
                    <a:pt x="255" y="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5"/>
            <p:cNvSpPr/>
            <p:nvPr/>
          </p:nvSpPr>
          <p:spPr>
            <a:xfrm>
              <a:off x="3657402" y="3509167"/>
              <a:ext cx="217479" cy="219075"/>
            </a:xfrm>
            <a:custGeom>
              <a:rect b="b" l="l" r="r" t="t"/>
              <a:pathLst>
                <a:path extrusionOk="0" h="609" w="602">
                  <a:moveTo>
                    <a:pt x="573" y="608"/>
                  </a:moveTo>
                  <a:lnTo>
                    <a:pt x="573" y="608"/>
                  </a:lnTo>
                  <a:cubicBezTo>
                    <a:pt x="460" y="608"/>
                    <a:pt x="460" y="608"/>
                    <a:pt x="460" y="608"/>
                  </a:cubicBezTo>
                  <a:cubicBezTo>
                    <a:pt x="446" y="608"/>
                    <a:pt x="431" y="594"/>
                    <a:pt x="431" y="580"/>
                  </a:cubicBezTo>
                  <a:cubicBezTo>
                    <a:pt x="431" y="559"/>
                    <a:pt x="446" y="552"/>
                    <a:pt x="460" y="552"/>
                  </a:cubicBezTo>
                  <a:cubicBezTo>
                    <a:pt x="544" y="552"/>
                    <a:pt x="544" y="552"/>
                    <a:pt x="544" y="552"/>
                  </a:cubicBezTo>
                  <a:cubicBezTo>
                    <a:pt x="544" y="467"/>
                    <a:pt x="544" y="467"/>
                    <a:pt x="544" y="467"/>
                  </a:cubicBezTo>
                  <a:cubicBezTo>
                    <a:pt x="544" y="446"/>
                    <a:pt x="559" y="439"/>
                    <a:pt x="573" y="439"/>
                  </a:cubicBezTo>
                  <a:cubicBezTo>
                    <a:pt x="587" y="439"/>
                    <a:pt x="601" y="446"/>
                    <a:pt x="601" y="467"/>
                  </a:cubicBezTo>
                  <a:cubicBezTo>
                    <a:pt x="601" y="580"/>
                    <a:pt x="601" y="580"/>
                    <a:pt x="601" y="580"/>
                  </a:cubicBezTo>
                  <a:cubicBezTo>
                    <a:pt x="601" y="594"/>
                    <a:pt x="587" y="608"/>
                    <a:pt x="573" y="608"/>
                  </a:cubicBezTo>
                  <a:close/>
                  <a:moveTo>
                    <a:pt x="573" y="227"/>
                  </a:moveTo>
                  <a:lnTo>
                    <a:pt x="573" y="227"/>
                  </a:lnTo>
                  <a:cubicBezTo>
                    <a:pt x="587" y="227"/>
                    <a:pt x="601" y="241"/>
                    <a:pt x="601" y="255"/>
                  </a:cubicBezTo>
                  <a:cubicBezTo>
                    <a:pt x="601" y="354"/>
                    <a:pt x="601" y="354"/>
                    <a:pt x="601" y="354"/>
                  </a:cubicBezTo>
                  <a:cubicBezTo>
                    <a:pt x="601" y="368"/>
                    <a:pt x="587" y="382"/>
                    <a:pt x="573" y="382"/>
                  </a:cubicBezTo>
                  <a:cubicBezTo>
                    <a:pt x="559" y="382"/>
                    <a:pt x="544" y="368"/>
                    <a:pt x="544" y="354"/>
                  </a:cubicBezTo>
                  <a:cubicBezTo>
                    <a:pt x="544" y="255"/>
                    <a:pt x="544" y="255"/>
                    <a:pt x="544" y="255"/>
                  </a:cubicBezTo>
                  <a:cubicBezTo>
                    <a:pt x="544" y="241"/>
                    <a:pt x="559" y="227"/>
                    <a:pt x="573" y="227"/>
                  </a:cubicBezTo>
                  <a:close/>
                  <a:moveTo>
                    <a:pt x="573" y="170"/>
                  </a:moveTo>
                  <a:lnTo>
                    <a:pt x="573" y="170"/>
                  </a:lnTo>
                  <a:cubicBezTo>
                    <a:pt x="559" y="170"/>
                    <a:pt x="544" y="163"/>
                    <a:pt x="544" y="142"/>
                  </a:cubicBezTo>
                  <a:cubicBezTo>
                    <a:pt x="544" y="57"/>
                    <a:pt x="544" y="57"/>
                    <a:pt x="544" y="57"/>
                  </a:cubicBezTo>
                  <a:cubicBezTo>
                    <a:pt x="460" y="57"/>
                    <a:pt x="460" y="57"/>
                    <a:pt x="460" y="57"/>
                  </a:cubicBezTo>
                  <a:cubicBezTo>
                    <a:pt x="446" y="57"/>
                    <a:pt x="431" y="50"/>
                    <a:pt x="431" y="29"/>
                  </a:cubicBezTo>
                  <a:cubicBezTo>
                    <a:pt x="431" y="15"/>
                    <a:pt x="446" y="0"/>
                    <a:pt x="460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87" y="0"/>
                    <a:pt x="601" y="15"/>
                    <a:pt x="601" y="29"/>
                  </a:cubicBezTo>
                  <a:cubicBezTo>
                    <a:pt x="601" y="142"/>
                    <a:pt x="601" y="142"/>
                    <a:pt x="601" y="142"/>
                  </a:cubicBezTo>
                  <a:cubicBezTo>
                    <a:pt x="601" y="163"/>
                    <a:pt x="587" y="170"/>
                    <a:pt x="573" y="170"/>
                  </a:cubicBezTo>
                  <a:close/>
                  <a:moveTo>
                    <a:pt x="347" y="608"/>
                  </a:moveTo>
                  <a:lnTo>
                    <a:pt x="347" y="608"/>
                  </a:lnTo>
                  <a:cubicBezTo>
                    <a:pt x="255" y="608"/>
                    <a:pt x="255" y="608"/>
                    <a:pt x="255" y="608"/>
                  </a:cubicBezTo>
                  <a:cubicBezTo>
                    <a:pt x="233" y="608"/>
                    <a:pt x="226" y="594"/>
                    <a:pt x="226" y="580"/>
                  </a:cubicBezTo>
                  <a:cubicBezTo>
                    <a:pt x="226" y="559"/>
                    <a:pt x="233" y="552"/>
                    <a:pt x="255" y="552"/>
                  </a:cubicBezTo>
                  <a:cubicBezTo>
                    <a:pt x="347" y="552"/>
                    <a:pt x="347" y="552"/>
                    <a:pt x="347" y="552"/>
                  </a:cubicBezTo>
                  <a:cubicBezTo>
                    <a:pt x="361" y="552"/>
                    <a:pt x="375" y="559"/>
                    <a:pt x="375" y="580"/>
                  </a:cubicBezTo>
                  <a:cubicBezTo>
                    <a:pt x="375" y="594"/>
                    <a:pt x="361" y="608"/>
                    <a:pt x="347" y="608"/>
                  </a:cubicBezTo>
                  <a:close/>
                  <a:moveTo>
                    <a:pt x="347" y="57"/>
                  </a:moveTo>
                  <a:lnTo>
                    <a:pt x="347" y="57"/>
                  </a:lnTo>
                  <a:cubicBezTo>
                    <a:pt x="255" y="57"/>
                    <a:pt x="255" y="57"/>
                    <a:pt x="255" y="57"/>
                  </a:cubicBezTo>
                  <a:cubicBezTo>
                    <a:pt x="233" y="57"/>
                    <a:pt x="226" y="50"/>
                    <a:pt x="226" y="29"/>
                  </a:cubicBezTo>
                  <a:cubicBezTo>
                    <a:pt x="226" y="15"/>
                    <a:pt x="233" y="0"/>
                    <a:pt x="255" y="0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61" y="0"/>
                    <a:pt x="375" y="15"/>
                    <a:pt x="375" y="29"/>
                  </a:cubicBezTo>
                  <a:cubicBezTo>
                    <a:pt x="375" y="50"/>
                    <a:pt x="361" y="57"/>
                    <a:pt x="347" y="57"/>
                  </a:cubicBezTo>
                  <a:close/>
                  <a:moveTo>
                    <a:pt x="142" y="608"/>
                  </a:moveTo>
                  <a:lnTo>
                    <a:pt x="142" y="608"/>
                  </a:lnTo>
                  <a:cubicBezTo>
                    <a:pt x="29" y="608"/>
                    <a:pt x="29" y="608"/>
                    <a:pt x="29" y="608"/>
                  </a:cubicBezTo>
                  <a:cubicBezTo>
                    <a:pt x="7" y="608"/>
                    <a:pt x="0" y="594"/>
                    <a:pt x="0" y="58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0" y="446"/>
                    <a:pt x="7" y="439"/>
                    <a:pt x="29" y="439"/>
                  </a:cubicBezTo>
                  <a:cubicBezTo>
                    <a:pt x="43" y="439"/>
                    <a:pt x="57" y="446"/>
                    <a:pt x="57" y="467"/>
                  </a:cubicBezTo>
                  <a:cubicBezTo>
                    <a:pt x="57" y="552"/>
                    <a:pt x="57" y="552"/>
                    <a:pt x="57" y="552"/>
                  </a:cubicBezTo>
                  <a:cubicBezTo>
                    <a:pt x="142" y="552"/>
                    <a:pt x="142" y="552"/>
                    <a:pt x="142" y="552"/>
                  </a:cubicBezTo>
                  <a:cubicBezTo>
                    <a:pt x="156" y="552"/>
                    <a:pt x="170" y="559"/>
                    <a:pt x="170" y="580"/>
                  </a:cubicBezTo>
                  <a:cubicBezTo>
                    <a:pt x="170" y="594"/>
                    <a:pt x="156" y="608"/>
                    <a:pt x="142" y="608"/>
                  </a:cubicBezTo>
                  <a:close/>
                  <a:moveTo>
                    <a:pt x="57" y="255"/>
                  </a:moveTo>
                  <a:lnTo>
                    <a:pt x="57" y="255"/>
                  </a:lnTo>
                  <a:cubicBezTo>
                    <a:pt x="57" y="354"/>
                    <a:pt x="57" y="354"/>
                    <a:pt x="57" y="354"/>
                  </a:cubicBezTo>
                  <a:cubicBezTo>
                    <a:pt x="57" y="368"/>
                    <a:pt x="43" y="382"/>
                    <a:pt x="29" y="382"/>
                  </a:cubicBezTo>
                  <a:cubicBezTo>
                    <a:pt x="7" y="382"/>
                    <a:pt x="0" y="368"/>
                    <a:pt x="0" y="354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241"/>
                    <a:pt x="7" y="227"/>
                    <a:pt x="29" y="227"/>
                  </a:cubicBezTo>
                  <a:cubicBezTo>
                    <a:pt x="43" y="227"/>
                    <a:pt x="57" y="241"/>
                    <a:pt x="57" y="255"/>
                  </a:cubicBezTo>
                  <a:close/>
                  <a:moveTo>
                    <a:pt x="142" y="57"/>
                  </a:moveTo>
                  <a:lnTo>
                    <a:pt x="142" y="57"/>
                  </a:lnTo>
                  <a:cubicBezTo>
                    <a:pt x="57" y="57"/>
                    <a:pt x="57" y="57"/>
                    <a:pt x="57" y="57"/>
                  </a:cubicBezTo>
                  <a:cubicBezTo>
                    <a:pt x="57" y="142"/>
                    <a:pt x="57" y="142"/>
                    <a:pt x="57" y="142"/>
                  </a:cubicBezTo>
                  <a:cubicBezTo>
                    <a:pt x="57" y="163"/>
                    <a:pt x="43" y="170"/>
                    <a:pt x="29" y="170"/>
                  </a:cubicBezTo>
                  <a:cubicBezTo>
                    <a:pt x="7" y="170"/>
                    <a:pt x="0" y="163"/>
                    <a:pt x="0" y="14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7" y="0"/>
                    <a:pt x="29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56" y="0"/>
                    <a:pt x="170" y="15"/>
                    <a:pt x="170" y="29"/>
                  </a:cubicBezTo>
                  <a:cubicBezTo>
                    <a:pt x="170" y="50"/>
                    <a:pt x="156" y="57"/>
                    <a:pt x="142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5"/>
            <p:cNvSpPr/>
            <p:nvPr/>
          </p:nvSpPr>
          <p:spPr>
            <a:xfrm>
              <a:off x="3276416" y="3515517"/>
              <a:ext cx="219067" cy="209550"/>
            </a:xfrm>
            <a:custGeom>
              <a:rect b="b" l="l" r="r" t="t"/>
              <a:pathLst>
                <a:path extrusionOk="0" h="580" w="609">
                  <a:moveTo>
                    <a:pt x="608" y="551"/>
                  </a:moveTo>
                  <a:lnTo>
                    <a:pt x="608" y="551"/>
                  </a:lnTo>
                  <a:cubicBezTo>
                    <a:pt x="608" y="572"/>
                    <a:pt x="594" y="579"/>
                    <a:pt x="580" y="579"/>
                  </a:cubicBezTo>
                  <a:cubicBezTo>
                    <a:pt x="28" y="579"/>
                    <a:pt x="28" y="579"/>
                    <a:pt x="28" y="579"/>
                  </a:cubicBezTo>
                  <a:cubicBezTo>
                    <a:pt x="14" y="579"/>
                    <a:pt x="0" y="572"/>
                    <a:pt x="0" y="55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141"/>
                    <a:pt x="113" y="141"/>
                    <a:pt x="113" y="141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226"/>
                    <a:pt x="113" y="226"/>
                    <a:pt x="113" y="226"/>
                  </a:cubicBezTo>
                  <a:cubicBezTo>
                    <a:pt x="113" y="254"/>
                    <a:pt x="141" y="282"/>
                    <a:pt x="170" y="282"/>
                  </a:cubicBezTo>
                  <a:cubicBezTo>
                    <a:pt x="417" y="282"/>
                    <a:pt x="417" y="282"/>
                    <a:pt x="417" y="282"/>
                  </a:cubicBezTo>
                  <a:cubicBezTo>
                    <a:pt x="452" y="282"/>
                    <a:pt x="474" y="254"/>
                    <a:pt x="474" y="226"/>
                  </a:cubicBezTo>
                  <a:cubicBezTo>
                    <a:pt x="474" y="169"/>
                    <a:pt x="474" y="169"/>
                    <a:pt x="474" y="169"/>
                  </a:cubicBezTo>
                  <a:cubicBezTo>
                    <a:pt x="474" y="141"/>
                    <a:pt x="474" y="141"/>
                    <a:pt x="474" y="141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474" y="35"/>
                    <a:pt x="474" y="35"/>
                    <a:pt x="474" y="35"/>
                  </a:cubicBezTo>
                  <a:cubicBezTo>
                    <a:pt x="474" y="28"/>
                    <a:pt x="474" y="28"/>
                    <a:pt x="474" y="28"/>
                  </a:cubicBezTo>
                  <a:cubicBezTo>
                    <a:pt x="474" y="0"/>
                    <a:pt x="474" y="0"/>
                    <a:pt x="474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495" y="0"/>
                    <a:pt x="495" y="0"/>
                    <a:pt x="495" y="0"/>
                  </a:cubicBezTo>
                  <a:cubicBezTo>
                    <a:pt x="502" y="0"/>
                    <a:pt x="509" y="0"/>
                    <a:pt x="509" y="7"/>
                  </a:cubicBezTo>
                  <a:cubicBezTo>
                    <a:pt x="594" y="91"/>
                    <a:pt x="594" y="91"/>
                    <a:pt x="594" y="91"/>
                  </a:cubicBezTo>
                  <a:cubicBezTo>
                    <a:pt x="601" y="98"/>
                    <a:pt x="608" y="106"/>
                    <a:pt x="608" y="113"/>
                  </a:cubicBezTo>
                  <a:lnTo>
                    <a:pt x="608" y="551"/>
                  </a:lnTo>
                  <a:close/>
                  <a:moveTo>
                    <a:pt x="445" y="226"/>
                  </a:moveTo>
                  <a:lnTo>
                    <a:pt x="445" y="226"/>
                  </a:lnTo>
                  <a:cubicBezTo>
                    <a:pt x="445" y="240"/>
                    <a:pt x="431" y="254"/>
                    <a:pt x="417" y="254"/>
                  </a:cubicBezTo>
                  <a:cubicBezTo>
                    <a:pt x="382" y="254"/>
                    <a:pt x="382" y="254"/>
                    <a:pt x="382" y="254"/>
                  </a:cubicBezTo>
                  <a:cubicBezTo>
                    <a:pt x="212" y="254"/>
                    <a:pt x="212" y="254"/>
                    <a:pt x="212" y="254"/>
                  </a:cubicBezTo>
                  <a:cubicBezTo>
                    <a:pt x="170" y="254"/>
                    <a:pt x="170" y="254"/>
                    <a:pt x="170" y="254"/>
                  </a:cubicBezTo>
                  <a:cubicBezTo>
                    <a:pt x="156" y="254"/>
                    <a:pt x="141" y="240"/>
                    <a:pt x="141" y="226"/>
                  </a:cubicBezTo>
                  <a:cubicBezTo>
                    <a:pt x="141" y="169"/>
                    <a:pt x="141" y="169"/>
                    <a:pt x="141" y="169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445" y="0"/>
                    <a:pt x="445" y="0"/>
                    <a:pt x="445" y="0"/>
                  </a:cubicBezTo>
                  <a:cubicBezTo>
                    <a:pt x="445" y="169"/>
                    <a:pt x="445" y="169"/>
                    <a:pt x="445" y="169"/>
                  </a:cubicBezTo>
                  <a:lnTo>
                    <a:pt x="445" y="226"/>
                  </a:lnTo>
                  <a:close/>
                  <a:moveTo>
                    <a:pt x="389" y="35"/>
                  </a:moveTo>
                  <a:lnTo>
                    <a:pt x="389" y="35"/>
                  </a:lnTo>
                  <a:cubicBezTo>
                    <a:pt x="304" y="35"/>
                    <a:pt x="304" y="35"/>
                    <a:pt x="304" y="35"/>
                  </a:cubicBezTo>
                  <a:cubicBezTo>
                    <a:pt x="304" y="212"/>
                    <a:pt x="304" y="212"/>
                    <a:pt x="304" y="212"/>
                  </a:cubicBezTo>
                  <a:cubicBezTo>
                    <a:pt x="389" y="212"/>
                    <a:pt x="389" y="212"/>
                    <a:pt x="389" y="212"/>
                  </a:cubicBezTo>
                  <a:lnTo>
                    <a:pt x="389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5"/>
            <p:cNvSpPr/>
            <p:nvPr/>
          </p:nvSpPr>
          <p:spPr>
            <a:xfrm>
              <a:off x="2897017" y="3540917"/>
              <a:ext cx="217480" cy="158750"/>
            </a:xfrm>
            <a:custGeom>
              <a:rect b="b" l="l" r="r" t="t"/>
              <a:pathLst>
                <a:path extrusionOk="0" h="439" w="602">
                  <a:moveTo>
                    <a:pt x="572" y="438"/>
                  </a:moveTo>
                  <a:lnTo>
                    <a:pt x="572" y="438"/>
                  </a:lnTo>
                  <a:cubicBezTo>
                    <a:pt x="544" y="438"/>
                    <a:pt x="544" y="438"/>
                    <a:pt x="544" y="438"/>
                  </a:cubicBezTo>
                  <a:cubicBezTo>
                    <a:pt x="537" y="438"/>
                    <a:pt x="537" y="438"/>
                    <a:pt x="537" y="438"/>
                  </a:cubicBezTo>
                  <a:cubicBezTo>
                    <a:pt x="495" y="438"/>
                    <a:pt x="495" y="438"/>
                    <a:pt x="495" y="438"/>
                  </a:cubicBezTo>
                  <a:cubicBezTo>
                    <a:pt x="452" y="325"/>
                    <a:pt x="452" y="325"/>
                    <a:pt x="452" y="325"/>
                  </a:cubicBezTo>
                  <a:cubicBezTo>
                    <a:pt x="445" y="311"/>
                    <a:pt x="438" y="304"/>
                    <a:pt x="424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0" y="304"/>
                    <a:pt x="156" y="311"/>
                    <a:pt x="156" y="325"/>
                  </a:cubicBezTo>
                  <a:cubicBezTo>
                    <a:pt x="106" y="438"/>
                    <a:pt x="106" y="438"/>
                    <a:pt x="106" y="438"/>
                  </a:cubicBezTo>
                  <a:cubicBezTo>
                    <a:pt x="64" y="438"/>
                    <a:pt x="64" y="438"/>
                    <a:pt x="64" y="438"/>
                  </a:cubicBezTo>
                  <a:cubicBezTo>
                    <a:pt x="57" y="438"/>
                    <a:pt x="57" y="438"/>
                    <a:pt x="57" y="438"/>
                  </a:cubicBezTo>
                  <a:cubicBezTo>
                    <a:pt x="28" y="438"/>
                    <a:pt x="28" y="438"/>
                    <a:pt x="28" y="438"/>
                  </a:cubicBezTo>
                  <a:cubicBezTo>
                    <a:pt x="14" y="438"/>
                    <a:pt x="0" y="424"/>
                    <a:pt x="0" y="41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14"/>
                    <a:pt x="601" y="28"/>
                  </a:cubicBezTo>
                  <a:cubicBezTo>
                    <a:pt x="601" y="410"/>
                    <a:pt x="601" y="410"/>
                    <a:pt x="601" y="410"/>
                  </a:cubicBezTo>
                  <a:cubicBezTo>
                    <a:pt x="601" y="424"/>
                    <a:pt x="594" y="438"/>
                    <a:pt x="572" y="438"/>
                  </a:cubicBezTo>
                  <a:close/>
                  <a:moveTo>
                    <a:pt x="148" y="142"/>
                  </a:moveTo>
                  <a:lnTo>
                    <a:pt x="148" y="142"/>
                  </a:lnTo>
                  <a:cubicBezTo>
                    <a:pt x="127" y="142"/>
                    <a:pt x="113" y="163"/>
                    <a:pt x="113" y="184"/>
                  </a:cubicBezTo>
                  <a:cubicBezTo>
                    <a:pt x="113" y="205"/>
                    <a:pt x="127" y="219"/>
                    <a:pt x="148" y="219"/>
                  </a:cubicBezTo>
                  <a:cubicBezTo>
                    <a:pt x="170" y="219"/>
                    <a:pt x="191" y="205"/>
                    <a:pt x="191" y="184"/>
                  </a:cubicBezTo>
                  <a:cubicBezTo>
                    <a:pt x="191" y="163"/>
                    <a:pt x="170" y="142"/>
                    <a:pt x="148" y="142"/>
                  </a:cubicBezTo>
                  <a:close/>
                  <a:moveTo>
                    <a:pt x="375" y="142"/>
                  </a:moveTo>
                  <a:lnTo>
                    <a:pt x="375" y="142"/>
                  </a:lnTo>
                  <a:cubicBezTo>
                    <a:pt x="226" y="142"/>
                    <a:pt x="226" y="142"/>
                    <a:pt x="226" y="142"/>
                  </a:cubicBezTo>
                  <a:cubicBezTo>
                    <a:pt x="226" y="219"/>
                    <a:pt x="226" y="219"/>
                    <a:pt x="226" y="219"/>
                  </a:cubicBezTo>
                  <a:cubicBezTo>
                    <a:pt x="375" y="219"/>
                    <a:pt x="375" y="219"/>
                    <a:pt x="375" y="219"/>
                  </a:cubicBezTo>
                  <a:lnTo>
                    <a:pt x="375" y="142"/>
                  </a:lnTo>
                  <a:close/>
                  <a:moveTo>
                    <a:pt x="452" y="142"/>
                  </a:moveTo>
                  <a:lnTo>
                    <a:pt x="452" y="142"/>
                  </a:lnTo>
                  <a:cubicBezTo>
                    <a:pt x="431" y="142"/>
                    <a:pt x="417" y="163"/>
                    <a:pt x="417" y="184"/>
                  </a:cubicBezTo>
                  <a:cubicBezTo>
                    <a:pt x="417" y="205"/>
                    <a:pt x="431" y="219"/>
                    <a:pt x="452" y="219"/>
                  </a:cubicBezTo>
                  <a:cubicBezTo>
                    <a:pt x="474" y="219"/>
                    <a:pt x="488" y="205"/>
                    <a:pt x="488" y="184"/>
                  </a:cubicBezTo>
                  <a:cubicBezTo>
                    <a:pt x="488" y="163"/>
                    <a:pt x="474" y="142"/>
                    <a:pt x="452" y="142"/>
                  </a:cubicBezTo>
                  <a:close/>
                  <a:moveTo>
                    <a:pt x="170" y="354"/>
                  </a:moveTo>
                  <a:lnTo>
                    <a:pt x="170" y="354"/>
                  </a:lnTo>
                  <a:cubicBezTo>
                    <a:pt x="177" y="339"/>
                    <a:pt x="184" y="332"/>
                    <a:pt x="198" y="332"/>
                  </a:cubicBezTo>
                  <a:cubicBezTo>
                    <a:pt x="403" y="332"/>
                    <a:pt x="403" y="332"/>
                    <a:pt x="403" y="332"/>
                  </a:cubicBezTo>
                  <a:cubicBezTo>
                    <a:pt x="417" y="332"/>
                    <a:pt x="431" y="339"/>
                    <a:pt x="431" y="354"/>
                  </a:cubicBezTo>
                  <a:cubicBezTo>
                    <a:pt x="459" y="438"/>
                    <a:pt x="459" y="438"/>
                    <a:pt x="459" y="438"/>
                  </a:cubicBezTo>
                  <a:cubicBezTo>
                    <a:pt x="403" y="438"/>
                    <a:pt x="403" y="438"/>
                    <a:pt x="403" y="438"/>
                  </a:cubicBezTo>
                  <a:cubicBezTo>
                    <a:pt x="198" y="438"/>
                    <a:pt x="198" y="438"/>
                    <a:pt x="198" y="438"/>
                  </a:cubicBezTo>
                  <a:cubicBezTo>
                    <a:pt x="141" y="438"/>
                    <a:pt x="141" y="438"/>
                    <a:pt x="141" y="438"/>
                  </a:cubicBezTo>
                  <a:cubicBezTo>
                    <a:pt x="170" y="354"/>
                    <a:pt x="170" y="354"/>
                    <a:pt x="170" y="3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5"/>
            <p:cNvSpPr/>
            <p:nvPr/>
          </p:nvSpPr>
          <p:spPr>
            <a:xfrm>
              <a:off x="7127552" y="3137692"/>
              <a:ext cx="217479" cy="217488"/>
            </a:xfrm>
            <a:custGeom>
              <a:rect b="b" l="l" r="r" t="t"/>
              <a:pathLst>
                <a:path extrusionOk="0" h="602" w="602">
                  <a:moveTo>
                    <a:pt x="601" y="304"/>
                  </a:moveTo>
                  <a:lnTo>
                    <a:pt x="601" y="304"/>
                  </a:lnTo>
                  <a:cubicBezTo>
                    <a:pt x="601" y="573"/>
                    <a:pt x="601" y="573"/>
                    <a:pt x="601" y="573"/>
                  </a:cubicBezTo>
                  <a:cubicBezTo>
                    <a:pt x="601" y="594"/>
                    <a:pt x="587" y="601"/>
                    <a:pt x="573" y="601"/>
                  </a:cubicBezTo>
                  <a:cubicBezTo>
                    <a:pt x="297" y="601"/>
                    <a:pt x="297" y="601"/>
                    <a:pt x="297" y="601"/>
                  </a:cubicBez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297" y="0"/>
                  </a:cubicBezTo>
                  <a:cubicBezTo>
                    <a:pt x="466" y="0"/>
                    <a:pt x="601" y="135"/>
                    <a:pt x="601" y="304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70"/>
                    <a:pt x="57" y="304"/>
                  </a:cubicBezTo>
                  <a:cubicBezTo>
                    <a:pt x="57" y="439"/>
                    <a:pt x="163" y="544"/>
                    <a:pt x="297" y="544"/>
                  </a:cubicBezTo>
                  <a:cubicBezTo>
                    <a:pt x="431" y="544"/>
                    <a:pt x="544" y="439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  <a:moveTo>
                    <a:pt x="424" y="333"/>
                  </a:moveTo>
                  <a:lnTo>
                    <a:pt x="424" y="333"/>
                  </a:lnTo>
                  <a:cubicBezTo>
                    <a:pt x="403" y="333"/>
                    <a:pt x="403" y="333"/>
                    <a:pt x="403" y="333"/>
                  </a:cubicBezTo>
                  <a:cubicBezTo>
                    <a:pt x="226" y="333"/>
                    <a:pt x="226" y="333"/>
                    <a:pt x="226" y="333"/>
                  </a:cubicBezTo>
                  <a:cubicBezTo>
                    <a:pt x="177" y="333"/>
                    <a:pt x="177" y="333"/>
                    <a:pt x="177" y="333"/>
                  </a:cubicBezTo>
                  <a:cubicBezTo>
                    <a:pt x="163" y="333"/>
                    <a:pt x="148" y="318"/>
                    <a:pt x="148" y="304"/>
                  </a:cubicBezTo>
                  <a:cubicBezTo>
                    <a:pt x="148" y="283"/>
                    <a:pt x="163" y="276"/>
                    <a:pt x="177" y="276"/>
                  </a:cubicBezTo>
                  <a:cubicBezTo>
                    <a:pt x="269" y="276"/>
                    <a:pt x="269" y="276"/>
                    <a:pt x="269" y="276"/>
                  </a:cubicBezTo>
                  <a:cubicBezTo>
                    <a:pt x="325" y="276"/>
                    <a:pt x="325" y="276"/>
                    <a:pt x="325" y="276"/>
                  </a:cubicBezTo>
                  <a:cubicBezTo>
                    <a:pt x="424" y="276"/>
                    <a:pt x="424" y="276"/>
                    <a:pt x="424" y="276"/>
                  </a:cubicBezTo>
                  <a:cubicBezTo>
                    <a:pt x="438" y="276"/>
                    <a:pt x="452" y="283"/>
                    <a:pt x="452" y="304"/>
                  </a:cubicBezTo>
                  <a:cubicBezTo>
                    <a:pt x="452" y="318"/>
                    <a:pt x="438" y="333"/>
                    <a:pt x="424" y="3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5"/>
            <p:cNvSpPr/>
            <p:nvPr/>
          </p:nvSpPr>
          <p:spPr>
            <a:xfrm>
              <a:off x="6744978" y="3137692"/>
              <a:ext cx="219067" cy="217488"/>
            </a:xfrm>
            <a:custGeom>
              <a:rect b="b" l="l" r="r" t="t"/>
              <a:pathLst>
                <a:path extrusionOk="0" h="602" w="609">
                  <a:moveTo>
                    <a:pt x="608" y="304"/>
                  </a:moveTo>
                  <a:lnTo>
                    <a:pt x="608" y="304"/>
                  </a:lnTo>
                  <a:cubicBezTo>
                    <a:pt x="608" y="573"/>
                    <a:pt x="608" y="573"/>
                    <a:pt x="608" y="573"/>
                  </a:cubicBezTo>
                  <a:cubicBezTo>
                    <a:pt x="608" y="594"/>
                    <a:pt x="594" y="601"/>
                    <a:pt x="579" y="601"/>
                  </a:cubicBezTo>
                  <a:cubicBezTo>
                    <a:pt x="304" y="601"/>
                    <a:pt x="304" y="601"/>
                    <a:pt x="304" y="601"/>
                  </a:cubicBez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73" y="0"/>
                    <a:pt x="608" y="135"/>
                    <a:pt x="608" y="304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69" y="57"/>
                    <a:pt x="56" y="170"/>
                    <a:pt x="56" y="304"/>
                  </a:cubicBezTo>
                  <a:cubicBezTo>
                    <a:pt x="56" y="439"/>
                    <a:pt x="169" y="544"/>
                    <a:pt x="304" y="544"/>
                  </a:cubicBezTo>
                  <a:cubicBezTo>
                    <a:pt x="438" y="544"/>
                    <a:pt x="551" y="439"/>
                    <a:pt x="551" y="304"/>
                  </a:cubicBezTo>
                  <a:cubicBezTo>
                    <a:pt x="551" y="170"/>
                    <a:pt x="438" y="57"/>
                    <a:pt x="304" y="57"/>
                  </a:cubicBezTo>
                  <a:close/>
                  <a:moveTo>
                    <a:pt x="424" y="333"/>
                  </a:moveTo>
                  <a:lnTo>
                    <a:pt x="424" y="333"/>
                  </a:lnTo>
                  <a:cubicBezTo>
                    <a:pt x="332" y="333"/>
                    <a:pt x="332" y="333"/>
                    <a:pt x="332" y="333"/>
                  </a:cubicBezTo>
                  <a:cubicBezTo>
                    <a:pt x="332" y="424"/>
                    <a:pt x="332" y="424"/>
                    <a:pt x="332" y="424"/>
                  </a:cubicBezTo>
                  <a:cubicBezTo>
                    <a:pt x="332" y="439"/>
                    <a:pt x="318" y="453"/>
                    <a:pt x="304" y="453"/>
                  </a:cubicBezTo>
                  <a:cubicBezTo>
                    <a:pt x="290" y="453"/>
                    <a:pt x="276" y="439"/>
                    <a:pt x="276" y="424"/>
                  </a:cubicBezTo>
                  <a:cubicBezTo>
                    <a:pt x="276" y="333"/>
                    <a:pt x="276" y="333"/>
                    <a:pt x="276" y="333"/>
                  </a:cubicBezTo>
                  <a:cubicBezTo>
                    <a:pt x="184" y="333"/>
                    <a:pt x="184" y="333"/>
                    <a:pt x="184" y="333"/>
                  </a:cubicBezTo>
                  <a:cubicBezTo>
                    <a:pt x="162" y="333"/>
                    <a:pt x="155" y="318"/>
                    <a:pt x="155" y="304"/>
                  </a:cubicBezTo>
                  <a:cubicBezTo>
                    <a:pt x="155" y="283"/>
                    <a:pt x="162" y="276"/>
                    <a:pt x="184" y="276"/>
                  </a:cubicBezTo>
                  <a:cubicBezTo>
                    <a:pt x="276" y="276"/>
                    <a:pt x="276" y="276"/>
                    <a:pt x="276" y="276"/>
                  </a:cubicBezTo>
                  <a:cubicBezTo>
                    <a:pt x="276" y="177"/>
                    <a:pt x="276" y="177"/>
                    <a:pt x="276" y="177"/>
                  </a:cubicBezTo>
                  <a:cubicBezTo>
                    <a:pt x="276" y="163"/>
                    <a:pt x="290" y="149"/>
                    <a:pt x="304" y="149"/>
                  </a:cubicBezTo>
                  <a:cubicBezTo>
                    <a:pt x="318" y="149"/>
                    <a:pt x="332" y="163"/>
                    <a:pt x="332" y="177"/>
                  </a:cubicBezTo>
                  <a:cubicBezTo>
                    <a:pt x="332" y="276"/>
                    <a:pt x="332" y="276"/>
                    <a:pt x="332" y="276"/>
                  </a:cubicBezTo>
                  <a:cubicBezTo>
                    <a:pt x="424" y="276"/>
                    <a:pt x="424" y="276"/>
                    <a:pt x="424" y="276"/>
                  </a:cubicBezTo>
                  <a:cubicBezTo>
                    <a:pt x="445" y="276"/>
                    <a:pt x="452" y="283"/>
                    <a:pt x="452" y="304"/>
                  </a:cubicBezTo>
                  <a:cubicBezTo>
                    <a:pt x="452" y="318"/>
                    <a:pt x="445" y="333"/>
                    <a:pt x="424" y="3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5"/>
            <p:cNvSpPr/>
            <p:nvPr/>
          </p:nvSpPr>
          <p:spPr>
            <a:xfrm>
              <a:off x="6367166" y="3159917"/>
              <a:ext cx="217480" cy="169863"/>
            </a:xfrm>
            <a:custGeom>
              <a:rect b="b" l="l" r="r" t="t"/>
              <a:pathLst>
                <a:path extrusionOk="0" h="474" w="602">
                  <a:moveTo>
                    <a:pt x="572" y="269"/>
                  </a:moveTo>
                  <a:lnTo>
                    <a:pt x="572" y="269"/>
                  </a:lnTo>
                  <a:cubicBezTo>
                    <a:pt x="403" y="269"/>
                    <a:pt x="403" y="269"/>
                    <a:pt x="403" y="269"/>
                  </a:cubicBezTo>
                  <a:cubicBezTo>
                    <a:pt x="389" y="269"/>
                    <a:pt x="374" y="254"/>
                    <a:pt x="374" y="240"/>
                  </a:cubicBezTo>
                  <a:cubicBezTo>
                    <a:pt x="374" y="219"/>
                    <a:pt x="389" y="212"/>
                    <a:pt x="403" y="212"/>
                  </a:cubicBezTo>
                  <a:cubicBezTo>
                    <a:pt x="572" y="212"/>
                    <a:pt x="572" y="212"/>
                    <a:pt x="572" y="212"/>
                  </a:cubicBezTo>
                  <a:cubicBezTo>
                    <a:pt x="594" y="212"/>
                    <a:pt x="601" y="219"/>
                    <a:pt x="601" y="240"/>
                  </a:cubicBezTo>
                  <a:cubicBezTo>
                    <a:pt x="601" y="254"/>
                    <a:pt x="594" y="269"/>
                    <a:pt x="572" y="269"/>
                  </a:cubicBezTo>
                  <a:close/>
                  <a:moveTo>
                    <a:pt x="374" y="445"/>
                  </a:moveTo>
                  <a:lnTo>
                    <a:pt x="374" y="445"/>
                  </a:lnTo>
                  <a:cubicBezTo>
                    <a:pt x="374" y="459"/>
                    <a:pt x="367" y="473"/>
                    <a:pt x="346" y="473"/>
                  </a:cubicBezTo>
                  <a:cubicBezTo>
                    <a:pt x="339" y="473"/>
                    <a:pt x="325" y="466"/>
                    <a:pt x="325" y="452"/>
                  </a:cubicBezTo>
                  <a:cubicBezTo>
                    <a:pt x="283" y="360"/>
                    <a:pt x="283" y="360"/>
                    <a:pt x="283" y="360"/>
                  </a:cubicBezTo>
                  <a:cubicBezTo>
                    <a:pt x="92" y="360"/>
                    <a:pt x="92" y="360"/>
                    <a:pt x="92" y="360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49" y="466"/>
                    <a:pt x="42" y="473"/>
                    <a:pt x="28" y="473"/>
                  </a:cubicBezTo>
                  <a:cubicBezTo>
                    <a:pt x="14" y="473"/>
                    <a:pt x="0" y="459"/>
                    <a:pt x="0" y="445"/>
                  </a:cubicBezTo>
                  <a:cubicBezTo>
                    <a:pt x="0" y="438"/>
                    <a:pt x="0" y="438"/>
                    <a:pt x="0" y="438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69" y="7"/>
                    <a:pt x="176" y="0"/>
                    <a:pt x="191" y="0"/>
                  </a:cubicBezTo>
                  <a:cubicBezTo>
                    <a:pt x="198" y="0"/>
                    <a:pt x="212" y="7"/>
                    <a:pt x="212" y="21"/>
                  </a:cubicBezTo>
                  <a:cubicBezTo>
                    <a:pt x="374" y="438"/>
                    <a:pt x="374" y="438"/>
                    <a:pt x="374" y="438"/>
                  </a:cubicBezTo>
                  <a:cubicBezTo>
                    <a:pt x="374" y="438"/>
                    <a:pt x="374" y="438"/>
                    <a:pt x="374" y="445"/>
                  </a:cubicBezTo>
                  <a:close/>
                  <a:moveTo>
                    <a:pt x="191" y="106"/>
                  </a:moveTo>
                  <a:lnTo>
                    <a:pt x="191" y="106"/>
                  </a:lnTo>
                  <a:cubicBezTo>
                    <a:pt x="113" y="304"/>
                    <a:pt x="113" y="304"/>
                    <a:pt x="113" y="304"/>
                  </a:cubicBezTo>
                  <a:cubicBezTo>
                    <a:pt x="261" y="304"/>
                    <a:pt x="261" y="304"/>
                    <a:pt x="261" y="304"/>
                  </a:cubicBezTo>
                  <a:lnTo>
                    <a:pt x="191" y="1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5"/>
            <p:cNvSpPr/>
            <p:nvPr/>
          </p:nvSpPr>
          <p:spPr>
            <a:xfrm>
              <a:off x="5987768" y="3159917"/>
              <a:ext cx="215892" cy="169863"/>
            </a:xfrm>
            <a:custGeom>
              <a:rect b="b" l="l" r="r" t="t"/>
              <a:pathLst>
                <a:path extrusionOk="0" h="474" w="601">
                  <a:moveTo>
                    <a:pt x="572" y="269"/>
                  </a:moveTo>
                  <a:lnTo>
                    <a:pt x="572" y="269"/>
                  </a:lnTo>
                  <a:cubicBezTo>
                    <a:pt x="516" y="269"/>
                    <a:pt x="516" y="269"/>
                    <a:pt x="516" y="269"/>
                  </a:cubicBezTo>
                  <a:cubicBezTo>
                    <a:pt x="516" y="325"/>
                    <a:pt x="516" y="325"/>
                    <a:pt x="516" y="325"/>
                  </a:cubicBezTo>
                  <a:cubicBezTo>
                    <a:pt x="516" y="339"/>
                    <a:pt x="502" y="353"/>
                    <a:pt x="487" y="353"/>
                  </a:cubicBezTo>
                  <a:cubicBezTo>
                    <a:pt x="473" y="353"/>
                    <a:pt x="459" y="339"/>
                    <a:pt x="459" y="325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03" y="269"/>
                    <a:pt x="403" y="269"/>
                    <a:pt x="403" y="269"/>
                  </a:cubicBezTo>
                  <a:cubicBezTo>
                    <a:pt x="389" y="269"/>
                    <a:pt x="374" y="254"/>
                    <a:pt x="374" y="240"/>
                  </a:cubicBezTo>
                  <a:cubicBezTo>
                    <a:pt x="374" y="219"/>
                    <a:pt x="389" y="212"/>
                    <a:pt x="403" y="212"/>
                  </a:cubicBezTo>
                  <a:cubicBezTo>
                    <a:pt x="459" y="212"/>
                    <a:pt x="459" y="212"/>
                    <a:pt x="459" y="212"/>
                  </a:cubicBezTo>
                  <a:cubicBezTo>
                    <a:pt x="459" y="155"/>
                    <a:pt x="459" y="155"/>
                    <a:pt x="459" y="155"/>
                  </a:cubicBezTo>
                  <a:cubicBezTo>
                    <a:pt x="459" y="134"/>
                    <a:pt x="473" y="127"/>
                    <a:pt x="487" y="127"/>
                  </a:cubicBezTo>
                  <a:cubicBezTo>
                    <a:pt x="502" y="127"/>
                    <a:pt x="516" y="134"/>
                    <a:pt x="516" y="155"/>
                  </a:cubicBezTo>
                  <a:cubicBezTo>
                    <a:pt x="516" y="212"/>
                    <a:pt x="516" y="212"/>
                    <a:pt x="516" y="212"/>
                  </a:cubicBezTo>
                  <a:cubicBezTo>
                    <a:pt x="572" y="212"/>
                    <a:pt x="572" y="212"/>
                    <a:pt x="572" y="212"/>
                  </a:cubicBezTo>
                  <a:cubicBezTo>
                    <a:pt x="586" y="212"/>
                    <a:pt x="600" y="219"/>
                    <a:pt x="600" y="240"/>
                  </a:cubicBezTo>
                  <a:cubicBezTo>
                    <a:pt x="600" y="254"/>
                    <a:pt x="586" y="269"/>
                    <a:pt x="572" y="269"/>
                  </a:cubicBezTo>
                  <a:close/>
                  <a:moveTo>
                    <a:pt x="374" y="445"/>
                  </a:moveTo>
                  <a:lnTo>
                    <a:pt x="374" y="445"/>
                  </a:lnTo>
                  <a:cubicBezTo>
                    <a:pt x="374" y="459"/>
                    <a:pt x="360" y="473"/>
                    <a:pt x="346" y="473"/>
                  </a:cubicBezTo>
                  <a:cubicBezTo>
                    <a:pt x="332" y="473"/>
                    <a:pt x="325" y="466"/>
                    <a:pt x="318" y="452"/>
                  </a:cubicBezTo>
                  <a:cubicBezTo>
                    <a:pt x="283" y="360"/>
                    <a:pt x="283" y="360"/>
                    <a:pt x="283" y="360"/>
                  </a:cubicBezTo>
                  <a:cubicBezTo>
                    <a:pt x="92" y="360"/>
                    <a:pt x="92" y="360"/>
                    <a:pt x="92" y="360"/>
                  </a:cubicBezTo>
                  <a:cubicBezTo>
                    <a:pt x="49" y="452"/>
                    <a:pt x="49" y="452"/>
                    <a:pt x="49" y="452"/>
                  </a:cubicBezTo>
                  <a:cubicBezTo>
                    <a:pt x="49" y="466"/>
                    <a:pt x="35" y="473"/>
                    <a:pt x="28" y="473"/>
                  </a:cubicBezTo>
                  <a:cubicBezTo>
                    <a:pt x="7" y="473"/>
                    <a:pt x="0" y="459"/>
                    <a:pt x="0" y="445"/>
                  </a:cubicBezTo>
                  <a:cubicBezTo>
                    <a:pt x="0" y="438"/>
                    <a:pt x="0" y="438"/>
                    <a:pt x="0" y="438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62" y="7"/>
                    <a:pt x="176" y="0"/>
                    <a:pt x="183" y="0"/>
                  </a:cubicBezTo>
                  <a:cubicBezTo>
                    <a:pt x="198" y="0"/>
                    <a:pt x="205" y="7"/>
                    <a:pt x="212" y="21"/>
                  </a:cubicBezTo>
                  <a:cubicBezTo>
                    <a:pt x="374" y="438"/>
                    <a:pt x="374" y="438"/>
                    <a:pt x="374" y="438"/>
                  </a:cubicBezTo>
                  <a:cubicBezTo>
                    <a:pt x="374" y="438"/>
                    <a:pt x="374" y="438"/>
                    <a:pt x="374" y="445"/>
                  </a:cubicBezTo>
                  <a:close/>
                  <a:moveTo>
                    <a:pt x="183" y="106"/>
                  </a:moveTo>
                  <a:lnTo>
                    <a:pt x="183" y="106"/>
                  </a:lnTo>
                  <a:cubicBezTo>
                    <a:pt x="113" y="304"/>
                    <a:pt x="113" y="304"/>
                    <a:pt x="113" y="304"/>
                  </a:cubicBezTo>
                  <a:cubicBezTo>
                    <a:pt x="261" y="304"/>
                    <a:pt x="261" y="304"/>
                    <a:pt x="261" y="304"/>
                  </a:cubicBezTo>
                  <a:lnTo>
                    <a:pt x="183" y="1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5"/>
            <p:cNvSpPr/>
            <p:nvPr/>
          </p:nvSpPr>
          <p:spPr>
            <a:xfrm>
              <a:off x="5654405" y="3137692"/>
              <a:ext cx="122233" cy="217488"/>
            </a:xfrm>
            <a:custGeom>
              <a:rect b="b" l="l" r="r" t="t"/>
              <a:pathLst>
                <a:path extrusionOk="0" h="602" w="340">
                  <a:moveTo>
                    <a:pt x="332" y="191"/>
                  </a:moveTo>
                  <a:lnTo>
                    <a:pt x="332" y="191"/>
                  </a:lnTo>
                  <a:cubicBezTo>
                    <a:pt x="219" y="304"/>
                    <a:pt x="219" y="304"/>
                    <a:pt x="219" y="304"/>
                  </a:cubicBezTo>
                  <a:cubicBezTo>
                    <a:pt x="332" y="417"/>
                    <a:pt x="332" y="417"/>
                    <a:pt x="332" y="417"/>
                  </a:cubicBezTo>
                  <a:cubicBezTo>
                    <a:pt x="339" y="417"/>
                    <a:pt x="339" y="424"/>
                    <a:pt x="339" y="431"/>
                  </a:cubicBezTo>
                  <a:cubicBezTo>
                    <a:pt x="339" y="439"/>
                    <a:pt x="339" y="446"/>
                    <a:pt x="332" y="453"/>
                  </a:cubicBezTo>
                  <a:cubicBezTo>
                    <a:pt x="191" y="594"/>
                    <a:pt x="191" y="594"/>
                    <a:pt x="191" y="594"/>
                  </a:cubicBezTo>
                  <a:cubicBezTo>
                    <a:pt x="184" y="601"/>
                    <a:pt x="177" y="601"/>
                    <a:pt x="170" y="601"/>
                  </a:cubicBezTo>
                  <a:cubicBezTo>
                    <a:pt x="156" y="601"/>
                    <a:pt x="141" y="594"/>
                    <a:pt x="141" y="573"/>
                  </a:cubicBezTo>
                  <a:cubicBezTo>
                    <a:pt x="141" y="382"/>
                    <a:pt x="141" y="382"/>
                    <a:pt x="141" y="382"/>
                  </a:cubicBezTo>
                  <a:cubicBezTo>
                    <a:pt x="49" y="474"/>
                    <a:pt x="49" y="474"/>
                    <a:pt x="49" y="474"/>
                  </a:cubicBezTo>
                  <a:cubicBezTo>
                    <a:pt x="42" y="481"/>
                    <a:pt x="35" y="481"/>
                    <a:pt x="28" y="481"/>
                  </a:cubicBezTo>
                  <a:cubicBezTo>
                    <a:pt x="14" y="481"/>
                    <a:pt x="0" y="467"/>
                    <a:pt x="0" y="453"/>
                  </a:cubicBezTo>
                  <a:cubicBezTo>
                    <a:pt x="0" y="446"/>
                    <a:pt x="0" y="439"/>
                    <a:pt x="7" y="431"/>
                  </a:cubicBezTo>
                  <a:cubicBezTo>
                    <a:pt x="141" y="304"/>
                    <a:pt x="141" y="304"/>
                    <a:pt x="141" y="304"/>
                  </a:cubicBezTo>
                  <a:cubicBezTo>
                    <a:pt x="7" y="170"/>
                    <a:pt x="7" y="170"/>
                    <a:pt x="7" y="170"/>
                  </a:cubicBezTo>
                  <a:cubicBezTo>
                    <a:pt x="0" y="163"/>
                    <a:pt x="0" y="156"/>
                    <a:pt x="0" y="149"/>
                  </a:cubicBezTo>
                  <a:cubicBezTo>
                    <a:pt x="0" y="135"/>
                    <a:pt x="14" y="120"/>
                    <a:pt x="28" y="120"/>
                  </a:cubicBezTo>
                  <a:cubicBezTo>
                    <a:pt x="35" y="120"/>
                    <a:pt x="42" y="128"/>
                    <a:pt x="49" y="135"/>
                  </a:cubicBezTo>
                  <a:cubicBezTo>
                    <a:pt x="141" y="226"/>
                    <a:pt x="141" y="226"/>
                    <a:pt x="141" y="226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41" y="15"/>
                    <a:pt x="156" y="0"/>
                    <a:pt x="170" y="0"/>
                  </a:cubicBezTo>
                  <a:cubicBezTo>
                    <a:pt x="177" y="0"/>
                    <a:pt x="184" y="0"/>
                    <a:pt x="191" y="7"/>
                  </a:cubicBezTo>
                  <a:cubicBezTo>
                    <a:pt x="332" y="149"/>
                    <a:pt x="332" y="149"/>
                    <a:pt x="332" y="149"/>
                  </a:cubicBezTo>
                  <a:cubicBezTo>
                    <a:pt x="339" y="156"/>
                    <a:pt x="339" y="163"/>
                    <a:pt x="339" y="170"/>
                  </a:cubicBezTo>
                  <a:cubicBezTo>
                    <a:pt x="339" y="177"/>
                    <a:pt x="339" y="184"/>
                    <a:pt x="332" y="191"/>
                  </a:cubicBezTo>
                  <a:close/>
                  <a:moveTo>
                    <a:pt x="198" y="509"/>
                  </a:moveTo>
                  <a:lnTo>
                    <a:pt x="198" y="509"/>
                  </a:lnTo>
                  <a:cubicBezTo>
                    <a:pt x="269" y="431"/>
                    <a:pt x="269" y="431"/>
                    <a:pt x="269" y="431"/>
                  </a:cubicBezTo>
                  <a:cubicBezTo>
                    <a:pt x="198" y="361"/>
                    <a:pt x="198" y="361"/>
                    <a:pt x="198" y="361"/>
                  </a:cubicBezTo>
                  <a:lnTo>
                    <a:pt x="198" y="509"/>
                  </a:lnTo>
                  <a:close/>
                  <a:moveTo>
                    <a:pt x="198" y="99"/>
                  </a:moveTo>
                  <a:lnTo>
                    <a:pt x="198" y="99"/>
                  </a:lnTo>
                  <a:cubicBezTo>
                    <a:pt x="198" y="241"/>
                    <a:pt x="198" y="241"/>
                    <a:pt x="198" y="241"/>
                  </a:cubicBezTo>
                  <a:cubicBezTo>
                    <a:pt x="269" y="170"/>
                    <a:pt x="269" y="170"/>
                    <a:pt x="269" y="170"/>
                  </a:cubicBezTo>
                  <a:lnTo>
                    <a:pt x="198" y="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5"/>
            <p:cNvSpPr/>
            <p:nvPr/>
          </p:nvSpPr>
          <p:spPr>
            <a:xfrm>
              <a:off x="5254370" y="3164680"/>
              <a:ext cx="163506" cy="163512"/>
            </a:xfrm>
            <a:custGeom>
              <a:rect b="b" l="l" r="r" t="t"/>
              <a:pathLst>
                <a:path extrusionOk="0" h="453" w="454">
                  <a:moveTo>
                    <a:pt x="354" y="332"/>
                  </a:moveTo>
                  <a:lnTo>
                    <a:pt x="354" y="332"/>
                  </a:lnTo>
                  <a:cubicBezTo>
                    <a:pt x="297" y="389"/>
                    <a:pt x="205" y="396"/>
                    <a:pt x="142" y="346"/>
                  </a:cubicBezTo>
                  <a:cubicBezTo>
                    <a:pt x="50" y="438"/>
                    <a:pt x="50" y="438"/>
                    <a:pt x="50" y="438"/>
                  </a:cubicBezTo>
                  <a:cubicBezTo>
                    <a:pt x="36" y="452"/>
                    <a:pt x="22" y="452"/>
                    <a:pt x="7" y="438"/>
                  </a:cubicBezTo>
                  <a:cubicBezTo>
                    <a:pt x="0" y="431"/>
                    <a:pt x="0" y="410"/>
                    <a:pt x="7" y="396"/>
                  </a:cubicBezTo>
                  <a:cubicBezTo>
                    <a:pt x="106" y="304"/>
                    <a:pt x="106" y="304"/>
                    <a:pt x="106" y="304"/>
                  </a:cubicBezTo>
                  <a:cubicBezTo>
                    <a:pt x="57" y="240"/>
                    <a:pt x="57" y="148"/>
                    <a:pt x="120" y="92"/>
                  </a:cubicBezTo>
                  <a:cubicBezTo>
                    <a:pt x="177" y="35"/>
                    <a:pt x="177" y="35"/>
                    <a:pt x="177" y="35"/>
                  </a:cubicBezTo>
                  <a:cubicBezTo>
                    <a:pt x="212" y="78"/>
                    <a:pt x="212" y="78"/>
                    <a:pt x="212" y="78"/>
                  </a:cubicBezTo>
                  <a:cubicBezTo>
                    <a:pt x="283" y="7"/>
                    <a:pt x="283" y="7"/>
                    <a:pt x="283" y="7"/>
                  </a:cubicBezTo>
                  <a:cubicBezTo>
                    <a:pt x="290" y="0"/>
                    <a:pt x="311" y="0"/>
                    <a:pt x="318" y="7"/>
                  </a:cubicBezTo>
                  <a:cubicBezTo>
                    <a:pt x="333" y="21"/>
                    <a:pt x="333" y="35"/>
                    <a:pt x="318" y="50"/>
                  </a:cubicBezTo>
                  <a:cubicBezTo>
                    <a:pt x="255" y="113"/>
                    <a:pt x="255" y="113"/>
                    <a:pt x="255" y="113"/>
                  </a:cubicBezTo>
                  <a:cubicBezTo>
                    <a:pt x="333" y="191"/>
                    <a:pt x="333" y="191"/>
                    <a:pt x="333" y="191"/>
                  </a:cubicBezTo>
                  <a:cubicBezTo>
                    <a:pt x="396" y="127"/>
                    <a:pt x="396" y="127"/>
                    <a:pt x="396" y="127"/>
                  </a:cubicBezTo>
                  <a:cubicBezTo>
                    <a:pt x="410" y="120"/>
                    <a:pt x="431" y="120"/>
                    <a:pt x="438" y="127"/>
                  </a:cubicBezTo>
                  <a:cubicBezTo>
                    <a:pt x="453" y="141"/>
                    <a:pt x="453" y="155"/>
                    <a:pt x="438" y="170"/>
                  </a:cubicBezTo>
                  <a:cubicBezTo>
                    <a:pt x="375" y="233"/>
                    <a:pt x="375" y="233"/>
                    <a:pt x="375" y="233"/>
                  </a:cubicBezTo>
                  <a:cubicBezTo>
                    <a:pt x="410" y="276"/>
                    <a:pt x="410" y="276"/>
                    <a:pt x="410" y="276"/>
                  </a:cubicBezTo>
                  <a:lnTo>
                    <a:pt x="354" y="33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5"/>
            <p:cNvSpPr/>
            <p:nvPr/>
          </p:nvSpPr>
          <p:spPr>
            <a:xfrm>
              <a:off x="2527143" y="3899692"/>
              <a:ext cx="201605" cy="201613"/>
            </a:xfrm>
            <a:custGeom>
              <a:rect b="b" l="l" r="r" t="t"/>
              <a:pathLst>
                <a:path extrusionOk="0" h="559" w="559">
                  <a:moveTo>
                    <a:pt x="70" y="494"/>
                  </a:moveTo>
                  <a:lnTo>
                    <a:pt x="70" y="494"/>
                  </a:lnTo>
                  <a:cubicBezTo>
                    <a:pt x="63" y="487"/>
                    <a:pt x="63" y="487"/>
                    <a:pt x="63" y="487"/>
                  </a:cubicBezTo>
                  <a:cubicBezTo>
                    <a:pt x="0" y="424"/>
                    <a:pt x="0" y="318"/>
                    <a:pt x="63" y="254"/>
                  </a:cubicBezTo>
                  <a:cubicBezTo>
                    <a:pt x="254" y="63"/>
                    <a:pt x="254" y="63"/>
                    <a:pt x="254" y="63"/>
                  </a:cubicBezTo>
                  <a:cubicBezTo>
                    <a:pt x="318" y="0"/>
                    <a:pt x="424" y="0"/>
                    <a:pt x="487" y="63"/>
                  </a:cubicBezTo>
                  <a:cubicBezTo>
                    <a:pt x="494" y="70"/>
                    <a:pt x="494" y="70"/>
                    <a:pt x="494" y="70"/>
                  </a:cubicBezTo>
                  <a:cubicBezTo>
                    <a:pt x="558" y="134"/>
                    <a:pt x="558" y="240"/>
                    <a:pt x="494" y="303"/>
                  </a:cubicBezTo>
                  <a:cubicBezTo>
                    <a:pt x="304" y="494"/>
                    <a:pt x="304" y="494"/>
                    <a:pt x="304" y="494"/>
                  </a:cubicBezTo>
                  <a:cubicBezTo>
                    <a:pt x="240" y="558"/>
                    <a:pt x="134" y="558"/>
                    <a:pt x="70" y="494"/>
                  </a:cubicBezTo>
                  <a:close/>
                  <a:moveTo>
                    <a:pt x="360" y="360"/>
                  </a:moveTo>
                  <a:lnTo>
                    <a:pt x="360" y="360"/>
                  </a:lnTo>
                  <a:cubicBezTo>
                    <a:pt x="198" y="197"/>
                    <a:pt x="198" y="197"/>
                    <a:pt x="198" y="197"/>
                  </a:cubicBezTo>
                  <a:cubicBezTo>
                    <a:pt x="99" y="296"/>
                    <a:pt x="99" y="296"/>
                    <a:pt x="99" y="296"/>
                  </a:cubicBezTo>
                  <a:cubicBezTo>
                    <a:pt x="56" y="339"/>
                    <a:pt x="56" y="409"/>
                    <a:pt x="99" y="452"/>
                  </a:cubicBezTo>
                  <a:cubicBezTo>
                    <a:pt x="106" y="459"/>
                    <a:pt x="106" y="459"/>
                    <a:pt x="106" y="459"/>
                  </a:cubicBezTo>
                  <a:cubicBezTo>
                    <a:pt x="148" y="501"/>
                    <a:pt x="219" y="501"/>
                    <a:pt x="261" y="459"/>
                  </a:cubicBezTo>
                  <a:lnTo>
                    <a:pt x="360" y="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5"/>
            <p:cNvSpPr/>
            <p:nvPr/>
          </p:nvSpPr>
          <p:spPr>
            <a:xfrm>
              <a:off x="2177906" y="3904455"/>
              <a:ext cx="138107" cy="190500"/>
            </a:xfrm>
            <a:custGeom>
              <a:rect b="b" l="l" r="r" t="t"/>
              <a:pathLst>
                <a:path extrusionOk="0" h="531" w="383">
                  <a:moveTo>
                    <a:pt x="191" y="530"/>
                  </a:moveTo>
                  <a:lnTo>
                    <a:pt x="191" y="530"/>
                  </a:lnTo>
                  <a:cubicBezTo>
                    <a:pt x="92" y="530"/>
                    <a:pt x="0" y="445"/>
                    <a:pt x="0" y="339"/>
                  </a:cubicBezTo>
                  <a:cubicBezTo>
                    <a:pt x="0" y="240"/>
                    <a:pt x="184" y="0"/>
                    <a:pt x="184" y="0"/>
                  </a:cubicBezTo>
                  <a:cubicBezTo>
                    <a:pt x="184" y="0"/>
                    <a:pt x="382" y="233"/>
                    <a:pt x="382" y="339"/>
                  </a:cubicBezTo>
                  <a:cubicBezTo>
                    <a:pt x="382" y="445"/>
                    <a:pt x="290" y="530"/>
                    <a:pt x="191" y="5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5"/>
            <p:cNvSpPr/>
            <p:nvPr/>
          </p:nvSpPr>
          <p:spPr>
            <a:xfrm>
              <a:off x="1758821" y="3904455"/>
              <a:ext cx="217479" cy="190500"/>
            </a:xfrm>
            <a:custGeom>
              <a:rect b="b" l="l" r="r" t="t"/>
              <a:pathLst>
                <a:path extrusionOk="0" h="531" w="602">
                  <a:moveTo>
                    <a:pt x="587" y="289"/>
                  </a:moveTo>
                  <a:lnTo>
                    <a:pt x="587" y="289"/>
                  </a:lnTo>
                  <a:cubicBezTo>
                    <a:pt x="311" y="403"/>
                    <a:pt x="311" y="403"/>
                    <a:pt x="311" y="403"/>
                  </a:cubicBezTo>
                  <a:cubicBezTo>
                    <a:pt x="311" y="410"/>
                    <a:pt x="304" y="410"/>
                    <a:pt x="304" y="410"/>
                  </a:cubicBezTo>
                  <a:cubicBezTo>
                    <a:pt x="297" y="410"/>
                    <a:pt x="297" y="410"/>
                    <a:pt x="290" y="403"/>
                  </a:cubicBezTo>
                  <a:cubicBezTo>
                    <a:pt x="15" y="289"/>
                    <a:pt x="15" y="289"/>
                    <a:pt x="15" y="289"/>
                  </a:cubicBezTo>
                  <a:cubicBezTo>
                    <a:pt x="7" y="289"/>
                    <a:pt x="0" y="275"/>
                    <a:pt x="0" y="268"/>
                  </a:cubicBezTo>
                  <a:cubicBezTo>
                    <a:pt x="0" y="247"/>
                    <a:pt x="15" y="240"/>
                    <a:pt x="29" y="240"/>
                  </a:cubicBezTo>
                  <a:cubicBezTo>
                    <a:pt x="36" y="240"/>
                    <a:pt x="36" y="240"/>
                    <a:pt x="43" y="240"/>
                  </a:cubicBezTo>
                  <a:cubicBezTo>
                    <a:pt x="304" y="346"/>
                    <a:pt x="304" y="346"/>
                    <a:pt x="304" y="346"/>
                  </a:cubicBezTo>
                  <a:cubicBezTo>
                    <a:pt x="566" y="240"/>
                    <a:pt x="566" y="240"/>
                    <a:pt x="566" y="240"/>
                  </a:cubicBezTo>
                  <a:lnTo>
                    <a:pt x="573" y="240"/>
                  </a:lnTo>
                  <a:cubicBezTo>
                    <a:pt x="594" y="240"/>
                    <a:pt x="601" y="247"/>
                    <a:pt x="601" y="268"/>
                  </a:cubicBezTo>
                  <a:cubicBezTo>
                    <a:pt x="601" y="275"/>
                    <a:pt x="594" y="289"/>
                    <a:pt x="587" y="289"/>
                  </a:cubicBezTo>
                  <a:close/>
                  <a:moveTo>
                    <a:pt x="587" y="169"/>
                  </a:moveTo>
                  <a:lnTo>
                    <a:pt x="587" y="169"/>
                  </a:lnTo>
                  <a:cubicBezTo>
                    <a:pt x="311" y="282"/>
                    <a:pt x="311" y="282"/>
                    <a:pt x="311" y="282"/>
                  </a:cubicBezTo>
                  <a:lnTo>
                    <a:pt x="304" y="282"/>
                  </a:lnTo>
                  <a:cubicBezTo>
                    <a:pt x="297" y="282"/>
                    <a:pt x="297" y="282"/>
                    <a:pt x="290" y="282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7" y="162"/>
                    <a:pt x="0" y="155"/>
                    <a:pt x="0" y="141"/>
                  </a:cubicBezTo>
                  <a:cubicBezTo>
                    <a:pt x="0" y="134"/>
                    <a:pt x="7" y="120"/>
                    <a:pt x="15" y="120"/>
                  </a:cubicBezTo>
                  <a:cubicBezTo>
                    <a:pt x="290" y="7"/>
                    <a:pt x="290" y="7"/>
                    <a:pt x="290" y="7"/>
                  </a:cubicBezTo>
                  <a:cubicBezTo>
                    <a:pt x="297" y="0"/>
                    <a:pt x="297" y="0"/>
                    <a:pt x="304" y="0"/>
                  </a:cubicBezTo>
                  <a:cubicBezTo>
                    <a:pt x="304" y="0"/>
                    <a:pt x="311" y="0"/>
                    <a:pt x="311" y="7"/>
                  </a:cubicBezTo>
                  <a:cubicBezTo>
                    <a:pt x="587" y="120"/>
                    <a:pt x="587" y="120"/>
                    <a:pt x="587" y="120"/>
                  </a:cubicBezTo>
                  <a:cubicBezTo>
                    <a:pt x="594" y="120"/>
                    <a:pt x="601" y="134"/>
                    <a:pt x="601" y="141"/>
                  </a:cubicBezTo>
                  <a:cubicBezTo>
                    <a:pt x="601" y="155"/>
                    <a:pt x="594" y="162"/>
                    <a:pt x="587" y="169"/>
                  </a:cubicBezTo>
                  <a:close/>
                  <a:moveTo>
                    <a:pt x="29" y="360"/>
                  </a:moveTo>
                  <a:lnTo>
                    <a:pt x="29" y="360"/>
                  </a:lnTo>
                  <a:cubicBezTo>
                    <a:pt x="36" y="360"/>
                    <a:pt x="36" y="360"/>
                    <a:pt x="43" y="360"/>
                  </a:cubicBezTo>
                  <a:cubicBezTo>
                    <a:pt x="304" y="473"/>
                    <a:pt x="304" y="473"/>
                    <a:pt x="304" y="473"/>
                  </a:cubicBezTo>
                  <a:cubicBezTo>
                    <a:pt x="566" y="360"/>
                    <a:pt x="566" y="360"/>
                    <a:pt x="566" y="360"/>
                  </a:cubicBezTo>
                  <a:lnTo>
                    <a:pt x="573" y="360"/>
                  </a:lnTo>
                  <a:cubicBezTo>
                    <a:pt x="594" y="360"/>
                    <a:pt x="601" y="374"/>
                    <a:pt x="601" y="388"/>
                  </a:cubicBezTo>
                  <a:cubicBezTo>
                    <a:pt x="601" y="403"/>
                    <a:pt x="594" y="410"/>
                    <a:pt x="587" y="417"/>
                  </a:cubicBezTo>
                  <a:cubicBezTo>
                    <a:pt x="311" y="530"/>
                    <a:pt x="311" y="530"/>
                    <a:pt x="311" y="530"/>
                  </a:cubicBezTo>
                  <a:lnTo>
                    <a:pt x="304" y="530"/>
                  </a:lnTo>
                  <a:cubicBezTo>
                    <a:pt x="297" y="530"/>
                    <a:pt x="297" y="530"/>
                    <a:pt x="290" y="530"/>
                  </a:cubicBezTo>
                  <a:cubicBezTo>
                    <a:pt x="15" y="417"/>
                    <a:pt x="15" y="417"/>
                    <a:pt x="15" y="417"/>
                  </a:cubicBezTo>
                  <a:cubicBezTo>
                    <a:pt x="7" y="410"/>
                    <a:pt x="0" y="403"/>
                    <a:pt x="0" y="388"/>
                  </a:cubicBezTo>
                  <a:cubicBezTo>
                    <a:pt x="0" y="374"/>
                    <a:pt x="15" y="360"/>
                    <a:pt x="29" y="3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5"/>
            <p:cNvSpPr/>
            <p:nvPr/>
          </p:nvSpPr>
          <p:spPr>
            <a:xfrm>
              <a:off x="1379422" y="3891755"/>
              <a:ext cx="217480" cy="217487"/>
            </a:xfrm>
            <a:custGeom>
              <a:rect b="b" l="l" r="r" t="t"/>
              <a:pathLst>
                <a:path extrusionOk="0" h="602" w="602">
                  <a:moveTo>
                    <a:pt x="297" y="601"/>
                  </a:moveTo>
                  <a:lnTo>
                    <a:pt x="297" y="601"/>
                  </a:lnTo>
                  <a:cubicBezTo>
                    <a:pt x="135" y="601"/>
                    <a:pt x="0" y="467"/>
                    <a:pt x="0" y="304"/>
                  </a:cubicBezTo>
                  <a:cubicBezTo>
                    <a:pt x="0" y="135"/>
                    <a:pt x="135" y="0"/>
                    <a:pt x="297" y="0"/>
                  </a:cubicBezTo>
                  <a:cubicBezTo>
                    <a:pt x="467" y="0"/>
                    <a:pt x="601" y="135"/>
                    <a:pt x="601" y="304"/>
                  </a:cubicBezTo>
                  <a:cubicBezTo>
                    <a:pt x="601" y="467"/>
                    <a:pt x="467" y="601"/>
                    <a:pt x="297" y="601"/>
                  </a:cubicBez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163" y="57"/>
                    <a:pt x="57" y="170"/>
                    <a:pt x="57" y="304"/>
                  </a:cubicBezTo>
                  <a:cubicBezTo>
                    <a:pt x="57" y="439"/>
                    <a:pt x="163" y="544"/>
                    <a:pt x="297" y="544"/>
                  </a:cubicBezTo>
                  <a:cubicBezTo>
                    <a:pt x="431" y="544"/>
                    <a:pt x="544" y="439"/>
                    <a:pt x="544" y="304"/>
                  </a:cubicBezTo>
                  <a:cubicBezTo>
                    <a:pt x="544" y="170"/>
                    <a:pt x="431" y="57"/>
                    <a:pt x="297" y="57"/>
                  </a:cubicBezTo>
                  <a:close/>
                  <a:moveTo>
                    <a:pt x="297" y="481"/>
                  </a:moveTo>
                  <a:lnTo>
                    <a:pt x="297" y="481"/>
                  </a:lnTo>
                  <a:cubicBezTo>
                    <a:pt x="198" y="481"/>
                    <a:pt x="120" y="403"/>
                    <a:pt x="120" y="304"/>
                  </a:cubicBezTo>
                  <a:cubicBezTo>
                    <a:pt x="120" y="205"/>
                    <a:pt x="198" y="120"/>
                    <a:pt x="297" y="120"/>
                  </a:cubicBezTo>
                  <a:cubicBezTo>
                    <a:pt x="396" y="120"/>
                    <a:pt x="481" y="205"/>
                    <a:pt x="481" y="304"/>
                  </a:cubicBezTo>
                  <a:cubicBezTo>
                    <a:pt x="481" y="403"/>
                    <a:pt x="396" y="481"/>
                    <a:pt x="297" y="481"/>
                  </a:cubicBezTo>
                  <a:close/>
                  <a:moveTo>
                    <a:pt x="297" y="177"/>
                  </a:moveTo>
                  <a:lnTo>
                    <a:pt x="297" y="177"/>
                  </a:lnTo>
                  <a:cubicBezTo>
                    <a:pt x="233" y="177"/>
                    <a:pt x="177" y="233"/>
                    <a:pt x="177" y="304"/>
                  </a:cubicBezTo>
                  <a:cubicBezTo>
                    <a:pt x="177" y="368"/>
                    <a:pt x="233" y="424"/>
                    <a:pt x="297" y="424"/>
                  </a:cubicBezTo>
                  <a:cubicBezTo>
                    <a:pt x="368" y="424"/>
                    <a:pt x="424" y="368"/>
                    <a:pt x="424" y="304"/>
                  </a:cubicBezTo>
                  <a:cubicBezTo>
                    <a:pt x="424" y="233"/>
                    <a:pt x="368" y="177"/>
                    <a:pt x="297" y="177"/>
                  </a:cubicBezTo>
                  <a:close/>
                  <a:moveTo>
                    <a:pt x="297" y="361"/>
                  </a:moveTo>
                  <a:lnTo>
                    <a:pt x="297" y="361"/>
                  </a:lnTo>
                  <a:cubicBezTo>
                    <a:pt x="269" y="361"/>
                    <a:pt x="240" y="333"/>
                    <a:pt x="240" y="304"/>
                  </a:cubicBezTo>
                  <a:cubicBezTo>
                    <a:pt x="240" y="269"/>
                    <a:pt x="269" y="248"/>
                    <a:pt x="297" y="248"/>
                  </a:cubicBezTo>
                  <a:cubicBezTo>
                    <a:pt x="332" y="248"/>
                    <a:pt x="354" y="269"/>
                    <a:pt x="354" y="304"/>
                  </a:cubicBezTo>
                  <a:cubicBezTo>
                    <a:pt x="354" y="333"/>
                    <a:pt x="332" y="361"/>
                    <a:pt x="297" y="3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5"/>
            <p:cNvSpPr/>
            <p:nvPr/>
          </p:nvSpPr>
          <p:spPr>
            <a:xfrm>
              <a:off x="998435" y="3891755"/>
              <a:ext cx="219067" cy="217487"/>
            </a:xfrm>
            <a:custGeom>
              <a:rect b="b" l="l" r="r" t="t"/>
              <a:pathLst>
                <a:path extrusionOk="0" h="602" w="609">
                  <a:moveTo>
                    <a:pt x="580" y="333"/>
                  </a:moveTo>
                  <a:lnTo>
                    <a:pt x="580" y="333"/>
                  </a:lnTo>
                  <a:cubicBezTo>
                    <a:pt x="502" y="333"/>
                    <a:pt x="502" y="333"/>
                    <a:pt x="502" y="333"/>
                  </a:cubicBezTo>
                  <a:cubicBezTo>
                    <a:pt x="488" y="333"/>
                    <a:pt x="474" y="318"/>
                    <a:pt x="474" y="304"/>
                  </a:cubicBezTo>
                  <a:cubicBezTo>
                    <a:pt x="474" y="283"/>
                    <a:pt x="488" y="276"/>
                    <a:pt x="502" y="276"/>
                  </a:cubicBezTo>
                  <a:cubicBezTo>
                    <a:pt x="580" y="276"/>
                    <a:pt x="580" y="276"/>
                    <a:pt x="580" y="276"/>
                  </a:cubicBezTo>
                  <a:cubicBezTo>
                    <a:pt x="594" y="276"/>
                    <a:pt x="608" y="283"/>
                    <a:pt x="608" y="304"/>
                  </a:cubicBezTo>
                  <a:cubicBezTo>
                    <a:pt x="608" y="318"/>
                    <a:pt x="594" y="333"/>
                    <a:pt x="580" y="333"/>
                  </a:cubicBezTo>
                  <a:close/>
                  <a:moveTo>
                    <a:pt x="523" y="120"/>
                  </a:moveTo>
                  <a:lnTo>
                    <a:pt x="523" y="120"/>
                  </a:lnTo>
                  <a:cubicBezTo>
                    <a:pt x="467" y="177"/>
                    <a:pt x="467" y="177"/>
                    <a:pt x="467" y="177"/>
                  </a:cubicBezTo>
                  <a:cubicBezTo>
                    <a:pt x="459" y="184"/>
                    <a:pt x="452" y="191"/>
                    <a:pt x="445" y="191"/>
                  </a:cubicBezTo>
                  <a:cubicBezTo>
                    <a:pt x="431" y="191"/>
                    <a:pt x="417" y="177"/>
                    <a:pt x="417" y="163"/>
                  </a:cubicBezTo>
                  <a:cubicBezTo>
                    <a:pt x="417" y="156"/>
                    <a:pt x="417" y="149"/>
                    <a:pt x="424" y="142"/>
                  </a:cubicBezTo>
                  <a:cubicBezTo>
                    <a:pt x="481" y="85"/>
                    <a:pt x="481" y="85"/>
                    <a:pt x="481" y="85"/>
                  </a:cubicBezTo>
                  <a:cubicBezTo>
                    <a:pt x="488" y="78"/>
                    <a:pt x="495" y="78"/>
                    <a:pt x="502" y="78"/>
                  </a:cubicBezTo>
                  <a:cubicBezTo>
                    <a:pt x="516" y="78"/>
                    <a:pt x="530" y="85"/>
                    <a:pt x="530" y="106"/>
                  </a:cubicBezTo>
                  <a:cubicBezTo>
                    <a:pt x="530" y="113"/>
                    <a:pt x="530" y="120"/>
                    <a:pt x="523" y="120"/>
                  </a:cubicBezTo>
                  <a:close/>
                  <a:moveTo>
                    <a:pt x="304" y="601"/>
                  </a:moveTo>
                  <a:lnTo>
                    <a:pt x="304" y="601"/>
                  </a:lnTo>
                  <a:cubicBezTo>
                    <a:pt x="290" y="601"/>
                    <a:pt x="276" y="594"/>
                    <a:pt x="276" y="573"/>
                  </a:cubicBezTo>
                  <a:cubicBezTo>
                    <a:pt x="276" y="502"/>
                    <a:pt x="276" y="502"/>
                    <a:pt x="276" y="502"/>
                  </a:cubicBezTo>
                  <a:cubicBezTo>
                    <a:pt x="276" y="481"/>
                    <a:pt x="290" y="474"/>
                    <a:pt x="304" y="474"/>
                  </a:cubicBezTo>
                  <a:cubicBezTo>
                    <a:pt x="318" y="474"/>
                    <a:pt x="332" y="481"/>
                    <a:pt x="332" y="502"/>
                  </a:cubicBezTo>
                  <a:cubicBezTo>
                    <a:pt x="332" y="573"/>
                    <a:pt x="332" y="573"/>
                    <a:pt x="332" y="573"/>
                  </a:cubicBezTo>
                  <a:cubicBezTo>
                    <a:pt x="332" y="594"/>
                    <a:pt x="318" y="601"/>
                    <a:pt x="304" y="601"/>
                  </a:cubicBezTo>
                  <a:close/>
                  <a:moveTo>
                    <a:pt x="304" y="135"/>
                  </a:moveTo>
                  <a:lnTo>
                    <a:pt x="304" y="135"/>
                  </a:lnTo>
                  <a:cubicBezTo>
                    <a:pt x="290" y="135"/>
                    <a:pt x="276" y="120"/>
                    <a:pt x="276" y="106"/>
                  </a:cubicBezTo>
                  <a:cubicBezTo>
                    <a:pt x="276" y="29"/>
                    <a:pt x="276" y="29"/>
                    <a:pt x="276" y="29"/>
                  </a:cubicBezTo>
                  <a:cubicBezTo>
                    <a:pt x="276" y="15"/>
                    <a:pt x="290" y="0"/>
                    <a:pt x="304" y="0"/>
                  </a:cubicBezTo>
                  <a:cubicBezTo>
                    <a:pt x="318" y="0"/>
                    <a:pt x="332" y="15"/>
                    <a:pt x="332" y="29"/>
                  </a:cubicBezTo>
                  <a:cubicBezTo>
                    <a:pt x="332" y="106"/>
                    <a:pt x="332" y="106"/>
                    <a:pt x="332" y="106"/>
                  </a:cubicBezTo>
                  <a:cubicBezTo>
                    <a:pt x="332" y="120"/>
                    <a:pt x="318" y="135"/>
                    <a:pt x="304" y="135"/>
                  </a:cubicBezTo>
                  <a:close/>
                  <a:moveTo>
                    <a:pt x="184" y="460"/>
                  </a:moveTo>
                  <a:lnTo>
                    <a:pt x="184" y="460"/>
                  </a:lnTo>
                  <a:cubicBezTo>
                    <a:pt x="127" y="516"/>
                    <a:pt x="127" y="516"/>
                    <a:pt x="127" y="516"/>
                  </a:cubicBezTo>
                  <a:cubicBezTo>
                    <a:pt x="120" y="523"/>
                    <a:pt x="113" y="530"/>
                    <a:pt x="106" y="530"/>
                  </a:cubicBezTo>
                  <a:cubicBezTo>
                    <a:pt x="92" y="530"/>
                    <a:pt x="78" y="516"/>
                    <a:pt x="78" y="502"/>
                  </a:cubicBezTo>
                  <a:cubicBezTo>
                    <a:pt x="78" y="495"/>
                    <a:pt x="78" y="488"/>
                    <a:pt x="85" y="481"/>
                  </a:cubicBezTo>
                  <a:cubicBezTo>
                    <a:pt x="141" y="424"/>
                    <a:pt x="141" y="424"/>
                    <a:pt x="141" y="424"/>
                  </a:cubicBezTo>
                  <a:cubicBezTo>
                    <a:pt x="149" y="417"/>
                    <a:pt x="156" y="417"/>
                    <a:pt x="163" y="417"/>
                  </a:cubicBezTo>
                  <a:cubicBezTo>
                    <a:pt x="177" y="417"/>
                    <a:pt x="191" y="424"/>
                    <a:pt x="191" y="446"/>
                  </a:cubicBezTo>
                  <a:cubicBezTo>
                    <a:pt x="191" y="453"/>
                    <a:pt x="191" y="460"/>
                    <a:pt x="184" y="460"/>
                  </a:cubicBezTo>
                  <a:close/>
                  <a:moveTo>
                    <a:pt x="163" y="191"/>
                  </a:moveTo>
                  <a:lnTo>
                    <a:pt x="163" y="191"/>
                  </a:lnTo>
                  <a:cubicBezTo>
                    <a:pt x="156" y="191"/>
                    <a:pt x="149" y="184"/>
                    <a:pt x="141" y="177"/>
                  </a:cubicBezTo>
                  <a:cubicBezTo>
                    <a:pt x="85" y="120"/>
                    <a:pt x="85" y="120"/>
                    <a:pt x="85" y="120"/>
                  </a:cubicBezTo>
                  <a:cubicBezTo>
                    <a:pt x="78" y="120"/>
                    <a:pt x="78" y="113"/>
                    <a:pt x="78" y="106"/>
                  </a:cubicBezTo>
                  <a:cubicBezTo>
                    <a:pt x="78" y="85"/>
                    <a:pt x="92" y="78"/>
                    <a:pt x="106" y="78"/>
                  </a:cubicBezTo>
                  <a:cubicBezTo>
                    <a:pt x="113" y="78"/>
                    <a:pt x="120" y="78"/>
                    <a:pt x="127" y="85"/>
                  </a:cubicBezTo>
                  <a:cubicBezTo>
                    <a:pt x="184" y="142"/>
                    <a:pt x="184" y="142"/>
                    <a:pt x="184" y="142"/>
                  </a:cubicBezTo>
                  <a:cubicBezTo>
                    <a:pt x="191" y="149"/>
                    <a:pt x="191" y="156"/>
                    <a:pt x="191" y="163"/>
                  </a:cubicBezTo>
                  <a:cubicBezTo>
                    <a:pt x="191" y="177"/>
                    <a:pt x="177" y="191"/>
                    <a:pt x="163" y="191"/>
                  </a:cubicBezTo>
                  <a:close/>
                  <a:moveTo>
                    <a:pt x="134" y="304"/>
                  </a:moveTo>
                  <a:lnTo>
                    <a:pt x="134" y="304"/>
                  </a:lnTo>
                  <a:cubicBezTo>
                    <a:pt x="134" y="318"/>
                    <a:pt x="120" y="333"/>
                    <a:pt x="106" y="333"/>
                  </a:cubicBezTo>
                  <a:cubicBezTo>
                    <a:pt x="28" y="333"/>
                    <a:pt x="28" y="333"/>
                    <a:pt x="28" y="333"/>
                  </a:cubicBezTo>
                  <a:cubicBezTo>
                    <a:pt x="14" y="333"/>
                    <a:pt x="0" y="318"/>
                    <a:pt x="0" y="304"/>
                  </a:cubicBezTo>
                  <a:cubicBezTo>
                    <a:pt x="0" y="283"/>
                    <a:pt x="14" y="276"/>
                    <a:pt x="28" y="276"/>
                  </a:cubicBezTo>
                  <a:cubicBezTo>
                    <a:pt x="106" y="276"/>
                    <a:pt x="106" y="276"/>
                    <a:pt x="106" y="276"/>
                  </a:cubicBezTo>
                  <a:cubicBezTo>
                    <a:pt x="120" y="276"/>
                    <a:pt x="134" y="283"/>
                    <a:pt x="134" y="304"/>
                  </a:cubicBezTo>
                  <a:close/>
                  <a:moveTo>
                    <a:pt x="445" y="417"/>
                  </a:moveTo>
                  <a:lnTo>
                    <a:pt x="445" y="417"/>
                  </a:lnTo>
                  <a:cubicBezTo>
                    <a:pt x="452" y="417"/>
                    <a:pt x="459" y="417"/>
                    <a:pt x="467" y="424"/>
                  </a:cubicBezTo>
                  <a:cubicBezTo>
                    <a:pt x="523" y="481"/>
                    <a:pt x="523" y="481"/>
                    <a:pt x="523" y="481"/>
                  </a:cubicBezTo>
                  <a:cubicBezTo>
                    <a:pt x="530" y="488"/>
                    <a:pt x="530" y="495"/>
                    <a:pt x="530" y="502"/>
                  </a:cubicBezTo>
                  <a:cubicBezTo>
                    <a:pt x="530" y="516"/>
                    <a:pt x="516" y="530"/>
                    <a:pt x="502" y="530"/>
                  </a:cubicBezTo>
                  <a:cubicBezTo>
                    <a:pt x="495" y="530"/>
                    <a:pt x="488" y="523"/>
                    <a:pt x="481" y="516"/>
                  </a:cubicBezTo>
                  <a:cubicBezTo>
                    <a:pt x="424" y="460"/>
                    <a:pt x="424" y="460"/>
                    <a:pt x="424" y="460"/>
                  </a:cubicBezTo>
                  <a:cubicBezTo>
                    <a:pt x="417" y="460"/>
                    <a:pt x="417" y="453"/>
                    <a:pt x="417" y="446"/>
                  </a:cubicBezTo>
                  <a:cubicBezTo>
                    <a:pt x="417" y="424"/>
                    <a:pt x="431" y="417"/>
                    <a:pt x="445" y="4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5"/>
            <p:cNvSpPr/>
            <p:nvPr/>
          </p:nvSpPr>
          <p:spPr>
            <a:xfrm>
              <a:off x="619037" y="3891755"/>
              <a:ext cx="217479" cy="217487"/>
            </a:xfrm>
            <a:custGeom>
              <a:rect b="b" l="l" r="r" t="t"/>
              <a:pathLst>
                <a:path extrusionOk="0" h="602" w="602">
                  <a:moveTo>
                    <a:pt x="304" y="601"/>
                  </a:moveTo>
                  <a:lnTo>
                    <a:pt x="304" y="601"/>
                  </a:lnTo>
                  <a:cubicBezTo>
                    <a:pt x="134" y="601"/>
                    <a:pt x="0" y="467"/>
                    <a:pt x="0" y="304"/>
                  </a:cubicBezTo>
                  <a:cubicBezTo>
                    <a:pt x="0" y="135"/>
                    <a:pt x="134" y="0"/>
                    <a:pt x="304" y="0"/>
                  </a:cubicBezTo>
                  <a:cubicBezTo>
                    <a:pt x="467" y="0"/>
                    <a:pt x="601" y="135"/>
                    <a:pt x="601" y="304"/>
                  </a:cubicBezTo>
                  <a:cubicBezTo>
                    <a:pt x="601" y="467"/>
                    <a:pt x="467" y="601"/>
                    <a:pt x="304" y="601"/>
                  </a:cubicBezTo>
                  <a:close/>
                  <a:moveTo>
                    <a:pt x="304" y="57"/>
                  </a:moveTo>
                  <a:lnTo>
                    <a:pt x="304" y="57"/>
                  </a:lnTo>
                  <a:cubicBezTo>
                    <a:pt x="170" y="57"/>
                    <a:pt x="57" y="170"/>
                    <a:pt x="57" y="304"/>
                  </a:cubicBezTo>
                  <a:cubicBezTo>
                    <a:pt x="57" y="439"/>
                    <a:pt x="170" y="544"/>
                    <a:pt x="304" y="544"/>
                  </a:cubicBezTo>
                  <a:cubicBezTo>
                    <a:pt x="438" y="544"/>
                    <a:pt x="544" y="439"/>
                    <a:pt x="544" y="304"/>
                  </a:cubicBezTo>
                  <a:cubicBezTo>
                    <a:pt x="544" y="170"/>
                    <a:pt x="438" y="57"/>
                    <a:pt x="304" y="57"/>
                  </a:cubicBezTo>
                  <a:close/>
                  <a:moveTo>
                    <a:pt x="304" y="431"/>
                  </a:moveTo>
                  <a:lnTo>
                    <a:pt x="304" y="431"/>
                  </a:lnTo>
                  <a:cubicBezTo>
                    <a:pt x="226" y="431"/>
                    <a:pt x="247" y="354"/>
                    <a:pt x="247" y="354"/>
                  </a:cubicBezTo>
                  <a:cubicBezTo>
                    <a:pt x="304" y="149"/>
                    <a:pt x="304" y="149"/>
                    <a:pt x="304" y="149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75" y="431"/>
                    <a:pt x="304" y="431"/>
                    <a:pt x="304" y="4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5"/>
            <p:cNvSpPr/>
            <p:nvPr/>
          </p:nvSpPr>
          <p:spPr>
            <a:xfrm>
              <a:off x="7127552" y="2758280"/>
              <a:ext cx="217479" cy="217487"/>
            </a:xfrm>
            <a:custGeom>
              <a:rect b="b" l="l" r="r" t="t"/>
              <a:pathLst>
                <a:path extrusionOk="0" h="602" w="602">
                  <a:moveTo>
                    <a:pt x="495" y="601"/>
                  </a:moveTo>
                  <a:lnTo>
                    <a:pt x="495" y="601"/>
                  </a:lnTo>
                  <a:cubicBezTo>
                    <a:pt x="495" y="325"/>
                    <a:pt x="276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32" y="0"/>
                    <a:pt x="601" y="269"/>
                    <a:pt x="601" y="601"/>
                  </a:cubicBezTo>
                  <a:lnTo>
                    <a:pt x="495" y="601"/>
                  </a:lnTo>
                  <a:close/>
                  <a:moveTo>
                    <a:pt x="382" y="601"/>
                  </a:moveTo>
                  <a:lnTo>
                    <a:pt x="382" y="601"/>
                  </a:lnTo>
                  <a:cubicBezTo>
                    <a:pt x="283" y="601"/>
                    <a:pt x="283" y="601"/>
                    <a:pt x="283" y="601"/>
                  </a:cubicBezTo>
                  <a:cubicBezTo>
                    <a:pt x="283" y="446"/>
                    <a:pt x="155" y="318"/>
                    <a:pt x="0" y="318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212" y="212"/>
                    <a:pt x="382" y="389"/>
                    <a:pt x="382" y="601"/>
                  </a:cubicBezTo>
                  <a:close/>
                  <a:moveTo>
                    <a:pt x="71" y="453"/>
                  </a:moveTo>
                  <a:lnTo>
                    <a:pt x="71" y="453"/>
                  </a:lnTo>
                  <a:cubicBezTo>
                    <a:pt x="113" y="453"/>
                    <a:pt x="148" y="481"/>
                    <a:pt x="148" y="523"/>
                  </a:cubicBezTo>
                  <a:cubicBezTo>
                    <a:pt x="148" y="566"/>
                    <a:pt x="113" y="601"/>
                    <a:pt x="71" y="601"/>
                  </a:cubicBezTo>
                  <a:cubicBezTo>
                    <a:pt x="28" y="601"/>
                    <a:pt x="0" y="566"/>
                    <a:pt x="0" y="523"/>
                  </a:cubicBezTo>
                  <a:cubicBezTo>
                    <a:pt x="0" y="481"/>
                    <a:pt x="28" y="453"/>
                    <a:pt x="71" y="4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5"/>
            <p:cNvSpPr/>
            <p:nvPr/>
          </p:nvSpPr>
          <p:spPr>
            <a:xfrm>
              <a:off x="6756090" y="2767805"/>
              <a:ext cx="198430" cy="196850"/>
            </a:xfrm>
            <a:custGeom>
              <a:rect b="b" l="l" r="r" t="t"/>
              <a:pathLst>
                <a:path extrusionOk="0" h="546" w="552">
                  <a:moveTo>
                    <a:pt x="523" y="198"/>
                  </a:moveTo>
                  <a:lnTo>
                    <a:pt x="523" y="198"/>
                  </a:lnTo>
                  <a:cubicBezTo>
                    <a:pt x="424" y="198"/>
                    <a:pt x="424" y="198"/>
                    <a:pt x="424" y="198"/>
                  </a:cubicBezTo>
                  <a:cubicBezTo>
                    <a:pt x="389" y="347"/>
                    <a:pt x="389" y="347"/>
                    <a:pt x="389" y="347"/>
                  </a:cubicBezTo>
                  <a:cubicBezTo>
                    <a:pt x="467" y="347"/>
                    <a:pt x="467" y="347"/>
                    <a:pt x="467" y="347"/>
                  </a:cubicBezTo>
                  <a:cubicBezTo>
                    <a:pt x="481" y="347"/>
                    <a:pt x="495" y="361"/>
                    <a:pt x="495" y="375"/>
                  </a:cubicBezTo>
                  <a:cubicBezTo>
                    <a:pt x="495" y="389"/>
                    <a:pt x="481" y="403"/>
                    <a:pt x="467" y="403"/>
                  </a:cubicBezTo>
                  <a:cubicBezTo>
                    <a:pt x="375" y="403"/>
                    <a:pt x="375" y="403"/>
                    <a:pt x="375" y="403"/>
                  </a:cubicBezTo>
                  <a:cubicBezTo>
                    <a:pt x="354" y="523"/>
                    <a:pt x="354" y="523"/>
                    <a:pt x="354" y="523"/>
                  </a:cubicBezTo>
                  <a:cubicBezTo>
                    <a:pt x="347" y="538"/>
                    <a:pt x="339" y="545"/>
                    <a:pt x="325" y="545"/>
                  </a:cubicBezTo>
                  <a:cubicBezTo>
                    <a:pt x="304" y="545"/>
                    <a:pt x="297" y="531"/>
                    <a:pt x="297" y="516"/>
                  </a:cubicBezTo>
                  <a:lnTo>
                    <a:pt x="297" y="509"/>
                  </a:lnTo>
                  <a:cubicBezTo>
                    <a:pt x="318" y="403"/>
                    <a:pt x="318" y="403"/>
                    <a:pt x="318" y="403"/>
                  </a:cubicBezTo>
                  <a:cubicBezTo>
                    <a:pt x="170" y="403"/>
                    <a:pt x="170" y="403"/>
                    <a:pt x="170" y="403"/>
                  </a:cubicBezTo>
                  <a:cubicBezTo>
                    <a:pt x="141" y="523"/>
                    <a:pt x="141" y="523"/>
                    <a:pt x="141" y="523"/>
                  </a:cubicBezTo>
                  <a:cubicBezTo>
                    <a:pt x="141" y="538"/>
                    <a:pt x="127" y="545"/>
                    <a:pt x="113" y="545"/>
                  </a:cubicBezTo>
                  <a:cubicBezTo>
                    <a:pt x="99" y="545"/>
                    <a:pt x="85" y="531"/>
                    <a:pt x="85" y="516"/>
                  </a:cubicBezTo>
                  <a:lnTo>
                    <a:pt x="85" y="509"/>
                  </a:lnTo>
                  <a:cubicBezTo>
                    <a:pt x="113" y="403"/>
                    <a:pt x="113" y="403"/>
                    <a:pt x="113" y="403"/>
                  </a:cubicBezTo>
                  <a:cubicBezTo>
                    <a:pt x="28" y="403"/>
                    <a:pt x="28" y="403"/>
                    <a:pt x="28" y="403"/>
                  </a:cubicBezTo>
                  <a:cubicBezTo>
                    <a:pt x="14" y="403"/>
                    <a:pt x="0" y="389"/>
                    <a:pt x="0" y="375"/>
                  </a:cubicBezTo>
                  <a:cubicBezTo>
                    <a:pt x="0" y="361"/>
                    <a:pt x="14" y="347"/>
                    <a:pt x="28" y="347"/>
                  </a:cubicBezTo>
                  <a:cubicBezTo>
                    <a:pt x="127" y="347"/>
                    <a:pt x="127" y="347"/>
                    <a:pt x="127" y="347"/>
                  </a:cubicBezTo>
                  <a:cubicBezTo>
                    <a:pt x="163" y="198"/>
                    <a:pt x="163" y="198"/>
                    <a:pt x="163" y="198"/>
                  </a:cubicBezTo>
                  <a:cubicBezTo>
                    <a:pt x="85" y="198"/>
                    <a:pt x="85" y="198"/>
                    <a:pt x="85" y="198"/>
                  </a:cubicBezTo>
                  <a:cubicBezTo>
                    <a:pt x="71" y="198"/>
                    <a:pt x="57" y="184"/>
                    <a:pt x="57" y="170"/>
                  </a:cubicBezTo>
                  <a:cubicBezTo>
                    <a:pt x="57" y="149"/>
                    <a:pt x="71" y="142"/>
                    <a:pt x="85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98" y="22"/>
                    <a:pt x="198" y="22"/>
                    <a:pt x="198" y="22"/>
                  </a:cubicBezTo>
                  <a:cubicBezTo>
                    <a:pt x="205" y="7"/>
                    <a:pt x="212" y="0"/>
                    <a:pt x="226" y="0"/>
                  </a:cubicBezTo>
                  <a:cubicBezTo>
                    <a:pt x="248" y="0"/>
                    <a:pt x="255" y="7"/>
                    <a:pt x="255" y="29"/>
                  </a:cubicBezTo>
                  <a:cubicBezTo>
                    <a:pt x="255" y="29"/>
                    <a:pt x="255" y="29"/>
                    <a:pt x="255" y="36"/>
                  </a:cubicBezTo>
                  <a:cubicBezTo>
                    <a:pt x="234" y="142"/>
                    <a:pt x="234" y="142"/>
                    <a:pt x="234" y="142"/>
                  </a:cubicBezTo>
                  <a:cubicBezTo>
                    <a:pt x="382" y="142"/>
                    <a:pt x="382" y="142"/>
                    <a:pt x="382" y="14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7"/>
                    <a:pt x="424" y="0"/>
                    <a:pt x="438" y="0"/>
                  </a:cubicBezTo>
                  <a:cubicBezTo>
                    <a:pt x="452" y="0"/>
                    <a:pt x="467" y="7"/>
                    <a:pt x="467" y="29"/>
                  </a:cubicBezTo>
                  <a:cubicBezTo>
                    <a:pt x="467" y="29"/>
                    <a:pt x="467" y="29"/>
                    <a:pt x="467" y="36"/>
                  </a:cubicBezTo>
                  <a:cubicBezTo>
                    <a:pt x="438" y="142"/>
                    <a:pt x="438" y="142"/>
                    <a:pt x="438" y="142"/>
                  </a:cubicBezTo>
                  <a:cubicBezTo>
                    <a:pt x="523" y="142"/>
                    <a:pt x="523" y="142"/>
                    <a:pt x="523" y="142"/>
                  </a:cubicBezTo>
                  <a:cubicBezTo>
                    <a:pt x="537" y="142"/>
                    <a:pt x="551" y="149"/>
                    <a:pt x="551" y="170"/>
                  </a:cubicBezTo>
                  <a:cubicBezTo>
                    <a:pt x="551" y="184"/>
                    <a:pt x="537" y="198"/>
                    <a:pt x="523" y="198"/>
                  </a:cubicBezTo>
                  <a:close/>
                  <a:moveTo>
                    <a:pt x="219" y="198"/>
                  </a:moveTo>
                  <a:lnTo>
                    <a:pt x="219" y="198"/>
                  </a:lnTo>
                  <a:cubicBezTo>
                    <a:pt x="184" y="347"/>
                    <a:pt x="184" y="347"/>
                    <a:pt x="184" y="347"/>
                  </a:cubicBezTo>
                  <a:cubicBezTo>
                    <a:pt x="332" y="347"/>
                    <a:pt x="332" y="347"/>
                    <a:pt x="332" y="347"/>
                  </a:cubicBezTo>
                  <a:cubicBezTo>
                    <a:pt x="368" y="198"/>
                    <a:pt x="368" y="198"/>
                    <a:pt x="368" y="198"/>
                  </a:cubicBezTo>
                  <a:lnTo>
                    <a:pt x="219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5"/>
            <p:cNvSpPr/>
            <p:nvPr/>
          </p:nvSpPr>
          <p:spPr>
            <a:xfrm>
              <a:off x="6367166" y="2778917"/>
              <a:ext cx="217480" cy="176213"/>
            </a:xfrm>
            <a:custGeom>
              <a:rect b="b" l="l" r="r" t="t"/>
              <a:pathLst>
                <a:path extrusionOk="0" h="488" w="602">
                  <a:moveTo>
                    <a:pt x="572" y="487"/>
                  </a:moveTo>
                  <a:lnTo>
                    <a:pt x="572" y="487"/>
                  </a:lnTo>
                  <a:cubicBezTo>
                    <a:pt x="28" y="487"/>
                    <a:pt x="28" y="487"/>
                    <a:pt x="28" y="487"/>
                  </a:cubicBezTo>
                  <a:cubicBezTo>
                    <a:pt x="14" y="487"/>
                    <a:pt x="0" y="473"/>
                    <a:pt x="0" y="45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7"/>
                    <a:pt x="601" y="28"/>
                  </a:cubicBezTo>
                  <a:cubicBezTo>
                    <a:pt x="601" y="459"/>
                    <a:pt x="601" y="459"/>
                    <a:pt x="601" y="459"/>
                  </a:cubicBezTo>
                  <a:cubicBezTo>
                    <a:pt x="601" y="473"/>
                    <a:pt x="594" y="487"/>
                    <a:pt x="572" y="487"/>
                  </a:cubicBezTo>
                  <a:close/>
                  <a:moveTo>
                    <a:pt x="198" y="56"/>
                  </a:moveTo>
                  <a:lnTo>
                    <a:pt x="198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431"/>
                    <a:pt x="56" y="431"/>
                    <a:pt x="56" y="431"/>
                  </a:cubicBezTo>
                  <a:cubicBezTo>
                    <a:pt x="198" y="431"/>
                    <a:pt x="198" y="431"/>
                    <a:pt x="198" y="431"/>
                  </a:cubicBezTo>
                  <a:lnTo>
                    <a:pt x="198" y="56"/>
                  </a:lnTo>
                  <a:close/>
                  <a:moveTo>
                    <a:pt x="226" y="56"/>
                  </a:moveTo>
                  <a:lnTo>
                    <a:pt x="226" y="56"/>
                  </a:lnTo>
                  <a:cubicBezTo>
                    <a:pt x="226" y="431"/>
                    <a:pt x="226" y="431"/>
                    <a:pt x="226" y="431"/>
                  </a:cubicBezTo>
                  <a:cubicBezTo>
                    <a:pt x="374" y="431"/>
                    <a:pt x="374" y="431"/>
                    <a:pt x="374" y="431"/>
                  </a:cubicBezTo>
                  <a:cubicBezTo>
                    <a:pt x="374" y="56"/>
                    <a:pt x="374" y="56"/>
                    <a:pt x="374" y="56"/>
                  </a:cubicBezTo>
                  <a:lnTo>
                    <a:pt x="226" y="56"/>
                  </a:lnTo>
                  <a:close/>
                  <a:moveTo>
                    <a:pt x="544" y="56"/>
                  </a:moveTo>
                  <a:lnTo>
                    <a:pt x="544" y="56"/>
                  </a:lnTo>
                  <a:cubicBezTo>
                    <a:pt x="403" y="56"/>
                    <a:pt x="403" y="56"/>
                    <a:pt x="403" y="56"/>
                  </a:cubicBezTo>
                  <a:cubicBezTo>
                    <a:pt x="403" y="431"/>
                    <a:pt x="403" y="431"/>
                    <a:pt x="403" y="431"/>
                  </a:cubicBezTo>
                  <a:cubicBezTo>
                    <a:pt x="544" y="431"/>
                    <a:pt x="544" y="431"/>
                    <a:pt x="544" y="431"/>
                  </a:cubicBezTo>
                  <a:lnTo>
                    <a:pt x="54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5"/>
            <p:cNvSpPr/>
            <p:nvPr/>
          </p:nvSpPr>
          <p:spPr>
            <a:xfrm>
              <a:off x="5992530" y="2763042"/>
              <a:ext cx="209542" cy="209550"/>
            </a:xfrm>
            <a:custGeom>
              <a:rect b="b" l="l" r="r" t="t"/>
              <a:pathLst>
                <a:path extrusionOk="0" h="581" w="580">
                  <a:moveTo>
                    <a:pt x="572" y="92"/>
                  </a:moveTo>
                  <a:lnTo>
                    <a:pt x="572" y="92"/>
                  </a:lnTo>
                  <a:cubicBezTo>
                    <a:pt x="509" y="149"/>
                    <a:pt x="509" y="149"/>
                    <a:pt x="509" y="149"/>
                  </a:cubicBezTo>
                  <a:cubicBezTo>
                    <a:pt x="431" y="71"/>
                    <a:pt x="431" y="71"/>
                    <a:pt x="431" y="71"/>
                  </a:cubicBezTo>
                  <a:cubicBezTo>
                    <a:pt x="488" y="7"/>
                    <a:pt x="488" y="7"/>
                    <a:pt x="488" y="7"/>
                  </a:cubicBezTo>
                  <a:cubicBezTo>
                    <a:pt x="502" y="0"/>
                    <a:pt x="516" y="0"/>
                    <a:pt x="530" y="7"/>
                  </a:cubicBezTo>
                  <a:cubicBezTo>
                    <a:pt x="572" y="50"/>
                    <a:pt x="572" y="50"/>
                    <a:pt x="572" y="50"/>
                  </a:cubicBezTo>
                  <a:cubicBezTo>
                    <a:pt x="579" y="64"/>
                    <a:pt x="579" y="78"/>
                    <a:pt x="572" y="92"/>
                  </a:cubicBezTo>
                  <a:close/>
                  <a:moveTo>
                    <a:pt x="148" y="347"/>
                  </a:moveTo>
                  <a:lnTo>
                    <a:pt x="148" y="347"/>
                  </a:lnTo>
                  <a:cubicBezTo>
                    <a:pt x="233" y="424"/>
                    <a:pt x="233" y="424"/>
                    <a:pt x="233" y="424"/>
                  </a:cubicBezTo>
                  <a:cubicBezTo>
                    <a:pt x="127" y="453"/>
                    <a:pt x="127" y="453"/>
                    <a:pt x="127" y="453"/>
                  </a:cubicBezTo>
                  <a:lnTo>
                    <a:pt x="148" y="347"/>
                  </a:lnTo>
                  <a:close/>
                  <a:moveTo>
                    <a:pt x="488" y="170"/>
                  </a:moveTo>
                  <a:lnTo>
                    <a:pt x="488" y="170"/>
                  </a:lnTo>
                  <a:cubicBezTo>
                    <a:pt x="254" y="410"/>
                    <a:pt x="254" y="410"/>
                    <a:pt x="254" y="410"/>
                  </a:cubicBezTo>
                  <a:cubicBezTo>
                    <a:pt x="169" y="325"/>
                    <a:pt x="169" y="325"/>
                    <a:pt x="169" y="325"/>
                  </a:cubicBezTo>
                  <a:cubicBezTo>
                    <a:pt x="410" y="92"/>
                    <a:pt x="410" y="92"/>
                    <a:pt x="410" y="92"/>
                  </a:cubicBezTo>
                  <a:lnTo>
                    <a:pt x="488" y="170"/>
                  </a:lnTo>
                  <a:close/>
                  <a:moveTo>
                    <a:pt x="56" y="85"/>
                  </a:moveTo>
                  <a:lnTo>
                    <a:pt x="56" y="85"/>
                  </a:lnTo>
                  <a:cubicBezTo>
                    <a:pt x="56" y="523"/>
                    <a:pt x="56" y="523"/>
                    <a:pt x="56" y="523"/>
                  </a:cubicBezTo>
                  <a:cubicBezTo>
                    <a:pt x="495" y="523"/>
                    <a:pt x="495" y="523"/>
                    <a:pt x="495" y="523"/>
                  </a:cubicBezTo>
                  <a:cubicBezTo>
                    <a:pt x="495" y="205"/>
                    <a:pt x="495" y="205"/>
                    <a:pt x="495" y="205"/>
                  </a:cubicBezTo>
                  <a:cubicBezTo>
                    <a:pt x="551" y="149"/>
                    <a:pt x="551" y="149"/>
                    <a:pt x="551" y="149"/>
                  </a:cubicBezTo>
                  <a:cubicBezTo>
                    <a:pt x="551" y="552"/>
                    <a:pt x="551" y="552"/>
                    <a:pt x="551" y="552"/>
                  </a:cubicBezTo>
                  <a:cubicBezTo>
                    <a:pt x="551" y="566"/>
                    <a:pt x="537" y="580"/>
                    <a:pt x="523" y="580"/>
                  </a:cubicBezTo>
                  <a:cubicBezTo>
                    <a:pt x="28" y="580"/>
                    <a:pt x="28" y="580"/>
                    <a:pt x="28" y="580"/>
                  </a:cubicBezTo>
                  <a:cubicBezTo>
                    <a:pt x="14" y="580"/>
                    <a:pt x="0" y="566"/>
                    <a:pt x="0" y="55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43"/>
                    <a:pt x="14" y="28"/>
                    <a:pt x="28" y="28"/>
                  </a:cubicBezTo>
                  <a:cubicBezTo>
                    <a:pt x="431" y="28"/>
                    <a:pt x="431" y="28"/>
                    <a:pt x="431" y="28"/>
                  </a:cubicBezTo>
                  <a:cubicBezTo>
                    <a:pt x="375" y="85"/>
                    <a:pt x="375" y="85"/>
                    <a:pt x="375" y="85"/>
                  </a:cubicBezTo>
                  <a:lnTo>
                    <a:pt x="56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5"/>
            <p:cNvSpPr/>
            <p:nvPr/>
          </p:nvSpPr>
          <p:spPr>
            <a:xfrm>
              <a:off x="5605194" y="2763042"/>
              <a:ext cx="219067" cy="204788"/>
            </a:xfrm>
            <a:custGeom>
              <a:rect b="b" l="l" r="r" t="t"/>
              <a:pathLst>
                <a:path extrusionOk="0" h="567" w="608">
                  <a:moveTo>
                    <a:pt x="579" y="566"/>
                  </a:moveTo>
                  <a:lnTo>
                    <a:pt x="579" y="566"/>
                  </a:lnTo>
                  <a:cubicBezTo>
                    <a:pt x="28" y="566"/>
                    <a:pt x="28" y="566"/>
                    <a:pt x="28" y="566"/>
                  </a:cubicBezTo>
                  <a:cubicBezTo>
                    <a:pt x="14" y="566"/>
                    <a:pt x="0" y="559"/>
                    <a:pt x="0" y="537"/>
                  </a:cubicBezTo>
                  <a:cubicBezTo>
                    <a:pt x="0" y="523"/>
                    <a:pt x="14" y="509"/>
                    <a:pt x="28" y="509"/>
                  </a:cubicBezTo>
                  <a:cubicBezTo>
                    <a:pt x="579" y="509"/>
                    <a:pt x="579" y="509"/>
                    <a:pt x="579" y="509"/>
                  </a:cubicBezTo>
                  <a:cubicBezTo>
                    <a:pt x="593" y="509"/>
                    <a:pt x="607" y="523"/>
                    <a:pt x="607" y="537"/>
                  </a:cubicBezTo>
                  <a:cubicBezTo>
                    <a:pt x="607" y="559"/>
                    <a:pt x="593" y="566"/>
                    <a:pt x="579" y="566"/>
                  </a:cubicBezTo>
                  <a:close/>
                  <a:moveTo>
                    <a:pt x="459" y="149"/>
                  </a:moveTo>
                  <a:lnTo>
                    <a:pt x="459" y="149"/>
                  </a:lnTo>
                  <a:cubicBezTo>
                    <a:pt x="381" y="71"/>
                    <a:pt x="381" y="71"/>
                    <a:pt x="381" y="71"/>
                  </a:cubicBezTo>
                  <a:cubicBezTo>
                    <a:pt x="445" y="7"/>
                    <a:pt x="445" y="7"/>
                    <a:pt x="445" y="7"/>
                  </a:cubicBezTo>
                  <a:cubicBezTo>
                    <a:pt x="452" y="0"/>
                    <a:pt x="473" y="0"/>
                    <a:pt x="480" y="7"/>
                  </a:cubicBezTo>
                  <a:cubicBezTo>
                    <a:pt x="523" y="50"/>
                    <a:pt x="523" y="50"/>
                    <a:pt x="523" y="50"/>
                  </a:cubicBezTo>
                  <a:cubicBezTo>
                    <a:pt x="530" y="64"/>
                    <a:pt x="530" y="78"/>
                    <a:pt x="523" y="92"/>
                  </a:cubicBezTo>
                  <a:lnTo>
                    <a:pt x="459" y="149"/>
                  </a:lnTo>
                  <a:close/>
                  <a:moveTo>
                    <a:pt x="205" y="410"/>
                  </a:moveTo>
                  <a:lnTo>
                    <a:pt x="205" y="410"/>
                  </a:lnTo>
                  <a:cubicBezTo>
                    <a:pt x="127" y="325"/>
                    <a:pt x="127" y="325"/>
                    <a:pt x="127" y="325"/>
                  </a:cubicBezTo>
                  <a:cubicBezTo>
                    <a:pt x="360" y="92"/>
                    <a:pt x="360" y="92"/>
                    <a:pt x="360" y="92"/>
                  </a:cubicBezTo>
                  <a:cubicBezTo>
                    <a:pt x="445" y="170"/>
                    <a:pt x="445" y="170"/>
                    <a:pt x="445" y="170"/>
                  </a:cubicBezTo>
                  <a:lnTo>
                    <a:pt x="205" y="410"/>
                  </a:lnTo>
                  <a:close/>
                  <a:moveTo>
                    <a:pt x="77" y="453"/>
                  </a:moveTo>
                  <a:lnTo>
                    <a:pt x="77" y="453"/>
                  </a:lnTo>
                  <a:cubicBezTo>
                    <a:pt x="106" y="347"/>
                    <a:pt x="106" y="347"/>
                    <a:pt x="106" y="347"/>
                  </a:cubicBezTo>
                  <a:cubicBezTo>
                    <a:pt x="183" y="424"/>
                    <a:pt x="183" y="424"/>
                    <a:pt x="183" y="424"/>
                  </a:cubicBezTo>
                  <a:lnTo>
                    <a:pt x="77" y="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5"/>
            <p:cNvSpPr/>
            <p:nvPr/>
          </p:nvSpPr>
          <p:spPr>
            <a:xfrm>
              <a:off x="5254370" y="2783680"/>
              <a:ext cx="163506" cy="163512"/>
            </a:xfrm>
            <a:custGeom>
              <a:rect b="b" l="l" r="r" t="t"/>
              <a:pathLst>
                <a:path extrusionOk="0" h="453" w="454">
                  <a:moveTo>
                    <a:pt x="43" y="325"/>
                  </a:moveTo>
                  <a:lnTo>
                    <a:pt x="43" y="325"/>
                  </a:lnTo>
                  <a:cubicBezTo>
                    <a:pt x="283" y="92"/>
                    <a:pt x="283" y="92"/>
                    <a:pt x="283" y="92"/>
                  </a:cubicBezTo>
                  <a:cubicBezTo>
                    <a:pt x="361" y="169"/>
                    <a:pt x="361" y="169"/>
                    <a:pt x="361" y="169"/>
                  </a:cubicBezTo>
                  <a:cubicBezTo>
                    <a:pt x="127" y="410"/>
                    <a:pt x="127" y="410"/>
                    <a:pt x="127" y="410"/>
                  </a:cubicBezTo>
                  <a:lnTo>
                    <a:pt x="43" y="325"/>
                  </a:lnTo>
                  <a:close/>
                  <a:moveTo>
                    <a:pt x="361" y="7"/>
                  </a:moveTo>
                  <a:lnTo>
                    <a:pt x="361" y="7"/>
                  </a:lnTo>
                  <a:cubicBezTo>
                    <a:pt x="375" y="0"/>
                    <a:pt x="389" y="0"/>
                    <a:pt x="403" y="7"/>
                  </a:cubicBezTo>
                  <a:cubicBezTo>
                    <a:pt x="446" y="49"/>
                    <a:pt x="446" y="49"/>
                    <a:pt x="446" y="49"/>
                  </a:cubicBezTo>
                  <a:cubicBezTo>
                    <a:pt x="453" y="64"/>
                    <a:pt x="453" y="78"/>
                    <a:pt x="446" y="92"/>
                  </a:cubicBezTo>
                  <a:cubicBezTo>
                    <a:pt x="382" y="148"/>
                    <a:pt x="382" y="148"/>
                    <a:pt x="382" y="148"/>
                  </a:cubicBezTo>
                  <a:cubicBezTo>
                    <a:pt x="304" y="71"/>
                    <a:pt x="304" y="71"/>
                    <a:pt x="304" y="71"/>
                  </a:cubicBezTo>
                  <a:lnTo>
                    <a:pt x="361" y="7"/>
                  </a:lnTo>
                  <a:close/>
                  <a:moveTo>
                    <a:pt x="0" y="452"/>
                  </a:moveTo>
                  <a:lnTo>
                    <a:pt x="0" y="452"/>
                  </a:lnTo>
                  <a:cubicBezTo>
                    <a:pt x="22" y="346"/>
                    <a:pt x="22" y="346"/>
                    <a:pt x="22" y="346"/>
                  </a:cubicBezTo>
                  <a:cubicBezTo>
                    <a:pt x="106" y="424"/>
                    <a:pt x="106" y="424"/>
                    <a:pt x="106" y="424"/>
                  </a:cubicBezTo>
                  <a:lnTo>
                    <a:pt x="0" y="4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5"/>
            <p:cNvSpPr/>
            <p:nvPr/>
          </p:nvSpPr>
          <p:spPr>
            <a:xfrm>
              <a:off x="2519205" y="3512342"/>
              <a:ext cx="215892" cy="217488"/>
            </a:xfrm>
            <a:custGeom>
              <a:rect b="b" l="l" r="r" t="t"/>
              <a:pathLst>
                <a:path extrusionOk="0" h="602" w="601">
                  <a:moveTo>
                    <a:pt x="593" y="42"/>
                  </a:moveTo>
                  <a:lnTo>
                    <a:pt x="593" y="42"/>
                  </a:lnTo>
                  <a:cubicBezTo>
                    <a:pt x="501" y="142"/>
                    <a:pt x="501" y="142"/>
                    <a:pt x="501" y="142"/>
                  </a:cubicBezTo>
                  <a:cubicBezTo>
                    <a:pt x="544" y="142"/>
                    <a:pt x="544" y="142"/>
                    <a:pt x="544" y="142"/>
                  </a:cubicBezTo>
                  <a:cubicBezTo>
                    <a:pt x="558" y="142"/>
                    <a:pt x="572" y="149"/>
                    <a:pt x="572" y="170"/>
                  </a:cubicBezTo>
                  <a:cubicBezTo>
                    <a:pt x="572" y="184"/>
                    <a:pt x="558" y="198"/>
                    <a:pt x="544" y="198"/>
                  </a:cubicBezTo>
                  <a:cubicBezTo>
                    <a:pt x="431" y="198"/>
                    <a:pt x="431" y="198"/>
                    <a:pt x="431" y="198"/>
                  </a:cubicBezTo>
                  <a:cubicBezTo>
                    <a:pt x="417" y="198"/>
                    <a:pt x="402" y="184"/>
                    <a:pt x="402" y="170"/>
                  </a:cubicBezTo>
                  <a:cubicBezTo>
                    <a:pt x="402" y="57"/>
                    <a:pt x="402" y="57"/>
                    <a:pt x="402" y="57"/>
                  </a:cubicBezTo>
                  <a:cubicBezTo>
                    <a:pt x="402" y="35"/>
                    <a:pt x="417" y="28"/>
                    <a:pt x="431" y="28"/>
                  </a:cubicBezTo>
                  <a:cubicBezTo>
                    <a:pt x="445" y="28"/>
                    <a:pt x="459" y="35"/>
                    <a:pt x="459" y="57"/>
                  </a:cubicBezTo>
                  <a:cubicBezTo>
                    <a:pt x="459" y="99"/>
                    <a:pt x="459" y="99"/>
                    <a:pt x="459" y="99"/>
                  </a:cubicBezTo>
                  <a:cubicBezTo>
                    <a:pt x="551" y="7"/>
                    <a:pt x="551" y="7"/>
                    <a:pt x="551" y="7"/>
                  </a:cubicBezTo>
                  <a:cubicBezTo>
                    <a:pt x="558" y="0"/>
                    <a:pt x="565" y="0"/>
                    <a:pt x="572" y="0"/>
                  </a:cubicBezTo>
                  <a:cubicBezTo>
                    <a:pt x="586" y="0"/>
                    <a:pt x="600" y="7"/>
                    <a:pt x="600" y="28"/>
                  </a:cubicBezTo>
                  <a:cubicBezTo>
                    <a:pt x="600" y="35"/>
                    <a:pt x="600" y="42"/>
                    <a:pt x="593" y="42"/>
                  </a:cubicBezTo>
                  <a:close/>
                  <a:moveTo>
                    <a:pt x="296" y="382"/>
                  </a:moveTo>
                  <a:lnTo>
                    <a:pt x="296" y="382"/>
                  </a:lnTo>
                  <a:cubicBezTo>
                    <a:pt x="254" y="382"/>
                    <a:pt x="211" y="346"/>
                    <a:pt x="211" y="297"/>
                  </a:cubicBezTo>
                  <a:cubicBezTo>
                    <a:pt x="211" y="255"/>
                    <a:pt x="254" y="212"/>
                    <a:pt x="296" y="212"/>
                  </a:cubicBezTo>
                  <a:cubicBezTo>
                    <a:pt x="346" y="212"/>
                    <a:pt x="381" y="255"/>
                    <a:pt x="381" y="297"/>
                  </a:cubicBezTo>
                  <a:cubicBezTo>
                    <a:pt x="381" y="346"/>
                    <a:pt x="346" y="382"/>
                    <a:pt x="296" y="382"/>
                  </a:cubicBezTo>
                  <a:close/>
                  <a:moveTo>
                    <a:pt x="169" y="573"/>
                  </a:moveTo>
                  <a:lnTo>
                    <a:pt x="169" y="573"/>
                  </a:lnTo>
                  <a:cubicBezTo>
                    <a:pt x="148" y="573"/>
                    <a:pt x="141" y="559"/>
                    <a:pt x="141" y="544"/>
                  </a:cubicBezTo>
                  <a:cubicBezTo>
                    <a:pt x="141" y="502"/>
                    <a:pt x="141" y="502"/>
                    <a:pt x="141" y="502"/>
                  </a:cubicBezTo>
                  <a:cubicBezTo>
                    <a:pt x="42" y="594"/>
                    <a:pt x="42" y="594"/>
                    <a:pt x="42" y="594"/>
                  </a:cubicBezTo>
                  <a:cubicBezTo>
                    <a:pt x="42" y="601"/>
                    <a:pt x="35" y="601"/>
                    <a:pt x="28" y="601"/>
                  </a:cubicBezTo>
                  <a:cubicBezTo>
                    <a:pt x="7" y="601"/>
                    <a:pt x="0" y="587"/>
                    <a:pt x="0" y="573"/>
                  </a:cubicBezTo>
                  <a:cubicBezTo>
                    <a:pt x="0" y="566"/>
                    <a:pt x="0" y="559"/>
                    <a:pt x="7" y="551"/>
                  </a:cubicBezTo>
                  <a:cubicBezTo>
                    <a:pt x="98" y="460"/>
                    <a:pt x="98" y="460"/>
                    <a:pt x="98" y="460"/>
                  </a:cubicBezTo>
                  <a:cubicBezTo>
                    <a:pt x="56" y="460"/>
                    <a:pt x="56" y="460"/>
                    <a:pt x="56" y="460"/>
                  </a:cubicBezTo>
                  <a:cubicBezTo>
                    <a:pt x="35" y="460"/>
                    <a:pt x="28" y="446"/>
                    <a:pt x="28" y="431"/>
                  </a:cubicBezTo>
                  <a:cubicBezTo>
                    <a:pt x="28" y="417"/>
                    <a:pt x="35" y="403"/>
                    <a:pt x="56" y="403"/>
                  </a:cubicBezTo>
                  <a:cubicBezTo>
                    <a:pt x="169" y="403"/>
                    <a:pt x="169" y="403"/>
                    <a:pt x="169" y="403"/>
                  </a:cubicBezTo>
                  <a:cubicBezTo>
                    <a:pt x="183" y="403"/>
                    <a:pt x="197" y="417"/>
                    <a:pt x="197" y="431"/>
                  </a:cubicBezTo>
                  <a:cubicBezTo>
                    <a:pt x="197" y="544"/>
                    <a:pt x="197" y="544"/>
                    <a:pt x="197" y="544"/>
                  </a:cubicBezTo>
                  <a:cubicBezTo>
                    <a:pt x="197" y="559"/>
                    <a:pt x="183" y="573"/>
                    <a:pt x="169" y="5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5"/>
            <p:cNvSpPr/>
            <p:nvPr/>
          </p:nvSpPr>
          <p:spPr>
            <a:xfrm>
              <a:off x="2136632" y="3512342"/>
              <a:ext cx="219067" cy="217488"/>
            </a:xfrm>
            <a:custGeom>
              <a:rect b="b" l="l" r="r" t="t"/>
              <a:pathLst>
                <a:path extrusionOk="0" h="602" w="609">
                  <a:moveTo>
                    <a:pt x="580" y="170"/>
                  </a:moveTo>
                  <a:lnTo>
                    <a:pt x="580" y="170"/>
                  </a:lnTo>
                  <a:cubicBezTo>
                    <a:pt x="559" y="170"/>
                    <a:pt x="552" y="156"/>
                    <a:pt x="552" y="142"/>
                  </a:cubicBezTo>
                  <a:cubicBezTo>
                    <a:pt x="552" y="92"/>
                    <a:pt x="552" y="92"/>
                    <a:pt x="552" y="92"/>
                  </a:cubicBezTo>
                  <a:cubicBezTo>
                    <a:pt x="453" y="184"/>
                    <a:pt x="453" y="184"/>
                    <a:pt x="453" y="184"/>
                  </a:cubicBezTo>
                  <a:cubicBezTo>
                    <a:pt x="453" y="191"/>
                    <a:pt x="446" y="198"/>
                    <a:pt x="439" y="198"/>
                  </a:cubicBezTo>
                  <a:cubicBezTo>
                    <a:pt x="417" y="198"/>
                    <a:pt x="410" y="184"/>
                    <a:pt x="410" y="170"/>
                  </a:cubicBezTo>
                  <a:cubicBezTo>
                    <a:pt x="410" y="163"/>
                    <a:pt x="410" y="156"/>
                    <a:pt x="417" y="149"/>
                  </a:cubicBezTo>
                  <a:cubicBezTo>
                    <a:pt x="509" y="57"/>
                    <a:pt x="509" y="57"/>
                    <a:pt x="509" y="57"/>
                  </a:cubicBezTo>
                  <a:cubicBezTo>
                    <a:pt x="467" y="57"/>
                    <a:pt x="467" y="57"/>
                    <a:pt x="467" y="57"/>
                  </a:cubicBezTo>
                  <a:cubicBezTo>
                    <a:pt x="446" y="57"/>
                    <a:pt x="439" y="42"/>
                    <a:pt x="439" y="28"/>
                  </a:cubicBezTo>
                  <a:cubicBezTo>
                    <a:pt x="439" y="7"/>
                    <a:pt x="446" y="0"/>
                    <a:pt x="467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7"/>
                    <a:pt x="608" y="28"/>
                  </a:cubicBezTo>
                  <a:cubicBezTo>
                    <a:pt x="608" y="142"/>
                    <a:pt x="608" y="142"/>
                    <a:pt x="608" y="142"/>
                  </a:cubicBezTo>
                  <a:cubicBezTo>
                    <a:pt x="608" y="156"/>
                    <a:pt x="594" y="170"/>
                    <a:pt x="580" y="170"/>
                  </a:cubicBezTo>
                  <a:close/>
                  <a:moveTo>
                    <a:pt x="304" y="382"/>
                  </a:moveTo>
                  <a:lnTo>
                    <a:pt x="304" y="382"/>
                  </a:lnTo>
                  <a:cubicBezTo>
                    <a:pt x="255" y="382"/>
                    <a:pt x="219" y="346"/>
                    <a:pt x="219" y="297"/>
                  </a:cubicBezTo>
                  <a:cubicBezTo>
                    <a:pt x="219" y="255"/>
                    <a:pt x="255" y="212"/>
                    <a:pt x="304" y="212"/>
                  </a:cubicBezTo>
                  <a:cubicBezTo>
                    <a:pt x="354" y="212"/>
                    <a:pt x="389" y="255"/>
                    <a:pt x="389" y="297"/>
                  </a:cubicBezTo>
                  <a:cubicBezTo>
                    <a:pt x="389" y="346"/>
                    <a:pt x="354" y="382"/>
                    <a:pt x="304" y="382"/>
                  </a:cubicBezTo>
                  <a:close/>
                  <a:moveTo>
                    <a:pt x="99" y="544"/>
                  </a:moveTo>
                  <a:lnTo>
                    <a:pt x="99" y="544"/>
                  </a:lnTo>
                  <a:cubicBezTo>
                    <a:pt x="142" y="544"/>
                    <a:pt x="142" y="544"/>
                    <a:pt x="142" y="544"/>
                  </a:cubicBezTo>
                  <a:cubicBezTo>
                    <a:pt x="163" y="544"/>
                    <a:pt x="170" y="559"/>
                    <a:pt x="170" y="573"/>
                  </a:cubicBezTo>
                  <a:cubicBezTo>
                    <a:pt x="170" y="587"/>
                    <a:pt x="163" y="601"/>
                    <a:pt x="142" y="601"/>
                  </a:cubicBezTo>
                  <a:cubicBezTo>
                    <a:pt x="29" y="601"/>
                    <a:pt x="29" y="601"/>
                    <a:pt x="29" y="601"/>
                  </a:cubicBezTo>
                  <a:cubicBezTo>
                    <a:pt x="15" y="601"/>
                    <a:pt x="0" y="587"/>
                    <a:pt x="0" y="573"/>
                  </a:cubicBezTo>
                  <a:cubicBezTo>
                    <a:pt x="0" y="460"/>
                    <a:pt x="0" y="460"/>
                    <a:pt x="0" y="460"/>
                  </a:cubicBezTo>
                  <a:cubicBezTo>
                    <a:pt x="0" y="446"/>
                    <a:pt x="15" y="431"/>
                    <a:pt x="29" y="431"/>
                  </a:cubicBezTo>
                  <a:cubicBezTo>
                    <a:pt x="50" y="431"/>
                    <a:pt x="57" y="446"/>
                    <a:pt x="57" y="460"/>
                  </a:cubicBezTo>
                  <a:cubicBezTo>
                    <a:pt x="57" y="502"/>
                    <a:pt x="57" y="502"/>
                    <a:pt x="57" y="502"/>
                  </a:cubicBezTo>
                  <a:cubicBezTo>
                    <a:pt x="156" y="410"/>
                    <a:pt x="156" y="410"/>
                    <a:pt x="156" y="410"/>
                  </a:cubicBezTo>
                  <a:cubicBezTo>
                    <a:pt x="156" y="403"/>
                    <a:pt x="163" y="403"/>
                    <a:pt x="170" y="403"/>
                  </a:cubicBezTo>
                  <a:cubicBezTo>
                    <a:pt x="191" y="403"/>
                    <a:pt x="198" y="417"/>
                    <a:pt x="198" y="431"/>
                  </a:cubicBezTo>
                  <a:cubicBezTo>
                    <a:pt x="198" y="438"/>
                    <a:pt x="198" y="446"/>
                    <a:pt x="191" y="453"/>
                  </a:cubicBezTo>
                  <a:lnTo>
                    <a:pt x="99" y="5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5"/>
            <p:cNvSpPr/>
            <p:nvPr/>
          </p:nvSpPr>
          <p:spPr>
            <a:xfrm>
              <a:off x="1768345" y="3521867"/>
              <a:ext cx="196843" cy="196850"/>
            </a:xfrm>
            <a:custGeom>
              <a:rect b="b" l="l" r="r" t="t"/>
              <a:pathLst>
                <a:path extrusionOk="0" h="546" w="545">
                  <a:moveTo>
                    <a:pt x="537" y="43"/>
                  </a:moveTo>
                  <a:lnTo>
                    <a:pt x="537" y="43"/>
                  </a:lnTo>
                  <a:cubicBezTo>
                    <a:pt x="395" y="184"/>
                    <a:pt x="395" y="184"/>
                    <a:pt x="395" y="184"/>
                  </a:cubicBezTo>
                  <a:cubicBezTo>
                    <a:pt x="445" y="184"/>
                    <a:pt x="445" y="184"/>
                    <a:pt x="445" y="184"/>
                  </a:cubicBezTo>
                  <a:cubicBezTo>
                    <a:pt x="459" y="184"/>
                    <a:pt x="473" y="198"/>
                    <a:pt x="473" y="212"/>
                  </a:cubicBezTo>
                  <a:cubicBezTo>
                    <a:pt x="473" y="234"/>
                    <a:pt x="459" y="241"/>
                    <a:pt x="445" y="241"/>
                  </a:cubicBezTo>
                  <a:cubicBezTo>
                    <a:pt x="332" y="241"/>
                    <a:pt x="332" y="241"/>
                    <a:pt x="332" y="241"/>
                  </a:cubicBezTo>
                  <a:cubicBezTo>
                    <a:pt x="311" y="241"/>
                    <a:pt x="304" y="234"/>
                    <a:pt x="304" y="212"/>
                  </a:cubicBezTo>
                  <a:cubicBezTo>
                    <a:pt x="304" y="99"/>
                    <a:pt x="304" y="99"/>
                    <a:pt x="304" y="99"/>
                  </a:cubicBezTo>
                  <a:cubicBezTo>
                    <a:pt x="304" y="85"/>
                    <a:pt x="311" y="71"/>
                    <a:pt x="332" y="71"/>
                  </a:cubicBezTo>
                  <a:cubicBezTo>
                    <a:pt x="346" y="71"/>
                    <a:pt x="360" y="85"/>
                    <a:pt x="360" y="99"/>
                  </a:cubicBezTo>
                  <a:cubicBezTo>
                    <a:pt x="360" y="149"/>
                    <a:pt x="360" y="149"/>
                    <a:pt x="360" y="149"/>
                  </a:cubicBezTo>
                  <a:cubicBezTo>
                    <a:pt x="501" y="7"/>
                    <a:pt x="501" y="7"/>
                    <a:pt x="501" y="7"/>
                  </a:cubicBezTo>
                  <a:cubicBezTo>
                    <a:pt x="501" y="0"/>
                    <a:pt x="508" y="0"/>
                    <a:pt x="515" y="0"/>
                  </a:cubicBezTo>
                  <a:cubicBezTo>
                    <a:pt x="537" y="0"/>
                    <a:pt x="544" y="7"/>
                    <a:pt x="544" y="29"/>
                  </a:cubicBezTo>
                  <a:cubicBezTo>
                    <a:pt x="544" y="36"/>
                    <a:pt x="544" y="43"/>
                    <a:pt x="537" y="43"/>
                  </a:cubicBezTo>
                  <a:close/>
                  <a:moveTo>
                    <a:pt x="219" y="467"/>
                  </a:moveTo>
                  <a:lnTo>
                    <a:pt x="219" y="467"/>
                  </a:lnTo>
                  <a:cubicBezTo>
                    <a:pt x="197" y="467"/>
                    <a:pt x="190" y="460"/>
                    <a:pt x="190" y="439"/>
                  </a:cubicBezTo>
                  <a:cubicBezTo>
                    <a:pt x="190" y="396"/>
                    <a:pt x="190" y="396"/>
                    <a:pt x="190" y="396"/>
                  </a:cubicBezTo>
                  <a:cubicBezTo>
                    <a:pt x="49" y="538"/>
                    <a:pt x="49" y="538"/>
                    <a:pt x="49" y="538"/>
                  </a:cubicBezTo>
                  <a:cubicBezTo>
                    <a:pt x="42" y="545"/>
                    <a:pt x="35" y="545"/>
                    <a:pt x="28" y="545"/>
                  </a:cubicBezTo>
                  <a:cubicBezTo>
                    <a:pt x="14" y="545"/>
                    <a:pt x="0" y="531"/>
                    <a:pt x="0" y="516"/>
                  </a:cubicBezTo>
                  <a:cubicBezTo>
                    <a:pt x="0" y="509"/>
                    <a:pt x="0" y="502"/>
                    <a:pt x="7" y="495"/>
                  </a:cubicBezTo>
                  <a:cubicBezTo>
                    <a:pt x="148" y="354"/>
                    <a:pt x="148" y="354"/>
                    <a:pt x="148" y="354"/>
                  </a:cubicBezTo>
                  <a:cubicBezTo>
                    <a:pt x="106" y="354"/>
                    <a:pt x="106" y="354"/>
                    <a:pt x="106" y="354"/>
                  </a:cubicBezTo>
                  <a:cubicBezTo>
                    <a:pt x="84" y="354"/>
                    <a:pt x="77" y="347"/>
                    <a:pt x="77" y="325"/>
                  </a:cubicBezTo>
                  <a:cubicBezTo>
                    <a:pt x="77" y="311"/>
                    <a:pt x="84" y="297"/>
                    <a:pt x="106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33" y="297"/>
                    <a:pt x="247" y="311"/>
                    <a:pt x="247" y="325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60"/>
                    <a:pt x="233" y="467"/>
                    <a:pt x="219" y="4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5"/>
            <p:cNvSpPr/>
            <p:nvPr/>
          </p:nvSpPr>
          <p:spPr>
            <a:xfrm>
              <a:off x="1388946" y="3521867"/>
              <a:ext cx="196843" cy="196850"/>
            </a:xfrm>
            <a:custGeom>
              <a:rect b="b" l="l" r="r" t="t"/>
              <a:pathLst>
                <a:path extrusionOk="0" h="546" w="545">
                  <a:moveTo>
                    <a:pt x="544" y="142"/>
                  </a:moveTo>
                  <a:lnTo>
                    <a:pt x="544" y="142"/>
                  </a:lnTo>
                  <a:cubicBezTo>
                    <a:pt x="544" y="156"/>
                    <a:pt x="530" y="170"/>
                    <a:pt x="515" y="170"/>
                  </a:cubicBezTo>
                  <a:cubicBezTo>
                    <a:pt x="501" y="170"/>
                    <a:pt x="487" y="156"/>
                    <a:pt x="487" y="142"/>
                  </a:cubicBezTo>
                  <a:cubicBezTo>
                    <a:pt x="487" y="92"/>
                    <a:pt x="487" y="92"/>
                    <a:pt x="487" y="92"/>
                  </a:cubicBezTo>
                  <a:cubicBezTo>
                    <a:pt x="346" y="234"/>
                    <a:pt x="346" y="234"/>
                    <a:pt x="346" y="234"/>
                  </a:cubicBezTo>
                  <a:cubicBezTo>
                    <a:pt x="339" y="241"/>
                    <a:pt x="332" y="241"/>
                    <a:pt x="325" y="241"/>
                  </a:cubicBezTo>
                  <a:cubicBezTo>
                    <a:pt x="311" y="241"/>
                    <a:pt x="296" y="234"/>
                    <a:pt x="296" y="212"/>
                  </a:cubicBezTo>
                  <a:cubicBezTo>
                    <a:pt x="296" y="205"/>
                    <a:pt x="303" y="198"/>
                    <a:pt x="311" y="198"/>
                  </a:cubicBezTo>
                  <a:cubicBezTo>
                    <a:pt x="445" y="57"/>
                    <a:pt x="445" y="57"/>
                    <a:pt x="445" y="57"/>
                  </a:cubicBezTo>
                  <a:cubicBezTo>
                    <a:pt x="402" y="57"/>
                    <a:pt x="402" y="57"/>
                    <a:pt x="402" y="57"/>
                  </a:cubicBezTo>
                  <a:cubicBezTo>
                    <a:pt x="388" y="57"/>
                    <a:pt x="374" y="43"/>
                    <a:pt x="374" y="29"/>
                  </a:cubicBezTo>
                  <a:cubicBezTo>
                    <a:pt x="374" y="7"/>
                    <a:pt x="388" y="0"/>
                    <a:pt x="402" y="0"/>
                  </a:cubicBezTo>
                  <a:cubicBezTo>
                    <a:pt x="515" y="0"/>
                    <a:pt x="515" y="0"/>
                    <a:pt x="515" y="0"/>
                  </a:cubicBezTo>
                  <a:cubicBezTo>
                    <a:pt x="530" y="0"/>
                    <a:pt x="544" y="7"/>
                    <a:pt x="544" y="29"/>
                  </a:cubicBezTo>
                  <a:lnTo>
                    <a:pt x="544" y="142"/>
                  </a:lnTo>
                  <a:close/>
                  <a:moveTo>
                    <a:pt x="233" y="347"/>
                  </a:moveTo>
                  <a:lnTo>
                    <a:pt x="233" y="347"/>
                  </a:lnTo>
                  <a:cubicBezTo>
                    <a:pt x="91" y="488"/>
                    <a:pt x="91" y="488"/>
                    <a:pt x="91" y="488"/>
                  </a:cubicBezTo>
                  <a:cubicBezTo>
                    <a:pt x="141" y="488"/>
                    <a:pt x="141" y="488"/>
                    <a:pt x="141" y="488"/>
                  </a:cubicBezTo>
                  <a:cubicBezTo>
                    <a:pt x="155" y="488"/>
                    <a:pt x="169" y="502"/>
                    <a:pt x="169" y="516"/>
                  </a:cubicBezTo>
                  <a:cubicBezTo>
                    <a:pt x="169" y="531"/>
                    <a:pt x="155" y="545"/>
                    <a:pt x="141" y="545"/>
                  </a:cubicBezTo>
                  <a:cubicBezTo>
                    <a:pt x="28" y="545"/>
                    <a:pt x="28" y="545"/>
                    <a:pt x="28" y="545"/>
                  </a:cubicBezTo>
                  <a:cubicBezTo>
                    <a:pt x="7" y="545"/>
                    <a:pt x="0" y="531"/>
                    <a:pt x="0" y="51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389"/>
                    <a:pt x="7" y="375"/>
                    <a:pt x="28" y="375"/>
                  </a:cubicBezTo>
                  <a:cubicBezTo>
                    <a:pt x="42" y="375"/>
                    <a:pt x="56" y="389"/>
                    <a:pt x="56" y="403"/>
                  </a:cubicBezTo>
                  <a:cubicBezTo>
                    <a:pt x="56" y="446"/>
                    <a:pt x="56" y="446"/>
                    <a:pt x="56" y="446"/>
                  </a:cubicBezTo>
                  <a:cubicBezTo>
                    <a:pt x="197" y="311"/>
                    <a:pt x="197" y="311"/>
                    <a:pt x="197" y="311"/>
                  </a:cubicBezTo>
                  <a:cubicBezTo>
                    <a:pt x="197" y="304"/>
                    <a:pt x="204" y="297"/>
                    <a:pt x="211" y="297"/>
                  </a:cubicBezTo>
                  <a:cubicBezTo>
                    <a:pt x="233" y="297"/>
                    <a:pt x="240" y="311"/>
                    <a:pt x="240" y="325"/>
                  </a:cubicBezTo>
                  <a:cubicBezTo>
                    <a:pt x="240" y="333"/>
                    <a:pt x="240" y="340"/>
                    <a:pt x="233" y="3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5"/>
            <p:cNvSpPr/>
            <p:nvPr/>
          </p:nvSpPr>
          <p:spPr>
            <a:xfrm>
              <a:off x="998435" y="3512342"/>
              <a:ext cx="219067" cy="217488"/>
            </a:xfrm>
            <a:custGeom>
              <a:rect b="b" l="l" r="r" t="t"/>
              <a:pathLst>
                <a:path extrusionOk="0" h="602" w="609">
                  <a:moveTo>
                    <a:pt x="523" y="361"/>
                  </a:moveTo>
                  <a:lnTo>
                    <a:pt x="523" y="361"/>
                  </a:lnTo>
                  <a:cubicBezTo>
                    <a:pt x="523" y="382"/>
                    <a:pt x="516" y="396"/>
                    <a:pt x="502" y="410"/>
                  </a:cubicBezTo>
                  <a:cubicBezTo>
                    <a:pt x="502" y="417"/>
                    <a:pt x="551" y="474"/>
                    <a:pt x="523" y="502"/>
                  </a:cubicBezTo>
                  <a:cubicBezTo>
                    <a:pt x="509" y="523"/>
                    <a:pt x="509" y="523"/>
                    <a:pt x="509" y="523"/>
                  </a:cubicBezTo>
                  <a:cubicBezTo>
                    <a:pt x="488" y="544"/>
                    <a:pt x="431" y="509"/>
                    <a:pt x="417" y="495"/>
                  </a:cubicBezTo>
                  <a:cubicBezTo>
                    <a:pt x="403" y="509"/>
                    <a:pt x="382" y="516"/>
                    <a:pt x="361" y="523"/>
                  </a:cubicBezTo>
                  <a:cubicBezTo>
                    <a:pt x="368" y="523"/>
                    <a:pt x="368" y="523"/>
                    <a:pt x="368" y="523"/>
                  </a:cubicBezTo>
                  <a:cubicBezTo>
                    <a:pt x="368" y="523"/>
                    <a:pt x="354" y="601"/>
                    <a:pt x="311" y="601"/>
                  </a:cubicBezTo>
                  <a:cubicBezTo>
                    <a:pt x="297" y="601"/>
                    <a:pt x="297" y="601"/>
                    <a:pt x="297" y="601"/>
                  </a:cubicBezTo>
                  <a:cubicBezTo>
                    <a:pt x="262" y="601"/>
                    <a:pt x="247" y="530"/>
                    <a:pt x="240" y="516"/>
                  </a:cubicBezTo>
                  <a:cubicBezTo>
                    <a:pt x="226" y="516"/>
                    <a:pt x="205" y="509"/>
                    <a:pt x="191" y="495"/>
                  </a:cubicBezTo>
                  <a:cubicBezTo>
                    <a:pt x="191" y="502"/>
                    <a:pt x="191" y="502"/>
                    <a:pt x="191" y="502"/>
                  </a:cubicBezTo>
                  <a:cubicBezTo>
                    <a:pt x="191" y="502"/>
                    <a:pt x="127" y="551"/>
                    <a:pt x="99" y="516"/>
                  </a:cubicBezTo>
                  <a:cubicBezTo>
                    <a:pt x="85" y="509"/>
                    <a:pt x="85" y="509"/>
                    <a:pt x="85" y="509"/>
                  </a:cubicBezTo>
                  <a:cubicBezTo>
                    <a:pt x="64" y="481"/>
                    <a:pt x="99" y="424"/>
                    <a:pt x="106" y="410"/>
                  </a:cubicBezTo>
                  <a:cubicBezTo>
                    <a:pt x="99" y="396"/>
                    <a:pt x="92" y="382"/>
                    <a:pt x="85" y="361"/>
                  </a:cubicBezTo>
                  <a:cubicBezTo>
                    <a:pt x="71" y="361"/>
                    <a:pt x="0" y="339"/>
                    <a:pt x="0" y="304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255"/>
                    <a:pt x="71" y="240"/>
                    <a:pt x="85" y="240"/>
                  </a:cubicBezTo>
                  <a:cubicBezTo>
                    <a:pt x="92" y="219"/>
                    <a:pt x="99" y="205"/>
                    <a:pt x="106" y="184"/>
                  </a:cubicBezTo>
                  <a:cubicBezTo>
                    <a:pt x="99" y="177"/>
                    <a:pt x="57" y="113"/>
                    <a:pt x="85" y="92"/>
                  </a:cubicBezTo>
                  <a:cubicBezTo>
                    <a:pt x="99" y="78"/>
                    <a:pt x="99" y="78"/>
                    <a:pt x="99" y="78"/>
                  </a:cubicBezTo>
                  <a:cubicBezTo>
                    <a:pt x="120" y="50"/>
                    <a:pt x="177" y="92"/>
                    <a:pt x="191" y="99"/>
                  </a:cubicBezTo>
                  <a:cubicBezTo>
                    <a:pt x="205" y="92"/>
                    <a:pt x="226" y="85"/>
                    <a:pt x="240" y="78"/>
                  </a:cubicBezTo>
                  <a:cubicBezTo>
                    <a:pt x="247" y="64"/>
                    <a:pt x="269" y="0"/>
                    <a:pt x="297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46" y="0"/>
                    <a:pt x="361" y="57"/>
                    <a:pt x="368" y="78"/>
                  </a:cubicBezTo>
                  <a:cubicBezTo>
                    <a:pt x="382" y="85"/>
                    <a:pt x="403" y="92"/>
                    <a:pt x="417" y="99"/>
                  </a:cubicBezTo>
                  <a:cubicBezTo>
                    <a:pt x="431" y="92"/>
                    <a:pt x="488" y="57"/>
                    <a:pt x="509" y="78"/>
                  </a:cubicBezTo>
                  <a:cubicBezTo>
                    <a:pt x="523" y="92"/>
                    <a:pt x="523" y="92"/>
                    <a:pt x="523" y="92"/>
                  </a:cubicBezTo>
                  <a:cubicBezTo>
                    <a:pt x="551" y="120"/>
                    <a:pt x="516" y="170"/>
                    <a:pt x="502" y="184"/>
                  </a:cubicBezTo>
                  <a:cubicBezTo>
                    <a:pt x="516" y="205"/>
                    <a:pt x="523" y="219"/>
                    <a:pt x="523" y="240"/>
                  </a:cubicBezTo>
                  <a:cubicBezTo>
                    <a:pt x="530" y="240"/>
                    <a:pt x="608" y="248"/>
                    <a:pt x="608" y="290"/>
                  </a:cubicBezTo>
                  <a:cubicBezTo>
                    <a:pt x="608" y="304"/>
                    <a:pt x="608" y="304"/>
                    <a:pt x="608" y="304"/>
                  </a:cubicBezTo>
                  <a:cubicBezTo>
                    <a:pt x="608" y="339"/>
                    <a:pt x="544" y="353"/>
                    <a:pt x="523" y="361"/>
                  </a:cubicBezTo>
                  <a:close/>
                  <a:moveTo>
                    <a:pt x="304" y="127"/>
                  </a:moveTo>
                  <a:lnTo>
                    <a:pt x="304" y="127"/>
                  </a:lnTo>
                  <a:cubicBezTo>
                    <a:pt x="212" y="127"/>
                    <a:pt x="134" y="205"/>
                    <a:pt x="134" y="297"/>
                  </a:cubicBezTo>
                  <a:cubicBezTo>
                    <a:pt x="134" y="396"/>
                    <a:pt x="212" y="467"/>
                    <a:pt x="304" y="467"/>
                  </a:cubicBezTo>
                  <a:cubicBezTo>
                    <a:pt x="396" y="467"/>
                    <a:pt x="474" y="396"/>
                    <a:pt x="474" y="297"/>
                  </a:cubicBezTo>
                  <a:cubicBezTo>
                    <a:pt x="474" y="205"/>
                    <a:pt x="396" y="127"/>
                    <a:pt x="304" y="127"/>
                  </a:cubicBezTo>
                  <a:close/>
                  <a:moveTo>
                    <a:pt x="304" y="410"/>
                  </a:moveTo>
                  <a:lnTo>
                    <a:pt x="304" y="410"/>
                  </a:lnTo>
                  <a:cubicBezTo>
                    <a:pt x="240" y="410"/>
                    <a:pt x="191" y="361"/>
                    <a:pt x="191" y="297"/>
                  </a:cubicBezTo>
                  <a:cubicBezTo>
                    <a:pt x="191" y="233"/>
                    <a:pt x="240" y="184"/>
                    <a:pt x="304" y="184"/>
                  </a:cubicBezTo>
                  <a:cubicBezTo>
                    <a:pt x="368" y="184"/>
                    <a:pt x="417" y="233"/>
                    <a:pt x="417" y="297"/>
                  </a:cubicBezTo>
                  <a:cubicBezTo>
                    <a:pt x="417" y="361"/>
                    <a:pt x="368" y="410"/>
                    <a:pt x="304" y="410"/>
                  </a:cubicBezTo>
                  <a:close/>
                  <a:moveTo>
                    <a:pt x="304" y="240"/>
                  </a:moveTo>
                  <a:lnTo>
                    <a:pt x="304" y="240"/>
                  </a:lnTo>
                  <a:cubicBezTo>
                    <a:pt x="276" y="240"/>
                    <a:pt x="247" y="269"/>
                    <a:pt x="247" y="297"/>
                  </a:cubicBezTo>
                  <a:cubicBezTo>
                    <a:pt x="247" y="332"/>
                    <a:pt x="276" y="353"/>
                    <a:pt x="304" y="353"/>
                  </a:cubicBezTo>
                  <a:cubicBezTo>
                    <a:pt x="332" y="353"/>
                    <a:pt x="361" y="332"/>
                    <a:pt x="361" y="297"/>
                  </a:cubicBezTo>
                  <a:cubicBezTo>
                    <a:pt x="361" y="269"/>
                    <a:pt x="332" y="240"/>
                    <a:pt x="304" y="2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5"/>
            <p:cNvSpPr/>
            <p:nvPr/>
          </p:nvSpPr>
          <p:spPr>
            <a:xfrm>
              <a:off x="619037" y="3532980"/>
              <a:ext cx="217479" cy="177800"/>
            </a:xfrm>
            <a:custGeom>
              <a:rect b="b" l="l" r="r" t="t"/>
              <a:pathLst>
                <a:path extrusionOk="0" h="495" w="602">
                  <a:moveTo>
                    <a:pt x="601" y="466"/>
                  </a:moveTo>
                  <a:lnTo>
                    <a:pt x="601" y="466"/>
                  </a:lnTo>
                  <a:cubicBezTo>
                    <a:pt x="601" y="487"/>
                    <a:pt x="594" y="494"/>
                    <a:pt x="572" y="494"/>
                  </a:cubicBezTo>
                  <a:cubicBezTo>
                    <a:pt x="28" y="494"/>
                    <a:pt x="28" y="494"/>
                    <a:pt x="28" y="494"/>
                  </a:cubicBezTo>
                  <a:cubicBezTo>
                    <a:pt x="14" y="494"/>
                    <a:pt x="0" y="487"/>
                    <a:pt x="0" y="466"/>
                  </a:cubicBezTo>
                  <a:cubicBezTo>
                    <a:pt x="0" y="466"/>
                    <a:pt x="0" y="459"/>
                    <a:pt x="7" y="452"/>
                  </a:cubicBezTo>
                  <a:cubicBezTo>
                    <a:pt x="276" y="7"/>
                    <a:pt x="276" y="7"/>
                    <a:pt x="276" y="7"/>
                  </a:cubicBezTo>
                  <a:cubicBezTo>
                    <a:pt x="283" y="0"/>
                    <a:pt x="290" y="0"/>
                    <a:pt x="304" y="0"/>
                  </a:cubicBezTo>
                  <a:cubicBezTo>
                    <a:pt x="311" y="0"/>
                    <a:pt x="318" y="0"/>
                    <a:pt x="325" y="14"/>
                  </a:cubicBezTo>
                  <a:cubicBezTo>
                    <a:pt x="601" y="452"/>
                    <a:pt x="601" y="452"/>
                    <a:pt x="601" y="452"/>
                  </a:cubicBezTo>
                  <a:cubicBezTo>
                    <a:pt x="601" y="459"/>
                    <a:pt x="601" y="466"/>
                    <a:pt x="601" y="466"/>
                  </a:cubicBezTo>
                  <a:close/>
                  <a:moveTo>
                    <a:pt x="339" y="155"/>
                  </a:moveTo>
                  <a:lnTo>
                    <a:pt x="339" y="155"/>
                  </a:lnTo>
                  <a:cubicBezTo>
                    <a:pt x="339" y="134"/>
                    <a:pt x="325" y="120"/>
                    <a:pt x="304" y="120"/>
                  </a:cubicBezTo>
                  <a:cubicBezTo>
                    <a:pt x="283" y="120"/>
                    <a:pt x="261" y="134"/>
                    <a:pt x="261" y="155"/>
                  </a:cubicBezTo>
                  <a:cubicBezTo>
                    <a:pt x="261" y="296"/>
                    <a:pt x="261" y="296"/>
                    <a:pt x="261" y="296"/>
                  </a:cubicBezTo>
                  <a:cubicBezTo>
                    <a:pt x="261" y="318"/>
                    <a:pt x="283" y="339"/>
                    <a:pt x="304" y="339"/>
                  </a:cubicBezTo>
                  <a:cubicBezTo>
                    <a:pt x="325" y="339"/>
                    <a:pt x="339" y="318"/>
                    <a:pt x="339" y="296"/>
                  </a:cubicBezTo>
                  <a:lnTo>
                    <a:pt x="339" y="155"/>
                  </a:lnTo>
                  <a:close/>
                  <a:moveTo>
                    <a:pt x="304" y="367"/>
                  </a:moveTo>
                  <a:lnTo>
                    <a:pt x="304" y="367"/>
                  </a:lnTo>
                  <a:cubicBezTo>
                    <a:pt x="283" y="367"/>
                    <a:pt x="261" y="381"/>
                    <a:pt x="261" y="403"/>
                  </a:cubicBezTo>
                  <a:cubicBezTo>
                    <a:pt x="261" y="424"/>
                    <a:pt x="283" y="438"/>
                    <a:pt x="304" y="438"/>
                  </a:cubicBezTo>
                  <a:cubicBezTo>
                    <a:pt x="325" y="438"/>
                    <a:pt x="339" y="424"/>
                    <a:pt x="339" y="403"/>
                  </a:cubicBezTo>
                  <a:cubicBezTo>
                    <a:pt x="339" y="381"/>
                    <a:pt x="325" y="367"/>
                    <a:pt x="304" y="3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5"/>
            <p:cNvSpPr/>
            <p:nvPr/>
          </p:nvSpPr>
          <p:spPr>
            <a:xfrm>
              <a:off x="4798773" y="3129755"/>
              <a:ext cx="217480" cy="219075"/>
            </a:xfrm>
            <a:custGeom>
              <a:rect b="b" l="l" r="r" t="t"/>
              <a:pathLst>
                <a:path extrusionOk="0" h="609" w="602">
                  <a:moveTo>
                    <a:pt x="573" y="219"/>
                  </a:moveTo>
                  <a:lnTo>
                    <a:pt x="573" y="219"/>
                  </a:lnTo>
                  <a:cubicBezTo>
                    <a:pt x="544" y="219"/>
                    <a:pt x="544" y="219"/>
                    <a:pt x="544" y="219"/>
                  </a:cubicBezTo>
                  <a:cubicBezTo>
                    <a:pt x="530" y="219"/>
                    <a:pt x="530" y="219"/>
                    <a:pt x="530" y="219"/>
                  </a:cubicBezTo>
                  <a:cubicBezTo>
                    <a:pt x="452" y="219"/>
                    <a:pt x="452" y="219"/>
                    <a:pt x="452" y="219"/>
                  </a:cubicBezTo>
                  <a:cubicBezTo>
                    <a:pt x="431" y="219"/>
                    <a:pt x="424" y="205"/>
                    <a:pt x="424" y="191"/>
                  </a:cubicBezTo>
                  <a:cubicBezTo>
                    <a:pt x="424" y="177"/>
                    <a:pt x="431" y="162"/>
                    <a:pt x="452" y="162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452" y="99"/>
                    <a:pt x="382" y="56"/>
                    <a:pt x="297" y="56"/>
                  </a:cubicBezTo>
                  <a:cubicBezTo>
                    <a:pt x="163" y="56"/>
                    <a:pt x="57" y="169"/>
                    <a:pt x="57" y="304"/>
                  </a:cubicBezTo>
                  <a:cubicBezTo>
                    <a:pt x="57" y="318"/>
                    <a:pt x="42" y="332"/>
                    <a:pt x="28" y="332"/>
                  </a:cubicBezTo>
                  <a:cubicBezTo>
                    <a:pt x="7" y="332"/>
                    <a:pt x="0" y="318"/>
                    <a:pt x="0" y="304"/>
                  </a:cubicBezTo>
                  <a:cubicBezTo>
                    <a:pt x="0" y="134"/>
                    <a:pt x="134" y="0"/>
                    <a:pt x="297" y="0"/>
                  </a:cubicBezTo>
                  <a:cubicBezTo>
                    <a:pt x="403" y="0"/>
                    <a:pt x="488" y="49"/>
                    <a:pt x="544" y="127"/>
                  </a:cubicBezTo>
                  <a:cubicBezTo>
                    <a:pt x="544" y="78"/>
                    <a:pt x="544" y="78"/>
                    <a:pt x="544" y="78"/>
                  </a:cubicBezTo>
                  <a:cubicBezTo>
                    <a:pt x="544" y="64"/>
                    <a:pt x="558" y="49"/>
                    <a:pt x="573" y="49"/>
                  </a:cubicBezTo>
                  <a:cubicBezTo>
                    <a:pt x="587" y="49"/>
                    <a:pt x="601" y="64"/>
                    <a:pt x="601" y="78"/>
                  </a:cubicBezTo>
                  <a:cubicBezTo>
                    <a:pt x="601" y="191"/>
                    <a:pt x="601" y="191"/>
                    <a:pt x="601" y="191"/>
                  </a:cubicBezTo>
                  <a:cubicBezTo>
                    <a:pt x="601" y="205"/>
                    <a:pt x="587" y="219"/>
                    <a:pt x="573" y="219"/>
                  </a:cubicBezTo>
                  <a:close/>
                  <a:moveTo>
                    <a:pt x="28" y="389"/>
                  </a:moveTo>
                  <a:lnTo>
                    <a:pt x="28" y="389"/>
                  </a:lnTo>
                  <a:cubicBezTo>
                    <a:pt x="148" y="389"/>
                    <a:pt x="148" y="389"/>
                    <a:pt x="148" y="389"/>
                  </a:cubicBezTo>
                  <a:cubicBezTo>
                    <a:pt x="163" y="389"/>
                    <a:pt x="177" y="403"/>
                    <a:pt x="177" y="417"/>
                  </a:cubicBezTo>
                  <a:cubicBezTo>
                    <a:pt x="177" y="431"/>
                    <a:pt x="163" y="445"/>
                    <a:pt x="148" y="445"/>
                  </a:cubicBezTo>
                  <a:cubicBezTo>
                    <a:pt x="99" y="445"/>
                    <a:pt x="99" y="445"/>
                    <a:pt x="99" y="445"/>
                  </a:cubicBezTo>
                  <a:cubicBezTo>
                    <a:pt x="141" y="509"/>
                    <a:pt x="219" y="551"/>
                    <a:pt x="297" y="551"/>
                  </a:cubicBezTo>
                  <a:cubicBezTo>
                    <a:pt x="431" y="551"/>
                    <a:pt x="544" y="438"/>
                    <a:pt x="544" y="304"/>
                  </a:cubicBezTo>
                  <a:cubicBezTo>
                    <a:pt x="544" y="290"/>
                    <a:pt x="558" y="276"/>
                    <a:pt x="573" y="276"/>
                  </a:cubicBezTo>
                  <a:cubicBezTo>
                    <a:pt x="587" y="276"/>
                    <a:pt x="601" y="290"/>
                    <a:pt x="601" y="304"/>
                  </a:cubicBezTo>
                  <a:cubicBezTo>
                    <a:pt x="601" y="473"/>
                    <a:pt x="466" y="608"/>
                    <a:pt x="297" y="608"/>
                  </a:cubicBezTo>
                  <a:cubicBezTo>
                    <a:pt x="198" y="608"/>
                    <a:pt x="106" y="558"/>
                    <a:pt x="57" y="480"/>
                  </a:cubicBezTo>
                  <a:cubicBezTo>
                    <a:pt x="57" y="530"/>
                    <a:pt x="57" y="530"/>
                    <a:pt x="57" y="530"/>
                  </a:cubicBezTo>
                  <a:cubicBezTo>
                    <a:pt x="57" y="544"/>
                    <a:pt x="42" y="558"/>
                    <a:pt x="28" y="558"/>
                  </a:cubicBezTo>
                  <a:cubicBezTo>
                    <a:pt x="7" y="558"/>
                    <a:pt x="0" y="544"/>
                    <a:pt x="0" y="530"/>
                  </a:cubicBezTo>
                  <a:cubicBezTo>
                    <a:pt x="0" y="417"/>
                    <a:pt x="0" y="417"/>
                    <a:pt x="0" y="417"/>
                  </a:cubicBezTo>
                  <a:cubicBezTo>
                    <a:pt x="0" y="403"/>
                    <a:pt x="7" y="389"/>
                    <a:pt x="28" y="3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5"/>
            <p:cNvSpPr/>
            <p:nvPr/>
          </p:nvSpPr>
          <p:spPr>
            <a:xfrm>
              <a:off x="4416200" y="3129755"/>
              <a:ext cx="219067" cy="219075"/>
            </a:xfrm>
            <a:custGeom>
              <a:rect b="b" l="l" r="r" t="t"/>
              <a:pathLst>
                <a:path extrusionOk="0" h="609" w="609">
                  <a:moveTo>
                    <a:pt x="579" y="219"/>
                  </a:moveTo>
                  <a:lnTo>
                    <a:pt x="579" y="219"/>
                  </a:lnTo>
                  <a:cubicBezTo>
                    <a:pt x="452" y="219"/>
                    <a:pt x="452" y="219"/>
                    <a:pt x="452" y="219"/>
                  </a:cubicBezTo>
                  <a:cubicBezTo>
                    <a:pt x="438" y="219"/>
                    <a:pt x="424" y="205"/>
                    <a:pt x="424" y="191"/>
                  </a:cubicBezTo>
                  <a:cubicBezTo>
                    <a:pt x="424" y="177"/>
                    <a:pt x="438" y="162"/>
                    <a:pt x="452" y="162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459" y="99"/>
                    <a:pt x="389" y="56"/>
                    <a:pt x="304" y="56"/>
                  </a:cubicBezTo>
                  <a:cubicBezTo>
                    <a:pt x="169" y="56"/>
                    <a:pt x="56" y="169"/>
                    <a:pt x="56" y="304"/>
                  </a:cubicBezTo>
                  <a:cubicBezTo>
                    <a:pt x="56" y="438"/>
                    <a:pt x="169" y="551"/>
                    <a:pt x="304" y="551"/>
                  </a:cubicBezTo>
                  <a:cubicBezTo>
                    <a:pt x="438" y="551"/>
                    <a:pt x="551" y="438"/>
                    <a:pt x="551" y="304"/>
                  </a:cubicBezTo>
                  <a:cubicBezTo>
                    <a:pt x="551" y="290"/>
                    <a:pt x="558" y="276"/>
                    <a:pt x="579" y="276"/>
                  </a:cubicBezTo>
                  <a:cubicBezTo>
                    <a:pt x="594" y="276"/>
                    <a:pt x="608" y="290"/>
                    <a:pt x="608" y="304"/>
                  </a:cubicBezTo>
                  <a:cubicBezTo>
                    <a:pt x="608" y="473"/>
                    <a:pt x="473" y="608"/>
                    <a:pt x="304" y="608"/>
                  </a:cubicBezTo>
                  <a:cubicBezTo>
                    <a:pt x="134" y="608"/>
                    <a:pt x="0" y="473"/>
                    <a:pt x="0" y="304"/>
                  </a:cubicBezTo>
                  <a:cubicBezTo>
                    <a:pt x="0" y="134"/>
                    <a:pt x="134" y="0"/>
                    <a:pt x="304" y="0"/>
                  </a:cubicBezTo>
                  <a:cubicBezTo>
                    <a:pt x="403" y="0"/>
                    <a:pt x="495" y="49"/>
                    <a:pt x="551" y="127"/>
                  </a:cubicBezTo>
                  <a:cubicBezTo>
                    <a:pt x="551" y="78"/>
                    <a:pt x="551" y="78"/>
                    <a:pt x="551" y="78"/>
                  </a:cubicBezTo>
                  <a:cubicBezTo>
                    <a:pt x="551" y="64"/>
                    <a:pt x="558" y="49"/>
                    <a:pt x="579" y="49"/>
                  </a:cubicBezTo>
                  <a:cubicBezTo>
                    <a:pt x="594" y="49"/>
                    <a:pt x="608" y="64"/>
                    <a:pt x="608" y="78"/>
                  </a:cubicBezTo>
                  <a:cubicBezTo>
                    <a:pt x="608" y="191"/>
                    <a:pt x="608" y="191"/>
                    <a:pt x="608" y="191"/>
                  </a:cubicBezTo>
                  <a:cubicBezTo>
                    <a:pt x="608" y="205"/>
                    <a:pt x="594" y="219"/>
                    <a:pt x="579" y="2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5"/>
            <p:cNvSpPr/>
            <p:nvPr/>
          </p:nvSpPr>
          <p:spPr>
            <a:xfrm>
              <a:off x="4038388" y="3150392"/>
              <a:ext cx="217479" cy="152400"/>
            </a:xfrm>
            <a:custGeom>
              <a:rect b="b" l="l" r="r" t="t"/>
              <a:pathLst>
                <a:path extrusionOk="0" h="425" w="602">
                  <a:moveTo>
                    <a:pt x="530" y="184"/>
                  </a:moveTo>
                  <a:lnTo>
                    <a:pt x="530" y="184"/>
                  </a:lnTo>
                  <a:cubicBezTo>
                    <a:pt x="523" y="191"/>
                    <a:pt x="516" y="191"/>
                    <a:pt x="509" y="191"/>
                  </a:cubicBezTo>
                  <a:cubicBezTo>
                    <a:pt x="495" y="191"/>
                    <a:pt x="480" y="177"/>
                    <a:pt x="480" y="163"/>
                  </a:cubicBezTo>
                  <a:cubicBezTo>
                    <a:pt x="480" y="156"/>
                    <a:pt x="480" y="149"/>
                    <a:pt x="487" y="142"/>
                  </a:cubicBezTo>
                  <a:cubicBezTo>
                    <a:pt x="509" y="128"/>
                    <a:pt x="509" y="128"/>
                    <a:pt x="509" y="128"/>
                  </a:cubicBezTo>
                  <a:cubicBezTo>
                    <a:pt x="487" y="128"/>
                    <a:pt x="487" y="128"/>
                    <a:pt x="487" y="128"/>
                  </a:cubicBezTo>
                  <a:cubicBezTo>
                    <a:pt x="459" y="128"/>
                    <a:pt x="459" y="128"/>
                    <a:pt x="459" y="128"/>
                  </a:cubicBezTo>
                  <a:cubicBezTo>
                    <a:pt x="438" y="128"/>
                    <a:pt x="438" y="128"/>
                    <a:pt x="438" y="128"/>
                  </a:cubicBezTo>
                  <a:cubicBezTo>
                    <a:pt x="141" y="417"/>
                    <a:pt x="141" y="417"/>
                    <a:pt x="141" y="417"/>
                  </a:cubicBezTo>
                  <a:cubicBezTo>
                    <a:pt x="134" y="424"/>
                    <a:pt x="127" y="424"/>
                    <a:pt x="120" y="424"/>
                  </a:cubicBezTo>
                  <a:cubicBezTo>
                    <a:pt x="85" y="424"/>
                    <a:pt x="85" y="424"/>
                    <a:pt x="85" y="424"/>
                  </a:cubicBezTo>
                  <a:cubicBezTo>
                    <a:pt x="28" y="424"/>
                    <a:pt x="28" y="424"/>
                    <a:pt x="28" y="424"/>
                  </a:cubicBezTo>
                  <a:cubicBezTo>
                    <a:pt x="14" y="424"/>
                    <a:pt x="0" y="417"/>
                    <a:pt x="0" y="396"/>
                  </a:cubicBezTo>
                  <a:cubicBezTo>
                    <a:pt x="0" y="382"/>
                    <a:pt x="14" y="368"/>
                    <a:pt x="28" y="368"/>
                  </a:cubicBezTo>
                  <a:cubicBezTo>
                    <a:pt x="85" y="368"/>
                    <a:pt x="85" y="368"/>
                    <a:pt x="85" y="368"/>
                  </a:cubicBezTo>
                  <a:cubicBezTo>
                    <a:pt x="113" y="368"/>
                    <a:pt x="113" y="368"/>
                    <a:pt x="113" y="368"/>
                  </a:cubicBezTo>
                  <a:cubicBezTo>
                    <a:pt x="403" y="78"/>
                    <a:pt x="403" y="78"/>
                    <a:pt x="403" y="78"/>
                  </a:cubicBezTo>
                  <a:cubicBezTo>
                    <a:pt x="410" y="71"/>
                    <a:pt x="417" y="71"/>
                    <a:pt x="424" y="71"/>
                  </a:cubicBezTo>
                  <a:cubicBezTo>
                    <a:pt x="473" y="71"/>
                    <a:pt x="473" y="71"/>
                    <a:pt x="473" y="71"/>
                  </a:cubicBezTo>
                  <a:cubicBezTo>
                    <a:pt x="509" y="71"/>
                    <a:pt x="509" y="71"/>
                    <a:pt x="509" y="71"/>
                  </a:cubicBezTo>
                  <a:cubicBezTo>
                    <a:pt x="487" y="50"/>
                    <a:pt x="487" y="50"/>
                    <a:pt x="487" y="50"/>
                  </a:cubicBezTo>
                  <a:cubicBezTo>
                    <a:pt x="480" y="43"/>
                    <a:pt x="480" y="36"/>
                    <a:pt x="480" y="29"/>
                  </a:cubicBezTo>
                  <a:cubicBezTo>
                    <a:pt x="480" y="15"/>
                    <a:pt x="495" y="0"/>
                    <a:pt x="509" y="0"/>
                  </a:cubicBezTo>
                  <a:cubicBezTo>
                    <a:pt x="516" y="0"/>
                    <a:pt x="523" y="8"/>
                    <a:pt x="530" y="15"/>
                  </a:cubicBezTo>
                  <a:cubicBezTo>
                    <a:pt x="594" y="78"/>
                    <a:pt x="594" y="78"/>
                    <a:pt x="594" y="78"/>
                  </a:cubicBezTo>
                  <a:cubicBezTo>
                    <a:pt x="601" y="85"/>
                    <a:pt x="601" y="92"/>
                    <a:pt x="601" y="99"/>
                  </a:cubicBezTo>
                  <a:cubicBezTo>
                    <a:pt x="601" y="106"/>
                    <a:pt x="601" y="113"/>
                    <a:pt x="594" y="121"/>
                  </a:cubicBezTo>
                  <a:lnTo>
                    <a:pt x="530" y="18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5"/>
            <p:cNvSpPr/>
            <p:nvPr/>
          </p:nvSpPr>
          <p:spPr>
            <a:xfrm>
              <a:off x="3658989" y="3175792"/>
              <a:ext cx="215892" cy="152400"/>
            </a:xfrm>
            <a:custGeom>
              <a:rect b="b" l="l" r="r" t="t"/>
              <a:pathLst>
                <a:path extrusionOk="0" h="425" w="601">
                  <a:moveTo>
                    <a:pt x="523" y="240"/>
                  </a:moveTo>
                  <a:lnTo>
                    <a:pt x="523" y="240"/>
                  </a:lnTo>
                  <a:cubicBezTo>
                    <a:pt x="523" y="233"/>
                    <a:pt x="516" y="233"/>
                    <a:pt x="509" y="233"/>
                  </a:cubicBezTo>
                  <a:cubicBezTo>
                    <a:pt x="487" y="233"/>
                    <a:pt x="480" y="248"/>
                    <a:pt x="480" y="262"/>
                  </a:cubicBezTo>
                  <a:cubicBezTo>
                    <a:pt x="480" y="269"/>
                    <a:pt x="480" y="276"/>
                    <a:pt x="487" y="283"/>
                  </a:cubicBezTo>
                  <a:cubicBezTo>
                    <a:pt x="502" y="297"/>
                    <a:pt x="502" y="297"/>
                    <a:pt x="502" y="297"/>
                  </a:cubicBezTo>
                  <a:cubicBezTo>
                    <a:pt x="487" y="297"/>
                    <a:pt x="487" y="297"/>
                    <a:pt x="487" y="297"/>
                  </a:cubicBezTo>
                  <a:cubicBezTo>
                    <a:pt x="459" y="297"/>
                    <a:pt x="459" y="297"/>
                    <a:pt x="459" y="297"/>
                  </a:cubicBezTo>
                  <a:cubicBezTo>
                    <a:pt x="431" y="297"/>
                    <a:pt x="431" y="297"/>
                    <a:pt x="431" y="297"/>
                  </a:cubicBezTo>
                  <a:cubicBezTo>
                    <a:pt x="141" y="7"/>
                    <a:pt x="141" y="7"/>
                    <a:pt x="141" y="7"/>
                  </a:cubicBezTo>
                  <a:cubicBezTo>
                    <a:pt x="134" y="0"/>
                    <a:pt x="127" y="0"/>
                    <a:pt x="120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7" y="0"/>
                    <a:pt x="0" y="7"/>
                    <a:pt x="0" y="28"/>
                  </a:cubicBezTo>
                  <a:cubicBezTo>
                    <a:pt x="0" y="42"/>
                    <a:pt x="7" y="57"/>
                    <a:pt x="28" y="57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106" y="57"/>
                    <a:pt x="106" y="57"/>
                    <a:pt x="106" y="57"/>
                  </a:cubicBezTo>
                  <a:cubicBezTo>
                    <a:pt x="403" y="346"/>
                    <a:pt x="403" y="346"/>
                    <a:pt x="403" y="346"/>
                  </a:cubicBezTo>
                  <a:cubicBezTo>
                    <a:pt x="410" y="353"/>
                    <a:pt x="417" y="353"/>
                    <a:pt x="424" y="353"/>
                  </a:cubicBezTo>
                  <a:cubicBezTo>
                    <a:pt x="466" y="353"/>
                    <a:pt x="466" y="353"/>
                    <a:pt x="466" y="353"/>
                  </a:cubicBezTo>
                  <a:cubicBezTo>
                    <a:pt x="502" y="353"/>
                    <a:pt x="502" y="353"/>
                    <a:pt x="502" y="353"/>
                  </a:cubicBezTo>
                  <a:cubicBezTo>
                    <a:pt x="487" y="375"/>
                    <a:pt x="487" y="375"/>
                    <a:pt x="487" y="375"/>
                  </a:cubicBezTo>
                  <a:cubicBezTo>
                    <a:pt x="480" y="382"/>
                    <a:pt x="480" y="389"/>
                    <a:pt x="480" y="396"/>
                  </a:cubicBezTo>
                  <a:cubicBezTo>
                    <a:pt x="480" y="410"/>
                    <a:pt x="487" y="424"/>
                    <a:pt x="509" y="424"/>
                  </a:cubicBezTo>
                  <a:cubicBezTo>
                    <a:pt x="516" y="424"/>
                    <a:pt x="523" y="417"/>
                    <a:pt x="523" y="410"/>
                  </a:cubicBezTo>
                  <a:cubicBezTo>
                    <a:pt x="593" y="346"/>
                    <a:pt x="593" y="346"/>
                    <a:pt x="593" y="346"/>
                  </a:cubicBezTo>
                  <a:cubicBezTo>
                    <a:pt x="600" y="339"/>
                    <a:pt x="600" y="332"/>
                    <a:pt x="600" y="325"/>
                  </a:cubicBezTo>
                  <a:cubicBezTo>
                    <a:pt x="600" y="318"/>
                    <a:pt x="600" y="311"/>
                    <a:pt x="593" y="311"/>
                  </a:cubicBezTo>
                  <a:lnTo>
                    <a:pt x="523" y="24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5"/>
            <p:cNvSpPr/>
            <p:nvPr/>
          </p:nvSpPr>
          <p:spPr>
            <a:xfrm>
              <a:off x="3276416" y="3150392"/>
              <a:ext cx="219067" cy="177800"/>
            </a:xfrm>
            <a:custGeom>
              <a:rect b="b" l="l" r="r" t="t"/>
              <a:pathLst>
                <a:path extrusionOk="0" h="496" w="608">
                  <a:moveTo>
                    <a:pt x="530" y="184"/>
                  </a:moveTo>
                  <a:lnTo>
                    <a:pt x="530" y="184"/>
                  </a:lnTo>
                  <a:cubicBezTo>
                    <a:pt x="523" y="191"/>
                    <a:pt x="516" y="191"/>
                    <a:pt x="508" y="191"/>
                  </a:cubicBezTo>
                  <a:cubicBezTo>
                    <a:pt x="494" y="191"/>
                    <a:pt x="480" y="177"/>
                    <a:pt x="480" y="163"/>
                  </a:cubicBezTo>
                  <a:cubicBezTo>
                    <a:pt x="480" y="156"/>
                    <a:pt x="487" y="149"/>
                    <a:pt x="494" y="142"/>
                  </a:cubicBezTo>
                  <a:cubicBezTo>
                    <a:pt x="508" y="128"/>
                    <a:pt x="508" y="128"/>
                    <a:pt x="508" y="128"/>
                  </a:cubicBezTo>
                  <a:cubicBezTo>
                    <a:pt x="494" y="128"/>
                    <a:pt x="494" y="128"/>
                    <a:pt x="494" y="128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38" y="128"/>
                    <a:pt x="438" y="128"/>
                    <a:pt x="438" y="128"/>
                  </a:cubicBezTo>
                  <a:cubicBezTo>
                    <a:pt x="141" y="417"/>
                    <a:pt x="141" y="417"/>
                    <a:pt x="141" y="417"/>
                  </a:cubicBezTo>
                  <a:cubicBezTo>
                    <a:pt x="141" y="424"/>
                    <a:pt x="134" y="424"/>
                    <a:pt x="127" y="424"/>
                  </a:cubicBezTo>
                  <a:cubicBezTo>
                    <a:pt x="84" y="424"/>
                    <a:pt x="84" y="424"/>
                    <a:pt x="84" y="424"/>
                  </a:cubicBezTo>
                  <a:cubicBezTo>
                    <a:pt x="28" y="424"/>
                    <a:pt x="28" y="424"/>
                    <a:pt x="28" y="424"/>
                  </a:cubicBezTo>
                  <a:cubicBezTo>
                    <a:pt x="14" y="424"/>
                    <a:pt x="0" y="417"/>
                    <a:pt x="0" y="396"/>
                  </a:cubicBezTo>
                  <a:cubicBezTo>
                    <a:pt x="0" y="382"/>
                    <a:pt x="14" y="368"/>
                    <a:pt x="28" y="368"/>
                  </a:cubicBezTo>
                  <a:cubicBezTo>
                    <a:pt x="84" y="368"/>
                    <a:pt x="84" y="368"/>
                    <a:pt x="84" y="368"/>
                  </a:cubicBezTo>
                  <a:cubicBezTo>
                    <a:pt x="113" y="368"/>
                    <a:pt x="113" y="368"/>
                    <a:pt x="113" y="368"/>
                  </a:cubicBezTo>
                  <a:cubicBezTo>
                    <a:pt x="410" y="78"/>
                    <a:pt x="410" y="78"/>
                    <a:pt x="410" y="78"/>
                  </a:cubicBezTo>
                  <a:cubicBezTo>
                    <a:pt x="410" y="71"/>
                    <a:pt x="417" y="71"/>
                    <a:pt x="424" y="71"/>
                  </a:cubicBezTo>
                  <a:cubicBezTo>
                    <a:pt x="473" y="71"/>
                    <a:pt x="473" y="71"/>
                    <a:pt x="473" y="71"/>
                  </a:cubicBezTo>
                  <a:cubicBezTo>
                    <a:pt x="508" y="71"/>
                    <a:pt x="508" y="71"/>
                    <a:pt x="508" y="71"/>
                  </a:cubicBezTo>
                  <a:cubicBezTo>
                    <a:pt x="494" y="50"/>
                    <a:pt x="494" y="50"/>
                    <a:pt x="494" y="50"/>
                  </a:cubicBezTo>
                  <a:cubicBezTo>
                    <a:pt x="487" y="43"/>
                    <a:pt x="480" y="36"/>
                    <a:pt x="480" y="29"/>
                  </a:cubicBezTo>
                  <a:cubicBezTo>
                    <a:pt x="480" y="15"/>
                    <a:pt x="494" y="0"/>
                    <a:pt x="508" y="0"/>
                  </a:cubicBezTo>
                  <a:cubicBezTo>
                    <a:pt x="516" y="0"/>
                    <a:pt x="523" y="8"/>
                    <a:pt x="530" y="15"/>
                  </a:cubicBezTo>
                  <a:cubicBezTo>
                    <a:pt x="600" y="78"/>
                    <a:pt x="600" y="78"/>
                    <a:pt x="600" y="78"/>
                  </a:cubicBezTo>
                  <a:cubicBezTo>
                    <a:pt x="600" y="85"/>
                    <a:pt x="607" y="92"/>
                    <a:pt x="607" y="99"/>
                  </a:cubicBezTo>
                  <a:cubicBezTo>
                    <a:pt x="607" y="106"/>
                    <a:pt x="600" y="113"/>
                    <a:pt x="600" y="121"/>
                  </a:cubicBezTo>
                  <a:lnTo>
                    <a:pt x="530" y="184"/>
                  </a:lnTo>
                  <a:close/>
                  <a:moveTo>
                    <a:pt x="219" y="227"/>
                  </a:moveTo>
                  <a:lnTo>
                    <a:pt x="219" y="227"/>
                  </a:lnTo>
                  <a:cubicBezTo>
                    <a:pt x="113" y="128"/>
                    <a:pt x="113" y="128"/>
                    <a:pt x="113" y="128"/>
                  </a:cubicBezTo>
                  <a:cubicBezTo>
                    <a:pt x="84" y="128"/>
                    <a:pt x="84" y="128"/>
                    <a:pt x="84" y="128"/>
                  </a:cubicBezTo>
                  <a:cubicBezTo>
                    <a:pt x="28" y="128"/>
                    <a:pt x="28" y="128"/>
                    <a:pt x="28" y="128"/>
                  </a:cubicBezTo>
                  <a:cubicBezTo>
                    <a:pt x="14" y="128"/>
                    <a:pt x="0" y="113"/>
                    <a:pt x="0" y="99"/>
                  </a:cubicBezTo>
                  <a:cubicBezTo>
                    <a:pt x="0" y="78"/>
                    <a:pt x="14" y="71"/>
                    <a:pt x="28" y="71"/>
                  </a:cubicBezTo>
                  <a:cubicBezTo>
                    <a:pt x="77" y="71"/>
                    <a:pt x="77" y="71"/>
                    <a:pt x="77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34" y="71"/>
                    <a:pt x="141" y="71"/>
                    <a:pt x="141" y="78"/>
                  </a:cubicBezTo>
                  <a:cubicBezTo>
                    <a:pt x="254" y="191"/>
                    <a:pt x="254" y="191"/>
                    <a:pt x="254" y="191"/>
                  </a:cubicBezTo>
                  <a:lnTo>
                    <a:pt x="219" y="227"/>
                  </a:lnTo>
                  <a:close/>
                  <a:moveTo>
                    <a:pt x="438" y="368"/>
                  </a:moveTo>
                  <a:lnTo>
                    <a:pt x="438" y="368"/>
                  </a:lnTo>
                  <a:cubicBezTo>
                    <a:pt x="466" y="368"/>
                    <a:pt x="466" y="368"/>
                    <a:pt x="466" y="368"/>
                  </a:cubicBezTo>
                  <a:cubicBezTo>
                    <a:pt x="494" y="368"/>
                    <a:pt x="494" y="368"/>
                    <a:pt x="494" y="368"/>
                  </a:cubicBezTo>
                  <a:cubicBezTo>
                    <a:pt x="508" y="368"/>
                    <a:pt x="508" y="368"/>
                    <a:pt x="508" y="368"/>
                  </a:cubicBezTo>
                  <a:cubicBezTo>
                    <a:pt x="494" y="354"/>
                    <a:pt x="494" y="354"/>
                    <a:pt x="494" y="354"/>
                  </a:cubicBezTo>
                  <a:cubicBezTo>
                    <a:pt x="487" y="347"/>
                    <a:pt x="480" y="340"/>
                    <a:pt x="480" y="333"/>
                  </a:cubicBezTo>
                  <a:cubicBezTo>
                    <a:pt x="480" y="319"/>
                    <a:pt x="494" y="304"/>
                    <a:pt x="508" y="304"/>
                  </a:cubicBezTo>
                  <a:cubicBezTo>
                    <a:pt x="516" y="304"/>
                    <a:pt x="523" y="304"/>
                    <a:pt x="530" y="311"/>
                  </a:cubicBezTo>
                  <a:cubicBezTo>
                    <a:pt x="600" y="375"/>
                    <a:pt x="600" y="375"/>
                    <a:pt x="600" y="375"/>
                  </a:cubicBezTo>
                  <a:cubicBezTo>
                    <a:pt x="600" y="382"/>
                    <a:pt x="607" y="389"/>
                    <a:pt x="607" y="396"/>
                  </a:cubicBezTo>
                  <a:cubicBezTo>
                    <a:pt x="607" y="403"/>
                    <a:pt x="600" y="410"/>
                    <a:pt x="600" y="41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23" y="488"/>
                    <a:pt x="516" y="495"/>
                    <a:pt x="508" y="495"/>
                  </a:cubicBezTo>
                  <a:cubicBezTo>
                    <a:pt x="494" y="495"/>
                    <a:pt x="480" y="481"/>
                    <a:pt x="480" y="467"/>
                  </a:cubicBezTo>
                  <a:cubicBezTo>
                    <a:pt x="480" y="460"/>
                    <a:pt x="487" y="453"/>
                    <a:pt x="494" y="446"/>
                  </a:cubicBezTo>
                  <a:cubicBezTo>
                    <a:pt x="508" y="424"/>
                    <a:pt x="508" y="424"/>
                    <a:pt x="508" y="424"/>
                  </a:cubicBezTo>
                  <a:cubicBezTo>
                    <a:pt x="466" y="424"/>
                    <a:pt x="466" y="424"/>
                    <a:pt x="466" y="424"/>
                  </a:cubicBezTo>
                  <a:cubicBezTo>
                    <a:pt x="424" y="424"/>
                    <a:pt x="424" y="424"/>
                    <a:pt x="424" y="424"/>
                  </a:cubicBezTo>
                  <a:cubicBezTo>
                    <a:pt x="417" y="424"/>
                    <a:pt x="410" y="424"/>
                    <a:pt x="410" y="417"/>
                  </a:cubicBezTo>
                  <a:cubicBezTo>
                    <a:pt x="297" y="304"/>
                    <a:pt x="297" y="304"/>
                    <a:pt x="297" y="304"/>
                  </a:cubicBezTo>
                  <a:cubicBezTo>
                    <a:pt x="332" y="269"/>
                    <a:pt x="332" y="269"/>
                    <a:pt x="332" y="269"/>
                  </a:cubicBezTo>
                  <a:lnTo>
                    <a:pt x="438" y="3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5"/>
            <p:cNvSpPr/>
            <p:nvPr/>
          </p:nvSpPr>
          <p:spPr>
            <a:xfrm>
              <a:off x="2908129" y="3140867"/>
              <a:ext cx="196843" cy="198438"/>
            </a:xfrm>
            <a:custGeom>
              <a:rect b="b" l="l" r="r" t="t"/>
              <a:pathLst>
                <a:path extrusionOk="0" h="553" w="545">
                  <a:moveTo>
                    <a:pt x="537" y="50"/>
                  </a:moveTo>
                  <a:lnTo>
                    <a:pt x="537" y="50"/>
                  </a:lnTo>
                  <a:cubicBezTo>
                    <a:pt x="396" y="191"/>
                    <a:pt x="396" y="191"/>
                    <a:pt x="396" y="191"/>
                  </a:cubicBezTo>
                  <a:cubicBezTo>
                    <a:pt x="445" y="191"/>
                    <a:pt x="445" y="191"/>
                    <a:pt x="445" y="191"/>
                  </a:cubicBezTo>
                  <a:cubicBezTo>
                    <a:pt x="459" y="191"/>
                    <a:pt x="473" y="205"/>
                    <a:pt x="473" y="219"/>
                  </a:cubicBezTo>
                  <a:cubicBezTo>
                    <a:pt x="473" y="234"/>
                    <a:pt x="459" y="248"/>
                    <a:pt x="445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11" y="248"/>
                    <a:pt x="304" y="234"/>
                    <a:pt x="304" y="219"/>
                  </a:cubicBezTo>
                  <a:cubicBezTo>
                    <a:pt x="304" y="106"/>
                    <a:pt x="304" y="106"/>
                    <a:pt x="304" y="106"/>
                  </a:cubicBezTo>
                  <a:cubicBezTo>
                    <a:pt x="304" y="92"/>
                    <a:pt x="311" y="78"/>
                    <a:pt x="332" y="78"/>
                  </a:cubicBezTo>
                  <a:cubicBezTo>
                    <a:pt x="346" y="78"/>
                    <a:pt x="360" y="92"/>
                    <a:pt x="360" y="106"/>
                  </a:cubicBezTo>
                  <a:cubicBezTo>
                    <a:pt x="360" y="149"/>
                    <a:pt x="360" y="149"/>
                    <a:pt x="360" y="149"/>
                  </a:cubicBezTo>
                  <a:cubicBezTo>
                    <a:pt x="502" y="7"/>
                    <a:pt x="502" y="7"/>
                    <a:pt x="502" y="7"/>
                  </a:cubicBezTo>
                  <a:cubicBezTo>
                    <a:pt x="502" y="7"/>
                    <a:pt x="509" y="0"/>
                    <a:pt x="516" y="0"/>
                  </a:cubicBezTo>
                  <a:cubicBezTo>
                    <a:pt x="537" y="0"/>
                    <a:pt x="544" y="14"/>
                    <a:pt x="544" y="28"/>
                  </a:cubicBezTo>
                  <a:cubicBezTo>
                    <a:pt x="544" y="36"/>
                    <a:pt x="544" y="43"/>
                    <a:pt x="537" y="50"/>
                  </a:cubicBezTo>
                  <a:close/>
                  <a:moveTo>
                    <a:pt x="332" y="304"/>
                  </a:moveTo>
                  <a:lnTo>
                    <a:pt x="332" y="304"/>
                  </a:lnTo>
                  <a:cubicBezTo>
                    <a:pt x="445" y="304"/>
                    <a:pt x="445" y="304"/>
                    <a:pt x="445" y="304"/>
                  </a:cubicBezTo>
                  <a:cubicBezTo>
                    <a:pt x="459" y="304"/>
                    <a:pt x="473" y="318"/>
                    <a:pt x="473" y="332"/>
                  </a:cubicBezTo>
                  <a:cubicBezTo>
                    <a:pt x="473" y="347"/>
                    <a:pt x="459" y="361"/>
                    <a:pt x="445" y="361"/>
                  </a:cubicBezTo>
                  <a:cubicBezTo>
                    <a:pt x="396" y="361"/>
                    <a:pt x="396" y="361"/>
                    <a:pt x="396" y="361"/>
                  </a:cubicBezTo>
                  <a:cubicBezTo>
                    <a:pt x="537" y="502"/>
                    <a:pt x="537" y="502"/>
                    <a:pt x="537" y="502"/>
                  </a:cubicBezTo>
                  <a:cubicBezTo>
                    <a:pt x="544" y="509"/>
                    <a:pt x="544" y="516"/>
                    <a:pt x="544" y="523"/>
                  </a:cubicBezTo>
                  <a:cubicBezTo>
                    <a:pt x="544" y="537"/>
                    <a:pt x="537" y="552"/>
                    <a:pt x="516" y="552"/>
                  </a:cubicBezTo>
                  <a:cubicBezTo>
                    <a:pt x="509" y="552"/>
                    <a:pt x="502" y="545"/>
                    <a:pt x="502" y="545"/>
                  </a:cubicBezTo>
                  <a:cubicBezTo>
                    <a:pt x="360" y="403"/>
                    <a:pt x="360" y="403"/>
                    <a:pt x="360" y="403"/>
                  </a:cubicBezTo>
                  <a:cubicBezTo>
                    <a:pt x="360" y="445"/>
                    <a:pt x="360" y="445"/>
                    <a:pt x="360" y="445"/>
                  </a:cubicBezTo>
                  <a:cubicBezTo>
                    <a:pt x="360" y="460"/>
                    <a:pt x="346" y="474"/>
                    <a:pt x="332" y="474"/>
                  </a:cubicBezTo>
                  <a:cubicBezTo>
                    <a:pt x="311" y="474"/>
                    <a:pt x="304" y="460"/>
                    <a:pt x="304" y="445"/>
                  </a:cubicBezTo>
                  <a:cubicBezTo>
                    <a:pt x="304" y="332"/>
                    <a:pt x="304" y="332"/>
                    <a:pt x="304" y="332"/>
                  </a:cubicBezTo>
                  <a:cubicBezTo>
                    <a:pt x="304" y="318"/>
                    <a:pt x="311" y="304"/>
                    <a:pt x="332" y="304"/>
                  </a:cubicBezTo>
                  <a:close/>
                  <a:moveTo>
                    <a:pt x="219" y="474"/>
                  </a:moveTo>
                  <a:lnTo>
                    <a:pt x="219" y="474"/>
                  </a:lnTo>
                  <a:cubicBezTo>
                    <a:pt x="198" y="474"/>
                    <a:pt x="191" y="460"/>
                    <a:pt x="191" y="445"/>
                  </a:cubicBezTo>
                  <a:cubicBezTo>
                    <a:pt x="191" y="403"/>
                    <a:pt x="191" y="403"/>
                    <a:pt x="191" y="403"/>
                  </a:cubicBezTo>
                  <a:cubicBezTo>
                    <a:pt x="49" y="545"/>
                    <a:pt x="49" y="545"/>
                    <a:pt x="49" y="545"/>
                  </a:cubicBezTo>
                  <a:cubicBezTo>
                    <a:pt x="42" y="545"/>
                    <a:pt x="35" y="552"/>
                    <a:pt x="28" y="552"/>
                  </a:cubicBezTo>
                  <a:cubicBezTo>
                    <a:pt x="14" y="552"/>
                    <a:pt x="0" y="537"/>
                    <a:pt x="0" y="523"/>
                  </a:cubicBezTo>
                  <a:cubicBezTo>
                    <a:pt x="0" y="516"/>
                    <a:pt x="0" y="509"/>
                    <a:pt x="7" y="502"/>
                  </a:cubicBezTo>
                  <a:cubicBezTo>
                    <a:pt x="148" y="361"/>
                    <a:pt x="148" y="361"/>
                    <a:pt x="148" y="361"/>
                  </a:cubicBezTo>
                  <a:cubicBezTo>
                    <a:pt x="106" y="361"/>
                    <a:pt x="106" y="361"/>
                    <a:pt x="106" y="361"/>
                  </a:cubicBezTo>
                  <a:cubicBezTo>
                    <a:pt x="85" y="361"/>
                    <a:pt x="78" y="347"/>
                    <a:pt x="78" y="332"/>
                  </a:cubicBezTo>
                  <a:cubicBezTo>
                    <a:pt x="78" y="318"/>
                    <a:pt x="85" y="304"/>
                    <a:pt x="106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33" y="304"/>
                    <a:pt x="247" y="318"/>
                    <a:pt x="247" y="332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60"/>
                    <a:pt x="233" y="474"/>
                    <a:pt x="219" y="474"/>
                  </a:cubicBezTo>
                  <a:close/>
                  <a:moveTo>
                    <a:pt x="219" y="248"/>
                  </a:moveTo>
                  <a:lnTo>
                    <a:pt x="219" y="248"/>
                  </a:lnTo>
                  <a:cubicBezTo>
                    <a:pt x="106" y="248"/>
                    <a:pt x="106" y="248"/>
                    <a:pt x="106" y="248"/>
                  </a:cubicBezTo>
                  <a:cubicBezTo>
                    <a:pt x="85" y="248"/>
                    <a:pt x="78" y="234"/>
                    <a:pt x="78" y="219"/>
                  </a:cubicBezTo>
                  <a:cubicBezTo>
                    <a:pt x="78" y="205"/>
                    <a:pt x="85" y="191"/>
                    <a:pt x="106" y="191"/>
                  </a:cubicBezTo>
                  <a:cubicBezTo>
                    <a:pt x="148" y="191"/>
                    <a:pt x="148" y="191"/>
                    <a:pt x="148" y="19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0" y="43"/>
                    <a:pt x="0" y="36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35" y="0"/>
                    <a:pt x="42" y="7"/>
                    <a:pt x="49" y="7"/>
                  </a:cubicBezTo>
                  <a:cubicBezTo>
                    <a:pt x="191" y="149"/>
                    <a:pt x="191" y="149"/>
                    <a:pt x="191" y="149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92"/>
                    <a:pt x="198" y="78"/>
                    <a:pt x="219" y="78"/>
                  </a:cubicBezTo>
                  <a:cubicBezTo>
                    <a:pt x="233" y="78"/>
                    <a:pt x="247" y="92"/>
                    <a:pt x="247" y="106"/>
                  </a:cubicBezTo>
                  <a:cubicBezTo>
                    <a:pt x="247" y="219"/>
                    <a:pt x="247" y="219"/>
                    <a:pt x="247" y="219"/>
                  </a:cubicBezTo>
                  <a:cubicBezTo>
                    <a:pt x="247" y="234"/>
                    <a:pt x="233" y="248"/>
                    <a:pt x="219" y="2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5"/>
            <p:cNvSpPr/>
            <p:nvPr/>
          </p:nvSpPr>
          <p:spPr>
            <a:xfrm>
              <a:off x="2528730" y="3140867"/>
              <a:ext cx="196843" cy="198438"/>
            </a:xfrm>
            <a:custGeom>
              <a:rect b="b" l="l" r="r" t="t"/>
              <a:pathLst>
                <a:path extrusionOk="0" h="553" w="545">
                  <a:moveTo>
                    <a:pt x="516" y="552"/>
                  </a:moveTo>
                  <a:lnTo>
                    <a:pt x="516" y="552"/>
                  </a:lnTo>
                  <a:cubicBezTo>
                    <a:pt x="403" y="552"/>
                    <a:pt x="403" y="552"/>
                    <a:pt x="403" y="552"/>
                  </a:cubicBezTo>
                  <a:cubicBezTo>
                    <a:pt x="389" y="552"/>
                    <a:pt x="374" y="537"/>
                    <a:pt x="374" y="523"/>
                  </a:cubicBezTo>
                  <a:cubicBezTo>
                    <a:pt x="374" y="502"/>
                    <a:pt x="389" y="495"/>
                    <a:pt x="403" y="495"/>
                  </a:cubicBezTo>
                  <a:cubicBezTo>
                    <a:pt x="445" y="495"/>
                    <a:pt x="445" y="495"/>
                    <a:pt x="445" y="495"/>
                  </a:cubicBezTo>
                  <a:cubicBezTo>
                    <a:pt x="304" y="354"/>
                    <a:pt x="304" y="354"/>
                    <a:pt x="304" y="354"/>
                  </a:cubicBezTo>
                  <a:cubicBezTo>
                    <a:pt x="304" y="347"/>
                    <a:pt x="297" y="339"/>
                    <a:pt x="297" y="332"/>
                  </a:cubicBezTo>
                  <a:cubicBezTo>
                    <a:pt x="297" y="318"/>
                    <a:pt x="311" y="304"/>
                    <a:pt x="325" y="304"/>
                  </a:cubicBezTo>
                  <a:cubicBezTo>
                    <a:pt x="332" y="304"/>
                    <a:pt x="339" y="304"/>
                    <a:pt x="346" y="311"/>
                  </a:cubicBezTo>
                  <a:cubicBezTo>
                    <a:pt x="487" y="452"/>
                    <a:pt x="487" y="452"/>
                    <a:pt x="487" y="452"/>
                  </a:cubicBezTo>
                  <a:cubicBezTo>
                    <a:pt x="487" y="410"/>
                    <a:pt x="487" y="410"/>
                    <a:pt x="487" y="410"/>
                  </a:cubicBezTo>
                  <a:cubicBezTo>
                    <a:pt x="487" y="389"/>
                    <a:pt x="502" y="382"/>
                    <a:pt x="516" y="382"/>
                  </a:cubicBezTo>
                  <a:cubicBezTo>
                    <a:pt x="530" y="382"/>
                    <a:pt x="544" y="389"/>
                    <a:pt x="544" y="410"/>
                  </a:cubicBezTo>
                  <a:cubicBezTo>
                    <a:pt x="544" y="523"/>
                    <a:pt x="544" y="523"/>
                    <a:pt x="544" y="523"/>
                  </a:cubicBezTo>
                  <a:cubicBezTo>
                    <a:pt x="544" y="537"/>
                    <a:pt x="530" y="552"/>
                    <a:pt x="516" y="552"/>
                  </a:cubicBezTo>
                  <a:close/>
                  <a:moveTo>
                    <a:pt x="516" y="170"/>
                  </a:moveTo>
                  <a:lnTo>
                    <a:pt x="516" y="170"/>
                  </a:lnTo>
                  <a:cubicBezTo>
                    <a:pt x="502" y="170"/>
                    <a:pt x="487" y="163"/>
                    <a:pt x="487" y="141"/>
                  </a:cubicBezTo>
                  <a:cubicBezTo>
                    <a:pt x="487" y="99"/>
                    <a:pt x="487" y="99"/>
                    <a:pt x="487" y="99"/>
                  </a:cubicBezTo>
                  <a:cubicBezTo>
                    <a:pt x="346" y="241"/>
                    <a:pt x="346" y="241"/>
                    <a:pt x="346" y="241"/>
                  </a:cubicBezTo>
                  <a:cubicBezTo>
                    <a:pt x="339" y="248"/>
                    <a:pt x="332" y="248"/>
                    <a:pt x="325" y="248"/>
                  </a:cubicBezTo>
                  <a:cubicBezTo>
                    <a:pt x="311" y="248"/>
                    <a:pt x="297" y="234"/>
                    <a:pt x="297" y="219"/>
                  </a:cubicBezTo>
                  <a:cubicBezTo>
                    <a:pt x="297" y="212"/>
                    <a:pt x="304" y="205"/>
                    <a:pt x="304" y="198"/>
                  </a:cubicBezTo>
                  <a:cubicBezTo>
                    <a:pt x="445" y="57"/>
                    <a:pt x="445" y="57"/>
                    <a:pt x="445" y="57"/>
                  </a:cubicBezTo>
                  <a:cubicBezTo>
                    <a:pt x="403" y="57"/>
                    <a:pt x="403" y="57"/>
                    <a:pt x="403" y="57"/>
                  </a:cubicBezTo>
                  <a:cubicBezTo>
                    <a:pt x="389" y="57"/>
                    <a:pt x="374" y="50"/>
                    <a:pt x="374" y="28"/>
                  </a:cubicBezTo>
                  <a:cubicBezTo>
                    <a:pt x="374" y="14"/>
                    <a:pt x="389" y="0"/>
                    <a:pt x="403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30" y="0"/>
                    <a:pt x="544" y="14"/>
                    <a:pt x="544" y="28"/>
                  </a:cubicBezTo>
                  <a:cubicBezTo>
                    <a:pt x="544" y="141"/>
                    <a:pt x="544" y="141"/>
                    <a:pt x="544" y="141"/>
                  </a:cubicBezTo>
                  <a:cubicBezTo>
                    <a:pt x="544" y="163"/>
                    <a:pt x="530" y="170"/>
                    <a:pt x="516" y="170"/>
                  </a:cubicBezTo>
                  <a:close/>
                  <a:moveTo>
                    <a:pt x="233" y="354"/>
                  </a:moveTo>
                  <a:lnTo>
                    <a:pt x="233" y="354"/>
                  </a:lnTo>
                  <a:cubicBezTo>
                    <a:pt x="92" y="495"/>
                    <a:pt x="92" y="495"/>
                    <a:pt x="92" y="495"/>
                  </a:cubicBezTo>
                  <a:cubicBezTo>
                    <a:pt x="141" y="495"/>
                    <a:pt x="141" y="495"/>
                    <a:pt x="141" y="495"/>
                  </a:cubicBezTo>
                  <a:cubicBezTo>
                    <a:pt x="155" y="495"/>
                    <a:pt x="169" y="502"/>
                    <a:pt x="169" y="523"/>
                  </a:cubicBezTo>
                  <a:cubicBezTo>
                    <a:pt x="169" y="537"/>
                    <a:pt x="155" y="552"/>
                    <a:pt x="141" y="552"/>
                  </a:cubicBezTo>
                  <a:cubicBezTo>
                    <a:pt x="28" y="552"/>
                    <a:pt x="28" y="552"/>
                    <a:pt x="28" y="552"/>
                  </a:cubicBezTo>
                  <a:cubicBezTo>
                    <a:pt x="7" y="552"/>
                    <a:pt x="0" y="537"/>
                    <a:pt x="0" y="523"/>
                  </a:cubicBezTo>
                  <a:cubicBezTo>
                    <a:pt x="0" y="410"/>
                    <a:pt x="0" y="410"/>
                    <a:pt x="0" y="410"/>
                  </a:cubicBezTo>
                  <a:cubicBezTo>
                    <a:pt x="0" y="389"/>
                    <a:pt x="7" y="382"/>
                    <a:pt x="28" y="382"/>
                  </a:cubicBezTo>
                  <a:cubicBezTo>
                    <a:pt x="42" y="382"/>
                    <a:pt x="56" y="389"/>
                    <a:pt x="56" y="410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198" y="311"/>
                    <a:pt x="198" y="311"/>
                    <a:pt x="198" y="311"/>
                  </a:cubicBezTo>
                  <a:cubicBezTo>
                    <a:pt x="198" y="304"/>
                    <a:pt x="205" y="304"/>
                    <a:pt x="212" y="304"/>
                  </a:cubicBezTo>
                  <a:cubicBezTo>
                    <a:pt x="233" y="304"/>
                    <a:pt x="240" y="318"/>
                    <a:pt x="240" y="332"/>
                  </a:cubicBezTo>
                  <a:cubicBezTo>
                    <a:pt x="240" y="339"/>
                    <a:pt x="240" y="347"/>
                    <a:pt x="233" y="354"/>
                  </a:cubicBezTo>
                  <a:close/>
                  <a:moveTo>
                    <a:pt x="212" y="248"/>
                  </a:moveTo>
                  <a:lnTo>
                    <a:pt x="212" y="248"/>
                  </a:lnTo>
                  <a:cubicBezTo>
                    <a:pt x="205" y="248"/>
                    <a:pt x="198" y="248"/>
                    <a:pt x="198" y="241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141"/>
                    <a:pt x="56" y="141"/>
                    <a:pt x="56" y="141"/>
                  </a:cubicBezTo>
                  <a:cubicBezTo>
                    <a:pt x="56" y="163"/>
                    <a:pt x="42" y="170"/>
                    <a:pt x="28" y="170"/>
                  </a:cubicBezTo>
                  <a:cubicBezTo>
                    <a:pt x="7" y="170"/>
                    <a:pt x="0" y="163"/>
                    <a:pt x="0" y="14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55" y="0"/>
                    <a:pt x="169" y="14"/>
                    <a:pt x="169" y="28"/>
                  </a:cubicBezTo>
                  <a:cubicBezTo>
                    <a:pt x="169" y="50"/>
                    <a:pt x="155" y="57"/>
                    <a:pt x="141" y="57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233" y="198"/>
                    <a:pt x="233" y="198"/>
                    <a:pt x="233" y="198"/>
                  </a:cubicBezTo>
                  <a:cubicBezTo>
                    <a:pt x="240" y="205"/>
                    <a:pt x="240" y="212"/>
                    <a:pt x="240" y="219"/>
                  </a:cubicBezTo>
                  <a:cubicBezTo>
                    <a:pt x="240" y="234"/>
                    <a:pt x="233" y="248"/>
                    <a:pt x="212" y="2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5"/>
            <p:cNvSpPr/>
            <p:nvPr/>
          </p:nvSpPr>
          <p:spPr>
            <a:xfrm>
              <a:off x="2136632" y="3129755"/>
              <a:ext cx="219067" cy="219075"/>
            </a:xfrm>
            <a:custGeom>
              <a:rect b="b" l="l" r="r" t="t"/>
              <a:pathLst>
                <a:path extrusionOk="0" h="609" w="609">
                  <a:moveTo>
                    <a:pt x="608" y="304"/>
                  </a:moveTo>
                  <a:lnTo>
                    <a:pt x="608" y="304"/>
                  </a:lnTo>
                  <a:cubicBezTo>
                    <a:pt x="608" y="311"/>
                    <a:pt x="601" y="318"/>
                    <a:pt x="594" y="325"/>
                  </a:cubicBezTo>
                  <a:cubicBezTo>
                    <a:pt x="502" y="410"/>
                    <a:pt x="502" y="410"/>
                    <a:pt x="502" y="410"/>
                  </a:cubicBezTo>
                  <a:cubicBezTo>
                    <a:pt x="495" y="417"/>
                    <a:pt x="488" y="417"/>
                    <a:pt x="481" y="417"/>
                  </a:cubicBezTo>
                  <a:cubicBezTo>
                    <a:pt x="467" y="417"/>
                    <a:pt x="453" y="403"/>
                    <a:pt x="453" y="389"/>
                  </a:cubicBezTo>
                  <a:cubicBezTo>
                    <a:pt x="453" y="382"/>
                    <a:pt x="460" y="375"/>
                    <a:pt x="467" y="367"/>
                  </a:cubicBezTo>
                  <a:cubicBezTo>
                    <a:pt x="502" y="332"/>
                    <a:pt x="502" y="332"/>
                    <a:pt x="502" y="332"/>
                  </a:cubicBezTo>
                  <a:cubicBezTo>
                    <a:pt x="333" y="332"/>
                    <a:pt x="333" y="332"/>
                    <a:pt x="333" y="332"/>
                  </a:cubicBezTo>
                  <a:cubicBezTo>
                    <a:pt x="333" y="502"/>
                    <a:pt x="333" y="502"/>
                    <a:pt x="333" y="502"/>
                  </a:cubicBezTo>
                  <a:cubicBezTo>
                    <a:pt x="368" y="466"/>
                    <a:pt x="368" y="466"/>
                    <a:pt x="368" y="466"/>
                  </a:cubicBezTo>
                  <a:cubicBezTo>
                    <a:pt x="375" y="459"/>
                    <a:pt x="382" y="452"/>
                    <a:pt x="389" y="452"/>
                  </a:cubicBezTo>
                  <a:cubicBezTo>
                    <a:pt x="403" y="452"/>
                    <a:pt x="417" y="466"/>
                    <a:pt x="417" y="480"/>
                  </a:cubicBezTo>
                  <a:cubicBezTo>
                    <a:pt x="417" y="488"/>
                    <a:pt x="417" y="495"/>
                    <a:pt x="410" y="502"/>
                  </a:cubicBezTo>
                  <a:cubicBezTo>
                    <a:pt x="326" y="594"/>
                    <a:pt x="326" y="594"/>
                    <a:pt x="326" y="594"/>
                  </a:cubicBezTo>
                  <a:cubicBezTo>
                    <a:pt x="318" y="601"/>
                    <a:pt x="311" y="608"/>
                    <a:pt x="304" y="608"/>
                  </a:cubicBezTo>
                  <a:cubicBezTo>
                    <a:pt x="297" y="608"/>
                    <a:pt x="290" y="601"/>
                    <a:pt x="283" y="594"/>
                  </a:cubicBezTo>
                  <a:cubicBezTo>
                    <a:pt x="198" y="502"/>
                    <a:pt x="198" y="502"/>
                    <a:pt x="198" y="502"/>
                  </a:cubicBezTo>
                  <a:cubicBezTo>
                    <a:pt x="191" y="495"/>
                    <a:pt x="191" y="488"/>
                    <a:pt x="191" y="480"/>
                  </a:cubicBezTo>
                  <a:cubicBezTo>
                    <a:pt x="191" y="466"/>
                    <a:pt x="205" y="452"/>
                    <a:pt x="219" y="452"/>
                  </a:cubicBezTo>
                  <a:cubicBezTo>
                    <a:pt x="226" y="452"/>
                    <a:pt x="234" y="459"/>
                    <a:pt x="241" y="466"/>
                  </a:cubicBezTo>
                  <a:cubicBezTo>
                    <a:pt x="276" y="502"/>
                    <a:pt x="276" y="502"/>
                    <a:pt x="276" y="502"/>
                  </a:cubicBezTo>
                  <a:cubicBezTo>
                    <a:pt x="276" y="332"/>
                    <a:pt x="276" y="332"/>
                    <a:pt x="276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42" y="367"/>
                    <a:pt x="142" y="367"/>
                    <a:pt x="142" y="367"/>
                  </a:cubicBezTo>
                  <a:cubicBezTo>
                    <a:pt x="149" y="375"/>
                    <a:pt x="156" y="382"/>
                    <a:pt x="156" y="389"/>
                  </a:cubicBezTo>
                  <a:cubicBezTo>
                    <a:pt x="156" y="403"/>
                    <a:pt x="142" y="417"/>
                    <a:pt x="128" y="417"/>
                  </a:cubicBezTo>
                  <a:cubicBezTo>
                    <a:pt x="121" y="417"/>
                    <a:pt x="113" y="417"/>
                    <a:pt x="106" y="410"/>
                  </a:cubicBezTo>
                  <a:cubicBezTo>
                    <a:pt x="15" y="325"/>
                    <a:pt x="15" y="325"/>
                    <a:pt x="15" y="325"/>
                  </a:cubicBezTo>
                  <a:cubicBezTo>
                    <a:pt x="8" y="318"/>
                    <a:pt x="0" y="311"/>
                    <a:pt x="0" y="304"/>
                  </a:cubicBezTo>
                  <a:cubicBezTo>
                    <a:pt x="0" y="297"/>
                    <a:pt x="8" y="290"/>
                    <a:pt x="15" y="283"/>
                  </a:cubicBezTo>
                  <a:cubicBezTo>
                    <a:pt x="106" y="198"/>
                    <a:pt x="106" y="198"/>
                    <a:pt x="106" y="198"/>
                  </a:cubicBezTo>
                  <a:cubicBezTo>
                    <a:pt x="113" y="191"/>
                    <a:pt x="121" y="191"/>
                    <a:pt x="128" y="191"/>
                  </a:cubicBezTo>
                  <a:cubicBezTo>
                    <a:pt x="142" y="191"/>
                    <a:pt x="156" y="205"/>
                    <a:pt x="156" y="219"/>
                  </a:cubicBezTo>
                  <a:cubicBezTo>
                    <a:pt x="156" y="226"/>
                    <a:pt x="149" y="233"/>
                    <a:pt x="142" y="240"/>
                  </a:cubicBezTo>
                  <a:cubicBezTo>
                    <a:pt x="106" y="276"/>
                    <a:pt x="106" y="276"/>
                    <a:pt x="106" y="276"/>
                  </a:cubicBezTo>
                  <a:cubicBezTo>
                    <a:pt x="276" y="276"/>
                    <a:pt x="276" y="276"/>
                    <a:pt x="276" y="276"/>
                  </a:cubicBezTo>
                  <a:cubicBezTo>
                    <a:pt x="276" y="106"/>
                    <a:pt x="276" y="106"/>
                    <a:pt x="276" y="106"/>
                  </a:cubicBezTo>
                  <a:cubicBezTo>
                    <a:pt x="241" y="141"/>
                    <a:pt x="241" y="141"/>
                    <a:pt x="241" y="141"/>
                  </a:cubicBezTo>
                  <a:cubicBezTo>
                    <a:pt x="234" y="148"/>
                    <a:pt x="226" y="155"/>
                    <a:pt x="219" y="155"/>
                  </a:cubicBezTo>
                  <a:cubicBezTo>
                    <a:pt x="205" y="155"/>
                    <a:pt x="191" y="141"/>
                    <a:pt x="191" y="127"/>
                  </a:cubicBezTo>
                  <a:cubicBezTo>
                    <a:pt x="191" y="120"/>
                    <a:pt x="191" y="113"/>
                    <a:pt x="198" y="106"/>
                  </a:cubicBezTo>
                  <a:cubicBezTo>
                    <a:pt x="283" y="14"/>
                    <a:pt x="283" y="14"/>
                    <a:pt x="283" y="14"/>
                  </a:cubicBezTo>
                  <a:cubicBezTo>
                    <a:pt x="290" y="7"/>
                    <a:pt x="297" y="0"/>
                    <a:pt x="304" y="0"/>
                  </a:cubicBezTo>
                  <a:cubicBezTo>
                    <a:pt x="311" y="0"/>
                    <a:pt x="318" y="7"/>
                    <a:pt x="326" y="14"/>
                  </a:cubicBezTo>
                  <a:cubicBezTo>
                    <a:pt x="410" y="106"/>
                    <a:pt x="410" y="106"/>
                    <a:pt x="410" y="106"/>
                  </a:cubicBezTo>
                  <a:cubicBezTo>
                    <a:pt x="417" y="113"/>
                    <a:pt x="417" y="120"/>
                    <a:pt x="417" y="127"/>
                  </a:cubicBezTo>
                  <a:cubicBezTo>
                    <a:pt x="417" y="141"/>
                    <a:pt x="403" y="155"/>
                    <a:pt x="389" y="155"/>
                  </a:cubicBezTo>
                  <a:cubicBezTo>
                    <a:pt x="382" y="155"/>
                    <a:pt x="375" y="148"/>
                    <a:pt x="368" y="141"/>
                  </a:cubicBezTo>
                  <a:cubicBezTo>
                    <a:pt x="333" y="106"/>
                    <a:pt x="333" y="106"/>
                    <a:pt x="333" y="106"/>
                  </a:cubicBezTo>
                  <a:cubicBezTo>
                    <a:pt x="333" y="276"/>
                    <a:pt x="333" y="276"/>
                    <a:pt x="333" y="276"/>
                  </a:cubicBezTo>
                  <a:cubicBezTo>
                    <a:pt x="502" y="276"/>
                    <a:pt x="502" y="276"/>
                    <a:pt x="502" y="276"/>
                  </a:cubicBezTo>
                  <a:cubicBezTo>
                    <a:pt x="467" y="240"/>
                    <a:pt x="467" y="240"/>
                    <a:pt x="467" y="240"/>
                  </a:cubicBezTo>
                  <a:cubicBezTo>
                    <a:pt x="460" y="233"/>
                    <a:pt x="453" y="226"/>
                    <a:pt x="453" y="219"/>
                  </a:cubicBezTo>
                  <a:cubicBezTo>
                    <a:pt x="453" y="205"/>
                    <a:pt x="467" y="191"/>
                    <a:pt x="481" y="191"/>
                  </a:cubicBezTo>
                  <a:cubicBezTo>
                    <a:pt x="488" y="191"/>
                    <a:pt x="495" y="191"/>
                    <a:pt x="502" y="198"/>
                  </a:cubicBezTo>
                  <a:cubicBezTo>
                    <a:pt x="594" y="283"/>
                    <a:pt x="594" y="283"/>
                    <a:pt x="594" y="283"/>
                  </a:cubicBezTo>
                  <a:cubicBezTo>
                    <a:pt x="601" y="290"/>
                    <a:pt x="608" y="297"/>
                    <a:pt x="608" y="3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5"/>
            <p:cNvSpPr/>
            <p:nvPr/>
          </p:nvSpPr>
          <p:spPr>
            <a:xfrm>
              <a:off x="1758821" y="3199605"/>
              <a:ext cx="217479" cy="80962"/>
            </a:xfrm>
            <a:custGeom>
              <a:rect b="b" l="l" r="r" t="t"/>
              <a:pathLst>
                <a:path extrusionOk="0" h="227" w="602">
                  <a:moveTo>
                    <a:pt x="601" y="113"/>
                  </a:moveTo>
                  <a:lnTo>
                    <a:pt x="601" y="113"/>
                  </a:lnTo>
                  <a:cubicBezTo>
                    <a:pt x="601" y="120"/>
                    <a:pt x="601" y="127"/>
                    <a:pt x="594" y="134"/>
                  </a:cubicBezTo>
                  <a:cubicBezTo>
                    <a:pt x="502" y="219"/>
                    <a:pt x="502" y="219"/>
                    <a:pt x="502" y="219"/>
                  </a:cubicBezTo>
                  <a:cubicBezTo>
                    <a:pt x="495" y="226"/>
                    <a:pt x="488" y="226"/>
                    <a:pt x="481" y="226"/>
                  </a:cubicBezTo>
                  <a:cubicBezTo>
                    <a:pt x="467" y="226"/>
                    <a:pt x="453" y="212"/>
                    <a:pt x="453" y="198"/>
                  </a:cubicBezTo>
                  <a:cubicBezTo>
                    <a:pt x="453" y="191"/>
                    <a:pt x="460" y="184"/>
                    <a:pt x="460" y="176"/>
                  </a:cubicBezTo>
                  <a:cubicBezTo>
                    <a:pt x="502" y="141"/>
                    <a:pt x="502" y="141"/>
                    <a:pt x="502" y="141"/>
                  </a:cubicBezTo>
                  <a:cubicBezTo>
                    <a:pt x="333" y="141"/>
                    <a:pt x="333" y="141"/>
                    <a:pt x="333" y="141"/>
                  </a:cubicBezTo>
                  <a:cubicBezTo>
                    <a:pt x="276" y="141"/>
                    <a:pt x="276" y="141"/>
                    <a:pt x="276" y="141"/>
                  </a:cubicBezTo>
                  <a:cubicBezTo>
                    <a:pt x="99" y="141"/>
                    <a:pt x="99" y="141"/>
                    <a:pt x="99" y="141"/>
                  </a:cubicBezTo>
                  <a:cubicBezTo>
                    <a:pt x="142" y="176"/>
                    <a:pt x="142" y="176"/>
                    <a:pt x="142" y="176"/>
                  </a:cubicBezTo>
                  <a:cubicBezTo>
                    <a:pt x="149" y="184"/>
                    <a:pt x="149" y="191"/>
                    <a:pt x="149" y="198"/>
                  </a:cubicBezTo>
                  <a:cubicBezTo>
                    <a:pt x="149" y="212"/>
                    <a:pt x="142" y="226"/>
                    <a:pt x="120" y="226"/>
                  </a:cubicBezTo>
                  <a:cubicBezTo>
                    <a:pt x="113" y="226"/>
                    <a:pt x="106" y="226"/>
                    <a:pt x="106" y="219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7" y="127"/>
                    <a:pt x="0" y="120"/>
                    <a:pt x="0" y="113"/>
                  </a:cubicBezTo>
                  <a:cubicBezTo>
                    <a:pt x="0" y="106"/>
                    <a:pt x="7" y="99"/>
                    <a:pt x="7" y="92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0"/>
                    <a:pt x="113" y="0"/>
                    <a:pt x="120" y="0"/>
                  </a:cubicBezTo>
                  <a:cubicBezTo>
                    <a:pt x="142" y="0"/>
                    <a:pt x="149" y="14"/>
                    <a:pt x="149" y="28"/>
                  </a:cubicBezTo>
                  <a:cubicBezTo>
                    <a:pt x="149" y="35"/>
                    <a:pt x="149" y="42"/>
                    <a:pt x="142" y="49"/>
                  </a:cubicBezTo>
                  <a:cubicBezTo>
                    <a:pt x="99" y="85"/>
                    <a:pt x="99" y="85"/>
                    <a:pt x="99" y="85"/>
                  </a:cubicBezTo>
                  <a:cubicBezTo>
                    <a:pt x="276" y="85"/>
                    <a:pt x="276" y="85"/>
                    <a:pt x="276" y="85"/>
                  </a:cubicBezTo>
                  <a:cubicBezTo>
                    <a:pt x="333" y="85"/>
                    <a:pt x="333" y="85"/>
                    <a:pt x="333" y="85"/>
                  </a:cubicBezTo>
                  <a:cubicBezTo>
                    <a:pt x="502" y="85"/>
                    <a:pt x="502" y="85"/>
                    <a:pt x="502" y="85"/>
                  </a:cubicBezTo>
                  <a:cubicBezTo>
                    <a:pt x="460" y="49"/>
                    <a:pt x="460" y="49"/>
                    <a:pt x="460" y="49"/>
                  </a:cubicBezTo>
                  <a:cubicBezTo>
                    <a:pt x="460" y="42"/>
                    <a:pt x="453" y="35"/>
                    <a:pt x="453" y="28"/>
                  </a:cubicBezTo>
                  <a:cubicBezTo>
                    <a:pt x="453" y="14"/>
                    <a:pt x="467" y="0"/>
                    <a:pt x="481" y="0"/>
                  </a:cubicBezTo>
                  <a:cubicBezTo>
                    <a:pt x="488" y="0"/>
                    <a:pt x="495" y="0"/>
                    <a:pt x="502" y="7"/>
                  </a:cubicBezTo>
                  <a:cubicBezTo>
                    <a:pt x="594" y="92"/>
                    <a:pt x="594" y="92"/>
                    <a:pt x="594" y="92"/>
                  </a:cubicBezTo>
                  <a:cubicBezTo>
                    <a:pt x="601" y="99"/>
                    <a:pt x="601" y="106"/>
                    <a:pt x="601" y="1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5"/>
            <p:cNvSpPr/>
            <p:nvPr/>
          </p:nvSpPr>
          <p:spPr>
            <a:xfrm>
              <a:off x="1446094" y="3129755"/>
              <a:ext cx="80960" cy="219075"/>
            </a:xfrm>
            <a:custGeom>
              <a:rect b="b" l="l" r="r" t="t"/>
              <a:pathLst>
                <a:path extrusionOk="0" h="609" w="227">
                  <a:moveTo>
                    <a:pt x="198" y="155"/>
                  </a:moveTo>
                  <a:lnTo>
                    <a:pt x="198" y="155"/>
                  </a:lnTo>
                  <a:cubicBezTo>
                    <a:pt x="191" y="155"/>
                    <a:pt x="184" y="148"/>
                    <a:pt x="177" y="141"/>
                  </a:cubicBezTo>
                  <a:cubicBezTo>
                    <a:pt x="141" y="106"/>
                    <a:pt x="141" y="106"/>
                    <a:pt x="141" y="106"/>
                  </a:cubicBezTo>
                  <a:cubicBezTo>
                    <a:pt x="141" y="276"/>
                    <a:pt x="141" y="276"/>
                    <a:pt x="141" y="276"/>
                  </a:cubicBezTo>
                  <a:cubicBezTo>
                    <a:pt x="141" y="332"/>
                    <a:pt x="141" y="332"/>
                    <a:pt x="141" y="332"/>
                  </a:cubicBezTo>
                  <a:cubicBezTo>
                    <a:pt x="141" y="502"/>
                    <a:pt x="141" y="502"/>
                    <a:pt x="141" y="502"/>
                  </a:cubicBezTo>
                  <a:cubicBezTo>
                    <a:pt x="177" y="466"/>
                    <a:pt x="177" y="466"/>
                    <a:pt x="177" y="466"/>
                  </a:cubicBezTo>
                  <a:cubicBezTo>
                    <a:pt x="184" y="459"/>
                    <a:pt x="191" y="452"/>
                    <a:pt x="198" y="452"/>
                  </a:cubicBezTo>
                  <a:cubicBezTo>
                    <a:pt x="219" y="452"/>
                    <a:pt x="226" y="466"/>
                    <a:pt x="226" y="480"/>
                  </a:cubicBezTo>
                  <a:cubicBezTo>
                    <a:pt x="226" y="488"/>
                    <a:pt x="226" y="495"/>
                    <a:pt x="219" y="502"/>
                  </a:cubicBezTo>
                  <a:cubicBezTo>
                    <a:pt x="134" y="594"/>
                    <a:pt x="134" y="594"/>
                    <a:pt x="134" y="594"/>
                  </a:cubicBezTo>
                  <a:cubicBezTo>
                    <a:pt x="134" y="601"/>
                    <a:pt x="127" y="608"/>
                    <a:pt x="113" y="608"/>
                  </a:cubicBezTo>
                  <a:cubicBezTo>
                    <a:pt x="106" y="608"/>
                    <a:pt x="99" y="601"/>
                    <a:pt x="92" y="594"/>
                  </a:cubicBezTo>
                  <a:cubicBezTo>
                    <a:pt x="7" y="502"/>
                    <a:pt x="7" y="502"/>
                    <a:pt x="7" y="502"/>
                  </a:cubicBezTo>
                  <a:cubicBezTo>
                    <a:pt x="7" y="495"/>
                    <a:pt x="0" y="488"/>
                    <a:pt x="0" y="480"/>
                  </a:cubicBezTo>
                  <a:cubicBezTo>
                    <a:pt x="0" y="466"/>
                    <a:pt x="14" y="452"/>
                    <a:pt x="28" y="452"/>
                  </a:cubicBezTo>
                  <a:cubicBezTo>
                    <a:pt x="42" y="452"/>
                    <a:pt x="49" y="459"/>
                    <a:pt x="49" y="466"/>
                  </a:cubicBezTo>
                  <a:cubicBezTo>
                    <a:pt x="85" y="502"/>
                    <a:pt x="85" y="502"/>
                    <a:pt x="85" y="502"/>
                  </a:cubicBezTo>
                  <a:cubicBezTo>
                    <a:pt x="85" y="332"/>
                    <a:pt x="85" y="332"/>
                    <a:pt x="85" y="332"/>
                  </a:cubicBezTo>
                  <a:cubicBezTo>
                    <a:pt x="85" y="276"/>
                    <a:pt x="85" y="276"/>
                    <a:pt x="85" y="276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49" y="141"/>
                    <a:pt x="49" y="141"/>
                    <a:pt x="49" y="141"/>
                  </a:cubicBezTo>
                  <a:cubicBezTo>
                    <a:pt x="49" y="148"/>
                    <a:pt x="42" y="155"/>
                    <a:pt x="28" y="155"/>
                  </a:cubicBezTo>
                  <a:cubicBezTo>
                    <a:pt x="14" y="155"/>
                    <a:pt x="0" y="141"/>
                    <a:pt x="0" y="127"/>
                  </a:cubicBezTo>
                  <a:cubicBezTo>
                    <a:pt x="0" y="120"/>
                    <a:pt x="7" y="113"/>
                    <a:pt x="7" y="10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9" y="7"/>
                    <a:pt x="106" y="0"/>
                    <a:pt x="113" y="0"/>
                  </a:cubicBezTo>
                  <a:cubicBezTo>
                    <a:pt x="127" y="0"/>
                    <a:pt x="134" y="7"/>
                    <a:pt x="134" y="14"/>
                  </a:cubicBezTo>
                  <a:cubicBezTo>
                    <a:pt x="219" y="106"/>
                    <a:pt x="219" y="106"/>
                    <a:pt x="219" y="106"/>
                  </a:cubicBezTo>
                  <a:cubicBezTo>
                    <a:pt x="226" y="113"/>
                    <a:pt x="226" y="120"/>
                    <a:pt x="226" y="127"/>
                  </a:cubicBezTo>
                  <a:cubicBezTo>
                    <a:pt x="226" y="141"/>
                    <a:pt x="219" y="155"/>
                    <a:pt x="198" y="1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5"/>
            <p:cNvSpPr/>
            <p:nvPr/>
          </p:nvSpPr>
          <p:spPr>
            <a:xfrm>
              <a:off x="1023834" y="3129755"/>
              <a:ext cx="168269" cy="219075"/>
            </a:xfrm>
            <a:custGeom>
              <a:rect b="b" l="l" r="r" t="t"/>
              <a:pathLst>
                <a:path extrusionOk="0" h="609" w="467">
                  <a:moveTo>
                    <a:pt x="459" y="502"/>
                  </a:moveTo>
                  <a:lnTo>
                    <a:pt x="459" y="502"/>
                  </a:lnTo>
                  <a:cubicBezTo>
                    <a:pt x="374" y="594"/>
                    <a:pt x="374" y="594"/>
                    <a:pt x="374" y="594"/>
                  </a:cubicBezTo>
                  <a:cubicBezTo>
                    <a:pt x="374" y="601"/>
                    <a:pt x="367" y="608"/>
                    <a:pt x="353" y="608"/>
                  </a:cubicBezTo>
                  <a:cubicBezTo>
                    <a:pt x="346" y="608"/>
                    <a:pt x="339" y="601"/>
                    <a:pt x="332" y="594"/>
                  </a:cubicBezTo>
                  <a:cubicBezTo>
                    <a:pt x="247" y="502"/>
                    <a:pt x="247" y="502"/>
                    <a:pt x="247" y="502"/>
                  </a:cubicBezTo>
                  <a:cubicBezTo>
                    <a:pt x="247" y="495"/>
                    <a:pt x="240" y="488"/>
                    <a:pt x="240" y="480"/>
                  </a:cubicBezTo>
                  <a:cubicBezTo>
                    <a:pt x="240" y="466"/>
                    <a:pt x="254" y="452"/>
                    <a:pt x="268" y="452"/>
                  </a:cubicBezTo>
                  <a:cubicBezTo>
                    <a:pt x="283" y="452"/>
                    <a:pt x="290" y="459"/>
                    <a:pt x="290" y="466"/>
                  </a:cubicBezTo>
                  <a:cubicBezTo>
                    <a:pt x="325" y="502"/>
                    <a:pt x="325" y="502"/>
                    <a:pt x="325" y="502"/>
                  </a:cubicBezTo>
                  <a:cubicBezTo>
                    <a:pt x="325" y="367"/>
                    <a:pt x="325" y="367"/>
                    <a:pt x="325" y="367"/>
                  </a:cubicBezTo>
                  <a:cubicBezTo>
                    <a:pt x="325" y="247"/>
                    <a:pt x="325" y="247"/>
                    <a:pt x="325" y="247"/>
                  </a:cubicBezTo>
                  <a:cubicBezTo>
                    <a:pt x="325" y="106"/>
                    <a:pt x="325" y="106"/>
                    <a:pt x="325" y="106"/>
                  </a:cubicBezTo>
                  <a:cubicBezTo>
                    <a:pt x="325" y="28"/>
                    <a:pt x="325" y="28"/>
                    <a:pt x="325" y="28"/>
                  </a:cubicBezTo>
                  <a:cubicBezTo>
                    <a:pt x="325" y="14"/>
                    <a:pt x="339" y="0"/>
                    <a:pt x="353" y="0"/>
                  </a:cubicBezTo>
                  <a:cubicBezTo>
                    <a:pt x="374" y="0"/>
                    <a:pt x="381" y="14"/>
                    <a:pt x="381" y="28"/>
                  </a:cubicBezTo>
                  <a:cubicBezTo>
                    <a:pt x="381" y="212"/>
                    <a:pt x="381" y="212"/>
                    <a:pt x="381" y="212"/>
                  </a:cubicBezTo>
                  <a:cubicBezTo>
                    <a:pt x="381" y="276"/>
                    <a:pt x="381" y="276"/>
                    <a:pt x="381" y="276"/>
                  </a:cubicBezTo>
                  <a:cubicBezTo>
                    <a:pt x="381" y="332"/>
                    <a:pt x="381" y="332"/>
                    <a:pt x="381" y="332"/>
                  </a:cubicBezTo>
                  <a:cubicBezTo>
                    <a:pt x="381" y="502"/>
                    <a:pt x="381" y="502"/>
                    <a:pt x="381" y="502"/>
                  </a:cubicBezTo>
                  <a:cubicBezTo>
                    <a:pt x="417" y="466"/>
                    <a:pt x="417" y="466"/>
                    <a:pt x="417" y="466"/>
                  </a:cubicBezTo>
                  <a:cubicBezTo>
                    <a:pt x="424" y="459"/>
                    <a:pt x="431" y="452"/>
                    <a:pt x="438" y="452"/>
                  </a:cubicBezTo>
                  <a:cubicBezTo>
                    <a:pt x="459" y="452"/>
                    <a:pt x="466" y="466"/>
                    <a:pt x="466" y="480"/>
                  </a:cubicBezTo>
                  <a:cubicBezTo>
                    <a:pt x="466" y="488"/>
                    <a:pt x="466" y="495"/>
                    <a:pt x="459" y="502"/>
                  </a:cubicBezTo>
                  <a:close/>
                  <a:moveTo>
                    <a:pt x="198" y="155"/>
                  </a:moveTo>
                  <a:lnTo>
                    <a:pt x="198" y="155"/>
                  </a:lnTo>
                  <a:cubicBezTo>
                    <a:pt x="183" y="155"/>
                    <a:pt x="176" y="148"/>
                    <a:pt x="176" y="141"/>
                  </a:cubicBezTo>
                  <a:cubicBezTo>
                    <a:pt x="141" y="106"/>
                    <a:pt x="141" y="106"/>
                    <a:pt x="141" y="106"/>
                  </a:cubicBezTo>
                  <a:cubicBezTo>
                    <a:pt x="141" y="276"/>
                    <a:pt x="141" y="276"/>
                    <a:pt x="141" y="276"/>
                  </a:cubicBezTo>
                  <a:cubicBezTo>
                    <a:pt x="141" y="332"/>
                    <a:pt x="141" y="332"/>
                    <a:pt x="141" y="332"/>
                  </a:cubicBezTo>
                  <a:cubicBezTo>
                    <a:pt x="141" y="396"/>
                    <a:pt x="141" y="396"/>
                    <a:pt x="141" y="396"/>
                  </a:cubicBezTo>
                  <a:cubicBezTo>
                    <a:pt x="141" y="580"/>
                    <a:pt x="141" y="580"/>
                    <a:pt x="141" y="580"/>
                  </a:cubicBezTo>
                  <a:cubicBezTo>
                    <a:pt x="141" y="594"/>
                    <a:pt x="127" y="608"/>
                    <a:pt x="113" y="608"/>
                  </a:cubicBezTo>
                  <a:cubicBezTo>
                    <a:pt x="92" y="608"/>
                    <a:pt x="85" y="594"/>
                    <a:pt x="85" y="580"/>
                  </a:cubicBezTo>
                  <a:cubicBezTo>
                    <a:pt x="85" y="502"/>
                    <a:pt x="85" y="502"/>
                    <a:pt x="85" y="502"/>
                  </a:cubicBezTo>
                  <a:cubicBezTo>
                    <a:pt x="85" y="360"/>
                    <a:pt x="85" y="360"/>
                    <a:pt x="85" y="360"/>
                  </a:cubicBezTo>
                  <a:cubicBezTo>
                    <a:pt x="85" y="240"/>
                    <a:pt x="85" y="240"/>
                    <a:pt x="85" y="240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49" y="141"/>
                    <a:pt x="49" y="141"/>
                    <a:pt x="49" y="141"/>
                  </a:cubicBezTo>
                  <a:cubicBezTo>
                    <a:pt x="42" y="148"/>
                    <a:pt x="35" y="155"/>
                    <a:pt x="28" y="155"/>
                  </a:cubicBezTo>
                  <a:cubicBezTo>
                    <a:pt x="7" y="155"/>
                    <a:pt x="0" y="141"/>
                    <a:pt x="0" y="127"/>
                  </a:cubicBezTo>
                  <a:cubicBezTo>
                    <a:pt x="0" y="120"/>
                    <a:pt x="0" y="113"/>
                    <a:pt x="7" y="10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7"/>
                    <a:pt x="99" y="0"/>
                    <a:pt x="113" y="0"/>
                  </a:cubicBezTo>
                  <a:cubicBezTo>
                    <a:pt x="120" y="0"/>
                    <a:pt x="127" y="7"/>
                    <a:pt x="134" y="14"/>
                  </a:cubicBezTo>
                  <a:cubicBezTo>
                    <a:pt x="219" y="106"/>
                    <a:pt x="219" y="106"/>
                    <a:pt x="219" y="106"/>
                  </a:cubicBezTo>
                  <a:cubicBezTo>
                    <a:pt x="219" y="113"/>
                    <a:pt x="226" y="120"/>
                    <a:pt x="226" y="127"/>
                  </a:cubicBezTo>
                  <a:cubicBezTo>
                    <a:pt x="226" y="141"/>
                    <a:pt x="212" y="155"/>
                    <a:pt x="198" y="1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5"/>
            <p:cNvSpPr/>
            <p:nvPr/>
          </p:nvSpPr>
          <p:spPr>
            <a:xfrm>
              <a:off x="619037" y="3155155"/>
              <a:ext cx="217479" cy="168275"/>
            </a:xfrm>
            <a:custGeom>
              <a:rect b="b" l="l" r="r" t="t"/>
              <a:pathLst>
                <a:path extrusionOk="0" h="467" w="602">
                  <a:moveTo>
                    <a:pt x="594" y="134"/>
                  </a:moveTo>
                  <a:lnTo>
                    <a:pt x="594" y="134"/>
                  </a:lnTo>
                  <a:cubicBezTo>
                    <a:pt x="502" y="219"/>
                    <a:pt x="502" y="219"/>
                    <a:pt x="502" y="219"/>
                  </a:cubicBezTo>
                  <a:cubicBezTo>
                    <a:pt x="495" y="219"/>
                    <a:pt x="488" y="226"/>
                    <a:pt x="481" y="226"/>
                  </a:cubicBezTo>
                  <a:cubicBezTo>
                    <a:pt x="467" y="226"/>
                    <a:pt x="452" y="212"/>
                    <a:pt x="452" y="198"/>
                  </a:cubicBezTo>
                  <a:cubicBezTo>
                    <a:pt x="452" y="183"/>
                    <a:pt x="459" y="176"/>
                    <a:pt x="459" y="176"/>
                  </a:cubicBezTo>
                  <a:cubicBezTo>
                    <a:pt x="502" y="141"/>
                    <a:pt x="502" y="141"/>
                    <a:pt x="502" y="141"/>
                  </a:cubicBezTo>
                  <a:cubicBezTo>
                    <a:pt x="332" y="141"/>
                    <a:pt x="332" y="141"/>
                    <a:pt x="332" y="141"/>
                  </a:cubicBezTo>
                  <a:cubicBezTo>
                    <a:pt x="276" y="141"/>
                    <a:pt x="276" y="141"/>
                    <a:pt x="276" y="141"/>
                  </a:cubicBezTo>
                  <a:cubicBezTo>
                    <a:pt x="205" y="141"/>
                    <a:pt x="205" y="141"/>
                    <a:pt x="205" y="141"/>
                  </a:cubicBezTo>
                  <a:cubicBezTo>
                    <a:pt x="28" y="141"/>
                    <a:pt x="28" y="141"/>
                    <a:pt x="28" y="141"/>
                  </a:cubicBezTo>
                  <a:cubicBezTo>
                    <a:pt x="14" y="141"/>
                    <a:pt x="0" y="127"/>
                    <a:pt x="0" y="113"/>
                  </a:cubicBezTo>
                  <a:cubicBezTo>
                    <a:pt x="0" y="91"/>
                    <a:pt x="14" y="84"/>
                    <a:pt x="28" y="84"/>
                  </a:cubicBezTo>
                  <a:cubicBezTo>
                    <a:pt x="99" y="84"/>
                    <a:pt x="99" y="84"/>
                    <a:pt x="99" y="84"/>
                  </a:cubicBezTo>
                  <a:cubicBezTo>
                    <a:pt x="247" y="84"/>
                    <a:pt x="247" y="84"/>
                    <a:pt x="247" y="84"/>
                  </a:cubicBezTo>
                  <a:cubicBezTo>
                    <a:pt x="368" y="84"/>
                    <a:pt x="368" y="84"/>
                    <a:pt x="368" y="84"/>
                  </a:cubicBezTo>
                  <a:cubicBezTo>
                    <a:pt x="502" y="84"/>
                    <a:pt x="502" y="84"/>
                    <a:pt x="502" y="84"/>
                  </a:cubicBezTo>
                  <a:cubicBezTo>
                    <a:pt x="459" y="49"/>
                    <a:pt x="459" y="49"/>
                    <a:pt x="459" y="49"/>
                  </a:cubicBezTo>
                  <a:cubicBezTo>
                    <a:pt x="459" y="42"/>
                    <a:pt x="452" y="35"/>
                    <a:pt x="452" y="28"/>
                  </a:cubicBezTo>
                  <a:cubicBezTo>
                    <a:pt x="452" y="7"/>
                    <a:pt x="467" y="0"/>
                    <a:pt x="481" y="0"/>
                  </a:cubicBezTo>
                  <a:cubicBezTo>
                    <a:pt x="488" y="0"/>
                    <a:pt x="495" y="0"/>
                    <a:pt x="502" y="7"/>
                  </a:cubicBezTo>
                  <a:cubicBezTo>
                    <a:pt x="594" y="91"/>
                    <a:pt x="594" y="91"/>
                    <a:pt x="594" y="91"/>
                  </a:cubicBezTo>
                  <a:cubicBezTo>
                    <a:pt x="601" y="91"/>
                    <a:pt x="601" y="98"/>
                    <a:pt x="601" y="113"/>
                  </a:cubicBezTo>
                  <a:cubicBezTo>
                    <a:pt x="601" y="120"/>
                    <a:pt x="601" y="127"/>
                    <a:pt x="594" y="134"/>
                  </a:cubicBezTo>
                  <a:close/>
                  <a:moveTo>
                    <a:pt x="7" y="332"/>
                  </a:moveTo>
                  <a:lnTo>
                    <a:pt x="7" y="332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06" y="247"/>
                    <a:pt x="113" y="240"/>
                    <a:pt x="120" y="240"/>
                  </a:cubicBezTo>
                  <a:cubicBezTo>
                    <a:pt x="141" y="240"/>
                    <a:pt x="148" y="254"/>
                    <a:pt x="148" y="268"/>
                  </a:cubicBezTo>
                  <a:cubicBezTo>
                    <a:pt x="148" y="282"/>
                    <a:pt x="148" y="289"/>
                    <a:pt x="141" y="289"/>
                  </a:cubicBezTo>
                  <a:cubicBezTo>
                    <a:pt x="99" y="325"/>
                    <a:pt x="99" y="325"/>
                    <a:pt x="99" y="325"/>
                  </a:cubicBezTo>
                  <a:cubicBezTo>
                    <a:pt x="233" y="325"/>
                    <a:pt x="233" y="325"/>
                    <a:pt x="233" y="325"/>
                  </a:cubicBezTo>
                  <a:cubicBezTo>
                    <a:pt x="361" y="325"/>
                    <a:pt x="361" y="325"/>
                    <a:pt x="361" y="325"/>
                  </a:cubicBezTo>
                  <a:cubicBezTo>
                    <a:pt x="502" y="325"/>
                    <a:pt x="502" y="325"/>
                    <a:pt x="502" y="325"/>
                  </a:cubicBezTo>
                  <a:cubicBezTo>
                    <a:pt x="572" y="325"/>
                    <a:pt x="572" y="325"/>
                    <a:pt x="572" y="325"/>
                  </a:cubicBezTo>
                  <a:cubicBezTo>
                    <a:pt x="594" y="325"/>
                    <a:pt x="601" y="339"/>
                    <a:pt x="601" y="353"/>
                  </a:cubicBezTo>
                  <a:cubicBezTo>
                    <a:pt x="601" y="374"/>
                    <a:pt x="594" y="381"/>
                    <a:pt x="572" y="381"/>
                  </a:cubicBezTo>
                  <a:cubicBezTo>
                    <a:pt x="396" y="381"/>
                    <a:pt x="396" y="381"/>
                    <a:pt x="396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276" y="381"/>
                    <a:pt x="276" y="381"/>
                    <a:pt x="276" y="381"/>
                  </a:cubicBezTo>
                  <a:cubicBezTo>
                    <a:pt x="99" y="381"/>
                    <a:pt x="99" y="381"/>
                    <a:pt x="99" y="381"/>
                  </a:cubicBezTo>
                  <a:cubicBezTo>
                    <a:pt x="141" y="417"/>
                    <a:pt x="141" y="417"/>
                    <a:pt x="141" y="417"/>
                  </a:cubicBezTo>
                  <a:cubicBezTo>
                    <a:pt x="148" y="424"/>
                    <a:pt x="148" y="431"/>
                    <a:pt x="148" y="438"/>
                  </a:cubicBezTo>
                  <a:cubicBezTo>
                    <a:pt x="148" y="459"/>
                    <a:pt x="141" y="466"/>
                    <a:pt x="120" y="466"/>
                  </a:cubicBezTo>
                  <a:cubicBezTo>
                    <a:pt x="113" y="466"/>
                    <a:pt x="106" y="466"/>
                    <a:pt x="106" y="459"/>
                  </a:cubicBezTo>
                  <a:cubicBezTo>
                    <a:pt x="7" y="374"/>
                    <a:pt x="7" y="374"/>
                    <a:pt x="7" y="374"/>
                  </a:cubicBezTo>
                  <a:cubicBezTo>
                    <a:pt x="7" y="374"/>
                    <a:pt x="0" y="367"/>
                    <a:pt x="0" y="353"/>
                  </a:cubicBezTo>
                  <a:cubicBezTo>
                    <a:pt x="0" y="346"/>
                    <a:pt x="7" y="339"/>
                    <a:pt x="7" y="3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5"/>
            <p:cNvSpPr/>
            <p:nvPr/>
          </p:nvSpPr>
          <p:spPr>
            <a:xfrm>
              <a:off x="4832110" y="2751930"/>
              <a:ext cx="150807" cy="217487"/>
            </a:xfrm>
            <a:custGeom>
              <a:rect b="b" l="l" r="r" t="t"/>
              <a:pathLst>
                <a:path extrusionOk="0" h="602" w="418">
                  <a:moveTo>
                    <a:pt x="389" y="601"/>
                  </a:moveTo>
                  <a:lnTo>
                    <a:pt x="389" y="601"/>
                  </a:lnTo>
                  <a:cubicBezTo>
                    <a:pt x="28" y="601"/>
                    <a:pt x="28" y="601"/>
                    <a:pt x="28" y="601"/>
                  </a:cubicBezTo>
                  <a:cubicBezTo>
                    <a:pt x="14" y="601"/>
                    <a:pt x="0" y="593"/>
                    <a:pt x="0" y="572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198"/>
                    <a:pt x="14" y="191"/>
                    <a:pt x="28" y="191"/>
                  </a:cubicBezTo>
                  <a:cubicBezTo>
                    <a:pt x="141" y="191"/>
                    <a:pt x="141" y="191"/>
                    <a:pt x="141" y="191"/>
                  </a:cubicBezTo>
                  <a:cubicBezTo>
                    <a:pt x="141" y="247"/>
                    <a:pt x="141" y="247"/>
                    <a:pt x="141" y="247"/>
                  </a:cubicBezTo>
                  <a:cubicBezTo>
                    <a:pt x="56" y="247"/>
                    <a:pt x="56" y="247"/>
                    <a:pt x="56" y="247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360" y="544"/>
                    <a:pt x="360" y="544"/>
                    <a:pt x="360" y="544"/>
                  </a:cubicBezTo>
                  <a:cubicBezTo>
                    <a:pt x="360" y="247"/>
                    <a:pt x="360" y="247"/>
                    <a:pt x="360" y="247"/>
                  </a:cubicBezTo>
                  <a:cubicBezTo>
                    <a:pt x="261" y="247"/>
                    <a:pt x="261" y="247"/>
                    <a:pt x="261" y="247"/>
                  </a:cubicBezTo>
                  <a:cubicBezTo>
                    <a:pt x="261" y="191"/>
                    <a:pt x="261" y="191"/>
                    <a:pt x="261" y="191"/>
                  </a:cubicBezTo>
                  <a:cubicBezTo>
                    <a:pt x="389" y="191"/>
                    <a:pt x="389" y="191"/>
                    <a:pt x="389" y="191"/>
                  </a:cubicBezTo>
                  <a:cubicBezTo>
                    <a:pt x="403" y="191"/>
                    <a:pt x="417" y="198"/>
                    <a:pt x="417" y="219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93"/>
                    <a:pt x="403" y="601"/>
                    <a:pt x="389" y="601"/>
                  </a:cubicBezTo>
                  <a:close/>
                  <a:moveTo>
                    <a:pt x="290" y="148"/>
                  </a:moveTo>
                  <a:lnTo>
                    <a:pt x="290" y="148"/>
                  </a:lnTo>
                  <a:cubicBezTo>
                    <a:pt x="283" y="148"/>
                    <a:pt x="276" y="148"/>
                    <a:pt x="269" y="141"/>
                  </a:cubicBezTo>
                  <a:cubicBezTo>
                    <a:pt x="233" y="99"/>
                    <a:pt x="233" y="99"/>
                    <a:pt x="233" y="99"/>
                  </a:cubicBezTo>
                  <a:cubicBezTo>
                    <a:pt x="233" y="275"/>
                    <a:pt x="233" y="275"/>
                    <a:pt x="233" y="275"/>
                  </a:cubicBezTo>
                  <a:cubicBezTo>
                    <a:pt x="233" y="290"/>
                    <a:pt x="226" y="304"/>
                    <a:pt x="205" y="304"/>
                  </a:cubicBezTo>
                  <a:cubicBezTo>
                    <a:pt x="191" y="304"/>
                    <a:pt x="177" y="290"/>
                    <a:pt x="177" y="275"/>
                  </a:cubicBezTo>
                  <a:cubicBezTo>
                    <a:pt x="177" y="99"/>
                    <a:pt x="177" y="99"/>
                    <a:pt x="177" y="99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8"/>
                    <a:pt x="134" y="148"/>
                    <a:pt x="120" y="148"/>
                  </a:cubicBezTo>
                  <a:cubicBezTo>
                    <a:pt x="106" y="148"/>
                    <a:pt x="92" y="141"/>
                    <a:pt x="92" y="120"/>
                  </a:cubicBezTo>
                  <a:cubicBezTo>
                    <a:pt x="92" y="113"/>
                    <a:pt x="99" y="106"/>
                    <a:pt x="99" y="106"/>
                  </a:cubicBezTo>
                  <a:cubicBezTo>
                    <a:pt x="184" y="7"/>
                    <a:pt x="184" y="7"/>
                    <a:pt x="184" y="7"/>
                  </a:cubicBezTo>
                  <a:cubicBezTo>
                    <a:pt x="191" y="7"/>
                    <a:pt x="198" y="0"/>
                    <a:pt x="205" y="0"/>
                  </a:cubicBezTo>
                  <a:cubicBezTo>
                    <a:pt x="219" y="0"/>
                    <a:pt x="226" y="7"/>
                    <a:pt x="226" y="7"/>
                  </a:cubicBezTo>
                  <a:cubicBezTo>
                    <a:pt x="311" y="106"/>
                    <a:pt x="311" y="106"/>
                    <a:pt x="311" y="106"/>
                  </a:cubicBezTo>
                  <a:cubicBezTo>
                    <a:pt x="318" y="106"/>
                    <a:pt x="318" y="113"/>
                    <a:pt x="318" y="120"/>
                  </a:cubicBezTo>
                  <a:cubicBezTo>
                    <a:pt x="318" y="141"/>
                    <a:pt x="311" y="148"/>
                    <a:pt x="290" y="1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5"/>
            <p:cNvSpPr/>
            <p:nvPr/>
          </p:nvSpPr>
          <p:spPr>
            <a:xfrm>
              <a:off x="4436836" y="2770980"/>
              <a:ext cx="177794" cy="176212"/>
            </a:xfrm>
            <a:custGeom>
              <a:rect b="b" l="l" r="r" t="t"/>
              <a:pathLst>
                <a:path extrusionOk="0" h="489" w="496">
                  <a:moveTo>
                    <a:pt x="467" y="170"/>
                  </a:moveTo>
                  <a:lnTo>
                    <a:pt x="467" y="170"/>
                  </a:lnTo>
                  <a:cubicBezTo>
                    <a:pt x="446" y="170"/>
                    <a:pt x="439" y="156"/>
                    <a:pt x="439" y="142"/>
                  </a:cubicBezTo>
                  <a:cubicBezTo>
                    <a:pt x="439" y="99"/>
                    <a:pt x="439" y="99"/>
                    <a:pt x="439" y="99"/>
                  </a:cubicBezTo>
                  <a:cubicBezTo>
                    <a:pt x="297" y="241"/>
                    <a:pt x="297" y="241"/>
                    <a:pt x="297" y="241"/>
                  </a:cubicBezTo>
                  <a:cubicBezTo>
                    <a:pt x="290" y="241"/>
                    <a:pt x="283" y="248"/>
                    <a:pt x="276" y="248"/>
                  </a:cubicBezTo>
                  <a:cubicBezTo>
                    <a:pt x="262" y="248"/>
                    <a:pt x="248" y="234"/>
                    <a:pt x="248" y="219"/>
                  </a:cubicBezTo>
                  <a:cubicBezTo>
                    <a:pt x="248" y="212"/>
                    <a:pt x="248" y="205"/>
                    <a:pt x="255" y="198"/>
                  </a:cubicBezTo>
                  <a:cubicBezTo>
                    <a:pt x="396" y="57"/>
                    <a:pt x="396" y="57"/>
                    <a:pt x="396" y="57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33" y="57"/>
                    <a:pt x="326" y="43"/>
                    <a:pt x="326" y="29"/>
                  </a:cubicBezTo>
                  <a:cubicBezTo>
                    <a:pt x="326" y="15"/>
                    <a:pt x="333" y="0"/>
                    <a:pt x="354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81" y="0"/>
                    <a:pt x="495" y="15"/>
                    <a:pt x="495" y="29"/>
                  </a:cubicBezTo>
                  <a:cubicBezTo>
                    <a:pt x="495" y="142"/>
                    <a:pt x="495" y="142"/>
                    <a:pt x="495" y="142"/>
                  </a:cubicBezTo>
                  <a:cubicBezTo>
                    <a:pt x="495" y="156"/>
                    <a:pt x="481" y="170"/>
                    <a:pt x="467" y="170"/>
                  </a:cubicBezTo>
                  <a:close/>
                  <a:moveTo>
                    <a:pt x="241" y="57"/>
                  </a:moveTo>
                  <a:lnTo>
                    <a:pt x="241" y="57"/>
                  </a:lnTo>
                  <a:cubicBezTo>
                    <a:pt x="57" y="57"/>
                    <a:pt x="57" y="57"/>
                    <a:pt x="57" y="57"/>
                  </a:cubicBezTo>
                  <a:cubicBezTo>
                    <a:pt x="57" y="431"/>
                    <a:pt x="57" y="431"/>
                    <a:pt x="57" y="431"/>
                  </a:cubicBezTo>
                  <a:cubicBezTo>
                    <a:pt x="439" y="431"/>
                    <a:pt x="439" y="431"/>
                    <a:pt x="439" y="431"/>
                  </a:cubicBezTo>
                  <a:cubicBezTo>
                    <a:pt x="439" y="403"/>
                    <a:pt x="439" y="403"/>
                    <a:pt x="439" y="403"/>
                  </a:cubicBezTo>
                  <a:cubicBezTo>
                    <a:pt x="439" y="255"/>
                    <a:pt x="439" y="255"/>
                    <a:pt x="439" y="255"/>
                  </a:cubicBezTo>
                  <a:cubicBezTo>
                    <a:pt x="439" y="191"/>
                    <a:pt x="439" y="191"/>
                    <a:pt x="439" y="191"/>
                  </a:cubicBezTo>
                  <a:cubicBezTo>
                    <a:pt x="446" y="198"/>
                    <a:pt x="453" y="198"/>
                    <a:pt x="467" y="198"/>
                  </a:cubicBezTo>
                  <a:cubicBezTo>
                    <a:pt x="474" y="198"/>
                    <a:pt x="481" y="198"/>
                    <a:pt x="495" y="191"/>
                  </a:cubicBezTo>
                  <a:cubicBezTo>
                    <a:pt x="495" y="276"/>
                    <a:pt x="495" y="276"/>
                    <a:pt x="495" y="276"/>
                  </a:cubicBezTo>
                  <a:cubicBezTo>
                    <a:pt x="495" y="460"/>
                    <a:pt x="495" y="460"/>
                    <a:pt x="495" y="460"/>
                  </a:cubicBezTo>
                  <a:cubicBezTo>
                    <a:pt x="495" y="481"/>
                    <a:pt x="481" y="488"/>
                    <a:pt x="467" y="488"/>
                  </a:cubicBezTo>
                  <a:cubicBezTo>
                    <a:pt x="29" y="488"/>
                    <a:pt x="29" y="488"/>
                    <a:pt x="29" y="488"/>
                  </a:cubicBezTo>
                  <a:cubicBezTo>
                    <a:pt x="15" y="488"/>
                    <a:pt x="0" y="481"/>
                    <a:pt x="0" y="46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15" y="0"/>
                    <a:pt x="29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7" y="7"/>
                    <a:pt x="297" y="22"/>
                    <a:pt x="297" y="29"/>
                  </a:cubicBezTo>
                  <a:cubicBezTo>
                    <a:pt x="297" y="36"/>
                    <a:pt x="297" y="50"/>
                    <a:pt x="304" y="57"/>
                  </a:cubicBezTo>
                  <a:lnTo>
                    <a:pt x="241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5"/>
            <p:cNvSpPr/>
            <p:nvPr/>
          </p:nvSpPr>
          <p:spPr>
            <a:xfrm>
              <a:off x="4038388" y="2751930"/>
              <a:ext cx="217479" cy="217487"/>
            </a:xfrm>
            <a:custGeom>
              <a:rect b="b" l="l" r="r" t="t"/>
              <a:pathLst>
                <a:path extrusionOk="0" h="602" w="602">
                  <a:moveTo>
                    <a:pt x="572" y="601"/>
                  </a:moveTo>
                  <a:lnTo>
                    <a:pt x="572" y="601"/>
                  </a:lnTo>
                  <a:cubicBezTo>
                    <a:pt x="459" y="601"/>
                    <a:pt x="459" y="601"/>
                    <a:pt x="459" y="601"/>
                  </a:cubicBezTo>
                  <a:cubicBezTo>
                    <a:pt x="445" y="601"/>
                    <a:pt x="431" y="593"/>
                    <a:pt x="431" y="572"/>
                  </a:cubicBezTo>
                  <a:cubicBezTo>
                    <a:pt x="431" y="558"/>
                    <a:pt x="445" y="544"/>
                    <a:pt x="459" y="544"/>
                  </a:cubicBezTo>
                  <a:cubicBezTo>
                    <a:pt x="544" y="544"/>
                    <a:pt x="544" y="544"/>
                    <a:pt x="544" y="544"/>
                  </a:cubicBezTo>
                  <a:cubicBezTo>
                    <a:pt x="544" y="459"/>
                    <a:pt x="544" y="459"/>
                    <a:pt x="544" y="459"/>
                  </a:cubicBezTo>
                  <a:cubicBezTo>
                    <a:pt x="544" y="445"/>
                    <a:pt x="558" y="431"/>
                    <a:pt x="572" y="431"/>
                  </a:cubicBezTo>
                  <a:cubicBezTo>
                    <a:pt x="594" y="431"/>
                    <a:pt x="601" y="445"/>
                    <a:pt x="601" y="459"/>
                  </a:cubicBezTo>
                  <a:cubicBezTo>
                    <a:pt x="601" y="572"/>
                    <a:pt x="601" y="572"/>
                    <a:pt x="601" y="572"/>
                  </a:cubicBezTo>
                  <a:cubicBezTo>
                    <a:pt x="601" y="593"/>
                    <a:pt x="594" y="601"/>
                    <a:pt x="572" y="601"/>
                  </a:cubicBezTo>
                  <a:close/>
                  <a:moveTo>
                    <a:pt x="572" y="169"/>
                  </a:moveTo>
                  <a:lnTo>
                    <a:pt x="572" y="169"/>
                  </a:lnTo>
                  <a:cubicBezTo>
                    <a:pt x="558" y="169"/>
                    <a:pt x="544" y="155"/>
                    <a:pt x="544" y="141"/>
                  </a:cubicBezTo>
                  <a:cubicBezTo>
                    <a:pt x="544" y="56"/>
                    <a:pt x="544" y="56"/>
                    <a:pt x="544" y="56"/>
                  </a:cubicBezTo>
                  <a:cubicBezTo>
                    <a:pt x="459" y="56"/>
                    <a:pt x="459" y="56"/>
                    <a:pt x="459" y="56"/>
                  </a:cubicBezTo>
                  <a:cubicBezTo>
                    <a:pt x="445" y="56"/>
                    <a:pt x="431" y="42"/>
                    <a:pt x="431" y="28"/>
                  </a:cubicBezTo>
                  <a:cubicBezTo>
                    <a:pt x="431" y="14"/>
                    <a:pt x="445" y="0"/>
                    <a:pt x="459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14"/>
                    <a:pt x="601" y="28"/>
                  </a:cubicBezTo>
                  <a:cubicBezTo>
                    <a:pt x="601" y="141"/>
                    <a:pt x="601" y="141"/>
                    <a:pt x="601" y="141"/>
                  </a:cubicBezTo>
                  <a:cubicBezTo>
                    <a:pt x="601" y="155"/>
                    <a:pt x="594" y="169"/>
                    <a:pt x="572" y="169"/>
                  </a:cubicBezTo>
                  <a:close/>
                  <a:moveTo>
                    <a:pt x="141" y="56"/>
                  </a:moveTo>
                  <a:lnTo>
                    <a:pt x="141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141"/>
                    <a:pt x="56" y="141"/>
                    <a:pt x="56" y="141"/>
                  </a:cubicBezTo>
                  <a:cubicBezTo>
                    <a:pt x="56" y="155"/>
                    <a:pt x="42" y="169"/>
                    <a:pt x="28" y="169"/>
                  </a:cubicBezTo>
                  <a:cubicBezTo>
                    <a:pt x="14" y="169"/>
                    <a:pt x="0" y="155"/>
                    <a:pt x="0" y="14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55" y="0"/>
                    <a:pt x="169" y="14"/>
                    <a:pt x="169" y="28"/>
                  </a:cubicBezTo>
                  <a:cubicBezTo>
                    <a:pt x="169" y="42"/>
                    <a:pt x="155" y="56"/>
                    <a:pt x="141" y="56"/>
                  </a:cubicBezTo>
                  <a:close/>
                  <a:moveTo>
                    <a:pt x="85" y="85"/>
                  </a:moveTo>
                  <a:lnTo>
                    <a:pt x="85" y="85"/>
                  </a:lnTo>
                  <a:cubicBezTo>
                    <a:pt x="516" y="85"/>
                    <a:pt x="516" y="85"/>
                    <a:pt x="516" y="85"/>
                  </a:cubicBezTo>
                  <a:cubicBezTo>
                    <a:pt x="516" y="516"/>
                    <a:pt x="516" y="516"/>
                    <a:pt x="516" y="516"/>
                  </a:cubicBezTo>
                  <a:cubicBezTo>
                    <a:pt x="85" y="516"/>
                    <a:pt x="85" y="516"/>
                    <a:pt x="85" y="516"/>
                  </a:cubicBezTo>
                  <a:lnTo>
                    <a:pt x="85" y="85"/>
                  </a:lnTo>
                  <a:close/>
                  <a:moveTo>
                    <a:pt x="141" y="459"/>
                  </a:moveTo>
                  <a:lnTo>
                    <a:pt x="141" y="459"/>
                  </a:lnTo>
                  <a:cubicBezTo>
                    <a:pt x="459" y="459"/>
                    <a:pt x="459" y="459"/>
                    <a:pt x="459" y="459"/>
                  </a:cubicBezTo>
                  <a:cubicBezTo>
                    <a:pt x="459" y="141"/>
                    <a:pt x="459" y="141"/>
                    <a:pt x="459" y="141"/>
                  </a:cubicBezTo>
                  <a:cubicBezTo>
                    <a:pt x="141" y="141"/>
                    <a:pt x="141" y="141"/>
                    <a:pt x="141" y="141"/>
                  </a:cubicBezTo>
                  <a:lnTo>
                    <a:pt x="141" y="459"/>
                  </a:lnTo>
                  <a:close/>
                  <a:moveTo>
                    <a:pt x="28" y="431"/>
                  </a:moveTo>
                  <a:lnTo>
                    <a:pt x="28" y="431"/>
                  </a:lnTo>
                  <a:cubicBezTo>
                    <a:pt x="42" y="431"/>
                    <a:pt x="56" y="445"/>
                    <a:pt x="56" y="459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141" y="544"/>
                    <a:pt x="141" y="544"/>
                    <a:pt x="141" y="544"/>
                  </a:cubicBezTo>
                  <a:cubicBezTo>
                    <a:pt x="155" y="544"/>
                    <a:pt x="169" y="558"/>
                    <a:pt x="169" y="572"/>
                  </a:cubicBezTo>
                  <a:cubicBezTo>
                    <a:pt x="169" y="593"/>
                    <a:pt x="155" y="601"/>
                    <a:pt x="141" y="601"/>
                  </a:cubicBezTo>
                  <a:cubicBezTo>
                    <a:pt x="28" y="601"/>
                    <a:pt x="28" y="601"/>
                    <a:pt x="28" y="601"/>
                  </a:cubicBezTo>
                  <a:cubicBezTo>
                    <a:pt x="14" y="601"/>
                    <a:pt x="0" y="593"/>
                    <a:pt x="0" y="572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0" y="445"/>
                    <a:pt x="14" y="431"/>
                    <a:pt x="28" y="4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5"/>
            <p:cNvSpPr/>
            <p:nvPr/>
          </p:nvSpPr>
          <p:spPr>
            <a:xfrm>
              <a:off x="3658989" y="2751930"/>
              <a:ext cx="215892" cy="217487"/>
            </a:xfrm>
            <a:custGeom>
              <a:rect b="b" l="l" r="r" t="t"/>
              <a:pathLst>
                <a:path extrusionOk="0" h="602" w="601">
                  <a:moveTo>
                    <a:pt x="572" y="601"/>
                  </a:moveTo>
                  <a:lnTo>
                    <a:pt x="572" y="601"/>
                  </a:lnTo>
                  <a:cubicBezTo>
                    <a:pt x="459" y="601"/>
                    <a:pt x="459" y="601"/>
                    <a:pt x="459" y="601"/>
                  </a:cubicBezTo>
                  <a:cubicBezTo>
                    <a:pt x="445" y="601"/>
                    <a:pt x="431" y="593"/>
                    <a:pt x="431" y="572"/>
                  </a:cubicBezTo>
                  <a:cubicBezTo>
                    <a:pt x="431" y="558"/>
                    <a:pt x="445" y="544"/>
                    <a:pt x="459" y="544"/>
                  </a:cubicBezTo>
                  <a:cubicBezTo>
                    <a:pt x="544" y="544"/>
                    <a:pt x="544" y="544"/>
                    <a:pt x="544" y="544"/>
                  </a:cubicBezTo>
                  <a:cubicBezTo>
                    <a:pt x="544" y="459"/>
                    <a:pt x="544" y="459"/>
                    <a:pt x="544" y="459"/>
                  </a:cubicBezTo>
                  <a:cubicBezTo>
                    <a:pt x="544" y="445"/>
                    <a:pt x="558" y="431"/>
                    <a:pt x="572" y="431"/>
                  </a:cubicBezTo>
                  <a:cubicBezTo>
                    <a:pt x="586" y="431"/>
                    <a:pt x="600" y="445"/>
                    <a:pt x="600" y="459"/>
                  </a:cubicBezTo>
                  <a:cubicBezTo>
                    <a:pt x="600" y="572"/>
                    <a:pt x="600" y="572"/>
                    <a:pt x="600" y="572"/>
                  </a:cubicBezTo>
                  <a:cubicBezTo>
                    <a:pt x="600" y="593"/>
                    <a:pt x="586" y="601"/>
                    <a:pt x="572" y="601"/>
                  </a:cubicBezTo>
                  <a:close/>
                  <a:moveTo>
                    <a:pt x="85" y="85"/>
                  </a:moveTo>
                  <a:lnTo>
                    <a:pt x="85" y="85"/>
                  </a:lnTo>
                  <a:cubicBezTo>
                    <a:pt x="516" y="85"/>
                    <a:pt x="516" y="85"/>
                    <a:pt x="516" y="85"/>
                  </a:cubicBezTo>
                  <a:cubicBezTo>
                    <a:pt x="516" y="516"/>
                    <a:pt x="516" y="516"/>
                    <a:pt x="516" y="516"/>
                  </a:cubicBezTo>
                  <a:cubicBezTo>
                    <a:pt x="85" y="516"/>
                    <a:pt x="85" y="516"/>
                    <a:pt x="85" y="516"/>
                  </a:cubicBezTo>
                  <a:lnTo>
                    <a:pt x="85" y="85"/>
                  </a:lnTo>
                  <a:close/>
                  <a:moveTo>
                    <a:pt x="141" y="459"/>
                  </a:moveTo>
                  <a:lnTo>
                    <a:pt x="141" y="459"/>
                  </a:lnTo>
                  <a:cubicBezTo>
                    <a:pt x="459" y="459"/>
                    <a:pt x="459" y="459"/>
                    <a:pt x="459" y="459"/>
                  </a:cubicBezTo>
                  <a:cubicBezTo>
                    <a:pt x="459" y="141"/>
                    <a:pt x="459" y="141"/>
                    <a:pt x="459" y="141"/>
                  </a:cubicBezTo>
                  <a:cubicBezTo>
                    <a:pt x="141" y="141"/>
                    <a:pt x="141" y="141"/>
                    <a:pt x="141" y="141"/>
                  </a:cubicBezTo>
                  <a:lnTo>
                    <a:pt x="141" y="459"/>
                  </a:lnTo>
                  <a:close/>
                  <a:moveTo>
                    <a:pt x="141" y="56"/>
                  </a:moveTo>
                  <a:lnTo>
                    <a:pt x="141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141"/>
                    <a:pt x="56" y="141"/>
                    <a:pt x="56" y="141"/>
                  </a:cubicBezTo>
                  <a:cubicBezTo>
                    <a:pt x="56" y="155"/>
                    <a:pt x="42" y="169"/>
                    <a:pt x="28" y="169"/>
                  </a:cubicBezTo>
                  <a:cubicBezTo>
                    <a:pt x="7" y="169"/>
                    <a:pt x="0" y="155"/>
                    <a:pt x="0" y="14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55" y="0"/>
                    <a:pt x="169" y="14"/>
                    <a:pt x="169" y="28"/>
                  </a:cubicBezTo>
                  <a:cubicBezTo>
                    <a:pt x="169" y="42"/>
                    <a:pt x="155" y="56"/>
                    <a:pt x="141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5"/>
            <p:cNvSpPr/>
            <p:nvPr/>
          </p:nvSpPr>
          <p:spPr>
            <a:xfrm>
              <a:off x="3276416" y="2751930"/>
              <a:ext cx="219067" cy="217487"/>
            </a:xfrm>
            <a:custGeom>
              <a:rect b="b" l="l" r="r" t="t"/>
              <a:pathLst>
                <a:path extrusionOk="0" h="602" w="608">
                  <a:moveTo>
                    <a:pt x="579" y="169"/>
                  </a:moveTo>
                  <a:lnTo>
                    <a:pt x="579" y="169"/>
                  </a:lnTo>
                  <a:cubicBezTo>
                    <a:pt x="558" y="169"/>
                    <a:pt x="551" y="155"/>
                    <a:pt x="551" y="141"/>
                  </a:cubicBezTo>
                  <a:cubicBezTo>
                    <a:pt x="551" y="56"/>
                    <a:pt x="551" y="56"/>
                    <a:pt x="551" y="56"/>
                  </a:cubicBezTo>
                  <a:cubicBezTo>
                    <a:pt x="466" y="56"/>
                    <a:pt x="466" y="56"/>
                    <a:pt x="466" y="56"/>
                  </a:cubicBezTo>
                  <a:cubicBezTo>
                    <a:pt x="445" y="56"/>
                    <a:pt x="438" y="42"/>
                    <a:pt x="438" y="28"/>
                  </a:cubicBezTo>
                  <a:cubicBezTo>
                    <a:pt x="438" y="14"/>
                    <a:pt x="445" y="0"/>
                    <a:pt x="466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93" y="0"/>
                    <a:pt x="607" y="14"/>
                    <a:pt x="607" y="28"/>
                  </a:cubicBezTo>
                  <a:cubicBezTo>
                    <a:pt x="607" y="141"/>
                    <a:pt x="607" y="141"/>
                    <a:pt x="607" y="141"/>
                  </a:cubicBezTo>
                  <a:cubicBezTo>
                    <a:pt x="607" y="155"/>
                    <a:pt x="593" y="169"/>
                    <a:pt x="579" y="169"/>
                  </a:cubicBezTo>
                  <a:close/>
                  <a:moveTo>
                    <a:pt x="523" y="516"/>
                  </a:moveTo>
                  <a:lnTo>
                    <a:pt x="523" y="516"/>
                  </a:lnTo>
                  <a:cubicBezTo>
                    <a:pt x="84" y="516"/>
                    <a:pt x="84" y="516"/>
                    <a:pt x="84" y="516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523" y="85"/>
                    <a:pt x="523" y="85"/>
                    <a:pt x="523" y="85"/>
                  </a:cubicBezTo>
                  <a:lnTo>
                    <a:pt x="523" y="516"/>
                  </a:lnTo>
                  <a:close/>
                  <a:moveTo>
                    <a:pt x="466" y="141"/>
                  </a:moveTo>
                  <a:lnTo>
                    <a:pt x="466" y="141"/>
                  </a:lnTo>
                  <a:cubicBezTo>
                    <a:pt x="141" y="141"/>
                    <a:pt x="141" y="141"/>
                    <a:pt x="141" y="141"/>
                  </a:cubicBezTo>
                  <a:cubicBezTo>
                    <a:pt x="141" y="459"/>
                    <a:pt x="141" y="459"/>
                    <a:pt x="141" y="459"/>
                  </a:cubicBezTo>
                  <a:cubicBezTo>
                    <a:pt x="466" y="459"/>
                    <a:pt x="466" y="459"/>
                    <a:pt x="466" y="459"/>
                  </a:cubicBezTo>
                  <a:lnTo>
                    <a:pt x="466" y="141"/>
                  </a:lnTo>
                  <a:close/>
                  <a:moveTo>
                    <a:pt x="141" y="544"/>
                  </a:moveTo>
                  <a:lnTo>
                    <a:pt x="141" y="544"/>
                  </a:lnTo>
                  <a:cubicBezTo>
                    <a:pt x="162" y="544"/>
                    <a:pt x="169" y="558"/>
                    <a:pt x="169" y="572"/>
                  </a:cubicBezTo>
                  <a:cubicBezTo>
                    <a:pt x="169" y="593"/>
                    <a:pt x="162" y="601"/>
                    <a:pt x="141" y="601"/>
                  </a:cubicBezTo>
                  <a:cubicBezTo>
                    <a:pt x="28" y="601"/>
                    <a:pt x="28" y="601"/>
                    <a:pt x="28" y="601"/>
                  </a:cubicBezTo>
                  <a:cubicBezTo>
                    <a:pt x="14" y="601"/>
                    <a:pt x="0" y="593"/>
                    <a:pt x="0" y="572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0" y="445"/>
                    <a:pt x="14" y="431"/>
                    <a:pt x="28" y="431"/>
                  </a:cubicBezTo>
                  <a:cubicBezTo>
                    <a:pt x="49" y="431"/>
                    <a:pt x="56" y="445"/>
                    <a:pt x="56" y="459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141" y="544"/>
                    <a:pt x="141" y="544"/>
                    <a:pt x="141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5"/>
            <p:cNvSpPr/>
            <p:nvPr/>
          </p:nvSpPr>
          <p:spPr>
            <a:xfrm>
              <a:off x="2898605" y="2751930"/>
              <a:ext cx="215892" cy="217487"/>
            </a:xfrm>
            <a:custGeom>
              <a:rect b="b" l="l" r="r" t="t"/>
              <a:pathLst>
                <a:path extrusionOk="0" h="602" w="601">
                  <a:moveTo>
                    <a:pt x="572" y="601"/>
                  </a:moveTo>
                  <a:lnTo>
                    <a:pt x="572" y="601"/>
                  </a:lnTo>
                  <a:cubicBezTo>
                    <a:pt x="28" y="601"/>
                    <a:pt x="28" y="601"/>
                    <a:pt x="28" y="601"/>
                  </a:cubicBezTo>
                  <a:cubicBezTo>
                    <a:pt x="14" y="601"/>
                    <a:pt x="0" y="593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3" y="0"/>
                    <a:pt x="600" y="14"/>
                    <a:pt x="600" y="28"/>
                  </a:cubicBezTo>
                  <a:cubicBezTo>
                    <a:pt x="600" y="572"/>
                    <a:pt x="600" y="572"/>
                    <a:pt x="600" y="572"/>
                  </a:cubicBezTo>
                  <a:cubicBezTo>
                    <a:pt x="600" y="593"/>
                    <a:pt x="593" y="601"/>
                    <a:pt x="572" y="601"/>
                  </a:cubicBezTo>
                  <a:close/>
                  <a:moveTo>
                    <a:pt x="544" y="56"/>
                  </a:moveTo>
                  <a:lnTo>
                    <a:pt x="544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544" y="544"/>
                    <a:pt x="544" y="544"/>
                    <a:pt x="544" y="544"/>
                  </a:cubicBezTo>
                  <a:lnTo>
                    <a:pt x="544" y="56"/>
                  </a:lnTo>
                  <a:close/>
                  <a:moveTo>
                    <a:pt x="120" y="85"/>
                  </a:moveTo>
                  <a:lnTo>
                    <a:pt x="120" y="85"/>
                  </a:lnTo>
                  <a:cubicBezTo>
                    <a:pt x="226" y="85"/>
                    <a:pt x="226" y="85"/>
                    <a:pt x="226" y="85"/>
                  </a:cubicBezTo>
                  <a:cubicBezTo>
                    <a:pt x="240" y="85"/>
                    <a:pt x="254" y="99"/>
                    <a:pt x="254" y="113"/>
                  </a:cubicBezTo>
                  <a:cubicBezTo>
                    <a:pt x="254" y="127"/>
                    <a:pt x="240" y="141"/>
                    <a:pt x="226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226"/>
                    <a:pt x="141" y="226"/>
                    <a:pt x="141" y="226"/>
                  </a:cubicBezTo>
                  <a:cubicBezTo>
                    <a:pt x="141" y="240"/>
                    <a:pt x="127" y="254"/>
                    <a:pt x="113" y="254"/>
                  </a:cubicBezTo>
                  <a:cubicBezTo>
                    <a:pt x="99" y="254"/>
                    <a:pt x="84" y="240"/>
                    <a:pt x="84" y="226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120" y="85"/>
                    <a:pt x="120" y="85"/>
                    <a:pt x="120" y="85"/>
                  </a:cubicBezTo>
                  <a:close/>
                  <a:moveTo>
                    <a:pt x="84" y="374"/>
                  </a:moveTo>
                  <a:lnTo>
                    <a:pt x="84" y="374"/>
                  </a:lnTo>
                  <a:cubicBezTo>
                    <a:pt x="84" y="360"/>
                    <a:pt x="99" y="346"/>
                    <a:pt x="113" y="346"/>
                  </a:cubicBezTo>
                  <a:cubicBezTo>
                    <a:pt x="127" y="346"/>
                    <a:pt x="141" y="360"/>
                    <a:pt x="141" y="374"/>
                  </a:cubicBezTo>
                  <a:cubicBezTo>
                    <a:pt x="141" y="459"/>
                    <a:pt x="141" y="459"/>
                    <a:pt x="141" y="459"/>
                  </a:cubicBezTo>
                  <a:cubicBezTo>
                    <a:pt x="226" y="459"/>
                    <a:pt x="226" y="459"/>
                    <a:pt x="226" y="459"/>
                  </a:cubicBezTo>
                  <a:cubicBezTo>
                    <a:pt x="240" y="459"/>
                    <a:pt x="254" y="473"/>
                    <a:pt x="254" y="487"/>
                  </a:cubicBezTo>
                  <a:cubicBezTo>
                    <a:pt x="254" y="509"/>
                    <a:pt x="240" y="516"/>
                    <a:pt x="226" y="516"/>
                  </a:cubicBezTo>
                  <a:cubicBezTo>
                    <a:pt x="120" y="516"/>
                    <a:pt x="120" y="516"/>
                    <a:pt x="120" y="516"/>
                  </a:cubicBezTo>
                  <a:cubicBezTo>
                    <a:pt x="84" y="516"/>
                    <a:pt x="84" y="516"/>
                    <a:pt x="84" y="516"/>
                  </a:cubicBezTo>
                  <a:cubicBezTo>
                    <a:pt x="84" y="480"/>
                    <a:pt x="84" y="480"/>
                    <a:pt x="84" y="480"/>
                  </a:cubicBezTo>
                  <a:lnTo>
                    <a:pt x="84" y="374"/>
                  </a:lnTo>
                  <a:close/>
                  <a:moveTo>
                    <a:pt x="374" y="85"/>
                  </a:moveTo>
                  <a:lnTo>
                    <a:pt x="374" y="85"/>
                  </a:lnTo>
                  <a:cubicBezTo>
                    <a:pt x="480" y="85"/>
                    <a:pt x="480" y="85"/>
                    <a:pt x="480" y="85"/>
                  </a:cubicBezTo>
                  <a:cubicBezTo>
                    <a:pt x="515" y="85"/>
                    <a:pt x="515" y="85"/>
                    <a:pt x="515" y="85"/>
                  </a:cubicBezTo>
                  <a:cubicBezTo>
                    <a:pt x="515" y="120"/>
                    <a:pt x="515" y="120"/>
                    <a:pt x="515" y="120"/>
                  </a:cubicBezTo>
                  <a:cubicBezTo>
                    <a:pt x="515" y="226"/>
                    <a:pt x="515" y="226"/>
                    <a:pt x="515" y="226"/>
                  </a:cubicBezTo>
                  <a:cubicBezTo>
                    <a:pt x="515" y="240"/>
                    <a:pt x="508" y="254"/>
                    <a:pt x="487" y="254"/>
                  </a:cubicBezTo>
                  <a:cubicBezTo>
                    <a:pt x="473" y="254"/>
                    <a:pt x="459" y="240"/>
                    <a:pt x="459" y="226"/>
                  </a:cubicBezTo>
                  <a:cubicBezTo>
                    <a:pt x="459" y="141"/>
                    <a:pt x="459" y="141"/>
                    <a:pt x="459" y="141"/>
                  </a:cubicBezTo>
                  <a:cubicBezTo>
                    <a:pt x="374" y="141"/>
                    <a:pt x="374" y="141"/>
                    <a:pt x="374" y="141"/>
                  </a:cubicBezTo>
                  <a:cubicBezTo>
                    <a:pt x="360" y="141"/>
                    <a:pt x="346" y="127"/>
                    <a:pt x="346" y="113"/>
                  </a:cubicBezTo>
                  <a:cubicBezTo>
                    <a:pt x="346" y="99"/>
                    <a:pt x="360" y="85"/>
                    <a:pt x="374" y="85"/>
                  </a:cubicBezTo>
                  <a:close/>
                  <a:moveTo>
                    <a:pt x="374" y="459"/>
                  </a:moveTo>
                  <a:lnTo>
                    <a:pt x="374" y="459"/>
                  </a:lnTo>
                  <a:cubicBezTo>
                    <a:pt x="459" y="459"/>
                    <a:pt x="459" y="459"/>
                    <a:pt x="459" y="459"/>
                  </a:cubicBezTo>
                  <a:cubicBezTo>
                    <a:pt x="459" y="374"/>
                    <a:pt x="459" y="374"/>
                    <a:pt x="459" y="374"/>
                  </a:cubicBezTo>
                  <a:cubicBezTo>
                    <a:pt x="459" y="360"/>
                    <a:pt x="473" y="346"/>
                    <a:pt x="487" y="346"/>
                  </a:cubicBezTo>
                  <a:cubicBezTo>
                    <a:pt x="508" y="346"/>
                    <a:pt x="515" y="360"/>
                    <a:pt x="515" y="374"/>
                  </a:cubicBezTo>
                  <a:cubicBezTo>
                    <a:pt x="515" y="480"/>
                    <a:pt x="515" y="480"/>
                    <a:pt x="515" y="480"/>
                  </a:cubicBezTo>
                  <a:cubicBezTo>
                    <a:pt x="515" y="516"/>
                    <a:pt x="515" y="516"/>
                    <a:pt x="515" y="516"/>
                  </a:cubicBezTo>
                  <a:cubicBezTo>
                    <a:pt x="480" y="516"/>
                    <a:pt x="480" y="516"/>
                    <a:pt x="480" y="516"/>
                  </a:cubicBezTo>
                  <a:cubicBezTo>
                    <a:pt x="374" y="516"/>
                    <a:pt x="374" y="516"/>
                    <a:pt x="374" y="516"/>
                  </a:cubicBezTo>
                  <a:cubicBezTo>
                    <a:pt x="360" y="516"/>
                    <a:pt x="346" y="509"/>
                    <a:pt x="346" y="487"/>
                  </a:cubicBezTo>
                  <a:cubicBezTo>
                    <a:pt x="346" y="473"/>
                    <a:pt x="360" y="459"/>
                    <a:pt x="374" y="4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5"/>
            <p:cNvSpPr/>
            <p:nvPr/>
          </p:nvSpPr>
          <p:spPr>
            <a:xfrm>
              <a:off x="2519205" y="2751930"/>
              <a:ext cx="215892" cy="217487"/>
            </a:xfrm>
            <a:custGeom>
              <a:rect b="b" l="l" r="r" t="t"/>
              <a:pathLst>
                <a:path extrusionOk="0" h="602" w="601">
                  <a:moveTo>
                    <a:pt x="572" y="601"/>
                  </a:moveTo>
                  <a:lnTo>
                    <a:pt x="572" y="601"/>
                  </a:lnTo>
                  <a:cubicBezTo>
                    <a:pt x="28" y="601"/>
                    <a:pt x="28" y="601"/>
                    <a:pt x="28" y="601"/>
                  </a:cubicBezTo>
                  <a:cubicBezTo>
                    <a:pt x="7" y="601"/>
                    <a:pt x="0" y="593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86" y="0"/>
                    <a:pt x="600" y="14"/>
                    <a:pt x="600" y="28"/>
                  </a:cubicBezTo>
                  <a:cubicBezTo>
                    <a:pt x="600" y="572"/>
                    <a:pt x="600" y="572"/>
                    <a:pt x="600" y="572"/>
                  </a:cubicBezTo>
                  <a:cubicBezTo>
                    <a:pt x="600" y="593"/>
                    <a:pt x="586" y="601"/>
                    <a:pt x="572" y="601"/>
                  </a:cubicBezTo>
                  <a:close/>
                  <a:moveTo>
                    <a:pt x="544" y="56"/>
                  </a:moveTo>
                  <a:lnTo>
                    <a:pt x="544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544"/>
                    <a:pt x="56" y="544"/>
                    <a:pt x="56" y="544"/>
                  </a:cubicBezTo>
                  <a:cubicBezTo>
                    <a:pt x="544" y="544"/>
                    <a:pt x="544" y="544"/>
                    <a:pt x="544" y="544"/>
                  </a:cubicBezTo>
                  <a:lnTo>
                    <a:pt x="544" y="56"/>
                  </a:lnTo>
                  <a:close/>
                  <a:moveTo>
                    <a:pt x="169" y="198"/>
                  </a:moveTo>
                  <a:lnTo>
                    <a:pt x="169" y="198"/>
                  </a:lnTo>
                  <a:cubicBezTo>
                    <a:pt x="169" y="184"/>
                    <a:pt x="176" y="169"/>
                    <a:pt x="197" y="169"/>
                  </a:cubicBezTo>
                  <a:cubicBezTo>
                    <a:pt x="204" y="169"/>
                    <a:pt x="211" y="169"/>
                    <a:pt x="211" y="176"/>
                  </a:cubicBezTo>
                  <a:cubicBezTo>
                    <a:pt x="296" y="261"/>
                    <a:pt x="296" y="261"/>
                    <a:pt x="296" y="261"/>
                  </a:cubicBezTo>
                  <a:cubicBezTo>
                    <a:pt x="381" y="176"/>
                    <a:pt x="381" y="176"/>
                    <a:pt x="381" y="176"/>
                  </a:cubicBezTo>
                  <a:cubicBezTo>
                    <a:pt x="388" y="169"/>
                    <a:pt x="395" y="169"/>
                    <a:pt x="402" y="169"/>
                  </a:cubicBezTo>
                  <a:cubicBezTo>
                    <a:pt x="417" y="169"/>
                    <a:pt x="431" y="184"/>
                    <a:pt x="431" y="198"/>
                  </a:cubicBezTo>
                  <a:cubicBezTo>
                    <a:pt x="431" y="205"/>
                    <a:pt x="431" y="212"/>
                    <a:pt x="424" y="219"/>
                  </a:cubicBezTo>
                  <a:cubicBezTo>
                    <a:pt x="339" y="304"/>
                    <a:pt x="339" y="304"/>
                    <a:pt x="339" y="304"/>
                  </a:cubicBezTo>
                  <a:cubicBezTo>
                    <a:pt x="424" y="389"/>
                    <a:pt x="424" y="389"/>
                    <a:pt x="424" y="389"/>
                  </a:cubicBezTo>
                  <a:cubicBezTo>
                    <a:pt x="431" y="389"/>
                    <a:pt x="431" y="396"/>
                    <a:pt x="431" y="403"/>
                  </a:cubicBezTo>
                  <a:cubicBezTo>
                    <a:pt x="431" y="424"/>
                    <a:pt x="417" y="431"/>
                    <a:pt x="402" y="431"/>
                  </a:cubicBezTo>
                  <a:cubicBezTo>
                    <a:pt x="395" y="431"/>
                    <a:pt x="388" y="431"/>
                    <a:pt x="381" y="424"/>
                  </a:cubicBezTo>
                  <a:cubicBezTo>
                    <a:pt x="296" y="339"/>
                    <a:pt x="296" y="339"/>
                    <a:pt x="296" y="339"/>
                  </a:cubicBezTo>
                  <a:cubicBezTo>
                    <a:pt x="211" y="424"/>
                    <a:pt x="211" y="424"/>
                    <a:pt x="211" y="424"/>
                  </a:cubicBezTo>
                  <a:cubicBezTo>
                    <a:pt x="211" y="431"/>
                    <a:pt x="204" y="431"/>
                    <a:pt x="197" y="431"/>
                  </a:cubicBezTo>
                  <a:cubicBezTo>
                    <a:pt x="176" y="431"/>
                    <a:pt x="169" y="424"/>
                    <a:pt x="169" y="403"/>
                  </a:cubicBezTo>
                  <a:cubicBezTo>
                    <a:pt x="169" y="396"/>
                    <a:pt x="169" y="389"/>
                    <a:pt x="176" y="389"/>
                  </a:cubicBezTo>
                  <a:cubicBezTo>
                    <a:pt x="261" y="304"/>
                    <a:pt x="261" y="304"/>
                    <a:pt x="261" y="304"/>
                  </a:cubicBezTo>
                  <a:cubicBezTo>
                    <a:pt x="176" y="219"/>
                    <a:pt x="176" y="219"/>
                    <a:pt x="176" y="219"/>
                  </a:cubicBezTo>
                  <a:cubicBezTo>
                    <a:pt x="169" y="212"/>
                    <a:pt x="169" y="205"/>
                    <a:pt x="169" y="1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5"/>
            <p:cNvSpPr/>
            <p:nvPr/>
          </p:nvSpPr>
          <p:spPr>
            <a:xfrm>
              <a:off x="2136632" y="2751930"/>
              <a:ext cx="219067" cy="217487"/>
            </a:xfrm>
            <a:custGeom>
              <a:rect b="b" l="l" r="r" t="t"/>
              <a:pathLst>
                <a:path extrusionOk="0" h="602" w="609">
                  <a:moveTo>
                    <a:pt x="580" y="601"/>
                  </a:moveTo>
                  <a:lnTo>
                    <a:pt x="580" y="601"/>
                  </a:lnTo>
                  <a:cubicBezTo>
                    <a:pt x="29" y="601"/>
                    <a:pt x="29" y="601"/>
                    <a:pt x="29" y="601"/>
                  </a:cubicBezTo>
                  <a:cubicBezTo>
                    <a:pt x="15" y="601"/>
                    <a:pt x="0" y="593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14"/>
                    <a:pt x="608" y="28"/>
                  </a:cubicBezTo>
                  <a:cubicBezTo>
                    <a:pt x="608" y="572"/>
                    <a:pt x="608" y="572"/>
                    <a:pt x="608" y="572"/>
                  </a:cubicBezTo>
                  <a:cubicBezTo>
                    <a:pt x="608" y="593"/>
                    <a:pt x="594" y="601"/>
                    <a:pt x="580" y="601"/>
                  </a:cubicBezTo>
                  <a:close/>
                  <a:moveTo>
                    <a:pt x="552" y="56"/>
                  </a:moveTo>
                  <a:lnTo>
                    <a:pt x="552" y="56"/>
                  </a:lnTo>
                  <a:cubicBezTo>
                    <a:pt x="57" y="56"/>
                    <a:pt x="57" y="56"/>
                    <a:pt x="57" y="56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552" y="544"/>
                    <a:pt x="552" y="544"/>
                    <a:pt x="552" y="544"/>
                  </a:cubicBezTo>
                  <a:lnTo>
                    <a:pt x="552" y="56"/>
                  </a:lnTo>
                  <a:close/>
                  <a:moveTo>
                    <a:pt x="184" y="261"/>
                  </a:moveTo>
                  <a:lnTo>
                    <a:pt x="184" y="261"/>
                  </a:lnTo>
                  <a:cubicBezTo>
                    <a:pt x="191" y="261"/>
                    <a:pt x="198" y="268"/>
                    <a:pt x="198" y="275"/>
                  </a:cubicBezTo>
                  <a:cubicBezTo>
                    <a:pt x="269" y="339"/>
                    <a:pt x="269" y="339"/>
                    <a:pt x="269" y="339"/>
                  </a:cubicBezTo>
                  <a:cubicBezTo>
                    <a:pt x="396" y="205"/>
                    <a:pt x="396" y="205"/>
                    <a:pt x="396" y="205"/>
                  </a:cubicBezTo>
                  <a:cubicBezTo>
                    <a:pt x="403" y="198"/>
                    <a:pt x="410" y="198"/>
                    <a:pt x="417" y="198"/>
                  </a:cubicBezTo>
                  <a:cubicBezTo>
                    <a:pt x="432" y="198"/>
                    <a:pt x="446" y="212"/>
                    <a:pt x="446" y="226"/>
                  </a:cubicBezTo>
                  <a:cubicBezTo>
                    <a:pt x="446" y="233"/>
                    <a:pt x="446" y="240"/>
                    <a:pt x="439" y="247"/>
                  </a:cubicBezTo>
                  <a:cubicBezTo>
                    <a:pt x="283" y="396"/>
                    <a:pt x="283" y="396"/>
                    <a:pt x="283" y="396"/>
                  </a:cubicBezTo>
                  <a:cubicBezTo>
                    <a:pt x="283" y="403"/>
                    <a:pt x="276" y="403"/>
                    <a:pt x="269" y="403"/>
                  </a:cubicBezTo>
                  <a:cubicBezTo>
                    <a:pt x="262" y="403"/>
                    <a:pt x="255" y="403"/>
                    <a:pt x="248" y="396"/>
                  </a:cubicBezTo>
                  <a:cubicBezTo>
                    <a:pt x="163" y="311"/>
                    <a:pt x="163" y="311"/>
                    <a:pt x="163" y="311"/>
                  </a:cubicBezTo>
                  <a:cubicBezTo>
                    <a:pt x="156" y="304"/>
                    <a:pt x="156" y="297"/>
                    <a:pt x="156" y="290"/>
                  </a:cubicBezTo>
                  <a:cubicBezTo>
                    <a:pt x="156" y="275"/>
                    <a:pt x="163" y="261"/>
                    <a:pt x="184" y="261"/>
                  </a:cubicBezTo>
                  <a:close/>
                  <a:moveTo>
                    <a:pt x="439" y="403"/>
                  </a:moveTo>
                  <a:lnTo>
                    <a:pt x="439" y="403"/>
                  </a:lnTo>
                  <a:close/>
                  <a:moveTo>
                    <a:pt x="439" y="198"/>
                  </a:moveTo>
                  <a:lnTo>
                    <a:pt x="439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5"/>
            <p:cNvSpPr/>
            <p:nvPr/>
          </p:nvSpPr>
          <p:spPr>
            <a:xfrm>
              <a:off x="1758821" y="2751930"/>
              <a:ext cx="217479" cy="217487"/>
            </a:xfrm>
            <a:custGeom>
              <a:rect b="b" l="l" r="r" t="t"/>
              <a:pathLst>
                <a:path extrusionOk="0" h="602" w="602">
                  <a:moveTo>
                    <a:pt x="573" y="601"/>
                  </a:moveTo>
                  <a:lnTo>
                    <a:pt x="573" y="601"/>
                  </a:lnTo>
                  <a:cubicBezTo>
                    <a:pt x="29" y="601"/>
                    <a:pt x="29" y="601"/>
                    <a:pt x="29" y="601"/>
                  </a:cubicBezTo>
                  <a:cubicBezTo>
                    <a:pt x="15" y="601"/>
                    <a:pt x="0" y="593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94" y="0"/>
                    <a:pt x="601" y="14"/>
                    <a:pt x="601" y="28"/>
                  </a:cubicBezTo>
                  <a:cubicBezTo>
                    <a:pt x="601" y="572"/>
                    <a:pt x="601" y="572"/>
                    <a:pt x="601" y="572"/>
                  </a:cubicBezTo>
                  <a:cubicBezTo>
                    <a:pt x="601" y="593"/>
                    <a:pt x="594" y="601"/>
                    <a:pt x="573" y="601"/>
                  </a:cubicBezTo>
                  <a:close/>
                  <a:moveTo>
                    <a:pt x="544" y="56"/>
                  </a:moveTo>
                  <a:lnTo>
                    <a:pt x="544" y="56"/>
                  </a:lnTo>
                  <a:cubicBezTo>
                    <a:pt x="57" y="56"/>
                    <a:pt x="57" y="56"/>
                    <a:pt x="57" y="56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544" y="544"/>
                    <a:pt x="544" y="544"/>
                    <a:pt x="544" y="544"/>
                  </a:cubicBezTo>
                  <a:lnTo>
                    <a:pt x="544" y="56"/>
                  </a:lnTo>
                  <a:close/>
                  <a:moveTo>
                    <a:pt x="177" y="275"/>
                  </a:moveTo>
                  <a:lnTo>
                    <a:pt x="177" y="275"/>
                  </a:lnTo>
                  <a:cubicBezTo>
                    <a:pt x="248" y="275"/>
                    <a:pt x="248" y="275"/>
                    <a:pt x="248" y="275"/>
                  </a:cubicBezTo>
                  <a:cubicBezTo>
                    <a:pt x="276" y="275"/>
                    <a:pt x="276" y="275"/>
                    <a:pt x="276" y="275"/>
                  </a:cubicBezTo>
                  <a:cubicBezTo>
                    <a:pt x="333" y="275"/>
                    <a:pt x="333" y="275"/>
                    <a:pt x="333" y="275"/>
                  </a:cubicBezTo>
                  <a:cubicBezTo>
                    <a:pt x="368" y="275"/>
                    <a:pt x="368" y="275"/>
                    <a:pt x="368" y="275"/>
                  </a:cubicBezTo>
                  <a:cubicBezTo>
                    <a:pt x="424" y="275"/>
                    <a:pt x="424" y="275"/>
                    <a:pt x="424" y="275"/>
                  </a:cubicBezTo>
                  <a:cubicBezTo>
                    <a:pt x="439" y="275"/>
                    <a:pt x="453" y="282"/>
                    <a:pt x="453" y="304"/>
                  </a:cubicBezTo>
                  <a:cubicBezTo>
                    <a:pt x="453" y="318"/>
                    <a:pt x="439" y="332"/>
                    <a:pt x="424" y="332"/>
                  </a:cubicBezTo>
                  <a:cubicBezTo>
                    <a:pt x="368" y="332"/>
                    <a:pt x="368" y="332"/>
                    <a:pt x="368" y="332"/>
                  </a:cubicBezTo>
                  <a:cubicBezTo>
                    <a:pt x="333" y="332"/>
                    <a:pt x="333" y="332"/>
                    <a:pt x="333" y="332"/>
                  </a:cubicBezTo>
                  <a:cubicBezTo>
                    <a:pt x="276" y="332"/>
                    <a:pt x="276" y="332"/>
                    <a:pt x="276" y="332"/>
                  </a:cubicBezTo>
                  <a:cubicBezTo>
                    <a:pt x="233" y="332"/>
                    <a:pt x="233" y="332"/>
                    <a:pt x="233" y="332"/>
                  </a:cubicBezTo>
                  <a:cubicBezTo>
                    <a:pt x="177" y="332"/>
                    <a:pt x="177" y="332"/>
                    <a:pt x="177" y="332"/>
                  </a:cubicBezTo>
                  <a:cubicBezTo>
                    <a:pt x="163" y="332"/>
                    <a:pt x="149" y="318"/>
                    <a:pt x="149" y="304"/>
                  </a:cubicBezTo>
                  <a:cubicBezTo>
                    <a:pt x="149" y="282"/>
                    <a:pt x="163" y="275"/>
                    <a:pt x="177" y="2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5"/>
            <p:cNvSpPr/>
            <p:nvPr/>
          </p:nvSpPr>
          <p:spPr>
            <a:xfrm>
              <a:off x="1379422" y="2751930"/>
              <a:ext cx="217480" cy="217487"/>
            </a:xfrm>
            <a:custGeom>
              <a:rect b="b" l="l" r="r" t="t"/>
              <a:pathLst>
                <a:path extrusionOk="0" h="602" w="602">
                  <a:moveTo>
                    <a:pt x="573" y="601"/>
                  </a:moveTo>
                  <a:lnTo>
                    <a:pt x="573" y="601"/>
                  </a:lnTo>
                  <a:cubicBezTo>
                    <a:pt x="29" y="601"/>
                    <a:pt x="29" y="601"/>
                    <a:pt x="29" y="601"/>
                  </a:cubicBezTo>
                  <a:cubicBezTo>
                    <a:pt x="7" y="601"/>
                    <a:pt x="0" y="593"/>
                    <a:pt x="0" y="57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87" y="0"/>
                    <a:pt x="601" y="14"/>
                    <a:pt x="601" y="28"/>
                  </a:cubicBezTo>
                  <a:cubicBezTo>
                    <a:pt x="601" y="572"/>
                    <a:pt x="601" y="572"/>
                    <a:pt x="601" y="572"/>
                  </a:cubicBezTo>
                  <a:cubicBezTo>
                    <a:pt x="601" y="593"/>
                    <a:pt x="587" y="601"/>
                    <a:pt x="573" y="601"/>
                  </a:cubicBezTo>
                  <a:close/>
                  <a:moveTo>
                    <a:pt x="544" y="56"/>
                  </a:moveTo>
                  <a:lnTo>
                    <a:pt x="544" y="56"/>
                  </a:lnTo>
                  <a:cubicBezTo>
                    <a:pt x="57" y="56"/>
                    <a:pt x="57" y="56"/>
                    <a:pt x="57" y="56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544" y="544"/>
                    <a:pt x="544" y="544"/>
                    <a:pt x="544" y="544"/>
                  </a:cubicBezTo>
                  <a:lnTo>
                    <a:pt x="544" y="56"/>
                  </a:lnTo>
                  <a:close/>
                  <a:moveTo>
                    <a:pt x="177" y="275"/>
                  </a:moveTo>
                  <a:lnTo>
                    <a:pt x="177" y="275"/>
                  </a:lnTo>
                  <a:cubicBezTo>
                    <a:pt x="269" y="275"/>
                    <a:pt x="269" y="275"/>
                    <a:pt x="269" y="275"/>
                  </a:cubicBezTo>
                  <a:cubicBezTo>
                    <a:pt x="269" y="176"/>
                    <a:pt x="269" y="176"/>
                    <a:pt x="269" y="176"/>
                  </a:cubicBezTo>
                  <a:cubicBezTo>
                    <a:pt x="269" y="162"/>
                    <a:pt x="283" y="148"/>
                    <a:pt x="297" y="148"/>
                  </a:cubicBezTo>
                  <a:cubicBezTo>
                    <a:pt x="318" y="148"/>
                    <a:pt x="325" y="162"/>
                    <a:pt x="325" y="176"/>
                  </a:cubicBezTo>
                  <a:cubicBezTo>
                    <a:pt x="325" y="275"/>
                    <a:pt x="325" y="275"/>
                    <a:pt x="325" y="275"/>
                  </a:cubicBezTo>
                  <a:cubicBezTo>
                    <a:pt x="424" y="275"/>
                    <a:pt x="424" y="275"/>
                    <a:pt x="424" y="275"/>
                  </a:cubicBezTo>
                  <a:cubicBezTo>
                    <a:pt x="438" y="275"/>
                    <a:pt x="453" y="282"/>
                    <a:pt x="453" y="304"/>
                  </a:cubicBezTo>
                  <a:cubicBezTo>
                    <a:pt x="453" y="318"/>
                    <a:pt x="438" y="332"/>
                    <a:pt x="424" y="332"/>
                  </a:cubicBezTo>
                  <a:cubicBezTo>
                    <a:pt x="325" y="332"/>
                    <a:pt x="325" y="332"/>
                    <a:pt x="325" y="332"/>
                  </a:cubicBezTo>
                  <a:cubicBezTo>
                    <a:pt x="325" y="424"/>
                    <a:pt x="325" y="424"/>
                    <a:pt x="325" y="424"/>
                  </a:cubicBezTo>
                  <a:cubicBezTo>
                    <a:pt x="325" y="438"/>
                    <a:pt x="318" y="452"/>
                    <a:pt x="297" y="452"/>
                  </a:cubicBezTo>
                  <a:cubicBezTo>
                    <a:pt x="283" y="452"/>
                    <a:pt x="269" y="438"/>
                    <a:pt x="269" y="424"/>
                  </a:cubicBezTo>
                  <a:cubicBezTo>
                    <a:pt x="269" y="332"/>
                    <a:pt x="269" y="332"/>
                    <a:pt x="269" y="332"/>
                  </a:cubicBezTo>
                  <a:cubicBezTo>
                    <a:pt x="177" y="332"/>
                    <a:pt x="177" y="332"/>
                    <a:pt x="177" y="332"/>
                  </a:cubicBezTo>
                  <a:cubicBezTo>
                    <a:pt x="163" y="332"/>
                    <a:pt x="149" y="318"/>
                    <a:pt x="149" y="304"/>
                  </a:cubicBezTo>
                  <a:cubicBezTo>
                    <a:pt x="149" y="282"/>
                    <a:pt x="163" y="275"/>
                    <a:pt x="177" y="2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5"/>
            <p:cNvSpPr/>
            <p:nvPr/>
          </p:nvSpPr>
          <p:spPr>
            <a:xfrm>
              <a:off x="1007960" y="2761455"/>
              <a:ext cx="198431" cy="196850"/>
            </a:xfrm>
            <a:custGeom>
              <a:rect b="b" l="l" r="r" t="t"/>
              <a:pathLst>
                <a:path extrusionOk="0" h="545" w="553">
                  <a:moveTo>
                    <a:pt x="523" y="544"/>
                  </a:moveTo>
                  <a:lnTo>
                    <a:pt x="523" y="544"/>
                  </a:lnTo>
                  <a:cubicBezTo>
                    <a:pt x="333" y="544"/>
                    <a:pt x="333" y="544"/>
                    <a:pt x="333" y="544"/>
                  </a:cubicBezTo>
                  <a:cubicBezTo>
                    <a:pt x="318" y="544"/>
                    <a:pt x="304" y="537"/>
                    <a:pt x="304" y="516"/>
                  </a:cubicBezTo>
                  <a:cubicBezTo>
                    <a:pt x="304" y="332"/>
                    <a:pt x="304" y="332"/>
                    <a:pt x="304" y="332"/>
                  </a:cubicBezTo>
                  <a:cubicBezTo>
                    <a:pt x="304" y="311"/>
                    <a:pt x="318" y="304"/>
                    <a:pt x="333" y="304"/>
                  </a:cubicBezTo>
                  <a:cubicBezTo>
                    <a:pt x="523" y="304"/>
                    <a:pt x="523" y="304"/>
                    <a:pt x="523" y="304"/>
                  </a:cubicBezTo>
                  <a:cubicBezTo>
                    <a:pt x="537" y="304"/>
                    <a:pt x="552" y="311"/>
                    <a:pt x="552" y="332"/>
                  </a:cubicBezTo>
                  <a:cubicBezTo>
                    <a:pt x="552" y="516"/>
                    <a:pt x="552" y="516"/>
                    <a:pt x="552" y="516"/>
                  </a:cubicBezTo>
                  <a:cubicBezTo>
                    <a:pt x="552" y="537"/>
                    <a:pt x="537" y="544"/>
                    <a:pt x="523" y="544"/>
                  </a:cubicBezTo>
                  <a:close/>
                  <a:moveTo>
                    <a:pt x="523" y="247"/>
                  </a:moveTo>
                  <a:lnTo>
                    <a:pt x="523" y="247"/>
                  </a:lnTo>
                  <a:cubicBezTo>
                    <a:pt x="333" y="247"/>
                    <a:pt x="333" y="247"/>
                    <a:pt x="333" y="247"/>
                  </a:cubicBezTo>
                  <a:cubicBezTo>
                    <a:pt x="318" y="247"/>
                    <a:pt x="304" y="233"/>
                    <a:pt x="304" y="219"/>
                  </a:cubicBezTo>
                  <a:cubicBezTo>
                    <a:pt x="304" y="28"/>
                    <a:pt x="304" y="28"/>
                    <a:pt x="304" y="28"/>
                  </a:cubicBezTo>
                  <a:cubicBezTo>
                    <a:pt x="304" y="14"/>
                    <a:pt x="318" y="0"/>
                    <a:pt x="333" y="0"/>
                  </a:cubicBezTo>
                  <a:cubicBezTo>
                    <a:pt x="523" y="0"/>
                    <a:pt x="523" y="0"/>
                    <a:pt x="523" y="0"/>
                  </a:cubicBezTo>
                  <a:cubicBezTo>
                    <a:pt x="537" y="0"/>
                    <a:pt x="552" y="14"/>
                    <a:pt x="552" y="28"/>
                  </a:cubicBezTo>
                  <a:cubicBezTo>
                    <a:pt x="552" y="219"/>
                    <a:pt x="552" y="219"/>
                    <a:pt x="552" y="219"/>
                  </a:cubicBezTo>
                  <a:cubicBezTo>
                    <a:pt x="552" y="233"/>
                    <a:pt x="537" y="247"/>
                    <a:pt x="523" y="247"/>
                  </a:cubicBezTo>
                  <a:close/>
                  <a:moveTo>
                    <a:pt x="219" y="544"/>
                  </a:moveTo>
                  <a:lnTo>
                    <a:pt x="219" y="544"/>
                  </a:lnTo>
                  <a:cubicBezTo>
                    <a:pt x="29" y="544"/>
                    <a:pt x="29" y="544"/>
                    <a:pt x="29" y="544"/>
                  </a:cubicBezTo>
                  <a:cubicBezTo>
                    <a:pt x="15" y="544"/>
                    <a:pt x="0" y="537"/>
                    <a:pt x="0" y="516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0" y="311"/>
                    <a:pt x="15" y="304"/>
                    <a:pt x="29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34" y="304"/>
                    <a:pt x="248" y="311"/>
                    <a:pt x="248" y="332"/>
                  </a:cubicBezTo>
                  <a:cubicBezTo>
                    <a:pt x="248" y="516"/>
                    <a:pt x="248" y="516"/>
                    <a:pt x="248" y="516"/>
                  </a:cubicBezTo>
                  <a:cubicBezTo>
                    <a:pt x="248" y="537"/>
                    <a:pt x="234" y="544"/>
                    <a:pt x="219" y="544"/>
                  </a:cubicBezTo>
                  <a:close/>
                  <a:moveTo>
                    <a:pt x="219" y="247"/>
                  </a:moveTo>
                  <a:lnTo>
                    <a:pt x="219" y="247"/>
                  </a:lnTo>
                  <a:cubicBezTo>
                    <a:pt x="29" y="247"/>
                    <a:pt x="29" y="247"/>
                    <a:pt x="29" y="247"/>
                  </a:cubicBezTo>
                  <a:cubicBezTo>
                    <a:pt x="15" y="247"/>
                    <a:pt x="0" y="233"/>
                    <a:pt x="0" y="21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34" y="0"/>
                    <a:pt x="248" y="14"/>
                    <a:pt x="248" y="28"/>
                  </a:cubicBezTo>
                  <a:cubicBezTo>
                    <a:pt x="248" y="219"/>
                    <a:pt x="248" y="219"/>
                    <a:pt x="248" y="219"/>
                  </a:cubicBezTo>
                  <a:cubicBezTo>
                    <a:pt x="248" y="233"/>
                    <a:pt x="234" y="247"/>
                    <a:pt x="219" y="2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5"/>
            <p:cNvSpPr/>
            <p:nvPr/>
          </p:nvSpPr>
          <p:spPr>
            <a:xfrm>
              <a:off x="628562" y="2761455"/>
              <a:ext cx="196843" cy="196850"/>
            </a:xfrm>
            <a:custGeom>
              <a:rect b="b" l="l" r="r" t="t"/>
              <a:pathLst>
                <a:path extrusionOk="0" h="545" w="545">
                  <a:moveTo>
                    <a:pt x="516" y="544"/>
                  </a:moveTo>
                  <a:lnTo>
                    <a:pt x="516" y="544"/>
                  </a:lnTo>
                  <a:cubicBezTo>
                    <a:pt x="333" y="544"/>
                    <a:pt x="333" y="544"/>
                    <a:pt x="333" y="544"/>
                  </a:cubicBezTo>
                  <a:cubicBezTo>
                    <a:pt x="311" y="544"/>
                    <a:pt x="304" y="537"/>
                    <a:pt x="304" y="516"/>
                  </a:cubicBezTo>
                  <a:cubicBezTo>
                    <a:pt x="304" y="332"/>
                    <a:pt x="304" y="332"/>
                    <a:pt x="304" y="332"/>
                  </a:cubicBezTo>
                  <a:cubicBezTo>
                    <a:pt x="304" y="311"/>
                    <a:pt x="311" y="304"/>
                    <a:pt x="333" y="304"/>
                  </a:cubicBezTo>
                  <a:cubicBezTo>
                    <a:pt x="516" y="304"/>
                    <a:pt x="516" y="304"/>
                    <a:pt x="516" y="304"/>
                  </a:cubicBezTo>
                  <a:cubicBezTo>
                    <a:pt x="537" y="304"/>
                    <a:pt x="544" y="311"/>
                    <a:pt x="544" y="332"/>
                  </a:cubicBezTo>
                  <a:cubicBezTo>
                    <a:pt x="544" y="516"/>
                    <a:pt x="544" y="516"/>
                    <a:pt x="544" y="516"/>
                  </a:cubicBezTo>
                  <a:cubicBezTo>
                    <a:pt x="544" y="537"/>
                    <a:pt x="537" y="544"/>
                    <a:pt x="516" y="544"/>
                  </a:cubicBezTo>
                  <a:close/>
                  <a:moveTo>
                    <a:pt x="488" y="361"/>
                  </a:moveTo>
                  <a:lnTo>
                    <a:pt x="488" y="361"/>
                  </a:lnTo>
                  <a:cubicBezTo>
                    <a:pt x="361" y="361"/>
                    <a:pt x="361" y="361"/>
                    <a:pt x="361" y="361"/>
                  </a:cubicBezTo>
                  <a:cubicBezTo>
                    <a:pt x="361" y="488"/>
                    <a:pt x="361" y="488"/>
                    <a:pt x="361" y="488"/>
                  </a:cubicBezTo>
                  <a:cubicBezTo>
                    <a:pt x="488" y="488"/>
                    <a:pt x="488" y="488"/>
                    <a:pt x="488" y="488"/>
                  </a:cubicBezTo>
                  <a:lnTo>
                    <a:pt x="488" y="361"/>
                  </a:lnTo>
                  <a:close/>
                  <a:moveTo>
                    <a:pt x="516" y="247"/>
                  </a:moveTo>
                  <a:lnTo>
                    <a:pt x="516" y="247"/>
                  </a:lnTo>
                  <a:cubicBezTo>
                    <a:pt x="333" y="247"/>
                    <a:pt x="333" y="247"/>
                    <a:pt x="333" y="247"/>
                  </a:cubicBezTo>
                  <a:cubicBezTo>
                    <a:pt x="311" y="247"/>
                    <a:pt x="304" y="233"/>
                    <a:pt x="304" y="219"/>
                  </a:cubicBezTo>
                  <a:cubicBezTo>
                    <a:pt x="304" y="28"/>
                    <a:pt x="304" y="28"/>
                    <a:pt x="304" y="28"/>
                  </a:cubicBezTo>
                  <a:cubicBezTo>
                    <a:pt x="304" y="14"/>
                    <a:pt x="311" y="0"/>
                    <a:pt x="333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37" y="0"/>
                    <a:pt x="544" y="14"/>
                    <a:pt x="544" y="28"/>
                  </a:cubicBezTo>
                  <a:cubicBezTo>
                    <a:pt x="544" y="219"/>
                    <a:pt x="544" y="219"/>
                    <a:pt x="544" y="219"/>
                  </a:cubicBezTo>
                  <a:cubicBezTo>
                    <a:pt x="544" y="233"/>
                    <a:pt x="537" y="247"/>
                    <a:pt x="516" y="247"/>
                  </a:cubicBezTo>
                  <a:close/>
                  <a:moveTo>
                    <a:pt x="488" y="57"/>
                  </a:moveTo>
                  <a:lnTo>
                    <a:pt x="488" y="57"/>
                  </a:lnTo>
                  <a:cubicBezTo>
                    <a:pt x="361" y="57"/>
                    <a:pt x="361" y="57"/>
                    <a:pt x="361" y="57"/>
                  </a:cubicBezTo>
                  <a:cubicBezTo>
                    <a:pt x="361" y="191"/>
                    <a:pt x="361" y="191"/>
                    <a:pt x="361" y="191"/>
                  </a:cubicBezTo>
                  <a:cubicBezTo>
                    <a:pt x="488" y="191"/>
                    <a:pt x="488" y="191"/>
                    <a:pt x="488" y="191"/>
                  </a:cubicBezTo>
                  <a:lnTo>
                    <a:pt x="488" y="57"/>
                  </a:lnTo>
                  <a:close/>
                  <a:moveTo>
                    <a:pt x="219" y="544"/>
                  </a:moveTo>
                  <a:lnTo>
                    <a:pt x="219" y="544"/>
                  </a:lnTo>
                  <a:cubicBezTo>
                    <a:pt x="29" y="544"/>
                    <a:pt x="29" y="544"/>
                    <a:pt x="29" y="544"/>
                  </a:cubicBezTo>
                  <a:cubicBezTo>
                    <a:pt x="14" y="544"/>
                    <a:pt x="0" y="537"/>
                    <a:pt x="0" y="516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0" y="311"/>
                    <a:pt x="14" y="304"/>
                    <a:pt x="29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33" y="304"/>
                    <a:pt x="248" y="311"/>
                    <a:pt x="248" y="332"/>
                  </a:cubicBezTo>
                  <a:cubicBezTo>
                    <a:pt x="248" y="516"/>
                    <a:pt x="248" y="516"/>
                    <a:pt x="248" y="516"/>
                  </a:cubicBezTo>
                  <a:cubicBezTo>
                    <a:pt x="248" y="537"/>
                    <a:pt x="233" y="544"/>
                    <a:pt x="219" y="544"/>
                  </a:cubicBezTo>
                  <a:close/>
                  <a:moveTo>
                    <a:pt x="191" y="361"/>
                  </a:moveTo>
                  <a:lnTo>
                    <a:pt x="191" y="361"/>
                  </a:lnTo>
                  <a:cubicBezTo>
                    <a:pt x="57" y="361"/>
                    <a:pt x="57" y="361"/>
                    <a:pt x="57" y="361"/>
                  </a:cubicBezTo>
                  <a:cubicBezTo>
                    <a:pt x="57" y="488"/>
                    <a:pt x="57" y="488"/>
                    <a:pt x="57" y="488"/>
                  </a:cubicBezTo>
                  <a:cubicBezTo>
                    <a:pt x="191" y="488"/>
                    <a:pt x="191" y="488"/>
                    <a:pt x="191" y="488"/>
                  </a:cubicBezTo>
                  <a:lnTo>
                    <a:pt x="191" y="361"/>
                  </a:lnTo>
                  <a:close/>
                  <a:moveTo>
                    <a:pt x="219" y="247"/>
                  </a:moveTo>
                  <a:lnTo>
                    <a:pt x="219" y="247"/>
                  </a:lnTo>
                  <a:cubicBezTo>
                    <a:pt x="29" y="247"/>
                    <a:pt x="29" y="247"/>
                    <a:pt x="29" y="247"/>
                  </a:cubicBezTo>
                  <a:cubicBezTo>
                    <a:pt x="14" y="247"/>
                    <a:pt x="0" y="233"/>
                    <a:pt x="0" y="21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9" y="0"/>
                  </a:cubicBezTo>
                  <a:cubicBezTo>
                    <a:pt x="219" y="0"/>
                    <a:pt x="219" y="0"/>
                    <a:pt x="219" y="0"/>
                  </a:cubicBezTo>
                  <a:cubicBezTo>
                    <a:pt x="233" y="0"/>
                    <a:pt x="248" y="14"/>
                    <a:pt x="248" y="28"/>
                  </a:cubicBezTo>
                  <a:cubicBezTo>
                    <a:pt x="248" y="219"/>
                    <a:pt x="248" y="219"/>
                    <a:pt x="248" y="219"/>
                  </a:cubicBezTo>
                  <a:cubicBezTo>
                    <a:pt x="248" y="233"/>
                    <a:pt x="233" y="247"/>
                    <a:pt x="219" y="247"/>
                  </a:cubicBezTo>
                  <a:close/>
                  <a:moveTo>
                    <a:pt x="191" y="57"/>
                  </a:moveTo>
                  <a:lnTo>
                    <a:pt x="191" y="57"/>
                  </a:lnTo>
                  <a:cubicBezTo>
                    <a:pt x="57" y="57"/>
                    <a:pt x="57" y="57"/>
                    <a:pt x="57" y="57"/>
                  </a:cubicBezTo>
                  <a:cubicBezTo>
                    <a:pt x="57" y="191"/>
                    <a:pt x="57" y="191"/>
                    <a:pt x="57" y="191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191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5"/>
            <p:cNvSpPr/>
            <p:nvPr/>
          </p:nvSpPr>
          <p:spPr>
            <a:xfrm>
              <a:off x="4819410" y="2372517"/>
              <a:ext cx="176206" cy="215900"/>
            </a:xfrm>
            <a:custGeom>
              <a:rect b="b" l="l" r="r" t="t"/>
              <a:pathLst>
                <a:path extrusionOk="0" h="601" w="488">
                  <a:moveTo>
                    <a:pt x="459" y="600"/>
                  </a:moveTo>
                  <a:lnTo>
                    <a:pt x="459" y="600"/>
                  </a:lnTo>
                  <a:cubicBezTo>
                    <a:pt x="28" y="600"/>
                    <a:pt x="28" y="600"/>
                    <a:pt x="28" y="600"/>
                  </a:cubicBezTo>
                  <a:cubicBezTo>
                    <a:pt x="7" y="600"/>
                    <a:pt x="0" y="586"/>
                    <a:pt x="0" y="572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311"/>
                    <a:pt x="7" y="296"/>
                    <a:pt x="28" y="296"/>
                  </a:cubicBezTo>
                  <a:cubicBezTo>
                    <a:pt x="70" y="296"/>
                    <a:pt x="70" y="296"/>
                    <a:pt x="70" y="296"/>
                  </a:cubicBezTo>
                  <a:cubicBezTo>
                    <a:pt x="70" y="169"/>
                    <a:pt x="70" y="169"/>
                    <a:pt x="70" y="169"/>
                  </a:cubicBezTo>
                  <a:cubicBezTo>
                    <a:pt x="70" y="70"/>
                    <a:pt x="148" y="0"/>
                    <a:pt x="240" y="0"/>
                  </a:cubicBezTo>
                  <a:cubicBezTo>
                    <a:pt x="339" y="0"/>
                    <a:pt x="409" y="70"/>
                    <a:pt x="409" y="169"/>
                  </a:cubicBezTo>
                  <a:cubicBezTo>
                    <a:pt x="409" y="183"/>
                    <a:pt x="402" y="198"/>
                    <a:pt x="381" y="198"/>
                  </a:cubicBezTo>
                  <a:cubicBezTo>
                    <a:pt x="367" y="198"/>
                    <a:pt x="353" y="183"/>
                    <a:pt x="353" y="169"/>
                  </a:cubicBezTo>
                  <a:cubicBezTo>
                    <a:pt x="353" y="106"/>
                    <a:pt x="304" y="56"/>
                    <a:pt x="240" y="56"/>
                  </a:cubicBezTo>
                  <a:cubicBezTo>
                    <a:pt x="176" y="56"/>
                    <a:pt x="127" y="106"/>
                    <a:pt x="127" y="169"/>
                  </a:cubicBezTo>
                  <a:cubicBezTo>
                    <a:pt x="127" y="296"/>
                    <a:pt x="127" y="296"/>
                    <a:pt x="127" y="296"/>
                  </a:cubicBezTo>
                  <a:cubicBezTo>
                    <a:pt x="353" y="296"/>
                    <a:pt x="353" y="296"/>
                    <a:pt x="353" y="296"/>
                  </a:cubicBezTo>
                  <a:cubicBezTo>
                    <a:pt x="409" y="296"/>
                    <a:pt x="409" y="296"/>
                    <a:pt x="409" y="296"/>
                  </a:cubicBezTo>
                  <a:cubicBezTo>
                    <a:pt x="459" y="296"/>
                    <a:pt x="459" y="296"/>
                    <a:pt x="459" y="296"/>
                  </a:cubicBezTo>
                  <a:cubicBezTo>
                    <a:pt x="473" y="296"/>
                    <a:pt x="487" y="311"/>
                    <a:pt x="487" y="325"/>
                  </a:cubicBezTo>
                  <a:cubicBezTo>
                    <a:pt x="487" y="572"/>
                    <a:pt x="487" y="572"/>
                    <a:pt x="487" y="572"/>
                  </a:cubicBezTo>
                  <a:cubicBezTo>
                    <a:pt x="487" y="586"/>
                    <a:pt x="473" y="600"/>
                    <a:pt x="459" y="600"/>
                  </a:cubicBezTo>
                  <a:close/>
                  <a:moveTo>
                    <a:pt x="240" y="353"/>
                  </a:moveTo>
                  <a:lnTo>
                    <a:pt x="240" y="353"/>
                  </a:lnTo>
                  <a:cubicBezTo>
                    <a:pt x="212" y="353"/>
                    <a:pt x="183" y="381"/>
                    <a:pt x="183" y="410"/>
                  </a:cubicBezTo>
                  <a:cubicBezTo>
                    <a:pt x="183" y="431"/>
                    <a:pt x="198" y="452"/>
                    <a:pt x="212" y="459"/>
                  </a:cubicBezTo>
                  <a:cubicBezTo>
                    <a:pt x="212" y="516"/>
                    <a:pt x="212" y="516"/>
                    <a:pt x="212" y="516"/>
                  </a:cubicBezTo>
                  <a:cubicBezTo>
                    <a:pt x="212" y="530"/>
                    <a:pt x="226" y="544"/>
                    <a:pt x="240" y="544"/>
                  </a:cubicBezTo>
                  <a:cubicBezTo>
                    <a:pt x="261" y="544"/>
                    <a:pt x="268" y="530"/>
                    <a:pt x="268" y="516"/>
                  </a:cubicBezTo>
                  <a:cubicBezTo>
                    <a:pt x="268" y="459"/>
                    <a:pt x="268" y="459"/>
                    <a:pt x="268" y="459"/>
                  </a:cubicBezTo>
                  <a:cubicBezTo>
                    <a:pt x="289" y="452"/>
                    <a:pt x="296" y="431"/>
                    <a:pt x="296" y="410"/>
                  </a:cubicBezTo>
                  <a:cubicBezTo>
                    <a:pt x="296" y="381"/>
                    <a:pt x="275" y="353"/>
                    <a:pt x="240" y="3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5"/>
            <p:cNvSpPr/>
            <p:nvPr/>
          </p:nvSpPr>
          <p:spPr>
            <a:xfrm>
              <a:off x="4443186" y="2372517"/>
              <a:ext cx="176207" cy="215900"/>
            </a:xfrm>
            <a:custGeom>
              <a:rect b="b" l="l" r="r" t="t"/>
              <a:pathLst>
                <a:path extrusionOk="0" h="601" w="488">
                  <a:moveTo>
                    <a:pt x="459" y="600"/>
                  </a:moveTo>
                  <a:lnTo>
                    <a:pt x="459" y="600"/>
                  </a:lnTo>
                  <a:cubicBezTo>
                    <a:pt x="28" y="600"/>
                    <a:pt x="28" y="600"/>
                    <a:pt x="28" y="600"/>
                  </a:cubicBezTo>
                  <a:cubicBezTo>
                    <a:pt x="7" y="600"/>
                    <a:pt x="0" y="586"/>
                    <a:pt x="0" y="572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311"/>
                    <a:pt x="7" y="296"/>
                    <a:pt x="28" y="296"/>
                  </a:cubicBezTo>
                  <a:cubicBezTo>
                    <a:pt x="70" y="296"/>
                    <a:pt x="70" y="296"/>
                    <a:pt x="70" y="296"/>
                  </a:cubicBezTo>
                  <a:cubicBezTo>
                    <a:pt x="70" y="169"/>
                    <a:pt x="70" y="169"/>
                    <a:pt x="70" y="169"/>
                  </a:cubicBezTo>
                  <a:cubicBezTo>
                    <a:pt x="70" y="70"/>
                    <a:pt x="148" y="0"/>
                    <a:pt x="240" y="0"/>
                  </a:cubicBezTo>
                  <a:cubicBezTo>
                    <a:pt x="339" y="0"/>
                    <a:pt x="409" y="70"/>
                    <a:pt x="409" y="169"/>
                  </a:cubicBezTo>
                  <a:cubicBezTo>
                    <a:pt x="409" y="296"/>
                    <a:pt x="409" y="296"/>
                    <a:pt x="409" y="296"/>
                  </a:cubicBezTo>
                  <a:cubicBezTo>
                    <a:pt x="459" y="296"/>
                    <a:pt x="459" y="296"/>
                    <a:pt x="459" y="296"/>
                  </a:cubicBezTo>
                  <a:cubicBezTo>
                    <a:pt x="473" y="296"/>
                    <a:pt x="487" y="311"/>
                    <a:pt x="487" y="325"/>
                  </a:cubicBezTo>
                  <a:cubicBezTo>
                    <a:pt x="487" y="572"/>
                    <a:pt x="487" y="572"/>
                    <a:pt x="487" y="572"/>
                  </a:cubicBezTo>
                  <a:cubicBezTo>
                    <a:pt x="487" y="586"/>
                    <a:pt x="473" y="600"/>
                    <a:pt x="459" y="600"/>
                  </a:cubicBezTo>
                  <a:close/>
                  <a:moveTo>
                    <a:pt x="212" y="459"/>
                  </a:moveTo>
                  <a:lnTo>
                    <a:pt x="212" y="459"/>
                  </a:lnTo>
                  <a:cubicBezTo>
                    <a:pt x="212" y="516"/>
                    <a:pt x="212" y="516"/>
                    <a:pt x="212" y="516"/>
                  </a:cubicBezTo>
                  <a:cubicBezTo>
                    <a:pt x="212" y="530"/>
                    <a:pt x="226" y="544"/>
                    <a:pt x="240" y="544"/>
                  </a:cubicBezTo>
                  <a:cubicBezTo>
                    <a:pt x="261" y="544"/>
                    <a:pt x="268" y="530"/>
                    <a:pt x="268" y="516"/>
                  </a:cubicBezTo>
                  <a:cubicBezTo>
                    <a:pt x="268" y="459"/>
                    <a:pt x="268" y="459"/>
                    <a:pt x="268" y="459"/>
                  </a:cubicBezTo>
                  <a:cubicBezTo>
                    <a:pt x="289" y="452"/>
                    <a:pt x="296" y="431"/>
                    <a:pt x="296" y="410"/>
                  </a:cubicBezTo>
                  <a:cubicBezTo>
                    <a:pt x="296" y="381"/>
                    <a:pt x="275" y="353"/>
                    <a:pt x="240" y="353"/>
                  </a:cubicBezTo>
                  <a:cubicBezTo>
                    <a:pt x="212" y="353"/>
                    <a:pt x="183" y="381"/>
                    <a:pt x="183" y="410"/>
                  </a:cubicBezTo>
                  <a:cubicBezTo>
                    <a:pt x="183" y="431"/>
                    <a:pt x="198" y="452"/>
                    <a:pt x="212" y="459"/>
                  </a:cubicBezTo>
                  <a:close/>
                  <a:moveTo>
                    <a:pt x="353" y="169"/>
                  </a:moveTo>
                  <a:lnTo>
                    <a:pt x="353" y="169"/>
                  </a:lnTo>
                  <a:cubicBezTo>
                    <a:pt x="353" y="106"/>
                    <a:pt x="304" y="56"/>
                    <a:pt x="240" y="56"/>
                  </a:cubicBezTo>
                  <a:cubicBezTo>
                    <a:pt x="176" y="56"/>
                    <a:pt x="127" y="106"/>
                    <a:pt x="127" y="169"/>
                  </a:cubicBezTo>
                  <a:cubicBezTo>
                    <a:pt x="127" y="296"/>
                    <a:pt x="127" y="296"/>
                    <a:pt x="127" y="296"/>
                  </a:cubicBezTo>
                  <a:cubicBezTo>
                    <a:pt x="353" y="296"/>
                    <a:pt x="353" y="296"/>
                    <a:pt x="353" y="296"/>
                  </a:cubicBezTo>
                  <a:lnTo>
                    <a:pt x="353" y="1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5"/>
            <p:cNvSpPr/>
            <p:nvPr/>
          </p:nvSpPr>
          <p:spPr>
            <a:xfrm>
              <a:off x="4038388" y="2372517"/>
              <a:ext cx="217479" cy="185738"/>
            </a:xfrm>
            <a:custGeom>
              <a:rect b="b" l="l" r="r" t="t"/>
              <a:pathLst>
                <a:path extrusionOk="0" h="517" w="602">
                  <a:moveTo>
                    <a:pt x="572" y="516"/>
                  </a:moveTo>
                  <a:lnTo>
                    <a:pt x="572" y="516"/>
                  </a:lnTo>
                  <a:cubicBezTo>
                    <a:pt x="28" y="516"/>
                    <a:pt x="28" y="516"/>
                    <a:pt x="28" y="516"/>
                  </a:cubicBezTo>
                  <a:cubicBezTo>
                    <a:pt x="14" y="516"/>
                    <a:pt x="0" y="502"/>
                    <a:pt x="0" y="487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304"/>
                    <a:pt x="0" y="304"/>
                    <a:pt x="0" y="296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92"/>
                    <a:pt x="92" y="85"/>
                    <a:pt x="106" y="85"/>
                  </a:cubicBezTo>
                  <a:cubicBezTo>
                    <a:pt x="148" y="85"/>
                    <a:pt x="148" y="85"/>
                    <a:pt x="148" y="85"/>
                  </a:cubicBezTo>
                  <a:cubicBezTo>
                    <a:pt x="176" y="85"/>
                    <a:pt x="176" y="85"/>
                    <a:pt x="176" y="85"/>
                  </a:cubicBezTo>
                  <a:lnTo>
                    <a:pt x="176" y="92"/>
                  </a:lnTo>
                  <a:cubicBezTo>
                    <a:pt x="176" y="113"/>
                    <a:pt x="191" y="127"/>
                    <a:pt x="205" y="141"/>
                  </a:cubicBezTo>
                  <a:cubicBezTo>
                    <a:pt x="148" y="141"/>
                    <a:pt x="148" y="141"/>
                    <a:pt x="148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71" y="282"/>
                    <a:pt x="71" y="282"/>
                    <a:pt x="71" y="282"/>
                  </a:cubicBezTo>
                  <a:cubicBezTo>
                    <a:pt x="141" y="282"/>
                    <a:pt x="141" y="282"/>
                    <a:pt x="141" y="282"/>
                  </a:cubicBezTo>
                  <a:cubicBezTo>
                    <a:pt x="162" y="282"/>
                    <a:pt x="162" y="282"/>
                    <a:pt x="162" y="282"/>
                  </a:cubicBezTo>
                  <a:cubicBezTo>
                    <a:pt x="176" y="282"/>
                    <a:pt x="191" y="289"/>
                    <a:pt x="191" y="311"/>
                  </a:cubicBezTo>
                  <a:cubicBezTo>
                    <a:pt x="191" y="339"/>
                    <a:pt x="191" y="339"/>
                    <a:pt x="191" y="339"/>
                  </a:cubicBezTo>
                  <a:cubicBezTo>
                    <a:pt x="417" y="339"/>
                    <a:pt x="417" y="339"/>
                    <a:pt x="417" y="339"/>
                  </a:cubicBezTo>
                  <a:cubicBezTo>
                    <a:pt x="417" y="311"/>
                    <a:pt x="417" y="311"/>
                    <a:pt x="417" y="311"/>
                  </a:cubicBezTo>
                  <a:cubicBezTo>
                    <a:pt x="417" y="289"/>
                    <a:pt x="424" y="282"/>
                    <a:pt x="445" y="282"/>
                  </a:cubicBezTo>
                  <a:cubicBezTo>
                    <a:pt x="473" y="282"/>
                    <a:pt x="473" y="282"/>
                    <a:pt x="473" y="282"/>
                  </a:cubicBezTo>
                  <a:cubicBezTo>
                    <a:pt x="537" y="282"/>
                    <a:pt x="537" y="282"/>
                    <a:pt x="537" y="282"/>
                  </a:cubicBezTo>
                  <a:cubicBezTo>
                    <a:pt x="480" y="141"/>
                    <a:pt x="480" y="141"/>
                    <a:pt x="480" y="141"/>
                  </a:cubicBezTo>
                  <a:cubicBezTo>
                    <a:pt x="452" y="141"/>
                    <a:pt x="452" y="141"/>
                    <a:pt x="452" y="141"/>
                  </a:cubicBezTo>
                  <a:cubicBezTo>
                    <a:pt x="396" y="141"/>
                    <a:pt x="396" y="141"/>
                    <a:pt x="396" y="141"/>
                  </a:cubicBezTo>
                  <a:cubicBezTo>
                    <a:pt x="417" y="127"/>
                    <a:pt x="424" y="113"/>
                    <a:pt x="424" y="92"/>
                  </a:cubicBezTo>
                  <a:lnTo>
                    <a:pt x="424" y="85"/>
                  </a:lnTo>
                  <a:cubicBezTo>
                    <a:pt x="452" y="85"/>
                    <a:pt x="452" y="85"/>
                    <a:pt x="452" y="85"/>
                  </a:cubicBezTo>
                  <a:cubicBezTo>
                    <a:pt x="502" y="85"/>
                    <a:pt x="502" y="85"/>
                    <a:pt x="502" y="85"/>
                  </a:cubicBezTo>
                  <a:cubicBezTo>
                    <a:pt x="509" y="85"/>
                    <a:pt x="523" y="92"/>
                    <a:pt x="523" y="99"/>
                  </a:cubicBezTo>
                  <a:cubicBezTo>
                    <a:pt x="601" y="296"/>
                    <a:pt x="601" y="296"/>
                    <a:pt x="601" y="296"/>
                  </a:cubicBezTo>
                  <a:cubicBezTo>
                    <a:pt x="601" y="304"/>
                    <a:pt x="601" y="304"/>
                    <a:pt x="601" y="311"/>
                  </a:cubicBezTo>
                  <a:cubicBezTo>
                    <a:pt x="601" y="487"/>
                    <a:pt x="601" y="487"/>
                    <a:pt x="601" y="487"/>
                  </a:cubicBezTo>
                  <a:cubicBezTo>
                    <a:pt x="601" y="502"/>
                    <a:pt x="594" y="516"/>
                    <a:pt x="572" y="516"/>
                  </a:cubicBezTo>
                  <a:close/>
                  <a:moveTo>
                    <a:pt x="367" y="120"/>
                  </a:moveTo>
                  <a:lnTo>
                    <a:pt x="367" y="120"/>
                  </a:lnTo>
                  <a:cubicBezTo>
                    <a:pt x="360" y="120"/>
                    <a:pt x="353" y="120"/>
                    <a:pt x="346" y="113"/>
                  </a:cubicBezTo>
                  <a:cubicBezTo>
                    <a:pt x="332" y="92"/>
                    <a:pt x="332" y="92"/>
                    <a:pt x="332" y="92"/>
                  </a:cubicBezTo>
                  <a:cubicBezTo>
                    <a:pt x="332" y="205"/>
                    <a:pt x="332" y="205"/>
                    <a:pt x="332" y="205"/>
                  </a:cubicBezTo>
                  <a:cubicBezTo>
                    <a:pt x="332" y="268"/>
                    <a:pt x="332" y="268"/>
                    <a:pt x="332" y="268"/>
                  </a:cubicBezTo>
                  <a:cubicBezTo>
                    <a:pt x="332" y="289"/>
                    <a:pt x="318" y="296"/>
                    <a:pt x="304" y="296"/>
                  </a:cubicBezTo>
                  <a:cubicBezTo>
                    <a:pt x="283" y="296"/>
                    <a:pt x="276" y="289"/>
                    <a:pt x="276" y="268"/>
                  </a:cubicBezTo>
                  <a:cubicBezTo>
                    <a:pt x="276" y="226"/>
                    <a:pt x="276" y="226"/>
                    <a:pt x="276" y="226"/>
                  </a:cubicBezTo>
                  <a:cubicBezTo>
                    <a:pt x="276" y="92"/>
                    <a:pt x="276" y="92"/>
                    <a:pt x="276" y="92"/>
                  </a:cubicBezTo>
                  <a:cubicBezTo>
                    <a:pt x="254" y="113"/>
                    <a:pt x="254" y="113"/>
                    <a:pt x="254" y="113"/>
                  </a:cubicBezTo>
                  <a:cubicBezTo>
                    <a:pt x="247" y="120"/>
                    <a:pt x="240" y="120"/>
                    <a:pt x="233" y="120"/>
                  </a:cubicBezTo>
                  <a:cubicBezTo>
                    <a:pt x="219" y="120"/>
                    <a:pt x="205" y="106"/>
                    <a:pt x="205" y="92"/>
                  </a:cubicBezTo>
                  <a:cubicBezTo>
                    <a:pt x="205" y="85"/>
                    <a:pt x="212" y="78"/>
                    <a:pt x="219" y="70"/>
                  </a:cubicBezTo>
                  <a:cubicBezTo>
                    <a:pt x="283" y="7"/>
                    <a:pt x="283" y="7"/>
                    <a:pt x="283" y="7"/>
                  </a:cubicBezTo>
                  <a:cubicBezTo>
                    <a:pt x="290" y="0"/>
                    <a:pt x="297" y="0"/>
                    <a:pt x="304" y="0"/>
                  </a:cubicBezTo>
                  <a:cubicBezTo>
                    <a:pt x="311" y="0"/>
                    <a:pt x="318" y="0"/>
                    <a:pt x="318" y="7"/>
                  </a:cubicBezTo>
                  <a:cubicBezTo>
                    <a:pt x="389" y="70"/>
                    <a:pt x="389" y="70"/>
                    <a:pt x="389" y="70"/>
                  </a:cubicBezTo>
                  <a:cubicBezTo>
                    <a:pt x="396" y="78"/>
                    <a:pt x="396" y="85"/>
                    <a:pt x="396" y="92"/>
                  </a:cubicBezTo>
                  <a:cubicBezTo>
                    <a:pt x="396" y="106"/>
                    <a:pt x="382" y="120"/>
                    <a:pt x="367" y="1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5"/>
            <p:cNvSpPr/>
            <p:nvPr/>
          </p:nvSpPr>
          <p:spPr>
            <a:xfrm>
              <a:off x="3658989" y="2372517"/>
              <a:ext cx="215892" cy="185738"/>
            </a:xfrm>
            <a:custGeom>
              <a:rect b="b" l="l" r="r" t="t"/>
              <a:pathLst>
                <a:path extrusionOk="0" h="517" w="601">
                  <a:moveTo>
                    <a:pt x="572" y="516"/>
                  </a:moveTo>
                  <a:lnTo>
                    <a:pt x="572" y="516"/>
                  </a:lnTo>
                  <a:cubicBezTo>
                    <a:pt x="28" y="516"/>
                    <a:pt x="28" y="516"/>
                    <a:pt x="28" y="516"/>
                  </a:cubicBezTo>
                  <a:cubicBezTo>
                    <a:pt x="7" y="516"/>
                    <a:pt x="0" y="502"/>
                    <a:pt x="0" y="487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304"/>
                    <a:pt x="0" y="304"/>
                    <a:pt x="0" y="296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92"/>
                    <a:pt x="92" y="85"/>
                    <a:pt x="99" y="85"/>
                  </a:cubicBezTo>
                  <a:cubicBezTo>
                    <a:pt x="148" y="85"/>
                    <a:pt x="148" y="85"/>
                    <a:pt x="148" y="85"/>
                  </a:cubicBezTo>
                  <a:cubicBezTo>
                    <a:pt x="240" y="85"/>
                    <a:pt x="240" y="85"/>
                    <a:pt x="240" y="85"/>
                  </a:cubicBezTo>
                  <a:cubicBezTo>
                    <a:pt x="240" y="99"/>
                    <a:pt x="240" y="99"/>
                    <a:pt x="240" y="99"/>
                  </a:cubicBezTo>
                  <a:cubicBezTo>
                    <a:pt x="240" y="141"/>
                    <a:pt x="240" y="141"/>
                    <a:pt x="240" y="141"/>
                  </a:cubicBezTo>
                  <a:cubicBezTo>
                    <a:pt x="148" y="141"/>
                    <a:pt x="148" y="141"/>
                    <a:pt x="148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63" y="282"/>
                    <a:pt x="63" y="282"/>
                    <a:pt x="63" y="282"/>
                  </a:cubicBezTo>
                  <a:cubicBezTo>
                    <a:pt x="127" y="282"/>
                    <a:pt x="127" y="282"/>
                    <a:pt x="127" y="282"/>
                  </a:cubicBezTo>
                  <a:cubicBezTo>
                    <a:pt x="155" y="282"/>
                    <a:pt x="155" y="282"/>
                    <a:pt x="155" y="282"/>
                  </a:cubicBezTo>
                  <a:cubicBezTo>
                    <a:pt x="176" y="282"/>
                    <a:pt x="183" y="289"/>
                    <a:pt x="183" y="311"/>
                  </a:cubicBezTo>
                  <a:cubicBezTo>
                    <a:pt x="183" y="339"/>
                    <a:pt x="183" y="339"/>
                    <a:pt x="183" y="339"/>
                  </a:cubicBezTo>
                  <a:cubicBezTo>
                    <a:pt x="410" y="339"/>
                    <a:pt x="410" y="339"/>
                    <a:pt x="410" y="339"/>
                  </a:cubicBezTo>
                  <a:cubicBezTo>
                    <a:pt x="410" y="311"/>
                    <a:pt x="410" y="311"/>
                    <a:pt x="410" y="311"/>
                  </a:cubicBezTo>
                  <a:cubicBezTo>
                    <a:pt x="410" y="289"/>
                    <a:pt x="424" y="282"/>
                    <a:pt x="438" y="282"/>
                  </a:cubicBezTo>
                  <a:cubicBezTo>
                    <a:pt x="466" y="282"/>
                    <a:pt x="466" y="282"/>
                    <a:pt x="466" y="282"/>
                  </a:cubicBezTo>
                  <a:cubicBezTo>
                    <a:pt x="530" y="282"/>
                    <a:pt x="530" y="282"/>
                    <a:pt x="530" y="282"/>
                  </a:cubicBezTo>
                  <a:cubicBezTo>
                    <a:pt x="480" y="141"/>
                    <a:pt x="480" y="141"/>
                    <a:pt x="480" y="141"/>
                  </a:cubicBezTo>
                  <a:cubicBezTo>
                    <a:pt x="452" y="141"/>
                    <a:pt x="452" y="141"/>
                    <a:pt x="452" y="141"/>
                  </a:cubicBezTo>
                  <a:cubicBezTo>
                    <a:pt x="353" y="141"/>
                    <a:pt x="353" y="141"/>
                    <a:pt x="353" y="141"/>
                  </a:cubicBezTo>
                  <a:cubicBezTo>
                    <a:pt x="353" y="99"/>
                    <a:pt x="353" y="99"/>
                    <a:pt x="353" y="99"/>
                  </a:cubicBezTo>
                  <a:cubicBezTo>
                    <a:pt x="353" y="85"/>
                    <a:pt x="353" y="85"/>
                    <a:pt x="353" y="85"/>
                  </a:cubicBezTo>
                  <a:cubicBezTo>
                    <a:pt x="452" y="85"/>
                    <a:pt x="452" y="85"/>
                    <a:pt x="452" y="85"/>
                  </a:cubicBezTo>
                  <a:cubicBezTo>
                    <a:pt x="494" y="85"/>
                    <a:pt x="494" y="85"/>
                    <a:pt x="494" y="85"/>
                  </a:cubicBezTo>
                  <a:cubicBezTo>
                    <a:pt x="509" y="85"/>
                    <a:pt x="523" y="92"/>
                    <a:pt x="523" y="99"/>
                  </a:cubicBezTo>
                  <a:cubicBezTo>
                    <a:pt x="600" y="296"/>
                    <a:pt x="600" y="296"/>
                    <a:pt x="600" y="296"/>
                  </a:cubicBezTo>
                  <a:cubicBezTo>
                    <a:pt x="600" y="304"/>
                    <a:pt x="600" y="304"/>
                    <a:pt x="600" y="311"/>
                  </a:cubicBezTo>
                  <a:cubicBezTo>
                    <a:pt x="600" y="487"/>
                    <a:pt x="600" y="487"/>
                    <a:pt x="600" y="487"/>
                  </a:cubicBezTo>
                  <a:cubicBezTo>
                    <a:pt x="600" y="502"/>
                    <a:pt x="586" y="516"/>
                    <a:pt x="572" y="516"/>
                  </a:cubicBezTo>
                  <a:close/>
                  <a:moveTo>
                    <a:pt x="396" y="205"/>
                  </a:moveTo>
                  <a:lnTo>
                    <a:pt x="396" y="205"/>
                  </a:lnTo>
                  <a:cubicBezTo>
                    <a:pt x="396" y="212"/>
                    <a:pt x="389" y="219"/>
                    <a:pt x="381" y="226"/>
                  </a:cubicBezTo>
                  <a:cubicBezTo>
                    <a:pt x="318" y="289"/>
                    <a:pt x="318" y="289"/>
                    <a:pt x="318" y="289"/>
                  </a:cubicBezTo>
                  <a:cubicBezTo>
                    <a:pt x="311" y="296"/>
                    <a:pt x="304" y="296"/>
                    <a:pt x="297" y="296"/>
                  </a:cubicBezTo>
                  <a:cubicBezTo>
                    <a:pt x="290" y="296"/>
                    <a:pt x="283" y="296"/>
                    <a:pt x="283" y="289"/>
                  </a:cubicBezTo>
                  <a:cubicBezTo>
                    <a:pt x="212" y="226"/>
                    <a:pt x="212" y="226"/>
                    <a:pt x="212" y="226"/>
                  </a:cubicBezTo>
                  <a:cubicBezTo>
                    <a:pt x="205" y="219"/>
                    <a:pt x="205" y="212"/>
                    <a:pt x="205" y="205"/>
                  </a:cubicBezTo>
                  <a:cubicBezTo>
                    <a:pt x="205" y="191"/>
                    <a:pt x="219" y="176"/>
                    <a:pt x="233" y="176"/>
                  </a:cubicBezTo>
                  <a:cubicBezTo>
                    <a:pt x="240" y="176"/>
                    <a:pt x="247" y="176"/>
                    <a:pt x="254" y="183"/>
                  </a:cubicBezTo>
                  <a:cubicBezTo>
                    <a:pt x="268" y="205"/>
                    <a:pt x="268" y="205"/>
                    <a:pt x="268" y="205"/>
                  </a:cubicBezTo>
                  <a:cubicBezTo>
                    <a:pt x="268" y="99"/>
                    <a:pt x="268" y="99"/>
                    <a:pt x="268" y="99"/>
                  </a:cubicBezTo>
                  <a:cubicBezTo>
                    <a:pt x="268" y="70"/>
                    <a:pt x="268" y="70"/>
                    <a:pt x="268" y="70"/>
                  </a:cubicBezTo>
                  <a:cubicBezTo>
                    <a:pt x="268" y="28"/>
                    <a:pt x="268" y="28"/>
                    <a:pt x="268" y="28"/>
                  </a:cubicBezTo>
                  <a:cubicBezTo>
                    <a:pt x="268" y="7"/>
                    <a:pt x="283" y="0"/>
                    <a:pt x="297" y="0"/>
                  </a:cubicBezTo>
                  <a:cubicBezTo>
                    <a:pt x="318" y="0"/>
                    <a:pt x="325" y="7"/>
                    <a:pt x="325" y="28"/>
                  </a:cubicBezTo>
                  <a:cubicBezTo>
                    <a:pt x="325" y="85"/>
                    <a:pt x="325" y="85"/>
                    <a:pt x="325" y="85"/>
                  </a:cubicBezTo>
                  <a:cubicBezTo>
                    <a:pt x="325" y="92"/>
                    <a:pt x="325" y="92"/>
                    <a:pt x="325" y="92"/>
                  </a:cubicBezTo>
                  <a:cubicBezTo>
                    <a:pt x="325" y="205"/>
                    <a:pt x="325" y="205"/>
                    <a:pt x="325" y="205"/>
                  </a:cubicBezTo>
                  <a:cubicBezTo>
                    <a:pt x="346" y="183"/>
                    <a:pt x="346" y="183"/>
                    <a:pt x="346" y="183"/>
                  </a:cubicBezTo>
                  <a:cubicBezTo>
                    <a:pt x="353" y="176"/>
                    <a:pt x="360" y="176"/>
                    <a:pt x="367" y="176"/>
                  </a:cubicBezTo>
                  <a:cubicBezTo>
                    <a:pt x="381" y="176"/>
                    <a:pt x="396" y="191"/>
                    <a:pt x="396" y="2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5"/>
            <p:cNvSpPr/>
            <p:nvPr/>
          </p:nvSpPr>
          <p:spPr>
            <a:xfrm>
              <a:off x="3276416" y="2402680"/>
              <a:ext cx="219067" cy="155575"/>
            </a:xfrm>
            <a:custGeom>
              <a:rect b="b" l="l" r="r" t="t"/>
              <a:pathLst>
                <a:path extrusionOk="0" h="432" w="608">
                  <a:moveTo>
                    <a:pt x="607" y="402"/>
                  </a:moveTo>
                  <a:lnTo>
                    <a:pt x="607" y="402"/>
                  </a:lnTo>
                  <a:cubicBezTo>
                    <a:pt x="607" y="417"/>
                    <a:pt x="593" y="431"/>
                    <a:pt x="579" y="431"/>
                  </a:cubicBezTo>
                  <a:cubicBezTo>
                    <a:pt x="28" y="431"/>
                    <a:pt x="28" y="431"/>
                    <a:pt x="28" y="431"/>
                  </a:cubicBezTo>
                  <a:cubicBezTo>
                    <a:pt x="14" y="431"/>
                    <a:pt x="0" y="417"/>
                    <a:pt x="0" y="4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19"/>
                    <a:pt x="0" y="219"/>
                    <a:pt x="7" y="211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84" y="7"/>
                    <a:pt x="92" y="0"/>
                    <a:pt x="106" y="0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516" y="0"/>
                    <a:pt x="523" y="7"/>
                    <a:pt x="530" y="14"/>
                  </a:cubicBezTo>
                  <a:cubicBezTo>
                    <a:pt x="600" y="211"/>
                    <a:pt x="600" y="211"/>
                    <a:pt x="600" y="211"/>
                  </a:cubicBezTo>
                  <a:cubicBezTo>
                    <a:pt x="607" y="219"/>
                    <a:pt x="607" y="219"/>
                    <a:pt x="607" y="226"/>
                  </a:cubicBezTo>
                  <a:cubicBezTo>
                    <a:pt x="607" y="402"/>
                    <a:pt x="607" y="402"/>
                    <a:pt x="607" y="402"/>
                  </a:cubicBezTo>
                  <a:close/>
                  <a:moveTo>
                    <a:pt x="480" y="56"/>
                  </a:moveTo>
                  <a:lnTo>
                    <a:pt x="480" y="56"/>
                  </a:lnTo>
                  <a:cubicBezTo>
                    <a:pt x="127" y="56"/>
                    <a:pt x="127" y="56"/>
                    <a:pt x="127" y="56"/>
                  </a:cubicBezTo>
                  <a:cubicBezTo>
                    <a:pt x="70" y="197"/>
                    <a:pt x="70" y="197"/>
                    <a:pt x="70" y="197"/>
                  </a:cubicBezTo>
                  <a:cubicBezTo>
                    <a:pt x="162" y="197"/>
                    <a:pt x="162" y="197"/>
                    <a:pt x="162" y="197"/>
                  </a:cubicBezTo>
                  <a:cubicBezTo>
                    <a:pt x="176" y="197"/>
                    <a:pt x="190" y="204"/>
                    <a:pt x="190" y="226"/>
                  </a:cubicBezTo>
                  <a:cubicBezTo>
                    <a:pt x="190" y="254"/>
                    <a:pt x="190" y="254"/>
                    <a:pt x="190" y="254"/>
                  </a:cubicBezTo>
                  <a:cubicBezTo>
                    <a:pt x="417" y="254"/>
                    <a:pt x="417" y="254"/>
                    <a:pt x="417" y="254"/>
                  </a:cubicBezTo>
                  <a:cubicBezTo>
                    <a:pt x="417" y="226"/>
                    <a:pt x="417" y="226"/>
                    <a:pt x="417" y="226"/>
                  </a:cubicBezTo>
                  <a:cubicBezTo>
                    <a:pt x="417" y="204"/>
                    <a:pt x="431" y="197"/>
                    <a:pt x="445" y="197"/>
                  </a:cubicBezTo>
                  <a:cubicBezTo>
                    <a:pt x="537" y="197"/>
                    <a:pt x="537" y="197"/>
                    <a:pt x="537" y="197"/>
                  </a:cubicBezTo>
                  <a:lnTo>
                    <a:pt x="48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5"/>
            <p:cNvSpPr/>
            <p:nvPr/>
          </p:nvSpPr>
          <p:spPr>
            <a:xfrm>
              <a:off x="2898605" y="2412205"/>
              <a:ext cx="215892" cy="134937"/>
            </a:xfrm>
            <a:custGeom>
              <a:rect b="b" l="l" r="r" t="t"/>
              <a:pathLst>
                <a:path extrusionOk="0" h="375" w="601">
                  <a:moveTo>
                    <a:pt x="572" y="374"/>
                  </a:moveTo>
                  <a:lnTo>
                    <a:pt x="572" y="374"/>
                  </a:lnTo>
                  <a:cubicBezTo>
                    <a:pt x="558" y="374"/>
                    <a:pt x="544" y="360"/>
                    <a:pt x="544" y="346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233"/>
                    <a:pt x="544" y="233"/>
                    <a:pt x="544" y="233"/>
                  </a:cubicBezTo>
                  <a:cubicBezTo>
                    <a:pt x="544" y="212"/>
                    <a:pt x="544" y="212"/>
                    <a:pt x="544" y="212"/>
                  </a:cubicBezTo>
                  <a:cubicBezTo>
                    <a:pt x="544" y="155"/>
                    <a:pt x="544" y="155"/>
                    <a:pt x="544" y="155"/>
                  </a:cubicBezTo>
                  <a:cubicBezTo>
                    <a:pt x="544" y="141"/>
                    <a:pt x="544" y="141"/>
                    <a:pt x="544" y="141"/>
                  </a:cubicBezTo>
                  <a:cubicBezTo>
                    <a:pt x="544" y="42"/>
                    <a:pt x="544" y="42"/>
                    <a:pt x="544" y="42"/>
                  </a:cubicBezTo>
                  <a:cubicBezTo>
                    <a:pt x="544" y="28"/>
                    <a:pt x="544" y="28"/>
                    <a:pt x="544" y="28"/>
                  </a:cubicBezTo>
                  <a:cubicBezTo>
                    <a:pt x="544" y="7"/>
                    <a:pt x="558" y="0"/>
                    <a:pt x="572" y="0"/>
                  </a:cubicBezTo>
                  <a:cubicBezTo>
                    <a:pt x="593" y="0"/>
                    <a:pt x="600" y="7"/>
                    <a:pt x="600" y="28"/>
                  </a:cubicBezTo>
                  <a:cubicBezTo>
                    <a:pt x="600" y="42"/>
                    <a:pt x="600" y="42"/>
                    <a:pt x="600" y="42"/>
                  </a:cubicBezTo>
                  <a:cubicBezTo>
                    <a:pt x="600" y="141"/>
                    <a:pt x="600" y="141"/>
                    <a:pt x="600" y="141"/>
                  </a:cubicBezTo>
                  <a:cubicBezTo>
                    <a:pt x="600" y="155"/>
                    <a:pt x="600" y="155"/>
                    <a:pt x="600" y="155"/>
                  </a:cubicBezTo>
                  <a:cubicBezTo>
                    <a:pt x="600" y="212"/>
                    <a:pt x="600" y="212"/>
                    <a:pt x="600" y="212"/>
                  </a:cubicBezTo>
                  <a:cubicBezTo>
                    <a:pt x="600" y="233"/>
                    <a:pt x="600" y="233"/>
                    <a:pt x="600" y="233"/>
                  </a:cubicBezTo>
                  <a:cubicBezTo>
                    <a:pt x="600" y="325"/>
                    <a:pt x="600" y="325"/>
                    <a:pt x="600" y="325"/>
                  </a:cubicBezTo>
                  <a:cubicBezTo>
                    <a:pt x="600" y="346"/>
                    <a:pt x="600" y="346"/>
                    <a:pt x="600" y="346"/>
                  </a:cubicBezTo>
                  <a:cubicBezTo>
                    <a:pt x="600" y="360"/>
                    <a:pt x="593" y="374"/>
                    <a:pt x="572" y="374"/>
                  </a:cubicBezTo>
                  <a:close/>
                  <a:moveTo>
                    <a:pt x="487" y="318"/>
                  </a:moveTo>
                  <a:lnTo>
                    <a:pt x="487" y="318"/>
                  </a:lnTo>
                  <a:cubicBezTo>
                    <a:pt x="473" y="318"/>
                    <a:pt x="459" y="304"/>
                    <a:pt x="459" y="290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99"/>
                    <a:pt x="459" y="99"/>
                    <a:pt x="459" y="99"/>
                  </a:cubicBezTo>
                  <a:cubicBezTo>
                    <a:pt x="459" y="85"/>
                    <a:pt x="459" y="85"/>
                    <a:pt x="459" y="85"/>
                  </a:cubicBezTo>
                  <a:cubicBezTo>
                    <a:pt x="459" y="63"/>
                    <a:pt x="473" y="56"/>
                    <a:pt x="487" y="56"/>
                  </a:cubicBezTo>
                  <a:cubicBezTo>
                    <a:pt x="508" y="56"/>
                    <a:pt x="515" y="63"/>
                    <a:pt x="515" y="85"/>
                  </a:cubicBezTo>
                  <a:cubicBezTo>
                    <a:pt x="515" y="99"/>
                    <a:pt x="515" y="99"/>
                    <a:pt x="515" y="99"/>
                  </a:cubicBezTo>
                  <a:cubicBezTo>
                    <a:pt x="515" y="268"/>
                    <a:pt x="515" y="268"/>
                    <a:pt x="515" y="268"/>
                  </a:cubicBezTo>
                  <a:cubicBezTo>
                    <a:pt x="515" y="290"/>
                    <a:pt x="515" y="290"/>
                    <a:pt x="515" y="290"/>
                  </a:cubicBezTo>
                  <a:cubicBezTo>
                    <a:pt x="515" y="304"/>
                    <a:pt x="508" y="318"/>
                    <a:pt x="487" y="318"/>
                  </a:cubicBezTo>
                  <a:close/>
                  <a:moveTo>
                    <a:pt x="402" y="318"/>
                  </a:moveTo>
                  <a:lnTo>
                    <a:pt x="402" y="318"/>
                  </a:lnTo>
                  <a:cubicBezTo>
                    <a:pt x="197" y="318"/>
                    <a:pt x="197" y="318"/>
                    <a:pt x="197" y="318"/>
                  </a:cubicBezTo>
                  <a:cubicBezTo>
                    <a:pt x="183" y="318"/>
                    <a:pt x="169" y="304"/>
                    <a:pt x="169" y="290"/>
                  </a:cubicBezTo>
                  <a:cubicBezTo>
                    <a:pt x="169" y="85"/>
                    <a:pt x="169" y="85"/>
                    <a:pt x="169" y="85"/>
                  </a:cubicBezTo>
                  <a:cubicBezTo>
                    <a:pt x="169" y="63"/>
                    <a:pt x="183" y="56"/>
                    <a:pt x="197" y="56"/>
                  </a:cubicBezTo>
                  <a:cubicBezTo>
                    <a:pt x="402" y="56"/>
                    <a:pt x="402" y="56"/>
                    <a:pt x="402" y="56"/>
                  </a:cubicBezTo>
                  <a:cubicBezTo>
                    <a:pt x="424" y="56"/>
                    <a:pt x="431" y="63"/>
                    <a:pt x="431" y="85"/>
                  </a:cubicBezTo>
                  <a:cubicBezTo>
                    <a:pt x="431" y="290"/>
                    <a:pt x="431" y="290"/>
                    <a:pt x="431" y="290"/>
                  </a:cubicBezTo>
                  <a:cubicBezTo>
                    <a:pt x="431" y="304"/>
                    <a:pt x="424" y="318"/>
                    <a:pt x="402" y="318"/>
                  </a:cubicBezTo>
                  <a:close/>
                  <a:moveTo>
                    <a:pt x="374" y="113"/>
                  </a:moveTo>
                  <a:lnTo>
                    <a:pt x="374" y="113"/>
                  </a:lnTo>
                  <a:cubicBezTo>
                    <a:pt x="226" y="113"/>
                    <a:pt x="226" y="113"/>
                    <a:pt x="226" y="113"/>
                  </a:cubicBezTo>
                  <a:cubicBezTo>
                    <a:pt x="226" y="261"/>
                    <a:pt x="226" y="261"/>
                    <a:pt x="226" y="261"/>
                  </a:cubicBezTo>
                  <a:cubicBezTo>
                    <a:pt x="374" y="261"/>
                    <a:pt x="374" y="261"/>
                    <a:pt x="374" y="261"/>
                  </a:cubicBezTo>
                  <a:lnTo>
                    <a:pt x="374" y="113"/>
                  </a:lnTo>
                  <a:close/>
                  <a:moveTo>
                    <a:pt x="113" y="318"/>
                  </a:moveTo>
                  <a:lnTo>
                    <a:pt x="113" y="318"/>
                  </a:lnTo>
                  <a:cubicBezTo>
                    <a:pt x="99" y="318"/>
                    <a:pt x="84" y="304"/>
                    <a:pt x="84" y="290"/>
                  </a:cubicBezTo>
                  <a:cubicBezTo>
                    <a:pt x="84" y="268"/>
                    <a:pt x="84" y="268"/>
                    <a:pt x="84" y="268"/>
                  </a:cubicBezTo>
                  <a:cubicBezTo>
                    <a:pt x="84" y="99"/>
                    <a:pt x="84" y="99"/>
                    <a:pt x="84" y="99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4" y="63"/>
                    <a:pt x="99" y="56"/>
                    <a:pt x="113" y="56"/>
                  </a:cubicBezTo>
                  <a:cubicBezTo>
                    <a:pt x="127" y="56"/>
                    <a:pt x="141" y="63"/>
                    <a:pt x="141" y="85"/>
                  </a:cubicBezTo>
                  <a:cubicBezTo>
                    <a:pt x="141" y="99"/>
                    <a:pt x="141" y="99"/>
                    <a:pt x="141" y="99"/>
                  </a:cubicBezTo>
                  <a:cubicBezTo>
                    <a:pt x="141" y="268"/>
                    <a:pt x="141" y="268"/>
                    <a:pt x="141" y="268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304"/>
                    <a:pt x="127" y="318"/>
                    <a:pt x="113" y="318"/>
                  </a:cubicBezTo>
                  <a:close/>
                  <a:moveTo>
                    <a:pt x="28" y="374"/>
                  </a:moveTo>
                  <a:lnTo>
                    <a:pt x="28" y="374"/>
                  </a:lnTo>
                  <a:cubicBezTo>
                    <a:pt x="14" y="374"/>
                    <a:pt x="0" y="360"/>
                    <a:pt x="0" y="346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42" y="0"/>
                    <a:pt x="56" y="7"/>
                    <a:pt x="56" y="28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141"/>
                    <a:pt x="56" y="141"/>
                    <a:pt x="56" y="141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33"/>
                    <a:pt x="56" y="233"/>
                    <a:pt x="56" y="233"/>
                  </a:cubicBezTo>
                  <a:cubicBezTo>
                    <a:pt x="56" y="325"/>
                    <a:pt x="56" y="325"/>
                    <a:pt x="56" y="325"/>
                  </a:cubicBezTo>
                  <a:cubicBezTo>
                    <a:pt x="56" y="346"/>
                    <a:pt x="56" y="346"/>
                    <a:pt x="56" y="346"/>
                  </a:cubicBezTo>
                  <a:cubicBezTo>
                    <a:pt x="56" y="360"/>
                    <a:pt x="42" y="374"/>
                    <a:pt x="28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5"/>
            <p:cNvSpPr/>
            <p:nvPr/>
          </p:nvSpPr>
          <p:spPr>
            <a:xfrm>
              <a:off x="2519205" y="2432842"/>
              <a:ext cx="215892" cy="95250"/>
            </a:xfrm>
            <a:custGeom>
              <a:rect b="b" l="l" r="r" t="t"/>
              <a:pathLst>
                <a:path extrusionOk="0" h="263" w="601">
                  <a:moveTo>
                    <a:pt x="466" y="262"/>
                  </a:moveTo>
                  <a:lnTo>
                    <a:pt x="466" y="262"/>
                  </a:lnTo>
                  <a:cubicBezTo>
                    <a:pt x="127" y="262"/>
                    <a:pt x="127" y="262"/>
                    <a:pt x="127" y="262"/>
                  </a:cubicBezTo>
                  <a:cubicBezTo>
                    <a:pt x="56" y="262"/>
                    <a:pt x="0" y="205"/>
                    <a:pt x="0" y="127"/>
                  </a:cubicBezTo>
                  <a:cubicBezTo>
                    <a:pt x="0" y="57"/>
                    <a:pt x="56" y="0"/>
                    <a:pt x="127" y="0"/>
                  </a:cubicBezTo>
                  <a:cubicBezTo>
                    <a:pt x="204" y="0"/>
                    <a:pt x="261" y="57"/>
                    <a:pt x="261" y="127"/>
                  </a:cubicBezTo>
                  <a:cubicBezTo>
                    <a:pt x="261" y="156"/>
                    <a:pt x="254" y="184"/>
                    <a:pt x="240" y="205"/>
                  </a:cubicBezTo>
                  <a:cubicBezTo>
                    <a:pt x="360" y="205"/>
                    <a:pt x="360" y="205"/>
                    <a:pt x="360" y="205"/>
                  </a:cubicBezTo>
                  <a:cubicBezTo>
                    <a:pt x="346" y="184"/>
                    <a:pt x="339" y="156"/>
                    <a:pt x="339" y="127"/>
                  </a:cubicBezTo>
                  <a:cubicBezTo>
                    <a:pt x="339" y="57"/>
                    <a:pt x="395" y="0"/>
                    <a:pt x="466" y="0"/>
                  </a:cubicBezTo>
                  <a:cubicBezTo>
                    <a:pt x="544" y="0"/>
                    <a:pt x="600" y="57"/>
                    <a:pt x="600" y="127"/>
                  </a:cubicBezTo>
                  <a:cubicBezTo>
                    <a:pt x="600" y="205"/>
                    <a:pt x="544" y="262"/>
                    <a:pt x="466" y="262"/>
                  </a:cubicBezTo>
                  <a:close/>
                  <a:moveTo>
                    <a:pt x="204" y="127"/>
                  </a:moveTo>
                  <a:lnTo>
                    <a:pt x="204" y="127"/>
                  </a:lnTo>
                  <a:cubicBezTo>
                    <a:pt x="204" y="85"/>
                    <a:pt x="169" y="57"/>
                    <a:pt x="127" y="57"/>
                  </a:cubicBezTo>
                  <a:cubicBezTo>
                    <a:pt x="84" y="57"/>
                    <a:pt x="56" y="85"/>
                    <a:pt x="56" y="127"/>
                  </a:cubicBezTo>
                  <a:cubicBezTo>
                    <a:pt x="56" y="170"/>
                    <a:pt x="84" y="205"/>
                    <a:pt x="127" y="205"/>
                  </a:cubicBezTo>
                  <a:cubicBezTo>
                    <a:pt x="169" y="205"/>
                    <a:pt x="204" y="170"/>
                    <a:pt x="204" y="127"/>
                  </a:cubicBezTo>
                  <a:close/>
                  <a:moveTo>
                    <a:pt x="466" y="57"/>
                  </a:moveTo>
                  <a:lnTo>
                    <a:pt x="466" y="57"/>
                  </a:lnTo>
                  <a:cubicBezTo>
                    <a:pt x="424" y="57"/>
                    <a:pt x="395" y="85"/>
                    <a:pt x="395" y="127"/>
                  </a:cubicBezTo>
                  <a:cubicBezTo>
                    <a:pt x="395" y="170"/>
                    <a:pt x="424" y="205"/>
                    <a:pt x="466" y="205"/>
                  </a:cubicBezTo>
                  <a:cubicBezTo>
                    <a:pt x="508" y="205"/>
                    <a:pt x="544" y="170"/>
                    <a:pt x="544" y="127"/>
                  </a:cubicBezTo>
                  <a:cubicBezTo>
                    <a:pt x="544" y="85"/>
                    <a:pt x="508" y="57"/>
                    <a:pt x="466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5"/>
            <p:cNvSpPr/>
            <p:nvPr/>
          </p:nvSpPr>
          <p:spPr>
            <a:xfrm>
              <a:off x="2136632" y="2405855"/>
              <a:ext cx="219067" cy="150812"/>
            </a:xfrm>
            <a:custGeom>
              <a:rect b="b" l="l" r="r" t="t"/>
              <a:pathLst>
                <a:path extrusionOk="0" h="418" w="609">
                  <a:moveTo>
                    <a:pt x="580" y="417"/>
                  </a:moveTo>
                  <a:lnTo>
                    <a:pt x="580" y="417"/>
                  </a:lnTo>
                  <a:cubicBezTo>
                    <a:pt x="29" y="417"/>
                    <a:pt x="29" y="417"/>
                    <a:pt x="29" y="417"/>
                  </a:cubicBezTo>
                  <a:cubicBezTo>
                    <a:pt x="15" y="417"/>
                    <a:pt x="0" y="402"/>
                    <a:pt x="0" y="388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608" y="169"/>
                    <a:pt x="608" y="169"/>
                    <a:pt x="608" y="169"/>
                  </a:cubicBezTo>
                  <a:cubicBezTo>
                    <a:pt x="608" y="388"/>
                    <a:pt x="608" y="388"/>
                    <a:pt x="608" y="388"/>
                  </a:cubicBezTo>
                  <a:cubicBezTo>
                    <a:pt x="608" y="402"/>
                    <a:pt x="594" y="417"/>
                    <a:pt x="580" y="417"/>
                  </a:cubicBezTo>
                  <a:close/>
                  <a:moveTo>
                    <a:pt x="57" y="360"/>
                  </a:moveTo>
                  <a:lnTo>
                    <a:pt x="57" y="360"/>
                  </a:lnTo>
                  <a:cubicBezTo>
                    <a:pt x="170" y="360"/>
                    <a:pt x="170" y="360"/>
                    <a:pt x="170" y="360"/>
                  </a:cubicBezTo>
                  <a:cubicBezTo>
                    <a:pt x="170" y="332"/>
                    <a:pt x="170" y="332"/>
                    <a:pt x="170" y="332"/>
                  </a:cubicBezTo>
                  <a:cubicBezTo>
                    <a:pt x="57" y="332"/>
                    <a:pt x="57" y="332"/>
                    <a:pt x="57" y="332"/>
                  </a:cubicBezTo>
                  <a:lnTo>
                    <a:pt x="57" y="360"/>
                  </a:lnTo>
                  <a:close/>
                  <a:moveTo>
                    <a:pt x="340" y="275"/>
                  </a:moveTo>
                  <a:lnTo>
                    <a:pt x="340" y="275"/>
                  </a:lnTo>
                  <a:cubicBezTo>
                    <a:pt x="57" y="275"/>
                    <a:pt x="57" y="275"/>
                    <a:pt x="57" y="275"/>
                  </a:cubicBezTo>
                  <a:cubicBezTo>
                    <a:pt x="57" y="304"/>
                    <a:pt x="57" y="304"/>
                    <a:pt x="57" y="304"/>
                  </a:cubicBezTo>
                  <a:cubicBezTo>
                    <a:pt x="340" y="304"/>
                    <a:pt x="340" y="304"/>
                    <a:pt x="340" y="304"/>
                  </a:cubicBezTo>
                  <a:lnTo>
                    <a:pt x="340" y="275"/>
                  </a:lnTo>
                  <a:close/>
                  <a:moveTo>
                    <a:pt x="0" y="28"/>
                  </a:moveTo>
                  <a:lnTo>
                    <a:pt x="0" y="28"/>
                  </a:lnTo>
                  <a:cubicBezTo>
                    <a:pt x="0" y="14"/>
                    <a:pt x="15" y="0"/>
                    <a:pt x="29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14"/>
                    <a:pt x="608" y="28"/>
                  </a:cubicBezTo>
                  <a:cubicBezTo>
                    <a:pt x="608" y="113"/>
                    <a:pt x="608" y="113"/>
                    <a:pt x="608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5"/>
            <p:cNvSpPr/>
            <p:nvPr/>
          </p:nvSpPr>
          <p:spPr>
            <a:xfrm>
              <a:off x="1758821" y="2374105"/>
              <a:ext cx="217479" cy="206375"/>
            </a:xfrm>
            <a:custGeom>
              <a:rect b="b" l="l" r="r" t="t"/>
              <a:pathLst>
                <a:path extrusionOk="0" h="573" w="602">
                  <a:moveTo>
                    <a:pt x="601" y="304"/>
                  </a:moveTo>
                  <a:lnTo>
                    <a:pt x="601" y="304"/>
                  </a:lnTo>
                  <a:cubicBezTo>
                    <a:pt x="601" y="318"/>
                    <a:pt x="594" y="332"/>
                    <a:pt x="573" y="332"/>
                  </a:cubicBezTo>
                  <a:cubicBezTo>
                    <a:pt x="566" y="332"/>
                    <a:pt x="559" y="325"/>
                    <a:pt x="559" y="325"/>
                  </a:cubicBezTo>
                  <a:cubicBezTo>
                    <a:pt x="304" y="71"/>
                    <a:pt x="304" y="71"/>
                    <a:pt x="304" y="71"/>
                  </a:cubicBezTo>
                  <a:cubicBezTo>
                    <a:pt x="50" y="325"/>
                    <a:pt x="50" y="325"/>
                    <a:pt x="50" y="325"/>
                  </a:cubicBezTo>
                  <a:cubicBezTo>
                    <a:pt x="43" y="325"/>
                    <a:pt x="36" y="332"/>
                    <a:pt x="29" y="332"/>
                  </a:cubicBezTo>
                  <a:cubicBezTo>
                    <a:pt x="15" y="332"/>
                    <a:pt x="0" y="318"/>
                    <a:pt x="0" y="304"/>
                  </a:cubicBezTo>
                  <a:cubicBezTo>
                    <a:pt x="0" y="297"/>
                    <a:pt x="0" y="289"/>
                    <a:pt x="7" y="282"/>
                  </a:cubicBezTo>
                  <a:cubicBezTo>
                    <a:pt x="283" y="7"/>
                    <a:pt x="283" y="7"/>
                    <a:pt x="283" y="7"/>
                  </a:cubicBezTo>
                  <a:cubicBezTo>
                    <a:pt x="290" y="0"/>
                    <a:pt x="297" y="0"/>
                    <a:pt x="304" y="0"/>
                  </a:cubicBezTo>
                  <a:cubicBezTo>
                    <a:pt x="311" y="0"/>
                    <a:pt x="318" y="7"/>
                    <a:pt x="325" y="7"/>
                  </a:cubicBezTo>
                  <a:cubicBezTo>
                    <a:pt x="431" y="120"/>
                    <a:pt x="431" y="120"/>
                    <a:pt x="431" y="120"/>
                  </a:cubicBezTo>
                  <a:cubicBezTo>
                    <a:pt x="431" y="92"/>
                    <a:pt x="431" y="92"/>
                    <a:pt x="431" y="92"/>
                  </a:cubicBezTo>
                  <a:cubicBezTo>
                    <a:pt x="431" y="78"/>
                    <a:pt x="446" y="63"/>
                    <a:pt x="460" y="63"/>
                  </a:cubicBezTo>
                  <a:cubicBezTo>
                    <a:pt x="481" y="63"/>
                    <a:pt x="488" y="78"/>
                    <a:pt x="488" y="92"/>
                  </a:cubicBezTo>
                  <a:cubicBezTo>
                    <a:pt x="488" y="176"/>
                    <a:pt x="488" y="176"/>
                    <a:pt x="488" y="176"/>
                  </a:cubicBezTo>
                  <a:cubicBezTo>
                    <a:pt x="594" y="282"/>
                    <a:pt x="594" y="282"/>
                    <a:pt x="594" y="282"/>
                  </a:cubicBezTo>
                  <a:cubicBezTo>
                    <a:pt x="601" y="289"/>
                    <a:pt x="601" y="297"/>
                    <a:pt x="601" y="304"/>
                  </a:cubicBezTo>
                  <a:close/>
                  <a:moveTo>
                    <a:pt x="544" y="346"/>
                  </a:moveTo>
                  <a:lnTo>
                    <a:pt x="544" y="346"/>
                  </a:lnTo>
                  <a:cubicBezTo>
                    <a:pt x="544" y="431"/>
                    <a:pt x="544" y="431"/>
                    <a:pt x="544" y="431"/>
                  </a:cubicBezTo>
                  <a:cubicBezTo>
                    <a:pt x="544" y="473"/>
                    <a:pt x="544" y="473"/>
                    <a:pt x="544" y="473"/>
                  </a:cubicBezTo>
                  <a:cubicBezTo>
                    <a:pt x="544" y="544"/>
                    <a:pt x="544" y="544"/>
                    <a:pt x="544" y="544"/>
                  </a:cubicBezTo>
                  <a:cubicBezTo>
                    <a:pt x="544" y="565"/>
                    <a:pt x="537" y="572"/>
                    <a:pt x="516" y="572"/>
                  </a:cubicBezTo>
                  <a:cubicBezTo>
                    <a:pt x="460" y="572"/>
                    <a:pt x="460" y="572"/>
                    <a:pt x="460" y="572"/>
                  </a:cubicBezTo>
                  <a:cubicBezTo>
                    <a:pt x="460" y="346"/>
                    <a:pt x="460" y="346"/>
                    <a:pt x="460" y="346"/>
                  </a:cubicBezTo>
                  <a:cubicBezTo>
                    <a:pt x="347" y="346"/>
                    <a:pt x="347" y="346"/>
                    <a:pt x="347" y="346"/>
                  </a:cubicBezTo>
                  <a:cubicBezTo>
                    <a:pt x="347" y="572"/>
                    <a:pt x="347" y="572"/>
                    <a:pt x="347" y="572"/>
                  </a:cubicBezTo>
                  <a:cubicBezTo>
                    <a:pt x="85" y="572"/>
                    <a:pt x="85" y="572"/>
                    <a:pt x="85" y="572"/>
                  </a:cubicBezTo>
                  <a:cubicBezTo>
                    <a:pt x="71" y="572"/>
                    <a:pt x="57" y="565"/>
                    <a:pt x="57" y="544"/>
                  </a:cubicBezTo>
                  <a:cubicBezTo>
                    <a:pt x="57" y="473"/>
                    <a:pt x="57" y="473"/>
                    <a:pt x="57" y="473"/>
                  </a:cubicBezTo>
                  <a:cubicBezTo>
                    <a:pt x="57" y="431"/>
                    <a:pt x="57" y="431"/>
                    <a:pt x="57" y="431"/>
                  </a:cubicBezTo>
                  <a:cubicBezTo>
                    <a:pt x="57" y="346"/>
                    <a:pt x="57" y="346"/>
                    <a:pt x="57" y="346"/>
                  </a:cubicBezTo>
                  <a:cubicBezTo>
                    <a:pt x="304" y="106"/>
                    <a:pt x="304" y="106"/>
                    <a:pt x="304" y="106"/>
                  </a:cubicBezTo>
                  <a:lnTo>
                    <a:pt x="544" y="346"/>
                  </a:lnTo>
                  <a:close/>
                  <a:moveTo>
                    <a:pt x="255" y="346"/>
                  </a:moveTo>
                  <a:lnTo>
                    <a:pt x="255" y="346"/>
                  </a:lnTo>
                  <a:cubicBezTo>
                    <a:pt x="142" y="346"/>
                    <a:pt x="142" y="346"/>
                    <a:pt x="142" y="346"/>
                  </a:cubicBezTo>
                  <a:cubicBezTo>
                    <a:pt x="142" y="459"/>
                    <a:pt x="142" y="459"/>
                    <a:pt x="142" y="459"/>
                  </a:cubicBezTo>
                  <a:cubicBezTo>
                    <a:pt x="255" y="459"/>
                    <a:pt x="255" y="459"/>
                    <a:pt x="255" y="459"/>
                  </a:cubicBezTo>
                  <a:lnTo>
                    <a:pt x="255" y="3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5"/>
            <p:cNvSpPr/>
            <p:nvPr/>
          </p:nvSpPr>
          <p:spPr>
            <a:xfrm>
              <a:off x="1379422" y="2382042"/>
              <a:ext cx="217480" cy="196850"/>
            </a:xfrm>
            <a:custGeom>
              <a:rect b="b" l="l" r="r" t="t"/>
              <a:pathLst>
                <a:path extrusionOk="0" h="545" w="602">
                  <a:moveTo>
                    <a:pt x="573" y="544"/>
                  </a:moveTo>
                  <a:lnTo>
                    <a:pt x="573" y="544"/>
                  </a:lnTo>
                  <a:cubicBezTo>
                    <a:pt x="523" y="544"/>
                    <a:pt x="523" y="544"/>
                    <a:pt x="523" y="544"/>
                  </a:cubicBezTo>
                  <a:cubicBezTo>
                    <a:pt x="523" y="318"/>
                    <a:pt x="523" y="318"/>
                    <a:pt x="523" y="318"/>
                  </a:cubicBezTo>
                  <a:cubicBezTo>
                    <a:pt x="523" y="141"/>
                    <a:pt x="523" y="141"/>
                    <a:pt x="523" y="141"/>
                  </a:cubicBezTo>
                  <a:cubicBezTo>
                    <a:pt x="573" y="141"/>
                    <a:pt x="573" y="141"/>
                    <a:pt x="573" y="141"/>
                  </a:cubicBezTo>
                  <a:cubicBezTo>
                    <a:pt x="587" y="141"/>
                    <a:pt x="601" y="148"/>
                    <a:pt x="601" y="170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459"/>
                    <a:pt x="601" y="459"/>
                    <a:pt x="601" y="459"/>
                  </a:cubicBezTo>
                  <a:cubicBezTo>
                    <a:pt x="601" y="516"/>
                    <a:pt x="601" y="516"/>
                    <a:pt x="601" y="516"/>
                  </a:cubicBezTo>
                  <a:cubicBezTo>
                    <a:pt x="601" y="530"/>
                    <a:pt x="587" y="544"/>
                    <a:pt x="573" y="544"/>
                  </a:cubicBezTo>
                  <a:close/>
                  <a:moveTo>
                    <a:pt x="99" y="544"/>
                  </a:moveTo>
                  <a:lnTo>
                    <a:pt x="99" y="544"/>
                  </a:lnTo>
                  <a:cubicBezTo>
                    <a:pt x="99" y="318"/>
                    <a:pt x="99" y="318"/>
                    <a:pt x="99" y="318"/>
                  </a:cubicBezTo>
                  <a:cubicBezTo>
                    <a:pt x="99" y="311"/>
                    <a:pt x="99" y="311"/>
                    <a:pt x="99" y="311"/>
                  </a:cubicBezTo>
                  <a:cubicBezTo>
                    <a:pt x="99" y="141"/>
                    <a:pt x="99" y="141"/>
                    <a:pt x="99" y="141"/>
                  </a:cubicBezTo>
                  <a:cubicBezTo>
                    <a:pt x="156" y="141"/>
                    <a:pt x="156" y="141"/>
                    <a:pt x="156" y="141"/>
                  </a:cubicBezTo>
                  <a:cubicBezTo>
                    <a:pt x="156" y="64"/>
                    <a:pt x="219" y="0"/>
                    <a:pt x="297" y="0"/>
                  </a:cubicBezTo>
                  <a:cubicBezTo>
                    <a:pt x="375" y="0"/>
                    <a:pt x="438" y="64"/>
                    <a:pt x="438" y="141"/>
                  </a:cubicBezTo>
                  <a:cubicBezTo>
                    <a:pt x="495" y="141"/>
                    <a:pt x="495" y="141"/>
                    <a:pt x="495" y="141"/>
                  </a:cubicBezTo>
                  <a:cubicBezTo>
                    <a:pt x="495" y="318"/>
                    <a:pt x="495" y="318"/>
                    <a:pt x="495" y="318"/>
                  </a:cubicBezTo>
                  <a:cubicBezTo>
                    <a:pt x="495" y="544"/>
                    <a:pt x="495" y="544"/>
                    <a:pt x="495" y="544"/>
                  </a:cubicBezTo>
                  <a:lnTo>
                    <a:pt x="99" y="544"/>
                  </a:ln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255" y="57"/>
                    <a:pt x="212" y="92"/>
                    <a:pt x="212" y="141"/>
                  </a:cubicBezTo>
                  <a:cubicBezTo>
                    <a:pt x="382" y="141"/>
                    <a:pt x="382" y="141"/>
                    <a:pt x="382" y="141"/>
                  </a:cubicBezTo>
                  <a:cubicBezTo>
                    <a:pt x="382" y="92"/>
                    <a:pt x="347" y="57"/>
                    <a:pt x="297" y="57"/>
                  </a:cubicBezTo>
                  <a:close/>
                  <a:moveTo>
                    <a:pt x="0" y="516"/>
                  </a:moveTo>
                  <a:lnTo>
                    <a:pt x="0" y="516"/>
                  </a:lnTo>
                  <a:cubicBezTo>
                    <a:pt x="0" y="459"/>
                    <a:pt x="0" y="459"/>
                    <a:pt x="0" y="459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48"/>
                    <a:pt x="7" y="141"/>
                    <a:pt x="29" y="141"/>
                  </a:cubicBezTo>
                  <a:cubicBezTo>
                    <a:pt x="71" y="141"/>
                    <a:pt x="71" y="141"/>
                    <a:pt x="71" y="141"/>
                  </a:cubicBezTo>
                  <a:cubicBezTo>
                    <a:pt x="71" y="311"/>
                    <a:pt x="71" y="311"/>
                    <a:pt x="71" y="311"/>
                  </a:cubicBezTo>
                  <a:cubicBezTo>
                    <a:pt x="71" y="318"/>
                    <a:pt x="71" y="318"/>
                    <a:pt x="71" y="318"/>
                  </a:cubicBezTo>
                  <a:cubicBezTo>
                    <a:pt x="71" y="544"/>
                    <a:pt x="71" y="544"/>
                    <a:pt x="71" y="544"/>
                  </a:cubicBezTo>
                  <a:cubicBezTo>
                    <a:pt x="29" y="544"/>
                    <a:pt x="29" y="544"/>
                    <a:pt x="29" y="544"/>
                  </a:cubicBezTo>
                  <a:cubicBezTo>
                    <a:pt x="7" y="544"/>
                    <a:pt x="0" y="530"/>
                    <a:pt x="0" y="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5"/>
            <p:cNvSpPr/>
            <p:nvPr/>
          </p:nvSpPr>
          <p:spPr>
            <a:xfrm>
              <a:off x="1023834" y="2386805"/>
              <a:ext cx="168269" cy="184150"/>
            </a:xfrm>
            <a:custGeom>
              <a:rect b="b" l="l" r="r" t="t"/>
              <a:pathLst>
                <a:path extrusionOk="0" h="510" w="467">
                  <a:moveTo>
                    <a:pt x="459" y="247"/>
                  </a:moveTo>
                  <a:lnTo>
                    <a:pt x="459" y="247"/>
                  </a:lnTo>
                  <a:cubicBezTo>
                    <a:pt x="233" y="28"/>
                    <a:pt x="233" y="28"/>
                    <a:pt x="23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14"/>
                    <a:pt x="35" y="0"/>
                    <a:pt x="56" y="0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40" y="0"/>
                    <a:pt x="247" y="7"/>
                    <a:pt x="254" y="14"/>
                  </a:cubicBezTo>
                  <a:cubicBezTo>
                    <a:pt x="410" y="163"/>
                    <a:pt x="410" y="163"/>
                    <a:pt x="410" y="163"/>
                  </a:cubicBezTo>
                  <a:cubicBezTo>
                    <a:pt x="459" y="205"/>
                    <a:pt x="459" y="205"/>
                    <a:pt x="459" y="205"/>
                  </a:cubicBezTo>
                  <a:cubicBezTo>
                    <a:pt x="466" y="212"/>
                    <a:pt x="466" y="219"/>
                    <a:pt x="466" y="226"/>
                  </a:cubicBezTo>
                  <a:cubicBezTo>
                    <a:pt x="466" y="233"/>
                    <a:pt x="466" y="240"/>
                    <a:pt x="459" y="247"/>
                  </a:cubicBezTo>
                  <a:close/>
                  <a:moveTo>
                    <a:pt x="205" y="57"/>
                  </a:moveTo>
                  <a:lnTo>
                    <a:pt x="205" y="57"/>
                  </a:lnTo>
                  <a:cubicBezTo>
                    <a:pt x="212" y="57"/>
                    <a:pt x="219" y="64"/>
                    <a:pt x="226" y="71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45" y="276"/>
                    <a:pt x="445" y="283"/>
                    <a:pt x="452" y="290"/>
                  </a:cubicBezTo>
                  <a:cubicBezTo>
                    <a:pt x="452" y="290"/>
                    <a:pt x="452" y="290"/>
                    <a:pt x="452" y="297"/>
                  </a:cubicBezTo>
                  <a:cubicBezTo>
                    <a:pt x="452" y="304"/>
                    <a:pt x="445" y="311"/>
                    <a:pt x="445" y="311"/>
                  </a:cubicBezTo>
                  <a:cubicBezTo>
                    <a:pt x="283" y="502"/>
                    <a:pt x="283" y="502"/>
                    <a:pt x="283" y="502"/>
                  </a:cubicBezTo>
                  <a:cubicBezTo>
                    <a:pt x="275" y="509"/>
                    <a:pt x="268" y="509"/>
                    <a:pt x="261" y="509"/>
                  </a:cubicBezTo>
                  <a:lnTo>
                    <a:pt x="254" y="509"/>
                  </a:lnTo>
                  <a:cubicBezTo>
                    <a:pt x="254" y="509"/>
                    <a:pt x="247" y="509"/>
                    <a:pt x="240" y="502"/>
                  </a:cubicBezTo>
                  <a:cubicBezTo>
                    <a:pt x="7" y="290"/>
                    <a:pt x="7" y="290"/>
                    <a:pt x="7" y="290"/>
                  </a:cubicBezTo>
                  <a:cubicBezTo>
                    <a:pt x="0" y="283"/>
                    <a:pt x="0" y="276"/>
                    <a:pt x="0" y="26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7" y="57"/>
                    <a:pt x="28" y="57"/>
                  </a:cubicBezTo>
                  <a:lnTo>
                    <a:pt x="205" y="57"/>
                  </a:lnTo>
                  <a:close/>
                  <a:moveTo>
                    <a:pt x="70" y="170"/>
                  </a:moveTo>
                  <a:lnTo>
                    <a:pt x="70" y="170"/>
                  </a:lnTo>
                  <a:cubicBezTo>
                    <a:pt x="92" y="170"/>
                    <a:pt x="113" y="156"/>
                    <a:pt x="113" y="134"/>
                  </a:cubicBezTo>
                  <a:cubicBezTo>
                    <a:pt x="113" y="113"/>
                    <a:pt x="92" y="99"/>
                    <a:pt x="70" y="99"/>
                  </a:cubicBezTo>
                  <a:cubicBezTo>
                    <a:pt x="49" y="99"/>
                    <a:pt x="35" y="113"/>
                    <a:pt x="35" y="134"/>
                  </a:cubicBezTo>
                  <a:cubicBezTo>
                    <a:pt x="35" y="156"/>
                    <a:pt x="49" y="170"/>
                    <a:pt x="70" y="1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5"/>
            <p:cNvSpPr/>
            <p:nvPr/>
          </p:nvSpPr>
          <p:spPr>
            <a:xfrm>
              <a:off x="646023" y="2397917"/>
              <a:ext cx="163507" cy="163513"/>
            </a:xfrm>
            <a:custGeom>
              <a:rect b="b" l="l" r="r" t="t"/>
              <a:pathLst>
                <a:path extrusionOk="0" h="454" w="453">
                  <a:moveTo>
                    <a:pt x="452" y="234"/>
                  </a:moveTo>
                  <a:lnTo>
                    <a:pt x="452" y="234"/>
                  </a:lnTo>
                  <a:cubicBezTo>
                    <a:pt x="452" y="234"/>
                    <a:pt x="452" y="234"/>
                    <a:pt x="452" y="241"/>
                  </a:cubicBezTo>
                  <a:cubicBezTo>
                    <a:pt x="452" y="248"/>
                    <a:pt x="445" y="255"/>
                    <a:pt x="445" y="255"/>
                  </a:cubicBezTo>
                  <a:cubicBezTo>
                    <a:pt x="283" y="446"/>
                    <a:pt x="283" y="446"/>
                    <a:pt x="283" y="446"/>
                  </a:cubicBezTo>
                  <a:cubicBezTo>
                    <a:pt x="275" y="453"/>
                    <a:pt x="268" y="453"/>
                    <a:pt x="261" y="453"/>
                  </a:cubicBezTo>
                  <a:lnTo>
                    <a:pt x="254" y="453"/>
                  </a:lnTo>
                  <a:cubicBezTo>
                    <a:pt x="254" y="453"/>
                    <a:pt x="247" y="453"/>
                    <a:pt x="240" y="446"/>
                  </a:cubicBezTo>
                  <a:cubicBezTo>
                    <a:pt x="7" y="234"/>
                    <a:pt x="7" y="234"/>
                    <a:pt x="7" y="234"/>
                  </a:cubicBezTo>
                  <a:cubicBezTo>
                    <a:pt x="0" y="226"/>
                    <a:pt x="0" y="219"/>
                    <a:pt x="0" y="21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7" y="0"/>
                    <a:pt x="28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212" y="0"/>
                    <a:pt x="219" y="8"/>
                    <a:pt x="226" y="15"/>
                  </a:cubicBezTo>
                  <a:cubicBezTo>
                    <a:pt x="438" y="219"/>
                    <a:pt x="438" y="219"/>
                    <a:pt x="438" y="219"/>
                  </a:cubicBezTo>
                  <a:cubicBezTo>
                    <a:pt x="445" y="219"/>
                    <a:pt x="445" y="226"/>
                    <a:pt x="452" y="234"/>
                  </a:cubicBezTo>
                  <a:close/>
                  <a:moveTo>
                    <a:pt x="70" y="43"/>
                  </a:moveTo>
                  <a:lnTo>
                    <a:pt x="70" y="43"/>
                  </a:lnTo>
                  <a:cubicBezTo>
                    <a:pt x="49" y="43"/>
                    <a:pt x="35" y="57"/>
                    <a:pt x="35" y="78"/>
                  </a:cubicBezTo>
                  <a:cubicBezTo>
                    <a:pt x="35" y="99"/>
                    <a:pt x="49" y="113"/>
                    <a:pt x="70" y="113"/>
                  </a:cubicBezTo>
                  <a:cubicBezTo>
                    <a:pt x="92" y="113"/>
                    <a:pt x="113" y="99"/>
                    <a:pt x="113" y="78"/>
                  </a:cubicBezTo>
                  <a:cubicBezTo>
                    <a:pt x="113" y="57"/>
                    <a:pt x="92" y="43"/>
                    <a:pt x="70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5"/>
            <p:cNvSpPr/>
            <p:nvPr/>
          </p:nvSpPr>
          <p:spPr>
            <a:xfrm>
              <a:off x="4798773" y="2008980"/>
              <a:ext cx="217480" cy="184150"/>
            </a:xfrm>
            <a:custGeom>
              <a:rect b="b" l="l" r="r" t="t"/>
              <a:pathLst>
                <a:path extrusionOk="0" h="510" w="602">
                  <a:moveTo>
                    <a:pt x="481" y="318"/>
                  </a:moveTo>
                  <a:lnTo>
                    <a:pt x="481" y="318"/>
                  </a:lnTo>
                  <a:cubicBezTo>
                    <a:pt x="410" y="318"/>
                    <a:pt x="353" y="269"/>
                    <a:pt x="353" y="198"/>
                  </a:cubicBezTo>
                  <a:cubicBezTo>
                    <a:pt x="353" y="127"/>
                    <a:pt x="410" y="78"/>
                    <a:pt x="481" y="78"/>
                  </a:cubicBezTo>
                  <a:cubicBezTo>
                    <a:pt x="544" y="78"/>
                    <a:pt x="601" y="127"/>
                    <a:pt x="601" y="198"/>
                  </a:cubicBezTo>
                  <a:cubicBezTo>
                    <a:pt x="601" y="269"/>
                    <a:pt x="544" y="318"/>
                    <a:pt x="481" y="318"/>
                  </a:cubicBezTo>
                  <a:close/>
                  <a:moveTo>
                    <a:pt x="537" y="219"/>
                  </a:moveTo>
                  <a:lnTo>
                    <a:pt x="537" y="219"/>
                  </a:lnTo>
                  <a:cubicBezTo>
                    <a:pt x="516" y="198"/>
                    <a:pt x="516" y="198"/>
                    <a:pt x="516" y="198"/>
                  </a:cubicBezTo>
                  <a:cubicBezTo>
                    <a:pt x="537" y="177"/>
                    <a:pt x="537" y="177"/>
                    <a:pt x="537" y="177"/>
                  </a:cubicBezTo>
                  <a:cubicBezTo>
                    <a:pt x="544" y="177"/>
                    <a:pt x="544" y="170"/>
                    <a:pt x="544" y="163"/>
                  </a:cubicBezTo>
                  <a:cubicBezTo>
                    <a:pt x="544" y="141"/>
                    <a:pt x="530" y="134"/>
                    <a:pt x="516" y="134"/>
                  </a:cubicBezTo>
                  <a:cubicBezTo>
                    <a:pt x="509" y="134"/>
                    <a:pt x="502" y="134"/>
                    <a:pt x="495" y="141"/>
                  </a:cubicBezTo>
                  <a:cubicBezTo>
                    <a:pt x="481" y="156"/>
                    <a:pt x="481" y="156"/>
                    <a:pt x="481" y="156"/>
                  </a:cubicBezTo>
                  <a:cubicBezTo>
                    <a:pt x="459" y="141"/>
                    <a:pt x="459" y="141"/>
                    <a:pt x="459" y="141"/>
                  </a:cubicBezTo>
                  <a:cubicBezTo>
                    <a:pt x="452" y="134"/>
                    <a:pt x="445" y="134"/>
                    <a:pt x="438" y="134"/>
                  </a:cubicBezTo>
                  <a:cubicBezTo>
                    <a:pt x="424" y="134"/>
                    <a:pt x="410" y="141"/>
                    <a:pt x="410" y="163"/>
                  </a:cubicBezTo>
                  <a:cubicBezTo>
                    <a:pt x="410" y="170"/>
                    <a:pt x="417" y="177"/>
                    <a:pt x="424" y="177"/>
                  </a:cubicBezTo>
                  <a:cubicBezTo>
                    <a:pt x="438" y="198"/>
                    <a:pt x="438" y="198"/>
                    <a:pt x="438" y="198"/>
                  </a:cubicBezTo>
                  <a:cubicBezTo>
                    <a:pt x="424" y="219"/>
                    <a:pt x="424" y="219"/>
                    <a:pt x="424" y="219"/>
                  </a:cubicBezTo>
                  <a:cubicBezTo>
                    <a:pt x="417" y="219"/>
                    <a:pt x="410" y="226"/>
                    <a:pt x="410" y="233"/>
                  </a:cubicBezTo>
                  <a:cubicBezTo>
                    <a:pt x="410" y="254"/>
                    <a:pt x="424" y="261"/>
                    <a:pt x="438" y="261"/>
                  </a:cubicBezTo>
                  <a:cubicBezTo>
                    <a:pt x="445" y="261"/>
                    <a:pt x="452" y="261"/>
                    <a:pt x="459" y="254"/>
                  </a:cubicBezTo>
                  <a:cubicBezTo>
                    <a:pt x="481" y="240"/>
                    <a:pt x="481" y="240"/>
                    <a:pt x="481" y="240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502" y="261"/>
                    <a:pt x="509" y="261"/>
                    <a:pt x="516" y="261"/>
                  </a:cubicBezTo>
                  <a:cubicBezTo>
                    <a:pt x="530" y="261"/>
                    <a:pt x="544" y="254"/>
                    <a:pt x="544" y="233"/>
                  </a:cubicBezTo>
                  <a:cubicBezTo>
                    <a:pt x="544" y="226"/>
                    <a:pt x="544" y="219"/>
                    <a:pt x="537" y="219"/>
                  </a:cubicBezTo>
                  <a:close/>
                  <a:moveTo>
                    <a:pt x="361" y="99"/>
                  </a:moveTo>
                  <a:lnTo>
                    <a:pt x="361" y="99"/>
                  </a:lnTo>
                  <a:cubicBezTo>
                    <a:pt x="332" y="42"/>
                    <a:pt x="332" y="42"/>
                    <a:pt x="332" y="42"/>
                  </a:cubicBezTo>
                  <a:cubicBezTo>
                    <a:pt x="332" y="35"/>
                    <a:pt x="325" y="35"/>
                    <a:pt x="325" y="28"/>
                  </a:cubicBezTo>
                  <a:cubicBezTo>
                    <a:pt x="325" y="14"/>
                    <a:pt x="339" y="0"/>
                    <a:pt x="353" y="0"/>
                  </a:cubicBezTo>
                  <a:cubicBezTo>
                    <a:pt x="368" y="0"/>
                    <a:pt x="375" y="7"/>
                    <a:pt x="382" y="14"/>
                  </a:cubicBezTo>
                  <a:cubicBezTo>
                    <a:pt x="410" y="63"/>
                    <a:pt x="410" y="63"/>
                    <a:pt x="410" y="63"/>
                  </a:cubicBezTo>
                  <a:cubicBezTo>
                    <a:pt x="389" y="71"/>
                    <a:pt x="375" y="85"/>
                    <a:pt x="361" y="99"/>
                  </a:cubicBezTo>
                  <a:close/>
                  <a:moveTo>
                    <a:pt x="269" y="42"/>
                  </a:moveTo>
                  <a:lnTo>
                    <a:pt x="269" y="42"/>
                  </a:lnTo>
                  <a:cubicBezTo>
                    <a:pt x="205" y="163"/>
                    <a:pt x="205" y="163"/>
                    <a:pt x="205" y="163"/>
                  </a:cubicBezTo>
                  <a:cubicBezTo>
                    <a:pt x="141" y="163"/>
                    <a:pt x="141" y="163"/>
                    <a:pt x="141" y="163"/>
                  </a:cubicBezTo>
                  <a:cubicBezTo>
                    <a:pt x="219" y="14"/>
                    <a:pt x="219" y="14"/>
                    <a:pt x="219" y="14"/>
                  </a:cubicBezTo>
                  <a:cubicBezTo>
                    <a:pt x="219" y="7"/>
                    <a:pt x="233" y="0"/>
                    <a:pt x="240" y="0"/>
                  </a:cubicBezTo>
                  <a:cubicBezTo>
                    <a:pt x="262" y="0"/>
                    <a:pt x="269" y="14"/>
                    <a:pt x="269" y="28"/>
                  </a:cubicBezTo>
                  <a:cubicBezTo>
                    <a:pt x="269" y="35"/>
                    <a:pt x="269" y="35"/>
                    <a:pt x="269" y="42"/>
                  </a:cubicBezTo>
                  <a:close/>
                  <a:moveTo>
                    <a:pt x="226" y="191"/>
                  </a:moveTo>
                  <a:lnTo>
                    <a:pt x="226" y="191"/>
                  </a:lnTo>
                  <a:cubicBezTo>
                    <a:pt x="325" y="191"/>
                    <a:pt x="325" y="191"/>
                    <a:pt x="325" y="191"/>
                  </a:cubicBezTo>
                  <a:lnTo>
                    <a:pt x="325" y="198"/>
                  </a:lnTo>
                  <a:cubicBezTo>
                    <a:pt x="325" y="247"/>
                    <a:pt x="346" y="290"/>
                    <a:pt x="382" y="318"/>
                  </a:cubicBezTo>
                  <a:cubicBezTo>
                    <a:pt x="382" y="424"/>
                    <a:pt x="382" y="424"/>
                    <a:pt x="382" y="424"/>
                  </a:cubicBezTo>
                  <a:cubicBezTo>
                    <a:pt x="382" y="438"/>
                    <a:pt x="396" y="452"/>
                    <a:pt x="410" y="452"/>
                  </a:cubicBezTo>
                  <a:cubicBezTo>
                    <a:pt x="431" y="452"/>
                    <a:pt x="438" y="438"/>
                    <a:pt x="438" y="424"/>
                  </a:cubicBezTo>
                  <a:cubicBezTo>
                    <a:pt x="438" y="346"/>
                    <a:pt x="438" y="346"/>
                    <a:pt x="438" y="346"/>
                  </a:cubicBezTo>
                  <a:cubicBezTo>
                    <a:pt x="452" y="346"/>
                    <a:pt x="466" y="346"/>
                    <a:pt x="481" y="346"/>
                  </a:cubicBezTo>
                  <a:cubicBezTo>
                    <a:pt x="495" y="346"/>
                    <a:pt x="509" y="346"/>
                    <a:pt x="523" y="339"/>
                  </a:cubicBezTo>
                  <a:cubicBezTo>
                    <a:pt x="488" y="488"/>
                    <a:pt x="488" y="488"/>
                    <a:pt x="488" y="488"/>
                  </a:cubicBezTo>
                  <a:cubicBezTo>
                    <a:pt x="481" y="502"/>
                    <a:pt x="474" y="509"/>
                    <a:pt x="459" y="509"/>
                  </a:cubicBezTo>
                  <a:cubicBezTo>
                    <a:pt x="452" y="509"/>
                    <a:pt x="452" y="509"/>
                    <a:pt x="452" y="509"/>
                  </a:cubicBezTo>
                  <a:cubicBezTo>
                    <a:pt x="445" y="509"/>
                    <a:pt x="445" y="509"/>
                    <a:pt x="445" y="509"/>
                  </a:cubicBezTo>
                  <a:cubicBezTo>
                    <a:pt x="141" y="509"/>
                    <a:pt x="141" y="509"/>
                    <a:pt x="141" y="509"/>
                  </a:cubicBezTo>
                  <a:cubicBezTo>
                    <a:pt x="127" y="509"/>
                    <a:pt x="113" y="502"/>
                    <a:pt x="113" y="488"/>
                  </a:cubicBezTo>
                  <a:cubicBezTo>
                    <a:pt x="50" y="247"/>
                    <a:pt x="50" y="247"/>
                    <a:pt x="50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7" y="247"/>
                    <a:pt x="0" y="233"/>
                    <a:pt x="0" y="219"/>
                  </a:cubicBezTo>
                  <a:cubicBezTo>
                    <a:pt x="0" y="198"/>
                    <a:pt x="7" y="191"/>
                    <a:pt x="28" y="191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226" y="191"/>
                    <a:pt x="226" y="191"/>
                    <a:pt x="226" y="191"/>
                  </a:cubicBezTo>
                  <a:close/>
                  <a:moveTo>
                    <a:pt x="269" y="424"/>
                  </a:moveTo>
                  <a:lnTo>
                    <a:pt x="269" y="424"/>
                  </a:lnTo>
                  <a:cubicBezTo>
                    <a:pt x="269" y="438"/>
                    <a:pt x="283" y="452"/>
                    <a:pt x="297" y="452"/>
                  </a:cubicBezTo>
                  <a:cubicBezTo>
                    <a:pt x="318" y="452"/>
                    <a:pt x="325" y="438"/>
                    <a:pt x="325" y="424"/>
                  </a:cubicBezTo>
                  <a:cubicBezTo>
                    <a:pt x="325" y="276"/>
                    <a:pt x="325" y="276"/>
                    <a:pt x="325" y="276"/>
                  </a:cubicBezTo>
                  <a:cubicBezTo>
                    <a:pt x="325" y="254"/>
                    <a:pt x="318" y="247"/>
                    <a:pt x="297" y="247"/>
                  </a:cubicBezTo>
                  <a:cubicBezTo>
                    <a:pt x="283" y="247"/>
                    <a:pt x="269" y="254"/>
                    <a:pt x="269" y="276"/>
                  </a:cubicBezTo>
                  <a:lnTo>
                    <a:pt x="269" y="424"/>
                  </a:lnTo>
                  <a:close/>
                  <a:moveTo>
                    <a:pt x="212" y="276"/>
                  </a:moveTo>
                  <a:lnTo>
                    <a:pt x="212" y="276"/>
                  </a:lnTo>
                  <a:cubicBezTo>
                    <a:pt x="212" y="254"/>
                    <a:pt x="205" y="247"/>
                    <a:pt x="184" y="247"/>
                  </a:cubicBezTo>
                  <a:cubicBezTo>
                    <a:pt x="170" y="247"/>
                    <a:pt x="155" y="254"/>
                    <a:pt x="155" y="276"/>
                  </a:cubicBezTo>
                  <a:cubicBezTo>
                    <a:pt x="155" y="424"/>
                    <a:pt x="155" y="424"/>
                    <a:pt x="155" y="424"/>
                  </a:cubicBezTo>
                  <a:cubicBezTo>
                    <a:pt x="155" y="438"/>
                    <a:pt x="170" y="452"/>
                    <a:pt x="184" y="452"/>
                  </a:cubicBezTo>
                  <a:cubicBezTo>
                    <a:pt x="205" y="452"/>
                    <a:pt x="212" y="438"/>
                    <a:pt x="212" y="424"/>
                  </a:cubicBezTo>
                  <a:lnTo>
                    <a:pt x="212" y="2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5"/>
            <p:cNvSpPr/>
            <p:nvPr/>
          </p:nvSpPr>
          <p:spPr>
            <a:xfrm>
              <a:off x="4416200" y="2008980"/>
              <a:ext cx="219067" cy="184150"/>
            </a:xfrm>
            <a:custGeom>
              <a:rect b="b" l="l" r="r" t="t"/>
              <a:pathLst>
                <a:path extrusionOk="0" h="510" w="609">
                  <a:moveTo>
                    <a:pt x="480" y="318"/>
                  </a:moveTo>
                  <a:lnTo>
                    <a:pt x="480" y="318"/>
                  </a:lnTo>
                  <a:cubicBezTo>
                    <a:pt x="417" y="318"/>
                    <a:pt x="360" y="269"/>
                    <a:pt x="360" y="198"/>
                  </a:cubicBezTo>
                  <a:cubicBezTo>
                    <a:pt x="360" y="127"/>
                    <a:pt x="417" y="78"/>
                    <a:pt x="480" y="78"/>
                  </a:cubicBezTo>
                  <a:cubicBezTo>
                    <a:pt x="551" y="78"/>
                    <a:pt x="608" y="127"/>
                    <a:pt x="608" y="198"/>
                  </a:cubicBezTo>
                  <a:cubicBezTo>
                    <a:pt x="608" y="269"/>
                    <a:pt x="551" y="318"/>
                    <a:pt x="480" y="318"/>
                  </a:cubicBezTo>
                  <a:close/>
                  <a:moveTo>
                    <a:pt x="537" y="141"/>
                  </a:moveTo>
                  <a:lnTo>
                    <a:pt x="537" y="141"/>
                  </a:lnTo>
                  <a:cubicBezTo>
                    <a:pt x="530" y="141"/>
                    <a:pt x="523" y="141"/>
                    <a:pt x="523" y="148"/>
                  </a:cubicBezTo>
                  <a:cubicBezTo>
                    <a:pt x="466" y="205"/>
                    <a:pt x="466" y="205"/>
                    <a:pt x="466" y="205"/>
                  </a:cubicBezTo>
                  <a:cubicBezTo>
                    <a:pt x="445" y="191"/>
                    <a:pt x="445" y="191"/>
                    <a:pt x="445" y="191"/>
                  </a:cubicBezTo>
                  <a:cubicBezTo>
                    <a:pt x="438" y="184"/>
                    <a:pt x="431" y="177"/>
                    <a:pt x="424" y="177"/>
                  </a:cubicBezTo>
                  <a:cubicBezTo>
                    <a:pt x="410" y="177"/>
                    <a:pt x="396" y="191"/>
                    <a:pt x="396" y="205"/>
                  </a:cubicBezTo>
                  <a:cubicBezTo>
                    <a:pt x="396" y="212"/>
                    <a:pt x="403" y="219"/>
                    <a:pt x="410" y="226"/>
                  </a:cubicBezTo>
                  <a:cubicBezTo>
                    <a:pt x="445" y="261"/>
                    <a:pt x="445" y="261"/>
                    <a:pt x="445" y="261"/>
                  </a:cubicBezTo>
                  <a:cubicBezTo>
                    <a:pt x="452" y="269"/>
                    <a:pt x="459" y="276"/>
                    <a:pt x="466" y="276"/>
                  </a:cubicBezTo>
                  <a:cubicBezTo>
                    <a:pt x="473" y="276"/>
                    <a:pt x="480" y="269"/>
                    <a:pt x="480" y="261"/>
                  </a:cubicBezTo>
                  <a:cubicBezTo>
                    <a:pt x="558" y="191"/>
                    <a:pt x="558" y="191"/>
                    <a:pt x="558" y="191"/>
                  </a:cubicBezTo>
                  <a:cubicBezTo>
                    <a:pt x="565" y="184"/>
                    <a:pt x="565" y="177"/>
                    <a:pt x="565" y="170"/>
                  </a:cubicBezTo>
                  <a:cubicBezTo>
                    <a:pt x="565" y="156"/>
                    <a:pt x="558" y="141"/>
                    <a:pt x="537" y="141"/>
                  </a:cubicBezTo>
                  <a:close/>
                  <a:moveTo>
                    <a:pt x="367" y="99"/>
                  </a:moveTo>
                  <a:lnTo>
                    <a:pt x="367" y="99"/>
                  </a:lnTo>
                  <a:cubicBezTo>
                    <a:pt x="339" y="42"/>
                    <a:pt x="339" y="42"/>
                    <a:pt x="339" y="42"/>
                  </a:cubicBezTo>
                  <a:cubicBezTo>
                    <a:pt x="332" y="35"/>
                    <a:pt x="332" y="35"/>
                    <a:pt x="332" y="28"/>
                  </a:cubicBezTo>
                  <a:cubicBezTo>
                    <a:pt x="332" y="14"/>
                    <a:pt x="346" y="0"/>
                    <a:pt x="360" y="0"/>
                  </a:cubicBezTo>
                  <a:cubicBezTo>
                    <a:pt x="375" y="0"/>
                    <a:pt x="382" y="7"/>
                    <a:pt x="389" y="14"/>
                  </a:cubicBezTo>
                  <a:cubicBezTo>
                    <a:pt x="410" y="63"/>
                    <a:pt x="410" y="63"/>
                    <a:pt x="410" y="63"/>
                  </a:cubicBezTo>
                  <a:cubicBezTo>
                    <a:pt x="396" y="71"/>
                    <a:pt x="382" y="85"/>
                    <a:pt x="367" y="99"/>
                  </a:cubicBezTo>
                  <a:close/>
                  <a:moveTo>
                    <a:pt x="269" y="42"/>
                  </a:moveTo>
                  <a:lnTo>
                    <a:pt x="269" y="42"/>
                  </a:lnTo>
                  <a:cubicBezTo>
                    <a:pt x="212" y="163"/>
                    <a:pt x="212" y="163"/>
                    <a:pt x="212" y="163"/>
                  </a:cubicBezTo>
                  <a:cubicBezTo>
                    <a:pt x="148" y="163"/>
                    <a:pt x="148" y="163"/>
                    <a:pt x="148" y="163"/>
                  </a:cubicBezTo>
                  <a:cubicBezTo>
                    <a:pt x="219" y="14"/>
                    <a:pt x="219" y="14"/>
                    <a:pt x="219" y="14"/>
                  </a:cubicBezTo>
                  <a:cubicBezTo>
                    <a:pt x="226" y="7"/>
                    <a:pt x="233" y="0"/>
                    <a:pt x="247" y="0"/>
                  </a:cubicBezTo>
                  <a:cubicBezTo>
                    <a:pt x="262" y="0"/>
                    <a:pt x="276" y="14"/>
                    <a:pt x="276" y="28"/>
                  </a:cubicBezTo>
                  <a:cubicBezTo>
                    <a:pt x="276" y="35"/>
                    <a:pt x="276" y="35"/>
                    <a:pt x="269" y="42"/>
                  </a:cubicBezTo>
                  <a:close/>
                  <a:moveTo>
                    <a:pt x="233" y="191"/>
                  </a:moveTo>
                  <a:lnTo>
                    <a:pt x="233" y="191"/>
                  </a:lnTo>
                  <a:cubicBezTo>
                    <a:pt x="332" y="191"/>
                    <a:pt x="332" y="191"/>
                    <a:pt x="332" y="191"/>
                  </a:cubicBezTo>
                  <a:lnTo>
                    <a:pt x="332" y="198"/>
                  </a:lnTo>
                  <a:cubicBezTo>
                    <a:pt x="332" y="247"/>
                    <a:pt x="353" y="290"/>
                    <a:pt x="389" y="318"/>
                  </a:cubicBezTo>
                  <a:cubicBezTo>
                    <a:pt x="389" y="424"/>
                    <a:pt x="389" y="424"/>
                    <a:pt x="389" y="424"/>
                  </a:cubicBezTo>
                  <a:cubicBezTo>
                    <a:pt x="389" y="438"/>
                    <a:pt x="403" y="452"/>
                    <a:pt x="417" y="452"/>
                  </a:cubicBezTo>
                  <a:cubicBezTo>
                    <a:pt x="431" y="452"/>
                    <a:pt x="445" y="438"/>
                    <a:pt x="445" y="424"/>
                  </a:cubicBezTo>
                  <a:cubicBezTo>
                    <a:pt x="445" y="346"/>
                    <a:pt x="445" y="346"/>
                    <a:pt x="445" y="346"/>
                  </a:cubicBezTo>
                  <a:cubicBezTo>
                    <a:pt x="459" y="346"/>
                    <a:pt x="466" y="346"/>
                    <a:pt x="480" y="346"/>
                  </a:cubicBezTo>
                  <a:cubicBezTo>
                    <a:pt x="502" y="346"/>
                    <a:pt x="516" y="346"/>
                    <a:pt x="530" y="339"/>
                  </a:cubicBezTo>
                  <a:cubicBezTo>
                    <a:pt x="495" y="488"/>
                    <a:pt x="495" y="488"/>
                    <a:pt x="495" y="488"/>
                  </a:cubicBezTo>
                  <a:cubicBezTo>
                    <a:pt x="488" y="502"/>
                    <a:pt x="480" y="509"/>
                    <a:pt x="466" y="509"/>
                  </a:cubicBezTo>
                  <a:cubicBezTo>
                    <a:pt x="459" y="509"/>
                    <a:pt x="459" y="509"/>
                    <a:pt x="459" y="509"/>
                  </a:cubicBezTo>
                  <a:cubicBezTo>
                    <a:pt x="452" y="509"/>
                    <a:pt x="452" y="509"/>
                    <a:pt x="452" y="509"/>
                  </a:cubicBezTo>
                  <a:cubicBezTo>
                    <a:pt x="141" y="509"/>
                    <a:pt x="141" y="509"/>
                    <a:pt x="141" y="509"/>
                  </a:cubicBezTo>
                  <a:cubicBezTo>
                    <a:pt x="127" y="509"/>
                    <a:pt x="120" y="502"/>
                    <a:pt x="113" y="488"/>
                  </a:cubicBezTo>
                  <a:cubicBezTo>
                    <a:pt x="56" y="247"/>
                    <a:pt x="56" y="247"/>
                    <a:pt x="56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14" y="247"/>
                    <a:pt x="0" y="233"/>
                    <a:pt x="0" y="219"/>
                  </a:cubicBezTo>
                  <a:cubicBezTo>
                    <a:pt x="0" y="198"/>
                    <a:pt x="14" y="191"/>
                    <a:pt x="28" y="191"/>
                  </a:cubicBezTo>
                  <a:cubicBezTo>
                    <a:pt x="141" y="191"/>
                    <a:pt x="141" y="191"/>
                    <a:pt x="141" y="191"/>
                  </a:cubicBezTo>
                  <a:cubicBezTo>
                    <a:pt x="233" y="191"/>
                    <a:pt x="233" y="191"/>
                    <a:pt x="233" y="191"/>
                  </a:cubicBezTo>
                  <a:close/>
                  <a:moveTo>
                    <a:pt x="276" y="424"/>
                  </a:moveTo>
                  <a:lnTo>
                    <a:pt x="276" y="424"/>
                  </a:lnTo>
                  <a:cubicBezTo>
                    <a:pt x="276" y="438"/>
                    <a:pt x="290" y="452"/>
                    <a:pt x="304" y="452"/>
                  </a:cubicBezTo>
                  <a:cubicBezTo>
                    <a:pt x="318" y="452"/>
                    <a:pt x="332" y="438"/>
                    <a:pt x="332" y="424"/>
                  </a:cubicBezTo>
                  <a:cubicBezTo>
                    <a:pt x="332" y="276"/>
                    <a:pt x="332" y="276"/>
                    <a:pt x="332" y="276"/>
                  </a:cubicBezTo>
                  <a:cubicBezTo>
                    <a:pt x="332" y="254"/>
                    <a:pt x="318" y="247"/>
                    <a:pt x="304" y="247"/>
                  </a:cubicBezTo>
                  <a:cubicBezTo>
                    <a:pt x="290" y="247"/>
                    <a:pt x="276" y="254"/>
                    <a:pt x="276" y="276"/>
                  </a:cubicBezTo>
                  <a:lnTo>
                    <a:pt x="276" y="424"/>
                  </a:lnTo>
                  <a:close/>
                  <a:moveTo>
                    <a:pt x="219" y="276"/>
                  </a:moveTo>
                  <a:lnTo>
                    <a:pt x="219" y="276"/>
                  </a:lnTo>
                  <a:cubicBezTo>
                    <a:pt x="219" y="254"/>
                    <a:pt x="205" y="247"/>
                    <a:pt x="191" y="247"/>
                  </a:cubicBezTo>
                  <a:cubicBezTo>
                    <a:pt x="177" y="247"/>
                    <a:pt x="162" y="254"/>
                    <a:pt x="162" y="276"/>
                  </a:cubicBezTo>
                  <a:cubicBezTo>
                    <a:pt x="162" y="424"/>
                    <a:pt x="162" y="424"/>
                    <a:pt x="162" y="424"/>
                  </a:cubicBezTo>
                  <a:cubicBezTo>
                    <a:pt x="162" y="438"/>
                    <a:pt x="177" y="452"/>
                    <a:pt x="191" y="452"/>
                  </a:cubicBezTo>
                  <a:cubicBezTo>
                    <a:pt x="205" y="452"/>
                    <a:pt x="219" y="438"/>
                    <a:pt x="219" y="424"/>
                  </a:cubicBezTo>
                  <a:lnTo>
                    <a:pt x="219" y="2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5"/>
            <p:cNvSpPr/>
            <p:nvPr/>
          </p:nvSpPr>
          <p:spPr>
            <a:xfrm>
              <a:off x="4038388" y="2008980"/>
              <a:ext cx="217479" cy="184150"/>
            </a:xfrm>
            <a:custGeom>
              <a:rect b="b" l="l" r="r" t="t"/>
              <a:pathLst>
                <a:path extrusionOk="0" h="510" w="602">
                  <a:moveTo>
                    <a:pt x="480" y="318"/>
                  </a:moveTo>
                  <a:lnTo>
                    <a:pt x="480" y="318"/>
                  </a:lnTo>
                  <a:cubicBezTo>
                    <a:pt x="410" y="318"/>
                    <a:pt x="360" y="269"/>
                    <a:pt x="360" y="198"/>
                  </a:cubicBezTo>
                  <a:cubicBezTo>
                    <a:pt x="360" y="127"/>
                    <a:pt x="410" y="78"/>
                    <a:pt x="480" y="78"/>
                  </a:cubicBezTo>
                  <a:cubicBezTo>
                    <a:pt x="551" y="78"/>
                    <a:pt x="601" y="127"/>
                    <a:pt x="601" y="198"/>
                  </a:cubicBezTo>
                  <a:cubicBezTo>
                    <a:pt x="601" y="269"/>
                    <a:pt x="551" y="318"/>
                    <a:pt x="480" y="318"/>
                  </a:cubicBezTo>
                  <a:close/>
                  <a:moveTo>
                    <a:pt x="537" y="170"/>
                  </a:moveTo>
                  <a:lnTo>
                    <a:pt x="537" y="170"/>
                  </a:lnTo>
                  <a:cubicBezTo>
                    <a:pt x="424" y="170"/>
                    <a:pt x="424" y="170"/>
                    <a:pt x="424" y="170"/>
                  </a:cubicBezTo>
                  <a:cubicBezTo>
                    <a:pt x="410" y="170"/>
                    <a:pt x="396" y="184"/>
                    <a:pt x="396" y="198"/>
                  </a:cubicBezTo>
                  <a:cubicBezTo>
                    <a:pt x="396" y="212"/>
                    <a:pt x="410" y="226"/>
                    <a:pt x="424" y="226"/>
                  </a:cubicBezTo>
                  <a:cubicBezTo>
                    <a:pt x="537" y="226"/>
                    <a:pt x="537" y="226"/>
                    <a:pt x="537" y="226"/>
                  </a:cubicBezTo>
                  <a:cubicBezTo>
                    <a:pt x="551" y="226"/>
                    <a:pt x="565" y="212"/>
                    <a:pt x="565" y="198"/>
                  </a:cubicBezTo>
                  <a:cubicBezTo>
                    <a:pt x="565" y="184"/>
                    <a:pt x="551" y="170"/>
                    <a:pt x="537" y="170"/>
                  </a:cubicBezTo>
                  <a:close/>
                  <a:moveTo>
                    <a:pt x="367" y="99"/>
                  </a:moveTo>
                  <a:lnTo>
                    <a:pt x="367" y="99"/>
                  </a:lnTo>
                  <a:cubicBezTo>
                    <a:pt x="332" y="42"/>
                    <a:pt x="332" y="42"/>
                    <a:pt x="332" y="42"/>
                  </a:cubicBezTo>
                  <a:cubicBezTo>
                    <a:pt x="332" y="35"/>
                    <a:pt x="332" y="35"/>
                    <a:pt x="332" y="28"/>
                  </a:cubicBezTo>
                  <a:cubicBezTo>
                    <a:pt x="332" y="14"/>
                    <a:pt x="339" y="0"/>
                    <a:pt x="360" y="0"/>
                  </a:cubicBezTo>
                  <a:cubicBezTo>
                    <a:pt x="367" y="0"/>
                    <a:pt x="382" y="7"/>
                    <a:pt x="382" y="14"/>
                  </a:cubicBezTo>
                  <a:cubicBezTo>
                    <a:pt x="410" y="63"/>
                    <a:pt x="410" y="63"/>
                    <a:pt x="410" y="63"/>
                  </a:cubicBezTo>
                  <a:cubicBezTo>
                    <a:pt x="396" y="71"/>
                    <a:pt x="374" y="85"/>
                    <a:pt x="367" y="99"/>
                  </a:cubicBezTo>
                  <a:close/>
                  <a:moveTo>
                    <a:pt x="269" y="42"/>
                  </a:moveTo>
                  <a:lnTo>
                    <a:pt x="269" y="42"/>
                  </a:lnTo>
                  <a:cubicBezTo>
                    <a:pt x="205" y="163"/>
                    <a:pt x="205" y="163"/>
                    <a:pt x="205" y="163"/>
                  </a:cubicBezTo>
                  <a:cubicBezTo>
                    <a:pt x="141" y="163"/>
                    <a:pt x="141" y="163"/>
                    <a:pt x="141" y="163"/>
                  </a:cubicBezTo>
                  <a:cubicBezTo>
                    <a:pt x="219" y="14"/>
                    <a:pt x="219" y="14"/>
                    <a:pt x="219" y="14"/>
                  </a:cubicBezTo>
                  <a:cubicBezTo>
                    <a:pt x="226" y="7"/>
                    <a:pt x="233" y="0"/>
                    <a:pt x="247" y="0"/>
                  </a:cubicBezTo>
                  <a:cubicBezTo>
                    <a:pt x="261" y="0"/>
                    <a:pt x="276" y="14"/>
                    <a:pt x="276" y="28"/>
                  </a:cubicBezTo>
                  <a:cubicBezTo>
                    <a:pt x="276" y="35"/>
                    <a:pt x="269" y="35"/>
                    <a:pt x="269" y="42"/>
                  </a:cubicBezTo>
                  <a:close/>
                  <a:moveTo>
                    <a:pt x="233" y="191"/>
                  </a:moveTo>
                  <a:lnTo>
                    <a:pt x="233" y="191"/>
                  </a:lnTo>
                  <a:cubicBezTo>
                    <a:pt x="332" y="191"/>
                    <a:pt x="332" y="191"/>
                    <a:pt x="332" y="191"/>
                  </a:cubicBezTo>
                  <a:lnTo>
                    <a:pt x="332" y="198"/>
                  </a:lnTo>
                  <a:cubicBezTo>
                    <a:pt x="332" y="247"/>
                    <a:pt x="353" y="290"/>
                    <a:pt x="389" y="318"/>
                  </a:cubicBezTo>
                  <a:cubicBezTo>
                    <a:pt x="389" y="424"/>
                    <a:pt x="389" y="424"/>
                    <a:pt x="389" y="424"/>
                  </a:cubicBezTo>
                  <a:cubicBezTo>
                    <a:pt x="389" y="438"/>
                    <a:pt x="396" y="452"/>
                    <a:pt x="417" y="452"/>
                  </a:cubicBezTo>
                  <a:cubicBezTo>
                    <a:pt x="431" y="452"/>
                    <a:pt x="445" y="438"/>
                    <a:pt x="445" y="424"/>
                  </a:cubicBezTo>
                  <a:cubicBezTo>
                    <a:pt x="445" y="346"/>
                    <a:pt x="445" y="346"/>
                    <a:pt x="445" y="346"/>
                  </a:cubicBezTo>
                  <a:cubicBezTo>
                    <a:pt x="452" y="346"/>
                    <a:pt x="466" y="346"/>
                    <a:pt x="480" y="346"/>
                  </a:cubicBezTo>
                  <a:cubicBezTo>
                    <a:pt x="495" y="346"/>
                    <a:pt x="509" y="346"/>
                    <a:pt x="523" y="339"/>
                  </a:cubicBezTo>
                  <a:cubicBezTo>
                    <a:pt x="487" y="488"/>
                    <a:pt x="487" y="488"/>
                    <a:pt x="487" y="488"/>
                  </a:cubicBezTo>
                  <a:cubicBezTo>
                    <a:pt x="487" y="502"/>
                    <a:pt x="473" y="509"/>
                    <a:pt x="459" y="509"/>
                  </a:cubicBezTo>
                  <a:cubicBezTo>
                    <a:pt x="452" y="509"/>
                    <a:pt x="452" y="509"/>
                    <a:pt x="452" y="509"/>
                  </a:cubicBezTo>
                  <a:cubicBezTo>
                    <a:pt x="141" y="509"/>
                    <a:pt x="141" y="509"/>
                    <a:pt x="141" y="509"/>
                  </a:cubicBezTo>
                  <a:cubicBezTo>
                    <a:pt x="127" y="509"/>
                    <a:pt x="120" y="502"/>
                    <a:pt x="113" y="488"/>
                  </a:cubicBezTo>
                  <a:cubicBezTo>
                    <a:pt x="56" y="247"/>
                    <a:pt x="56" y="247"/>
                    <a:pt x="56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14" y="247"/>
                    <a:pt x="0" y="233"/>
                    <a:pt x="0" y="219"/>
                  </a:cubicBezTo>
                  <a:cubicBezTo>
                    <a:pt x="0" y="198"/>
                    <a:pt x="14" y="191"/>
                    <a:pt x="28" y="191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233" y="191"/>
                    <a:pt x="233" y="191"/>
                    <a:pt x="233" y="191"/>
                  </a:cubicBezTo>
                  <a:close/>
                  <a:moveTo>
                    <a:pt x="276" y="424"/>
                  </a:moveTo>
                  <a:lnTo>
                    <a:pt x="276" y="424"/>
                  </a:lnTo>
                  <a:cubicBezTo>
                    <a:pt x="276" y="438"/>
                    <a:pt x="283" y="452"/>
                    <a:pt x="304" y="452"/>
                  </a:cubicBezTo>
                  <a:cubicBezTo>
                    <a:pt x="318" y="452"/>
                    <a:pt x="332" y="438"/>
                    <a:pt x="332" y="424"/>
                  </a:cubicBezTo>
                  <a:cubicBezTo>
                    <a:pt x="332" y="276"/>
                    <a:pt x="332" y="276"/>
                    <a:pt x="332" y="276"/>
                  </a:cubicBezTo>
                  <a:cubicBezTo>
                    <a:pt x="332" y="254"/>
                    <a:pt x="318" y="247"/>
                    <a:pt x="304" y="247"/>
                  </a:cubicBezTo>
                  <a:cubicBezTo>
                    <a:pt x="283" y="247"/>
                    <a:pt x="276" y="254"/>
                    <a:pt x="276" y="276"/>
                  </a:cubicBezTo>
                  <a:lnTo>
                    <a:pt x="276" y="424"/>
                  </a:lnTo>
                  <a:close/>
                  <a:moveTo>
                    <a:pt x="219" y="276"/>
                  </a:moveTo>
                  <a:lnTo>
                    <a:pt x="219" y="276"/>
                  </a:lnTo>
                  <a:cubicBezTo>
                    <a:pt x="219" y="254"/>
                    <a:pt x="205" y="247"/>
                    <a:pt x="191" y="247"/>
                  </a:cubicBezTo>
                  <a:cubicBezTo>
                    <a:pt x="169" y="247"/>
                    <a:pt x="162" y="254"/>
                    <a:pt x="162" y="276"/>
                  </a:cubicBezTo>
                  <a:cubicBezTo>
                    <a:pt x="162" y="424"/>
                    <a:pt x="162" y="424"/>
                    <a:pt x="162" y="424"/>
                  </a:cubicBezTo>
                  <a:cubicBezTo>
                    <a:pt x="162" y="438"/>
                    <a:pt x="169" y="452"/>
                    <a:pt x="191" y="452"/>
                  </a:cubicBezTo>
                  <a:cubicBezTo>
                    <a:pt x="205" y="452"/>
                    <a:pt x="219" y="438"/>
                    <a:pt x="219" y="424"/>
                  </a:cubicBezTo>
                  <a:lnTo>
                    <a:pt x="219" y="2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5"/>
            <p:cNvSpPr/>
            <p:nvPr/>
          </p:nvSpPr>
          <p:spPr>
            <a:xfrm>
              <a:off x="3658989" y="2008980"/>
              <a:ext cx="215892" cy="184150"/>
            </a:xfrm>
            <a:custGeom>
              <a:rect b="b" l="l" r="r" t="t"/>
              <a:pathLst>
                <a:path extrusionOk="0" h="510" w="601">
                  <a:moveTo>
                    <a:pt x="480" y="318"/>
                  </a:moveTo>
                  <a:lnTo>
                    <a:pt x="480" y="318"/>
                  </a:lnTo>
                  <a:cubicBezTo>
                    <a:pt x="410" y="318"/>
                    <a:pt x="353" y="269"/>
                    <a:pt x="353" y="198"/>
                  </a:cubicBezTo>
                  <a:cubicBezTo>
                    <a:pt x="353" y="127"/>
                    <a:pt x="410" y="78"/>
                    <a:pt x="480" y="78"/>
                  </a:cubicBezTo>
                  <a:cubicBezTo>
                    <a:pt x="544" y="78"/>
                    <a:pt x="600" y="127"/>
                    <a:pt x="600" y="198"/>
                  </a:cubicBezTo>
                  <a:cubicBezTo>
                    <a:pt x="600" y="269"/>
                    <a:pt x="544" y="318"/>
                    <a:pt x="480" y="318"/>
                  </a:cubicBezTo>
                  <a:close/>
                  <a:moveTo>
                    <a:pt x="537" y="170"/>
                  </a:moveTo>
                  <a:lnTo>
                    <a:pt x="537" y="170"/>
                  </a:lnTo>
                  <a:cubicBezTo>
                    <a:pt x="509" y="170"/>
                    <a:pt x="509" y="170"/>
                    <a:pt x="509" y="170"/>
                  </a:cubicBezTo>
                  <a:cubicBezTo>
                    <a:pt x="509" y="141"/>
                    <a:pt x="509" y="141"/>
                    <a:pt x="509" y="141"/>
                  </a:cubicBezTo>
                  <a:cubicBezTo>
                    <a:pt x="509" y="127"/>
                    <a:pt x="494" y="113"/>
                    <a:pt x="480" y="113"/>
                  </a:cubicBezTo>
                  <a:cubicBezTo>
                    <a:pt x="459" y="113"/>
                    <a:pt x="452" y="127"/>
                    <a:pt x="452" y="141"/>
                  </a:cubicBezTo>
                  <a:cubicBezTo>
                    <a:pt x="452" y="170"/>
                    <a:pt x="452" y="170"/>
                    <a:pt x="452" y="170"/>
                  </a:cubicBezTo>
                  <a:cubicBezTo>
                    <a:pt x="424" y="170"/>
                    <a:pt x="424" y="170"/>
                    <a:pt x="424" y="170"/>
                  </a:cubicBezTo>
                  <a:cubicBezTo>
                    <a:pt x="403" y="170"/>
                    <a:pt x="396" y="184"/>
                    <a:pt x="396" y="198"/>
                  </a:cubicBezTo>
                  <a:cubicBezTo>
                    <a:pt x="396" y="212"/>
                    <a:pt x="403" y="226"/>
                    <a:pt x="424" y="226"/>
                  </a:cubicBezTo>
                  <a:cubicBezTo>
                    <a:pt x="452" y="226"/>
                    <a:pt x="452" y="226"/>
                    <a:pt x="452" y="226"/>
                  </a:cubicBezTo>
                  <a:cubicBezTo>
                    <a:pt x="452" y="254"/>
                    <a:pt x="452" y="254"/>
                    <a:pt x="452" y="254"/>
                  </a:cubicBezTo>
                  <a:cubicBezTo>
                    <a:pt x="452" y="269"/>
                    <a:pt x="459" y="283"/>
                    <a:pt x="480" y="283"/>
                  </a:cubicBezTo>
                  <a:cubicBezTo>
                    <a:pt x="494" y="283"/>
                    <a:pt x="509" y="269"/>
                    <a:pt x="509" y="254"/>
                  </a:cubicBezTo>
                  <a:cubicBezTo>
                    <a:pt x="509" y="226"/>
                    <a:pt x="509" y="226"/>
                    <a:pt x="509" y="226"/>
                  </a:cubicBezTo>
                  <a:cubicBezTo>
                    <a:pt x="537" y="226"/>
                    <a:pt x="537" y="226"/>
                    <a:pt x="537" y="226"/>
                  </a:cubicBezTo>
                  <a:cubicBezTo>
                    <a:pt x="551" y="226"/>
                    <a:pt x="565" y="212"/>
                    <a:pt x="565" y="198"/>
                  </a:cubicBezTo>
                  <a:cubicBezTo>
                    <a:pt x="565" y="184"/>
                    <a:pt x="551" y="170"/>
                    <a:pt x="537" y="170"/>
                  </a:cubicBezTo>
                  <a:close/>
                  <a:moveTo>
                    <a:pt x="360" y="99"/>
                  </a:moveTo>
                  <a:lnTo>
                    <a:pt x="360" y="99"/>
                  </a:lnTo>
                  <a:cubicBezTo>
                    <a:pt x="332" y="42"/>
                    <a:pt x="332" y="42"/>
                    <a:pt x="332" y="42"/>
                  </a:cubicBezTo>
                  <a:cubicBezTo>
                    <a:pt x="332" y="35"/>
                    <a:pt x="325" y="35"/>
                    <a:pt x="325" y="28"/>
                  </a:cubicBezTo>
                  <a:cubicBezTo>
                    <a:pt x="325" y="14"/>
                    <a:pt x="339" y="0"/>
                    <a:pt x="353" y="0"/>
                  </a:cubicBezTo>
                  <a:cubicBezTo>
                    <a:pt x="367" y="0"/>
                    <a:pt x="374" y="7"/>
                    <a:pt x="381" y="14"/>
                  </a:cubicBezTo>
                  <a:cubicBezTo>
                    <a:pt x="410" y="63"/>
                    <a:pt x="410" y="63"/>
                    <a:pt x="410" y="63"/>
                  </a:cubicBezTo>
                  <a:cubicBezTo>
                    <a:pt x="389" y="71"/>
                    <a:pt x="374" y="85"/>
                    <a:pt x="360" y="99"/>
                  </a:cubicBezTo>
                  <a:close/>
                  <a:moveTo>
                    <a:pt x="268" y="42"/>
                  </a:moveTo>
                  <a:lnTo>
                    <a:pt x="268" y="42"/>
                  </a:lnTo>
                  <a:cubicBezTo>
                    <a:pt x="205" y="163"/>
                    <a:pt x="205" y="163"/>
                    <a:pt x="205" y="163"/>
                  </a:cubicBezTo>
                  <a:cubicBezTo>
                    <a:pt x="141" y="163"/>
                    <a:pt x="141" y="163"/>
                    <a:pt x="141" y="163"/>
                  </a:cubicBezTo>
                  <a:cubicBezTo>
                    <a:pt x="219" y="14"/>
                    <a:pt x="219" y="14"/>
                    <a:pt x="219" y="14"/>
                  </a:cubicBezTo>
                  <a:cubicBezTo>
                    <a:pt x="219" y="7"/>
                    <a:pt x="233" y="0"/>
                    <a:pt x="240" y="0"/>
                  </a:cubicBezTo>
                  <a:cubicBezTo>
                    <a:pt x="261" y="0"/>
                    <a:pt x="268" y="14"/>
                    <a:pt x="268" y="28"/>
                  </a:cubicBezTo>
                  <a:cubicBezTo>
                    <a:pt x="268" y="35"/>
                    <a:pt x="268" y="35"/>
                    <a:pt x="268" y="42"/>
                  </a:cubicBezTo>
                  <a:close/>
                  <a:moveTo>
                    <a:pt x="226" y="191"/>
                  </a:moveTo>
                  <a:lnTo>
                    <a:pt x="226" y="191"/>
                  </a:lnTo>
                  <a:cubicBezTo>
                    <a:pt x="325" y="191"/>
                    <a:pt x="325" y="191"/>
                    <a:pt x="325" y="191"/>
                  </a:cubicBezTo>
                  <a:lnTo>
                    <a:pt x="325" y="198"/>
                  </a:lnTo>
                  <a:cubicBezTo>
                    <a:pt x="325" y="247"/>
                    <a:pt x="346" y="290"/>
                    <a:pt x="381" y="318"/>
                  </a:cubicBezTo>
                  <a:cubicBezTo>
                    <a:pt x="381" y="424"/>
                    <a:pt x="381" y="424"/>
                    <a:pt x="381" y="424"/>
                  </a:cubicBezTo>
                  <a:cubicBezTo>
                    <a:pt x="381" y="438"/>
                    <a:pt x="396" y="452"/>
                    <a:pt x="410" y="452"/>
                  </a:cubicBezTo>
                  <a:cubicBezTo>
                    <a:pt x="431" y="452"/>
                    <a:pt x="438" y="438"/>
                    <a:pt x="438" y="424"/>
                  </a:cubicBezTo>
                  <a:cubicBezTo>
                    <a:pt x="438" y="346"/>
                    <a:pt x="438" y="346"/>
                    <a:pt x="438" y="346"/>
                  </a:cubicBezTo>
                  <a:cubicBezTo>
                    <a:pt x="452" y="346"/>
                    <a:pt x="466" y="346"/>
                    <a:pt x="480" y="346"/>
                  </a:cubicBezTo>
                  <a:cubicBezTo>
                    <a:pt x="494" y="346"/>
                    <a:pt x="509" y="346"/>
                    <a:pt x="523" y="339"/>
                  </a:cubicBezTo>
                  <a:cubicBezTo>
                    <a:pt x="487" y="488"/>
                    <a:pt x="487" y="488"/>
                    <a:pt x="487" y="488"/>
                  </a:cubicBezTo>
                  <a:cubicBezTo>
                    <a:pt x="480" y="502"/>
                    <a:pt x="473" y="509"/>
                    <a:pt x="459" y="509"/>
                  </a:cubicBezTo>
                  <a:cubicBezTo>
                    <a:pt x="452" y="509"/>
                    <a:pt x="452" y="509"/>
                    <a:pt x="452" y="509"/>
                  </a:cubicBezTo>
                  <a:cubicBezTo>
                    <a:pt x="445" y="509"/>
                    <a:pt x="445" y="509"/>
                    <a:pt x="445" y="509"/>
                  </a:cubicBezTo>
                  <a:cubicBezTo>
                    <a:pt x="141" y="509"/>
                    <a:pt x="141" y="509"/>
                    <a:pt x="141" y="509"/>
                  </a:cubicBezTo>
                  <a:cubicBezTo>
                    <a:pt x="127" y="509"/>
                    <a:pt x="113" y="502"/>
                    <a:pt x="113" y="488"/>
                  </a:cubicBezTo>
                  <a:cubicBezTo>
                    <a:pt x="49" y="247"/>
                    <a:pt x="49" y="247"/>
                    <a:pt x="49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7" y="247"/>
                    <a:pt x="0" y="233"/>
                    <a:pt x="0" y="219"/>
                  </a:cubicBezTo>
                  <a:cubicBezTo>
                    <a:pt x="0" y="198"/>
                    <a:pt x="7" y="191"/>
                    <a:pt x="28" y="191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226" y="191"/>
                    <a:pt x="226" y="191"/>
                    <a:pt x="226" y="191"/>
                  </a:cubicBezTo>
                  <a:close/>
                  <a:moveTo>
                    <a:pt x="268" y="424"/>
                  </a:moveTo>
                  <a:lnTo>
                    <a:pt x="268" y="424"/>
                  </a:lnTo>
                  <a:cubicBezTo>
                    <a:pt x="268" y="438"/>
                    <a:pt x="283" y="452"/>
                    <a:pt x="297" y="452"/>
                  </a:cubicBezTo>
                  <a:cubicBezTo>
                    <a:pt x="318" y="452"/>
                    <a:pt x="325" y="438"/>
                    <a:pt x="325" y="424"/>
                  </a:cubicBezTo>
                  <a:cubicBezTo>
                    <a:pt x="325" y="276"/>
                    <a:pt x="325" y="276"/>
                    <a:pt x="325" y="276"/>
                  </a:cubicBezTo>
                  <a:cubicBezTo>
                    <a:pt x="325" y="254"/>
                    <a:pt x="318" y="247"/>
                    <a:pt x="297" y="247"/>
                  </a:cubicBezTo>
                  <a:cubicBezTo>
                    <a:pt x="283" y="247"/>
                    <a:pt x="268" y="254"/>
                    <a:pt x="268" y="276"/>
                  </a:cubicBezTo>
                  <a:lnTo>
                    <a:pt x="268" y="424"/>
                  </a:lnTo>
                  <a:close/>
                  <a:moveTo>
                    <a:pt x="212" y="276"/>
                  </a:moveTo>
                  <a:lnTo>
                    <a:pt x="212" y="276"/>
                  </a:lnTo>
                  <a:cubicBezTo>
                    <a:pt x="212" y="254"/>
                    <a:pt x="205" y="247"/>
                    <a:pt x="183" y="247"/>
                  </a:cubicBezTo>
                  <a:cubicBezTo>
                    <a:pt x="169" y="247"/>
                    <a:pt x="155" y="254"/>
                    <a:pt x="155" y="276"/>
                  </a:cubicBezTo>
                  <a:cubicBezTo>
                    <a:pt x="155" y="424"/>
                    <a:pt x="155" y="424"/>
                    <a:pt x="155" y="424"/>
                  </a:cubicBezTo>
                  <a:cubicBezTo>
                    <a:pt x="155" y="438"/>
                    <a:pt x="169" y="452"/>
                    <a:pt x="183" y="452"/>
                  </a:cubicBezTo>
                  <a:cubicBezTo>
                    <a:pt x="205" y="452"/>
                    <a:pt x="212" y="438"/>
                    <a:pt x="212" y="424"/>
                  </a:cubicBezTo>
                  <a:lnTo>
                    <a:pt x="212" y="2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5"/>
            <p:cNvSpPr/>
            <p:nvPr/>
          </p:nvSpPr>
          <p:spPr>
            <a:xfrm>
              <a:off x="3276416" y="2008980"/>
              <a:ext cx="219067" cy="184150"/>
            </a:xfrm>
            <a:custGeom>
              <a:rect b="b" l="l" r="r" t="t"/>
              <a:pathLst>
                <a:path extrusionOk="0" h="510" w="608">
                  <a:moveTo>
                    <a:pt x="607" y="212"/>
                  </a:moveTo>
                  <a:lnTo>
                    <a:pt x="607" y="212"/>
                  </a:lnTo>
                  <a:lnTo>
                    <a:pt x="607" y="219"/>
                  </a:lnTo>
                  <a:cubicBezTo>
                    <a:pt x="607" y="233"/>
                    <a:pt x="593" y="247"/>
                    <a:pt x="579" y="247"/>
                  </a:cubicBezTo>
                  <a:cubicBezTo>
                    <a:pt x="551" y="247"/>
                    <a:pt x="551" y="247"/>
                    <a:pt x="551" y="247"/>
                  </a:cubicBezTo>
                  <a:cubicBezTo>
                    <a:pt x="494" y="488"/>
                    <a:pt x="494" y="488"/>
                    <a:pt x="494" y="488"/>
                  </a:cubicBezTo>
                  <a:cubicBezTo>
                    <a:pt x="487" y="502"/>
                    <a:pt x="480" y="509"/>
                    <a:pt x="466" y="509"/>
                  </a:cubicBezTo>
                  <a:cubicBezTo>
                    <a:pt x="459" y="509"/>
                    <a:pt x="459" y="509"/>
                    <a:pt x="459" y="509"/>
                  </a:cubicBezTo>
                  <a:cubicBezTo>
                    <a:pt x="452" y="509"/>
                    <a:pt x="452" y="509"/>
                    <a:pt x="452" y="509"/>
                  </a:cubicBezTo>
                  <a:cubicBezTo>
                    <a:pt x="141" y="509"/>
                    <a:pt x="141" y="509"/>
                    <a:pt x="141" y="509"/>
                  </a:cubicBezTo>
                  <a:cubicBezTo>
                    <a:pt x="127" y="509"/>
                    <a:pt x="120" y="502"/>
                    <a:pt x="113" y="488"/>
                  </a:cubicBezTo>
                  <a:cubicBezTo>
                    <a:pt x="56" y="247"/>
                    <a:pt x="56" y="247"/>
                    <a:pt x="56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14" y="247"/>
                    <a:pt x="0" y="233"/>
                    <a:pt x="0" y="219"/>
                  </a:cubicBezTo>
                  <a:cubicBezTo>
                    <a:pt x="0" y="198"/>
                    <a:pt x="14" y="191"/>
                    <a:pt x="28" y="191"/>
                  </a:cubicBezTo>
                  <a:cubicBezTo>
                    <a:pt x="141" y="191"/>
                    <a:pt x="141" y="191"/>
                    <a:pt x="141" y="191"/>
                  </a:cubicBezTo>
                  <a:cubicBezTo>
                    <a:pt x="233" y="191"/>
                    <a:pt x="233" y="191"/>
                    <a:pt x="233" y="191"/>
                  </a:cubicBezTo>
                  <a:cubicBezTo>
                    <a:pt x="353" y="191"/>
                    <a:pt x="353" y="191"/>
                    <a:pt x="353" y="191"/>
                  </a:cubicBezTo>
                  <a:cubicBezTo>
                    <a:pt x="424" y="191"/>
                    <a:pt x="424" y="191"/>
                    <a:pt x="424" y="191"/>
                  </a:cubicBezTo>
                  <a:cubicBezTo>
                    <a:pt x="466" y="191"/>
                    <a:pt x="466" y="191"/>
                    <a:pt x="466" y="191"/>
                  </a:cubicBezTo>
                  <a:cubicBezTo>
                    <a:pt x="579" y="191"/>
                    <a:pt x="579" y="191"/>
                    <a:pt x="579" y="191"/>
                  </a:cubicBezTo>
                  <a:cubicBezTo>
                    <a:pt x="593" y="191"/>
                    <a:pt x="600" y="198"/>
                    <a:pt x="607" y="212"/>
                  </a:cubicBezTo>
                  <a:close/>
                  <a:moveTo>
                    <a:pt x="219" y="276"/>
                  </a:moveTo>
                  <a:lnTo>
                    <a:pt x="219" y="276"/>
                  </a:lnTo>
                  <a:cubicBezTo>
                    <a:pt x="219" y="254"/>
                    <a:pt x="205" y="247"/>
                    <a:pt x="190" y="247"/>
                  </a:cubicBezTo>
                  <a:cubicBezTo>
                    <a:pt x="176" y="247"/>
                    <a:pt x="162" y="254"/>
                    <a:pt x="162" y="276"/>
                  </a:cubicBezTo>
                  <a:cubicBezTo>
                    <a:pt x="162" y="424"/>
                    <a:pt x="162" y="424"/>
                    <a:pt x="162" y="424"/>
                  </a:cubicBezTo>
                  <a:cubicBezTo>
                    <a:pt x="162" y="438"/>
                    <a:pt x="176" y="452"/>
                    <a:pt x="190" y="452"/>
                  </a:cubicBezTo>
                  <a:cubicBezTo>
                    <a:pt x="205" y="452"/>
                    <a:pt x="219" y="438"/>
                    <a:pt x="219" y="424"/>
                  </a:cubicBezTo>
                  <a:lnTo>
                    <a:pt x="219" y="276"/>
                  </a:lnTo>
                  <a:close/>
                  <a:moveTo>
                    <a:pt x="332" y="276"/>
                  </a:moveTo>
                  <a:lnTo>
                    <a:pt x="332" y="276"/>
                  </a:lnTo>
                  <a:cubicBezTo>
                    <a:pt x="332" y="254"/>
                    <a:pt x="318" y="247"/>
                    <a:pt x="304" y="247"/>
                  </a:cubicBezTo>
                  <a:cubicBezTo>
                    <a:pt x="290" y="247"/>
                    <a:pt x="275" y="254"/>
                    <a:pt x="275" y="276"/>
                  </a:cubicBezTo>
                  <a:cubicBezTo>
                    <a:pt x="275" y="424"/>
                    <a:pt x="275" y="424"/>
                    <a:pt x="275" y="424"/>
                  </a:cubicBezTo>
                  <a:cubicBezTo>
                    <a:pt x="275" y="438"/>
                    <a:pt x="290" y="452"/>
                    <a:pt x="304" y="452"/>
                  </a:cubicBezTo>
                  <a:cubicBezTo>
                    <a:pt x="318" y="452"/>
                    <a:pt x="332" y="438"/>
                    <a:pt x="332" y="424"/>
                  </a:cubicBezTo>
                  <a:lnTo>
                    <a:pt x="332" y="276"/>
                  </a:lnTo>
                  <a:close/>
                  <a:moveTo>
                    <a:pt x="445" y="276"/>
                  </a:moveTo>
                  <a:lnTo>
                    <a:pt x="445" y="276"/>
                  </a:lnTo>
                  <a:cubicBezTo>
                    <a:pt x="445" y="254"/>
                    <a:pt x="431" y="247"/>
                    <a:pt x="417" y="247"/>
                  </a:cubicBezTo>
                  <a:cubicBezTo>
                    <a:pt x="403" y="247"/>
                    <a:pt x="388" y="254"/>
                    <a:pt x="388" y="276"/>
                  </a:cubicBezTo>
                  <a:cubicBezTo>
                    <a:pt x="388" y="424"/>
                    <a:pt x="388" y="424"/>
                    <a:pt x="388" y="424"/>
                  </a:cubicBezTo>
                  <a:cubicBezTo>
                    <a:pt x="388" y="438"/>
                    <a:pt x="403" y="452"/>
                    <a:pt x="417" y="452"/>
                  </a:cubicBezTo>
                  <a:cubicBezTo>
                    <a:pt x="431" y="452"/>
                    <a:pt x="445" y="438"/>
                    <a:pt x="445" y="424"/>
                  </a:cubicBezTo>
                  <a:lnTo>
                    <a:pt x="445" y="276"/>
                  </a:lnTo>
                  <a:close/>
                  <a:moveTo>
                    <a:pt x="339" y="42"/>
                  </a:moveTo>
                  <a:lnTo>
                    <a:pt x="339" y="42"/>
                  </a:lnTo>
                  <a:cubicBezTo>
                    <a:pt x="332" y="35"/>
                    <a:pt x="332" y="35"/>
                    <a:pt x="332" y="28"/>
                  </a:cubicBezTo>
                  <a:cubicBezTo>
                    <a:pt x="332" y="14"/>
                    <a:pt x="346" y="0"/>
                    <a:pt x="360" y="0"/>
                  </a:cubicBezTo>
                  <a:cubicBezTo>
                    <a:pt x="374" y="0"/>
                    <a:pt x="381" y="7"/>
                    <a:pt x="388" y="14"/>
                  </a:cubicBezTo>
                  <a:cubicBezTo>
                    <a:pt x="459" y="163"/>
                    <a:pt x="459" y="163"/>
                    <a:pt x="459" y="163"/>
                  </a:cubicBezTo>
                  <a:cubicBezTo>
                    <a:pt x="395" y="163"/>
                    <a:pt x="395" y="163"/>
                    <a:pt x="395" y="163"/>
                  </a:cubicBezTo>
                  <a:lnTo>
                    <a:pt x="339" y="42"/>
                  </a:lnTo>
                  <a:close/>
                  <a:moveTo>
                    <a:pt x="268" y="42"/>
                  </a:moveTo>
                  <a:lnTo>
                    <a:pt x="268" y="42"/>
                  </a:lnTo>
                  <a:cubicBezTo>
                    <a:pt x="212" y="163"/>
                    <a:pt x="212" y="163"/>
                    <a:pt x="212" y="163"/>
                  </a:cubicBezTo>
                  <a:cubicBezTo>
                    <a:pt x="148" y="163"/>
                    <a:pt x="148" y="163"/>
                    <a:pt x="148" y="163"/>
                  </a:cubicBezTo>
                  <a:cubicBezTo>
                    <a:pt x="219" y="14"/>
                    <a:pt x="219" y="14"/>
                    <a:pt x="219" y="14"/>
                  </a:cubicBezTo>
                  <a:cubicBezTo>
                    <a:pt x="226" y="7"/>
                    <a:pt x="233" y="0"/>
                    <a:pt x="247" y="0"/>
                  </a:cubicBezTo>
                  <a:cubicBezTo>
                    <a:pt x="261" y="0"/>
                    <a:pt x="275" y="14"/>
                    <a:pt x="275" y="28"/>
                  </a:cubicBezTo>
                  <a:cubicBezTo>
                    <a:pt x="275" y="35"/>
                    <a:pt x="275" y="35"/>
                    <a:pt x="268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5"/>
            <p:cNvSpPr/>
            <p:nvPr/>
          </p:nvSpPr>
          <p:spPr>
            <a:xfrm>
              <a:off x="2917654" y="1989930"/>
              <a:ext cx="176206" cy="219075"/>
            </a:xfrm>
            <a:custGeom>
              <a:rect b="b" l="l" r="r" t="t"/>
              <a:pathLst>
                <a:path extrusionOk="0" h="609" w="489">
                  <a:moveTo>
                    <a:pt x="459" y="608"/>
                  </a:moveTo>
                  <a:lnTo>
                    <a:pt x="459" y="608"/>
                  </a:lnTo>
                  <a:cubicBezTo>
                    <a:pt x="28" y="608"/>
                    <a:pt x="28" y="608"/>
                    <a:pt x="28" y="608"/>
                  </a:cubicBezTo>
                  <a:cubicBezTo>
                    <a:pt x="14" y="608"/>
                    <a:pt x="0" y="594"/>
                    <a:pt x="0" y="580"/>
                  </a:cubicBezTo>
                  <a:cubicBezTo>
                    <a:pt x="0" y="552"/>
                    <a:pt x="0" y="552"/>
                    <a:pt x="0" y="552"/>
                  </a:cubicBezTo>
                  <a:cubicBezTo>
                    <a:pt x="488" y="552"/>
                    <a:pt x="488" y="552"/>
                    <a:pt x="488" y="552"/>
                  </a:cubicBezTo>
                  <a:cubicBezTo>
                    <a:pt x="488" y="580"/>
                    <a:pt x="488" y="580"/>
                    <a:pt x="488" y="580"/>
                  </a:cubicBezTo>
                  <a:cubicBezTo>
                    <a:pt x="488" y="594"/>
                    <a:pt x="481" y="608"/>
                    <a:pt x="459" y="608"/>
                  </a:cubicBezTo>
                  <a:close/>
                  <a:moveTo>
                    <a:pt x="0" y="170"/>
                  </a:moveTo>
                  <a:lnTo>
                    <a:pt x="0" y="170"/>
                  </a:lnTo>
                  <a:cubicBezTo>
                    <a:pt x="0" y="156"/>
                    <a:pt x="14" y="142"/>
                    <a:pt x="28" y="142"/>
                  </a:cubicBezTo>
                  <a:cubicBezTo>
                    <a:pt x="106" y="142"/>
                    <a:pt x="106" y="142"/>
                    <a:pt x="106" y="142"/>
                  </a:cubicBezTo>
                  <a:cubicBezTo>
                    <a:pt x="106" y="64"/>
                    <a:pt x="170" y="0"/>
                    <a:pt x="248" y="0"/>
                  </a:cubicBezTo>
                  <a:cubicBezTo>
                    <a:pt x="325" y="0"/>
                    <a:pt x="389" y="64"/>
                    <a:pt x="389" y="142"/>
                  </a:cubicBezTo>
                  <a:cubicBezTo>
                    <a:pt x="459" y="142"/>
                    <a:pt x="459" y="142"/>
                    <a:pt x="459" y="142"/>
                  </a:cubicBezTo>
                  <a:cubicBezTo>
                    <a:pt x="481" y="142"/>
                    <a:pt x="488" y="156"/>
                    <a:pt x="488" y="170"/>
                  </a:cubicBezTo>
                  <a:cubicBezTo>
                    <a:pt x="488" y="524"/>
                    <a:pt x="488" y="524"/>
                    <a:pt x="488" y="524"/>
                  </a:cubicBezTo>
                  <a:cubicBezTo>
                    <a:pt x="0" y="524"/>
                    <a:pt x="0" y="524"/>
                    <a:pt x="0" y="524"/>
                  </a:cubicBezTo>
                  <a:lnTo>
                    <a:pt x="0" y="170"/>
                  </a:lnTo>
                  <a:close/>
                  <a:moveTo>
                    <a:pt x="332" y="142"/>
                  </a:moveTo>
                  <a:lnTo>
                    <a:pt x="332" y="142"/>
                  </a:lnTo>
                  <a:cubicBezTo>
                    <a:pt x="332" y="99"/>
                    <a:pt x="290" y="57"/>
                    <a:pt x="248" y="57"/>
                  </a:cubicBezTo>
                  <a:cubicBezTo>
                    <a:pt x="198" y="57"/>
                    <a:pt x="163" y="99"/>
                    <a:pt x="163" y="142"/>
                  </a:cubicBezTo>
                  <a:lnTo>
                    <a:pt x="332" y="1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5"/>
            <p:cNvSpPr/>
            <p:nvPr/>
          </p:nvSpPr>
          <p:spPr>
            <a:xfrm>
              <a:off x="2519205" y="2001042"/>
              <a:ext cx="215892" cy="198438"/>
            </a:xfrm>
            <a:custGeom>
              <a:rect b="b" l="l" r="r" t="t"/>
              <a:pathLst>
                <a:path extrusionOk="0" h="552" w="601">
                  <a:moveTo>
                    <a:pt x="600" y="226"/>
                  </a:moveTo>
                  <a:lnTo>
                    <a:pt x="600" y="226"/>
                  </a:lnTo>
                  <a:cubicBezTo>
                    <a:pt x="600" y="268"/>
                    <a:pt x="565" y="304"/>
                    <a:pt x="522" y="304"/>
                  </a:cubicBezTo>
                  <a:cubicBezTo>
                    <a:pt x="480" y="304"/>
                    <a:pt x="452" y="268"/>
                    <a:pt x="452" y="226"/>
                  </a:cubicBezTo>
                  <a:cubicBezTo>
                    <a:pt x="452" y="268"/>
                    <a:pt x="417" y="304"/>
                    <a:pt x="374" y="304"/>
                  </a:cubicBezTo>
                  <a:cubicBezTo>
                    <a:pt x="332" y="304"/>
                    <a:pt x="296" y="268"/>
                    <a:pt x="296" y="226"/>
                  </a:cubicBezTo>
                  <a:cubicBezTo>
                    <a:pt x="296" y="268"/>
                    <a:pt x="268" y="304"/>
                    <a:pt x="226" y="304"/>
                  </a:cubicBezTo>
                  <a:cubicBezTo>
                    <a:pt x="183" y="304"/>
                    <a:pt x="148" y="268"/>
                    <a:pt x="148" y="226"/>
                  </a:cubicBezTo>
                  <a:cubicBezTo>
                    <a:pt x="148" y="268"/>
                    <a:pt x="113" y="304"/>
                    <a:pt x="70" y="304"/>
                  </a:cubicBezTo>
                  <a:cubicBezTo>
                    <a:pt x="28" y="304"/>
                    <a:pt x="0" y="268"/>
                    <a:pt x="0" y="226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551" y="84"/>
                    <a:pt x="551" y="84"/>
                    <a:pt x="551" y="84"/>
                  </a:cubicBezTo>
                  <a:cubicBezTo>
                    <a:pt x="600" y="226"/>
                    <a:pt x="600" y="226"/>
                    <a:pt x="600" y="226"/>
                  </a:cubicBezTo>
                  <a:close/>
                  <a:moveTo>
                    <a:pt x="508" y="56"/>
                  </a:moveTo>
                  <a:lnTo>
                    <a:pt x="508" y="56"/>
                  </a:lnTo>
                  <a:cubicBezTo>
                    <a:pt x="91" y="56"/>
                    <a:pt x="91" y="56"/>
                    <a:pt x="91" y="56"/>
                  </a:cubicBezTo>
                  <a:cubicBezTo>
                    <a:pt x="77" y="56"/>
                    <a:pt x="63" y="49"/>
                    <a:pt x="63" y="28"/>
                  </a:cubicBezTo>
                  <a:cubicBezTo>
                    <a:pt x="63" y="14"/>
                    <a:pt x="77" y="0"/>
                    <a:pt x="91" y="0"/>
                  </a:cubicBezTo>
                  <a:cubicBezTo>
                    <a:pt x="508" y="0"/>
                    <a:pt x="508" y="0"/>
                    <a:pt x="508" y="0"/>
                  </a:cubicBezTo>
                  <a:cubicBezTo>
                    <a:pt x="522" y="0"/>
                    <a:pt x="537" y="14"/>
                    <a:pt x="537" y="28"/>
                  </a:cubicBezTo>
                  <a:cubicBezTo>
                    <a:pt x="537" y="49"/>
                    <a:pt x="522" y="56"/>
                    <a:pt x="508" y="56"/>
                  </a:cubicBezTo>
                  <a:close/>
                  <a:moveTo>
                    <a:pt x="84" y="332"/>
                  </a:moveTo>
                  <a:lnTo>
                    <a:pt x="84" y="332"/>
                  </a:lnTo>
                  <a:cubicBezTo>
                    <a:pt x="84" y="332"/>
                    <a:pt x="84" y="332"/>
                    <a:pt x="91" y="332"/>
                  </a:cubicBezTo>
                  <a:cubicBezTo>
                    <a:pt x="91" y="332"/>
                    <a:pt x="91" y="332"/>
                    <a:pt x="98" y="332"/>
                  </a:cubicBezTo>
                  <a:cubicBezTo>
                    <a:pt x="98" y="325"/>
                    <a:pt x="106" y="325"/>
                    <a:pt x="113" y="325"/>
                  </a:cubicBezTo>
                  <a:cubicBezTo>
                    <a:pt x="113" y="466"/>
                    <a:pt x="113" y="466"/>
                    <a:pt x="113" y="466"/>
                  </a:cubicBezTo>
                  <a:cubicBezTo>
                    <a:pt x="487" y="466"/>
                    <a:pt x="487" y="466"/>
                    <a:pt x="487" y="466"/>
                  </a:cubicBezTo>
                  <a:cubicBezTo>
                    <a:pt x="487" y="325"/>
                    <a:pt x="487" y="325"/>
                    <a:pt x="487" y="325"/>
                  </a:cubicBezTo>
                  <a:cubicBezTo>
                    <a:pt x="494" y="325"/>
                    <a:pt x="494" y="325"/>
                    <a:pt x="501" y="332"/>
                  </a:cubicBezTo>
                  <a:cubicBezTo>
                    <a:pt x="501" y="332"/>
                    <a:pt x="501" y="332"/>
                    <a:pt x="508" y="332"/>
                  </a:cubicBezTo>
                  <a:lnTo>
                    <a:pt x="515" y="332"/>
                  </a:lnTo>
                  <a:lnTo>
                    <a:pt x="522" y="332"/>
                  </a:lnTo>
                  <a:cubicBezTo>
                    <a:pt x="530" y="332"/>
                    <a:pt x="537" y="332"/>
                    <a:pt x="544" y="332"/>
                  </a:cubicBezTo>
                  <a:cubicBezTo>
                    <a:pt x="544" y="523"/>
                    <a:pt x="544" y="523"/>
                    <a:pt x="544" y="523"/>
                  </a:cubicBezTo>
                  <a:cubicBezTo>
                    <a:pt x="544" y="537"/>
                    <a:pt x="530" y="551"/>
                    <a:pt x="515" y="551"/>
                  </a:cubicBezTo>
                  <a:cubicBezTo>
                    <a:pt x="84" y="551"/>
                    <a:pt x="84" y="551"/>
                    <a:pt x="84" y="551"/>
                  </a:cubicBezTo>
                  <a:cubicBezTo>
                    <a:pt x="63" y="551"/>
                    <a:pt x="56" y="537"/>
                    <a:pt x="56" y="523"/>
                  </a:cubicBezTo>
                  <a:cubicBezTo>
                    <a:pt x="56" y="332"/>
                    <a:pt x="56" y="332"/>
                    <a:pt x="56" y="332"/>
                  </a:cubicBezTo>
                  <a:cubicBezTo>
                    <a:pt x="63" y="332"/>
                    <a:pt x="63" y="332"/>
                    <a:pt x="70" y="332"/>
                  </a:cubicBezTo>
                  <a:cubicBezTo>
                    <a:pt x="77" y="332"/>
                    <a:pt x="77" y="332"/>
                    <a:pt x="84" y="3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5"/>
            <p:cNvSpPr/>
            <p:nvPr/>
          </p:nvSpPr>
          <p:spPr>
            <a:xfrm>
              <a:off x="2136632" y="1996280"/>
              <a:ext cx="219067" cy="193675"/>
            </a:xfrm>
            <a:custGeom>
              <a:rect b="b" l="l" r="r" t="t"/>
              <a:pathLst>
                <a:path extrusionOk="0" h="538" w="609">
                  <a:moveTo>
                    <a:pt x="481" y="240"/>
                  </a:moveTo>
                  <a:lnTo>
                    <a:pt x="481" y="240"/>
                  </a:lnTo>
                  <a:cubicBezTo>
                    <a:pt x="417" y="240"/>
                    <a:pt x="361" y="191"/>
                    <a:pt x="361" y="120"/>
                  </a:cubicBezTo>
                  <a:cubicBezTo>
                    <a:pt x="361" y="49"/>
                    <a:pt x="417" y="0"/>
                    <a:pt x="481" y="0"/>
                  </a:cubicBezTo>
                  <a:cubicBezTo>
                    <a:pt x="552" y="0"/>
                    <a:pt x="608" y="49"/>
                    <a:pt x="608" y="120"/>
                  </a:cubicBezTo>
                  <a:cubicBezTo>
                    <a:pt x="608" y="191"/>
                    <a:pt x="552" y="240"/>
                    <a:pt x="481" y="240"/>
                  </a:cubicBezTo>
                  <a:close/>
                  <a:moveTo>
                    <a:pt x="446" y="56"/>
                  </a:moveTo>
                  <a:lnTo>
                    <a:pt x="446" y="56"/>
                  </a:lnTo>
                  <a:close/>
                  <a:moveTo>
                    <a:pt x="523" y="56"/>
                  </a:moveTo>
                  <a:lnTo>
                    <a:pt x="523" y="56"/>
                  </a:lnTo>
                  <a:close/>
                  <a:moveTo>
                    <a:pt x="552" y="84"/>
                  </a:moveTo>
                  <a:lnTo>
                    <a:pt x="552" y="84"/>
                  </a:lnTo>
                  <a:cubicBezTo>
                    <a:pt x="552" y="63"/>
                    <a:pt x="537" y="56"/>
                    <a:pt x="523" y="56"/>
                  </a:cubicBezTo>
                  <a:cubicBezTo>
                    <a:pt x="516" y="56"/>
                    <a:pt x="509" y="56"/>
                    <a:pt x="502" y="63"/>
                  </a:cubicBezTo>
                  <a:cubicBezTo>
                    <a:pt x="481" y="77"/>
                    <a:pt x="481" y="77"/>
                    <a:pt x="481" y="77"/>
                  </a:cubicBezTo>
                  <a:cubicBezTo>
                    <a:pt x="467" y="63"/>
                    <a:pt x="467" y="63"/>
                    <a:pt x="467" y="63"/>
                  </a:cubicBezTo>
                  <a:cubicBezTo>
                    <a:pt x="460" y="56"/>
                    <a:pt x="453" y="56"/>
                    <a:pt x="446" y="56"/>
                  </a:cubicBezTo>
                  <a:cubicBezTo>
                    <a:pt x="432" y="56"/>
                    <a:pt x="417" y="63"/>
                    <a:pt x="417" y="84"/>
                  </a:cubicBezTo>
                  <a:cubicBezTo>
                    <a:pt x="417" y="91"/>
                    <a:pt x="417" y="98"/>
                    <a:pt x="424" y="98"/>
                  </a:cubicBezTo>
                  <a:cubicBezTo>
                    <a:pt x="446" y="120"/>
                    <a:pt x="446" y="120"/>
                    <a:pt x="446" y="120"/>
                  </a:cubicBezTo>
                  <a:cubicBezTo>
                    <a:pt x="424" y="141"/>
                    <a:pt x="424" y="141"/>
                    <a:pt x="424" y="141"/>
                  </a:cubicBezTo>
                  <a:cubicBezTo>
                    <a:pt x="417" y="141"/>
                    <a:pt x="417" y="148"/>
                    <a:pt x="417" y="155"/>
                  </a:cubicBezTo>
                  <a:cubicBezTo>
                    <a:pt x="417" y="176"/>
                    <a:pt x="432" y="183"/>
                    <a:pt x="446" y="183"/>
                  </a:cubicBezTo>
                  <a:cubicBezTo>
                    <a:pt x="453" y="183"/>
                    <a:pt x="460" y="183"/>
                    <a:pt x="467" y="176"/>
                  </a:cubicBezTo>
                  <a:cubicBezTo>
                    <a:pt x="481" y="162"/>
                    <a:pt x="481" y="162"/>
                    <a:pt x="481" y="162"/>
                  </a:cubicBezTo>
                  <a:cubicBezTo>
                    <a:pt x="502" y="176"/>
                    <a:pt x="502" y="176"/>
                    <a:pt x="502" y="176"/>
                  </a:cubicBezTo>
                  <a:cubicBezTo>
                    <a:pt x="509" y="183"/>
                    <a:pt x="516" y="183"/>
                    <a:pt x="523" y="183"/>
                  </a:cubicBezTo>
                  <a:cubicBezTo>
                    <a:pt x="537" y="183"/>
                    <a:pt x="552" y="176"/>
                    <a:pt x="552" y="155"/>
                  </a:cubicBezTo>
                  <a:cubicBezTo>
                    <a:pt x="552" y="148"/>
                    <a:pt x="545" y="141"/>
                    <a:pt x="537" y="141"/>
                  </a:cubicBezTo>
                  <a:cubicBezTo>
                    <a:pt x="523" y="120"/>
                    <a:pt x="523" y="120"/>
                    <a:pt x="523" y="120"/>
                  </a:cubicBezTo>
                  <a:cubicBezTo>
                    <a:pt x="537" y="98"/>
                    <a:pt x="537" y="98"/>
                    <a:pt x="537" y="98"/>
                  </a:cubicBezTo>
                  <a:cubicBezTo>
                    <a:pt x="545" y="98"/>
                    <a:pt x="552" y="91"/>
                    <a:pt x="552" y="84"/>
                  </a:cubicBezTo>
                  <a:close/>
                  <a:moveTo>
                    <a:pt x="552" y="169"/>
                  </a:moveTo>
                  <a:lnTo>
                    <a:pt x="552" y="169"/>
                  </a:lnTo>
                  <a:close/>
                  <a:moveTo>
                    <a:pt x="234" y="325"/>
                  </a:moveTo>
                  <a:lnTo>
                    <a:pt x="234" y="325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95" y="268"/>
                    <a:pt x="495" y="268"/>
                    <a:pt x="495" y="268"/>
                  </a:cubicBezTo>
                  <a:cubicBezTo>
                    <a:pt x="516" y="268"/>
                    <a:pt x="545" y="261"/>
                    <a:pt x="566" y="247"/>
                  </a:cubicBezTo>
                  <a:cubicBezTo>
                    <a:pt x="516" y="346"/>
                    <a:pt x="516" y="346"/>
                    <a:pt x="516" y="346"/>
                  </a:cubicBezTo>
                  <a:cubicBezTo>
                    <a:pt x="516" y="360"/>
                    <a:pt x="502" y="367"/>
                    <a:pt x="495" y="367"/>
                  </a:cubicBezTo>
                  <a:cubicBezTo>
                    <a:pt x="248" y="381"/>
                    <a:pt x="248" y="381"/>
                    <a:pt x="248" y="381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530" y="424"/>
                    <a:pt x="530" y="424"/>
                    <a:pt x="530" y="424"/>
                  </a:cubicBezTo>
                  <a:cubicBezTo>
                    <a:pt x="559" y="424"/>
                    <a:pt x="587" y="445"/>
                    <a:pt x="587" y="480"/>
                  </a:cubicBezTo>
                  <a:cubicBezTo>
                    <a:pt x="587" y="509"/>
                    <a:pt x="559" y="537"/>
                    <a:pt x="530" y="537"/>
                  </a:cubicBezTo>
                  <a:cubicBezTo>
                    <a:pt x="502" y="537"/>
                    <a:pt x="474" y="509"/>
                    <a:pt x="474" y="480"/>
                  </a:cubicBezTo>
                  <a:cubicBezTo>
                    <a:pt x="212" y="480"/>
                    <a:pt x="212" y="480"/>
                    <a:pt x="212" y="480"/>
                  </a:cubicBezTo>
                  <a:cubicBezTo>
                    <a:pt x="212" y="509"/>
                    <a:pt x="184" y="537"/>
                    <a:pt x="156" y="537"/>
                  </a:cubicBezTo>
                  <a:cubicBezTo>
                    <a:pt x="121" y="537"/>
                    <a:pt x="99" y="509"/>
                    <a:pt x="99" y="480"/>
                  </a:cubicBezTo>
                  <a:cubicBezTo>
                    <a:pt x="99" y="445"/>
                    <a:pt x="121" y="424"/>
                    <a:pt x="156" y="424"/>
                  </a:cubicBezTo>
                  <a:cubicBezTo>
                    <a:pt x="205" y="424"/>
                    <a:pt x="205" y="424"/>
                    <a:pt x="205" y="424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15" y="113"/>
                    <a:pt x="0" y="98"/>
                    <a:pt x="0" y="84"/>
                  </a:cubicBezTo>
                  <a:cubicBezTo>
                    <a:pt x="0" y="63"/>
                    <a:pt x="15" y="56"/>
                    <a:pt x="29" y="56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28" y="56"/>
                    <a:pt x="142" y="63"/>
                    <a:pt x="142" y="7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333" y="120"/>
                    <a:pt x="333" y="120"/>
                    <a:pt x="333" y="120"/>
                  </a:cubicBezTo>
                  <a:cubicBezTo>
                    <a:pt x="333" y="141"/>
                    <a:pt x="340" y="162"/>
                    <a:pt x="347" y="176"/>
                  </a:cubicBezTo>
                  <a:cubicBezTo>
                    <a:pt x="177" y="176"/>
                    <a:pt x="177" y="176"/>
                    <a:pt x="177" y="176"/>
                  </a:cubicBezTo>
                  <a:lnTo>
                    <a:pt x="234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5"/>
            <p:cNvSpPr/>
            <p:nvPr/>
          </p:nvSpPr>
          <p:spPr>
            <a:xfrm>
              <a:off x="1758821" y="1996280"/>
              <a:ext cx="217479" cy="193675"/>
            </a:xfrm>
            <a:custGeom>
              <a:rect b="b" l="l" r="r" t="t"/>
              <a:pathLst>
                <a:path extrusionOk="0" h="538" w="602">
                  <a:moveTo>
                    <a:pt x="481" y="240"/>
                  </a:moveTo>
                  <a:lnTo>
                    <a:pt x="481" y="240"/>
                  </a:lnTo>
                  <a:cubicBezTo>
                    <a:pt x="410" y="240"/>
                    <a:pt x="361" y="191"/>
                    <a:pt x="361" y="120"/>
                  </a:cubicBezTo>
                  <a:cubicBezTo>
                    <a:pt x="361" y="49"/>
                    <a:pt x="410" y="0"/>
                    <a:pt x="481" y="0"/>
                  </a:cubicBezTo>
                  <a:cubicBezTo>
                    <a:pt x="552" y="0"/>
                    <a:pt x="601" y="49"/>
                    <a:pt x="601" y="120"/>
                  </a:cubicBezTo>
                  <a:cubicBezTo>
                    <a:pt x="601" y="191"/>
                    <a:pt x="552" y="240"/>
                    <a:pt x="481" y="240"/>
                  </a:cubicBezTo>
                  <a:close/>
                  <a:moveTo>
                    <a:pt x="537" y="63"/>
                  </a:moveTo>
                  <a:lnTo>
                    <a:pt x="537" y="63"/>
                  </a:lnTo>
                  <a:cubicBezTo>
                    <a:pt x="530" y="63"/>
                    <a:pt x="523" y="63"/>
                    <a:pt x="516" y="70"/>
                  </a:cubicBezTo>
                  <a:cubicBezTo>
                    <a:pt x="460" y="127"/>
                    <a:pt x="460" y="127"/>
                    <a:pt x="460" y="127"/>
                  </a:cubicBezTo>
                  <a:cubicBezTo>
                    <a:pt x="446" y="113"/>
                    <a:pt x="446" y="113"/>
                    <a:pt x="446" y="113"/>
                  </a:cubicBezTo>
                  <a:cubicBezTo>
                    <a:pt x="439" y="106"/>
                    <a:pt x="431" y="98"/>
                    <a:pt x="424" y="98"/>
                  </a:cubicBezTo>
                  <a:cubicBezTo>
                    <a:pt x="410" y="98"/>
                    <a:pt x="396" y="113"/>
                    <a:pt x="396" y="127"/>
                  </a:cubicBezTo>
                  <a:cubicBezTo>
                    <a:pt x="396" y="134"/>
                    <a:pt x="396" y="141"/>
                    <a:pt x="403" y="148"/>
                  </a:cubicBezTo>
                  <a:cubicBezTo>
                    <a:pt x="446" y="183"/>
                    <a:pt x="446" y="183"/>
                    <a:pt x="446" y="183"/>
                  </a:cubicBezTo>
                  <a:cubicBezTo>
                    <a:pt x="446" y="191"/>
                    <a:pt x="453" y="198"/>
                    <a:pt x="460" y="198"/>
                  </a:cubicBezTo>
                  <a:cubicBezTo>
                    <a:pt x="467" y="198"/>
                    <a:pt x="474" y="191"/>
                    <a:pt x="481" y="183"/>
                  </a:cubicBezTo>
                  <a:cubicBezTo>
                    <a:pt x="559" y="113"/>
                    <a:pt x="559" y="113"/>
                    <a:pt x="559" y="113"/>
                  </a:cubicBezTo>
                  <a:cubicBezTo>
                    <a:pt x="566" y="106"/>
                    <a:pt x="566" y="98"/>
                    <a:pt x="566" y="91"/>
                  </a:cubicBezTo>
                  <a:cubicBezTo>
                    <a:pt x="566" y="77"/>
                    <a:pt x="552" y="63"/>
                    <a:pt x="537" y="63"/>
                  </a:cubicBezTo>
                  <a:close/>
                  <a:moveTo>
                    <a:pt x="226" y="325"/>
                  </a:moveTo>
                  <a:lnTo>
                    <a:pt x="226" y="325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88" y="268"/>
                    <a:pt x="488" y="268"/>
                    <a:pt x="488" y="268"/>
                  </a:cubicBezTo>
                  <a:cubicBezTo>
                    <a:pt x="516" y="268"/>
                    <a:pt x="537" y="261"/>
                    <a:pt x="559" y="247"/>
                  </a:cubicBezTo>
                  <a:cubicBezTo>
                    <a:pt x="516" y="346"/>
                    <a:pt x="516" y="346"/>
                    <a:pt x="516" y="346"/>
                  </a:cubicBezTo>
                  <a:cubicBezTo>
                    <a:pt x="509" y="360"/>
                    <a:pt x="502" y="367"/>
                    <a:pt x="495" y="367"/>
                  </a:cubicBezTo>
                  <a:cubicBezTo>
                    <a:pt x="248" y="381"/>
                    <a:pt x="248" y="381"/>
                    <a:pt x="248" y="381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530" y="424"/>
                    <a:pt x="530" y="424"/>
                    <a:pt x="530" y="424"/>
                  </a:cubicBezTo>
                  <a:cubicBezTo>
                    <a:pt x="559" y="424"/>
                    <a:pt x="587" y="445"/>
                    <a:pt x="587" y="480"/>
                  </a:cubicBezTo>
                  <a:cubicBezTo>
                    <a:pt x="587" y="509"/>
                    <a:pt x="559" y="537"/>
                    <a:pt x="530" y="537"/>
                  </a:cubicBezTo>
                  <a:cubicBezTo>
                    <a:pt x="495" y="537"/>
                    <a:pt x="474" y="509"/>
                    <a:pt x="474" y="480"/>
                  </a:cubicBezTo>
                  <a:cubicBezTo>
                    <a:pt x="205" y="480"/>
                    <a:pt x="205" y="480"/>
                    <a:pt x="205" y="480"/>
                  </a:cubicBezTo>
                  <a:cubicBezTo>
                    <a:pt x="205" y="509"/>
                    <a:pt x="184" y="537"/>
                    <a:pt x="149" y="537"/>
                  </a:cubicBezTo>
                  <a:cubicBezTo>
                    <a:pt x="120" y="537"/>
                    <a:pt x="92" y="509"/>
                    <a:pt x="92" y="480"/>
                  </a:cubicBezTo>
                  <a:cubicBezTo>
                    <a:pt x="92" y="445"/>
                    <a:pt x="120" y="424"/>
                    <a:pt x="149" y="424"/>
                  </a:cubicBezTo>
                  <a:cubicBezTo>
                    <a:pt x="205" y="424"/>
                    <a:pt x="205" y="424"/>
                    <a:pt x="205" y="424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15" y="113"/>
                    <a:pt x="0" y="98"/>
                    <a:pt x="0" y="84"/>
                  </a:cubicBezTo>
                  <a:cubicBezTo>
                    <a:pt x="0" y="63"/>
                    <a:pt x="15" y="56"/>
                    <a:pt x="29" y="56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28" y="56"/>
                    <a:pt x="135" y="63"/>
                    <a:pt x="142" y="7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333" y="120"/>
                    <a:pt x="333" y="120"/>
                    <a:pt x="333" y="120"/>
                  </a:cubicBezTo>
                  <a:cubicBezTo>
                    <a:pt x="333" y="141"/>
                    <a:pt x="333" y="162"/>
                    <a:pt x="340" y="176"/>
                  </a:cubicBezTo>
                  <a:cubicBezTo>
                    <a:pt x="177" y="176"/>
                    <a:pt x="177" y="176"/>
                    <a:pt x="177" y="176"/>
                  </a:cubicBezTo>
                  <a:lnTo>
                    <a:pt x="226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5"/>
            <p:cNvSpPr/>
            <p:nvPr/>
          </p:nvSpPr>
          <p:spPr>
            <a:xfrm>
              <a:off x="1379422" y="1996280"/>
              <a:ext cx="217480" cy="193675"/>
            </a:xfrm>
            <a:custGeom>
              <a:rect b="b" l="l" r="r" t="t"/>
              <a:pathLst>
                <a:path extrusionOk="0" h="538" w="602">
                  <a:moveTo>
                    <a:pt x="481" y="240"/>
                  </a:moveTo>
                  <a:lnTo>
                    <a:pt x="481" y="240"/>
                  </a:lnTo>
                  <a:cubicBezTo>
                    <a:pt x="410" y="240"/>
                    <a:pt x="354" y="191"/>
                    <a:pt x="354" y="120"/>
                  </a:cubicBezTo>
                  <a:cubicBezTo>
                    <a:pt x="354" y="49"/>
                    <a:pt x="410" y="0"/>
                    <a:pt x="481" y="0"/>
                  </a:cubicBezTo>
                  <a:cubicBezTo>
                    <a:pt x="544" y="0"/>
                    <a:pt x="601" y="49"/>
                    <a:pt x="601" y="120"/>
                  </a:cubicBezTo>
                  <a:cubicBezTo>
                    <a:pt x="601" y="191"/>
                    <a:pt x="544" y="240"/>
                    <a:pt x="481" y="240"/>
                  </a:cubicBezTo>
                  <a:close/>
                  <a:moveTo>
                    <a:pt x="537" y="91"/>
                  </a:moveTo>
                  <a:lnTo>
                    <a:pt x="537" y="91"/>
                  </a:lnTo>
                  <a:cubicBezTo>
                    <a:pt x="424" y="91"/>
                    <a:pt x="424" y="91"/>
                    <a:pt x="424" y="91"/>
                  </a:cubicBezTo>
                  <a:cubicBezTo>
                    <a:pt x="403" y="91"/>
                    <a:pt x="396" y="106"/>
                    <a:pt x="396" y="120"/>
                  </a:cubicBezTo>
                  <a:cubicBezTo>
                    <a:pt x="396" y="134"/>
                    <a:pt x="403" y="148"/>
                    <a:pt x="424" y="148"/>
                  </a:cubicBezTo>
                  <a:cubicBezTo>
                    <a:pt x="537" y="148"/>
                    <a:pt x="537" y="148"/>
                    <a:pt x="537" y="148"/>
                  </a:cubicBezTo>
                  <a:cubicBezTo>
                    <a:pt x="551" y="148"/>
                    <a:pt x="566" y="134"/>
                    <a:pt x="566" y="120"/>
                  </a:cubicBezTo>
                  <a:cubicBezTo>
                    <a:pt x="566" y="106"/>
                    <a:pt x="551" y="91"/>
                    <a:pt x="537" y="91"/>
                  </a:cubicBezTo>
                  <a:close/>
                  <a:moveTo>
                    <a:pt x="226" y="325"/>
                  </a:moveTo>
                  <a:lnTo>
                    <a:pt x="226" y="325"/>
                  </a:lnTo>
                  <a:cubicBezTo>
                    <a:pt x="467" y="311"/>
                    <a:pt x="467" y="311"/>
                    <a:pt x="467" y="311"/>
                  </a:cubicBezTo>
                  <a:cubicBezTo>
                    <a:pt x="488" y="268"/>
                    <a:pt x="488" y="268"/>
                    <a:pt x="488" y="268"/>
                  </a:cubicBezTo>
                  <a:cubicBezTo>
                    <a:pt x="516" y="268"/>
                    <a:pt x="537" y="261"/>
                    <a:pt x="559" y="247"/>
                  </a:cubicBezTo>
                  <a:cubicBezTo>
                    <a:pt x="516" y="346"/>
                    <a:pt x="516" y="346"/>
                    <a:pt x="516" y="346"/>
                  </a:cubicBezTo>
                  <a:cubicBezTo>
                    <a:pt x="509" y="360"/>
                    <a:pt x="502" y="367"/>
                    <a:pt x="488" y="367"/>
                  </a:cubicBezTo>
                  <a:cubicBezTo>
                    <a:pt x="248" y="381"/>
                    <a:pt x="248" y="381"/>
                    <a:pt x="248" y="381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523" y="424"/>
                    <a:pt x="523" y="424"/>
                    <a:pt x="523" y="424"/>
                  </a:cubicBezTo>
                  <a:cubicBezTo>
                    <a:pt x="559" y="424"/>
                    <a:pt x="580" y="445"/>
                    <a:pt x="580" y="480"/>
                  </a:cubicBezTo>
                  <a:cubicBezTo>
                    <a:pt x="580" y="509"/>
                    <a:pt x="559" y="537"/>
                    <a:pt x="523" y="537"/>
                  </a:cubicBezTo>
                  <a:cubicBezTo>
                    <a:pt x="495" y="537"/>
                    <a:pt x="467" y="509"/>
                    <a:pt x="467" y="480"/>
                  </a:cubicBezTo>
                  <a:cubicBezTo>
                    <a:pt x="205" y="480"/>
                    <a:pt x="205" y="480"/>
                    <a:pt x="205" y="480"/>
                  </a:cubicBezTo>
                  <a:cubicBezTo>
                    <a:pt x="205" y="509"/>
                    <a:pt x="177" y="537"/>
                    <a:pt x="149" y="537"/>
                  </a:cubicBezTo>
                  <a:cubicBezTo>
                    <a:pt x="120" y="537"/>
                    <a:pt x="92" y="509"/>
                    <a:pt x="92" y="480"/>
                  </a:cubicBezTo>
                  <a:cubicBezTo>
                    <a:pt x="92" y="445"/>
                    <a:pt x="120" y="424"/>
                    <a:pt x="149" y="424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7" y="113"/>
                    <a:pt x="0" y="98"/>
                    <a:pt x="0" y="84"/>
                  </a:cubicBezTo>
                  <a:cubicBezTo>
                    <a:pt x="0" y="63"/>
                    <a:pt x="7" y="56"/>
                    <a:pt x="29" y="56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20" y="56"/>
                    <a:pt x="135" y="63"/>
                    <a:pt x="135" y="7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325" y="120"/>
                    <a:pt x="325" y="120"/>
                    <a:pt x="325" y="120"/>
                  </a:cubicBezTo>
                  <a:cubicBezTo>
                    <a:pt x="325" y="141"/>
                    <a:pt x="332" y="162"/>
                    <a:pt x="340" y="176"/>
                  </a:cubicBezTo>
                  <a:cubicBezTo>
                    <a:pt x="177" y="176"/>
                    <a:pt x="177" y="176"/>
                    <a:pt x="177" y="176"/>
                  </a:cubicBezTo>
                  <a:lnTo>
                    <a:pt x="226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5"/>
            <p:cNvSpPr/>
            <p:nvPr/>
          </p:nvSpPr>
          <p:spPr>
            <a:xfrm>
              <a:off x="998435" y="1996280"/>
              <a:ext cx="219067" cy="193675"/>
            </a:xfrm>
            <a:custGeom>
              <a:rect b="b" l="l" r="r" t="t"/>
              <a:pathLst>
                <a:path extrusionOk="0" h="538" w="609">
                  <a:moveTo>
                    <a:pt x="481" y="240"/>
                  </a:moveTo>
                  <a:lnTo>
                    <a:pt x="481" y="240"/>
                  </a:lnTo>
                  <a:cubicBezTo>
                    <a:pt x="417" y="240"/>
                    <a:pt x="361" y="191"/>
                    <a:pt x="361" y="120"/>
                  </a:cubicBezTo>
                  <a:cubicBezTo>
                    <a:pt x="361" y="49"/>
                    <a:pt x="417" y="0"/>
                    <a:pt x="481" y="0"/>
                  </a:cubicBezTo>
                  <a:cubicBezTo>
                    <a:pt x="551" y="0"/>
                    <a:pt x="608" y="49"/>
                    <a:pt x="608" y="120"/>
                  </a:cubicBezTo>
                  <a:cubicBezTo>
                    <a:pt x="608" y="191"/>
                    <a:pt x="551" y="240"/>
                    <a:pt x="481" y="240"/>
                  </a:cubicBezTo>
                  <a:close/>
                  <a:moveTo>
                    <a:pt x="537" y="91"/>
                  </a:moveTo>
                  <a:lnTo>
                    <a:pt x="537" y="91"/>
                  </a:lnTo>
                  <a:cubicBezTo>
                    <a:pt x="509" y="91"/>
                    <a:pt x="509" y="91"/>
                    <a:pt x="509" y="91"/>
                  </a:cubicBezTo>
                  <a:cubicBezTo>
                    <a:pt x="509" y="63"/>
                    <a:pt x="509" y="63"/>
                    <a:pt x="509" y="63"/>
                  </a:cubicBezTo>
                  <a:cubicBezTo>
                    <a:pt x="509" y="49"/>
                    <a:pt x="502" y="35"/>
                    <a:pt x="481" y="35"/>
                  </a:cubicBezTo>
                  <a:cubicBezTo>
                    <a:pt x="467" y="35"/>
                    <a:pt x="452" y="49"/>
                    <a:pt x="452" y="63"/>
                  </a:cubicBezTo>
                  <a:cubicBezTo>
                    <a:pt x="452" y="91"/>
                    <a:pt x="452" y="91"/>
                    <a:pt x="452" y="91"/>
                  </a:cubicBezTo>
                  <a:cubicBezTo>
                    <a:pt x="424" y="91"/>
                    <a:pt x="424" y="91"/>
                    <a:pt x="424" y="91"/>
                  </a:cubicBezTo>
                  <a:cubicBezTo>
                    <a:pt x="410" y="91"/>
                    <a:pt x="396" y="106"/>
                    <a:pt x="396" y="120"/>
                  </a:cubicBezTo>
                  <a:cubicBezTo>
                    <a:pt x="396" y="134"/>
                    <a:pt x="410" y="148"/>
                    <a:pt x="424" y="148"/>
                  </a:cubicBezTo>
                  <a:cubicBezTo>
                    <a:pt x="452" y="148"/>
                    <a:pt x="452" y="148"/>
                    <a:pt x="452" y="148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52" y="191"/>
                    <a:pt x="467" y="205"/>
                    <a:pt x="481" y="205"/>
                  </a:cubicBezTo>
                  <a:cubicBezTo>
                    <a:pt x="502" y="205"/>
                    <a:pt x="509" y="191"/>
                    <a:pt x="509" y="176"/>
                  </a:cubicBezTo>
                  <a:cubicBezTo>
                    <a:pt x="509" y="148"/>
                    <a:pt x="509" y="148"/>
                    <a:pt x="509" y="148"/>
                  </a:cubicBezTo>
                  <a:cubicBezTo>
                    <a:pt x="537" y="148"/>
                    <a:pt x="537" y="148"/>
                    <a:pt x="537" y="148"/>
                  </a:cubicBezTo>
                  <a:cubicBezTo>
                    <a:pt x="558" y="148"/>
                    <a:pt x="565" y="134"/>
                    <a:pt x="565" y="120"/>
                  </a:cubicBezTo>
                  <a:cubicBezTo>
                    <a:pt x="565" y="106"/>
                    <a:pt x="558" y="91"/>
                    <a:pt x="537" y="91"/>
                  </a:cubicBezTo>
                  <a:close/>
                  <a:moveTo>
                    <a:pt x="233" y="325"/>
                  </a:moveTo>
                  <a:lnTo>
                    <a:pt x="233" y="325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95" y="268"/>
                    <a:pt x="495" y="268"/>
                    <a:pt x="495" y="268"/>
                  </a:cubicBezTo>
                  <a:cubicBezTo>
                    <a:pt x="516" y="268"/>
                    <a:pt x="544" y="261"/>
                    <a:pt x="565" y="247"/>
                  </a:cubicBezTo>
                  <a:cubicBezTo>
                    <a:pt x="516" y="346"/>
                    <a:pt x="516" y="346"/>
                    <a:pt x="516" y="346"/>
                  </a:cubicBezTo>
                  <a:cubicBezTo>
                    <a:pt x="516" y="360"/>
                    <a:pt x="502" y="367"/>
                    <a:pt x="495" y="367"/>
                  </a:cubicBezTo>
                  <a:cubicBezTo>
                    <a:pt x="247" y="381"/>
                    <a:pt x="247" y="381"/>
                    <a:pt x="247" y="381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530" y="424"/>
                    <a:pt x="530" y="424"/>
                    <a:pt x="530" y="424"/>
                  </a:cubicBezTo>
                  <a:cubicBezTo>
                    <a:pt x="558" y="424"/>
                    <a:pt x="587" y="445"/>
                    <a:pt x="587" y="480"/>
                  </a:cubicBezTo>
                  <a:cubicBezTo>
                    <a:pt x="587" y="509"/>
                    <a:pt x="558" y="537"/>
                    <a:pt x="530" y="537"/>
                  </a:cubicBezTo>
                  <a:cubicBezTo>
                    <a:pt x="502" y="537"/>
                    <a:pt x="474" y="509"/>
                    <a:pt x="474" y="480"/>
                  </a:cubicBezTo>
                  <a:cubicBezTo>
                    <a:pt x="212" y="480"/>
                    <a:pt x="212" y="480"/>
                    <a:pt x="212" y="480"/>
                  </a:cubicBezTo>
                  <a:cubicBezTo>
                    <a:pt x="212" y="509"/>
                    <a:pt x="184" y="537"/>
                    <a:pt x="156" y="537"/>
                  </a:cubicBezTo>
                  <a:cubicBezTo>
                    <a:pt x="120" y="537"/>
                    <a:pt x="99" y="509"/>
                    <a:pt x="99" y="480"/>
                  </a:cubicBezTo>
                  <a:cubicBezTo>
                    <a:pt x="99" y="445"/>
                    <a:pt x="120" y="424"/>
                    <a:pt x="156" y="424"/>
                  </a:cubicBezTo>
                  <a:cubicBezTo>
                    <a:pt x="205" y="424"/>
                    <a:pt x="205" y="424"/>
                    <a:pt x="205" y="424"/>
                  </a:cubicBezTo>
                  <a:cubicBezTo>
                    <a:pt x="92" y="113"/>
                    <a:pt x="92" y="113"/>
                    <a:pt x="92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14" y="113"/>
                    <a:pt x="0" y="98"/>
                    <a:pt x="0" y="84"/>
                  </a:cubicBezTo>
                  <a:cubicBezTo>
                    <a:pt x="0" y="63"/>
                    <a:pt x="14" y="56"/>
                    <a:pt x="28" y="56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27" y="56"/>
                    <a:pt x="141" y="63"/>
                    <a:pt x="141" y="7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332" y="120"/>
                    <a:pt x="332" y="120"/>
                    <a:pt x="332" y="120"/>
                  </a:cubicBezTo>
                  <a:cubicBezTo>
                    <a:pt x="332" y="141"/>
                    <a:pt x="339" y="162"/>
                    <a:pt x="346" y="176"/>
                  </a:cubicBezTo>
                  <a:cubicBezTo>
                    <a:pt x="177" y="176"/>
                    <a:pt x="177" y="176"/>
                    <a:pt x="177" y="176"/>
                  </a:cubicBezTo>
                  <a:lnTo>
                    <a:pt x="233" y="3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5"/>
            <p:cNvSpPr/>
            <p:nvPr/>
          </p:nvSpPr>
          <p:spPr>
            <a:xfrm>
              <a:off x="619037" y="2015330"/>
              <a:ext cx="217479" cy="173037"/>
            </a:xfrm>
            <a:custGeom>
              <a:rect b="b" l="l" r="r" t="t"/>
              <a:pathLst>
                <a:path extrusionOk="0" h="482" w="602">
                  <a:moveTo>
                    <a:pt x="601" y="106"/>
                  </a:moveTo>
                  <a:lnTo>
                    <a:pt x="601" y="106"/>
                  </a:lnTo>
                  <a:cubicBezTo>
                    <a:pt x="516" y="290"/>
                    <a:pt x="516" y="290"/>
                    <a:pt x="516" y="290"/>
                  </a:cubicBezTo>
                  <a:cubicBezTo>
                    <a:pt x="509" y="304"/>
                    <a:pt x="502" y="311"/>
                    <a:pt x="495" y="311"/>
                  </a:cubicBezTo>
                  <a:cubicBezTo>
                    <a:pt x="247" y="325"/>
                    <a:pt x="247" y="325"/>
                    <a:pt x="247" y="325"/>
                  </a:cubicBezTo>
                  <a:cubicBezTo>
                    <a:pt x="261" y="368"/>
                    <a:pt x="261" y="368"/>
                    <a:pt x="261" y="368"/>
                  </a:cubicBezTo>
                  <a:cubicBezTo>
                    <a:pt x="530" y="368"/>
                    <a:pt x="530" y="368"/>
                    <a:pt x="530" y="368"/>
                  </a:cubicBezTo>
                  <a:cubicBezTo>
                    <a:pt x="558" y="368"/>
                    <a:pt x="587" y="389"/>
                    <a:pt x="587" y="424"/>
                  </a:cubicBezTo>
                  <a:cubicBezTo>
                    <a:pt x="587" y="453"/>
                    <a:pt x="558" y="481"/>
                    <a:pt x="530" y="481"/>
                  </a:cubicBezTo>
                  <a:cubicBezTo>
                    <a:pt x="495" y="481"/>
                    <a:pt x="474" y="453"/>
                    <a:pt x="474" y="424"/>
                  </a:cubicBezTo>
                  <a:cubicBezTo>
                    <a:pt x="205" y="424"/>
                    <a:pt x="205" y="424"/>
                    <a:pt x="205" y="424"/>
                  </a:cubicBezTo>
                  <a:cubicBezTo>
                    <a:pt x="205" y="453"/>
                    <a:pt x="184" y="481"/>
                    <a:pt x="148" y="481"/>
                  </a:cubicBezTo>
                  <a:cubicBezTo>
                    <a:pt x="120" y="481"/>
                    <a:pt x="92" y="453"/>
                    <a:pt x="92" y="424"/>
                  </a:cubicBezTo>
                  <a:cubicBezTo>
                    <a:pt x="92" y="389"/>
                    <a:pt x="120" y="368"/>
                    <a:pt x="148" y="368"/>
                  </a:cubicBezTo>
                  <a:cubicBezTo>
                    <a:pt x="205" y="368"/>
                    <a:pt x="205" y="368"/>
                    <a:pt x="205" y="368"/>
                  </a:cubicBezTo>
                  <a:cubicBezTo>
                    <a:pt x="92" y="57"/>
                    <a:pt x="92" y="57"/>
                    <a:pt x="92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4" y="57"/>
                    <a:pt x="0" y="42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7" y="0"/>
                    <a:pt x="134" y="7"/>
                    <a:pt x="141" y="1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572" y="64"/>
                    <a:pt x="572" y="64"/>
                    <a:pt x="572" y="64"/>
                  </a:cubicBezTo>
                  <a:cubicBezTo>
                    <a:pt x="594" y="64"/>
                    <a:pt x="601" y="78"/>
                    <a:pt x="601" y="92"/>
                  </a:cubicBezTo>
                  <a:cubicBezTo>
                    <a:pt x="601" y="99"/>
                    <a:pt x="601" y="99"/>
                    <a:pt x="601" y="106"/>
                  </a:cubicBezTo>
                  <a:close/>
                  <a:moveTo>
                    <a:pt x="177" y="120"/>
                  </a:moveTo>
                  <a:lnTo>
                    <a:pt x="177" y="120"/>
                  </a:lnTo>
                  <a:cubicBezTo>
                    <a:pt x="226" y="269"/>
                    <a:pt x="226" y="269"/>
                    <a:pt x="226" y="269"/>
                  </a:cubicBezTo>
                  <a:cubicBezTo>
                    <a:pt x="474" y="255"/>
                    <a:pt x="474" y="255"/>
                    <a:pt x="474" y="255"/>
                  </a:cubicBezTo>
                  <a:cubicBezTo>
                    <a:pt x="530" y="120"/>
                    <a:pt x="530" y="120"/>
                    <a:pt x="530" y="120"/>
                  </a:cubicBezTo>
                  <a:lnTo>
                    <a:pt x="177" y="1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5"/>
            <p:cNvSpPr/>
            <p:nvPr/>
          </p:nvSpPr>
          <p:spPr>
            <a:xfrm>
              <a:off x="4798773" y="1631155"/>
              <a:ext cx="217480" cy="176212"/>
            </a:xfrm>
            <a:custGeom>
              <a:rect b="b" l="l" r="r" t="t"/>
              <a:pathLst>
                <a:path extrusionOk="0" h="488" w="602">
                  <a:moveTo>
                    <a:pt x="573" y="487"/>
                  </a:moveTo>
                  <a:lnTo>
                    <a:pt x="573" y="487"/>
                  </a:lnTo>
                  <a:cubicBezTo>
                    <a:pt x="28" y="487"/>
                    <a:pt x="28" y="487"/>
                    <a:pt x="28" y="487"/>
                  </a:cubicBezTo>
                  <a:cubicBezTo>
                    <a:pt x="7" y="487"/>
                    <a:pt x="0" y="480"/>
                    <a:pt x="0" y="45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7" y="56"/>
                    <a:pt x="28" y="56"/>
                  </a:cubicBezTo>
                  <a:cubicBezTo>
                    <a:pt x="148" y="56"/>
                    <a:pt x="148" y="56"/>
                    <a:pt x="148" y="56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8" y="7"/>
                    <a:pt x="205" y="0"/>
                    <a:pt x="212" y="0"/>
                  </a:cubicBezTo>
                  <a:cubicBezTo>
                    <a:pt x="382" y="0"/>
                    <a:pt x="382" y="0"/>
                    <a:pt x="382" y="0"/>
                  </a:cubicBezTo>
                  <a:cubicBezTo>
                    <a:pt x="389" y="0"/>
                    <a:pt x="396" y="0"/>
                    <a:pt x="403" y="7"/>
                  </a:cubicBezTo>
                  <a:cubicBezTo>
                    <a:pt x="452" y="56"/>
                    <a:pt x="452" y="56"/>
                    <a:pt x="452" y="56"/>
                  </a:cubicBezTo>
                  <a:cubicBezTo>
                    <a:pt x="573" y="56"/>
                    <a:pt x="573" y="56"/>
                    <a:pt x="573" y="56"/>
                  </a:cubicBezTo>
                  <a:cubicBezTo>
                    <a:pt x="587" y="56"/>
                    <a:pt x="601" y="71"/>
                    <a:pt x="601" y="85"/>
                  </a:cubicBezTo>
                  <a:cubicBezTo>
                    <a:pt x="601" y="459"/>
                    <a:pt x="601" y="459"/>
                    <a:pt x="601" y="459"/>
                  </a:cubicBezTo>
                  <a:cubicBezTo>
                    <a:pt x="601" y="480"/>
                    <a:pt x="587" y="487"/>
                    <a:pt x="573" y="487"/>
                  </a:cubicBezTo>
                  <a:close/>
                  <a:moveTo>
                    <a:pt x="297" y="92"/>
                  </a:moveTo>
                  <a:lnTo>
                    <a:pt x="297" y="92"/>
                  </a:lnTo>
                  <a:cubicBezTo>
                    <a:pt x="205" y="92"/>
                    <a:pt x="127" y="169"/>
                    <a:pt x="127" y="261"/>
                  </a:cubicBezTo>
                  <a:cubicBezTo>
                    <a:pt x="127" y="360"/>
                    <a:pt x="205" y="431"/>
                    <a:pt x="297" y="431"/>
                  </a:cubicBezTo>
                  <a:cubicBezTo>
                    <a:pt x="396" y="431"/>
                    <a:pt x="466" y="360"/>
                    <a:pt x="466" y="261"/>
                  </a:cubicBezTo>
                  <a:cubicBezTo>
                    <a:pt x="466" y="169"/>
                    <a:pt x="396" y="92"/>
                    <a:pt x="297" y="92"/>
                  </a:cubicBezTo>
                  <a:close/>
                  <a:moveTo>
                    <a:pt x="297" y="374"/>
                  </a:moveTo>
                  <a:lnTo>
                    <a:pt x="297" y="374"/>
                  </a:lnTo>
                  <a:cubicBezTo>
                    <a:pt x="233" y="374"/>
                    <a:pt x="184" y="325"/>
                    <a:pt x="184" y="261"/>
                  </a:cubicBezTo>
                  <a:cubicBezTo>
                    <a:pt x="184" y="198"/>
                    <a:pt x="233" y="148"/>
                    <a:pt x="297" y="148"/>
                  </a:cubicBezTo>
                  <a:cubicBezTo>
                    <a:pt x="361" y="148"/>
                    <a:pt x="410" y="198"/>
                    <a:pt x="410" y="261"/>
                  </a:cubicBezTo>
                  <a:cubicBezTo>
                    <a:pt x="410" y="325"/>
                    <a:pt x="361" y="374"/>
                    <a:pt x="29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5"/>
            <p:cNvSpPr/>
            <p:nvPr/>
          </p:nvSpPr>
          <p:spPr>
            <a:xfrm>
              <a:off x="4416200" y="1610517"/>
              <a:ext cx="211129" cy="217488"/>
            </a:xfrm>
            <a:custGeom>
              <a:rect b="b" l="l" r="r" t="t"/>
              <a:pathLst>
                <a:path extrusionOk="0" h="602" w="588">
                  <a:moveTo>
                    <a:pt x="587" y="460"/>
                  </a:moveTo>
                  <a:lnTo>
                    <a:pt x="587" y="460"/>
                  </a:lnTo>
                  <a:cubicBezTo>
                    <a:pt x="587" y="495"/>
                    <a:pt x="537" y="516"/>
                    <a:pt x="480" y="516"/>
                  </a:cubicBezTo>
                  <a:cubicBezTo>
                    <a:pt x="424" y="516"/>
                    <a:pt x="382" y="495"/>
                    <a:pt x="382" y="460"/>
                  </a:cubicBezTo>
                  <a:cubicBezTo>
                    <a:pt x="382" y="431"/>
                    <a:pt x="424" y="403"/>
                    <a:pt x="480" y="403"/>
                  </a:cubicBezTo>
                  <a:cubicBezTo>
                    <a:pt x="502" y="403"/>
                    <a:pt x="516" y="410"/>
                    <a:pt x="530" y="410"/>
                  </a:cubicBezTo>
                  <a:cubicBezTo>
                    <a:pt x="530" y="361"/>
                    <a:pt x="530" y="361"/>
                    <a:pt x="530" y="361"/>
                  </a:cubicBezTo>
                  <a:cubicBezTo>
                    <a:pt x="530" y="177"/>
                    <a:pt x="530" y="177"/>
                    <a:pt x="530" y="177"/>
                  </a:cubicBezTo>
                  <a:cubicBezTo>
                    <a:pt x="212" y="248"/>
                    <a:pt x="212" y="248"/>
                    <a:pt x="212" y="248"/>
                  </a:cubicBezTo>
                  <a:cubicBezTo>
                    <a:pt x="212" y="544"/>
                    <a:pt x="212" y="544"/>
                    <a:pt x="212" y="544"/>
                  </a:cubicBezTo>
                  <a:cubicBezTo>
                    <a:pt x="212" y="580"/>
                    <a:pt x="162" y="601"/>
                    <a:pt x="106" y="601"/>
                  </a:cubicBezTo>
                  <a:cubicBezTo>
                    <a:pt x="49" y="601"/>
                    <a:pt x="0" y="580"/>
                    <a:pt x="0" y="544"/>
                  </a:cubicBezTo>
                  <a:cubicBezTo>
                    <a:pt x="0" y="516"/>
                    <a:pt x="49" y="488"/>
                    <a:pt x="106" y="488"/>
                  </a:cubicBezTo>
                  <a:cubicBezTo>
                    <a:pt x="120" y="488"/>
                    <a:pt x="141" y="495"/>
                    <a:pt x="155" y="495"/>
                  </a:cubicBezTo>
                  <a:cubicBezTo>
                    <a:pt x="155" y="453"/>
                    <a:pt x="155" y="453"/>
                    <a:pt x="155" y="45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5" y="92"/>
                    <a:pt x="184" y="85"/>
                    <a:pt x="184" y="85"/>
                  </a:cubicBezTo>
                  <a:cubicBezTo>
                    <a:pt x="558" y="0"/>
                    <a:pt x="558" y="0"/>
                    <a:pt x="558" y="0"/>
                  </a:cubicBezTo>
                  <a:cubicBezTo>
                    <a:pt x="572" y="0"/>
                    <a:pt x="587" y="15"/>
                    <a:pt x="587" y="29"/>
                  </a:cubicBezTo>
                  <a:cubicBezTo>
                    <a:pt x="587" y="431"/>
                    <a:pt x="587" y="431"/>
                    <a:pt x="587" y="431"/>
                  </a:cubicBezTo>
                  <a:cubicBezTo>
                    <a:pt x="587" y="453"/>
                    <a:pt x="587" y="453"/>
                    <a:pt x="587" y="453"/>
                  </a:cubicBezTo>
                  <a:cubicBezTo>
                    <a:pt x="587" y="460"/>
                    <a:pt x="587" y="460"/>
                    <a:pt x="587" y="4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5"/>
            <p:cNvSpPr/>
            <p:nvPr/>
          </p:nvSpPr>
          <p:spPr>
            <a:xfrm>
              <a:off x="4076487" y="1672430"/>
              <a:ext cx="142870" cy="130175"/>
            </a:xfrm>
            <a:custGeom>
              <a:rect b="b" l="l" r="r" t="t"/>
              <a:pathLst>
                <a:path extrusionOk="0" h="361" w="397">
                  <a:moveTo>
                    <a:pt x="367" y="360"/>
                  </a:moveTo>
                  <a:lnTo>
                    <a:pt x="367" y="360"/>
                  </a:lnTo>
                  <a:cubicBezTo>
                    <a:pt x="346" y="360"/>
                    <a:pt x="339" y="346"/>
                    <a:pt x="339" y="332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9" y="14"/>
                    <a:pt x="346" y="0"/>
                    <a:pt x="367" y="0"/>
                  </a:cubicBezTo>
                  <a:cubicBezTo>
                    <a:pt x="381" y="0"/>
                    <a:pt x="396" y="14"/>
                    <a:pt x="396" y="28"/>
                  </a:cubicBezTo>
                  <a:cubicBezTo>
                    <a:pt x="396" y="332"/>
                    <a:pt x="396" y="332"/>
                    <a:pt x="396" y="332"/>
                  </a:cubicBezTo>
                  <a:cubicBezTo>
                    <a:pt x="396" y="346"/>
                    <a:pt x="381" y="360"/>
                    <a:pt x="367" y="360"/>
                  </a:cubicBezTo>
                  <a:close/>
                  <a:moveTo>
                    <a:pt x="254" y="360"/>
                  </a:moveTo>
                  <a:lnTo>
                    <a:pt x="254" y="360"/>
                  </a:lnTo>
                  <a:cubicBezTo>
                    <a:pt x="233" y="360"/>
                    <a:pt x="226" y="346"/>
                    <a:pt x="226" y="332"/>
                  </a:cubicBezTo>
                  <a:cubicBezTo>
                    <a:pt x="226" y="106"/>
                    <a:pt x="226" y="106"/>
                    <a:pt x="226" y="106"/>
                  </a:cubicBezTo>
                  <a:cubicBezTo>
                    <a:pt x="226" y="85"/>
                    <a:pt x="233" y="78"/>
                    <a:pt x="254" y="78"/>
                  </a:cubicBezTo>
                  <a:cubicBezTo>
                    <a:pt x="268" y="78"/>
                    <a:pt x="283" y="85"/>
                    <a:pt x="283" y="106"/>
                  </a:cubicBezTo>
                  <a:cubicBezTo>
                    <a:pt x="283" y="332"/>
                    <a:pt x="283" y="332"/>
                    <a:pt x="283" y="332"/>
                  </a:cubicBezTo>
                  <a:cubicBezTo>
                    <a:pt x="283" y="346"/>
                    <a:pt x="268" y="360"/>
                    <a:pt x="254" y="360"/>
                  </a:cubicBezTo>
                  <a:close/>
                  <a:moveTo>
                    <a:pt x="141" y="360"/>
                  </a:moveTo>
                  <a:lnTo>
                    <a:pt x="141" y="360"/>
                  </a:lnTo>
                  <a:cubicBezTo>
                    <a:pt x="120" y="360"/>
                    <a:pt x="113" y="346"/>
                    <a:pt x="113" y="332"/>
                  </a:cubicBezTo>
                  <a:cubicBezTo>
                    <a:pt x="113" y="177"/>
                    <a:pt x="113" y="177"/>
                    <a:pt x="113" y="177"/>
                  </a:cubicBezTo>
                  <a:cubicBezTo>
                    <a:pt x="113" y="163"/>
                    <a:pt x="120" y="148"/>
                    <a:pt x="141" y="148"/>
                  </a:cubicBezTo>
                  <a:cubicBezTo>
                    <a:pt x="155" y="148"/>
                    <a:pt x="170" y="163"/>
                    <a:pt x="170" y="177"/>
                  </a:cubicBezTo>
                  <a:cubicBezTo>
                    <a:pt x="170" y="332"/>
                    <a:pt x="170" y="332"/>
                    <a:pt x="170" y="332"/>
                  </a:cubicBezTo>
                  <a:cubicBezTo>
                    <a:pt x="170" y="346"/>
                    <a:pt x="155" y="360"/>
                    <a:pt x="141" y="360"/>
                  </a:cubicBezTo>
                  <a:close/>
                  <a:moveTo>
                    <a:pt x="28" y="360"/>
                  </a:moveTo>
                  <a:lnTo>
                    <a:pt x="28" y="360"/>
                  </a:lnTo>
                  <a:cubicBezTo>
                    <a:pt x="7" y="360"/>
                    <a:pt x="0" y="346"/>
                    <a:pt x="0" y="332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0" y="240"/>
                    <a:pt x="7" y="226"/>
                    <a:pt x="28" y="226"/>
                  </a:cubicBezTo>
                  <a:cubicBezTo>
                    <a:pt x="42" y="226"/>
                    <a:pt x="56" y="240"/>
                    <a:pt x="56" y="254"/>
                  </a:cubicBezTo>
                  <a:cubicBezTo>
                    <a:pt x="56" y="332"/>
                    <a:pt x="56" y="332"/>
                    <a:pt x="56" y="332"/>
                  </a:cubicBezTo>
                  <a:cubicBezTo>
                    <a:pt x="56" y="346"/>
                    <a:pt x="42" y="360"/>
                    <a:pt x="28" y="3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5"/>
            <p:cNvSpPr/>
            <p:nvPr/>
          </p:nvSpPr>
          <p:spPr>
            <a:xfrm>
              <a:off x="3658989" y="1639092"/>
              <a:ext cx="215892" cy="163513"/>
            </a:xfrm>
            <a:custGeom>
              <a:rect b="b" l="l" r="r" t="t"/>
              <a:pathLst>
                <a:path extrusionOk="0" h="453" w="601">
                  <a:moveTo>
                    <a:pt x="593" y="248"/>
                  </a:moveTo>
                  <a:lnTo>
                    <a:pt x="593" y="248"/>
                  </a:lnTo>
                  <a:cubicBezTo>
                    <a:pt x="480" y="361"/>
                    <a:pt x="480" y="361"/>
                    <a:pt x="480" y="361"/>
                  </a:cubicBezTo>
                  <a:cubicBezTo>
                    <a:pt x="473" y="361"/>
                    <a:pt x="466" y="368"/>
                    <a:pt x="459" y="368"/>
                  </a:cubicBezTo>
                  <a:cubicBezTo>
                    <a:pt x="445" y="368"/>
                    <a:pt x="431" y="353"/>
                    <a:pt x="431" y="339"/>
                  </a:cubicBezTo>
                  <a:cubicBezTo>
                    <a:pt x="431" y="332"/>
                    <a:pt x="431" y="325"/>
                    <a:pt x="438" y="318"/>
                  </a:cubicBezTo>
                  <a:cubicBezTo>
                    <a:pt x="530" y="226"/>
                    <a:pt x="530" y="226"/>
                    <a:pt x="530" y="226"/>
                  </a:cubicBezTo>
                  <a:cubicBezTo>
                    <a:pt x="438" y="134"/>
                    <a:pt x="438" y="134"/>
                    <a:pt x="438" y="134"/>
                  </a:cubicBezTo>
                  <a:cubicBezTo>
                    <a:pt x="431" y="127"/>
                    <a:pt x="431" y="120"/>
                    <a:pt x="431" y="113"/>
                  </a:cubicBezTo>
                  <a:cubicBezTo>
                    <a:pt x="431" y="92"/>
                    <a:pt x="445" y="85"/>
                    <a:pt x="459" y="85"/>
                  </a:cubicBezTo>
                  <a:cubicBezTo>
                    <a:pt x="466" y="85"/>
                    <a:pt x="473" y="85"/>
                    <a:pt x="480" y="92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600" y="212"/>
                    <a:pt x="600" y="226"/>
                  </a:cubicBezTo>
                  <a:cubicBezTo>
                    <a:pt x="600" y="233"/>
                    <a:pt x="600" y="240"/>
                    <a:pt x="593" y="248"/>
                  </a:cubicBezTo>
                  <a:close/>
                  <a:moveTo>
                    <a:pt x="247" y="431"/>
                  </a:moveTo>
                  <a:lnTo>
                    <a:pt x="247" y="431"/>
                  </a:lnTo>
                  <a:cubicBezTo>
                    <a:pt x="247" y="445"/>
                    <a:pt x="233" y="452"/>
                    <a:pt x="226" y="452"/>
                  </a:cubicBezTo>
                  <a:cubicBezTo>
                    <a:pt x="205" y="452"/>
                    <a:pt x="198" y="438"/>
                    <a:pt x="198" y="424"/>
                  </a:cubicBezTo>
                  <a:cubicBezTo>
                    <a:pt x="198" y="417"/>
                    <a:pt x="198" y="417"/>
                    <a:pt x="198" y="410"/>
                  </a:cubicBezTo>
                  <a:cubicBezTo>
                    <a:pt x="346" y="14"/>
                    <a:pt x="346" y="14"/>
                    <a:pt x="346" y="14"/>
                  </a:cubicBezTo>
                  <a:cubicBezTo>
                    <a:pt x="353" y="7"/>
                    <a:pt x="360" y="0"/>
                    <a:pt x="374" y="0"/>
                  </a:cubicBezTo>
                  <a:cubicBezTo>
                    <a:pt x="389" y="0"/>
                    <a:pt x="403" y="7"/>
                    <a:pt x="403" y="28"/>
                  </a:cubicBezTo>
                  <a:lnTo>
                    <a:pt x="403" y="35"/>
                  </a:lnTo>
                  <a:lnTo>
                    <a:pt x="247" y="431"/>
                  </a:lnTo>
                  <a:close/>
                  <a:moveTo>
                    <a:pt x="155" y="134"/>
                  </a:moveTo>
                  <a:lnTo>
                    <a:pt x="155" y="134"/>
                  </a:lnTo>
                  <a:cubicBezTo>
                    <a:pt x="63" y="226"/>
                    <a:pt x="63" y="226"/>
                    <a:pt x="63" y="226"/>
                  </a:cubicBezTo>
                  <a:cubicBezTo>
                    <a:pt x="162" y="318"/>
                    <a:pt x="162" y="318"/>
                    <a:pt x="162" y="318"/>
                  </a:cubicBezTo>
                  <a:cubicBezTo>
                    <a:pt x="162" y="325"/>
                    <a:pt x="169" y="332"/>
                    <a:pt x="169" y="339"/>
                  </a:cubicBezTo>
                  <a:cubicBezTo>
                    <a:pt x="169" y="353"/>
                    <a:pt x="155" y="368"/>
                    <a:pt x="141" y="368"/>
                  </a:cubicBezTo>
                  <a:cubicBezTo>
                    <a:pt x="134" y="368"/>
                    <a:pt x="127" y="361"/>
                    <a:pt x="120" y="361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0" y="240"/>
                    <a:pt x="0" y="233"/>
                    <a:pt x="0" y="226"/>
                  </a:cubicBezTo>
                  <a:cubicBezTo>
                    <a:pt x="0" y="212"/>
                    <a:pt x="0" y="205"/>
                    <a:pt x="7" y="205"/>
                  </a:cubicBezTo>
                  <a:cubicBezTo>
                    <a:pt x="120" y="92"/>
                    <a:pt x="120" y="92"/>
                    <a:pt x="120" y="92"/>
                  </a:cubicBezTo>
                  <a:cubicBezTo>
                    <a:pt x="127" y="85"/>
                    <a:pt x="134" y="85"/>
                    <a:pt x="141" y="85"/>
                  </a:cubicBezTo>
                  <a:cubicBezTo>
                    <a:pt x="155" y="85"/>
                    <a:pt x="169" y="92"/>
                    <a:pt x="169" y="113"/>
                  </a:cubicBezTo>
                  <a:cubicBezTo>
                    <a:pt x="169" y="120"/>
                    <a:pt x="162" y="127"/>
                    <a:pt x="155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5"/>
            <p:cNvSpPr/>
            <p:nvPr/>
          </p:nvSpPr>
          <p:spPr>
            <a:xfrm>
              <a:off x="3279591" y="1613692"/>
              <a:ext cx="211129" cy="211138"/>
            </a:xfrm>
            <a:custGeom>
              <a:rect b="b" l="l" r="r" t="t"/>
              <a:pathLst>
                <a:path extrusionOk="0" h="588" w="587">
                  <a:moveTo>
                    <a:pt x="544" y="205"/>
                  </a:moveTo>
                  <a:lnTo>
                    <a:pt x="544" y="205"/>
                  </a:lnTo>
                  <a:cubicBezTo>
                    <a:pt x="466" y="283"/>
                    <a:pt x="466" y="283"/>
                    <a:pt x="466" y="283"/>
                  </a:cubicBezTo>
                  <a:cubicBezTo>
                    <a:pt x="438" y="311"/>
                    <a:pt x="396" y="319"/>
                    <a:pt x="360" y="311"/>
                  </a:cubicBezTo>
                  <a:cubicBezTo>
                    <a:pt x="424" y="241"/>
                    <a:pt x="424" y="241"/>
                    <a:pt x="424" y="241"/>
                  </a:cubicBezTo>
                  <a:cubicBezTo>
                    <a:pt x="424" y="241"/>
                    <a:pt x="424" y="241"/>
                    <a:pt x="431" y="241"/>
                  </a:cubicBezTo>
                  <a:cubicBezTo>
                    <a:pt x="509" y="163"/>
                    <a:pt x="509" y="163"/>
                    <a:pt x="509" y="163"/>
                  </a:cubicBezTo>
                  <a:cubicBezTo>
                    <a:pt x="530" y="142"/>
                    <a:pt x="530" y="106"/>
                    <a:pt x="509" y="85"/>
                  </a:cubicBezTo>
                  <a:cubicBezTo>
                    <a:pt x="487" y="64"/>
                    <a:pt x="452" y="64"/>
                    <a:pt x="431" y="85"/>
                  </a:cubicBezTo>
                  <a:cubicBezTo>
                    <a:pt x="346" y="163"/>
                    <a:pt x="346" y="163"/>
                    <a:pt x="346" y="163"/>
                  </a:cubicBezTo>
                  <a:cubicBezTo>
                    <a:pt x="283" y="234"/>
                    <a:pt x="283" y="234"/>
                    <a:pt x="283" y="234"/>
                  </a:cubicBezTo>
                  <a:cubicBezTo>
                    <a:pt x="268" y="191"/>
                    <a:pt x="283" y="149"/>
                    <a:pt x="311" y="121"/>
                  </a:cubicBezTo>
                  <a:cubicBezTo>
                    <a:pt x="388" y="43"/>
                    <a:pt x="388" y="43"/>
                    <a:pt x="388" y="43"/>
                  </a:cubicBezTo>
                  <a:cubicBezTo>
                    <a:pt x="431" y="0"/>
                    <a:pt x="501" y="0"/>
                    <a:pt x="544" y="43"/>
                  </a:cubicBezTo>
                  <a:cubicBezTo>
                    <a:pt x="586" y="85"/>
                    <a:pt x="586" y="156"/>
                    <a:pt x="544" y="205"/>
                  </a:cubicBezTo>
                  <a:close/>
                  <a:moveTo>
                    <a:pt x="226" y="410"/>
                  </a:moveTo>
                  <a:lnTo>
                    <a:pt x="226" y="410"/>
                  </a:lnTo>
                  <a:cubicBezTo>
                    <a:pt x="219" y="417"/>
                    <a:pt x="212" y="417"/>
                    <a:pt x="205" y="417"/>
                  </a:cubicBezTo>
                  <a:cubicBezTo>
                    <a:pt x="183" y="417"/>
                    <a:pt x="176" y="403"/>
                    <a:pt x="176" y="389"/>
                  </a:cubicBezTo>
                  <a:cubicBezTo>
                    <a:pt x="176" y="382"/>
                    <a:pt x="176" y="375"/>
                    <a:pt x="183" y="368"/>
                  </a:cubicBezTo>
                  <a:cubicBezTo>
                    <a:pt x="367" y="184"/>
                    <a:pt x="367" y="184"/>
                    <a:pt x="367" y="184"/>
                  </a:cubicBezTo>
                  <a:cubicBezTo>
                    <a:pt x="374" y="177"/>
                    <a:pt x="381" y="170"/>
                    <a:pt x="388" y="170"/>
                  </a:cubicBezTo>
                  <a:cubicBezTo>
                    <a:pt x="410" y="170"/>
                    <a:pt x="417" y="184"/>
                    <a:pt x="417" y="198"/>
                  </a:cubicBezTo>
                  <a:cubicBezTo>
                    <a:pt x="417" y="205"/>
                    <a:pt x="417" y="212"/>
                    <a:pt x="410" y="219"/>
                  </a:cubicBezTo>
                  <a:lnTo>
                    <a:pt x="226" y="410"/>
                  </a:lnTo>
                  <a:close/>
                  <a:moveTo>
                    <a:pt x="162" y="347"/>
                  </a:moveTo>
                  <a:lnTo>
                    <a:pt x="162" y="347"/>
                  </a:lnTo>
                  <a:cubicBezTo>
                    <a:pt x="85" y="424"/>
                    <a:pt x="85" y="424"/>
                    <a:pt x="85" y="424"/>
                  </a:cubicBezTo>
                  <a:cubicBezTo>
                    <a:pt x="63" y="446"/>
                    <a:pt x="63" y="481"/>
                    <a:pt x="85" y="502"/>
                  </a:cubicBezTo>
                  <a:cubicBezTo>
                    <a:pt x="106" y="530"/>
                    <a:pt x="141" y="530"/>
                    <a:pt x="162" y="502"/>
                  </a:cubicBezTo>
                  <a:cubicBezTo>
                    <a:pt x="240" y="424"/>
                    <a:pt x="240" y="424"/>
                    <a:pt x="240" y="424"/>
                  </a:cubicBezTo>
                  <a:lnTo>
                    <a:pt x="247" y="424"/>
                  </a:lnTo>
                  <a:cubicBezTo>
                    <a:pt x="311" y="361"/>
                    <a:pt x="311" y="361"/>
                    <a:pt x="311" y="361"/>
                  </a:cubicBezTo>
                  <a:cubicBezTo>
                    <a:pt x="318" y="396"/>
                    <a:pt x="311" y="439"/>
                    <a:pt x="283" y="467"/>
                  </a:cubicBezTo>
                  <a:cubicBezTo>
                    <a:pt x="205" y="545"/>
                    <a:pt x="205" y="545"/>
                    <a:pt x="205" y="545"/>
                  </a:cubicBezTo>
                  <a:cubicBezTo>
                    <a:pt x="162" y="587"/>
                    <a:pt x="92" y="587"/>
                    <a:pt x="49" y="545"/>
                  </a:cubicBezTo>
                  <a:cubicBezTo>
                    <a:pt x="0" y="502"/>
                    <a:pt x="0" y="432"/>
                    <a:pt x="49" y="389"/>
                  </a:cubicBezTo>
                  <a:cubicBezTo>
                    <a:pt x="127" y="311"/>
                    <a:pt x="127" y="311"/>
                    <a:pt x="127" y="311"/>
                  </a:cubicBezTo>
                  <a:cubicBezTo>
                    <a:pt x="155" y="276"/>
                    <a:pt x="198" y="269"/>
                    <a:pt x="233" y="276"/>
                  </a:cubicBezTo>
                  <a:cubicBezTo>
                    <a:pt x="162" y="347"/>
                    <a:pt x="162" y="347"/>
                    <a:pt x="162" y="3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5"/>
            <p:cNvSpPr/>
            <p:nvPr/>
          </p:nvSpPr>
          <p:spPr>
            <a:xfrm>
              <a:off x="2925591" y="1621630"/>
              <a:ext cx="163507" cy="196850"/>
            </a:xfrm>
            <a:custGeom>
              <a:rect b="b" l="l" r="r" t="t"/>
              <a:pathLst>
                <a:path extrusionOk="0" h="545" w="454">
                  <a:moveTo>
                    <a:pt x="0" y="84"/>
                  </a:moveTo>
                  <a:lnTo>
                    <a:pt x="0" y="84"/>
                  </a:lnTo>
                  <a:cubicBezTo>
                    <a:pt x="0" y="70"/>
                    <a:pt x="7" y="56"/>
                    <a:pt x="29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28"/>
                    <a:pt x="170" y="28"/>
                    <a:pt x="170" y="28"/>
                  </a:cubicBezTo>
                  <a:cubicBezTo>
                    <a:pt x="170" y="14"/>
                    <a:pt x="177" y="0"/>
                    <a:pt x="198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69" y="0"/>
                    <a:pt x="283" y="14"/>
                    <a:pt x="283" y="28"/>
                  </a:cubicBezTo>
                  <a:cubicBezTo>
                    <a:pt x="283" y="56"/>
                    <a:pt x="283" y="56"/>
                    <a:pt x="283" y="56"/>
                  </a:cubicBezTo>
                  <a:cubicBezTo>
                    <a:pt x="424" y="56"/>
                    <a:pt x="424" y="56"/>
                    <a:pt x="424" y="56"/>
                  </a:cubicBezTo>
                  <a:cubicBezTo>
                    <a:pt x="438" y="56"/>
                    <a:pt x="453" y="70"/>
                    <a:pt x="453" y="84"/>
                  </a:cubicBezTo>
                  <a:cubicBezTo>
                    <a:pt x="453" y="113"/>
                    <a:pt x="453" y="113"/>
                    <a:pt x="453" y="113"/>
                  </a:cubicBezTo>
                  <a:cubicBezTo>
                    <a:pt x="0" y="113"/>
                    <a:pt x="0" y="113"/>
                    <a:pt x="0" y="113"/>
                  </a:cubicBezTo>
                  <a:lnTo>
                    <a:pt x="0" y="84"/>
                  </a:lnTo>
                  <a:close/>
                  <a:moveTo>
                    <a:pt x="424" y="169"/>
                  </a:moveTo>
                  <a:lnTo>
                    <a:pt x="424" y="169"/>
                  </a:lnTo>
                  <a:cubicBezTo>
                    <a:pt x="424" y="226"/>
                    <a:pt x="424" y="226"/>
                    <a:pt x="424" y="226"/>
                  </a:cubicBezTo>
                  <a:cubicBezTo>
                    <a:pt x="424" y="515"/>
                    <a:pt x="424" y="515"/>
                    <a:pt x="424" y="515"/>
                  </a:cubicBezTo>
                  <a:cubicBezTo>
                    <a:pt x="424" y="537"/>
                    <a:pt x="410" y="544"/>
                    <a:pt x="396" y="544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36" y="544"/>
                    <a:pt x="29" y="537"/>
                    <a:pt x="29" y="515"/>
                  </a:cubicBezTo>
                  <a:cubicBezTo>
                    <a:pt x="29" y="226"/>
                    <a:pt x="29" y="226"/>
                    <a:pt x="29" y="226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424" y="141"/>
                    <a:pt x="424" y="141"/>
                    <a:pt x="424" y="141"/>
                  </a:cubicBezTo>
                  <a:lnTo>
                    <a:pt x="424" y="169"/>
                  </a:lnTo>
                  <a:close/>
                  <a:moveTo>
                    <a:pt x="142" y="226"/>
                  </a:moveTo>
                  <a:lnTo>
                    <a:pt x="142" y="226"/>
                  </a:lnTo>
                  <a:cubicBezTo>
                    <a:pt x="142" y="212"/>
                    <a:pt x="127" y="197"/>
                    <a:pt x="113" y="197"/>
                  </a:cubicBezTo>
                  <a:cubicBezTo>
                    <a:pt x="92" y="197"/>
                    <a:pt x="85" y="212"/>
                    <a:pt x="85" y="226"/>
                  </a:cubicBezTo>
                  <a:cubicBezTo>
                    <a:pt x="85" y="459"/>
                    <a:pt x="85" y="459"/>
                    <a:pt x="85" y="459"/>
                  </a:cubicBezTo>
                  <a:cubicBezTo>
                    <a:pt x="85" y="480"/>
                    <a:pt x="92" y="487"/>
                    <a:pt x="113" y="487"/>
                  </a:cubicBezTo>
                  <a:cubicBezTo>
                    <a:pt x="127" y="487"/>
                    <a:pt x="142" y="480"/>
                    <a:pt x="142" y="459"/>
                  </a:cubicBezTo>
                  <a:lnTo>
                    <a:pt x="142" y="226"/>
                  </a:lnTo>
                  <a:close/>
                  <a:moveTo>
                    <a:pt x="255" y="226"/>
                  </a:moveTo>
                  <a:lnTo>
                    <a:pt x="255" y="226"/>
                  </a:lnTo>
                  <a:cubicBezTo>
                    <a:pt x="255" y="212"/>
                    <a:pt x="241" y="197"/>
                    <a:pt x="227" y="197"/>
                  </a:cubicBezTo>
                  <a:cubicBezTo>
                    <a:pt x="205" y="197"/>
                    <a:pt x="198" y="212"/>
                    <a:pt x="198" y="226"/>
                  </a:cubicBezTo>
                  <a:cubicBezTo>
                    <a:pt x="198" y="459"/>
                    <a:pt x="198" y="459"/>
                    <a:pt x="198" y="459"/>
                  </a:cubicBezTo>
                  <a:cubicBezTo>
                    <a:pt x="198" y="480"/>
                    <a:pt x="205" y="487"/>
                    <a:pt x="227" y="487"/>
                  </a:cubicBezTo>
                  <a:cubicBezTo>
                    <a:pt x="241" y="487"/>
                    <a:pt x="255" y="480"/>
                    <a:pt x="255" y="459"/>
                  </a:cubicBezTo>
                  <a:lnTo>
                    <a:pt x="255" y="226"/>
                  </a:lnTo>
                  <a:close/>
                  <a:moveTo>
                    <a:pt x="368" y="226"/>
                  </a:moveTo>
                  <a:lnTo>
                    <a:pt x="368" y="226"/>
                  </a:lnTo>
                  <a:cubicBezTo>
                    <a:pt x="368" y="212"/>
                    <a:pt x="354" y="197"/>
                    <a:pt x="340" y="197"/>
                  </a:cubicBezTo>
                  <a:cubicBezTo>
                    <a:pt x="318" y="197"/>
                    <a:pt x="311" y="212"/>
                    <a:pt x="311" y="226"/>
                  </a:cubicBezTo>
                  <a:cubicBezTo>
                    <a:pt x="311" y="459"/>
                    <a:pt x="311" y="459"/>
                    <a:pt x="311" y="459"/>
                  </a:cubicBezTo>
                  <a:cubicBezTo>
                    <a:pt x="311" y="480"/>
                    <a:pt x="318" y="487"/>
                    <a:pt x="340" y="487"/>
                  </a:cubicBezTo>
                  <a:cubicBezTo>
                    <a:pt x="354" y="487"/>
                    <a:pt x="368" y="480"/>
                    <a:pt x="368" y="459"/>
                  </a:cubicBezTo>
                  <a:lnTo>
                    <a:pt x="368" y="2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5"/>
            <p:cNvSpPr/>
            <p:nvPr/>
          </p:nvSpPr>
          <p:spPr>
            <a:xfrm>
              <a:off x="2531905" y="1610517"/>
              <a:ext cx="190493" cy="217488"/>
            </a:xfrm>
            <a:custGeom>
              <a:rect b="b" l="l" r="r" t="t"/>
              <a:pathLst>
                <a:path extrusionOk="0" h="602" w="531">
                  <a:moveTo>
                    <a:pt x="502" y="311"/>
                  </a:moveTo>
                  <a:lnTo>
                    <a:pt x="502" y="311"/>
                  </a:lnTo>
                  <a:cubicBezTo>
                    <a:pt x="445" y="311"/>
                    <a:pt x="445" y="311"/>
                    <a:pt x="445" y="311"/>
                  </a:cubicBezTo>
                  <a:cubicBezTo>
                    <a:pt x="424" y="311"/>
                    <a:pt x="417" y="297"/>
                    <a:pt x="417" y="283"/>
                  </a:cubicBezTo>
                  <a:cubicBezTo>
                    <a:pt x="417" y="170"/>
                    <a:pt x="417" y="170"/>
                    <a:pt x="417" y="170"/>
                  </a:cubicBezTo>
                  <a:cubicBezTo>
                    <a:pt x="417" y="156"/>
                    <a:pt x="424" y="142"/>
                    <a:pt x="445" y="142"/>
                  </a:cubicBezTo>
                  <a:cubicBezTo>
                    <a:pt x="502" y="142"/>
                    <a:pt x="502" y="142"/>
                    <a:pt x="502" y="142"/>
                  </a:cubicBezTo>
                  <a:cubicBezTo>
                    <a:pt x="516" y="142"/>
                    <a:pt x="530" y="156"/>
                    <a:pt x="530" y="170"/>
                  </a:cubicBezTo>
                  <a:cubicBezTo>
                    <a:pt x="530" y="283"/>
                    <a:pt x="530" y="283"/>
                    <a:pt x="530" y="283"/>
                  </a:cubicBezTo>
                  <a:cubicBezTo>
                    <a:pt x="530" y="297"/>
                    <a:pt x="516" y="311"/>
                    <a:pt x="502" y="311"/>
                  </a:cubicBezTo>
                  <a:close/>
                  <a:moveTo>
                    <a:pt x="445" y="29"/>
                  </a:moveTo>
                  <a:lnTo>
                    <a:pt x="445" y="29"/>
                  </a:lnTo>
                  <a:cubicBezTo>
                    <a:pt x="445" y="15"/>
                    <a:pt x="452" y="0"/>
                    <a:pt x="473" y="0"/>
                  </a:cubicBezTo>
                  <a:cubicBezTo>
                    <a:pt x="487" y="0"/>
                    <a:pt x="502" y="15"/>
                    <a:pt x="502" y="29"/>
                  </a:cubicBezTo>
                  <a:cubicBezTo>
                    <a:pt x="502" y="113"/>
                    <a:pt x="502" y="113"/>
                    <a:pt x="502" y="113"/>
                  </a:cubicBezTo>
                  <a:cubicBezTo>
                    <a:pt x="445" y="113"/>
                    <a:pt x="445" y="113"/>
                    <a:pt x="445" y="113"/>
                  </a:cubicBezTo>
                  <a:lnTo>
                    <a:pt x="445" y="29"/>
                  </a:lnTo>
                  <a:close/>
                  <a:moveTo>
                    <a:pt x="290" y="460"/>
                  </a:moveTo>
                  <a:lnTo>
                    <a:pt x="290" y="460"/>
                  </a:lnTo>
                  <a:cubicBezTo>
                    <a:pt x="233" y="460"/>
                    <a:pt x="233" y="460"/>
                    <a:pt x="233" y="460"/>
                  </a:cubicBezTo>
                  <a:cubicBezTo>
                    <a:pt x="219" y="460"/>
                    <a:pt x="205" y="453"/>
                    <a:pt x="205" y="431"/>
                  </a:cubicBezTo>
                  <a:cubicBezTo>
                    <a:pt x="205" y="318"/>
                    <a:pt x="205" y="318"/>
                    <a:pt x="205" y="318"/>
                  </a:cubicBezTo>
                  <a:cubicBezTo>
                    <a:pt x="205" y="304"/>
                    <a:pt x="219" y="290"/>
                    <a:pt x="233" y="290"/>
                  </a:cubicBezTo>
                  <a:cubicBezTo>
                    <a:pt x="290" y="290"/>
                    <a:pt x="290" y="290"/>
                    <a:pt x="290" y="290"/>
                  </a:cubicBezTo>
                  <a:cubicBezTo>
                    <a:pt x="311" y="290"/>
                    <a:pt x="318" y="304"/>
                    <a:pt x="318" y="318"/>
                  </a:cubicBezTo>
                  <a:cubicBezTo>
                    <a:pt x="318" y="431"/>
                    <a:pt x="318" y="431"/>
                    <a:pt x="318" y="431"/>
                  </a:cubicBezTo>
                  <a:cubicBezTo>
                    <a:pt x="318" y="453"/>
                    <a:pt x="311" y="460"/>
                    <a:pt x="290" y="460"/>
                  </a:cubicBezTo>
                  <a:close/>
                  <a:moveTo>
                    <a:pt x="233" y="29"/>
                  </a:moveTo>
                  <a:lnTo>
                    <a:pt x="233" y="29"/>
                  </a:lnTo>
                  <a:cubicBezTo>
                    <a:pt x="233" y="15"/>
                    <a:pt x="247" y="0"/>
                    <a:pt x="261" y="0"/>
                  </a:cubicBezTo>
                  <a:cubicBezTo>
                    <a:pt x="283" y="0"/>
                    <a:pt x="290" y="15"/>
                    <a:pt x="290" y="29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33" y="262"/>
                    <a:pt x="233" y="262"/>
                    <a:pt x="233" y="262"/>
                  </a:cubicBezTo>
                  <a:lnTo>
                    <a:pt x="233" y="29"/>
                  </a:lnTo>
                  <a:close/>
                  <a:moveTo>
                    <a:pt x="85" y="389"/>
                  </a:moveTo>
                  <a:lnTo>
                    <a:pt x="85" y="389"/>
                  </a:lnTo>
                  <a:cubicBezTo>
                    <a:pt x="28" y="389"/>
                    <a:pt x="28" y="389"/>
                    <a:pt x="28" y="389"/>
                  </a:cubicBezTo>
                  <a:cubicBezTo>
                    <a:pt x="14" y="389"/>
                    <a:pt x="0" y="375"/>
                    <a:pt x="0" y="361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26"/>
                    <a:pt x="14" y="219"/>
                    <a:pt x="28" y="219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99" y="219"/>
                    <a:pt x="113" y="226"/>
                    <a:pt x="113" y="248"/>
                  </a:cubicBezTo>
                  <a:cubicBezTo>
                    <a:pt x="113" y="361"/>
                    <a:pt x="113" y="361"/>
                    <a:pt x="113" y="361"/>
                  </a:cubicBezTo>
                  <a:cubicBezTo>
                    <a:pt x="113" y="375"/>
                    <a:pt x="99" y="389"/>
                    <a:pt x="85" y="389"/>
                  </a:cubicBezTo>
                  <a:close/>
                  <a:moveTo>
                    <a:pt x="28" y="29"/>
                  </a:moveTo>
                  <a:lnTo>
                    <a:pt x="28" y="29"/>
                  </a:lnTo>
                  <a:cubicBezTo>
                    <a:pt x="28" y="15"/>
                    <a:pt x="42" y="0"/>
                    <a:pt x="56" y="0"/>
                  </a:cubicBezTo>
                  <a:cubicBezTo>
                    <a:pt x="71" y="0"/>
                    <a:pt x="85" y="15"/>
                    <a:pt x="85" y="29"/>
                  </a:cubicBezTo>
                  <a:cubicBezTo>
                    <a:pt x="85" y="191"/>
                    <a:pt x="85" y="191"/>
                    <a:pt x="85" y="191"/>
                  </a:cubicBezTo>
                  <a:cubicBezTo>
                    <a:pt x="28" y="191"/>
                    <a:pt x="28" y="191"/>
                    <a:pt x="28" y="191"/>
                  </a:cubicBezTo>
                  <a:lnTo>
                    <a:pt x="28" y="29"/>
                  </a:lnTo>
                  <a:close/>
                  <a:moveTo>
                    <a:pt x="85" y="573"/>
                  </a:moveTo>
                  <a:lnTo>
                    <a:pt x="85" y="573"/>
                  </a:lnTo>
                  <a:cubicBezTo>
                    <a:pt x="85" y="594"/>
                    <a:pt x="71" y="601"/>
                    <a:pt x="56" y="601"/>
                  </a:cubicBezTo>
                  <a:cubicBezTo>
                    <a:pt x="42" y="601"/>
                    <a:pt x="28" y="594"/>
                    <a:pt x="28" y="573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85" y="417"/>
                    <a:pt x="85" y="417"/>
                    <a:pt x="85" y="417"/>
                  </a:cubicBezTo>
                  <a:lnTo>
                    <a:pt x="85" y="573"/>
                  </a:lnTo>
                  <a:close/>
                  <a:moveTo>
                    <a:pt x="290" y="573"/>
                  </a:moveTo>
                  <a:lnTo>
                    <a:pt x="290" y="573"/>
                  </a:lnTo>
                  <a:cubicBezTo>
                    <a:pt x="290" y="594"/>
                    <a:pt x="283" y="601"/>
                    <a:pt x="261" y="601"/>
                  </a:cubicBezTo>
                  <a:cubicBezTo>
                    <a:pt x="247" y="601"/>
                    <a:pt x="233" y="594"/>
                    <a:pt x="233" y="573"/>
                  </a:cubicBezTo>
                  <a:cubicBezTo>
                    <a:pt x="233" y="488"/>
                    <a:pt x="233" y="488"/>
                    <a:pt x="233" y="488"/>
                  </a:cubicBezTo>
                  <a:cubicBezTo>
                    <a:pt x="290" y="488"/>
                    <a:pt x="290" y="488"/>
                    <a:pt x="290" y="488"/>
                  </a:cubicBezTo>
                  <a:lnTo>
                    <a:pt x="290" y="573"/>
                  </a:lnTo>
                  <a:close/>
                  <a:moveTo>
                    <a:pt x="502" y="573"/>
                  </a:moveTo>
                  <a:lnTo>
                    <a:pt x="502" y="573"/>
                  </a:lnTo>
                  <a:cubicBezTo>
                    <a:pt x="502" y="594"/>
                    <a:pt x="487" y="601"/>
                    <a:pt x="473" y="601"/>
                  </a:cubicBezTo>
                  <a:cubicBezTo>
                    <a:pt x="452" y="601"/>
                    <a:pt x="445" y="594"/>
                    <a:pt x="445" y="573"/>
                  </a:cubicBezTo>
                  <a:cubicBezTo>
                    <a:pt x="445" y="340"/>
                    <a:pt x="445" y="340"/>
                    <a:pt x="445" y="340"/>
                  </a:cubicBezTo>
                  <a:cubicBezTo>
                    <a:pt x="502" y="340"/>
                    <a:pt x="502" y="340"/>
                    <a:pt x="502" y="340"/>
                  </a:cubicBezTo>
                  <a:lnTo>
                    <a:pt x="502" y="5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5"/>
            <p:cNvSpPr/>
            <p:nvPr/>
          </p:nvSpPr>
          <p:spPr>
            <a:xfrm>
              <a:off x="2227116" y="1634330"/>
              <a:ext cx="41274" cy="169862"/>
            </a:xfrm>
            <a:custGeom>
              <a:rect b="b" l="l" r="r" t="t"/>
              <a:pathLst>
                <a:path extrusionOk="0" h="474" w="114">
                  <a:moveTo>
                    <a:pt x="0" y="417"/>
                  </a:moveTo>
                  <a:lnTo>
                    <a:pt x="0" y="417"/>
                  </a:lnTo>
                  <a:cubicBezTo>
                    <a:pt x="0" y="389"/>
                    <a:pt x="28" y="360"/>
                    <a:pt x="56" y="360"/>
                  </a:cubicBezTo>
                  <a:cubicBezTo>
                    <a:pt x="85" y="360"/>
                    <a:pt x="113" y="389"/>
                    <a:pt x="113" y="417"/>
                  </a:cubicBezTo>
                  <a:cubicBezTo>
                    <a:pt x="113" y="445"/>
                    <a:pt x="85" y="473"/>
                    <a:pt x="56" y="473"/>
                  </a:cubicBezTo>
                  <a:cubicBezTo>
                    <a:pt x="28" y="473"/>
                    <a:pt x="0" y="445"/>
                    <a:pt x="0" y="417"/>
                  </a:cubicBezTo>
                  <a:close/>
                  <a:moveTo>
                    <a:pt x="0" y="240"/>
                  </a:moveTo>
                  <a:lnTo>
                    <a:pt x="0" y="240"/>
                  </a:lnTo>
                  <a:cubicBezTo>
                    <a:pt x="0" y="205"/>
                    <a:pt x="28" y="184"/>
                    <a:pt x="56" y="184"/>
                  </a:cubicBezTo>
                  <a:cubicBezTo>
                    <a:pt x="85" y="184"/>
                    <a:pt x="113" y="205"/>
                    <a:pt x="113" y="240"/>
                  </a:cubicBezTo>
                  <a:cubicBezTo>
                    <a:pt x="113" y="269"/>
                    <a:pt x="85" y="297"/>
                    <a:pt x="56" y="297"/>
                  </a:cubicBezTo>
                  <a:cubicBezTo>
                    <a:pt x="28" y="297"/>
                    <a:pt x="0" y="269"/>
                    <a:pt x="0" y="240"/>
                  </a:cubicBezTo>
                  <a:close/>
                  <a:moveTo>
                    <a:pt x="0" y="56"/>
                  </a:moveTo>
                  <a:lnTo>
                    <a:pt x="0" y="56"/>
                  </a:lnTo>
                  <a:cubicBezTo>
                    <a:pt x="0" y="28"/>
                    <a:pt x="28" y="0"/>
                    <a:pt x="56" y="0"/>
                  </a:cubicBezTo>
                  <a:cubicBezTo>
                    <a:pt x="85" y="0"/>
                    <a:pt x="113" y="28"/>
                    <a:pt x="113" y="56"/>
                  </a:cubicBezTo>
                  <a:cubicBezTo>
                    <a:pt x="113" y="92"/>
                    <a:pt x="85" y="113"/>
                    <a:pt x="56" y="113"/>
                  </a:cubicBezTo>
                  <a:cubicBezTo>
                    <a:pt x="28" y="113"/>
                    <a:pt x="0" y="92"/>
                    <a:pt x="0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5"/>
            <p:cNvSpPr/>
            <p:nvPr/>
          </p:nvSpPr>
          <p:spPr>
            <a:xfrm>
              <a:off x="1758821" y="1629567"/>
              <a:ext cx="217479" cy="184150"/>
            </a:xfrm>
            <a:custGeom>
              <a:rect b="b" l="l" r="r" t="t"/>
              <a:pathLst>
                <a:path extrusionOk="0" h="510" w="602">
                  <a:moveTo>
                    <a:pt x="573" y="56"/>
                  </a:moveTo>
                  <a:lnTo>
                    <a:pt x="573" y="56"/>
                  </a:lnTo>
                  <a:cubicBezTo>
                    <a:pt x="29" y="56"/>
                    <a:pt x="29" y="56"/>
                    <a:pt x="29" y="56"/>
                  </a:cubicBezTo>
                  <a:cubicBezTo>
                    <a:pt x="15" y="56"/>
                    <a:pt x="0" y="42"/>
                    <a:pt x="0" y="28"/>
                  </a:cubicBezTo>
                  <a:cubicBezTo>
                    <a:pt x="0" y="7"/>
                    <a:pt x="15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94" y="0"/>
                    <a:pt x="601" y="7"/>
                    <a:pt x="601" y="28"/>
                  </a:cubicBezTo>
                  <a:cubicBezTo>
                    <a:pt x="601" y="42"/>
                    <a:pt x="594" y="56"/>
                    <a:pt x="573" y="56"/>
                  </a:cubicBezTo>
                  <a:close/>
                  <a:moveTo>
                    <a:pt x="198" y="205"/>
                  </a:moveTo>
                  <a:lnTo>
                    <a:pt x="198" y="205"/>
                  </a:lnTo>
                  <a:cubicBezTo>
                    <a:pt x="142" y="205"/>
                    <a:pt x="142" y="205"/>
                    <a:pt x="142" y="205"/>
                  </a:cubicBezTo>
                  <a:cubicBezTo>
                    <a:pt x="128" y="205"/>
                    <a:pt x="113" y="191"/>
                    <a:pt x="113" y="176"/>
                  </a:cubicBezTo>
                  <a:cubicBezTo>
                    <a:pt x="113" y="162"/>
                    <a:pt x="128" y="148"/>
                    <a:pt x="142" y="148"/>
                  </a:cubicBezTo>
                  <a:cubicBezTo>
                    <a:pt x="262" y="148"/>
                    <a:pt x="262" y="148"/>
                    <a:pt x="262" y="148"/>
                  </a:cubicBezTo>
                  <a:cubicBezTo>
                    <a:pt x="290" y="148"/>
                    <a:pt x="290" y="148"/>
                    <a:pt x="290" y="148"/>
                  </a:cubicBezTo>
                  <a:cubicBezTo>
                    <a:pt x="417" y="148"/>
                    <a:pt x="417" y="148"/>
                    <a:pt x="417" y="148"/>
                  </a:cubicBezTo>
                  <a:cubicBezTo>
                    <a:pt x="573" y="148"/>
                    <a:pt x="573" y="148"/>
                    <a:pt x="573" y="148"/>
                  </a:cubicBezTo>
                  <a:cubicBezTo>
                    <a:pt x="594" y="148"/>
                    <a:pt x="601" y="162"/>
                    <a:pt x="601" y="176"/>
                  </a:cubicBezTo>
                  <a:cubicBezTo>
                    <a:pt x="601" y="191"/>
                    <a:pt x="594" y="205"/>
                    <a:pt x="573" y="205"/>
                  </a:cubicBezTo>
                  <a:cubicBezTo>
                    <a:pt x="417" y="205"/>
                    <a:pt x="417" y="205"/>
                    <a:pt x="417" y="205"/>
                  </a:cubicBezTo>
                  <a:lnTo>
                    <a:pt x="198" y="205"/>
                  </a:lnTo>
                  <a:close/>
                  <a:moveTo>
                    <a:pt x="29" y="297"/>
                  </a:moveTo>
                  <a:lnTo>
                    <a:pt x="29" y="297"/>
                  </a:lnTo>
                  <a:cubicBezTo>
                    <a:pt x="573" y="297"/>
                    <a:pt x="573" y="297"/>
                    <a:pt x="573" y="297"/>
                  </a:cubicBezTo>
                  <a:cubicBezTo>
                    <a:pt x="594" y="297"/>
                    <a:pt x="601" y="311"/>
                    <a:pt x="601" y="325"/>
                  </a:cubicBezTo>
                  <a:cubicBezTo>
                    <a:pt x="601" y="346"/>
                    <a:pt x="594" y="353"/>
                    <a:pt x="573" y="353"/>
                  </a:cubicBezTo>
                  <a:cubicBezTo>
                    <a:pt x="29" y="353"/>
                    <a:pt x="29" y="353"/>
                    <a:pt x="29" y="353"/>
                  </a:cubicBezTo>
                  <a:cubicBezTo>
                    <a:pt x="15" y="353"/>
                    <a:pt x="0" y="346"/>
                    <a:pt x="0" y="325"/>
                  </a:cubicBezTo>
                  <a:cubicBezTo>
                    <a:pt x="0" y="311"/>
                    <a:pt x="15" y="297"/>
                    <a:pt x="29" y="297"/>
                  </a:cubicBezTo>
                  <a:close/>
                  <a:moveTo>
                    <a:pt x="198" y="452"/>
                  </a:moveTo>
                  <a:lnTo>
                    <a:pt x="198" y="452"/>
                  </a:lnTo>
                  <a:cubicBezTo>
                    <a:pt x="290" y="452"/>
                    <a:pt x="290" y="452"/>
                    <a:pt x="290" y="452"/>
                  </a:cubicBezTo>
                  <a:cubicBezTo>
                    <a:pt x="417" y="452"/>
                    <a:pt x="417" y="452"/>
                    <a:pt x="417" y="452"/>
                  </a:cubicBezTo>
                  <a:cubicBezTo>
                    <a:pt x="573" y="452"/>
                    <a:pt x="573" y="452"/>
                    <a:pt x="573" y="452"/>
                  </a:cubicBezTo>
                  <a:cubicBezTo>
                    <a:pt x="594" y="452"/>
                    <a:pt x="601" y="459"/>
                    <a:pt x="601" y="480"/>
                  </a:cubicBezTo>
                  <a:cubicBezTo>
                    <a:pt x="601" y="494"/>
                    <a:pt x="594" y="509"/>
                    <a:pt x="573" y="509"/>
                  </a:cubicBezTo>
                  <a:cubicBezTo>
                    <a:pt x="290" y="509"/>
                    <a:pt x="290" y="509"/>
                    <a:pt x="290" y="509"/>
                  </a:cubicBezTo>
                  <a:cubicBezTo>
                    <a:pt x="198" y="509"/>
                    <a:pt x="198" y="509"/>
                    <a:pt x="198" y="509"/>
                  </a:cubicBezTo>
                  <a:cubicBezTo>
                    <a:pt x="184" y="509"/>
                    <a:pt x="170" y="494"/>
                    <a:pt x="170" y="480"/>
                  </a:cubicBezTo>
                  <a:cubicBezTo>
                    <a:pt x="170" y="459"/>
                    <a:pt x="184" y="452"/>
                    <a:pt x="198" y="4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5"/>
            <p:cNvSpPr/>
            <p:nvPr/>
          </p:nvSpPr>
          <p:spPr>
            <a:xfrm>
              <a:off x="1379422" y="1629567"/>
              <a:ext cx="217480" cy="184150"/>
            </a:xfrm>
            <a:custGeom>
              <a:rect b="b" l="l" r="r" t="t"/>
              <a:pathLst>
                <a:path extrusionOk="0" h="510" w="602">
                  <a:moveTo>
                    <a:pt x="573" y="56"/>
                  </a:moveTo>
                  <a:lnTo>
                    <a:pt x="573" y="56"/>
                  </a:lnTo>
                  <a:cubicBezTo>
                    <a:pt x="29" y="56"/>
                    <a:pt x="29" y="56"/>
                    <a:pt x="29" y="56"/>
                  </a:cubicBezTo>
                  <a:cubicBezTo>
                    <a:pt x="7" y="56"/>
                    <a:pt x="0" y="42"/>
                    <a:pt x="0" y="28"/>
                  </a:cubicBezTo>
                  <a:cubicBezTo>
                    <a:pt x="0" y="7"/>
                    <a:pt x="7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87" y="0"/>
                    <a:pt x="601" y="7"/>
                    <a:pt x="601" y="28"/>
                  </a:cubicBezTo>
                  <a:cubicBezTo>
                    <a:pt x="601" y="42"/>
                    <a:pt x="587" y="56"/>
                    <a:pt x="573" y="56"/>
                  </a:cubicBezTo>
                  <a:close/>
                  <a:moveTo>
                    <a:pt x="403" y="205"/>
                  </a:moveTo>
                  <a:lnTo>
                    <a:pt x="403" y="205"/>
                  </a:lnTo>
                  <a:cubicBezTo>
                    <a:pt x="354" y="205"/>
                    <a:pt x="354" y="205"/>
                    <a:pt x="354" y="205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198" y="205"/>
                    <a:pt x="198" y="205"/>
                    <a:pt x="198" y="205"/>
                  </a:cubicBezTo>
                  <a:cubicBezTo>
                    <a:pt x="142" y="205"/>
                    <a:pt x="142" y="205"/>
                    <a:pt x="142" y="205"/>
                  </a:cubicBezTo>
                  <a:cubicBezTo>
                    <a:pt x="120" y="205"/>
                    <a:pt x="113" y="191"/>
                    <a:pt x="113" y="176"/>
                  </a:cubicBezTo>
                  <a:cubicBezTo>
                    <a:pt x="113" y="162"/>
                    <a:pt x="120" y="148"/>
                    <a:pt x="142" y="148"/>
                  </a:cubicBezTo>
                  <a:cubicBezTo>
                    <a:pt x="460" y="148"/>
                    <a:pt x="460" y="148"/>
                    <a:pt x="460" y="148"/>
                  </a:cubicBezTo>
                  <a:cubicBezTo>
                    <a:pt x="474" y="148"/>
                    <a:pt x="488" y="162"/>
                    <a:pt x="488" y="176"/>
                  </a:cubicBezTo>
                  <a:cubicBezTo>
                    <a:pt x="488" y="191"/>
                    <a:pt x="474" y="205"/>
                    <a:pt x="460" y="205"/>
                  </a:cubicBezTo>
                  <a:lnTo>
                    <a:pt x="403" y="205"/>
                  </a:lnTo>
                  <a:close/>
                  <a:moveTo>
                    <a:pt x="29" y="297"/>
                  </a:moveTo>
                  <a:lnTo>
                    <a:pt x="29" y="297"/>
                  </a:lnTo>
                  <a:cubicBezTo>
                    <a:pt x="573" y="297"/>
                    <a:pt x="573" y="297"/>
                    <a:pt x="573" y="297"/>
                  </a:cubicBezTo>
                  <a:cubicBezTo>
                    <a:pt x="587" y="297"/>
                    <a:pt x="601" y="311"/>
                    <a:pt x="601" y="325"/>
                  </a:cubicBezTo>
                  <a:cubicBezTo>
                    <a:pt x="601" y="346"/>
                    <a:pt x="587" y="353"/>
                    <a:pt x="573" y="353"/>
                  </a:cubicBezTo>
                  <a:cubicBezTo>
                    <a:pt x="29" y="353"/>
                    <a:pt x="29" y="353"/>
                    <a:pt x="29" y="353"/>
                  </a:cubicBezTo>
                  <a:cubicBezTo>
                    <a:pt x="7" y="353"/>
                    <a:pt x="0" y="346"/>
                    <a:pt x="0" y="325"/>
                  </a:cubicBezTo>
                  <a:cubicBezTo>
                    <a:pt x="0" y="311"/>
                    <a:pt x="7" y="297"/>
                    <a:pt x="29" y="297"/>
                  </a:cubicBezTo>
                  <a:close/>
                  <a:moveTo>
                    <a:pt x="198" y="452"/>
                  </a:moveTo>
                  <a:lnTo>
                    <a:pt x="198" y="452"/>
                  </a:lnTo>
                  <a:cubicBezTo>
                    <a:pt x="255" y="452"/>
                    <a:pt x="255" y="452"/>
                    <a:pt x="255" y="452"/>
                  </a:cubicBezTo>
                  <a:cubicBezTo>
                    <a:pt x="290" y="452"/>
                    <a:pt x="290" y="452"/>
                    <a:pt x="290" y="452"/>
                  </a:cubicBezTo>
                  <a:cubicBezTo>
                    <a:pt x="311" y="452"/>
                    <a:pt x="311" y="452"/>
                    <a:pt x="311" y="452"/>
                  </a:cubicBezTo>
                  <a:cubicBezTo>
                    <a:pt x="354" y="452"/>
                    <a:pt x="354" y="452"/>
                    <a:pt x="354" y="452"/>
                  </a:cubicBezTo>
                  <a:cubicBezTo>
                    <a:pt x="403" y="452"/>
                    <a:pt x="403" y="452"/>
                    <a:pt x="403" y="452"/>
                  </a:cubicBezTo>
                  <a:cubicBezTo>
                    <a:pt x="417" y="452"/>
                    <a:pt x="431" y="459"/>
                    <a:pt x="431" y="480"/>
                  </a:cubicBezTo>
                  <a:cubicBezTo>
                    <a:pt x="431" y="494"/>
                    <a:pt x="417" y="509"/>
                    <a:pt x="403" y="509"/>
                  </a:cubicBezTo>
                  <a:cubicBezTo>
                    <a:pt x="354" y="509"/>
                    <a:pt x="354" y="509"/>
                    <a:pt x="354" y="509"/>
                  </a:cubicBezTo>
                  <a:cubicBezTo>
                    <a:pt x="311" y="509"/>
                    <a:pt x="311" y="509"/>
                    <a:pt x="311" y="509"/>
                  </a:cubicBezTo>
                  <a:cubicBezTo>
                    <a:pt x="290" y="509"/>
                    <a:pt x="290" y="509"/>
                    <a:pt x="290" y="509"/>
                  </a:cubicBezTo>
                  <a:cubicBezTo>
                    <a:pt x="255" y="509"/>
                    <a:pt x="255" y="509"/>
                    <a:pt x="255" y="509"/>
                  </a:cubicBezTo>
                  <a:cubicBezTo>
                    <a:pt x="198" y="509"/>
                    <a:pt x="198" y="509"/>
                    <a:pt x="198" y="509"/>
                  </a:cubicBezTo>
                  <a:cubicBezTo>
                    <a:pt x="177" y="509"/>
                    <a:pt x="170" y="494"/>
                    <a:pt x="170" y="480"/>
                  </a:cubicBezTo>
                  <a:cubicBezTo>
                    <a:pt x="170" y="459"/>
                    <a:pt x="177" y="452"/>
                    <a:pt x="198" y="4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5"/>
            <p:cNvSpPr/>
            <p:nvPr/>
          </p:nvSpPr>
          <p:spPr>
            <a:xfrm>
              <a:off x="998435" y="1629567"/>
              <a:ext cx="219067" cy="184150"/>
            </a:xfrm>
            <a:custGeom>
              <a:rect b="b" l="l" r="r" t="t"/>
              <a:pathLst>
                <a:path extrusionOk="0" h="510" w="609">
                  <a:moveTo>
                    <a:pt x="580" y="56"/>
                  </a:moveTo>
                  <a:lnTo>
                    <a:pt x="580" y="56"/>
                  </a:lnTo>
                  <a:cubicBezTo>
                    <a:pt x="28" y="56"/>
                    <a:pt x="28" y="56"/>
                    <a:pt x="28" y="56"/>
                  </a:cubicBezTo>
                  <a:cubicBezTo>
                    <a:pt x="14" y="56"/>
                    <a:pt x="0" y="42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7"/>
                    <a:pt x="608" y="28"/>
                  </a:cubicBezTo>
                  <a:cubicBezTo>
                    <a:pt x="608" y="42"/>
                    <a:pt x="594" y="56"/>
                    <a:pt x="580" y="56"/>
                  </a:cubicBezTo>
                  <a:close/>
                  <a:moveTo>
                    <a:pt x="28" y="148"/>
                  </a:moveTo>
                  <a:lnTo>
                    <a:pt x="28" y="148"/>
                  </a:lnTo>
                  <a:cubicBezTo>
                    <a:pt x="191" y="148"/>
                    <a:pt x="191" y="148"/>
                    <a:pt x="191" y="148"/>
                  </a:cubicBezTo>
                  <a:cubicBezTo>
                    <a:pt x="311" y="148"/>
                    <a:pt x="311" y="148"/>
                    <a:pt x="311" y="148"/>
                  </a:cubicBezTo>
                  <a:cubicBezTo>
                    <a:pt x="339" y="148"/>
                    <a:pt x="339" y="148"/>
                    <a:pt x="339" y="148"/>
                  </a:cubicBezTo>
                  <a:cubicBezTo>
                    <a:pt x="467" y="148"/>
                    <a:pt x="467" y="148"/>
                    <a:pt x="467" y="148"/>
                  </a:cubicBezTo>
                  <a:cubicBezTo>
                    <a:pt x="481" y="148"/>
                    <a:pt x="495" y="162"/>
                    <a:pt x="495" y="176"/>
                  </a:cubicBezTo>
                  <a:cubicBezTo>
                    <a:pt x="495" y="191"/>
                    <a:pt x="481" y="205"/>
                    <a:pt x="467" y="205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191" y="205"/>
                    <a:pt x="191" y="205"/>
                    <a:pt x="191" y="205"/>
                  </a:cubicBezTo>
                  <a:cubicBezTo>
                    <a:pt x="28" y="205"/>
                    <a:pt x="28" y="205"/>
                    <a:pt x="28" y="205"/>
                  </a:cubicBezTo>
                  <a:cubicBezTo>
                    <a:pt x="14" y="205"/>
                    <a:pt x="0" y="191"/>
                    <a:pt x="0" y="176"/>
                  </a:cubicBezTo>
                  <a:cubicBezTo>
                    <a:pt x="0" y="162"/>
                    <a:pt x="14" y="148"/>
                    <a:pt x="28" y="148"/>
                  </a:cubicBezTo>
                  <a:close/>
                  <a:moveTo>
                    <a:pt x="28" y="297"/>
                  </a:moveTo>
                  <a:lnTo>
                    <a:pt x="28" y="297"/>
                  </a:lnTo>
                  <a:cubicBezTo>
                    <a:pt x="580" y="297"/>
                    <a:pt x="580" y="297"/>
                    <a:pt x="580" y="297"/>
                  </a:cubicBezTo>
                  <a:cubicBezTo>
                    <a:pt x="594" y="297"/>
                    <a:pt x="608" y="311"/>
                    <a:pt x="608" y="325"/>
                  </a:cubicBezTo>
                  <a:cubicBezTo>
                    <a:pt x="608" y="346"/>
                    <a:pt x="594" y="353"/>
                    <a:pt x="580" y="353"/>
                  </a:cubicBezTo>
                  <a:cubicBezTo>
                    <a:pt x="28" y="353"/>
                    <a:pt x="28" y="353"/>
                    <a:pt x="28" y="353"/>
                  </a:cubicBezTo>
                  <a:cubicBezTo>
                    <a:pt x="14" y="353"/>
                    <a:pt x="0" y="346"/>
                    <a:pt x="0" y="325"/>
                  </a:cubicBezTo>
                  <a:cubicBezTo>
                    <a:pt x="0" y="311"/>
                    <a:pt x="14" y="297"/>
                    <a:pt x="28" y="297"/>
                  </a:cubicBezTo>
                  <a:close/>
                  <a:moveTo>
                    <a:pt x="28" y="452"/>
                  </a:moveTo>
                  <a:lnTo>
                    <a:pt x="28" y="452"/>
                  </a:lnTo>
                  <a:cubicBezTo>
                    <a:pt x="191" y="452"/>
                    <a:pt x="191" y="452"/>
                    <a:pt x="191" y="452"/>
                  </a:cubicBezTo>
                  <a:cubicBezTo>
                    <a:pt x="311" y="452"/>
                    <a:pt x="311" y="452"/>
                    <a:pt x="311" y="452"/>
                  </a:cubicBezTo>
                  <a:cubicBezTo>
                    <a:pt x="410" y="452"/>
                    <a:pt x="410" y="452"/>
                    <a:pt x="410" y="452"/>
                  </a:cubicBezTo>
                  <a:cubicBezTo>
                    <a:pt x="424" y="452"/>
                    <a:pt x="438" y="459"/>
                    <a:pt x="438" y="480"/>
                  </a:cubicBezTo>
                  <a:cubicBezTo>
                    <a:pt x="438" y="494"/>
                    <a:pt x="424" y="509"/>
                    <a:pt x="410" y="509"/>
                  </a:cubicBezTo>
                  <a:cubicBezTo>
                    <a:pt x="311" y="509"/>
                    <a:pt x="311" y="509"/>
                    <a:pt x="311" y="509"/>
                  </a:cubicBez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494"/>
                    <a:pt x="0" y="480"/>
                  </a:cubicBezTo>
                  <a:cubicBezTo>
                    <a:pt x="0" y="459"/>
                    <a:pt x="14" y="452"/>
                    <a:pt x="28" y="4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5"/>
            <p:cNvSpPr/>
            <p:nvPr/>
          </p:nvSpPr>
          <p:spPr>
            <a:xfrm>
              <a:off x="619037" y="1629567"/>
              <a:ext cx="217479" cy="184150"/>
            </a:xfrm>
            <a:custGeom>
              <a:rect b="b" l="l" r="r" t="t"/>
              <a:pathLst>
                <a:path extrusionOk="0" h="510" w="602">
                  <a:moveTo>
                    <a:pt x="572" y="353"/>
                  </a:moveTo>
                  <a:lnTo>
                    <a:pt x="572" y="353"/>
                  </a:lnTo>
                  <a:cubicBezTo>
                    <a:pt x="28" y="353"/>
                    <a:pt x="28" y="353"/>
                    <a:pt x="28" y="353"/>
                  </a:cubicBezTo>
                  <a:cubicBezTo>
                    <a:pt x="14" y="353"/>
                    <a:pt x="0" y="346"/>
                    <a:pt x="0" y="325"/>
                  </a:cubicBezTo>
                  <a:cubicBezTo>
                    <a:pt x="0" y="311"/>
                    <a:pt x="14" y="297"/>
                    <a:pt x="28" y="297"/>
                  </a:cubicBezTo>
                  <a:cubicBezTo>
                    <a:pt x="572" y="297"/>
                    <a:pt x="572" y="297"/>
                    <a:pt x="572" y="297"/>
                  </a:cubicBezTo>
                  <a:cubicBezTo>
                    <a:pt x="594" y="297"/>
                    <a:pt x="601" y="311"/>
                    <a:pt x="601" y="325"/>
                  </a:cubicBezTo>
                  <a:cubicBezTo>
                    <a:pt x="601" y="346"/>
                    <a:pt x="594" y="353"/>
                    <a:pt x="572" y="353"/>
                  </a:cubicBezTo>
                  <a:close/>
                  <a:moveTo>
                    <a:pt x="572" y="205"/>
                  </a:moveTo>
                  <a:lnTo>
                    <a:pt x="572" y="205"/>
                  </a:lnTo>
                  <a:cubicBezTo>
                    <a:pt x="28" y="205"/>
                    <a:pt x="28" y="205"/>
                    <a:pt x="28" y="205"/>
                  </a:cubicBezTo>
                  <a:cubicBezTo>
                    <a:pt x="14" y="205"/>
                    <a:pt x="0" y="191"/>
                    <a:pt x="0" y="176"/>
                  </a:cubicBezTo>
                  <a:cubicBezTo>
                    <a:pt x="0" y="162"/>
                    <a:pt x="14" y="148"/>
                    <a:pt x="28" y="148"/>
                  </a:cubicBezTo>
                  <a:cubicBezTo>
                    <a:pt x="572" y="148"/>
                    <a:pt x="572" y="148"/>
                    <a:pt x="572" y="148"/>
                  </a:cubicBezTo>
                  <a:cubicBezTo>
                    <a:pt x="594" y="148"/>
                    <a:pt x="601" y="162"/>
                    <a:pt x="601" y="176"/>
                  </a:cubicBezTo>
                  <a:cubicBezTo>
                    <a:pt x="601" y="191"/>
                    <a:pt x="594" y="205"/>
                    <a:pt x="572" y="205"/>
                  </a:cubicBezTo>
                  <a:close/>
                  <a:moveTo>
                    <a:pt x="572" y="56"/>
                  </a:moveTo>
                  <a:lnTo>
                    <a:pt x="572" y="56"/>
                  </a:lnTo>
                  <a:cubicBezTo>
                    <a:pt x="28" y="56"/>
                    <a:pt x="28" y="56"/>
                    <a:pt x="28" y="56"/>
                  </a:cubicBezTo>
                  <a:cubicBezTo>
                    <a:pt x="14" y="56"/>
                    <a:pt x="0" y="42"/>
                    <a:pt x="0" y="28"/>
                  </a:cubicBezTo>
                  <a:cubicBezTo>
                    <a:pt x="0" y="7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7"/>
                    <a:pt x="601" y="28"/>
                  </a:cubicBezTo>
                  <a:cubicBezTo>
                    <a:pt x="601" y="42"/>
                    <a:pt x="594" y="56"/>
                    <a:pt x="572" y="56"/>
                  </a:cubicBezTo>
                  <a:close/>
                  <a:moveTo>
                    <a:pt x="28" y="452"/>
                  </a:moveTo>
                  <a:lnTo>
                    <a:pt x="28" y="452"/>
                  </a:ln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59"/>
                    <a:pt x="601" y="480"/>
                  </a:cubicBezTo>
                  <a:cubicBezTo>
                    <a:pt x="601" y="494"/>
                    <a:pt x="594" y="509"/>
                    <a:pt x="572" y="509"/>
                  </a:cubicBez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494"/>
                    <a:pt x="0" y="480"/>
                  </a:cubicBezTo>
                  <a:cubicBezTo>
                    <a:pt x="0" y="459"/>
                    <a:pt x="14" y="452"/>
                    <a:pt x="28" y="4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5"/>
            <p:cNvSpPr/>
            <p:nvPr/>
          </p:nvSpPr>
          <p:spPr>
            <a:xfrm>
              <a:off x="4798773" y="1288255"/>
              <a:ext cx="217480" cy="101600"/>
            </a:xfrm>
            <a:custGeom>
              <a:rect b="b" l="l" r="r" t="t"/>
              <a:pathLst>
                <a:path extrusionOk="0" h="283" w="602">
                  <a:moveTo>
                    <a:pt x="573" y="198"/>
                  </a:moveTo>
                  <a:lnTo>
                    <a:pt x="573" y="198"/>
                  </a:lnTo>
                  <a:cubicBezTo>
                    <a:pt x="573" y="254"/>
                    <a:pt x="573" y="254"/>
                    <a:pt x="573" y="254"/>
                  </a:cubicBezTo>
                  <a:cubicBezTo>
                    <a:pt x="573" y="275"/>
                    <a:pt x="558" y="282"/>
                    <a:pt x="544" y="282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7" y="282"/>
                    <a:pt x="0" y="275"/>
                    <a:pt x="0" y="25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544" y="0"/>
                    <a:pt x="544" y="0"/>
                    <a:pt x="544" y="0"/>
                  </a:cubicBezTo>
                  <a:cubicBezTo>
                    <a:pt x="558" y="0"/>
                    <a:pt x="573" y="14"/>
                    <a:pt x="573" y="28"/>
                  </a:cubicBezTo>
                  <a:cubicBezTo>
                    <a:pt x="573" y="84"/>
                    <a:pt x="573" y="84"/>
                    <a:pt x="573" y="84"/>
                  </a:cubicBezTo>
                  <a:cubicBezTo>
                    <a:pt x="587" y="84"/>
                    <a:pt x="601" y="99"/>
                    <a:pt x="601" y="113"/>
                  </a:cubicBezTo>
                  <a:cubicBezTo>
                    <a:pt x="601" y="169"/>
                    <a:pt x="601" y="169"/>
                    <a:pt x="601" y="169"/>
                  </a:cubicBezTo>
                  <a:cubicBezTo>
                    <a:pt x="601" y="190"/>
                    <a:pt x="587" y="198"/>
                    <a:pt x="573" y="198"/>
                  </a:cubicBezTo>
                  <a:close/>
                  <a:moveTo>
                    <a:pt x="516" y="169"/>
                  </a:moveTo>
                  <a:lnTo>
                    <a:pt x="516" y="169"/>
                  </a:lnTo>
                  <a:cubicBezTo>
                    <a:pt x="516" y="113"/>
                    <a:pt x="516" y="113"/>
                    <a:pt x="516" y="113"/>
                  </a:cubicBezTo>
                  <a:cubicBezTo>
                    <a:pt x="516" y="56"/>
                    <a:pt x="516" y="56"/>
                    <a:pt x="51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26"/>
                    <a:pt x="57" y="226"/>
                    <a:pt x="57" y="226"/>
                  </a:cubicBezTo>
                  <a:cubicBezTo>
                    <a:pt x="516" y="226"/>
                    <a:pt x="516" y="226"/>
                    <a:pt x="516" y="226"/>
                  </a:cubicBezTo>
                  <a:lnTo>
                    <a:pt x="516" y="169"/>
                  </a:lnTo>
                  <a:close/>
                  <a:moveTo>
                    <a:pt x="488" y="198"/>
                  </a:moveTo>
                  <a:lnTo>
                    <a:pt x="488" y="198"/>
                  </a:lnTo>
                  <a:cubicBezTo>
                    <a:pt x="85" y="198"/>
                    <a:pt x="85" y="198"/>
                    <a:pt x="85" y="198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488" y="84"/>
                    <a:pt x="488" y="84"/>
                    <a:pt x="488" y="84"/>
                  </a:cubicBezTo>
                  <a:lnTo>
                    <a:pt x="48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5"/>
            <p:cNvSpPr/>
            <p:nvPr/>
          </p:nvSpPr>
          <p:spPr>
            <a:xfrm>
              <a:off x="4416200" y="1288255"/>
              <a:ext cx="219067" cy="101600"/>
            </a:xfrm>
            <a:custGeom>
              <a:rect b="b" l="l" r="r" t="t"/>
              <a:pathLst>
                <a:path extrusionOk="0" h="283" w="609">
                  <a:moveTo>
                    <a:pt x="579" y="198"/>
                  </a:moveTo>
                  <a:lnTo>
                    <a:pt x="579" y="198"/>
                  </a:lnTo>
                  <a:cubicBezTo>
                    <a:pt x="579" y="254"/>
                    <a:pt x="579" y="254"/>
                    <a:pt x="579" y="254"/>
                  </a:cubicBezTo>
                  <a:cubicBezTo>
                    <a:pt x="579" y="275"/>
                    <a:pt x="565" y="282"/>
                    <a:pt x="551" y="282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14" y="282"/>
                    <a:pt x="0" y="275"/>
                    <a:pt x="0" y="25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65" y="0"/>
                    <a:pt x="579" y="14"/>
                    <a:pt x="579" y="28"/>
                  </a:cubicBezTo>
                  <a:cubicBezTo>
                    <a:pt x="579" y="84"/>
                    <a:pt x="579" y="84"/>
                    <a:pt x="579" y="84"/>
                  </a:cubicBezTo>
                  <a:cubicBezTo>
                    <a:pt x="594" y="84"/>
                    <a:pt x="608" y="99"/>
                    <a:pt x="608" y="113"/>
                  </a:cubicBezTo>
                  <a:cubicBezTo>
                    <a:pt x="608" y="169"/>
                    <a:pt x="608" y="169"/>
                    <a:pt x="608" y="169"/>
                  </a:cubicBezTo>
                  <a:cubicBezTo>
                    <a:pt x="608" y="190"/>
                    <a:pt x="594" y="198"/>
                    <a:pt x="579" y="198"/>
                  </a:cubicBezTo>
                  <a:close/>
                  <a:moveTo>
                    <a:pt x="523" y="169"/>
                  </a:moveTo>
                  <a:lnTo>
                    <a:pt x="523" y="169"/>
                  </a:lnTo>
                  <a:cubicBezTo>
                    <a:pt x="523" y="113"/>
                    <a:pt x="523" y="113"/>
                    <a:pt x="523" y="113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226"/>
                    <a:pt x="56" y="226"/>
                    <a:pt x="56" y="226"/>
                  </a:cubicBezTo>
                  <a:cubicBezTo>
                    <a:pt x="523" y="226"/>
                    <a:pt x="523" y="226"/>
                    <a:pt x="523" y="226"/>
                  </a:cubicBezTo>
                  <a:lnTo>
                    <a:pt x="523" y="169"/>
                  </a:lnTo>
                  <a:close/>
                  <a:moveTo>
                    <a:pt x="353" y="198"/>
                  </a:moveTo>
                  <a:lnTo>
                    <a:pt x="353" y="198"/>
                  </a:lnTo>
                  <a:cubicBezTo>
                    <a:pt x="85" y="198"/>
                    <a:pt x="85" y="198"/>
                    <a:pt x="85" y="198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353" y="84"/>
                    <a:pt x="353" y="84"/>
                    <a:pt x="353" y="84"/>
                  </a:cubicBezTo>
                  <a:lnTo>
                    <a:pt x="353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5"/>
            <p:cNvSpPr/>
            <p:nvPr/>
          </p:nvSpPr>
          <p:spPr>
            <a:xfrm>
              <a:off x="4038388" y="1288255"/>
              <a:ext cx="217479" cy="101600"/>
            </a:xfrm>
            <a:custGeom>
              <a:rect b="b" l="l" r="r" t="t"/>
              <a:pathLst>
                <a:path extrusionOk="0" h="283" w="602">
                  <a:moveTo>
                    <a:pt x="572" y="198"/>
                  </a:moveTo>
                  <a:lnTo>
                    <a:pt x="572" y="198"/>
                  </a:lnTo>
                  <a:cubicBezTo>
                    <a:pt x="572" y="254"/>
                    <a:pt x="572" y="254"/>
                    <a:pt x="572" y="254"/>
                  </a:cubicBezTo>
                  <a:cubicBezTo>
                    <a:pt x="572" y="275"/>
                    <a:pt x="565" y="282"/>
                    <a:pt x="544" y="282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14" y="282"/>
                    <a:pt x="0" y="275"/>
                    <a:pt x="0" y="25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44" y="0"/>
                    <a:pt x="544" y="0"/>
                    <a:pt x="544" y="0"/>
                  </a:cubicBezTo>
                  <a:cubicBezTo>
                    <a:pt x="565" y="0"/>
                    <a:pt x="572" y="14"/>
                    <a:pt x="572" y="28"/>
                  </a:cubicBezTo>
                  <a:cubicBezTo>
                    <a:pt x="572" y="84"/>
                    <a:pt x="572" y="84"/>
                    <a:pt x="572" y="84"/>
                  </a:cubicBezTo>
                  <a:cubicBezTo>
                    <a:pt x="594" y="84"/>
                    <a:pt x="601" y="99"/>
                    <a:pt x="601" y="113"/>
                  </a:cubicBezTo>
                  <a:cubicBezTo>
                    <a:pt x="601" y="169"/>
                    <a:pt x="601" y="169"/>
                    <a:pt x="601" y="169"/>
                  </a:cubicBezTo>
                  <a:cubicBezTo>
                    <a:pt x="601" y="190"/>
                    <a:pt x="594" y="198"/>
                    <a:pt x="572" y="198"/>
                  </a:cubicBezTo>
                  <a:close/>
                  <a:moveTo>
                    <a:pt x="516" y="169"/>
                  </a:moveTo>
                  <a:lnTo>
                    <a:pt x="516" y="169"/>
                  </a:lnTo>
                  <a:cubicBezTo>
                    <a:pt x="516" y="113"/>
                    <a:pt x="516" y="113"/>
                    <a:pt x="516" y="113"/>
                  </a:cubicBezTo>
                  <a:cubicBezTo>
                    <a:pt x="516" y="56"/>
                    <a:pt x="516" y="56"/>
                    <a:pt x="516" y="56"/>
                  </a:cubicBezTo>
                  <a:cubicBezTo>
                    <a:pt x="509" y="56"/>
                    <a:pt x="509" y="56"/>
                    <a:pt x="509" y="56"/>
                  </a:cubicBezTo>
                  <a:cubicBezTo>
                    <a:pt x="346" y="56"/>
                    <a:pt x="346" y="56"/>
                    <a:pt x="34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226"/>
                    <a:pt x="56" y="226"/>
                    <a:pt x="56" y="226"/>
                  </a:cubicBezTo>
                  <a:cubicBezTo>
                    <a:pt x="516" y="226"/>
                    <a:pt x="516" y="226"/>
                    <a:pt x="516" y="226"/>
                  </a:cubicBezTo>
                  <a:lnTo>
                    <a:pt x="516" y="169"/>
                  </a:lnTo>
                  <a:close/>
                  <a:moveTo>
                    <a:pt x="205" y="198"/>
                  </a:moveTo>
                  <a:lnTo>
                    <a:pt x="205" y="198"/>
                  </a:lnTo>
                  <a:cubicBezTo>
                    <a:pt x="85" y="198"/>
                    <a:pt x="85" y="198"/>
                    <a:pt x="85" y="198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205" y="84"/>
                    <a:pt x="205" y="84"/>
                    <a:pt x="205" y="84"/>
                  </a:cubicBezTo>
                  <a:lnTo>
                    <a:pt x="205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5"/>
            <p:cNvSpPr/>
            <p:nvPr/>
          </p:nvSpPr>
          <p:spPr>
            <a:xfrm>
              <a:off x="3658989" y="1288255"/>
              <a:ext cx="215892" cy="101600"/>
            </a:xfrm>
            <a:custGeom>
              <a:rect b="b" l="l" r="r" t="t"/>
              <a:pathLst>
                <a:path extrusionOk="0" h="283" w="601">
                  <a:moveTo>
                    <a:pt x="572" y="198"/>
                  </a:moveTo>
                  <a:lnTo>
                    <a:pt x="572" y="198"/>
                  </a:lnTo>
                  <a:cubicBezTo>
                    <a:pt x="572" y="254"/>
                    <a:pt x="572" y="254"/>
                    <a:pt x="572" y="254"/>
                  </a:cubicBezTo>
                  <a:cubicBezTo>
                    <a:pt x="572" y="275"/>
                    <a:pt x="558" y="282"/>
                    <a:pt x="544" y="282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7" y="282"/>
                    <a:pt x="0" y="275"/>
                    <a:pt x="0" y="25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544" y="0"/>
                    <a:pt x="544" y="0"/>
                    <a:pt x="544" y="0"/>
                  </a:cubicBezTo>
                  <a:cubicBezTo>
                    <a:pt x="558" y="0"/>
                    <a:pt x="572" y="14"/>
                    <a:pt x="572" y="28"/>
                  </a:cubicBezTo>
                  <a:cubicBezTo>
                    <a:pt x="572" y="84"/>
                    <a:pt x="572" y="84"/>
                    <a:pt x="572" y="84"/>
                  </a:cubicBezTo>
                  <a:cubicBezTo>
                    <a:pt x="586" y="84"/>
                    <a:pt x="600" y="99"/>
                    <a:pt x="600" y="113"/>
                  </a:cubicBezTo>
                  <a:cubicBezTo>
                    <a:pt x="600" y="169"/>
                    <a:pt x="600" y="169"/>
                    <a:pt x="600" y="169"/>
                  </a:cubicBezTo>
                  <a:cubicBezTo>
                    <a:pt x="600" y="190"/>
                    <a:pt x="586" y="198"/>
                    <a:pt x="572" y="198"/>
                  </a:cubicBezTo>
                  <a:close/>
                  <a:moveTo>
                    <a:pt x="516" y="56"/>
                  </a:moveTo>
                  <a:lnTo>
                    <a:pt x="516" y="56"/>
                  </a:lnTo>
                  <a:cubicBezTo>
                    <a:pt x="56" y="56"/>
                    <a:pt x="56" y="56"/>
                    <a:pt x="56" y="56"/>
                  </a:cubicBezTo>
                  <a:cubicBezTo>
                    <a:pt x="56" y="226"/>
                    <a:pt x="56" y="226"/>
                    <a:pt x="56" y="226"/>
                  </a:cubicBezTo>
                  <a:cubicBezTo>
                    <a:pt x="516" y="226"/>
                    <a:pt x="516" y="226"/>
                    <a:pt x="516" y="226"/>
                  </a:cubicBezTo>
                  <a:lnTo>
                    <a:pt x="516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5"/>
            <p:cNvSpPr/>
            <p:nvPr/>
          </p:nvSpPr>
          <p:spPr>
            <a:xfrm>
              <a:off x="3276416" y="1237455"/>
              <a:ext cx="219067" cy="209550"/>
            </a:xfrm>
            <a:custGeom>
              <a:rect b="b" l="l" r="r" t="t"/>
              <a:pathLst>
                <a:path extrusionOk="0" h="581" w="608">
                  <a:moveTo>
                    <a:pt x="593" y="255"/>
                  </a:moveTo>
                  <a:lnTo>
                    <a:pt x="593" y="255"/>
                  </a:lnTo>
                  <a:cubicBezTo>
                    <a:pt x="445" y="361"/>
                    <a:pt x="445" y="361"/>
                    <a:pt x="445" y="361"/>
                  </a:cubicBezTo>
                  <a:cubicBezTo>
                    <a:pt x="501" y="537"/>
                    <a:pt x="501" y="537"/>
                    <a:pt x="501" y="537"/>
                  </a:cubicBezTo>
                  <a:cubicBezTo>
                    <a:pt x="501" y="545"/>
                    <a:pt x="501" y="545"/>
                    <a:pt x="501" y="552"/>
                  </a:cubicBezTo>
                  <a:cubicBezTo>
                    <a:pt x="501" y="566"/>
                    <a:pt x="487" y="580"/>
                    <a:pt x="473" y="580"/>
                  </a:cubicBezTo>
                  <a:cubicBezTo>
                    <a:pt x="466" y="580"/>
                    <a:pt x="459" y="573"/>
                    <a:pt x="459" y="573"/>
                  </a:cubicBezTo>
                  <a:cubicBezTo>
                    <a:pt x="304" y="460"/>
                    <a:pt x="304" y="460"/>
                    <a:pt x="304" y="460"/>
                  </a:cubicBezTo>
                  <a:cubicBezTo>
                    <a:pt x="148" y="573"/>
                    <a:pt x="148" y="573"/>
                    <a:pt x="148" y="573"/>
                  </a:cubicBezTo>
                  <a:cubicBezTo>
                    <a:pt x="148" y="573"/>
                    <a:pt x="141" y="580"/>
                    <a:pt x="134" y="580"/>
                  </a:cubicBezTo>
                  <a:cubicBezTo>
                    <a:pt x="120" y="580"/>
                    <a:pt x="106" y="566"/>
                    <a:pt x="106" y="552"/>
                  </a:cubicBezTo>
                  <a:cubicBezTo>
                    <a:pt x="106" y="545"/>
                    <a:pt x="106" y="545"/>
                    <a:pt x="106" y="537"/>
                  </a:cubicBezTo>
                  <a:cubicBezTo>
                    <a:pt x="162" y="361"/>
                    <a:pt x="162" y="361"/>
                    <a:pt x="162" y="361"/>
                  </a:cubicBezTo>
                  <a:cubicBezTo>
                    <a:pt x="14" y="255"/>
                    <a:pt x="14" y="255"/>
                    <a:pt x="14" y="255"/>
                  </a:cubicBezTo>
                  <a:cubicBezTo>
                    <a:pt x="7" y="248"/>
                    <a:pt x="0" y="241"/>
                    <a:pt x="0" y="226"/>
                  </a:cubicBezTo>
                  <a:cubicBezTo>
                    <a:pt x="0" y="212"/>
                    <a:pt x="14" y="198"/>
                    <a:pt x="28" y="198"/>
                  </a:cubicBezTo>
                  <a:cubicBezTo>
                    <a:pt x="219" y="198"/>
                    <a:pt x="219" y="198"/>
                    <a:pt x="219" y="198"/>
                  </a:cubicBezTo>
                  <a:cubicBezTo>
                    <a:pt x="275" y="22"/>
                    <a:pt x="275" y="22"/>
                    <a:pt x="275" y="22"/>
                  </a:cubicBezTo>
                  <a:cubicBezTo>
                    <a:pt x="282" y="14"/>
                    <a:pt x="290" y="0"/>
                    <a:pt x="304" y="0"/>
                  </a:cubicBezTo>
                  <a:cubicBezTo>
                    <a:pt x="318" y="0"/>
                    <a:pt x="325" y="14"/>
                    <a:pt x="332" y="22"/>
                  </a:cubicBezTo>
                  <a:cubicBezTo>
                    <a:pt x="388" y="198"/>
                    <a:pt x="388" y="198"/>
                    <a:pt x="388" y="198"/>
                  </a:cubicBezTo>
                  <a:cubicBezTo>
                    <a:pt x="579" y="198"/>
                    <a:pt x="579" y="198"/>
                    <a:pt x="579" y="198"/>
                  </a:cubicBezTo>
                  <a:cubicBezTo>
                    <a:pt x="593" y="198"/>
                    <a:pt x="607" y="212"/>
                    <a:pt x="607" y="226"/>
                  </a:cubicBezTo>
                  <a:cubicBezTo>
                    <a:pt x="607" y="241"/>
                    <a:pt x="600" y="248"/>
                    <a:pt x="593" y="2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5"/>
            <p:cNvSpPr/>
            <p:nvPr/>
          </p:nvSpPr>
          <p:spPr>
            <a:xfrm>
              <a:off x="2898605" y="1237455"/>
              <a:ext cx="214304" cy="209550"/>
            </a:xfrm>
            <a:custGeom>
              <a:rect b="b" l="l" r="r" t="t"/>
              <a:pathLst>
                <a:path extrusionOk="0" h="581" w="594">
                  <a:moveTo>
                    <a:pt x="565" y="340"/>
                  </a:moveTo>
                  <a:lnTo>
                    <a:pt x="565" y="340"/>
                  </a:lnTo>
                  <a:cubicBezTo>
                    <a:pt x="558" y="340"/>
                    <a:pt x="558" y="340"/>
                    <a:pt x="558" y="340"/>
                  </a:cubicBezTo>
                  <a:cubicBezTo>
                    <a:pt x="544" y="340"/>
                    <a:pt x="544" y="340"/>
                    <a:pt x="544" y="340"/>
                  </a:cubicBezTo>
                  <a:cubicBezTo>
                    <a:pt x="544" y="389"/>
                    <a:pt x="544" y="389"/>
                    <a:pt x="544" y="389"/>
                  </a:cubicBezTo>
                  <a:lnTo>
                    <a:pt x="544" y="396"/>
                  </a:lnTo>
                  <a:cubicBezTo>
                    <a:pt x="544" y="396"/>
                    <a:pt x="544" y="396"/>
                    <a:pt x="544" y="403"/>
                  </a:cubicBezTo>
                  <a:lnTo>
                    <a:pt x="537" y="410"/>
                  </a:lnTo>
                  <a:cubicBezTo>
                    <a:pt x="530" y="417"/>
                    <a:pt x="523" y="417"/>
                    <a:pt x="515" y="417"/>
                  </a:cubicBezTo>
                  <a:cubicBezTo>
                    <a:pt x="508" y="417"/>
                    <a:pt x="501" y="417"/>
                    <a:pt x="501" y="410"/>
                  </a:cubicBezTo>
                  <a:cubicBezTo>
                    <a:pt x="431" y="340"/>
                    <a:pt x="431" y="340"/>
                    <a:pt x="431" y="340"/>
                  </a:cubicBezTo>
                  <a:cubicBezTo>
                    <a:pt x="169" y="340"/>
                    <a:pt x="169" y="340"/>
                    <a:pt x="169" y="340"/>
                  </a:cubicBezTo>
                  <a:cubicBezTo>
                    <a:pt x="155" y="340"/>
                    <a:pt x="141" y="332"/>
                    <a:pt x="141" y="311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41" y="14"/>
                    <a:pt x="155" y="0"/>
                    <a:pt x="169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579" y="0"/>
                    <a:pt x="593" y="14"/>
                    <a:pt x="593" y="29"/>
                  </a:cubicBezTo>
                  <a:cubicBezTo>
                    <a:pt x="593" y="311"/>
                    <a:pt x="593" y="311"/>
                    <a:pt x="593" y="311"/>
                  </a:cubicBezTo>
                  <a:cubicBezTo>
                    <a:pt x="593" y="332"/>
                    <a:pt x="579" y="340"/>
                    <a:pt x="565" y="340"/>
                  </a:cubicBezTo>
                  <a:close/>
                  <a:moveTo>
                    <a:pt x="417" y="368"/>
                  </a:moveTo>
                  <a:lnTo>
                    <a:pt x="417" y="368"/>
                  </a:lnTo>
                  <a:cubicBezTo>
                    <a:pt x="480" y="432"/>
                    <a:pt x="480" y="432"/>
                    <a:pt x="480" y="432"/>
                  </a:cubicBezTo>
                  <a:cubicBezTo>
                    <a:pt x="487" y="439"/>
                    <a:pt x="501" y="446"/>
                    <a:pt x="515" y="446"/>
                  </a:cubicBezTo>
                  <a:cubicBezTo>
                    <a:pt x="515" y="467"/>
                    <a:pt x="515" y="467"/>
                    <a:pt x="515" y="467"/>
                  </a:cubicBezTo>
                  <a:cubicBezTo>
                    <a:pt x="515" y="481"/>
                    <a:pt x="508" y="495"/>
                    <a:pt x="487" y="495"/>
                  </a:cubicBezTo>
                  <a:cubicBezTo>
                    <a:pt x="289" y="495"/>
                    <a:pt x="289" y="495"/>
                    <a:pt x="289" y="495"/>
                  </a:cubicBezTo>
                  <a:cubicBezTo>
                    <a:pt x="226" y="495"/>
                    <a:pt x="226" y="495"/>
                    <a:pt x="226" y="495"/>
                  </a:cubicBezTo>
                  <a:cubicBezTo>
                    <a:pt x="197" y="495"/>
                    <a:pt x="197" y="495"/>
                    <a:pt x="197" y="495"/>
                  </a:cubicBezTo>
                  <a:cubicBezTo>
                    <a:pt x="190" y="495"/>
                    <a:pt x="190" y="495"/>
                    <a:pt x="190" y="495"/>
                  </a:cubicBezTo>
                  <a:cubicBezTo>
                    <a:pt x="113" y="566"/>
                    <a:pt x="113" y="566"/>
                    <a:pt x="113" y="566"/>
                  </a:cubicBezTo>
                  <a:cubicBezTo>
                    <a:pt x="106" y="573"/>
                    <a:pt x="99" y="580"/>
                    <a:pt x="91" y="580"/>
                  </a:cubicBezTo>
                  <a:cubicBezTo>
                    <a:pt x="84" y="580"/>
                    <a:pt x="77" y="573"/>
                    <a:pt x="77" y="566"/>
                  </a:cubicBezTo>
                  <a:cubicBezTo>
                    <a:pt x="70" y="566"/>
                    <a:pt x="70" y="566"/>
                    <a:pt x="70" y="566"/>
                  </a:cubicBezTo>
                  <a:lnTo>
                    <a:pt x="70" y="559"/>
                  </a:lnTo>
                  <a:cubicBezTo>
                    <a:pt x="70" y="559"/>
                    <a:pt x="63" y="559"/>
                    <a:pt x="63" y="552"/>
                  </a:cubicBezTo>
                  <a:cubicBezTo>
                    <a:pt x="63" y="495"/>
                    <a:pt x="63" y="495"/>
                    <a:pt x="63" y="495"/>
                  </a:cubicBezTo>
                  <a:cubicBezTo>
                    <a:pt x="28" y="495"/>
                    <a:pt x="28" y="495"/>
                    <a:pt x="28" y="495"/>
                  </a:cubicBezTo>
                  <a:cubicBezTo>
                    <a:pt x="14" y="495"/>
                    <a:pt x="0" y="481"/>
                    <a:pt x="0" y="467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28"/>
                    <a:pt x="14" y="113"/>
                    <a:pt x="28" y="113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3" y="347"/>
                    <a:pt x="141" y="368"/>
                    <a:pt x="169" y="368"/>
                  </a:cubicBezTo>
                  <a:lnTo>
                    <a:pt x="417" y="3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5"/>
            <p:cNvSpPr/>
            <p:nvPr/>
          </p:nvSpPr>
          <p:spPr>
            <a:xfrm>
              <a:off x="2519205" y="1242217"/>
              <a:ext cx="215892" cy="196850"/>
            </a:xfrm>
            <a:custGeom>
              <a:rect b="b" l="l" r="r" t="t"/>
              <a:pathLst>
                <a:path extrusionOk="0" h="546" w="601">
                  <a:moveTo>
                    <a:pt x="572" y="460"/>
                  </a:moveTo>
                  <a:lnTo>
                    <a:pt x="572" y="460"/>
                  </a:lnTo>
                  <a:cubicBezTo>
                    <a:pt x="438" y="460"/>
                    <a:pt x="438" y="460"/>
                    <a:pt x="438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197" y="460"/>
                    <a:pt x="197" y="460"/>
                    <a:pt x="197" y="460"/>
                  </a:cubicBezTo>
                  <a:cubicBezTo>
                    <a:pt x="190" y="460"/>
                    <a:pt x="190" y="460"/>
                    <a:pt x="190" y="460"/>
                  </a:cubicBezTo>
                  <a:cubicBezTo>
                    <a:pt x="113" y="538"/>
                    <a:pt x="113" y="538"/>
                    <a:pt x="113" y="538"/>
                  </a:cubicBezTo>
                  <a:cubicBezTo>
                    <a:pt x="106" y="545"/>
                    <a:pt x="98" y="545"/>
                    <a:pt x="91" y="545"/>
                  </a:cubicBezTo>
                  <a:cubicBezTo>
                    <a:pt x="84" y="545"/>
                    <a:pt x="77" y="545"/>
                    <a:pt x="70" y="538"/>
                  </a:cubicBezTo>
                  <a:lnTo>
                    <a:pt x="70" y="531"/>
                  </a:lnTo>
                  <a:cubicBezTo>
                    <a:pt x="63" y="531"/>
                    <a:pt x="63" y="531"/>
                    <a:pt x="63" y="531"/>
                  </a:cubicBezTo>
                  <a:cubicBezTo>
                    <a:pt x="63" y="523"/>
                    <a:pt x="63" y="523"/>
                    <a:pt x="63" y="523"/>
                  </a:cubicBezTo>
                  <a:lnTo>
                    <a:pt x="63" y="516"/>
                  </a:lnTo>
                  <a:cubicBezTo>
                    <a:pt x="63" y="460"/>
                    <a:pt x="63" y="460"/>
                    <a:pt x="63" y="460"/>
                  </a:cubicBezTo>
                  <a:cubicBezTo>
                    <a:pt x="56" y="460"/>
                    <a:pt x="56" y="460"/>
                    <a:pt x="56" y="460"/>
                  </a:cubicBezTo>
                  <a:cubicBezTo>
                    <a:pt x="28" y="460"/>
                    <a:pt x="28" y="460"/>
                    <a:pt x="28" y="460"/>
                  </a:cubicBezTo>
                  <a:cubicBezTo>
                    <a:pt x="7" y="460"/>
                    <a:pt x="0" y="446"/>
                    <a:pt x="0" y="43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8"/>
                    <a:pt x="7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86" y="0"/>
                    <a:pt x="600" y="8"/>
                    <a:pt x="600" y="29"/>
                  </a:cubicBezTo>
                  <a:cubicBezTo>
                    <a:pt x="600" y="432"/>
                    <a:pt x="600" y="432"/>
                    <a:pt x="600" y="432"/>
                  </a:cubicBezTo>
                  <a:cubicBezTo>
                    <a:pt x="600" y="446"/>
                    <a:pt x="586" y="460"/>
                    <a:pt x="572" y="460"/>
                  </a:cubicBezTo>
                  <a:close/>
                  <a:moveTo>
                    <a:pt x="155" y="177"/>
                  </a:moveTo>
                  <a:lnTo>
                    <a:pt x="155" y="177"/>
                  </a:lnTo>
                  <a:cubicBezTo>
                    <a:pt x="127" y="177"/>
                    <a:pt x="98" y="205"/>
                    <a:pt x="98" y="234"/>
                  </a:cubicBezTo>
                  <a:cubicBezTo>
                    <a:pt x="98" y="262"/>
                    <a:pt x="127" y="290"/>
                    <a:pt x="155" y="290"/>
                  </a:cubicBezTo>
                  <a:cubicBezTo>
                    <a:pt x="190" y="290"/>
                    <a:pt x="211" y="262"/>
                    <a:pt x="211" y="234"/>
                  </a:cubicBezTo>
                  <a:cubicBezTo>
                    <a:pt x="211" y="205"/>
                    <a:pt x="190" y="177"/>
                    <a:pt x="155" y="177"/>
                  </a:cubicBezTo>
                  <a:close/>
                  <a:moveTo>
                    <a:pt x="296" y="177"/>
                  </a:moveTo>
                  <a:lnTo>
                    <a:pt x="296" y="177"/>
                  </a:lnTo>
                  <a:cubicBezTo>
                    <a:pt x="268" y="177"/>
                    <a:pt x="240" y="205"/>
                    <a:pt x="240" y="234"/>
                  </a:cubicBezTo>
                  <a:cubicBezTo>
                    <a:pt x="240" y="262"/>
                    <a:pt x="268" y="290"/>
                    <a:pt x="296" y="290"/>
                  </a:cubicBezTo>
                  <a:cubicBezTo>
                    <a:pt x="332" y="290"/>
                    <a:pt x="353" y="262"/>
                    <a:pt x="353" y="234"/>
                  </a:cubicBezTo>
                  <a:cubicBezTo>
                    <a:pt x="353" y="205"/>
                    <a:pt x="332" y="177"/>
                    <a:pt x="296" y="177"/>
                  </a:cubicBezTo>
                  <a:close/>
                  <a:moveTo>
                    <a:pt x="438" y="177"/>
                  </a:moveTo>
                  <a:lnTo>
                    <a:pt x="438" y="177"/>
                  </a:lnTo>
                  <a:cubicBezTo>
                    <a:pt x="409" y="177"/>
                    <a:pt x="381" y="205"/>
                    <a:pt x="381" y="234"/>
                  </a:cubicBezTo>
                  <a:cubicBezTo>
                    <a:pt x="381" y="262"/>
                    <a:pt x="409" y="290"/>
                    <a:pt x="438" y="290"/>
                  </a:cubicBezTo>
                  <a:cubicBezTo>
                    <a:pt x="473" y="290"/>
                    <a:pt x="494" y="262"/>
                    <a:pt x="494" y="234"/>
                  </a:cubicBezTo>
                  <a:cubicBezTo>
                    <a:pt x="494" y="205"/>
                    <a:pt x="473" y="177"/>
                    <a:pt x="438" y="1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5"/>
            <p:cNvSpPr/>
            <p:nvPr/>
          </p:nvSpPr>
          <p:spPr>
            <a:xfrm>
              <a:off x="2136632" y="1242217"/>
              <a:ext cx="219067" cy="196850"/>
            </a:xfrm>
            <a:custGeom>
              <a:rect b="b" l="l" r="r" t="t"/>
              <a:pathLst>
                <a:path extrusionOk="0" h="546" w="609">
                  <a:moveTo>
                    <a:pt x="580" y="460"/>
                  </a:moveTo>
                  <a:lnTo>
                    <a:pt x="580" y="460"/>
                  </a:lnTo>
                  <a:cubicBezTo>
                    <a:pt x="340" y="460"/>
                    <a:pt x="340" y="460"/>
                    <a:pt x="340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198" y="460"/>
                    <a:pt x="198" y="460"/>
                    <a:pt x="198" y="460"/>
                  </a:cubicBezTo>
                  <a:cubicBezTo>
                    <a:pt x="191" y="460"/>
                    <a:pt x="191" y="460"/>
                    <a:pt x="191" y="460"/>
                  </a:cubicBezTo>
                  <a:cubicBezTo>
                    <a:pt x="113" y="538"/>
                    <a:pt x="113" y="538"/>
                    <a:pt x="113" y="538"/>
                  </a:cubicBezTo>
                  <a:cubicBezTo>
                    <a:pt x="113" y="545"/>
                    <a:pt x="106" y="545"/>
                    <a:pt x="99" y="545"/>
                  </a:cubicBezTo>
                  <a:cubicBezTo>
                    <a:pt x="92" y="545"/>
                    <a:pt x="85" y="545"/>
                    <a:pt x="78" y="538"/>
                  </a:cubicBezTo>
                  <a:lnTo>
                    <a:pt x="71" y="531"/>
                  </a:lnTo>
                  <a:cubicBezTo>
                    <a:pt x="71" y="523"/>
                    <a:pt x="71" y="523"/>
                    <a:pt x="71" y="523"/>
                  </a:cubicBezTo>
                  <a:lnTo>
                    <a:pt x="71" y="516"/>
                  </a:lnTo>
                  <a:cubicBezTo>
                    <a:pt x="71" y="460"/>
                    <a:pt x="71" y="460"/>
                    <a:pt x="71" y="460"/>
                  </a:cubicBezTo>
                  <a:cubicBezTo>
                    <a:pt x="64" y="460"/>
                    <a:pt x="64" y="460"/>
                    <a:pt x="64" y="460"/>
                  </a:cubicBezTo>
                  <a:cubicBezTo>
                    <a:pt x="29" y="460"/>
                    <a:pt x="29" y="460"/>
                    <a:pt x="29" y="460"/>
                  </a:cubicBezTo>
                  <a:cubicBezTo>
                    <a:pt x="15" y="460"/>
                    <a:pt x="0" y="446"/>
                    <a:pt x="0" y="43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8"/>
                    <a:pt x="15" y="0"/>
                    <a:pt x="29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8"/>
                    <a:pt x="608" y="29"/>
                  </a:cubicBezTo>
                  <a:cubicBezTo>
                    <a:pt x="608" y="432"/>
                    <a:pt x="608" y="432"/>
                    <a:pt x="608" y="432"/>
                  </a:cubicBezTo>
                  <a:cubicBezTo>
                    <a:pt x="608" y="446"/>
                    <a:pt x="594" y="460"/>
                    <a:pt x="580" y="4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5"/>
            <p:cNvSpPr/>
            <p:nvPr/>
          </p:nvSpPr>
          <p:spPr>
            <a:xfrm>
              <a:off x="1758821" y="1242217"/>
              <a:ext cx="217479" cy="196850"/>
            </a:xfrm>
            <a:custGeom>
              <a:rect b="b" l="l" r="r" t="t"/>
              <a:pathLst>
                <a:path extrusionOk="0" h="546" w="602">
                  <a:moveTo>
                    <a:pt x="573" y="460"/>
                  </a:moveTo>
                  <a:lnTo>
                    <a:pt x="573" y="460"/>
                  </a:lnTo>
                  <a:cubicBezTo>
                    <a:pt x="198" y="460"/>
                    <a:pt x="198" y="460"/>
                    <a:pt x="198" y="460"/>
                  </a:cubicBezTo>
                  <a:cubicBezTo>
                    <a:pt x="191" y="460"/>
                    <a:pt x="191" y="460"/>
                    <a:pt x="191" y="460"/>
                  </a:cubicBezTo>
                  <a:cubicBezTo>
                    <a:pt x="113" y="538"/>
                    <a:pt x="113" y="538"/>
                    <a:pt x="113" y="538"/>
                  </a:cubicBezTo>
                  <a:cubicBezTo>
                    <a:pt x="106" y="545"/>
                    <a:pt x="99" y="545"/>
                    <a:pt x="92" y="545"/>
                  </a:cubicBezTo>
                  <a:cubicBezTo>
                    <a:pt x="85" y="545"/>
                    <a:pt x="78" y="545"/>
                    <a:pt x="78" y="538"/>
                  </a:cubicBezTo>
                  <a:cubicBezTo>
                    <a:pt x="71" y="538"/>
                    <a:pt x="71" y="538"/>
                    <a:pt x="71" y="538"/>
                  </a:cubicBezTo>
                  <a:lnTo>
                    <a:pt x="71" y="531"/>
                  </a:lnTo>
                  <a:cubicBezTo>
                    <a:pt x="71" y="523"/>
                    <a:pt x="71" y="523"/>
                    <a:pt x="71" y="523"/>
                  </a:cubicBezTo>
                  <a:lnTo>
                    <a:pt x="64" y="523"/>
                  </a:lnTo>
                  <a:lnTo>
                    <a:pt x="64" y="516"/>
                  </a:lnTo>
                  <a:cubicBezTo>
                    <a:pt x="64" y="460"/>
                    <a:pt x="64" y="460"/>
                    <a:pt x="64" y="460"/>
                  </a:cubicBezTo>
                  <a:cubicBezTo>
                    <a:pt x="29" y="460"/>
                    <a:pt x="29" y="460"/>
                    <a:pt x="29" y="460"/>
                  </a:cubicBezTo>
                  <a:cubicBezTo>
                    <a:pt x="15" y="460"/>
                    <a:pt x="0" y="446"/>
                    <a:pt x="0" y="43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8"/>
                    <a:pt x="15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94" y="0"/>
                    <a:pt x="601" y="8"/>
                    <a:pt x="601" y="29"/>
                  </a:cubicBezTo>
                  <a:cubicBezTo>
                    <a:pt x="601" y="432"/>
                    <a:pt x="601" y="432"/>
                    <a:pt x="601" y="432"/>
                  </a:cubicBezTo>
                  <a:cubicBezTo>
                    <a:pt x="601" y="446"/>
                    <a:pt x="594" y="460"/>
                    <a:pt x="573" y="460"/>
                  </a:cubicBezTo>
                  <a:close/>
                  <a:moveTo>
                    <a:pt x="544" y="57"/>
                  </a:moveTo>
                  <a:lnTo>
                    <a:pt x="544" y="57"/>
                  </a:lnTo>
                  <a:cubicBezTo>
                    <a:pt x="57" y="57"/>
                    <a:pt x="57" y="57"/>
                    <a:pt x="57" y="57"/>
                  </a:cubicBezTo>
                  <a:cubicBezTo>
                    <a:pt x="57" y="403"/>
                    <a:pt x="57" y="403"/>
                    <a:pt x="57" y="403"/>
                  </a:cubicBezTo>
                  <a:cubicBezTo>
                    <a:pt x="92" y="403"/>
                    <a:pt x="92" y="403"/>
                    <a:pt x="92" y="403"/>
                  </a:cubicBezTo>
                  <a:cubicBezTo>
                    <a:pt x="120" y="403"/>
                    <a:pt x="120" y="403"/>
                    <a:pt x="120" y="403"/>
                  </a:cubicBezTo>
                  <a:cubicBezTo>
                    <a:pt x="120" y="446"/>
                    <a:pt x="120" y="446"/>
                    <a:pt x="120" y="446"/>
                  </a:cubicBezTo>
                  <a:cubicBezTo>
                    <a:pt x="170" y="403"/>
                    <a:pt x="170" y="403"/>
                    <a:pt x="170" y="403"/>
                  </a:cubicBezTo>
                  <a:cubicBezTo>
                    <a:pt x="248" y="403"/>
                    <a:pt x="248" y="403"/>
                    <a:pt x="248" y="403"/>
                  </a:cubicBezTo>
                  <a:cubicBezTo>
                    <a:pt x="544" y="403"/>
                    <a:pt x="544" y="403"/>
                    <a:pt x="544" y="403"/>
                  </a:cubicBezTo>
                  <a:lnTo>
                    <a:pt x="544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5"/>
            <p:cNvSpPr/>
            <p:nvPr/>
          </p:nvSpPr>
          <p:spPr>
            <a:xfrm>
              <a:off x="1379422" y="1234280"/>
              <a:ext cx="217480" cy="214312"/>
            </a:xfrm>
            <a:custGeom>
              <a:rect b="b" l="l" r="r" t="t"/>
              <a:pathLst>
                <a:path extrusionOk="0" h="595" w="602">
                  <a:moveTo>
                    <a:pt x="530" y="241"/>
                  </a:moveTo>
                  <a:lnTo>
                    <a:pt x="530" y="241"/>
                  </a:lnTo>
                  <a:cubicBezTo>
                    <a:pt x="523" y="248"/>
                    <a:pt x="523" y="290"/>
                    <a:pt x="573" y="318"/>
                  </a:cubicBezTo>
                  <a:cubicBezTo>
                    <a:pt x="573" y="318"/>
                    <a:pt x="502" y="332"/>
                    <a:pt x="453" y="269"/>
                  </a:cubicBezTo>
                  <a:cubicBezTo>
                    <a:pt x="438" y="269"/>
                    <a:pt x="424" y="276"/>
                    <a:pt x="410" y="276"/>
                  </a:cubicBezTo>
                  <a:cubicBezTo>
                    <a:pt x="304" y="276"/>
                    <a:pt x="240" y="212"/>
                    <a:pt x="240" y="135"/>
                  </a:cubicBezTo>
                  <a:cubicBezTo>
                    <a:pt x="240" y="64"/>
                    <a:pt x="304" y="0"/>
                    <a:pt x="410" y="0"/>
                  </a:cubicBezTo>
                  <a:cubicBezTo>
                    <a:pt x="516" y="0"/>
                    <a:pt x="601" y="64"/>
                    <a:pt x="601" y="135"/>
                  </a:cubicBezTo>
                  <a:cubicBezTo>
                    <a:pt x="601" y="177"/>
                    <a:pt x="573" y="219"/>
                    <a:pt x="530" y="241"/>
                  </a:cubicBezTo>
                  <a:close/>
                  <a:moveTo>
                    <a:pt x="205" y="149"/>
                  </a:moveTo>
                  <a:lnTo>
                    <a:pt x="205" y="149"/>
                  </a:lnTo>
                  <a:cubicBezTo>
                    <a:pt x="212" y="233"/>
                    <a:pt x="283" y="304"/>
                    <a:pt x="396" y="311"/>
                  </a:cubicBezTo>
                  <a:cubicBezTo>
                    <a:pt x="410" y="311"/>
                    <a:pt x="424" y="311"/>
                    <a:pt x="438" y="304"/>
                  </a:cubicBezTo>
                  <a:cubicBezTo>
                    <a:pt x="474" y="339"/>
                    <a:pt x="516" y="347"/>
                    <a:pt x="537" y="347"/>
                  </a:cubicBezTo>
                  <a:cubicBezTo>
                    <a:pt x="516" y="439"/>
                    <a:pt x="424" y="509"/>
                    <a:pt x="283" y="509"/>
                  </a:cubicBezTo>
                  <a:cubicBezTo>
                    <a:pt x="269" y="509"/>
                    <a:pt x="248" y="502"/>
                    <a:pt x="226" y="495"/>
                  </a:cubicBezTo>
                  <a:cubicBezTo>
                    <a:pt x="156" y="594"/>
                    <a:pt x="36" y="573"/>
                    <a:pt x="36" y="573"/>
                  </a:cubicBezTo>
                  <a:cubicBezTo>
                    <a:pt x="120" y="537"/>
                    <a:pt x="120" y="467"/>
                    <a:pt x="99" y="460"/>
                  </a:cubicBezTo>
                  <a:cubicBezTo>
                    <a:pt x="36" y="424"/>
                    <a:pt x="0" y="361"/>
                    <a:pt x="0" y="297"/>
                  </a:cubicBezTo>
                  <a:cubicBezTo>
                    <a:pt x="0" y="198"/>
                    <a:pt x="92" y="113"/>
                    <a:pt x="219" y="92"/>
                  </a:cubicBezTo>
                  <a:cubicBezTo>
                    <a:pt x="212" y="113"/>
                    <a:pt x="205" y="128"/>
                    <a:pt x="205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5"/>
            <p:cNvSpPr/>
            <p:nvPr/>
          </p:nvSpPr>
          <p:spPr>
            <a:xfrm>
              <a:off x="998435" y="1245392"/>
              <a:ext cx="219067" cy="201613"/>
            </a:xfrm>
            <a:custGeom>
              <a:rect b="b" l="l" r="r" t="t"/>
              <a:pathLst>
                <a:path extrusionOk="0" h="559" w="609">
                  <a:moveTo>
                    <a:pt x="318" y="459"/>
                  </a:moveTo>
                  <a:lnTo>
                    <a:pt x="318" y="459"/>
                  </a:lnTo>
                  <a:cubicBezTo>
                    <a:pt x="297" y="459"/>
                    <a:pt x="276" y="452"/>
                    <a:pt x="254" y="452"/>
                  </a:cubicBezTo>
                  <a:cubicBezTo>
                    <a:pt x="177" y="558"/>
                    <a:pt x="43" y="537"/>
                    <a:pt x="43" y="537"/>
                  </a:cubicBezTo>
                  <a:cubicBezTo>
                    <a:pt x="134" y="494"/>
                    <a:pt x="134" y="417"/>
                    <a:pt x="120" y="410"/>
                  </a:cubicBezTo>
                  <a:cubicBezTo>
                    <a:pt x="43" y="367"/>
                    <a:pt x="0" y="303"/>
                    <a:pt x="0" y="233"/>
                  </a:cubicBezTo>
                  <a:cubicBezTo>
                    <a:pt x="0" y="106"/>
                    <a:pt x="141" y="0"/>
                    <a:pt x="318" y="0"/>
                  </a:cubicBezTo>
                  <a:cubicBezTo>
                    <a:pt x="495" y="0"/>
                    <a:pt x="608" y="106"/>
                    <a:pt x="608" y="233"/>
                  </a:cubicBezTo>
                  <a:cubicBezTo>
                    <a:pt x="608" y="360"/>
                    <a:pt x="495" y="459"/>
                    <a:pt x="318" y="459"/>
                  </a:cubicBezTo>
                  <a:close/>
                  <a:moveTo>
                    <a:pt x="163" y="176"/>
                  </a:moveTo>
                  <a:lnTo>
                    <a:pt x="163" y="176"/>
                  </a:lnTo>
                  <a:cubicBezTo>
                    <a:pt x="134" y="176"/>
                    <a:pt x="106" y="204"/>
                    <a:pt x="106" y="233"/>
                  </a:cubicBezTo>
                  <a:cubicBezTo>
                    <a:pt x="106" y="268"/>
                    <a:pt x="134" y="289"/>
                    <a:pt x="163" y="289"/>
                  </a:cubicBezTo>
                  <a:cubicBezTo>
                    <a:pt x="191" y="289"/>
                    <a:pt x="219" y="268"/>
                    <a:pt x="219" y="233"/>
                  </a:cubicBezTo>
                  <a:cubicBezTo>
                    <a:pt x="219" y="204"/>
                    <a:pt x="191" y="176"/>
                    <a:pt x="163" y="176"/>
                  </a:cubicBezTo>
                  <a:close/>
                  <a:moveTo>
                    <a:pt x="304" y="176"/>
                  </a:moveTo>
                  <a:lnTo>
                    <a:pt x="304" y="176"/>
                  </a:lnTo>
                  <a:cubicBezTo>
                    <a:pt x="276" y="176"/>
                    <a:pt x="247" y="204"/>
                    <a:pt x="247" y="233"/>
                  </a:cubicBezTo>
                  <a:cubicBezTo>
                    <a:pt x="247" y="268"/>
                    <a:pt x="276" y="289"/>
                    <a:pt x="304" y="289"/>
                  </a:cubicBezTo>
                  <a:cubicBezTo>
                    <a:pt x="332" y="289"/>
                    <a:pt x="361" y="268"/>
                    <a:pt x="361" y="233"/>
                  </a:cubicBezTo>
                  <a:cubicBezTo>
                    <a:pt x="361" y="204"/>
                    <a:pt x="332" y="176"/>
                    <a:pt x="304" y="176"/>
                  </a:cubicBezTo>
                  <a:close/>
                  <a:moveTo>
                    <a:pt x="445" y="176"/>
                  </a:moveTo>
                  <a:lnTo>
                    <a:pt x="445" y="176"/>
                  </a:lnTo>
                  <a:cubicBezTo>
                    <a:pt x="417" y="176"/>
                    <a:pt x="389" y="204"/>
                    <a:pt x="389" y="233"/>
                  </a:cubicBezTo>
                  <a:cubicBezTo>
                    <a:pt x="389" y="268"/>
                    <a:pt x="417" y="289"/>
                    <a:pt x="445" y="289"/>
                  </a:cubicBezTo>
                  <a:cubicBezTo>
                    <a:pt x="474" y="289"/>
                    <a:pt x="502" y="268"/>
                    <a:pt x="502" y="233"/>
                  </a:cubicBezTo>
                  <a:cubicBezTo>
                    <a:pt x="502" y="204"/>
                    <a:pt x="474" y="176"/>
                    <a:pt x="445" y="1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5"/>
            <p:cNvSpPr/>
            <p:nvPr/>
          </p:nvSpPr>
          <p:spPr>
            <a:xfrm>
              <a:off x="619037" y="1245392"/>
              <a:ext cx="217479" cy="201613"/>
            </a:xfrm>
            <a:custGeom>
              <a:rect b="b" l="l" r="r" t="t"/>
              <a:pathLst>
                <a:path extrusionOk="0" h="559" w="602">
                  <a:moveTo>
                    <a:pt x="318" y="0"/>
                  </a:moveTo>
                  <a:lnTo>
                    <a:pt x="318" y="0"/>
                  </a:lnTo>
                  <a:cubicBezTo>
                    <a:pt x="495" y="0"/>
                    <a:pt x="601" y="106"/>
                    <a:pt x="601" y="233"/>
                  </a:cubicBezTo>
                  <a:cubicBezTo>
                    <a:pt x="601" y="360"/>
                    <a:pt x="495" y="459"/>
                    <a:pt x="318" y="459"/>
                  </a:cubicBezTo>
                  <a:cubicBezTo>
                    <a:pt x="297" y="459"/>
                    <a:pt x="276" y="452"/>
                    <a:pt x="254" y="452"/>
                  </a:cubicBezTo>
                  <a:cubicBezTo>
                    <a:pt x="170" y="558"/>
                    <a:pt x="42" y="537"/>
                    <a:pt x="42" y="537"/>
                  </a:cubicBezTo>
                  <a:cubicBezTo>
                    <a:pt x="134" y="494"/>
                    <a:pt x="134" y="417"/>
                    <a:pt x="113" y="410"/>
                  </a:cubicBezTo>
                  <a:cubicBezTo>
                    <a:pt x="42" y="367"/>
                    <a:pt x="0" y="303"/>
                    <a:pt x="0" y="233"/>
                  </a:cubicBezTo>
                  <a:cubicBezTo>
                    <a:pt x="0" y="106"/>
                    <a:pt x="141" y="0"/>
                    <a:pt x="3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5"/>
            <p:cNvSpPr/>
            <p:nvPr/>
          </p:nvSpPr>
          <p:spPr>
            <a:xfrm>
              <a:off x="4798773" y="858042"/>
              <a:ext cx="214305" cy="193675"/>
            </a:xfrm>
            <a:custGeom>
              <a:rect b="b" l="l" r="r" t="t"/>
              <a:pathLst>
                <a:path extrusionOk="0" h="537" w="595">
                  <a:moveTo>
                    <a:pt x="565" y="163"/>
                  </a:moveTo>
                  <a:lnTo>
                    <a:pt x="565" y="163"/>
                  </a:lnTo>
                  <a:cubicBezTo>
                    <a:pt x="495" y="99"/>
                    <a:pt x="403" y="57"/>
                    <a:pt x="297" y="57"/>
                  </a:cubicBezTo>
                  <a:cubicBezTo>
                    <a:pt x="198" y="57"/>
                    <a:pt x="106" y="99"/>
                    <a:pt x="35" y="163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78" y="43"/>
                    <a:pt x="184" y="0"/>
                    <a:pt x="297" y="0"/>
                  </a:cubicBezTo>
                  <a:cubicBezTo>
                    <a:pt x="417" y="0"/>
                    <a:pt x="523" y="43"/>
                    <a:pt x="594" y="120"/>
                  </a:cubicBezTo>
                  <a:lnTo>
                    <a:pt x="565" y="163"/>
                  </a:lnTo>
                  <a:close/>
                  <a:moveTo>
                    <a:pt x="297" y="142"/>
                  </a:moveTo>
                  <a:lnTo>
                    <a:pt x="297" y="142"/>
                  </a:lnTo>
                  <a:cubicBezTo>
                    <a:pt x="382" y="142"/>
                    <a:pt x="459" y="177"/>
                    <a:pt x="509" y="233"/>
                  </a:cubicBezTo>
                  <a:cubicBezTo>
                    <a:pt x="474" y="276"/>
                    <a:pt x="474" y="276"/>
                    <a:pt x="474" y="276"/>
                  </a:cubicBezTo>
                  <a:cubicBezTo>
                    <a:pt x="431" y="226"/>
                    <a:pt x="368" y="198"/>
                    <a:pt x="297" y="198"/>
                  </a:cubicBezTo>
                  <a:cubicBezTo>
                    <a:pt x="226" y="198"/>
                    <a:pt x="170" y="226"/>
                    <a:pt x="127" y="276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141" y="177"/>
                    <a:pt x="219" y="142"/>
                    <a:pt x="297" y="142"/>
                  </a:cubicBezTo>
                  <a:close/>
                  <a:moveTo>
                    <a:pt x="297" y="283"/>
                  </a:moveTo>
                  <a:lnTo>
                    <a:pt x="297" y="283"/>
                  </a:lnTo>
                  <a:cubicBezTo>
                    <a:pt x="346" y="283"/>
                    <a:pt x="396" y="310"/>
                    <a:pt x="424" y="345"/>
                  </a:cubicBezTo>
                  <a:cubicBezTo>
                    <a:pt x="389" y="388"/>
                    <a:pt x="389" y="388"/>
                    <a:pt x="389" y="388"/>
                  </a:cubicBezTo>
                  <a:cubicBezTo>
                    <a:pt x="368" y="360"/>
                    <a:pt x="339" y="338"/>
                    <a:pt x="297" y="338"/>
                  </a:cubicBezTo>
                  <a:cubicBezTo>
                    <a:pt x="262" y="338"/>
                    <a:pt x="226" y="360"/>
                    <a:pt x="205" y="388"/>
                  </a:cubicBezTo>
                  <a:cubicBezTo>
                    <a:pt x="177" y="345"/>
                    <a:pt x="177" y="345"/>
                    <a:pt x="177" y="345"/>
                  </a:cubicBezTo>
                  <a:cubicBezTo>
                    <a:pt x="205" y="310"/>
                    <a:pt x="248" y="283"/>
                    <a:pt x="297" y="283"/>
                  </a:cubicBezTo>
                  <a:close/>
                  <a:moveTo>
                    <a:pt x="297" y="423"/>
                  </a:moveTo>
                  <a:lnTo>
                    <a:pt x="297" y="423"/>
                  </a:lnTo>
                  <a:cubicBezTo>
                    <a:pt x="332" y="423"/>
                    <a:pt x="353" y="452"/>
                    <a:pt x="353" y="480"/>
                  </a:cubicBezTo>
                  <a:cubicBezTo>
                    <a:pt x="353" y="508"/>
                    <a:pt x="332" y="536"/>
                    <a:pt x="297" y="536"/>
                  </a:cubicBezTo>
                  <a:cubicBezTo>
                    <a:pt x="269" y="536"/>
                    <a:pt x="240" y="508"/>
                    <a:pt x="240" y="480"/>
                  </a:cubicBezTo>
                  <a:cubicBezTo>
                    <a:pt x="240" y="452"/>
                    <a:pt x="269" y="423"/>
                    <a:pt x="297" y="4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5"/>
            <p:cNvSpPr/>
            <p:nvPr/>
          </p:nvSpPr>
          <p:spPr>
            <a:xfrm>
              <a:off x="4449536" y="908842"/>
              <a:ext cx="152394" cy="142875"/>
            </a:xfrm>
            <a:custGeom>
              <a:rect b="b" l="l" r="r" t="t"/>
              <a:pathLst>
                <a:path extrusionOk="0" h="395" w="425">
                  <a:moveTo>
                    <a:pt x="212" y="0"/>
                  </a:moveTo>
                  <a:lnTo>
                    <a:pt x="212" y="0"/>
                  </a:lnTo>
                  <a:cubicBezTo>
                    <a:pt x="297" y="0"/>
                    <a:pt x="367" y="35"/>
                    <a:pt x="424" y="91"/>
                  </a:cubicBezTo>
                  <a:cubicBezTo>
                    <a:pt x="388" y="134"/>
                    <a:pt x="388" y="134"/>
                    <a:pt x="388" y="134"/>
                  </a:cubicBezTo>
                  <a:cubicBezTo>
                    <a:pt x="346" y="84"/>
                    <a:pt x="283" y="56"/>
                    <a:pt x="212" y="56"/>
                  </a:cubicBezTo>
                  <a:cubicBezTo>
                    <a:pt x="141" y="56"/>
                    <a:pt x="77" y="84"/>
                    <a:pt x="35" y="134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56" y="35"/>
                    <a:pt x="127" y="0"/>
                    <a:pt x="212" y="0"/>
                  </a:cubicBezTo>
                  <a:close/>
                  <a:moveTo>
                    <a:pt x="212" y="141"/>
                  </a:moveTo>
                  <a:lnTo>
                    <a:pt x="212" y="141"/>
                  </a:lnTo>
                  <a:cubicBezTo>
                    <a:pt x="261" y="141"/>
                    <a:pt x="304" y="168"/>
                    <a:pt x="332" y="203"/>
                  </a:cubicBezTo>
                  <a:cubicBezTo>
                    <a:pt x="304" y="246"/>
                    <a:pt x="304" y="246"/>
                    <a:pt x="304" y="246"/>
                  </a:cubicBezTo>
                  <a:cubicBezTo>
                    <a:pt x="283" y="218"/>
                    <a:pt x="247" y="196"/>
                    <a:pt x="212" y="196"/>
                  </a:cubicBezTo>
                  <a:cubicBezTo>
                    <a:pt x="177" y="196"/>
                    <a:pt x="141" y="218"/>
                    <a:pt x="120" y="246"/>
                  </a:cubicBezTo>
                  <a:cubicBezTo>
                    <a:pt x="92" y="203"/>
                    <a:pt x="92" y="203"/>
                    <a:pt x="92" y="203"/>
                  </a:cubicBezTo>
                  <a:cubicBezTo>
                    <a:pt x="120" y="168"/>
                    <a:pt x="162" y="141"/>
                    <a:pt x="212" y="141"/>
                  </a:cubicBezTo>
                  <a:close/>
                  <a:moveTo>
                    <a:pt x="212" y="281"/>
                  </a:moveTo>
                  <a:lnTo>
                    <a:pt x="212" y="281"/>
                  </a:lnTo>
                  <a:cubicBezTo>
                    <a:pt x="240" y="281"/>
                    <a:pt x="268" y="310"/>
                    <a:pt x="268" y="338"/>
                  </a:cubicBezTo>
                  <a:cubicBezTo>
                    <a:pt x="268" y="366"/>
                    <a:pt x="240" y="394"/>
                    <a:pt x="212" y="394"/>
                  </a:cubicBezTo>
                  <a:cubicBezTo>
                    <a:pt x="184" y="394"/>
                    <a:pt x="155" y="366"/>
                    <a:pt x="155" y="338"/>
                  </a:cubicBezTo>
                  <a:cubicBezTo>
                    <a:pt x="155" y="310"/>
                    <a:pt x="184" y="281"/>
                    <a:pt x="212" y="2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5"/>
            <p:cNvSpPr/>
            <p:nvPr/>
          </p:nvSpPr>
          <p:spPr>
            <a:xfrm>
              <a:off x="4101886" y="959642"/>
              <a:ext cx="88897" cy="92075"/>
            </a:xfrm>
            <a:custGeom>
              <a:rect b="b" l="l" r="r" t="t"/>
              <a:pathLst>
                <a:path extrusionOk="0" h="254" w="249">
                  <a:moveTo>
                    <a:pt x="128" y="0"/>
                  </a:moveTo>
                  <a:lnTo>
                    <a:pt x="128" y="0"/>
                  </a:lnTo>
                  <a:cubicBezTo>
                    <a:pt x="177" y="0"/>
                    <a:pt x="220" y="27"/>
                    <a:pt x="248" y="62"/>
                  </a:cubicBezTo>
                  <a:cubicBezTo>
                    <a:pt x="220" y="105"/>
                    <a:pt x="220" y="105"/>
                    <a:pt x="220" y="105"/>
                  </a:cubicBezTo>
                  <a:cubicBezTo>
                    <a:pt x="198" y="77"/>
                    <a:pt x="163" y="55"/>
                    <a:pt x="128" y="55"/>
                  </a:cubicBezTo>
                  <a:cubicBezTo>
                    <a:pt x="85" y="55"/>
                    <a:pt x="57" y="77"/>
                    <a:pt x="36" y="105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9" y="27"/>
                    <a:pt x="78" y="0"/>
                    <a:pt x="128" y="0"/>
                  </a:cubicBezTo>
                  <a:close/>
                  <a:moveTo>
                    <a:pt x="128" y="140"/>
                  </a:moveTo>
                  <a:lnTo>
                    <a:pt x="128" y="140"/>
                  </a:lnTo>
                  <a:cubicBezTo>
                    <a:pt x="156" y="140"/>
                    <a:pt x="184" y="169"/>
                    <a:pt x="184" y="197"/>
                  </a:cubicBezTo>
                  <a:cubicBezTo>
                    <a:pt x="184" y="225"/>
                    <a:pt x="156" y="253"/>
                    <a:pt x="128" y="253"/>
                  </a:cubicBezTo>
                  <a:cubicBezTo>
                    <a:pt x="93" y="253"/>
                    <a:pt x="71" y="225"/>
                    <a:pt x="71" y="197"/>
                  </a:cubicBezTo>
                  <a:cubicBezTo>
                    <a:pt x="71" y="169"/>
                    <a:pt x="93" y="140"/>
                    <a:pt x="128" y="1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5"/>
            <p:cNvSpPr/>
            <p:nvPr/>
          </p:nvSpPr>
          <p:spPr>
            <a:xfrm>
              <a:off x="3655814" y="894555"/>
              <a:ext cx="219067" cy="127000"/>
            </a:xfrm>
            <a:custGeom>
              <a:rect b="b" l="l" r="r" t="t"/>
              <a:pathLst>
                <a:path extrusionOk="0" h="354" w="608">
                  <a:moveTo>
                    <a:pt x="607" y="177"/>
                  </a:moveTo>
                  <a:lnTo>
                    <a:pt x="607" y="177"/>
                  </a:lnTo>
                  <a:cubicBezTo>
                    <a:pt x="607" y="184"/>
                    <a:pt x="607" y="184"/>
                    <a:pt x="607" y="184"/>
                  </a:cubicBezTo>
                  <a:cubicBezTo>
                    <a:pt x="607" y="190"/>
                    <a:pt x="607" y="190"/>
                    <a:pt x="600" y="197"/>
                  </a:cubicBezTo>
                  <a:cubicBezTo>
                    <a:pt x="593" y="204"/>
                    <a:pt x="586" y="211"/>
                    <a:pt x="579" y="218"/>
                  </a:cubicBezTo>
                  <a:cubicBezTo>
                    <a:pt x="544" y="254"/>
                    <a:pt x="501" y="289"/>
                    <a:pt x="452" y="310"/>
                  </a:cubicBezTo>
                  <a:cubicBezTo>
                    <a:pt x="424" y="331"/>
                    <a:pt x="388" y="338"/>
                    <a:pt x="360" y="346"/>
                  </a:cubicBezTo>
                  <a:cubicBezTo>
                    <a:pt x="318" y="353"/>
                    <a:pt x="283" y="353"/>
                    <a:pt x="247" y="346"/>
                  </a:cubicBezTo>
                  <a:cubicBezTo>
                    <a:pt x="219" y="338"/>
                    <a:pt x="190" y="331"/>
                    <a:pt x="162" y="317"/>
                  </a:cubicBezTo>
                  <a:cubicBezTo>
                    <a:pt x="240" y="268"/>
                    <a:pt x="240" y="268"/>
                    <a:pt x="240" y="268"/>
                  </a:cubicBezTo>
                  <a:cubicBezTo>
                    <a:pt x="261" y="282"/>
                    <a:pt x="283" y="289"/>
                    <a:pt x="304" y="289"/>
                  </a:cubicBezTo>
                  <a:cubicBezTo>
                    <a:pt x="367" y="289"/>
                    <a:pt x="417" y="239"/>
                    <a:pt x="417" y="177"/>
                  </a:cubicBezTo>
                  <a:cubicBezTo>
                    <a:pt x="417" y="163"/>
                    <a:pt x="417" y="156"/>
                    <a:pt x="417" y="149"/>
                  </a:cubicBezTo>
                  <a:cubicBezTo>
                    <a:pt x="516" y="85"/>
                    <a:pt x="516" y="85"/>
                    <a:pt x="516" y="85"/>
                  </a:cubicBezTo>
                  <a:cubicBezTo>
                    <a:pt x="523" y="92"/>
                    <a:pt x="530" y="92"/>
                    <a:pt x="537" y="99"/>
                  </a:cubicBezTo>
                  <a:cubicBezTo>
                    <a:pt x="558" y="120"/>
                    <a:pt x="579" y="142"/>
                    <a:pt x="600" y="163"/>
                  </a:cubicBezTo>
                  <a:cubicBezTo>
                    <a:pt x="607" y="170"/>
                    <a:pt x="607" y="170"/>
                    <a:pt x="607" y="177"/>
                  </a:cubicBezTo>
                  <a:close/>
                  <a:moveTo>
                    <a:pt x="304" y="232"/>
                  </a:moveTo>
                  <a:lnTo>
                    <a:pt x="304" y="232"/>
                  </a:lnTo>
                  <a:lnTo>
                    <a:pt x="297" y="232"/>
                  </a:lnTo>
                  <a:cubicBezTo>
                    <a:pt x="360" y="184"/>
                    <a:pt x="360" y="184"/>
                    <a:pt x="360" y="184"/>
                  </a:cubicBezTo>
                  <a:cubicBezTo>
                    <a:pt x="353" y="211"/>
                    <a:pt x="332" y="232"/>
                    <a:pt x="304" y="232"/>
                  </a:cubicBezTo>
                  <a:close/>
                  <a:moveTo>
                    <a:pt x="551" y="29"/>
                  </a:moveTo>
                  <a:lnTo>
                    <a:pt x="551" y="29"/>
                  </a:lnTo>
                  <a:cubicBezTo>
                    <a:pt x="63" y="353"/>
                    <a:pt x="63" y="353"/>
                    <a:pt x="63" y="353"/>
                  </a:cubicBezTo>
                  <a:lnTo>
                    <a:pt x="56" y="353"/>
                  </a:lnTo>
                  <a:cubicBezTo>
                    <a:pt x="49" y="353"/>
                    <a:pt x="42" y="346"/>
                    <a:pt x="42" y="338"/>
                  </a:cubicBezTo>
                  <a:cubicBezTo>
                    <a:pt x="42" y="331"/>
                    <a:pt x="42" y="331"/>
                    <a:pt x="49" y="324"/>
                  </a:cubicBezTo>
                  <a:cubicBezTo>
                    <a:pt x="537" y="7"/>
                    <a:pt x="537" y="7"/>
                    <a:pt x="537" y="7"/>
                  </a:cubicBezTo>
                  <a:cubicBezTo>
                    <a:pt x="544" y="7"/>
                    <a:pt x="544" y="7"/>
                    <a:pt x="544" y="7"/>
                  </a:cubicBezTo>
                  <a:cubicBezTo>
                    <a:pt x="551" y="7"/>
                    <a:pt x="558" y="14"/>
                    <a:pt x="558" y="21"/>
                  </a:cubicBezTo>
                  <a:cubicBezTo>
                    <a:pt x="558" y="21"/>
                    <a:pt x="558" y="29"/>
                    <a:pt x="551" y="29"/>
                  </a:cubicBezTo>
                  <a:close/>
                  <a:moveTo>
                    <a:pt x="304" y="120"/>
                  </a:moveTo>
                  <a:lnTo>
                    <a:pt x="304" y="120"/>
                  </a:lnTo>
                  <a:cubicBezTo>
                    <a:pt x="311" y="120"/>
                    <a:pt x="318" y="120"/>
                    <a:pt x="325" y="120"/>
                  </a:cubicBezTo>
                  <a:cubicBezTo>
                    <a:pt x="247" y="170"/>
                    <a:pt x="247" y="170"/>
                    <a:pt x="247" y="170"/>
                  </a:cubicBezTo>
                  <a:cubicBezTo>
                    <a:pt x="254" y="142"/>
                    <a:pt x="275" y="120"/>
                    <a:pt x="304" y="120"/>
                  </a:cubicBezTo>
                  <a:close/>
                  <a:moveTo>
                    <a:pt x="374" y="85"/>
                  </a:moveTo>
                  <a:lnTo>
                    <a:pt x="374" y="85"/>
                  </a:lnTo>
                  <a:cubicBezTo>
                    <a:pt x="353" y="71"/>
                    <a:pt x="332" y="64"/>
                    <a:pt x="304" y="64"/>
                  </a:cubicBezTo>
                  <a:cubicBezTo>
                    <a:pt x="240" y="64"/>
                    <a:pt x="190" y="113"/>
                    <a:pt x="190" y="177"/>
                  </a:cubicBezTo>
                  <a:cubicBezTo>
                    <a:pt x="190" y="184"/>
                    <a:pt x="198" y="190"/>
                    <a:pt x="198" y="204"/>
                  </a:cubicBezTo>
                  <a:cubicBezTo>
                    <a:pt x="99" y="268"/>
                    <a:pt x="99" y="268"/>
                    <a:pt x="99" y="268"/>
                  </a:cubicBezTo>
                  <a:cubicBezTo>
                    <a:pt x="92" y="268"/>
                    <a:pt x="92" y="268"/>
                    <a:pt x="92" y="268"/>
                  </a:cubicBezTo>
                  <a:cubicBezTo>
                    <a:pt x="85" y="268"/>
                    <a:pt x="85" y="261"/>
                    <a:pt x="77" y="261"/>
                  </a:cubicBezTo>
                  <a:cubicBezTo>
                    <a:pt x="56" y="239"/>
                    <a:pt x="28" y="218"/>
                    <a:pt x="14" y="197"/>
                  </a:cubicBezTo>
                  <a:cubicBezTo>
                    <a:pt x="0" y="184"/>
                    <a:pt x="0" y="170"/>
                    <a:pt x="14" y="163"/>
                  </a:cubicBezTo>
                  <a:cubicBezTo>
                    <a:pt x="14" y="156"/>
                    <a:pt x="21" y="149"/>
                    <a:pt x="28" y="142"/>
                  </a:cubicBezTo>
                  <a:cubicBezTo>
                    <a:pt x="70" y="106"/>
                    <a:pt x="113" y="71"/>
                    <a:pt x="162" y="43"/>
                  </a:cubicBezTo>
                  <a:cubicBezTo>
                    <a:pt x="190" y="29"/>
                    <a:pt x="219" y="14"/>
                    <a:pt x="254" y="7"/>
                  </a:cubicBezTo>
                  <a:cubicBezTo>
                    <a:pt x="290" y="0"/>
                    <a:pt x="325" y="0"/>
                    <a:pt x="367" y="14"/>
                  </a:cubicBezTo>
                  <a:cubicBezTo>
                    <a:pt x="396" y="14"/>
                    <a:pt x="417" y="29"/>
                    <a:pt x="445" y="43"/>
                  </a:cubicBezTo>
                  <a:cubicBezTo>
                    <a:pt x="438" y="43"/>
                    <a:pt x="438" y="43"/>
                    <a:pt x="438" y="43"/>
                  </a:cubicBezTo>
                  <a:lnTo>
                    <a:pt x="374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5"/>
            <p:cNvSpPr/>
            <p:nvPr/>
          </p:nvSpPr>
          <p:spPr>
            <a:xfrm>
              <a:off x="3276416" y="894555"/>
              <a:ext cx="219067" cy="127000"/>
            </a:xfrm>
            <a:custGeom>
              <a:rect b="b" l="l" r="r" t="t"/>
              <a:pathLst>
                <a:path extrusionOk="0" h="354" w="608">
                  <a:moveTo>
                    <a:pt x="607" y="177"/>
                  </a:moveTo>
                  <a:lnTo>
                    <a:pt x="607" y="177"/>
                  </a:lnTo>
                  <a:cubicBezTo>
                    <a:pt x="607" y="184"/>
                    <a:pt x="607" y="184"/>
                    <a:pt x="607" y="184"/>
                  </a:cubicBezTo>
                  <a:cubicBezTo>
                    <a:pt x="607" y="190"/>
                    <a:pt x="600" y="190"/>
                    <a:pt x="600" y="197"/>
                  </a:cubicBezTo>
                  <a:cubicBezTo>
                    <a:pt x="593" y="204"/>
                    <a:pt x="586" y="211"/>
                    <a:pt x="579" y="218"/>
                  </a:cubicBezTo>
                  <a:cubicBezTo>
                    <a:pt x="544" y="254"/>
                    <a:pt x="494" y="289"/>
                    <a:pt x="452" y="310"/>
                  </a:cubicBezTo>
                  <a:cubicBezTo>
                    <a:pt x="424" y="331"/>
                    <a:pt x="388" y="338"/>
                    <a:pt x="353" y="346"/>
                  </a:cubicBezTo>
                  <a:cubicBezTo>
                    <a:pt x="318" y="353"/>
                    <a:pt x="282" y="353"/>
                    <a:pt x="247" y="346"/>
                  </a:cubicBezTo>
                  <a:cubicBezTo>
                    <a:pt x="183" y="331"/>
                    <a:pt x="127" y="296"/>
                    <a:pt x="70" y="261"/>
                  </a:cubicBezTo>
                  <a:cubicBezTo>
                    <a:pt x="49" y="239"/>
                    <a:pt x="28" y="218"/>
                    <a:pt x="7" y="197"/>
                  </a:cubicBezTo>
                  <a:cubicBezTo>
                    <a:pt x="0" y="184"/>
                    <a:pt x="0" y="170"/>
                    <a:pt x="7" y="163"/>
                  </a:cubicBezTo>
                  <a:cubicBezTo>
                    <a:pt x="14" y="156"/>
                    <a:pt x="21" y="149"/>
                    <a:pt x="28" y="142"/>
                  </a:cubicBezTo>
                  <a:cubicBezTo>
                    <a:pt x="63" y="106"/>
                    <a:pt x="113" y="71"/>
                    <a:pt x="155" y="43"/>
                  </a:cubicBezTo>
                  <a:cubicBezTo>
                    <a:pt x="183" y="29"/>
                    <a:pt x="219" y="14"/>
                    <a:pt x="254" y="7"/>
                  </a:cubicBezTo>
                  <a:cubicBezTo>
                    <a:pt x="290" y="0"/>
                    <a:pt x="325" y="0"/>
                    <a:pt x="360" y="14"/>
                  </a:cubicBezTo>
                  <a:cubicBezTo>
                    <a:pt x="424" y="21"/>
                    <a:pt x="480" y="57"/>
                    <a:pt x="530" y="99"/>
                  </a:cubicBezTo>
                  <a:cubicBezTo>
                    <a:pt x="558" y="120"/>
                    <a:pt x="579" y="142"/>
                    <a:pt x="600" y="163"/>
                  </a:cubicBezTo>
                  <a:cubicBezTo>
                    <a:pt x="600" y="170"/>
                    <a:pt x="607" y="170"/>
                    <a:pt x="607" y="177"/>
                  </a:cubicBezTo>
                  <a:close/>
                  <a:moveTo>
                    <a:pt x="304" y="64"/>
                  </a:moveTo>
                  <a:lnTo>
                    <a:pt x="304" y="64"/>
                  </a:lnTo>
                  <a:cubicBezTo>
                    <a:pt x="240" y="64"/>
                    <a:pt x="190" y="113"/>
                    <a:pt x="190" y="177"/>
                  </a:cubicBezTo>
                  <a:cubicBezTo>
                    <a:pt x="190" y="239"/>
                    <a:pt x="240" y="289"/>
                    <a:pt x="304" y="289"/>
                  </a:cubicBezTo>
                  <a:cubicBezTo>
                    <a:pt x="367" y="289"/>
                    <a:pt x="417" y="239"/>
                    <a:pt x="417" y="177"/>
                  </a:cubicBezTo>
                  <a:cubicBezTo>
                    <a:pt x="417" y="113"/>
                    <a:pt x="367" y="64"/>
                    <a:pt x="304" y="64"/>
                  </a:cubicBezTo>
                  <a:close/>
                  <a:moveTo>
                    <a:pt x="304" y="232"/>
                  </a:moveTo>
                  <a:lnTo>
                    <a:pt x="304" y="232"/>
                  </a:lnTo>
                  <a:cubicBezTo>
                    <a:pt x="275" y="232"/>
                    <a:pt x="247" y="204"/>
                    <a:pt x="247" y="177"/>
                  </a:cubicBezTo>
                  <a:cubicBezTo>
                    <a:pt x="247" y="142"/>
                    <a:pt x="275" y="120"/>
                    <a:pt x="304" y="120"/>
                  </a:cubicBezTo>
                  <a:cubicBezTo>
                    <a:pt x="332" y="120"/>
                    <a:pt x="360" y="142"/>
                    <a:pt x="360" y="177"/>
                  </a:cubicBezTo>
                  <a:cubicBezTo>
                    <a:pt x="360" y="204"/>
                    <a:pt x="332" y="232"/>
                    <a:pt x="304" y="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5"/>
            <p:cNvSpPr/>
            <p:nvPr/>
          </p:nvSpPr>
          <p:spPr>
            <a:xfrm>
              <a:off x="2898605" y="858042"/>
              <a:ext cx="215892" cy="203200"/>
            </a:xfrm>
            <a:custGeom>
              <a:rect b="b" l="l" r="r" t="t"/>
              <a:pathLst>
                <a:path extrusionOk="0" h="566" w="601">
                  <a:moveTo>
                    <a:pt x="494" y="565"/>
                  </a:moveTo>
                  <a:lnTo>
                    <a:pt x="494" y="565"/>
                  </a:lnTo>
                  <a:cubicBezTo>
                    <a:pt x="466" y="536"/>
                    <a:pt x="466" y="536"/>
                    <a:pt x="466" y="536"/>
                  </a:cubicBezTo>
                  <a:cubicBezTo>
                    <a:pt x="530" y="466"/>
                    <a:pt x="565" y="381"/>
                    <a:pt x="565" y="283"/>
                  </a:cubicBezTo>
                  <a:cubicBezTo>
                    <a:pt x="565" y="184"/>
                    <a:pt x="530" y="99"/>
                    <a:pt x="466" y="28"/>
                  </a:cubicBezTo>
                  <a:cubicBezTo>
                    <a:pt x="494" y="0"/>
                    <a:pt x="494" y="0"/>
                    <a:pt x="494" y="0"/>
                  </a:cubicBezTo>
                  <a:cubicBezTo>
                    <a:pt x="565" y="78"/>
                    <a:pt x="600" y="177"/>
                    <a:pt x="600" y="283"/>
                  </a:cubicBezTo>
                  <a:cubicBezTo>
                    <a:pt x="600" y="388"/>
                    <a:pt x="565" y="487"/>
                    <a:pt x="494" y="565"/>
                  </a:cubicBezTo>
                  <a:close/>
                  <a:moveTo>
                    <a:pt x="424" y="487"/>
                  </a:moveTo>
                  <a:lnTo>
                    <a:pt x="424" y="487"/>
                  </a:lnTo>
                  <a:cubicBezTo>
                    <a:pt x="395" y="459"/>
                    <a:pt x="395" y="459"/>
                    <a:pt x="395" y="459"/>
                  </a:cubicBezTo>
                  <a:cubicBezTo>
                    <a:pt x="438" y="416"/>
                    <a:pt x="459" y="353"/>
                    <a:pt x="459" y="283"/>
                  </a:cubicBezTo>
                  <a:cubicBezTo>
                    <a:pt x="459" y="212"/>
                    <a:pt x="438" y="149"/>
                    <a:pt x="395" y="106"/>
                  </a:cubicBezTo>
                  <a:cubicBezTo>
                    <a:pt x="424" y="78"/>
                    <a:pt x="424" y="78"/>
                    <a:pt x="424" y="78"/>
                  </a:cubicBezTo>
                  <a:cubicBezTo>
                    <a:pt x="466" y="135"/>
                    <a:pt x="501" y="205"/>
                    <a:pt x="501" y="283"/>
                  </a:cubicBezTo>
                  <a:cubicBezTo>
                    <a:pt x="501" y="360"/>
                    <a:pt x="466" y="430"/>
                    <a:pt x="424" y="487"/>
                  </a:cubicBezTo>
                  <a:close/>
                  <a:moveTo>
                    <a:pt x="346" y="416"/>
                  </a:moveTo>
                  <a:lnTo>
                    <a:pt x="346" y="416"/>
                  </a:lnTo>
                  <a:cubicBezTo>
                    <a:pt x="318" y="388"/>
                    <a:pt x="318" y="388"/>
                    <a:pt x="318" y="388"/>
                  </a:cubicBezTo>
                  <a:cubicBezTo>
                    <a:pt x="346" y="360"/>
                    <a:pt x="360" y="324"/>
                    <a:pt x="360" y="283"/>
                  </a:cubicBezTo>
                  <a:cubicBezTo>
                    <a:pt x="360" y="241"/>
                    <a:pt x="346" y="205"/>
                    <a:pt x="318" y="177"/>
                  </a:cubicBezTo>
                  <a:cubicBezTo>
                    <a:pt x="346" y="149"/>
                    <a:pt x="346" y="149"/>
                    <a:pt x="346" y="149"/>
                  </a:cubicBezTo>
                  <a:cubicBezTo>
                    <a:pt x="374" y="184"/>
                    <a:pt x="395" y="233"/>
                    <a:pt x="395" y="283"/>
                  </a:cubicBezTo>
                  <a:cubicBezTo>
                    <a:pt x="395" y="331"/>
                    <a:pt x="374" y="381"/>
                    <a:pt x="346" y="416"/>
                  </a:cubicBezTo>
                  <a:close/>
                  <a:moveTo>
                    <a:pt x="233" y="430"/>
                  </a:moveTo>
                  <a:lnTo>
                    <a:pt x="233" y="430"/>
                  </a:lnTo>
                  <a:cubicBezTo>
                    <a:pt x="226" y="430"/>
                    <a:pt x="226" y="430"/>
                    <a:pt x="219" y="43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8" y="360"/>
                    <a:pt x="28" y="360"/>
                    <a:pt x="28" y="360"/>
                  </a:cubicBezTo>
                  <a:cubicBezTo>
                    <a:pt x="14" y="360"/>
                    <a:pt x="0" y="345"/>
                    <a:pt x="0" y="331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219"/>
                    <a:pt x="14" y="205"/>
                    <a:pt x="28" y="205"/>
                  </a:cubicBezTo>
                  <a:cubicBezTo>
                    <a:pt x="120" y="205"/>
                    <a:pt x="120" y="205"/>
                    <a:pt x="120" y="205"/>
                  </a:cubicBezTo>
                  <a:cubicBezTo>
                    <a:pt x="219" y="128"/>
                    <a:pt x="219" y="128"/>
                    <a:pt x="219" y="128"/>
                  </a:cubicBezTo>
                  <a:cubicBezTo>
                    <a:pt x="226" y="128"/>
                    <a:pt x="226" y="120"/>
                    <a:pt x="233" y="120"/>
                  </a:cubicBezTo>
                  <a:cubicBezTo>
                    <a:pt x="254" y="120"/>
                    <a:pt x="261" y="135"/>
                    <a:pt x="261" y="149"/>
                  </a:cubicBezTo>
                  <a:cubicBezTo>
                    <a:pt x="261" y="233"/>
                    <a:pt x="261" y="233"/>
                    <a:pt x="261" y="233"/>
                  </a:cubicBezTo>
                  <a:cubicBezTo>
                    <a:pt x="261" y="303"/>
                    <a:pt x="261" y="303"/>
                    <a:pt x="261" y="303"/>
                  </a:cubicBezTo>
                  <a:cubicBezTo>
                    <a:pt x="261" y="331"/>
                    <a:pt x="261" y="331"/>
                    <a:pt x="261" y="331"/>
                  </a:cubicBezTo>
                  <a:cubicBezTo>
                    <a:pt x="261" y="360"/>
                    <a:pt x="261" y="360"/>
                    <a:pt x="261" y="360"/>
                  </a:cubicBezTo>
                  <a:cubicBezTo>
                    <a:pt x="261" y="402"/>
                    <a:pt x="261" y="402"/>
                    <a:pt x="261" y="402"/>
                  </a:cubicBezTo>
                  <a:cubicBezTo>
                    <a:pt x="261" y="423"/>
                    <a:pt x="254" y="430"/>
                    <a:pt x="233" y="4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5"/>
            <p:cNvSpPr/>
            <p:nvPr/>
          </p:nvSpPr>
          <p:spPr>
            <a:xfrm>
              <a:off x="2519205" y="886617"/>
              <a:ext cx="177794" cy="147638"/>
            </a:xfrm>
            <a:custGeom>
              <a:rect b="b" l="l" r="r" t="t"/>
              <a:pathLst>
                <a:path extrusionOk="0" h="410" w="495">
                  <a:moveTo>
                    <a:pt x="417" y="409"/>
                  </a:moveTo>
                  <a:lnTo>
                    <a:pt x="417" y="409"/>
                  </a:lnTo>
                  <a:cubicBezTo>
                    <a:pt x="388" y="381"/>
                    <a:pt x="388" y="381"/>
                    <a:pt x="388" y="381"/>
                  </a:cubicBezTo>
                  <a:cubicBezTo>
                    <a:pt x="431" y="338"/>
                    <a:pt x="459" y="275"/>
                    <a:pt x="459" y="205"/>
                  </a:cubicBezTo>
                  <a:cubicBezTo>
                    <a:pt x="459" y="134"/>
                    <a:pt x="431" y="71"/>
                    <a:pt x="388" y="28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66" y="57"/>
                    <a:pt x="494" y="127"/>
                    <a:pt x="494" y="205"/>
                  </a:cubicBezTo>
                  <a:cubicBezTo>
                    <a:pt x="494" y="282"/>
                    <a:pt x="466" y="352"/>
                    <a:pt x="417" y="409"/>
                  </a:cubicBezTo>
                  <a:close/>
                  <a:moveTo>
                    <a:pt x="346" y="338"/>
                  </a:moveTo>
                  <a:lnTo>
                    <a:pt x="346" y="338"/>
                  </a:lnTo>
                  <a:cubicBezTo>
                    <a:pt x="318" y="310"/>
                    <a:pt x="318" y="310"/>
                    <a:pt x="318" y="310"/>
                  </a:cubicBezTo>
                  <a:cubicBezTo>
                    <a:pt x="339" y="282"/>
                    <a:pt x="353" y="246"/>
                    <a:pt x="353" y="205"/>
                  </a:cubicBezTo>
                  <a:cubicBezTo>
                    <a:pt x="353" y="163"/>
                    <a:pt x="339" y="127"/>
                    <a:pt x="318" y="99"/>
                  </a:cubicBezTo>
                  <a:cubicBezTo>
                    <a:pt x="346" y="71"/>
                    <a:pt x="346" y="71"/>
                    <a:pt x="346" y="71"/>
                  </a:cubicBezTo>
                  <a:cubicBezTo>
                    <a:pt x="374" y="106"/>
                    <a:pt x="395" y="155"/>
                    <a:pt x="395" y="205"/>
                  </a:cubicBezTo>
                  <a:cubicBezTo>
                    <a:pt x="395" y="253"/>
                    <a:pt x="374" y="303"/>
                    <a:pt x="346" y="338"/>
                  </a:cubicBezTo>
                  <a:close/>
                  <a:moveTo>
                    <a:pt x="233" y="352"/>
                  </a:moveTo>
                  <a:lnTo>
                    <a:pt x="233" y="352"/>
                  </a:lnTo>
                  <a:cubicBezTo>
                    <a:pt x="226" y="352"/>
                    <a:pt x="219" y="352"/>
                    <a:pt x="219" y="352"/>
                  </a:cubicBezTo>
                  <a:cubicBezTo>
                    <a:pt x="120" y="282"/>
                    <a:pt x="120" y="282"/>
                    <a:pt x="120" y="282"/>
                  </a:cubicBezTo>
                  <a:cubicBezTo>
                    <a:pt x="28" y="282"/>
                    <a:pt x="28" y="282"/>
                    <a:pt x="28" y="282"/>
                  </a:cubicBezTo>
                  <a:cubicBezTo>
                    <a:pt x="7" y="282"/>
                    <a:pt x="0" y="267"/>
                    <a:pt x="0" y="253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41"/>
                    <a:pt x="7" y="127"/>
                    <a:pt x="28" y="127"/>
                  </a:cubicBezTo>
                  <a:cubicBezTo>
                    <a:pt x="120" y="127"/>
                    <a:pt x="120" y="127"/>
                    <a:pt x="120" y="127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9" y="50"/>
                    <a:pt x="226" y="42"/>
                    <a:pt x="233" y="42"/>
                  </a:cubicBezTo>
                  <a:cubicBezTo>
                    <a:pt x="247" y="42"/>
                    <a:pt x="261" y="57"/>
                    <a:pt x="261" y="71"/>
                  </a:cubicBezTo>
                  <a:cubicBezTo>
                    <a:pt x="261" y="155"/>
                    <a:pt x="261" y="155"/>
                    <a:pt x="261" y="155"/>
                  </a:cubicBezTo>
                  <a:cubicBezTo>
                    <a:pt x="261" y="225"/>
                    <a:pt x="261" y="225"/>
                    <a:pt x="261" y="225"/>
                  </a:cubicBezTo>
                  <a:cubicBezTo>
                    <a:pt x="261" y="253"/>
                    <a:pt x="261" y="253"/>
                    <a:pt x="261" y="253"/>
                  </a:cubicBezTo>
                  <a:cubicBezTo>
                    <a:pt x="261" y="282"/>
                    <a:pt x="261" y="282"/>
                    <a:pt x="261" y="282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45"/>
                    <a:pt x="247" y="352"/>
                    <a:pt x="233" y="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5"/>
            <p:cNvSpPr/>
            <p:nvPr/>
          </p:nvSpPr>
          <p:spPr>
            <a:xfrm>
              <a:off x="2136632" y="900905"/>
              <a:ext cx="142870" cy="112712"/>
            </a:xfrm>
            <a:custGeom>
              <a:rect b="b" l="l" r="r" t="t"/>
              <a:pathLst>
                <a:path extrusionOk="0" h="311" w="397">
                  <a:moveTo>
                    <a:pt x="354" y="296"/>
                  </a:moveTo>
                  <a:lnTo>
                    <a:pt x="354" y="296"/>
                  </a:lnTo>
                  <a:cubicBezTo>
                    <a:pt x="326" y="268"/>
                    <a:pt x="326" y="268"/>
                    <a:pt x="326" y="268"/>
                  </a:cubicBezTo>
                  <a:cubicBezTo>
                    <a:pt x="347" y="240"/>
                    <a:pt x="361" y="204"/>
                    <a:pt x="361" y="163"/>
                  </a:cubicBezTo>
                  <a:cubicBezTo>
                    <a:pt x="361" y="121"/>
                    <a:pt x="347" y="85"/>
                    <a:pt x="326" y="57"/>
                  </a:cubicBezTo>
                  <a:cubicBezTo>
                    <a:pt x="354" y="29"/>
                    <a:pt x="354" y="29"/>
                    <a:pt x="354" y="29"/>
                  </a:cubicBezTo>
                  <a:cubicBezTo>
                    <a:pt x="382" y="64"/>
                    <a:pt x="396" y="113"/>
                    <a:pt x="396" y="163"/>
                  </a:cubicBezTo>
                  <a:cubicBezTo>
                    <a:pt x="396" y="211"/>
                    <a:pt x="382" y="261"/>
                    <a:pt x="354" y="296"/>
                  </a:cubicBezTo>
                  <a:close/>
                  <a:moveTo>
                    <a:pt x="241" y="310"/>
                  </a:moveTo>
                  <a:lnTo>
                    <a:pt x="241" y="310"/>
                  </a:lnTo>
                  <a:cubicBezTo>
                    <a:pt x="234" y="310"/>
                    <a:pt x="226" y="310"/>
                    <a:pt x="219" y="310"/>
                  </a:cubicBezTo>
                  <a:cubicBezTo>
                    <a:pt x="128" y="240"/>
                    <a:pt x="128" y="240"/>
                    <a:pt x="128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15" y="240"/>
                    <a:pt x="0" y="225"/>
                    <a:pt x="0" y="21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219" y="8"/>
                    <a:pt x="219" y="8"/>
                    <a:pt x="219" y="8"/>
                  </a:cubicBezTo>
                  <a:cubicBezTo>
                    <a:pt x="226" y="8"/>
                    <a:pt x="234" y="0"/>
                    <a:pt x="241" y="0"/>
                  </a:cubicBezTo>
                  <a:cubicBezTo>
                    <a:pt x="255" y="0"/>
                    <a:pt x="269" y="15"/>
                    <a:pt x="269" y="29"/>
                  </a:cubicBezTo>
                  <a:cubicBezTo>
                    <a:pt x="269" y="113"/>
                    <a:pt x="269" y="113"/>
                    <a:pt x="269" y="113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69" y="211"/>
                    <a:pt x="269" y="211"/>
                    <a:pt x="269" y="211"/>
                  </a:cubicBezTo>
                  <a:cubicBezTo>
                    <a:pt x="269" y="240"/>
                    <a:pt x="269" y="240"/>
                    <a:pt x="269" y="240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303"/>
                    <a:pt x="255" y="310"/>
                    <a:pt x="241" y="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5"/>
            <p:cNvSpPr/>
            <p:nvPr/>
          </p:nvSpPr>
          <p:spPr>
            <a:xfrm>
              <a:off x="1779457" y="900905"/>
              <a:ext cx="176207" cy="112712"/>
            </a:xfrm>
            <a:custGeom>
              <a:rect b="b" l="l" r="r" t="t"/>
              <a:pathLst>
                <a:path extrusionOk="0" h="311" w="488">
                  <a:moveTo>
                    <a:pt x="480" y="128"/>
                  </a:moveTo>
                  <a:lnTo>
                    <a:pt x="480" y="128"/>
                  </a:lnTo>
                  <a:cubicBezTo>
                    <a:pt x="445" y="163"/>
                    <a:pt x="445" y="163"/>
                    <a:pt x="445" y="163"/>
                  </a:cubicBezTo>
                  <a:cubicBezTo>
                    <a:pt x="480" y="197"/>
                    <a:pt x="480" y="197"/>
                    <a:pt x="480" y="197"/>
                  </a:cubicBezTo>
                  <a:cubicBezTo>
                    <a:pt x="487" y="204"/>
                    <a:pt x="487" y="211"/>
                    <a:pt x="487" y="218"/>
                  </a:cubicBezTo>
                  <a:cubicBezTo>
                    <a:pt x="487" y="233"/>
                    <a:pt x="480" y="247"/>
                    <a:pt x="459" y="247"/>
                  </a:cubicBezTo>
                  <a:cubicBezTo>
                    <a:pt x="452" y="247"/>
                    <a:pt x="445" y="247"/>
                    <a:pt x="445" y="240"/>
                  </a:cubicBezTo>
                  <a:cubicBezTo>
                    <a:pt x="403" y="204"/>
                    <a:pt x="403" y="204"/>
                    <a:pt x="403" y="204"/>
                  </a:cubicBezTo>
                  <a:cubicBezTo>
                    <a:pt x="367" y="240"/>
                    <a:pt x="367" y="240"/>
                    <a:pt x="367" y="240"/>
                  </a:cubicBezTo>
                  <a:cubicBezTo>
                    <a:pt x="360" y="247"/>
                    <a:pt x="353" y="247"/>
                    <a:pt x="346" y="247"/>
                  </a:cubicBezTo>
                  <a:cubicBezTo>
                    <a:pt x="332" y="247"/>
                    <a:pt x="318" y="233"/>
                    <a:pt x="318" y="218"/>
                  </a:cubicBezTo>
                  <a:cubicBezTo>
                    <a:pt x="318" y="211"/>
                    <a:pt x="325" y="204"/>
                    <a:pt x="332" y="197"/>
                  </a:cubicBezTo>
                  <a:cubicBezTo>
                    <a:pt x="367" y="163"/>
                    <a:pt x="367" y="163"/>
                    <a:pt x="367" y="163"/>
                  </a:cubicBezTo>
                  <a:cubicBezTo>
                    <a:pt x="332" y="128"/>
                    <a:pt x="332" y="128"/>
                    <a:pt x="332" y="128"/>
                  </a:cubicBezTo>
                  <a:cubicBezTo>
                    <a:pt x="325" y="121"/>
                    <a:pt x="318" y="113"/>
                    <a:pt x="318" y="106"/>
                  </a:cubicBezTo>
                  <a:cubicBezTo>
                    <a:pt x="318" y="92"/>
                    <a:pt x="332" y="78"/>
                    <a:pt x="346" y="78"/>
                  </a:cubicBezTo>
                  <a:cubicBezTo>
                    <a:pt x="353" y="78"/>
                    <a:pt x="360" y="78"/>
                    <a:pt x="367" y="85"/>
                  </a:cubicBezTo>
                  <a:cubicBezTo>
                    <a:pt x="403" y="121"/>
                    <a:pt x="403" y="121"/>
                    <a:pt x="403" y="121"/>
                  </a:cubicBezTo>
                  <a:cubicBezTo>
                    <a:pt x="445" y="85"/>
                    <a:pt x="445" y="85"/>
                    <a:pt x="445" y="85"/>
                  </a:cubicBezTo>
                  <a:cubicBezTo>
                    <a:pt x="445" y="78"/>
                    <a:pt x="452" y="78"/>
                    <a:pt x="459" y="78"/>
                  </a:cubicBezTo>
                  <a:cubicBezTo>
                    <a:pt x="480" y="78"/>
                    <a:pt x="487" y="92"/>
                    <a:pt x="487" y="106"/>
                  </a:cubicBezTo>
                  <a:cubicBezTo>
                    <a:pt x="487" y="113"/>
                    <a:pt x="487" y="121"/>
                    <a:pt x="480" y="128"/>
                  </a:cubicBezTo>
                  <a:close/>
                  <a:moveTo>
                    <a:pt x="233" y="310"/>
                  </a:moveTo>
                  <a:lnTo>
                    <a:pt x="233" y="310"/>
                  </a:lnTo>
                  <a:cubicBezTo>
                    <a:pt x="226" y="310"/>
                    <a:pt x="226" y="310"/>
                    <a:pt x="219" y="310"/>
                  </a:cubicBezTo>
                  <a:cubicBezTo>
                    <a:pt x="120" y="240"/>
                    <a:pt x="120" y="240"/>
                    <a:pt x="120" y="240"/>
                  </a:cubicBezTo>
                  <a:cubicBezTo>
                    <a:pt x="28" y="240"/>
                    <a:pt x="28" y="240"/>
                    <a:pt x="28" y="240"/>
                  </a:cubicBezTo>
                  <a:cubicBezTo>
                    <a:pt x="14" y="240"/>
                    <a:pt x="0" y="225"/>
                    <a:pt x="0" y="21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9"/>
                    <a:pt x="14" y="85"/>
                    <a:pt x="28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219" y="8"/>
                    <a:pt x="219" y="8"/>
                    <a:pt x="219" y="8"/>
                  </a:cubicBezTo>
                  <a:cubicBezTo>
                    <a:pt x="226" y="8"/>
                    <a:pt x="226" y="0"/>
                    <a:pt x="233" y="0"/>
                  </a:cubicBezTo>
                  <a:cubicBezTo>
                    <a:pt x="254" y="0"/>
                    <a:pt x="261" y="15"/>
                    <a:pt x="261" y="29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83"/>
                    <a:pt x="261" y="183"/>
                    <a:pt x="261" y="183"/>
                  </a:cubicBezTo>
                  <a:cubicBezTo>
                    <a:pt x="261" y="211"/>
                    <a:pt x="261" y="211"/>
                    <a:pt x="261" y="211"/>
                  </a:cubicBezTo>
                  <a:cubicBezTo>
                    <a:pt x="261" y="240"/>
                    <a:pt x="261" y="240"/>
                    <a:pt x="261" y="240"/>
                  </a:cubicBezTo>
                  <a:cubicBezTo>
                    <a:pt x="261" y="282"/>
                    <a:pt x="261" y="282"/>
                    <a:pt x="261" y="282"/>
                  </a:cubicBezTo>
                  <a:cubicBezTo>
                    <a:pt x="261" y="303"/>
                    <a:pt x="254" y="310"/>
                    <a:pt x="233" y="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5"/>
            <p:cNvSpPr/>
            <p:nvPr/>
          </p:nvSpPr>
          <p:spPr>
            <a:xfrm>
              <a:off x="1400059" y="900905"/>
              <a:ext cx="176206" cy="112712"/>
            </a:xfrm>
            <a:custGeom>
              <a:rect b="b" l="l" r="r" t="t"/>
              <a:pathLst>
                <a:path extrusionOk="0" h="311" w="488">
                  <a:moveTo>
                    <a:pt x="459" y="190"/>
                  </a:moveTo>
                  <a:lnTo>
                    <a:pt x="459" y="190"/>
                  </a:lnTo>
                  <a:cubicBezTo>
                    <a:pt x="346" y="190"/>
                    <a:pt x="346" y="190"/>
                    <a:pt x="346" y="190"/>
                  </a:cubicBezTo>
                  <a:cubicBezTo>
                    <a:pt x="332" y="190"/>
                    <a:pt x="318" y="176"/>
                    <a:pt x="318" y="163"/>
                  </a:cubicBezTo>
                  <a:cubicBezTo>
                    <a:pt x="318" y="149"/>
                    <a:pt x="332" y="135"/>
                    <a:pt x="346" y="135"/>
                  </a:cubicBezTo>
                  <a:cubicBezTo>
                    <a:pt x="459" y="135"/>
                    <a:pt x="459" y="135"/>
                    <a:pt x="459" y="135"/>
                  </a:cubicBezTo>
                  <a:cubicBezTo>
                    <a:pt x="473" y="135"/>
                    <a:pt x="487" y="149"/>
                    <a:pt x="487" y="163"/>
                  </a:cubicBezTo>
                  <a:cubicBezTo>
                    <a:pt x="487" y="176"/>
                    <a:pt x="473" y="190"/>
                    <a:pt x="459" y="190"/>
                  </a:cubicBezTo>
                  <a:close/>
                  <a:moveTo>
                    <a:pt x="233" y="310"/>
                  </a:moveTo>
                  <a:lnTo>
                    <a:pt x="233" y="310"/>
                  </a:lnTo>
                  <a:cubicBezTo>
                    <a:pt x="226" y="310"/>
                    <a:pt x="219" y="310"/>
                    <a:pt x="219" y="310"/>
                  </a:cubicBezTo>
                  <a:cubicBezTo>
                    <a:pt x="120" y="240"/>
                    <a:pt x="120" y="240"/>
                    <a:pt x="120" y="240"/>
                  </a:cubicBezTo>
                  <a:cubicBezTo>
                    <a:pt x="28" y="240"/>
                    <a:pt x="28" y="240"/>
                    <a:pt x="28" y="240"/>
                  </a:cubicBezTo>
                  <a:cubicBezTo>
                    <a:pt x="7" y="240"/>
                    <a:pt x="0" y="225"/>
                    <a:pt x="0" y="21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9"/>
                    <a:pt x="7" y="85"/>
                    <a:pt x="28" y="85"/>
                  </a:cubicBezTo>
                  <a:cubicBezTo>
                    <a:pt x="120" y="85"/>
                    <a:pt x="120" y="85"/>
                    <a:pt x="120" y="85"/>
                  </a:cubicBezTo>
                  <a:cubicBezTo>
                    <a:pt x="212" y="8"/>
                    <a:pt x="212" y="8"/>
                    <a:pt x="212" y="8"/>
                  </a:cubicBezTo>
                  <a:cubicBezTo>
                    <a:pt x="219" y="8"/>
                    <a:pt x="226" y="0"/>
                    <a:pt x="233" y="0"/>
                  </a:cubicBezTo>
                  <a:cubicBezTo>
                    <a:pt x="247" y="0"/>
                    <a:pt x="261" y="15"/>
                    <a:pt x="261" y="29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83"/>
                    <a:pt x="261" y="183"/>
                    <a:pt x="261" y="183"/>
                  </a:cubicBezTo>
                  <a:cubicBezTo>
                    <a:pt x="261" y="211"/>
                    <a:pt x="261" y="211"/>
                    <a:pt x="261" y="211"/>
                  </a:cubicBezTo>
                  <a:cubicBezTo>
                    <a:pt x="261" y="240"/>
                    <a:pt x="261" y="240"/>
                    <a:pt x="261" y="240"/>
                  </a:cubicBezTo>
                  <a:cubicBezTo>
                    <a:pt x="261" y="282"/>
                    <a:pt x="261" y="282"/>
                    <a:pt x="261" y="282"/>
                  </a:cubicBezTo>
                  <a:cubicBezTo>
                    <a:pt x="261" y="303"/>
                    <a:pt x="247" y="310"/>
                    <a:pt x="233" y="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5"/>
            <p:cNvSpPr/>
            <p:nvPr/>
          </p:nvSpPr>
          <p:spPr>
            <a:xfrm>
              <a:off x="1017485" y="900905"/>
              <a:ext cx="177794" cy="112712"/>
            </a:xfrm>
            <a:custGeom>
              <a:rect b="b" l="l" r="r" t="t"/>
              <a:pathLst>
                <a:path extrusionOk="0" h="311" w="495">
                  <a:moveTo>
                    <a:pt x="466" y="190"/>
                  </a:moveTo>
                  <a:lnTo>
                    <a:pt x="466" y="190"/>
                  </a:lnTo>
                  <a:cubicBezTo>
                    <a:pt x="438" y="190"/>
                    <a:pt x="438" y="190"/>
                    <a:pt x="438" y="190"/>
                  </a:cubicBezTo>
                  <a:cubicBezTo>
                    <a:pt x="438" y="218"/>
                    <a:pt x="438" y="218"/>
                    <a:pt x="438" y="218"/>
                  </a:cubicBezTo>
                  <a:cubicBezTo>
                    <a:pt x="438" y="233"/>
                    <a:pt x="424" y="247"/>
                    <a:pt x="410" y="247"/>
                  </a:cubicBezTo>
                  <a:cubicBezTo>
                    <a:pt x="388" y="247"/>
                    <a:pt x="381" y="233"/>
                    <a:pt x="381" y="218"/>
                  </a:cubicBezTo>
                  <a:cubicBezTo>
                    <a:pt x="381" y="190"/>
                    <a:pt x="381" y="190"/>
                    <a:pt x="381" y="190"/>
                  </a:cubicBezTo>
                  <a:cubicBezTo>
                    <a:pt x="353" y="190"/>
                    <a:pt x="353" y="190"/>
                    <a:pt x="353" y="190"/>
                  </a:cubicBezTo>
                  <a:cubicBezTo>
                    <a:pt x="332" y="190"/>
                    <a:pt x="325" y="176"/>
                    <a:pt x="325" y="163"/>
                  </a:cubicBezTo>
                  <a:cubicBezTo>
                    <a:pt x="325" y="149"/>
                    <a:pt x="332" y="135"/>
                    <a:pt x="353" y="135"/>
                  </a:cubicBezTo>
                  <a:cubicBezTo>
                    <a:pt x="381" y="135"/>
                    <a:pt x="381" y="135"/>
                    <a:pt x="381" y="135"/>
                  </a:cubicBezTo>
                  <a:cubicBezTo>
                    <a:pt x="381" y="106"/>
                    <a:pt x="381" y="106"/>
                    <a:pt x="381" y="106"/>
                  </a:cubicBezTo>
                  <a:cubicBezTo>
                    <a:pt x="381" y="92"/>
                    <a:pt x="388" y="78"/>
                    <a:pt x="410" y="78"/>
                  </a:cubicBezTo>
                  <a:cubicBezTo>
                    <a:pt x="424" y="78"/>
                    <a:pt x="438" y="92"/>
                    <a:pt x="438" y="106"/>
                  </a:cubicBezTo>
                  <a:cubicBezTo>
                    <a:pt x="438" y="135"/>
                    <a:pt x="438" y="135"/>
                    <a:pt x="438" y="135"/>
                  </a:cubicBezTo>
                  <a:cubicBezTo>
                    <a:pt x="466" y="135"/>
                    <a:pt x="466" y="135"/>
                    <a:pt x="466" y="135"/>
                  </a:cubicBezTo>
                  <a:cubicBezTo>
                    <a:pt x="480" y="135"/>
                    <a:pt x="494" y="149"/>
                    <a:pt x="494" y="163"/>
                  </a:cubicBezTo>
                  <a:cubicBezTo>
                    <a:pt x="494" y="176"/>
                    <a:pt x="480" y="190"/>
                    <a:pt x="466" y="190"/>
                  </a:cubicBezTo>
                  <a:close/>
                  <a:moveTo>
                    <a:pt x="240" y="310"/>
                  </a:moveTo>
                  <a:lnTo>
                    <a:pt x="240" y="310"/>
                  </a:lnTo>
                  <a:cubicBezTo>
                    <a:pt x="233" y="310"/>
                    <a:pt x="226" y="310"/>
                    <a:pt x="219" y="310"/>
                  </a:cubicBezTo>
                  <a:cubicBezTo>
                    <a:pt x="127" y="240"/>
                    <a:pt x="127" y="240"/>
                    <a:pt x="127" y="240"/>
                  </a:cubicBezTo>
                  <a:cubicBezTo>
                    <a:pt x="28" y="240"/>
                    <a:pt x="28" y="240"/>
                    <a:pt x="28" y="240"/>
                  </a:cubicBezTo>
                  <a:cubicBezTo>
                    <a:pt x="14" y="240"/>
                    <a:pt x="0" y="225"/>
                    <a:pt x="0" y="21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99"/>
                    <a:pt x="14" y="85"/>
                    <a:pt x="28" y="85"/>
                  </a:cubicBezTo>
                  <a:cubicBezTo>
                    <a:pt x="127" y="85"/>
                    <a:pt x="127" y="85"/>
                    <a:pt x="127" y="85"/>
                  </a:cubicBezTo>
                  <a:cubicBezTo>
                    <a:pt x="219" y="8"/>
                    <a:pt x="219" y="8"/>
                    <a:pt x="219" y="8"/>
                  </a:cubicBezTo>
                  <a:cubicBezTo>
                    <a:pt x="226" y="8"/>
                    <a:pt x="233" y="0"/>
                    <a:pt x="240" y="0"/>
                  </a:cubicBezTo>
                  <a:cubicBezTo>
                    <a:pt x="254" y="0"/>
                    <a:pt x="268" y="15"/>
                    <a:pt x="268" y="29"/>
                  </a:cubicBezTo>
                  <a:cubicBezTo>
                    <a:pt x="268" y="113"/>
                    <a:pt x="268" y="113"/>
                    <a:pt x="268" y="113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8" y="211"/>
                    <a:pt x="268" y="211"/>
                    <a:pt x="268" y="211"/>
                  </a:cubicBezTo>
                  <a:cubicBezTo>
                    <a:pt x="268" y="240"/>
                    <a:pt x="268" y="240"/>
                    <a:pt x="268" y="240"/>
                  </a:cubicBezTo>
                  <a:cubicBezTo>
                    <a:pt x="268" y="282"/>
                    <a:pt x="268" y="282"/>
                    <a:pt x="268" y="282"/>
                  </a:cubicBezTo>
                  <a:cubicBezTo>
                    <a:pt x="268" y="303"/>
                    <a:pt x="254" y="310"/>
                    <a:pt x="240" y="3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5"/>
            <p:cNvSpPr/>
            <p:nvPr/>
          </p:nvSpPr>
          <p:spPr>
            <a:xfrm>
              <a:off x="661897" y="900905"/>
              <a:ext cx="134933" cy="112712"/>
            </a:xfrm>
            <a:custGeom>
              <a:rect b="b" l="l" r="r" t="t"/>
              <a:pathLst>
                <a:path extrusionOk="0" h="311" w="376">
                  <a:moveTo>
                    <a:pt x="368" y="50"/>
                  </a:moveTo>
                  <a:lnTo>
                    <a:pt x="368" y="50"/>
                  </a:lnTo>
                  <a:cubicBezTo>
                    <a:pt x="21" y="289"/>
                    <a:pt x="21" y="289"/>
                    <a:pt x="21" y="289"/>
                  </a:cubicBezTo>
                  <a:cubicBezTo>
                    <a:pt x="14" y="289"/>
                    <a:pt x="14" y="289"/>
                    <a:pt x="14" y="289"/>
                  </a:cubicBezTo>
                  <a:cubicBezTo>
                    <a:pt x="0" y="289"/>
                    <a:pt x="0" y="282"/>
                    <a:pt x="0" y="275"/>
                  </a:cubicBezTo>
                  <a:lnTo>
                    <a:pt x="0" y="268"/>
                  </a:lnTo>
                  <a:cubicBezTo>
                    <a:pt x="354" y="29"/>
                    <a:pt x="354" y="29"/>
                    <a:pt x="354" y="29"/>
                  </a:cubicBezTo>
                  <a:lnTo>
                    <a:pt x="361" y="29"/>
                  </a:lnTo>
                  <a:cubicBezTo>
                    <a:pt x="368" y="29"/>
                    <a:pt x="375" y="36"/>
                    <a:pt x="375" y="43"/>
                  </a:cubicBezTo>
                  <a:cubicBezTo>
                    <a:pt x="375" y="43"/>
                    <a:pt x="375" y="50"/>
                    <a:pt x="368" y="50"/>
                  </a:cubicBezTo>
                  <a:close/>
                  <a:moveTo>
                    <a:pt x="43" y="113"/>
                  </a:moveTo>
                  <a:lnTo>
                    <a:pt x="43" y="113"/>
                  </a:lnTo>
                  <a:cubicBezTo>
                    <a:pt x="43" y="99"/>
                    <a:pt x="50" y="85"/>
                    <a:pt x="71" y="85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255" y="8"/>
                    <a:pt x="255" y="8"/>
                    <a:pt x="255" y="8"/>
                  </a:cubicBezTo>
                  <a:cubicBezTo>
                    <a:pt x="262" y="8"/>
                    <a:pt x="269" y="0"/>
                    <a:pt x="276" y="0"/>
                  </a:cubicBezTo>
                  <a:cubicBezTo>
                    <a:pt x="290" y="0"/>
                    <a:pt x="304" y="15"/>
                    <a:pt x="304" y="29"/>
                  </a:cubicBezTo>
                  <a:cubicBezTo>
                    <a:pt x="43" y="204"/>
                    <a:pt x="43" y="204"/>
                    <a:pt x="43" y="204"/>
                  </a:cubicBezTo>
                  <a:lnTo>
                    <a:pt x="43" y="113"/>
                  </a:lnTo>
                  <a:close/>
                  <a:moveTo>
                    <a:pt x="304" y="183"/>
                  </a:moveTo>
                  <a:lnTo>
                    <a:pt x="304" y="183"/>
                  </a:lnTo>
                  <a:cubicBezTo>
                    <a:pt x="304" y="211"/>
                    <a:pt x="304" y="211"/>
                    <a:pt x="304" y="211"/>
                  </a:cubicBezTo>
                  <a:cubicBezTo>
                    <a:pt x="304" y="240"/>
                    <a:pt x="304" y="240"/>
                    <a:pt x="304" y="240"/>
                  </a:cubicBezTo>
                  <a:cubicBezTo>
                    <a:pt x="304" y="282"/>
                    <a:pt x="304" y="282"/>
                    <a:pt x="304" y="282"/>
                  </a:cubicBezTo>
                  <a:cubicBezTo>
                    <a:pt x="304" y="303"/>
                    <a:pt x="290" y="310"/>
                    <a:pt x="276" y="310"/>
                  </a:cubicBezTo>
                  <a:cubicBezTo>
                    <a:pt x="269" y="310"/>
                    <a:pt x="262" y="310"/>
                    <a:pt x="262" y="310"/>
                  </a:cubicBezTo>
                  <a:cubicBezTo>
                    <a:pt x="163" y="240"/>
                    <a:pt x="163" y="240"/>
                    <a:pt x="163" y="240"/>
                  </a:cubicBezTo>
                  <a:cubicBezTo>
                    <a:pt x="141" y="240"/>
                    <a:pt x="141" y="240"/>
                    <a:pt x="141" y="240"/>
                  </a:cubicBezTo>
                  <a:cubicBezTo>
                    <a:pt x="304" y="128"/>
                    <a:pt x="304" y="128"/>
                    <a:pt x="304" y="128"/>
                  </a:cubicBezTo>
                  <a:lnTo>
                    <a:pt x="304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5"/>
            <p:cNvSpPr/>
            <p:nvPr/>
          </p:nvSpPr>
          <p:spPr>
            <a:xfrm>
              <a:off x="4798773" y="472280"/>
              <a:ext cx="217480" cy="217487"/>
            </a:xfrm>
            <a:custGeom>
              <a:rect b="b" l="l" r="r" t="t"/>
              <a:pathLst>
                <a:path extrusionOk="0" h="602" w="602">
                  <a:moveTo>
                    <a:pt x="573" y="459"/>
                  </a:moveTo>
                  <a:lnTo>
                    <a:pt x="573" y="459"/>
                  </a:lnTo>
                  <a:cubicBezTo>
                    <a:pt x="481" y="459"/>
                    <a:pt x="481" y="459"/>
                    <a:pt x="481" y="459"/>
                  </a:cubicBezTo>
                  <a:cubicBezTo>
                    <a:pt x="481" y="431"/>
                    <a:pt x="481" y="431"/>
                    <a:pt x="481" y="431"/>
                  </a:cubicBezTo>
                  <a:cubicBezTo>
                    <a:pt x="481" y="424"/>
                    <a:pt x="481" y="424"/>
                    <a:pt x="481" y="424"/>
                  </a:cubicBezTo>
                  <a:cubicBezTo>
                    <a:pt x="481" y="374"/>
                    <a:pt x="481" y="374"/>
                    <a:pt x="481" y="374"/>
                  </a:cubicBezTo>
                  <a:cubicBezTo>
                    <a:pt x="481" y="346"/>
                    <a:pt x="481" y="346"/>
                    <a:pt x="481" y="346"/>
                  </a:cubicBezTo>
                  <a:cubicBezTo>
                    <a:pt x="481" y="318"/>
                    <a:pt x="481" y="318"/>
                    <a:pt x="481" y="318"/>
                  </a:cubicBezTo>
                  <a:cubicBezTo>
                    <a:pt x="120" y="318"/>
                    <a:pt x="120" y="318"/>
                    <a:pt x="120" y="318"/>
                  </a:cubicBezTo>
                  <a:cubicBezTo>
                    <a:pt x="120" y="346"/>
                    <a:pt x="120" y="346"/>
                    <a:pt x="120" y="346"/>
                  </a:cubicBezTo>
                  <a:cubicBezTo>
                    <a:pt x="120" y="374"/>
                    <a:pt x="120" y="374"/>
                    <a:pt x="120" y="374"/>
                  </a:cubicBezTo>
                  <a:cubicBezTo>
                    <a:pt x="120" y="424"/>
                    <a:pt x="120" y="424"/>
                    <a:pt x="120" y="424"/>
                  </a:cubicBezTo>
                  <a:cubicBezTo>
                    <a:pt x="120" y="431"/>
                    <a:pt x="120" y="431"/>
                    <a:pt x="120" y="431"/>
                  </a:cubicBezTo>
                  <a:cubicBezTo>
                    <a:pt x="120" y="459"/>
                    <a:pt x="120" y="459"/>
                    <a:pt x="120" y="459"/>
                  </a:cubicBezTo>
                  <a:cubicBezTo>
                    <a:pt x="28" y="459"/>
                    <a:pt x="28" y="459"/>
                    <a:pt x="28" y="459"/>
                  </a:cubicBezTo>
                  <a:cubicBezTo>
                    <a:pt x="7" y="459"/>
                    <a:pt x="0" y="452"/>
                    <a:pt x="0" y="431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55"/>
                    <a:pt x="7" y="141"/>
                    <a:pt x="28" y="141"/>
                  </a:cubicBezTo>
                  <a:cubicBezTo>
                    <a:pt x="573" y="141"/>
                    <a:pt x="573" y="141"/>
                    <a:pt x="573" y="141"/>
                  </a:cubicBezTo>
                  <a:cubicBezTo>
                    <a:pt x="587" y="141"/>
                    <a:pt x="601" y="155"/>
                    <a:pt x="601" y="169"/>
                  </a:cubicBezTo>
                  <a:cubicBezTo>
                    <a:pt x="601" y="431"/>
                    <a:pt x="601" y="431"/>
                    <a:pt x="601" y="431"/>
                  </a:cubicBezTo>
                  <a:cubicBezTo>
                    <a:pt x="601" y="452"/>
                    <a:pt x="587" y="459"/>
                    <a:pt x="573" y="459"/>
                  </a:cubicBezTo>
                  <a:close/>
                  <a:moveTo>
                    <a:pt x="85" y="198"/>
                  </a:moveTo>
                  <a:lnTo>
                    <a:pt x="85" y="198"/>
                  </a:lnTo>
                  <a:cubicBezTo>
                    <a:pt x="64" y="198"/>
                    <a:pt x="57" y="212"/>
                    <a:pt x="57" y="226"/>
                  </a:cubicBezTo>
                  <a:cubicBezTo>
                    <a:pt x="57" y="240"/>
                    <a:pt x="64" y="254"/>
                    <a:pt x="85" y="254"/>
                  </a:cubicBezTo>
                  <a:cubicBezTo>
                    <a:pt x="99" y="254"/>
                    <a:pt x="113" y="240"/>
                    <a:pt x="113" y="226"/>
                  </a:cubicBezTo>
                  <a:cubicBezTo>
                    <a:pt x="113" y="212"/>
                    <a:pt x="99" y="198"/>
                    <a:pt x="85" y="198"/>
                  </a:cubicBezTo>
                  <a:close/>
                  <a:moveTo>
                    <a:pt x="452" y="113"/>
                  </a:moveTo>
                  <a:lnTo>
                    <a:pt x="452" y="113"/>
                  </a:lnTo>
                  <a:cubicBezTo>
                    <a:pt x="148" y="113"/>
                    <a:pt x="148" y="113"/>
                    <a:pt x="148" y="113"/>
                  </a:cubicBezTo>
                  <a:cubicBezTo>
                    <a:pt x="148" y="85"/>
                    <a:pt x="148" y="85"/>
                    <a:pt x="148" y="85"/>
                  </a:cubicBezTo>
                  <a:cubicBezTo>
                    <a:pt x="148" y="28"/>
                    <a:pt x="148" y="28"/>
                    <a:pt x="148" y="28"/>
                  </a:cubicBezTo>
                  <a:cubicBezTo>
                    <a:pt x="148" y="21"/>
                    <a:pt x="148" y="21"/>
                    <a:pt x="148" y="14"/>
                  </a:cubicBezTo>
                  <a:cubicBezTo>
                    <a:pt x="155" y="7"/>
                    <a:pt x="163" y="0"/>
                    <a:pt x="177" y="0"/>
                  </a:cubicBezTo>
                  <a:cubicBezTo>
                    <a:pt x="424" y="0"/>
                    <a:pt x="424" y="0"/>
                    <a:pt x="424" y="0"/>
                  </a:cubicBezTo>
                  <a:cubicBezTo>
                    <a:pt x="431" y="0"/>
                    <a:pt x="431" y="0"/>
                    <a:pt x="438" y="7"/>
                  </a:cubicBezTo>
                  <a:cubicBezTo>
                    <a:pt x="445" y="7"/>
                    <a:pt x="445" y="14"/>
                    <a:pt x="445" y="14"/>
                  </a:cubicBezTo>
                  <a:cubicBezTo>
                    <a:pt x="445" y="14"/>
                    <a:pt x="452" y="21"/>
                    <a:pt x="452" y="28"/>
                  </a:cubicBezTo>
                  <a:cubicBezTo>
                    <a:pt x="452" y="113"/>
                    <a:pt x="452" y="113"/>
                    <a:pt x="452" y="113"/>
                  </a:cubicBezTo>
                  <a:close/>
                  <a:moveTo>
                    <a:pt x="452" y="403"/>
                  </a:moveTo>
                  <a:lnTo>
                    <a:pt x="452" y="403"/>
                  </a:lnTo>
                  <a:cubicBezTo>
                    <a:pt x="452" y="544"/>
                    <a:pt x="452" y="544"/>
                    <a:pt x="452" y="544"/>
                  </a:cubicBezTo>
                  <a:cubicBezTo>
                    <a:pt x="452" y="558"/>
                    <a:pt x="452" y="558"/>
                    <a:pt x="452" y="558"/>
                  </a:cubicBezTo>
                  <a:cubicBezTo>
                    <a:pt x="452" y="572"/>
                    <a:pt x="452" y="572"/>
                    <a:pt x="452" y="572"/>
                  </a:cubicBezTo>
                  <a:cubicBezTo>
                    <a:pt x="452" y="594"/>
                    <a:pt x="438" y="601"/>
                    <a:pt x="424" y="601"/>
                  </a:cubicBezTo>
                  <a:cubicBezTo>
                    <a:pt x="177" y="601"/>
                    <a:pt x="177" y="601"/>
                    <a:pt x="177" y="601"/>
                  </a:cubicBezTo>
                  <a:cubicBezTo>
                    <a:pt x="163" y="601"/>
                    <a:pt x="148" y="594"/>
                    <a:pt x="148" y="572"/>
                  </a:cubicBezTo>
                  <a:cubicBezTo>
                    <a:pt x="148" y="558"/>
                    <a:pt x="148" y="558"/>
                    <a:pt x="148" y="558"/>
                  </a:cubicBezTo>
                  <a:cubicBezTo>
                    <a:pt x="148" y="544"/>
                    <a:pt x="148" y="544"/>
                    <a:pt x="148" y="544"/>
                  </a:cubicBezTo>
                  <a:cubicBezTo>
                    <a:pt x="148" y="403"/>
                    <a:pt x="148" y="403"/>
                    <a:pt x="148" y="403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452" y="346"/>
                    <a:pt x="452" y="346"/>
                    <a:pt x="452" y="346"/>
                  </a:cubicBezTo>
                  <a:lnTo>
                    <a:pt x="452" y="403"/>
                  </a:lnTo>
                  <a:close/>
                  <a:moveTo>
                    <a:pt x="396" y="403"/>
                  </a:moveTo>
                  <a:lnTo>
                    <a:pt x="396" y="403"/>
                  </a:lnTo>
                  <a:cubicBezTo>
                    <a:pt x="205" y="403"/>
                    <a:pt x="205" y="403"/>
                    <a:pt x="205" y="403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396" y="431"/>
                    <a:pt x="396" y="431"/>
                    <a:pt x="396" y="431"/>
                  </a:cubicBezTo>
                  <a:lnTo>
                    <a:pt x="396" y="403"/>
                  </a:lnTo>
                  <a:close/>
                  <a:moveTo>
                    <a:pt x="396" y="459"/>
                  </a:moveTo>
                  <a:lnTo>
                    <a:pt x="396" y="459"/>
                  </a:lnTo>
                  <a:cubicBezTo>
                    <a:pt x="205" y="459"/>
                    <a:pt x="205" y="459"/>
                    <a:pt x="205" y="459"/>
                  </a:cubicBezTo>
                  <a:cubicBezTo>
                    <a:pt x="205" y="487"/>
                    <a:pt x="205" y="487"/>
                    <a:pt x="205" y="487"/>
                  </a:cubicBezTo>
                  <a:cubicBezTo>
                    <a:pt x="396" y="487"/>
                    <a:pt x="396" y="487"/>
                    <a:pt x="396" y="487"/>
                  </a:cubicBezTo>
                  <a:lnTo>
                    <a:pt x="396" y="459"/>
                  </a:lnTo>
                  <a:close/>
                  <a:moveTo>
                    <a:pt x="396" y="516"/>
                  </a:moveTo>
                  <a:lnTo>
                    <a:pt x="396" y="516"/>
                  </a:lnTo>
                  <a:cubicBezTo>
                    <a:pt x="205" y="516"/>
                    <a:pt x="205" y="516"/>
                    <a:pt x="205" y="516"/>
                  </a:cubicBezTo>
                  <a:cubicBezTo>
                    <a:pt x="205" y="544"/>
                    <a:pt x="205" y="544"/>
                    <a:pt x="205" y="544"/>
                  </a:cubicBezTo>
                  <a:cubicBezTo>
                    <a:pt x="396" y="544"/>
                    <a:pt x="396" y="544"/>
                    <a:pt x="396" y="544"/>
                  </a:cubicBezTo>
                  <a:lnTo>
                    <a:pt x="396" y="5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5"/>
            <p:cNvSpPr/>
            <p:nvPr/>
          </p:nvSpPr>
          <p:spPr>
            <a:xfrm>
              <a:off x="4416200" y="481805"/>
              <a:ext cx="219067" cy="196850"/>
            </a:xfrm>
            <a:custGeom>
              <a:rect b="b" l="l" r="r" t="t"/>
              <a:pathLst>
                <a:path extrusionOk="0" h="545" w="609">
                  <a:moveTo>
                    <a:pt x="601" y="537"/>
                  </a:moveTo>
                  <a:lnTo>
                    <a:pt x="601" y="537"/>
                  </a:lnTo>
                  <a:cubicBezTo>
                    <a:pt x="410" y="318"/>
                    <a:pt x="410" y="318"/>
                    <a:pt x="410" y="318"/>
                  </a:cubicBezTo>
                  <a:cubicBezTo>
                    <a:pt x="594" y="141"/>
                    <a:pt x="594" y="141"/>
                    <a:pt x="594" y="141"/>
                  </a:cubicBezTo>
                  <a:cubicBezTo>
                    <a:pt x="601" y="148"/>
                    <a:pt x="608" y="156"/>
                    <a:pt x="608" y="163"/>
                  </a:cubicBezTo>
                  <a:cubicBezTo>
                    <a:pt x="608" y="516"/>
                    <a:pt x="608" y="516"/>
                    <a:pt x="608" y="516"/>
                  </a:cubicBezTo>
                  <a:cubicBezTo>
                    <a:pt x="608" y="523"/>
                    <a:pt x="601" y="530"/>
                    <a:pt x="601" y="537"/>
                  </a:cubicBezTo>
                  <a:close/>
                  <a:moveTo>
                    <a:pt x="14" y="141"/>
                  </a:moveTo>
                  <a:lnTo>
                    <a:pt x="14" y="141"/>
                  </a:lnTo>
                  <a:cubicBezTo>
                    <a:pt x="14" y="134"/>
                    <a:pt x="21" y="134"/>
                    <a:pt x="28" y="134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205" y="141"/>
                    <a:pt x="219" y="148"/>
                    <a:pt x="240" y="148"/>
                  </a:cubicBezTo>
                  <a:lnTo>
                    <a:pt x="247" y="148"/>
                  </a:lnTo>
                  <a:cubicBezTo>
                    <a:pt x="247" y="226"/>
                    <a:pt x="247" y="226"/>
                    <a:pt x="247" y="226"/>
                  </a:cubicBezTo>
                  <a:cubicBezTo>
                    <a:pt x="247" y="255"/>
                    <a:pt x="276" y="283"/>
                    <a:pt x="304" y="283"/>
                  </a:cubicBezTo>
                  <a:cubicBezTo>
                    <a:pt x="332" y="283"/>
                    <a:pt x="360" y="255"/>
                    <a:pt x="360" y="226"/>
                  </a:cubicBezTo>
                  <a:cubicBezTo>
                    <a:pt x="360" y="148"/>
                    <a:pt x="360" y="148"/>
                    <a:pt x="360" y="148"/>
                  </a:cubicBezTo>
                  <a:lnTo>
                    <a:pt x="367" y="148"/>
                  </a:lnTo>
                  <a:cubicBezTo>
                    <a:pt x="389" y="148"/>
                    <a:pt x="403" y="141"/>
                    <a:pt x="410" y="134"/>
                  </a:cubicBezTo>
                  <a:cubicBezTo>
                    <a:pt x="579" y="134"/>
                    <a:pt x="579" y="134"/>
                    <a:pt x="579" y="134"/>
                  </a:cubicBezTo>
                  <a:cubicBezTo>
                    <a:pt x="587" y="134"/>
                    <a:pt x="594" y="134"/>
                    <a:pt x="594" y="141"/>
                  </a:cubicBezTo>
                  <a:cubicBezTo>
                    <a:pt x="304" y="368"/>
                    <a:pt x="304" y="368"/>
                    <a:pt x="304" y="368"/>
                  </a:cubicBezTo>
                  <a:lnTo>
                    <a:pt x="14" y="141"/>
                  </a:lnTo>
                  <a:close/>
                  <a:moveTo>
                    <a:pt x="367" y="120"/>
                  </a:moveTo>
                  <a:lnTo>
                    <a:pt x="367" y="120"/>
                  </a:lnTo>
                  <a:cubicBezTo>
                    <a:pt x="360" y="120"/>
                    <a:pt x="353" y="120"/>
                    <a:pt x="353" y="113"/>
                  </a:cubicBezTo>
                  <a:cubicBezTo>
                    <a:pt x="332" y="99"/>
                    <a:pt x="332" y="99"/>
                    <a:pt x="332" y="99"/>
                  </a:cubicBezTo>
                  <a:cubicBezTo>
                    <a:pt x="332" y="226"/>
                    <a:pt x="332" y="226"/>
                    <a:pt x="332" y="226"/>
                  </a:cubicBezTo>
                  <a:cubicBezTo>
                    <a:pt x="332" y="241"/>
                    <a:pt x="318" y="255"/>
                    <a:pt x="304" y="255"/>
                  </a:cubicBezTo>
                  <a:cubicBezTo>
                    <a:pt x="290" y="255"/>
                    <a:pt x="276" y="241"/>
                    <a:pt x="276" y="226"/>
                  </a:cubicBezTo>
                  <a:cubicBezTo>
                    <a:pt x="276" y="99"/>
                    <a:pt x="276" y="99"/>
                    <a:pt x="276" y="99"/>
                  </a:cubicBezTo>
                  <a:cubicBezTo>
                    <a:pt x="254" y="113"/>
                    <a:pt x="254" y="113"/>
                    <a:pt x="254" y="113"/>
                  </a:cubicBezTo>
                  <a:cubicBezTo>
                    <a:pt x="254" y="120"/>
                    <a:pt x="247" y="120"/>
                    <a:pt x="240" y="120"/>
                  </a:cubicBezTo>
                  <a:cubicBezTo>
                    <a:pt x="219" y="120"/>
                    <a:pt x="212" y="113"/>
                    <a:pt x="212" y="92"/>
                  </a:cubicBezTo>
                  <a:cubicBezTo>
                    <a:pt x="212" y="85"/>
                    <a:pt x="212" y="78"/>
                    <a:pt x="219" y="78"/>
                  </a:cubicBezTo>
                  <a:cubicBezTo>
                    <a:pt x="283" y="7"/>
                    <a:pt x="283" y="7"/>
                    <a:pt x="283" y="7"/>
                  </a:cubicBezTo>
                  <a:cubicBezTo>
                    <a:pt x="290" y="0"/>
                    <a:pt x="297" y="0"/>
                    <a:pt x="304" y="0"/>
                  </a:cubicBezTo>
                  <a:cubicBezTo>
                    <a:pt x="311" y="0"/>
                    <a:pt x="318" y="0"/>
                    <a:pt x="325" y="7"/>
                  </a:cubicBezTo>
                  <a:cubicBezTo>
                    <a:pt x="389" y="78"/>
                    <a:pt x="389" y="78"/>
                    <a:pt x="389" y="78"/>
                  </a:cubicBezTo>
                  <a:cubicBezTo>
                    <a:pt x="396" y="78"/>
                    <a:pt x="396" y="85"/>
                    <a:pt x="396" y="92"/>
                  </a:cubicBezTo>
                  <a:cubicBezTo>
                    <a:pt x="396" y="113"/>
                    <a:pt x="389" y="120"/>
                    <a:pt x="367" y="120"/>
                  </a:cubicBezTo>
                  <a:close/>
                  <a:moveTo>
                    <a:pt x="7" y="537"/>
                  </a:moveTo>
                  <a:lnTo>
                    <a:pt x="7" y="537"/>
                  </a:lnTo>
                  <a:cubicBezTo>
                    <a:pt x="7" y="530"/>
                    <a:pt x="0" y="523"/>
                    <a:pt x="0" y="516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56"/>
                    <a:pt x="7" y="148"/>
                    <a:pt x="14" y="141"/>
                  </a:cubicBezTo>
                  <a:cubicBezTo>
                    <a:pt x="198" y="318"/>
                    <a:pt x="198" y="318"/>
                    <a:pt x="198" y="318"/>
                  </a:cubicBezTo>
                  <a:lnTo>
                    <a:pt x="7" y="537"/>
                  </a:lnTo>
                  <a:close/>
                  <a:moveTo>
                    <a:pt x="304" y="424"/>
                  </a:moveTo>
                  <a:lnTo>
                    <a:pt x="304" y="424"/>
                  </a:lnTo>
                  <a:cubicBezTo>
                    <a:pt x="382" y="346"/>
                    <a:pt x="382" y="346"/>
                    <a:pt x="382" y="346"/>
                  </a:cubicBezTo>
                  <a:cubicBezTo>
                    <a:pt x="594" y="537"/>
                    <a:pt x="594" y="537"/>
                    <a:pt x="594" y="537"/>
                  </a:cubicBezTo>
                  <a:cubicBezTo>
                    <a:pt x="594" y="544"/>
                    <a:pt x="587" y="544"/>
                    <a:pt x="579" y="544"/>
                  </a:cubicBezTo>
                  <a:cubicBezTo>
                    <a:pt x="28" y="544"/>
                    <a:pt x="28" y="544"/>
                    <a:pt x="28" y="544"/>
                  </a:cubicBezTo>
                  <a:cubicBezTo>
                    <a:pt x="21" y="544"/>
                    <a:pt x="14" y="544"/>
                    <a:pt x="14" y="537"/>
                  </a:cubicBezTo>
                  <a:cubicBezTo>
                    <a:pt x="226" y="346"/>
                    <a:pt x="226" y="346"/>
                    <a:pt x="226" y="346"/>
                  </a:cubicBezTo>
                  <a:lnTo>
                    <a:pt x="304" y="4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5"/>
            <p:cNvSpPr/>
            <p:nvPr/>
          </p:nvSpPr>
          <p:spPr>
            <a:xfrm>
              <a:off x="4038388" y="481805"/>
              <a:ext cx="217479" cy="196850"/>
            </a:xfrm>
            <a:custGeom>
              <a:rect b="b" l="l" r="r" t="t"/>
              <a:pathLst>
                <a:path extrusionOk="0" h="545" w="602">
                  <a:moveTo>
                    <a:pt x="594" y="537"/>
                  </a:moveTo>
                  <a:lnTo>
                    <a:pt x="594" y="537"/>
                  </a:lnTo>
                  <a:cubicBezTo>
                    <a:pt x="410" y="318"/>
                    <a:pt x="410" y="318"/>
                    <a:pt x="410" y="318"/>
                  </a:cubicBezTo>
                  <a:cubicBezTo>
                    <a:pt x="594" y="141"/>
                    <a:pt x="594" y="141"/>
                    <a:pt x="594" y="141"/>
                  </a:cubicBezTo>
                  <a:cubicBezTo>
                    <a:pt x="601" y="148"/>
                    <a:pt x="601" y="156"/>
                    <a:pt x="601" y="163"/>
                  </a:cubicBezTo>
                  <a:cubicBezTo>
                    <a:pt x="601" y="516"/>
                    <a:pt x="601" y="516"/>
                    <a:pt x="601" y="516"/>
                  </a:cubicBezTo>
                  <a:cubicBezTo>
                    <a:pt x="601" y="523"/>
                    <a:pt x="601" y="530"/>
                    <a:pt x="594" y="537"/>
                  </a:cubicBezTo>
                  <a:close/>
                  <a:moveTo>
                    <a:pt x="7" y="141"/>
                  </a:moveTo>
                  <a:lnTo>
                    <a:pt x="7" y="141"/>
                  </a:lnTo>
                  <a:cubicBezTo>
                    <a:pt x="14" y="134"/>
                    <a:pt x="21" y="134"/>
                    <a:pt x="28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4" y="141"/>
                    <a:pt x="176" y="148"/>
                    <a:pt x="176" y="163"/>
                  </a:cubicBezTo>
                  <a:cubicBezTo>
                    <a:pt x="176" y="177"/>
                    <a:pt x="184" y="191"/>
                    <a:pt x="198" y="198"/>
                  </a:cubicBezTo>
                  <a:cubicBezTo>
                    <a:pt x="261" y="269"/>
                    <a:pt x="261" y="269"/>
                    <a:pt x="261" y="269"/>
                  </a:cubicBezTo>
                  <a:cubicBezTo>
                    <a:pt x="269" y="276"/>
                    <a:pt x="283" y="283"/>
                    <a:pt x="304" y="283"/>
                  </a:cubicBezTo>
                  <a:cubicBezTo>
                    <a:pt x="318" y="283"/>
                    <a:pt x="332" y="276"/>
                    <a:pt x="339" y="269"/>
                  </a:cubicBezTo>
                  <a:cubicBezTo>
                    <a:pt x="410" y="198"/>
                    <a:pt x="410" y="198"/>
                    <a:pt x="410" y="198"/>
                  </a:cubicBezTo>
                  <a:cubicBezTo>
                    <a:pt x="417" y="191"/>
                    <a:pt x="424" y="177"/>
                    <a:pt x="424" y="163"/>
                  </a:cubicBezTo>
                  <a:cubicBezTo>
                    <a:pt x="424" y="148"/>
                    <a:pt x="424" y="141"/>
                    <a:pt x="417" y="134"/>
                  </a:cubicBezTo>
                  <a:cubicBezTo>
                    <a:pt x="572" y="134"/>
                    <a:pt x="572" y="134"/>
                    <a:pt x="572" y="134"/>
                  </a:cubicBezTo>
                  <a:cubicBezTo>
                    <a:pt x="579" y="134"/>
                    <a:pt x="586" y="134"/>
                    <a:pt x="594" y="141"/>
                  </a:cubicBezTo>
                  <a:cubicBezTo>
                    <a:pt x="304" y="368"/>
                    <a:pt x="304" y="368"/>
                    <a:pt x="304" y="368"/>
                  </a:cubicBezTo>
                  <a:lnTo>
                    <a:pt x="7" y="141"/>
                  </a:lnTo>
                  <a:close/>
                  <a:moveTo>
                    <a:pt x="318" y="248"/>
                  </a:moveTo>
                  <a:lnTo>
                    <a:pt x="318" y="248"/>
                  </a:lnTo>
                  <a:cubicBezTo>
                    <a:pt x="318" y="255"/>
                    <a:pt x="311" y="255"/>
                    <a:pt x="304" y="255"/>
                  </a:cubicBezTo>
                  <a:cubicBezTo>
                    <a:pt x="297" y="255"/>
                    <a:pt x="290" y="255"/>
                    <a:pt x="283" y="248"/>
                  </a:cubicBezTo>
                  <a:cubicBezTo>
                    <a:pt x="219" y="177"/>
                    <a:pt x="219" y="177"/>
                    <a:pt x="219" y="177"/>
                  </a:cubicBezTo>
                  <a:cubicBezTo>
                    <a:pt x="212" y="177"/>
                    <a:pt x="205" y="170"/>
                    <a:pt x="205" y="163"/>
                  </a:cubicBezTo>
                  <a:cubicBezTo>
                    <a:pt x="205" y="141"/>
                    <a:pt x="219" y="134"/>
                    <a:pt x="233" y="134"/>
                  </a:cubicBezTo>
                  <a:cubicBezTo>
                    <a:pt x="240" y="134"/>
                    <a:pt x="247" y="134"/>
                    <a:pt x="254" y="141"/>
                  </a:cubicBezTo>
                  <a:cubicBezTo>
                    <a:pt x="276" y="156"/>
                    <a:pt x="276" y="156"/>
                    <a:pt x="276" y="156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6" y="14"/>
                    <a:pt x="283" y="0"/>
                    <a:pt x="304" y="0"/>
                  </a:cubicBezTo>
                  <a:cubicBezTo>
                    <a:pt x="318" y="0"/>
                    <a:pt x="332" y="14"/>
                    <a:pt x="332" y="28"/>
                  </a:cubicBezTo>
                  <a:cubicBezTo>
                    <a:pt x="332" y="156"/>
                    <a:pt x="332" y="156"/>
                    <a:pt x="332" y="156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53" y="134"/>
                    <a:pt x="360" y="134"/>
                    <a:pt x="367" y="134"/>
                  </a:cubicBezTo>
                  <a:cubicBezTo>
                    <a:pt x="382" y="134"/>
                    <a:pt x="396" y="141"/>
                    <a:pt x="396" y="163"/>
                  </a:cubicBezTo>
                  <a:cubicBezTo>
                    <a:pt x="396" y="170"/>
                    <a:pt x="396" y="177"/>
                    <a:pt x="389" y="177"/>
                  </a:cubicBezTo>
                  <a:lnTo>
                    <a:pt x="318" y="248"/>
                  </a:lnTo>
                  <a:close/>
                  <a:moveTo>
                    <a:pt x="7" y="537"/>
                  </a:moveTo>
                  <a:lnTo>
                    <a:pt x="7" y="537"/>
                  </a:lnTo>
                  <a:cubicBezTo>
                    <a:pt x="0" y="530"/>
                    <a:pt x="0" y="523"/>
                    <a:pt x="0" y="516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0" y="156"/>
                    <a:pt x="0" y="148"/>
                    <a:pt x="7" y="141"/>
                  </a:cubicBezTo>
                  <a:cubicBezTo>
                    <a:pt x="191" y="318"/>
                    <a:pt x="191" y="318"/>
                    <a:pt x="191" y="318"/>
                  </a:cubicBezTo>
                  <a:lnTo>
                    <a:pt x="7" y="537"/>
                  </a:lnTo>
                  <a:close/>
                  <a:moveTo>
                    <a:pt x="304" y="424"/>
                  </a:moveTo>
                  <a:lnTo>
                    <a:pt x="304" y="424"/>
                  </a:lnTo>
                  <a:cubicBezTo>
                    <a:pt x="382" y="346"/>
                    <a:pt x="382" y="346"/>
                    <a:pt x="382" y="346"/>
                  </a:cubicBezTo>
                  <a:cubicBezTo>
                    <a:pt x="594" y="537"/>
                    <a:pt x="594" y="537"/>
                    <a:pt x="594" y="537"/>
                  </a:cubicBezTo>
                  <a:cubicBezTo>
                    <a:pt x="586" y="544"/>
                    <a:pt x="579" y="544"/>
                    <a:pt x="572" y="544"/>
                  </a:cubicBezTo>
                  <a:cubicBezTo>
                    <a:pt x="28" y="544"/>
                    <a:pt x="28" y="544"/>
                    <a:pt x="28" y="544"/>
                  </a:cubicBezTo>
                  <a:cubicBezTo>
                    <a:pt x="21" y="544"/>
                    <a:pt x="14" y="544"/>
                    <a:pt x="7" y="537"/>
                  </a:cubicBezTo>
                  <a:cubicBezTo>
                    <a:pt x="226" y="346"/>
                    <a:pt x="226" y="346"/>
                    <a:pt x="226" y="346"/>
                  </a:cubicBezTo>
                  <a:lnTo>
                    <a:pt x="304" y="4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5"/>
            <p:cNvSpPr/>
            <p:nvPr/>
          </p:nvSpPr>
          <p:spPr>
            <a:xfrm>
              <a:off x="3658989" y="505617"/>
              <a:ext cx="215892" cy="150813"/>
            </a:xfrm>
            <a:custGeom>
              <a:rect b="b" l="l" r="r" t="t"/>
              <a:pathLst>
                <a:path extrusionOk="0" h="418" w="601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5"/>
            <p:cNvSpPr/>
            <p:nvPr/>
          </p:nvSpPr>
          <p:spPr>
            <a:xfrm>
              <a:off x="3276416" y="484980"/>
              <a:ext cx="219067" cy="190500"/>
            </a:xfrm>
            <a:custGeom>
              <a:rect b="b" l="l" r="r" t="t"/>
              <a:pathLst>
                <a:path extrusionOk="0" h="531" w="608">
                  <a:moveTo>
                    <a:pt x="579" y="530"/>
                  </a:moveTo>
                  <a:lnTo>
                    <a:pt x="579" y="530"/>
                  </a:lnTo>
                  <a:cubicBezTo>
                    <a:pt x="28" y="530"/>
                    <a:pt x="28" y="530"/>
                    <a:pt x="28" y="530"/>
                  </a:cubicBezTo>
                  <a:cubicBezTo>
                    <a:pt x="14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79" y="0"/>
                    <a:pt x="579" y="0"/>
                    <a:pt x="579" y="0"/>
                  </a:cubicBezTo>
                  <a:cubicBezTo>
                    <a:pt x="593" y="0"/>
                    <a:pt x="607" y="14"/>
                    <a:pt x="607" y="28"/>
                  </a:cubicBezTo>
                  <a:cubicBezTo>
                    <a:pt x="607" y="502"/>
                    <a:pt x="607" y="502"/>
                    <a:pt x="607" y="502"/>
                  </a:cubicBezTo>
                  <a:cubicBezTo>
                    <a:pt x="607" y="516"/>
                    <a:pt x="593" y="530"/>
                    <a:pt x="579" y="530"/>
                  </a:cubicBezTo>
                  <a:close/>
                  <a:moveTo>
                    <a:pt x="56" y="28"/>
                  </a:moveTo>
                  <a:lnTo>
                    <a:pt x="56" y="28"/>
                  </a:lnTo>
                  <a:cubicBezTo>
                    <a:pt x="42" y="28"/>
                    <a:pt x="28" y="43"/>
                    <a:pt x="28" y="57"/>
                  </a:cubicBezTo>
                  <a:cubicBezTo>
                    <a:pt x="28" y="78"/>
                    <a:pt x="42" y="85"/>
                    <a:pt x="56" y="85"/>
                  </a:cubicBezTo>
                  <a:cubicBezTo>
                    <a:pt x="77" y="85"/>
                    <a:pt x="84" y="78"/>
                    <a:pt x="84" y="57"/>
                  </a:cubicBezTo>
                  <a:cubicBezTo>
                    <a:pt x="84" y="43"/>
                    <a:pt x="77" y="28"/>
                    <a:pt x="56" y="28"/>
                  </a:cubicBezTo>
                  <a:close/>
                  <a:moveTo>
                    <a:pt x="141" y="28"/>
                  </a:moveTo>
                  <a:lnTo>
                    <a:pt x="141" y="28"/>
                  </a:lnTo>
                  <a:cubicBezTo>
                    <a:pt x="127" y="28"/>
                    <a:pt x="113" y="43"/>
                    <a:pt x="113" y="57"/>
                  </a:cubicBezTo>
                  <a:cubicBezTo>
                    <a:pt x="113" y="78"/>
                    <a:pt x="127" y="85"/>
                    <a:pt x="141" y="85"/>
                  </a:cubicBezTo>
                  <a:cubicBezTo>
                    <a:pt x="162" y="85"/>
                    <a:pt x="169" y="78"/>
                    <a:pt x="169" y="57"/>
                  </a:cubicBezTo>
                  <a:cubicBezTo>
                    <a:pt x="169" y="43"/>
                    <a:pt x="162" y="28"/>
                    <a:pt x="141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12" y="28"/>
                    <a:pt x="197" y="43"/>
                    <a:pt x="197" y="57"/>
                  </a:cubicBezTo>
                  <a:cubicBezTo>
                    <a:pt x="197" y="78"/>
                    <a:pt x="212" y="85"/>
                    <a:pt x="226" y="85"/>
                  </a:cubicBezTo>
                  <a:cubicBezTo>
                    <a:pt x="247" y="85"/>
                    <a:pt x="254" y="78"/>
                    <a:pt x="254" y="57"/>
                  </a:cubicBezTo>
                  <a:cubicBezTo>
                    <a:pt x="254" y="43"/>
                    <a:pt x="247" y="28"/>
                    <a:pt x="226" y="28"/>
                  </a:cubicBezTo>
                  <a:close/>
                  <a:moveTo>
                    <a:pt x="579" y="113"/>
                  </a:moveTo>
                  <a:lnTo>
                    <a:pt x="579" y="113"/>
                  </a:lnTo>
                  <a:cubicBezTo>
                    <a:pt x="551" y="113"/>
                    <a:pt x="551" y="113"/>
                    <a:pt x="551" y="113"/>
                  </a:cubicBezTo>
                  <a:cubicBezTo>
                    <a:pt x="56" y="113"/>
                    <a:pt x="56" y="113"/>
                    <a:pt x="56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28" y="502"/>
                    <a:pt x="28" y="502"/>
                    <a:pt x="28" y="502"/>
                  </a:cubicBezTo>
                  <a:cubicBezTo>
                    <a:pt x="579" y="502"/>
                    <a:pt x="579" y="502"/>
                    <a:pt x="579" y="502"/>
                  </a:cubicBezTo>
                  <a:lnTo>
                    <a:pt x="579" y="113"/>
                  </a:lnTo>
                  <a:close/>
                  <a:moveTo>
                    <a:pt x="219" y="226"/>
                  </a:moveTo>
                  <a:lnTo>
                    <a:pt x="219" y="226"/>
                  </a:lnTo>
                  <a:cubicBezTo>
                    <a:pt x="226" y="219"/>
                    <a:pt x="247" y="219"/>
                    <a:pt x="254" y="226"/>
                  </a:cubicBezTo>
                  <a:cubicBezTo>
                    <a:pt x="304" y="276"/>
                    <a:pt x="304" y="276"/>
                    <a:pt x="304" y="276"/>
                  </a:cubicBezTo>
                  <a:cubicBezTo>
                    <a:pt x="353" y="226"/>
                    <a:pt x="353" y="226"/>
                    <a:pt x="353" y="226"/>
                  </a:cubicBezTo>
                  <a:cubicBezTo>
                    <a:pt x="360" y="219"/>
                    <a:pt x="381" y="219"/>
                    <a:pt x="388" y="226"/>
                  </a:cubicBezTo>
                  <a:cubicBezTo>
                    <a:pt x="403" y="241"/>
                    <a:pt x="403" y="255"/>
                    <a:pt x="388" y="269"/>
                  </a:cubicBezTo>
                  <a:cubicBezTo>
                    <a:pt x="346" y="311"/>
                    <a:pt x="346" y="311"/>
                    <a:pt x="346" y="311"/>
                  </a:cubicBezTo>
                  <a:cubicBezTo>
                    <a:pt x="388" y="361"/>
                    <a:pt x="388" y="361"/>
                    <a:pt x="388" y="361"/>
                  </a:cubicBezTo>
                  <a:cubicBezTo>
                    <a:pt x="403" y="368"/>
                    <a:pt x="403" y="389"/>
                    <a:pt x="388" y="403"/>
                  </a:cubicBezTo>
                  <a:cubicBezTo>
                    <a:pt x="381" y="410"/>
                    <a:pt x="360" y="410"/>
                    <a:pt x="353" y="403"/>
                  </a:cubicBezTo>
                  <a:cubicBezTo>
                    <a:pt x="304" y="354"/>
                    <a:pt x="304" y="354"/>
                    <a:pt x="304" y="354"/>
                  </a:cubicBezTo>
                  <a:cubicBezTo>
                    <a:pt x="254" y="403"/>
                    <a:pt x="254" y="403"/>
                    <a:pt x="254" y="403"/>
                  </a:cubicBezTo>
                  <a:cubicBezTo>
                    <a:pt x="247" y="410"/>
                    <a:pt x="226" y="410"/>
                    <a:pt x="219" y="403"/>
                  </a:cubicBezTo>
                  <a:cubicBezTo>
                    <a:pt x="205" y="389"/>
                    <a:pt x="205" y="368"/>
                    <a:pt x="219" y="361"/>
                  </a:cubicBezTo>
                  <a:cubicBezTo>
                    <a:pt x="261" y="311"/>
                    <a:pt x="261" y="311"/>
                    <a:pt x="261" y="311"/>
                  </a:cubicBezTo>
                  <a:cubicBezTo>
                    <a:pt x="219" y="269"/>
                    <a:pt x="219" y="269"/>
                    <a:pt x="219" y="269"/>
                  </a:cubicBezTo>
                  <a:cubicBezTo>
                    <a:pt x="205" y="255"/>
                    <a:pt x="205" y="241"/>
                    <a:pt x="219" y="2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5"/>
            <p:cNvSpPr/>
            <p:nvPr/>
          </p:nvSpPr>
          <p:spPr>
            <a:xfrm>
              <a:off x="2898605" y="484980"/>
              <a:ext cx="215892" cy="190500"/>
            </a:xfrm>
            <a:custGeom>
              <a:rect b="b" l="l" r="r" t="t"/>
              <a:pathLst>
                <a:path extrusionOk="0" h="531" w="601">
                  <a:moveTo>
                    <a:pt x="572" y="530"/>
                  </a:moveTo>
                  <a:lnTo>
                    <a:pt x="572" y="530"/>
                  </a:lnTo>
                  <a:cubicBezTo>
                    <a:pt x="28" y="530"/>
                    <a:pt x="28" y="530"/>
                    <a:pt x="28" y="530"/>
                  </a:cubicBezTo>
                  <a:cubicBezTo>
                    <a:pt x="14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3" y="0"/>
                    <a:pt x="600" y="14"/>
                    <a:pt x="600" y="28"/>
                  </a:cubicBezTo>
                  <a:cubicBezTo>
                    <a:pt x="600" y="502"/>
                    <a:pt x="600" y="502"/>
                    <a:pt x="600" y="502"/>
                  </a:cubicBezTo>
                  <a:cubicBezTo>
                    <a:pt x="600" y="516"/>
                    <a:pt x="593" y="530"/>
                    <a:pt x="572" y="530"/>
                  </a:cubicBezTo>
                  <a:close/>
                  <a:moveTo>
                    <a:pt x="56" y="28"/>
                  </a:moveTo>
                  <a:lnTo>
                    <a:pt x="56" y="28"/>
                  </a:lnTo>
                  <a:cubicBezTo>
                    <a:pt x="42" y="28"/>
                    <a:pt x="28" y="43"/>
                    <a:pt x="28" y="57"/>
                  </a:cubicBezTo>
                  <a:cubicBezTo>
                    <a:pt x="28" y="78"/>
                    <a:pt x="42" y="85"/>
                    <a:pt x="56" y="85"/>
                  </a:cubicBezTo>
                  <a:cubicBezTo>
                    <a:pt x="70" y="85"/>
                    <a:pt x="84" y="78"/>
                    <a:pt x="84" y="57"/>
                  </a:cubicBezTo>
                  <a:cubicBezTo>
                    <a:pt x="84" y="43"/>
                    <a:pt x="70" y="28"/>
                    <a:pt x="56" y="28"/>
                  </a:cubicBezTo>
                  <a:close/>
                  <a:moveTo>
                    <a:pt x="141" y="28"/>
                  </a:moveTo>
                  <a:lnTo>
                    <a:pt x="141" y="28"/>
                  </a:lnTo>
                  <a:cubicBezTo>
                    <a:pt x="127" y="28"/>
                    <a:pt x="113" y="43"/>
                    <a:pt x="113" y="57"/>
                  </a:cubicBezTo>
                  <a:cubicBezTo>
                    <a:pt x="113" y="78"/>
                    <a:pt x="127" y="85"/>
                    <a:pt x="141" y="85"/>
                  </a:cubicBezTo>
                  <a:cubicBezTo>
                    <a:pt x="155" y="85"/>
                    <a:pt x="169" y="78"/>
                    <a:pt x="169" y="57"/>
                  </a:cubicBezTo>
                  <a:cubicBezTo>
                    <a:pt x="169" y="43"/>
                    <a:pt x="155" y="28"/>
                    <a:pt x="141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12" y="28"/>
                    <a:pt x="197" y="43"/>
                    <a:pt x="197" y="57"/>
                  </a:cubicBezTo>
                  <a:cubicBezTo>
                    <a:pt x="197" y="78"/>
                    <a:pt x="212" y="85"/>
                    <a:pt x="226" y="85"/>
                  </a:cubicBezTo>
                  <a:cubicBezTo>
                    <a:pt x="240" y="85"/>
                    <a:pt x="254" y="78"/>
                    <a:pt x="254" y="57"/>
                  </a:cubicBezTo>
                  <a:cubicBezTo>
                    <a:pt x="254" y="43"/>
                    <a:pt x="240" y="28"/>
                    <a:pt x="226" y="28"/>
                  </a:cubicBezTo>
                  <a:close/>
                  <a:moveTo>
                    <a:pt x="572" y="113"/>
                  </a:moveTo>
                  <a:lnTo>
                    <a:pt x="572" y="113"/>
                  </a:lnTo>
                  <a:cubicBezTo>
                    <a:pt x="544" y="113"/>
                    <a:pt x="544" y="113"/>
                    <a:pt x="544" y="113"/>
                  </a:cubicBezTo>
                  <a:cubicBezTo>
                    <a:pt x="56" y="113"/>
                    <a:pt x="56" y="113"/>
                    <a:pt x="56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28" y="502"/>
                    <a:pt x="28" y="502"/>
                    <a:pt x="28" y="502"/>
                  </a:cubicBezTo>
                  <a:cubicBezTo>
                    <a:pt x="572" y="502"/>
                    <a:pt x="572" y="502"/>
                    <a:pt x="572" y="502"/>
                  </a:cubicBezTo>
                  <a:lnTo>
                    <a:pt x="572" y="113"/>
                  </a:lnTo>
                  <a:close/>
                  <a:moveTo>
                    <a:pt x="219" y="283"/>
                  </a:moveTo>
                  <a:lnTo>
                    <a:pt x="219" y="283"/>
                  </a:lnTo>
                  <a:cubicBezTo>
                    <a:pt x="226" y="283"/>
                    <a:pt x="233" y="290"/>
                    <a:pt x="233" y="297"/>
                  </a:cubicBezTo>
                  <a:cubicBezTo>
                    <a:pt x="275" y="332"/>
                    <a:pt x="275" y="332"/>
                    <a:pt x="275" y="332"/>
                  </a:cubicBezTo>
                  <a:cubicBezTo>
                    <a:pt x="367" y="241"/>
                    <a:pt x="367" y="241"/>
                    <a:pt x="367" y="241"/>
                  </a:cubicBezTo>
                  <a:cubicBezTo>
                    <a:pt x="374" y="234"/>
                    <a:pt x="381" y="226"/>
                    <a:pt x="388" y="226"/>
                  </a:cubicBezTo>
                  <a:cubicBezTo>
                    <a:pt x="402" y="226"/>
                    <a:pt x="417" y="241"/>
                    <a:pt x="417" y="255"/>
                  </a:cubicBezTo>
                  <a:cubicBezTo>
                    <a:pt x="417" y="262"/>
                    <a:pt x="410" y="269"/>
                    <a:pt x="402" y="276"/>
                  </a:cubicBezTo>
                  <a:cubicBezTo>
                    <a:pt x="289" y="389"/>
                    <a:pt x="289" y="389"/>
                    <a:pt x="289" y="389"/>
                  </a:cubicBezTo>
                  <a:cubicBezTo>
                    <a:pt x="289" y="396"/>
                    <a:pt x="282" y="396"/>
                    <a:pt x="275" y="396"/>
                  </a:cubicBezTo>
                  <a:cubicBezTo>
                    <a:pt x="268" y="396"/>
                    <a:pt x="261" y="396"/>
                    <a:pt x="254" y="389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0" y="325"/>
                    <a:pt x="190" y="318"/>
                    <a:pt x="190" y="311"/>
                  </a:cubicBezTo>
                  <a:cubicBezTo>
                    <a:pt x="190" y="297"/>
                    <a:pt x="197" y="283"/>
                    <a:pt x="219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5"/>
            <p:cNvSpPr/>
            <p:nvPr/>
          </p:nvSpPr>
          <p:spPr>
            <a:xfrm>
              <a:off x="2519205" y="484980"/>
              <a:ext cx="215892" cy="190500"/>
            </a:xfrm>
            <a:custGeom>
              <a:rect b="b" l="l" r="r" t="t"/>
              <a:pathLst>
                <a:path extrusionOk="0" h="531" w="601">
                  <a:moveTo>
                    <a:pt x="572" y="530"/>
                  </a:moveTo>
                  <a:lnTo>
                    <a:pt x="572" y="530"/>
                  </a:lnTo>
                  <a:cubicBezTo>
                    <a:pt x="28" y="530"/>
                    <a:pt x="28" y="530"/>
                    <a:pt x="28" y="530"/>
                  </a:cubicBezTo>
                  <a:cubicBezTo>
                    <a:pt x="7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86" y="0"/>
                    <a:pt x="600" y="14"/>
                    <a:pt x="600" y="28"/>
                  </a:cubicBezTo>
                  <a:cubicBezTo>
                    <a:pt x="600" y="502"/>
                    <a:pt x="600" y="502"/>
                    <a:pt x="600" y="502"/>
                  </a:cubicBezTo>
                  <a:cubicBezTo>
                    <a:pt x="600" y="516"/>
                    <a:pt x="586" y="530"/>
                    <a:pt x="572" y="530"/>
                  </a:cubicBezTo>
                  <a:close/>
                  <a:moveTo>
                    <a:pt x="56" y="28"/>
                  </a:moveTo>
                  <a:lnTo>
                    <a:pt x="56" y="28"/>
                  </a:lnTo>
                  <a:cubicBezTo>
                    <a:pt x="35" y="28"/>
                    <a:pt x="28" y="43"/>
                    <a:pt x="28" y="57"/>
                  </a:cubicBezTo>
                  <a:cubicBezTo>
                    <a:pt x="28" y="78"/>
                    <a:pt x="35" y="85"/>
                    <a:pt x="56" y="85"/>
                  </a:cubicBezTo>
                  <a:cubicBezTo>
                    <a:pt x="70" y="85"/>
                    <a:pt x="84" y="78"/>
                    <a:pt x="84" y="57"/>
                  </a:cubicBezTo>
                  <a:cubicBezTo>
                    <a:pt x="84" y="43"/>
                    <a:pt x="70" y="28"/>
                    <a:pt x="56" y="28"/>
                  </a:cubicBezTo>
                  <a:close/>
                  <a:moveTo>
                    <a:pt x="141" y="28"/>
                  </a:moveTo>
                  <a:lnTo>
                    <a:pt x="141" y="28"/>
                  </a:lnTo>
                  <a:cubicBezTo>
                    <a:pt x="120" y="28"/>
                    <a:pt x="113" y="43"/>
                    <a:pt x="113" y="57"/>
                  </a:cubicBezTo>
                  <a:cubicBezTo>
                    <a:pt x="113" y="78"/>
                    <a:pt x="120" y="85"/>
                    <a:pt x="141" y="85"/>
                  </a:cubicBezTo>
                  <a:cubicBezTo>
                    <a:pt x="155" y="85"/>
                    <a:pt x="169" y="78"/>
                    <a:pt x="169" y="57"/>
                  </a:cubicBezTo>
                  <a:cubicBezTo>
                    <a:pt x="169" y="43"/>
                    <a:pt x="155" y="28"/>
                    <a:pt x="141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04" y="28"/>
                    <a:pt x="197" y="43"/>
                    <a:pt x="197" y="57"/>
                  </a:cubicBezTo>
                  <a:cubicBezTo>
                    <a:pt x="197" y="78"/>
                    <a:pt x="204" y="85"/>
                    <a:pt x="226" y="85"/>
                  </a:cubicBezTo>
                  <a:cubicBezTo>
                    <a:pt x="240" y="85"/>
                    <a:pt x="254" y="78"/>
                    <a:pt x="254" y="57"/>
                  </a:cubicBezTo>
                  <a:cubicBezTo>
                    <a:pt x="254" y="43"/>
                    <a:pt x="240" y="28"/>
                    <a:pt x="226" y="28"/>
                  </a:cubicBezTo>
                  <a:close/>
                  <a:moveTo>
                    <a:pt x="572" y="113"/>
                  </a:moveTo>
                  <a:lnTo>
                    <a:pt x="572" y="113"/>
                  </a:lnTo>
                  <a:cubicBezTo>
                    <a:pt x="544" y="113"/>
                    <a:pt x="544" y="113"/>
                    <a:pt x="544" y="113"/>
                  </a:cubicBezTo>
                  <a:cubicBezTo>
                    <a:pt x="56" y="113"/>
                    <a:pt x="56" y="113"/>
                    <a:pt x="56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28" y="502"/>
                    <a:pt x="28" y="502"/>
                    <a:pt x="28" y="502"/>
                  </a:cubicBezTo>
                  <a:cubicBezTo>
                    <a:pt x="572" y="502"/>
                    <a:pt x="572" y="502"/>
                    <a:pt x="572" y="502"/>
                  </a:cubicBezTo>
                  <a:lnTo>
                    <a:pt x="572" y="113"/>
                  </a:lnTo>
                  <a:close/>
                  <a:moveTo>
                    <a:pt x="204" y="283"/>
                  </a:moveTo>
                  <a:lnTo>
                    <a:pt x="204" y="283"/>
                  </a:lnTo>
                  <a:cubicBezTo>
                    <a:pt x="268" y="283"/>
                    <a:pt x="268" y="283"/>
                    <a:pt x="268" y="283"/>
                  </a:cubicBezTo>
                  <a:cubicBezTo>
                    <a:pt x="325" y="283"/>
                    <a:pt x="325" y="283"/>
                    <a:pt x="325" y="283"/>
                  </a:cubicBezTo>
                  <a:cubicBezTo>
                    <a:pt x="395" y="283"/>
                    <a:pt x="395" y="283"/>
                    <a:pt x="395" y="283"/>
                  </a:cubicBezTo>
                  <a:cubicBezTo>
                    <a:pt x="409" y="283"/>
                    <a:pt x="424" y="297"/>
                    <a:pt x="424" y="311"/>
                  </a:cubicBezTo>
                  <a:cubicBezTo>
                    <a:pt x="424" y="332"/>
                    <a:pt x="409" y="339"/>
                    <a:pt x="395" y="339"/>
                  </a:cubicBezTo>
                  <a:cubicBezTo>
                    <a:pt x="240" y="339"/>
                    <a:pt x="240" y="339"/>
                    <a:pt x="240" y="339"/>
                  </a:cubicBezTo>
                  <a:cubicBezTo>
                    <a:pt x="204" y="339"/>
                    <a:pt x="204" y="339"/>
                    <a:pt x="204" y="339"/>
                  </a:cubicBezTo>
                  <a:cubicBezTo>
                    <a:pt x="190" y="339"/>
                    <a:pt x="176" y="332"/>
                    <a:pt x="176" y="311"/>
                  </a:cubicBezTo>
                  <a:cubicBezTo>
                    <a:pt x="176" y="297"/>
                    <a:pt x="190" y="283"/>
                    <a:pt x="204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5"/>
            <p:cNvSpPr/>
            <p:nvPr/>
          </p:nvSpPr>
          <p:spPr>
            <a:xfrm>
              <a:off x="2136632" y="484980"/>
              <a:ext cx="219067" cy="190500"/>
            </a:xfrm>
            <a:custGeom>
              <a:rect b="b" l="l" r="r" t="t"/>
              <a:pathLst>
                <a:path extrusionOk="0" h="531" w="609">
                  <a:moveTo>
                    <a:pt x="580" y="530"/>
                  </a:moveTo>
                  <a:lnTo>
                    <a:pt x="580" y="530"/>
                  </a:lnTo>
                  <a:cubicBezTo>
                    <a:pt x="29" y="530"/>
                    <a:pt x="29" y="530"/>
                    <a:pt x="29" y="530"/>
                  </a:cubicBezTo>
                  <a:cubicBezTo>
                    <a:pt x="15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14"/>
                    <a:pt x="608" y="28"/>
                  </a:cubicBezTo>
                  <a:cubicBezTo>
                    <a:pt x="608" y="502"/>
                    <a:pt x="608" y="502"/>
                    <a:pt x="608" y="502"/>
                  </a:cubicBezTo>
                  <a:cubicBezTo>
                    <a:pt x="608" y="516"/>
                    <a:pt x="594" y="530"/>
                    <a:pt x="580" y="530"/>
                  </a:cubicBezTo>
                  <a:close/>
                  <a:moveTo>
                    <a:pt x="57" y="28"/>
                  </a:moveTo>
                  <a:lnTo>
                    <a:pt x="57" y="28"/>
                  </a:lnTo>
                  <a:cubicBezTo>
                    <a:pt x="43" y="28"/>
                    <a:pt x="29" y="43"/>
                    <a:pt x="29" y="57"/>
                  </a:cubicBezTo>
                  <a:cubicBezTo>
                    <a:pt x="29" y="78"/>
                    <a:pt x="43" y="85"/>
                    <a:pt x="57" y="85"/>
                  </a:cubicBezTo>
                  <a:cubicBezTo>
                    <a:pt x="78" y="85"/>
                    <a:pt x="85" y="78"/>
                    <a:pt x="85" y="57"/>
                  </a:cubicBezTo>
                  <a:cubicBezTo>
                    <a:pt x="85" y="43"/>
                    <a:pt x="78" y="28"/>
                    <a:pt x="57" y="28"/>
                  </a:cubicBezTo>
                  <a:close/>
                  <a:moveTo>
                    <a:pt x="142" y="28"/>
                  </a:moveTo>
                  <a:lnTo>
                    <a:pt x="142" y="28"/>
                  </a:lnTo>
                  <a:cubicBezTo>
                    <a:pt x="128" y="28"/>
                    <a:pt x="113" y="43"/>
                    <a:pt x="113" y="57"/>
                  </a:cubicBezTo>
                  <a:cubicBezTo>
                    <a:pt x="113" y="78"/>
                    <a:pt x="128" y="85"/>
                    <a:pt x="142" y="85"/>
                  </a:cubicBezTo>
                  <a:cubicBezTo>
                    <a:pt x="163" y="85"/>
                    <a:pt x="170" y="78"/>
                    <a:pt x="170" y="57"/>
                  </a:cubicBezTo>
                  <a:cubicBezTo>
                    <a:pt x="170" y="43"/>
                    <a:pt x="163" y="28"/>
                    <a:pt x="142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12" y="28"/>
                    <a:pt x="198" y="43"/>
                    <a:pt x="198" y="57"/>
                  </a:cubicBezTo>
                  <a:cubicBezTo>
                    <a:pt x="198" y="78"/>
                    <a:pt x="212" y="85"/>
                    <a:pt x="226" y="85"/>
                  </a:cubicBezTo>
                  <a:cubicBezTo>
                    <a:pt x="248" y="85"/>
                    <a:pt x="255" y="78"/>
                    <a:pt x="255" y="57"/>
                  </a:cubicBezTo>
                  <a:cubicBezTo>
                    <a:pt x="255" y="43"/>
                    <a:pt x="248" y="28"/>
                    <a:pt x="226" y="28"/>
                  </a:cubicBezTo>
                  <a:close/>
                  <a:moveTo>
                    <a:pt x="580" y="113"/>
                  </a:moveTo>
                  <a:lnTo>
                    <a:pt x="580" y="113"/>
                  </a:lnTo>
                  <a:cubicBezTo>
                    <a:pt x="552" y="113"/>
                    <a:pt x="552" y="113"/>
                    <a:pt x="552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29" y="502"/>
                    <a:pt x="29" y="502"/>
                    <a:pt x="29" y="502"/>
                  </a:cubicBezTo>
                  <a:cubicBezTo>
                    <a:pt x="580" y="502"/>
                    <a:pt x="580" y="502"/>
                    <a:pt x="580" y="502"/>
                  </a:cubicBezTo>
                  <a:lnTo>
                    <a:pt x="580" y="113"/>
                  </a:lnTo>
                  <a:close/>
                  <a:moveTo>
                    <a:pt x="212" y="283"/>
                  </a:moveTo>
                  <a:lnTo>
                    <a:pt x="212" y="283"/>
                  </a:lnTo>
                  <a:cubicBezTo>
                    <a:pt x="276" y="283"/>
                    <a:pt x="276" y="283"/>
                    <a:pt x="276" y="283"/>
                  </a:cubicBezTo>
                  <a:cubicBezTo>
                    <a:pt x="276" y="219"/>
                    <a:pt x="276" y="219"/>
                    <a:pt x="276" y="219"/>
                  </a:cubicBezTo>
                  <a:cubicBezTo>
                    <a:pt x="276" y="205"/>
                    <a:pt x="290" y="191"/>
                    <a:pt x="304" y="191"/>
                  </a:cubicBezTo>
                  <a:cubicBezTo>
                    <a:pt x="318" y="191"/>
                    <a:pt x="333" y="205"/>
                    <a:pt x="333" y="219"/>
                  </a:cubicBezTo>
                  <a:cubicBezTo>
                    <a:pt x="333" y="283"/>
                    <a:pt x="333" y="283"/>
                    <a:pt x="333" y="283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417" y="283"/>
                    <a:pt x="424" y="297"/>
                    <a:pt x="424" y="311"/>
                  </a:cubicBezTo>
                  <a:cubicBezTo>
                    <a:pt x="424" y="332"/>
                    <a:pt x="417" y="339"/>
                    <a:pt x="396" y="339"/>
                  </a:cubicBezTo>
                  <a:cubicBezTo>
                    <a:pt x="333" y="339"/>
                    <a:pt x="333" y="339"/>
                    <a:pt x="333" y="339"/>
                  </a:cubicBezTo>
                  <a:cubicBezTo>
                    <a:pt x="333" y="410"/>
                    <a:pt x="333" y="410"/>
                    <a:pt x="333" y="410"/>
                  </a:cubicBezTo>
                  <a:cubicBezTo>
                    <a:pt x="333" y="424"/>
                    <a:pt x="318" y="438"/>
                    <a:pt x="304" y="438"/>
                  </a:cubicBezTo>
                  <a:cubicBezTo>
                    <a:pt x="290" y="438"/>
                    <a:pt x="276" y="424"/>
                    <a:pt x="276" y="410"/>
                  </a:cubicBezTo>
                  <a:cubicBezTo>
                    <a:pt x="276" y="339"/>
                    <a:pt x="276" y="339"/>
                    <a:pt x="276" y="339"/>
                  </a:cubicBezTo>
                  <a:cubicBezTo>
                    <a:pt x="212" y="339"/>
                    <a:pt x="212" y="339"/>
                    <a:pt x="212" y="339"/>
                  </a:cubicBezTo>
                  <a:cubicBezTo>
                    <a:pt x="191" y="339"/>
                    <a:pt x="184" y="332"/>
                    <a:pt x="184" y="311"/>
                  </a:cubicBezTo>
                  <a:cubicBezTo>
                    <a:pt x="184" y="297"/>
                    <a:pt x="191" y="283"/>
                    <a:pt x="212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5"/>
            <p:cNvSpPr/>
            <p:nvPr/>
          </p:nvSpPr>
          <p:spPr>
            <a:xfrm>
              <a:off x="1758821" y="484980"/>
              <a:ext cx="217479" cy="190500"/>
            </a:xfrm>
            <a:custGeom>
              <a:rect b="b" l="l" r="r" t="t"/>
              <a:pathLst>
                <a:path extrusionOk="0" h="531" w="602">
                  <a:moveTo>
                    <a:pt x="573" y="530"/>
                  </a:moveTo>
                  <a:lnTo>
                    <a:pt x="573" y="530"/>
                  </a:lnTo>
                  <a:cubicBezTo>
                    <a:pt x="29" y="530"/>
                    <a:pt x="29" y="530"/>
                    <a:pt x="29" y="530"/>
                  </a:cubicBezTo>
                  <a:cubicBezTo>
                    <a:pt x="15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5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94" y="0"/>
                    <a:pt x="601" y="14"/>
                    <a:pt x="601" y="28"/>
                  </a:cubicBezTo>
                  <a:cubicBezTo>
                    <a:pt x="601" y="502"/>
                    <a:pt x="601" y="502"/>
                    <a:pt x="601" y="502"/>
                  </a:cubicBezTo>
                  <a:cubicBezTo>
                    <a:pt x="601" y="516"/>
                    <a:pt x="594" y="530"/>
                    <a:pt x="573" y="530"/>
                  </a:cubicBezTo>
                  <a:close/>
                  <a:moveTo>
                    <a:pt x="460" y="502"/>
                  </a:moveTo>
                  <a:lnTo>
                    <a:pt x="460" y="502"/>
                  </a:lnTo>
                  <a:cubicBezTo>
                    <a:pt x="573" y="502"/>
                    <a:pt x="573" y="502"/>
                    <a:pt x="573" y="502"/>
                  </a:cubicBezTo>
                  <a:cubicBezTo>
                    <a:pt x="573" y="255"/>
                    <a:pt x="573" y="255"/>
                    <a:pt x="573" y="255"/>
                  </a:cubicBezTo>
                  <a:cubicBezTo>
                    <a:pt x="566" y="255"/>
                    <a:pt x="566" y="255"/>
                    <a:pt x="566" y="255"/>
                  </a:cubicBezTo>
                  <a:cubicBezTo>
                    <a:pt x="460" y="255"/>
                    <a:pt x="460" y="255"/>
                    <a:pt x="460" y="255"/>
                  </a:cubicBezTo>
                  <a:lnTo>
                    <a:pt x="460" y="502"/>
                  </a:lnTo>
                  <a:close/>
                  <a:moveTo>
                    <a:pt x="170" y="502"/>
                  </a:moveTo>
                  <a:lnTo>
                    <a:pt x="170" y="502"/>
                  </a:lnTo>
                  <a:cubicBezTo>
                    <a:pt x="431" y="502"/>
                    <a:pt x="431" y="502"/>
                    <a:pt x="431" y="502"/>
                  </a:cubicBezTo>
                  <a:cubicBezTo>
                    <a:pt x="431" y="255"/>
                    <a:pt x="431" y="255"/>
                    <a:pt x="431" y="255"/>
                  </a:cubicBezTo>
                  <a:cubicBezTo>
                    <a:pt x="170" y="255"/>
                    <a:pt x="170" y="255"/>
                    <a:pt x="170" y="255"/>
                  </a:cubicBezTo>
                  <a:lnTo>
                    <a:pt x="170" y="502"/>
                  </a:lnTo>
                  <a:close/>
                  <a:moveTo>
                    <a:pt x="29" y="502"/>
                  </a:moveTo>
                  <a:lnTo>
                    <a:pt x="29" y="502"/>
                  </a:lnTo>
                  <a:cubicBezTo>
                    <a:pt x="142" y="502"/>
                    <a:pt x="142" y="502"/>
                    <a:pt x="142" y="502"/>
                  </a:cubicBezTo>
                  <a:cubicBezTo>
                    <a:pt x="142" y="255"/>
                    <a:pt x="142" y="255"/>
                    <a:pt x="142" y="255"/>
                  </a:cubicBezTo>
                  <a:cubicBezTo>
                    <a:pt x="29" y="255"/>
                    <a:pt x="29" y="255"/>
                    <a:pt x="29" y="255"/>
                  </a:cubicBezTo>
                  <a:lnTo>
                    <a:pt x="29" y="502"/>
                  </a:lnTo>
                  <a:close/>
                  <a:moveTo>
                    <a:pt x="57" y="28"/>
                  </a:moveTo>
                  <a:lnTo>
                    <a:pt x="57" y="28"/>
                  </a:lnTo>
                  <a:cubicBezTo>
                    <a:pt x="43" y="28"/>
                    <a:pt x="29" y="43"/>
                    <a:pt x="29" y="57"/>
                  </a:cubicBezTo>
                  <a:cubicBezTo>
                    <a:pt x="29" y="78"/>
                    <a:pt x="43" y="85"/>
                    <a:pt x="57" y="85"/>
                  </a:cubicBezTo>
                  <a:cubicBezTo>
                    <a:pt x="71" y="85"/>
                    <a:pt x="85" y="78"/>
                    <a:pt x="85" y="57"/>
                  </a:cubicBezTo>
                  <a:cubicBezTo>
                    <a:pt x="85" y="43"/>
                    <a:pt x="71" y="28"/>
                    <a:pt x="57" y="28"/>
                  </a:cubicBezTo>
                  <a:close/>
                  <a:moveTo>
                    <a:pt x="142" y="28"/>
                  </a:moveTo>
                  <a:lnTo>
                    <a:pt x="142" y="28"/>
                  </a:lnTo>
                  <a:cubicBezTo>
                    <a:pt x="128" y="28"/>
                    <a:pt x="113" y="43"/>
                    <a:pt x="113" y="57"/>
                  </a:cubicBezTo>
                  <a:cubicBezTo>
                    <a:pt x="113" y="78"/>
                    <a:pt x="128" y="85"/>
                    <a:pt x="142" y="85"/>
                  </a:cubicBezTo>
                  <a:cubicBezTo>
                    <a:pt x="156" y="85"/>
                    <a:pt x="170" y="78"/>
                    <a:pt x="170" y="57"/>
                  </a:cubicBezTo>
                  <a:cubicBezTo>
                    <a:pt x="170" y="43"/>
                    <a:pt x="156" y="28"/>
                    <a:pt x="142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12" y="28"/>
                    <a:pt x="198" y="43"/>
                    <a:pt x="198" y="57"/>
                  </a:cubicBezTo>
                  <a:cubicBezTo>
                    <a:pt x="198" y="78"/>
                    <a:pt x="212" y="85"/>
                    <a:pt x="226" y="85"/>
                  </a:cubicBezTo>
                  <a:cubicBezTo>
                    <a:pt x="241" y="85"/>
                    <a:pt x="255" y="78"/>
                    <a:pt x="255" y="57"/>
                  </a:cubicBezTo>
                  <a:cubicBezTo>
                    <a:pt x="255" y="43"/>
                    <a:pt x="241" y="28"/>
                    <a:pt x="226" y="28"/>
                  </a:cubicBezTo>
                  <a:close/>
                  <a:moveTo>
                    <a:pt x="544" y="113"/>
                  </a:moveTo>
                  <a:lnTo>
                    <a:pt x="544" y="113"/>
                  </a:lnTo>
                  <a:cubicBezTo>
                    <a:pt x="57" y="113"/>
                    <a:pt x="57" y="113"/>
                    <a:pt x="57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29" y="226"/>
                    <a:pt x="29" y="226"/>
                    <a:pt x="29" y="226"/>
                  </a:cubicBezTo>
                  <a:cubicBezTo>
                    <a:pt x="142" y="226"/>
                    <a:pt x="142" y="226"/>
                    <a:pt x="142" y="226"/>
                  </a:cubicBezTo>
                  <a:cubicBezTo>
                    <a:pt x="170" y="226"/>
                    <a:pt x="170" y="226"/>
                    <a:pt x="170" y="226"/>
                  </a:cubicBezTo>
                  <a:cubicBezTo>
                    <a:pt x="431" y="226"/>
                    <a:pt x="431" y="226"/>
                    <a:pt x="431" y="226"/>
                  </a:cubicBezTo>
                  <a:cubicBezTo>
                    <a:pt x="460" y="226"/>
                    <a:pt x="460" y="226"/>
                    <a:pt x="460" y="226"/>
                  </a:cubicBezTo>
                  <a:cubicBezTo>
                    <a:pt x="566" y="226"/>
                    <a:pt x="566" y="226"/>
                    <a:pt x="566" y="226"/>
                  </a:cubicBezTo>
                  <a:cubicBezTo>
                    <a:pt x="573" y="226"/>
                    <a:pt x="573" y="226"/>
                    <a:pt x="573" y="226"/>
                  </a:cubicBezTo>
                  <a:cubicBezTo>
                    <a:pt x="573" y="113"/>
                    <a:pt x="573" y="113"/>
                    <a:pt x="573" y="113"/>
                  </a:cubicBezTo>
                  <a:lnTo>
                    <a:pt x="544" y="1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5"/>
            <p:cNvSpPr/>
            <p:nvPr/>
          </p:nvSpPr>
          <p:spPr>
            <a:xfrm>
              <a:off x="1379422" y="484980"/>
              <a:ext cx="217480" cy="190500"/>
            </a:xfrm>
            <a:custGeom>
              <a:rect b="b" l="l" r="r" t="t"/>
              <a:pathLst>
                <a:path extrusionOk="0" h="531" w="602">
                  <a:moveTo>
                    <a:pt x="573" y="530"/>
                  </a:moveTo>
                  <a:lnTo>
                    <a:pt x="573" y="530"/>
                  </a:lnTo>
                  <a:cubicBezTo>
                    <a:pt x="29" y="530"/>
                    <a:pt x="29" y="530"/>
                    <a:pt x="29" y="530"/>
                  </a:cubicBezTo>
                  <a:cubicBezTo>
                    <a:pt x="7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9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87" y="0"/>
                    <a:pt x="601" y="14"/>
                    <a:pt x="601" y="28"/>
                  </a:cubicBezTo>
                  <a:cubicBezTo>
                    <a:pt x="601" y="502"/>
                    <a:pt x="601" y="502"/>
                    <a:pt x="601" y="502"/>
                  </a:cubicBezTo>
                  <a:cubicBezTo>
                    <a:pt x="601" y="516"/>
                    <a:pt x="587" y="530"/>
                    <a:pt x="573" y="530"/>
                  </a:cubicBezTo>
                  <a:close/>
                  <a:moveTo>
                    <a:pt x="460" y="502"/>
                  </a:moveTo>
                  <a:lnTo>
                    <a:pt x="460" y="502"/>
                  </a:lnTo>
                  <a:cubicBezTo>
                    <a:pt x="573" y="502"/>
                    <a:pt x="573" y="502"/>
                    <a:pt x="573" y="502"/>
                  </a:cubicBezTo>
                  <a:cubicBezTo>
                    <a:pt x="573" y="255"/>
                    <a:pt x="573" y="255"/>
                    <a:pt x="573" y="255"/>
                  </a:cubicBezTo>
                  <a:cubicBezTo>
                    <a:pt x="559" y="255"/>
                    <a:pt x="559" y="255"/>
                    <a:pt x="559" y="255"/>
                  </a:cubicBezTo>
                  <a:cubicBezTo>
                    <a:pt x="460" y="255"/>
                    <a:pt x="460" y="255"/>
                    <a:pt x="460" y="255"/>
                  </a:cubicBezTo>
                  <a:lnTo>
                    <a:pt x="460" y="502"/>
                  </a:lnTo>
                  <a:close/>
                  <a:moveTo>
                    <a:pt x="29" y="502"/>
                  </a:moveTo>
                  <a:lnTo>
                    <a:pt x="29" y="502"/>
                  </a:lnTo>
                  <a:cubicBezTo>
                    <a:pt x="431" y="502"/>
                    <a:pt x="431" y="502"/>
                    <a:pt x="431" y="502"/>
                  </a:cubicBezTo>
                  <a:cubicBezTo>
                    <a:pt x="431" y="255"/>
                    <a:pt x="431" y="255"/>
                    <a:pt x="431" y="255"/>
                  </a:cubicBezTo>
                  <a:cubicBezTo>
                    <a:pt x="29" y="255"/>
                    <a:pt x="29" y="255"/>
                    <a:pt x="29" y="255"/>
                  </a:cubicBezTo>
                  <a:lnTo>
                    <a:pt x="29" y="502"/>
                  </a:lnTo>
                  <a:close/>
                  <a:moveTo>
                    <a:pt x="57" y="28"/>
                  </a:moveTo>
                  <a:lnTo>
                    <a:pt x="57" y="28"/>
                  </a:lnTo>
                  <a:cubicBezTo>
                    <a:pt x="36" y="28"/>
                    <a:pt x="29" y="43"/>
                    <a:pt x="29" y="57"/>
                  </a:cubicBezTo>
                  <a:cubicBezTo>
                    <a:pt x="29" y="78"/>
                    <a:pt x="36" y="85"/>
                    <a:pt x="57" y="85"/>
                  </a:cubicBezTo>
                  <a:cubicBezTo>
                    <a:pt x="71" y="85"/>
                    <a:pt x="85" y="78"/>
                    <a:pt x="85" y="57"/>
                  </a:cubicBezTo>
                  <a:cubicBezTo>
                    <a:pt x="85" y="43"/>
                    <a:pt x="71" y="28"/>
                    <a:pt x="57" y="28"/>
                  </a:cubicBezTo>
                  <a:close/>
                  <a:moveTo>
                    <a:pt x="142" y="28"/>
                  </a:moveTo>
                  <a:lnTo>
                    <a:pt x="142" y="28"/>
                  </a:lnTo>
                  <a:cubicBezTo>
                    <a:pt x="120" y="28"/>
                    <a:pt x="113" y="43"/>
                    <a:pt x="113" y="57"/>
                  </a:cubicBezTo>
                  <a:cubicBezTo>
                    <a:pt x="113" y="78"/>
                    <a:pt x="120" y="85"/>
                    <a:pt x="142" y="85"/>
                  </a:cubicBezTo>
                  <a:cubicBezTo>
                    <a:pt x="156" y="85"/>
                    <a:pt x="170" y="78"/>
                    <a:pt x="170" y="57"/>
                  </a:cubicBezTo>
                  <a:cubicBezTo>
                    <a:pt x="170" y="43"/>
                    <a:pt x="156" y="28"/>
                    <a:pt x="142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05" y="28"/>
                    <a:pt x="198" y="43"/>
                    <a:pt x="198" y="57"/>
                  </a:cubicBezTo>
                  <a:cubicBezTo>
                    <a:pt x="198" y="78"/>
                    <a:pt x="205" y="85"/>
                    <a:pt x="226" y="85"/>
                  </a:cubicBezTo>
                  <a:cubicBezTo>
                    <a:pt x="240" y="85"/>
                    <a:pt x="255" y="78"/>
                    <a:pt x="255" y="57"/>
                  </a:cubicBezTo>
                  <a:cubicBezTo>
                    <a:pt x="255" y="43"/>
                    <a:pt x="240" y="28"/>
                    <a:pt x="226" y="28"/>
                  </a:cubicBezTo>
                  <a:close/>
                  <a:moveTo>
                    <a:pt x="544" y="113"/>
                  </a:moveTo>
                  <a:lnTo>
                    <a:pt x="544" y="113"/>
                  </a:lnTo>
                  <a:cubicBezTo>
                    <a:pt x="57" y="113"/>
                    <a:pt x="57" y="113"/>
                    <a:pt x="57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29" y="226"/>
                    <a:pt x="29" y="226"/>
                    <a:pt x="29" y="226"/>
                  </a:cubicBezTo>
                  <a:cubicBezTo>
                    <a:pt x="431" y="226"/>
                    <a:pt x="431" y="226"/>
                    <a:pt x="431" y="226"/>
                  </a:cubicBezTo>
                  <a:cubicBezTo>
                    <a:pt x="460" y="226"/>
                    <a:pt x="460" y="226"/>
                    <a:pt x="460" y="226"/>
                  </a:cubicBezTo>
                  <a:cubicBezTo>
                    <a:pt x="559" y="226"/>
                    <a:pt x="559" y="226"/>
                    <a:pt x="559" y="226"/>
                  </a:cubicBezTo>
                  <a:cubicBezTo>
                    <a:pt x="573" y="226"/>
                    <a:pt x="573" y="226"/>
                    <a:pt x="573" y="226"/>
                  </a:cubicBezTo>
                  <a:cubicBezTo>
                    <a:pt x="573" y="113"/>
                    <a:pt x="573" y="113"/>
                    <a:pt x="573" y="113"/>
                  </a:cubicBezTo>
                  <a:lnTo>
                    <a:pt x="544" y="1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5"/>
            <p:cNvSpPr/>
            <p:nvPr/>
          </p:nvSpPr>
          <p:spPr>
            <a:xfrm>
              <a:off x="998435" y="484980"/>
              <a:ext cx="219067" cy="190500"/>
            </a:xfrm>
            <a:custGeom>
              <a:rect b="b" l="l" r="r" t="t"/>
              <a:pathLst>
                <a:path extrusionOk="0" h="531" w="609">
                  <a:moveTo>
                    <a:pt x="580" y="530"/>
                  </a:moveTo>
                  <a:lnTo>
                    <a:pt x="580" y="530"/>
                  </a:lnTo>
                  <a:cubicBezTo>
                    <a:pt x="28" y="530"/>
                    <a:pt x="28" y="530"/>
                    <a:pt x="28" y="530"/>
                  </a:cubicBezTo>
                  <a:cubicBezTo>
                    <a:pt x="14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14"/>
                    <a:pt x="608" y="28"/>
                  </a:cubicBezTo>
                  <a:cubicBezTo>
                    <a:pt x="608" y="502"/>
                    <a:pt x="608" y="502"/>
                    <a:pt x="608" y="502"/>
                  </a:cubicBezTo>
                  <a:cubicBezTo>
                    <a:pt x="608" y="516"/>
                    <a:pt x="594" y="530"/>
                    <a:pt x="580" y="530"/>
                  </a:cubicBezTo>
                  <a:close/>
                  <a:moveTo>
                    <a:pt x="170" y="502"/>
                  </a:moveTo>
                  <a:lnTo>
                    <a:pt x="170" y="502"/>
                  </a:lnTo>
                  <a:cubicBezTo>
                    <a:pt x="580" y="502"/>
                    <a:pt x="580" y="502"/>
                    <a:pt x="580" y="502"/>
                  </a:cubicBezTo>
                  <a:cubicBezTo>
                    <a:pt x="580" y="255"/>
                    <a:pt x="580" y="255"/>
                    <a:pt x="580" y="255"/>
                  </a:cubicBezTo>
                  <a:cubicBezTo>
                    <a:pt x="573" y="255"/>
                    <a:pt x="573" y="255"/>
                    <a:pt x="573" y="255"/>
                  </a:cubicBezTo>
                  <a:cubicBezTo>
                    <a:pt x="170" y="255"/>
                    <a:pt x="170" y="255"/>
                    <a:pt x="170" y="255"/>
                  </a:cubicBezTo>
                  <a:lnTo>
                    <a:pt x="170" y="502"/>
                  </a:lnTo>
                  <a:close/>
                  <a:moveTo>
                    <a:pt x="28" y="502"/>
                  </a:moveTo>
                  <a:lnTo>
                    <a:pt x="28" y="502"/>
                  </a:lnTo>
                  <a:cubicBezTo>
                    <a:pt x="141" y="502"/>
                    <a:pt x="141" y="502"/>
                    <a:pt x="141" y="502"/>
                  </a:cubicBezTo>
                  <a:cubicBezTo>
                    <a:pt x="141" y="255"/>
                    <a:pt x="141" y="255"/>
                    <a:pt x="141" y="255"/>
                  </a:cubicBezTo>
                  <a:cubicBezTo>
                    <a:pt x="28" y="255"/>
                    <a:pt x="28" y="255"/>
                    <a:pt x="28" y="255"/>
                  </a:cubicBezTo>
                  <a:lnTo>
                    <a:pt x="28" y="502"/>
                  </a:lnTo>
                  <a:close/>
                  <a:moveTo>
                    <a:pt x="57" y="28"/>
                  </a:moveTo>
                  <a:lnTo>
                    <a:pt x="57" y="28"/>
                  </a:lnTo>
                  <a:cubicBezTo>
                    <a:pt x="43" y="28"/>
                    <a:pt x="28" y="43"/>
                    <a:pt x="28" y="57"/>
                  </a:cubicBezTo>
                  <a:cubicBezTo>
                    <a:pt x="28" y="78"/>
                    <a:pt x="43" y="85"/>
                    <a:pt x="57" y="85"/>
                  </a:cubicBezTo>
                  <a:cubicBezTo>
                    <a:pt x="78" y="85"/>
                    <a:pt x="85" y="78"/>
                    <a:pt x="85" y="57"/>
                  </a:cubicBezTo>
                  <a:cubicBezTo>
                    <a:pt x="85" y="43"/>
                    <a:pt x="78" y="28"/>
                    <a:pt x="57" y="28"/>
                  </a:cubicBezTo>
                  <a:close/>
                  <a:moveTo>
                    <a:pt x="141" y="28"/>
                  </a:moveTo>
                  <a:lnTo>
                    <a:pt x="141" y="28"/>
                  </a:lnTo>
                  <a:cubicBezTo>
                    <a:pt x="127" y="28"/>
                    <a:pt x="113" y="43"/>
                    <a:pt x="113" y="57"/>
                  </a:cubicBezTo>
                  <a:cubicBezTo>
                    <a:pt x="113" y="78"/>
                    <a:pt x="127" y="85"/>
                    <a:pt x="141" y="85"/>
                  </a:cubicBezTo>
                  <a:cubicBezTo>
                    <a:pt x="163" y="85"/>
                    <a:pt x="170" y="78"/>
                    <a:pt x="170" y="57"/>
                  </a:cubicBezTo>
                  <a:cubicBezTo>
                    <a:pt x="170" y="43"/>
                    <a:pt x="163" y="28"/>
                    <a:pt x="141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12" y="28"/>
                    <a:pt x="198" y="43"/>
                    <a:pt x="198" y="57"/>
                  </a:cubicBezTo>
                  <a:cubicBezTo>
                    <a:pt x="198" y="78"/>
                    <a:pt x="212" y="85"/>
                    <a:pt x="226" y="85"/>
                  </a:cubicBezTo>
                  <a:cubicBezTo>
                    <a:pt x="247" y="85"/>
                    <a:pt x="254" y="78"/>
                    <a:pt x="254" y="57"/>
                  </a:cubicBezTo>
                  <a:cubicBezTo>
                    <a:pt x="254" y="43"/>
                    <a:pt x="247" y="28"/>
                    <a:pt x="226" y="28"/>
                  </a:cubicBezTo>
                  <a:close/>
                  <a:moveTo>
                    <a:pt x="551" y="113"/>
                  </a:moveTo>
                  <a:lnTo>
                    <a:pt x="551" y="113"/>
                  </a:lnTo>
                  <a:cubicBezTo>
                    <a:pt x="57" y="113"/>
                    <a:pt x="57" y="113"/>
                    <a:pt x="57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28" y="226"/>
                    <a:pt x="28" y="226"/>
                    <a:pt x="28" y="226"/>
                  </a:cubicBezTo>
                  <a:cubicBezTo>
                    <a:pt x="141" y="226"/>
                    <a:pt x="141" y="226"/>
                    <a:pt x="141" y="226"/>
                  </a:cubicBezTo>
                  <a:cubicBezTo>
                    <a:pt x="170" y="226"/>
                    <a:pt x="170" y="226"/>
                    <a:pt x="170" y="226"/>
                  </a:cubicBezTo>
                  <a:cubicBezTo>
                    <a:pt x="573" y="226"/>
                    <a:pt x="573" y="226"/>
                    <a:pt x="573" y="226"/>
                  </a:cubicBezTo>
                  <a:cubicBezTo>
                    <a:pt x="580" y="226"/>
                    <a:pt x="580" y="226"/>
                    <a:pt x="580" y="226"/>
                  </a:cubicBezTo>
                  <a:cubicBezTo>
                    <a:pt x="580" y="113"/>
                    <a:pt x="580" y="113"/>
                    <a:pt x="580" y="113"/>
                  </a:cubicBezTo>
                  <a:lnTo>
                    <a:pt x="551" y="1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5"/>
            <p:cNvSpPr/>
            <p:nvPr/>
          </p:nvSpPr>
          <p:spPr>
            <a:xfrm>
              <a:off x="619037" y="484980"/>
              <a:ext cx="217479" cy="190500"/>
            </a:xfrm>
            <a:custGeom>
              <a:rect b="b" l="l" r="r" t="t"/>
              <a:pathLst>
                <a:path extrusionOk="0" h="531" w="602">
                  <a:moveTo>
                    <a:pt x="572" y="530"/>
                  </a:moveTo>
                  <a:lnTo>
                    <a:pt x="572" y="530"/>
                  </a:lnTo>
                  <a:cubicBezTo>
                    <a:pt x="28" y="530"/>
                    <a:pt x="28" y="530"/>
                    <a:pt x="28" y="530"/>
                  </a:cubicBezTo>
                  <a:cubicBezTo>
                    <a:pt x="14" y="530"/>
                    <a:pt x="0" y="516"/>
                    <a:pt x="0" y="50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14"/>
                    <a:pt x="601" y="28"/>
                  </a:cubicBezTo>
                  <a:cubicBezTo>
                    <a:pt x="601" y="502"/>
                    <a:pt x="601" y="502"/>
                    <a:pt x="601" y="502"/>
                  </a:cubicBezTo>
                  <a:cubicBezTo>
                    <a:pt x="601" y="516"/>
                    <a:pt x="594" y="530"/>
                    <a:pt x="572" y="530"/>
                  </a:cubicBezTo>
                  <a:close/>
                  <a:moveTo>
                    <a:pt x="57" y="28"/>
                  </a:moveTo>
                  <a:lnTo>
                    <a:pt x="57" y="28"/>
                  </a:lnTo>
                  <a:cubicBezTo>
                    <a:pt x="42" y="28"/>
                    <a:pt x="28" y="43"/>
                    <a:pt x="28" y="57"/>
                  </a:cubicBezTo>
                  <a:cubicBezTo>
                    <a:pt x="28" y="78"/>
                    <a:pt x="42" y="85"/>
                    <a:pt x="57" y="85"/>
                  </a:cubicBezTo>
                  <a:cubicBezTo>
                    <a:pt x="71" y="85"/>
                    <a:pt x="85" y="78"/>
                    <a:pt x="85" y="57"/>
                  </a:cubicBezTo>
                  <a:cubicBezTo>
                    <a:pt x="85" y="43"/>
                    <a:pt x="71" y="28"/>
                    <a:pt x="57" y="28"/>
                  </a:cubicBezTo>
                  <a:close/>
                  <a:moveTo>
                    <a:pt x="141" y="28"/>
                  </a:moveTo>
                  <a:lnTo>
                    <a:pt x="141" y="28"/>
                  </a:lnTo>
                  <a:cubicBezTo>
                    <a:pt x="127" y="28"/>
                    <a:pt x="113" y="43"/>
                    <a:pt x="113" y="57"/>
                  </a:cubicBezTo>
                  <a:cubicBezTo>
                    <a:pt x="113" y="78"/>
                    <a:pt x="127" y="85"/>
                    <a:pt x="141" y="85"/>
                  </a:cubicBezTo>
                  <a:cubicBezTo>
                    <a:pt x="156" y="85"/>
                    <a:pt x="170" y="78"/>
                    <a:pt x="170" y="57"/>
                  </a:cubicBezTo>
                  <a:cubicBezTo>
                    <a:pt x="170" y="43"/>
                    <a:pt x="156" y="28"/>
                    <a:pt x="141" y="28"/>
                  </a:cubicBezTo>
                  <a:close/>
                  <a:moveTo>
                    <a:pt x="226" y="28"/>
                  </a:moveTo>
                  <a:lnTo>
                    <a:pt x="226" y="28"/>
                  </a:lnTo>
                  <a:cubicBezTo>
                    <a:pt x="212" y="28"/>
                    <a:pt x="198" y="43"/>
                    <a:pt x="198" y="57"/>
                  </a:cubicBezTo>
                  <a:cubicBezTo>
                    <a:pt x="198" y="78"/>
                    <a:pt x="212" y="85"/>
                    <a:pt x="226" y="85"/>
                  </a:cubicBezTo>
                  <a:cubicBezTo>
                    <a:pt x="240" y="85"/>
                    <a:pt x="254" y="78"/>
                    <a:pt x="254" y="57"/>
                  </a:cubicBezTo>
                  <a:cubicBezTo>
                    <a:pt x="254" y="43"/>
                    <a:pt x="240" y="28"/>
                    <a:pt x="226" y="28"/>
                  </a:cubicBezTo>
                  <a:close/>
                  <a:moveTo>
                    <a:pt x="572" y="113"/>
                  </a:moveTo>
                  <a:lnTo>
                    <a:pt x="572" y="113"/>
                  </a:lnTo>
                  <a:cubicBezTo>
                    <a:pt x="544" y="113"/>
                    <a:pt x="544" y="113"/>
                    <a:pt x="544" y="113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28" y="502"/>
                    <a:pt x="28" y="502"/>
                    <a:pt x="28" y="502"/>
                  </a:cubicBezTo>
                  <a:cubicBezTo>
                    <a:pt x="572" y="502"/>
                    <a:pt x="572" y="502"/>
                    <a:pt x="572" y="502"/>
                  </a:cubicBezTo>
                  <a:lnTo>
                    <a:pt x="572" y="1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5"/>
            <p:cNvSpPr/>
            <p:nvPr/>
          </p:nvSpPr>
          <p:spPr>
            <a:xfrm>
              <a:off x="7114852" y="1219992"/>
              <a:ext cx="215892" cy="219075"/>
            </a:xfrm>
            <a:custGeom>
              <a:rect b="b" l="l" r="r" t="t"/>
              <a:pathLst>
                <a:path extrusionOk="0" h="609" w="601">
                  <a:moveTo>
                    <a:pt x="417" y="410"/>
                  </a:moveTo>
                  <a:lnTo>
                    <a:pt x="417" y="410"/>
                  </a:lnTo>
                  <a:cubicBezTo>
                    <a:pt x="402" y="424"/>
                    <a:pt x="388" y="438"/>
                    <a:pt x="367" y="445"/>
                  </a:cubicBezTo>
                  <a:cubicBezTo>
                    <a:pt x="353" y="452"/>
                    <a:pt x="325" y="452"/>
                    <a:pt x="296" y="452"/>
                  </a:cubicBezTo>
                  <a:cubicBezTo>
                    <a:pt x="268" y="452"/>
                    <a:pt x="240" y="452"/>
                    <a:pt x="219" y="438"/>
                  </a:cubicBezTo>
                  <a:cubicBezTo>
                    <a:pt x="204" y="431"/>
                    <a:pt x="190" y="417"/>
                    <a:pt x="183" y="410"/>
                  </a:cubicBezTo>
                  <a:cubicBezTo>
                    <a:pt x="169" y="396"/>
                    <a:pt x="169" y="382"/>
                    <a:pt x="169" y="367"/>
                  </a:cubicBezTo>
                  <a:cubicBezTo>
                    <a:pt x="169" y="360"/>
                    <a:pt x="169" y="353"/>
                    <a:pt x="176" y="346"/>
                  </a:cubicBezTo>
                  <a:cubicBezTo>
                    <a:pt x="183" y="339"/>
                    <a:pt x="190" y="339"/>
                    <a:pt x="197" y="339"/>
                  </a:cubicBezTo>
                  <a:cubicBezTo>
                    <a:pt x="204" y="339"/>
                    <a:pt x="211" y="339"/>
                    <a:pt x="219" y="346"/>
                  </a:cubicBezTo>
                  <a:cubicBezTo>
                    <a:pt x="226" y="346"/>
                    <a:pt x="226" y="353"/>
                    <a:pt x="233" y="367"/>
                  </a:cubicBezTo>
                  <a:cubicBezTo>
                    <a:pt x="240" y="375"/>
                    <a:pt x="240" y="382"/>
                    <a:pt x="247" y="389"/>
                  </a:cubicBezTo>
                  <a:cubicBezTo>
                    <a:pt x="247" y="389"/>
                    <a:pt x="254" y="396"/>
                    <a:pt x="261" y="403"/>
                  </a:cubicBezTo>
                  <a:cubicBezTo>
                    <a:pt x="275" y="403"/>
                    <a:pt x="282" y="403"/>
                    <a:pt x="296" y="403"/>
                  </a:cubicBezTo>
                  <a:cubicBezTo>
                    <a:pt x="318" y="403"/>
                    <a:pt x="332" y="403"/>
                    <a:pt x="346" y="396"/>
                  </a:cubicBezTo>
                  <a:cubicBezTo>
                    <a:pt x="353" y="389"/>
                    <a:pt x="360" y="382"/>
                    <a:pt x="360" y="367"/>
                  </a:cubicBezTo>
                  <a:cubicBezTo>
                    <a:pt x="360" y="360"/>
                    <a:pt x="353" y="353"/>
                    <a:pt x="353" y="346"/>
                  </a:cubicBezTo>
                  <a:cubicBezTo>
                    <a:pt x="346" y="339"/>
                    <a:pt x="339" y="339"/>
                    <a:pt x="325" y="332"/>
                  </a:cubicBezTo>
                  <a:cubicBezTo>
                    <a:pt x="318" y="332"/>
                    <a:pt x="303" y="325"/>
                    <a:pt x="282" y="325"/>
                  </a:cubicBezTo>
                  <a:cubicBezTo>
                    <a:pt x="261" y="318"/>
                    <a:pt x="240" y="311"/>
                    <a:pt x="226" y="304"/>
                  </a:cubicBezTo>
                  <a:cubicBezTo>
                    <a:pt x="211" y="304"/>
                    <a:pt x="197" y="290"/>
                    <a:pt x="190" y="283"/>
                  </a:cubicBezTo>
                  <a:cubicBezTo>
                    <a:pt x="176" y="269"/>
                    <a:pt x="176" y="254"/>
                    <a:pt x="176" y="233"/>
                  </a:cubicBezTo>
                  <a:cubicBezTo>
                    <a:pt x="176" y="219"/>
                    <a:pt x="176" y="205"/>
                    <a:pt x="190" y="191"/>
                  </a:cubicBezTo>
                  <a:cubicBezTo>
                    <a:pt x="197" y="177"/>
                    <a:pt x="211" y="169"/>
                    <a:pt x="233" y="162"/>
                  </a:cubicBezTo>
                  <a:cubicBezTo>
                    <a:pt x="254" y="155"/>
                    <a:pt x="275" y="155"/>
                    <a:pt x="296" y="155"/>
                  </a:cubicBezTo>
                  <a:cubicBezTo>
                    <a:pt x="318" y="155"/>
                    <a:pt x="339" y="155"/>
                    <a:pt x="353" y="162"/>
                  </a:cubicBezTo>
                  <a:cubicBezTo>
                    <a:pt x="367" y="162"/>
                    <a:pt x="381" y="169"/>
                    <a:pt x="388" y="177"/>
                  </a:cubicBezTo>
                  <a:cubicBezTo>
                    <a:pt x="395" y="184"/>
                    <a:pt x="402" y="191"/>
                    <a:pt x="409" y="205"/>
                  </a:cubicBezTo>
                  <a:cubicBezTo>
                    <a:pt x="417" y="212"/>
                    <a:pt x="417" y="219"/>
                    <a:pt x="417" y="226"/>
                  </a:cubicBezTo>
                  <a:cubicBezTo>
                    <a:pt x="417" y="233"/>
                    <a:pt x="417" y="240"/>
                    <a:pt x="409" y="247"/>
                  </a:cubicBezTo>
                  <a:cubicBezTo>
                    <a:pt x="402" y="254"/>
                    <a:pt x="395" y="254"/>
                    <a:pt x="381" y="254"/>
                  </a:cubicBezTo>
                  <a:cubicBezTo>
                    <a:pt x="374" y="254"/>
                    <a:pt x="367" y="254"/>
                    <a:pt x="367" y="247"/>
                  </a:cubicBezTo>
                  <a:cubicBezTo>
                    <a:pt x="360" y="247"/>
                    <a:pt x="353" y="240"/>
                    <a:pt x="353" y="233"/>
                  </a:cubicBezTo>
                  <a:cubicBezTo>
                    <a:pt x="346" y="226"/>
                    <a:pt x="339" y="212"/>
                    <a:pt x="332" y="212"/>
                  </a:cubicBezTo>
                  <a:cubicBezTo>
                    <a:pt x="325" y="205"/>
                    <a:pt x="311" y="198"/>
                    <a:pt x="296" y="198"/>
                  </a:cubicBezTo>
                  <a:cubicBezTo>
                    <a:pt x="275" y="198"/>
                    <a:pt x="261" y="205"/>
                    <a:pt x="254" y="212"/>
                  </a:cubicBezTo>
                  <a:cubicBezTo>
                    <a:pt x="247" y="219"/>
                    <a:pt x="240" y="226"/>
                    <a:pt x="240" y="233"/>
                  </a:cubicBezTo>
                  <a:cubicBezTo>
                    <a:pt x="240" y="233"/>
                    <a:pt x="240" y="240"/>
                    <a:pt x="247" y="240"/>
                  </a:cubicBezTo>
                  <a:cubicBezTo>
                    <a:pt x="247" y="247"/>
                    <a:pt x="254" y="247"/>
                    <a:pt x="261" y="254"/>
                  </a:cubicBezTo>
                  <a:cubicBezTo>
                    <a:pt x="261" y="254"/>
                    <a:pt x="268" y="261"/>
                    <a:pt x="275" y="261"/>
                  </a:cubicBezTo>
                  <a:cubicBezTo>
                    <a:pt x="282" y="261"/>
                    <a:pt x="296" y="261"/>
                    <a:pt x="311" y="269"/>
                  </a:cubicBezTo>
                  <a:cubicBezTo>
                    <a:pt x="325" y="269"/>
                    <a:pt x="346" y="276"/>
                    <a:pt x="360" y="283"/>
                  </a:cubicBezTo>
                  <a:cubicBezTo>
                    <a:pt x="374" y="283"/>
                    <a:pt x="388" y="290"/>
                    <a:pt x="395" y="297"/>
                  </a:cubicBezTo>
                  <a:cubicBezTo>
                    <a:pt x="409" y="304"/>
                    <a:pt x="417" y="311"/>
                    <a:pt x="424" y="325"/>
                  </a:cubicBezTo>
                  <a:cubicBezTo>
                    <a:pt x="431" y="332"/>
                    <a:pt x="431" y="346"/>
                    <a:pt x="431" y="360"/>
                  </a:cubicBezTo>
                  <a:cubicBezTo>
                    <a:pt x="431" y="382"/>
                    <a:pt x="424" y="396"/>
                    <a:pt x="417" y="410"/>
                  </a:cubicBezTo>
                  <a:close/>
                  <a:moveTo>
                    <a:pt x="600" y="452"/>
                  </a:moveTo>
                  <a:lnTo>
                    <a:pt x="600" y="452"/>
                  </a:lnTo>
                  <a:cubicBezTo>
                    <a:pt x="600" y="537"/>
                    <a:pt x="530" y="608"/>
                    <a:pt x="452" y="608"/>
                  </a:cubicBezTo>
                  <a:cubicBezTo>
                    <a:pt x="409" y="608"/>
                    <a:pt x="374" y="587"/>
                    <a:pt x="346" y="565"/>
                  </a:cubicBezTo>
                  <a:cubicBezTo>
                    <a:pt x="332" y="565"/>
                    <a:pt x="318" y="565"/>
                    <a:pt x="296" y="565"/>
                  </a:cubicBezTo>
                  <a:cubicBezTo>
                    <a:pt x="155" y="565"/>
                    <a:pt x="35" y="452"/>
                    <a:pt x="35" y="304"/>
                  </a:cubicBezTo>
                  <a:cubicBezTo>
                    <a:pt x="35" y="290"/>
                    <a:pt x="35" y="276"/>
                    <a:pt x="42" y="254"/>
                  </a:cubicBezTo>
                  <a:cubicBezTo>
                    <a:pt x="14" y="233"/>
                    <a:pt x="0" y="191"/>
                    <a:pt x="0" y="155"/>
                  </a:cubicBezTo>
                  <a:cubicBezTo>
                    <a:pt x="0" y="71"/>
                    <a:pt x="63" y="0"/>
                    <a:pt x="148" y="0"/>
                  </a:cubicBezTo>
                  <a:cubicBezTo>
                    <a:pt x="190" y="0"/>
                    <a:pt x="226" y="21"/>
                    <a:pt x="254" y="42"/>
                  </a:cubicBezTo>
                  <a:cubicBezTo>
                    <a:pt x="268" y="42"/>
                    <a:pt x="282" y="42"/>
                    <a:pt x="296" y="42"/>
                  </a:cubicBezTo>
                  <a:cubicBezTo>
                    <a:pt x="445" y="42"/>
                    <a:pt x="565" y="155"/>
                    <a:pt x="565" y="304"/>
                  </a:cubicBezTo>
                  <a:cubicBezTo>
                    <a:pt x="565" y="318"/>
                    <a:pt x="558" y="332"/>
                    <a:pt x="558" y="353"/>
                  </a:cubicBezTo>
                  <a:cubicBezTo>
                    <a:pt x="586" y="375"/>
                    <a:pt x="600" y="417"/>
                    <a:pt x="600" y="4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5"/>
            <p:cNvSpPr/>
            <p:nvPr/>
          </p:nvSpPr>
          <p:spPr>
            <a:xfrm>
              <a:off x="6732278" y="1237455"/>
              <a:ext cx="219067" cy="184150"/>
            </a:xfrm>
            <a:custGeom>
              <a:rect b="b" l="l" r="r" t="t"/>
              <a:pathLst>
                <a:path extrusionOk="0" h="510" w="609">
                  <a:moveTo>
                    <a:pt x="396" y="212"/>
                  </a:moveTo>
                  <a:lnTo>
                    <a:pt x="396" y="212"/>
                  </a:lnTo>
                  <a:cubicBezTo>
                    <a:pt x="318" y="135"/>
                    <a:pt x="318" y="135"/>
                    <a:pt x="318" y="135"/>
                  </a:cubicBezTo>
                  <a:cubicBezTo>
                    <a:pt x="297" y="113"/>
                    <a:pt x="262" y="113"/>
                    <a:pt x="241" y="135"/>
                  </a:cubicBezTo>
                  <a:cubicBezTo>
                    <a:pt x="219" y="156"/>
                    <a:pt x="219" y="156"/>
                    <a:pt x="219" y="156"/>
                  </a:cubicBezTo>
                  <a:cubicBezTo>
                    <a:pt x="198" y="135"/>
                    <a:pt x="170" y="120"/>
                    <a:pt x="142" y="120"/>
                  </a:cubicBezTo>
                  <a:cubicBezTo>
                    <a:pt x="64" y="120"/>
                    <a:pt x="0" y="184"/>
                    <a:pt x="0" y="262"/>
                  </a:cubicBezTo>
                  <a:cubicBezTo>
                    <a:pt x="0" y="333"/>
                    <a:pt x="64" y="396"/>
                    <a:pt x="142" y="396"/>
                  </a:cubicBezTo>
                  <a:cubicBezTo>
                    <a:pt x="149" y="396"/>
                    <a:pt x="149" y="389"/>
                    <a:pt x="156" y="38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608" y="220"/>
                    <a:pt x="608" y="220"/>
                    <a:pt x="608" y="220"/>
                  </a:cubicBezTo>
                  <a:cubicBezTo>
                    <a:pt x="608" y="0"/>
                    <a:pt x="608" y="0"/>
                    <a:pt x="608" y="0"/>
                  </a:cubicBezTo>
                  <a:lnTo>
                    <a:pt x="396" y="212"/>
                  </a:lnTo>
                  <a:close/>
                  <a:moveTo>
                    <a:pt x="142" y="361"/>
                  </a:moveTo>
                  <a:lnTo>
                    <a:pt x="142" y="361"/>
                  </a:lnTo>
                  <a:cubicBezTo>
                    <a:pt x="85" y="361"/>
                    <a:pt x="36" y="311"/>
                    <a:pt x="36" y="262"/>
                  </a:cubicBezTo>
                  <a:cubicBezTo>
                    <a:pt x="36" y="205"/>
                    <a:pt x="85" y="156"/>
                    <a:pt x="142" y="156"/>
                  </a:cubicBezTo>
                  <a:cubicBezTo>
                    <a:pt x="163" y="156"/>
                    <a:pt x="184" y="163"/>
                    <a:pt x="198" y="177"/>
                  </a:cubicBezTo>
                  <a:cubicBezTo>
                    <a:pt x="226" y="198"/>
                    <a:pt x="241" y="227"/>
                    <a:pt x="241" y="262"/>
                  </a:cubicBezTo>
                  <a:cubicBezTo>
                    <a:pt x="241" y="311"/>
                    <a:pt x="198" y="361"/>
                    <a:pt x="142" y="361"/>
                  </a:cubicBezTo>
                  <a:close/>
                  <a:moveTo>
                    <a:pt x="566" y="212"/>
                  </a:moveTo>
                  <a:lnTo>
                    <a:pt x="566" y="212"/>
                  </a:lnTo>
                  <a:cubicBezTo>
                    <a:pt x="460" y="311"/>
                    <a:pt x="460" y="311"/>
                    <a:pt x="460" y="311"/>
                  </a:cubicBezTo>
                  <a:cubicBezTo>
                    <a:pt x="290" y="467"/>
                    <a:pt x="290" y="467"/>
                    <a:pt x="290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19" y="368"/>
                    <a:pt x="241" y="354"/>
                    <a:pt x="255" y="326"/>
                  </a:cubicBezTo>
                  <a:cubicBezTo>
                    <a:pt x="290" y="368"/>
                    <a:pt x="290" y="368"/>
                    <a:pt x="290" y="368"/>
                  </a:cubicBezTo>
                  <a:cubicBezTo>
                    <a:pt x="417" y="234"/>
                    <a:pt x="417" y="234"/>
                    <a:pt x="417" y="234"/>
                  </a:cubicBezTo>
                  <a:cubicBezTo>
                    <a:pt x="566" y="85"/>
                    <a:pt x="566" y="85"/>
                    <a:pt x="566" y="85"/>
                  </a:cubicBezTo>
                  <a:lnTo>
                    <a:pt x="566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5"/>
            <p:cNvSpPr/>
            <p:nvPr/>
          </p:nvSpPr>
          <p:spPr>
            <a:xfrm>
              <a:off x="6354467" y="1229517"/>
              <a:ext cx="217480" cy="201613"/>
            </a:xfrm>
            <a:custGeom>
              <a:rect b="b" l="l" r="r" t="t"/>
              <a:pathLst>
                <a:path extrusionOk="0" h="560" w="602">
                  <a:moveTo>
                    <a:pt x="304" y="106"/>
                  </a:moveTo>
                  <a:lnTo>
                    <a:pt x="424" y="0"/>
                  </a:lnTo>
                  <a:lnTo>
                    <a:pt x="601" y="120"/>
                  </a:lnTo>
                  <a:lnTo>
                    <a:pt x="481" y="212"/>
                  </a:lnTo>
                  <a:lnTo>
                    <a:pt x="304" y="106"/>
                  </a:lnTo>
                  <a:close/>
                  <a:moveTo>
                    <a:pt x="601" y="311"/>
                  </a:moveTo>
                  <a:lnTo>
                    <a:pt x="424" y="424"/>
                  </a:lnTo>
                  <a:lnTo>
                    <a:pt x="304" y="325"/>
                  </a:lnTo>
                  <a:lnTo>
                    <a:pt x="481" y="212"/>
                  </a:lnTo>
                  <a:lnTo>
                    <a:pt x="601" y="311"/>
                  </a:lnTo>
                  <a:close/>
                  <a:moveTo>
                    <a:pt x="177" y="424"/>
                  </a:moveTo>
                  <a:lnTo>
                    <a:pt x="0" y="311"/>
                  </a:lnTo>
                  <a:lnTo>
                    <a:pt x="120" y="212"/>
                  </a:lnTo>
                  <a:lnTo>
                    <a:pt x="304" y="325"/>
                  </a:lnTo>
                  <a:lnTo>
                    <a:pt x="177" y="424"/>
                  </a:lnTo>
                  <a:close/>
                  <a:moveTo>
                    <a:pt x="0" y="120"/>
                  </a:moveTo>
                  <a:lnTo>
                    <a:pt x="177" y="0"/>
                  </a:lnTo>
                  <a:lnTo>
                    <a:pt x="304" y="106"/>
                  </a:lnTo>
                  <a:lnTo>
                    <a:pt x="120" y="212"/>
                  </a:lnTo>
                  <a:lnTo>
                    <a:pt x="0" y="120"/>
                  </a:lnTo>
                  <a:close/>
                  <a:moveTo>
                    <a:pt x="304" y="347"/>
                  </a:moveTo>
                  <a:lnTo>
                    <a:pt x="424" y="445"/>
                  </a:lnTo>
                  <a:lnTo>
                    <a:pt x="481" y="417"/>
                  </a:lnTo>
                  <a:lnTo>
                    <a:pt x="481" y="452"/>
                  </a:lnTo>
                  <a:lnTo>
                    <a:pt x="304" y="559"/>
                  </a:lnTo>
                  <a:lnTo>
                    <a:pt x="128" y="452"/>
                  </a:lnTo>
                  <a:lnTo>
                    <a:pt x="128" y="417"/>
                  </a:lnTo>
                  <a:lnTo>
                    <a:pt x="177" y="445"/>
                  </a:lnTo>
                  <a:lnTo>
                    <a:pt x="304" y="3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5"/>
            <p:cNvSpPr/>
            <p:nvPr/>
          </p:nvSpPr>
          <p:spPr>
            <a:xfrm>
              <a:off x="6016342" y="1219992"/>
              <a:ext cx="134932" cy="219075"/>
            </a:xfrm>
            <a:custGeom>
              <a:rect b="b" l="l" r="r" t="t"/>
              <a:pathLst>
                <a:path extrusionOk="0" h="609" w="376">
                  <a:moveTo>
                    <a:pt x="375" y="572"/>
                  </a:moveTo>
                  <a:lnTo>
                    <a:pt x="375" y="572"/>
                  </a:lnTo>
                  <a:cubicBezTo>
                    <a:pt x="347" y="587"/>
                    <a:pt x="325" y="594"/>
                    <a:pt x="304" y="601"/>
                  </a:cubicBezTo>
                  <a:cubicBezTo>
                    <a:pt x="283" y="601"/>
                    <a:pt x="262" y="608"/>
                    <a:pt x="241" y="608"/>
                  </a:cubicBezTo>
                  <a:cubicBezTo>
                    <a:pt x="212" y="608"/>
                    <a:pt x="191" y="601"/>
                    <a:pt x="170" y="594"/>
                  </a:cubicBezTo>
                  <a:cubicBezTo>
                    <a:pt x="156" y="587"/>
                    <a:pt x="135" y="580"/>
                    <a:pt x="120" y="565"/>
                  </a:cubicBezTo>
                  <a:cubicBezTo>
                    <a:pt x="106" y="551"/>
                    <a:pt x="92" y="537"/>
                    <a:pt x="85" y="523"/>
                  </a:cubicBezTo>
                  <a:cubicBezTo>
                    <a:pt x="85" y="509"/>
                    <a:pt x="78" y="488"/>
                    <a:pt x="78" y="459"/>
                  </a:cubicBezTo>
                  <a:cubicBezTo>
                    <a:pt x="78" y="247"/>
                    <a:pt x="78" y="247"/>
                    <a:pt x="78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22" y="155"/>
                    <a:pt x="50" y="148"/>
                    <a:pt x="64" y="134"/>
                  </a:cubicBezTo>
                  <a:cubicBezTo>
                    <a:pt x="85" y="113"/>
                    <a:pt x="99" y="99"/>
                    <a:pt x="106" y="78"/>
                  </a:cubicBezTo>
                  <a:cubicBezTo>
                    <a:pt x="113" y="56"/>
                    <a:pt x="120" y="35"/>
                    <a:pt x="127" y="0"/>
                  </a:cubicBezTo>
                  <a:cubicBezTo>
                    <a:pt x="212" y="0"/>
                    <a:pt x="212" y="0"/>
                    <a:pt x="212" y="0"/>
                  </a:cubicBezTo>
                  <a:cubicBezTo>
                    <a:pt x="212" y="141"/>
                    <a:pt x="212" y="141"/>
                    <a:pt x="212" y="141"/>
                  </a:cubicBezTo>
                  <a:cubicBezTo>
                    <a:pt x="354" y="141"/>
                    <a:pt x="354" y="141"/>
                    <a:pt x="354" y="141"/>
                  </a:cubicBezTo>
                  <a:cubicBezTo>
                    <a:pt x="354" y="247"/>
                    <a:pt x="354" y="247"/>
                    <a:pt x="354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403"/>
                    <a:pt x="212" y="403"/>
                    <a:pt x="212" y="403"/>
                  </a:cubicBezTo>
                  <a:cubicBezTo>
                    <a:pt x="212" y="438"/>
                    <a:pt x="212" y="459"/>
                    <a:pt x="219" y="466"/>
                  </a:cubicBezTo>
                  <a:cubicBezTo>
                    <a:pt x="219" y="480"/>
                    <a:pt x="227" y="488"/>
                    <a:pt x="241" y="495"/>
                  </a:cubicBezTo>
                  <a:cubicBezTo>
                    <a:pt x="255" y="502"/>
                    <a:pt x="269" y="509"/>
                    <a:pt x="283" y="509"/>
                  </a:cubicBezTo>
                  <a:cubicBezTo>
                    <a:pt x="318" y="509"/>
                    <a:pt x="347" y="495"/>
                    <a:pt x="375" y="480"/>
                  </a:cubicBezTo>
                  <a:lnTo>
                    <a:pt x="375" y="57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5"/>
            <p:cNvSpPr/>
            <p:nvPr/>
          </p:nvSpPr>
          <p:spPr>
            <a:xfrm>
              <a:off x="5594082" y="1219992"/>
              <a:ext cx="219067" cy="219075"/>
            </a:xfrm>
            <a:custGeom>
              <a:rect b="b" l="l" r="r" t="t"/>
              <a:pathLst>
                <a:path extrusionOk="0" h="609" w="609">
                  <a:moveTo>
                    <a:pt x="530" y="608"/>
                  </a:moveTo>
                  <a:lnTo>
                    <a:pt x="530" y="608"/>
                  </a:lnTo>
                  <a:cubicBezTo>
                    <a:pt x="78" y="608"/>
                    <a:pt x="78" y="608"/>
                    <a:pt x="78" y="608"/>
                  </a:cubicBezTo>
                  <a:cubicBezTo>
                    <a:pt x="36" y="608"/>
                    <a:pt x="0" y="572"/>
                    <a:pt x="0" y="53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6" y="0"/>
                    <a:pt x="78" y="0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573" y="0"/>
                    <a:pt x="608" y="35"/>
                    <a:pt x="608" y="78"/>
                  </a:cubicBezTo>
                  <a:cubicBezTo>
                    <a:pt x="608" y="530"/>
                    <a:pt x="608" y="530"/>
                    <a:pt x="608" y="530"/>
                  </a:cubicBezTo>
                  <a:cubicBezTo>
                    <a:pt x="608" y="572"/>
                    <a:pt x="573" y="608"/>
                    <a:pt x="530" y="608"/>
                  </a:cubicBezTo>
                  <a:close/>
                  <a:moveTo>
                    <a:pt x="304" y="184"/>
                  </a:moveTo>
                  <a:lnTo>
                    <a:pt x="304" y="184"/>
                  </a:lnTo>
                  <a:cubicBezTo>
                    <a:pt x="254" y="184"/>
                    <a:pt x="219" y="212"/>
                    <a:pt x="198" y="254"/>
                  </a:cubicBezTo>
                  <a:cubicBezTo>
                    <a:pt x="198" y="261"/>
                    <a:pt x="198" y="261"/>
                    <a:pt x="191" y="261"/>
                  </a:cubicBezTo>
                  <a:lnTo>
                    <a:pt x="191" y="269"/>
                  </a:lnTo>
                  <a:lnTo>
                    <a:pt x="191" y="276"/>
                  </a:lnTo>
                  <a:cubicBezTo>
                    <a:pt x="191" y="276"/>
                    <a:pt x="191" y="276"/>
                    <a:pt x="191" y="283"/>
                  </a:cubicBezTo>
                  <a:cubicBezTo>
                    <a:pt x="191" y="283"/>
                    <a:pt x="191" y="283"/>
                    <a:pt x="191" y="290"/>
                  </a:cubicBezTo>
                  <a:cubicBezTo>
                    <a:pt x="191" y="297"/>
                    <a:pt x="184" y="297"/>
                    <a:pt x="184" y="304"/>
                  </a:cubicBezTo>
                  <a:cubicBezTo>
                    <a:pt x="184" y="367"/>
                    <a:pt x="240" y="424"/>
                    <a:pt x="304" y="424"/>
                  </a:cubicBezTo>
                  <a:cubicBezTo>
                    <a:pt x="368" y="424"/>
                    <a:pt x="424" y="367"/>
                    <a:pt x="424" y="304"/>
                  </a:cubicBezTo>
                  <a:cubicBezTo>
                    <a:pt x="424" y="297"/>
                    <a:pt x="417" y="297"/>
                    <a:pt x="417" y="290"/>
                  </a:cubicBezTo>
                  <a:cubicBezTo>
                    <a:pt x="417" y="283"/>
                    <a:pt x="417" y="283"/>
                    <a:pt x="417" y="283"/>
                  </a:cubicBezTo>
                  <a:cubicBezTo>
                    <a:pt x="417" y="276"/>
                    <a:pt x="417" y="276"/>
                    <a:pt x="417" y="276"/>
                  </a:cubicBezTo>
                  <a:lnTo>
                    <a:pt x="417" y="269"/>
                  </a:lnTo>
                  <a:lnTo>
                    <a:pt x="417" y="261"/>
                  </a:lnTo>
                  <a:cubicBezTo>
                    <a:pt x="410" y="261"/>
                    <a:pt x="410" y="261"/>
                    <a:pt x="410" y="254"/>
                  </a:cubicBezTo>
                  <a:cubicBezTo>
                    <a:pt x="389" y="212"/>
                    <a:pt x="354" y="184"/>
                    <a:pt x="304" y="184"/>
                  </a:cubicBezTo>
                  <a:close/>
                  <a:moveTo>
                    <a:pt x="537" y="99"/>
                  </a:moveTo>
                  <a:lnTo>
                    <a:pt x="537" y="99"/>
                  </a:lnTo>
                  <a:cubicBezTo>
                    <a:pt x="537" y="85"/>
                    <a:pt x="523" y="71"/>
                    <a:pt x="509" y="71"/>
                  </a:cubicBezTo>
                  <a:cubicBezTo>
                    <a:pt x="445" y="71"/>
                    <a:pt x="445" y="71"/>
                    <a:pt x="445" y="71"/>
                  </a:cubicBezTo>
                  <a:cubicBezTo>
                    <a:pt x="431" y="71"/>
                    <a:pt x="417" y="85"/>
                    <a:pt x="417" y="99"/>
                  </a:cubicBezTo>
                  <a:cubicBezTo>
                    <a:pt x="417" y="162"/>
                    <a:pt x="417" y="162"/>
                    <a:pt x="417" y="162"/>
                  </a:cubicBezTo>
                  <a:cubicBezTo>
                    <a:pt x="417" y="177"/>
                    <a:pt x="431" y="191"/>
                    <a:pt x="445" y="191"/>
                  </a:cubicBezTo>
                  <a:cubicBezTo>
                    <a:pt x="509" y="191"/>
                    <a:pt x="509" y="191"/>
                    <a:pt x="509" y="191"/>
                  </a:cubicBezTo>
                  <a:cubicBezTo>
                    <a:pt x="523" y="191"/>
                    <a:pt x="537" y="177"/>
                    <a:pt x="537" y="162"/>
                  </a:cubicBezTo>
                  <a:lnTo>
                    <a:pt x="537" y="99"/>
                  </a:lnTo>
                  <a:close/>
                  <a:moveTo>
                    <a:pt x="537" y="254"/>
                  </a:moveTo>
                  <a:lnTo>
                    <a:pt x="537" y="254"/>
                  </a:lnTo>
                  <a:cubicBezTo>
                    <a:pt x="481" y="254"/>
                    <a:pt x="481" y="254"/>
                    <a:pt x="481" y="254"/>
                  </a:cubicBezTo>
                  <a:cubicBezTo>
                    <a:pt x="488" y="269"/>
                    <a:pt x="488" y="290"/>
                    <a:pt x="488" y="304"/>
                  </a:cubicBezTo>
                  <a:cubicBezTo>
                    <a:pt x="488" y="403"/>
                    <a:pt x="403" y="488"/>
                    <a:pt x="304" y="488"/>
                  </a:cubicBezTo>
                  <a:cubicBezTo>
                    <a:pt x="205" y="488"/>
                    <a:pt x="120" y="403"/>
                    <a:pt x="120" y="304"/>
                  </a:cubicBezTo>
                  <a:cubicBezTo>
                    <a:pt x="120" y="290"/>
                    <a:pt x="120" y="269"/>
                    <a:pt x="127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509"/>
                    <a:pt x="71" y="509"/>
                    <a:pt x="71" y="509"/>
                  </a:cubicBezTo>
                  <a:cubicBezTo>
                    <a:pt x="71" y="523"/>
                    <a:pt x="85" y="537"/>
                    <a:pt x="99" y="537"/>
                  </a:cubicBezTo>
                  <a:cubicBezTo>
                    <a:pt x="509" y="537"/>
                    <a:pt x="509" y="537"/>
                    <a:pt x="509" y="537"/>
                  </a:cubicBezTo>
                  <a:cubicBezTo>
                    <a:pt x="523" y="537"/>
                    <a:pt x="537" y="523"/>
                    <a:pt x="537" y="509"/>
                  </a:cubicBezTo>
                  <a:lnTo>
                    <a:pt x="537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5"/>
            <p:cNvSpPr/>
            <p:nvPr/>
          </p:nvSpPr>
          <p:spPr>
            <a:xfrm>
              <a:off x="5214683" y="1239042"/>
              <a:ext cx="217480" cy="177800"/>
            </a:xfrm>
            <a:custGeom>
              <a:rect b="b" l="l" r="r" t="t"/>
              <a:pathLst>
                <a:path extrusionOk="0" h="496" w="602">
                  <a:moveTo>
                    <a:pt x="410" y="0"/>
                  </a:moveTo>
                  <a:lnTo>
                    <a:pt x="410" y="0"/>
                  </a:lnTo>
                  <a:cubicBezTo>
                    <a:pt x="459" y="0"/>
                    <a:pt x="481" y="22"/>
                    <a:pt x="509" y="43"/>
                  </a:cubicBezTo>
                  <a:cubicBezTo>
                    <a:pt x="530" y="43"/>
                    <a:pt x="558" y="29"/>
                    <a:pt x="572" y="22"/>
                  </a:cubicBezTo>
                  <a:cubicBezTo>
                    <a:pt x="580" y="15"/>
                    <a:pt x="580" y="15"/>
                    <a:pt x="587" y="15"/>
                  </a:cubicBezTo>
                  <a:cubicBezTo>
                    <a:pt x="580" y="36"/>
                    <a:pt x="565" y="57"/>
                    <a:pt x="544" y="71"/>
                  </a:cubicBezTo>
                  <a:cubicBezTo>
                    <a:pt x="544" y="71"/>
                    <a:pt x="537" y="78"/>
                    <a:pt x="530" y="78"/>
                  </a:cubicBezTo>
                  <a:cubicBezTo>
                    <a:pt x="558" y="78"/>
                    <a:pt x="580" y="64"/>
                    <a:pt x="601" y="64"/>
                  </a:cubicBezTo>
                  <a:cubicBezTo>
                    <a:pt x="594" y="78"/>
                    <a:pt x="580" y="99"/>
                    <a:pt x="558" y="106"/>
                  </a:cubicBezTo>
                  <a:cubicBezTo>
                    <a:pt x="551" y="113"/>
                    <a:pt x="551" y="121"/>
                    <a:pt x="544" y="128"/>
                  </a:cubicBezTo>
                  <a:cubicBezTo>
                    <a:pt x="544" y="156"/>
                    <a:pt x="544" y="177"/>
                    <a:pt x="537" y="205"/>
                  </a:cubicBezTo>
                  <a:cubicBezTo>
                    <a:pt x="502" y="340"/>
                    <a:pt x="424" y="439"/>
                    <a:pt x="297" y="481"/>
                  </a:cubicBezTo>
                  <a:cubicBezTo>
                    <a:pt x="247" y="495"/>
                    <a:pt x="170" y="495"/>
                    <a:pt x="120" y="488"/>
                  </a:cubicBezTo>
                  <a:cubicBezTo>
                    <a:pt x="92" y="481"/>
                    <a:pt x="71" y="474"/>
                    <a:pt x="42" y="460"/>
                  </a:cubicBezTo>
                  <a:cubicBezTo>
                    <a:pt x="35" y="453"/>
                    <a:pt x="21" y="453"/>
                    <a:pt x="14" y="446"/>
                  </a:cubicBezTo>
                  <a:cubicBezTo>
                    <a:pt x="7" y="439"/>
                    <a:pt x="7" y="439"/>
                    <a:pt x="0" y="439"/>
                  </a:cubicBezTo>
                  <a:cubicBezTo>
                    <a:pt x="14" y="439"/>
                    <a:pt x="28" y="439"/>
                    <a:pt x="42" y="439"/>
                  </a:cubicBezTo>
                  <a:cubicBezTo>
                    <a:pt x="50" y="439"/>
                    <a:pt x="64" y="439"/>
                    <a:pt x="78" y="432"/>
                  </a:cubicBezTo>
                  <a:cubicBezTo>
                    <a:pt x="106" y="424"/>
                    <a:pt x="127" y="417"/>
                    <a:pt x="148" y="410"/>
                  </a:cubicBezTo>
                  <a:cubicBezTo>
                    <a:pt x="163" y="403"/>
                    <a:pt x="177" y="396"/>
                    <a:pt x="184" y="382"/>
                  </a:cubicBezTo>
                  <a:cubicBezTo>
                    <a:pt x="170" y="382"/>
                    <a:pt x="156" y="382"/>
                    <a:pt x="148" y="382"/>
                  </a:cubicBezTo>
                  <a:cubicBezTo>
                    <a:pt x="106" y="368"/>
                    <a:pt x="85" y="340"/>
                    <a:pt x="71" y="297"/>
                  </a:cubicBezTo>
                  <a:cubicBezTo>
                    <a:pt x="78" y="304"/>
                    <a:pt x="113" y="304"/>
                    <a:pt x="120" y="297"/>
                  </a:cubicBezTo>
                  <a:cubicBezTo>
                    <a:pt x="106" y="297"/>
                    <a:pt x="92" y="290"/>
                    <a:pt x="85" y="283"/>
                  </a:cubicBezTo>
                  <a:cubicBezTo>
                    <a:pt x="50" y="262"/>
                    <a:pt x="21" y="227"/>
                    <a:pt x="21" y="177"/>
                  </a:cubicBezTo>
                  <a:cubicBezTo>
                    <a:pt x="28" y="177"/>
                    <a:pt x="35" y="177"/>
                    <a:pt x="35" y="184"/>
                  </a:cubicBezTo>
                  <a:cubicBezTo>
                    <a:pt x="42" y="184"/>
                    <a:pt x="50" y="184"/>
                    <a:pt x="64" y="191"/>
                  </a:cubicBezTo>
                  <a:lnTo>
                    <a:pt x="78" y="191"/>
                  </a:lnTo>
                  <a:cubicBezTo>
                    <a:pt x="71" y="184"/>
                    <a:pt x="64" y="177"/>
                    <a:pt x="57" y="170"/>
                  </a:cubicBezTo>
                  <a:cubicBezTo>
                    <a:pt x="35" y="142"/>
                    <a:pt x="14" y="106"/>
                    <a:pt x="28" y="57"/>
                  </a:cubicBezTo>
                  <a:cubicBezTo>
                    <a:pt x="28" y="43"/>
                    <a:pt x="35" y="36"/>
                    <a:pt x="42" y="29"/>
                  </a:cubicBezTo>
                  <a:cubicBezTo>
                    <a:pt x="42" y="29"/>
                    <a:pt x="50" y="36"/>
                    <a:pt x="57" y="36"/>
                  </a:cubicBezTo>
                  <a:cubicBezTo>
                    <a:pt x="64" y="50"/>
                    <a:pt x="78" y="64"/>
                    <a:pt x="92" y="71"/>
                  </a:cubicBezTo>
                  <a:cubicBezTo>
                    <a:pt x="134" y="106"/>
                    <a:pt x="177" y="128"/>
                    <a:pt x="240" y="149"/>
                  </a:cubicBezTo>
                  <a:cubicBezTo>
                    <a:pt x="261" y="149"/>
                    <a:pt x="276" y="156"/>
                    <a:pt x="297" y="156"/>
                  </a:cubicBezTo>
                  <a:cubicBezTo>
                    <a:pt x="290" y="135"/>
                    <a:pt x="290" y="113"/>
                    <a:pt x="297" y="99"/>
                  </a:cubicBezTo>
                  <a:cubicBezTo>
                    <a:pt x="311" y="57"/>
                    <a:pt x="332" y="29"/>
                    <a:pt x="368" y="15"/>
                  </a:cubicBezTo>
                  <a:cubicBezTo>
                    <a:pt x="375" y="8"/>
                    <a:pt x="389" y="8"/>
                    <a:pt x="396" y="8"/>
                  </a:cubicBezTo>
                  <a:cubicBezTo>
                    <a:pt x="403" y="8"/>
                    <a:pt x="403" y="0"/>
                    <a:pt x="4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5"/>
            <p:cNvSpPr/>
            <p:nvPr/>
          </p:nvSpPr>
          <p:spPr>
            <a:xfrm>
              <a:off x="7114852" y="880267"/>
              <a:ext cx="219067" cy="139700"/>
            </a:xfrm>
            <a:custGeom>
              <a:rect b="b" l="l" r="r" t="t"/>
              <a:pathLst>
                <a:path extrusionOk="0" h="390" w="608">
                  <a:moveTo>
                    <a:pt x="395" y="35"/>
                  </a:moveTo>
                  <a:lnTo>
                    <a:pt x="395" y="35"/>
                  </a:lnTo>
                  <a:cubicBezTo>
                    <a:pt x="544" y="35"/>
                    <a:pt x="544" y="35"/>
                    <a:pt x="544" y="35"/>
                  </a:cubicBezTo>
                  <a:cubicBezTo>
                    <a:pt x="544" y="78"/>
                    <a:pt x="544" y="78"/>
                    <a:pt x="544" y="78"/>
                  </a:cubicBezTo>
                  <a:cubicBezTo>
                    <a:pt x="395" y="78"/>
                    <a:pt x="395" y="78"/>
                    <a:pt x="395" y="78"/>
                  </a:cubicBezTo>
                  <a:lnTo>
                    <a:pt x="395" y="35"/>
                  </a:lnTo>
                  <a:close/>
                  <a:moveTo>
                    <a:pt x="600" y="261"/>
                  </a:moveTo>
                  <a:lnTo>
                    <a:pt x="600" y="261"/>
                  </a:lnTo>
                  <a:cubicBezTo>
                    <a:pt x="402" y="261"/>
                    <a:pt x="402" y="261"/>
                    <a:pt x="402" y="261"/>
                  </a:cubicBezTo>
                  <a:cubicBezTo>
                    <a:pt x="409" y="311"/>
                    <a:pt x="431" y="332"/>
                    <a:pt x="473" y="332"/>
                  </a:cubicBezTo>
                  <a:cubicBezTo>
                    <a:pt x="501" y="332"/>
                    <a:pt x="522" y="318"/>
                    <a:pt x="530" y="304"/>
                  </a:cubicBezTo>
                  <a:cubicBezTo>
                    <a:pt x="593" y="304"/>
                    <a:pt x="593" y="304"/>
                    <a:pt x="593" y="304"/>
                  </a:cubicBezTo>
                  <a:cubicBezTo>
                    <a:pt x="572" y="367"/>
                    <a:pt x="530" y="389"/>
                    <a:pt x="466" y="389"/>
                  </a:cubicBezTo>
                  <a:cubicBezTo>
                    <a:pt x="381" y="389"/>
                    <a:pt x="332" y="325"/>
                    <a:pt x="332" y="240"/>
                  </a:cubicBezTo>
                  <a:cubicBezTo>
                    <a:pt x="332" y="162"/>
                    <a:pt x="388" y="99"/>
                    <a:pt x="466" y="99"/>
                  </a:cubicBezTo>
                  <a:cubicBezTo>
                    <a:pt x="558" y="99"/>
                    <a:pt x="607" y="184"/>
                    <a:pt x="600" y="261"/>
                  </a:cubicBezTo>
                  <a:close/>
                  <a:moveTo>
                    <a:pt x="402" y="212"/>
                  </a:moveTo>
                  <a:lnTo>
                    <a:pt x="402" y="212"/>
                  </a:lnTo>
                  <a:cubicBezTo>
                    <a:pt x="522" y="212"/>
                    <a:pt x="522" y="212"/>
                    <a:pt x="522" y="212"/>
                  </a:cubicBezTo>
                  <a:cubicBezTo>
                    <a:pt x="522" y="169"/>
                    <a:pt x="501" y="155"/>
                    <a:pt x="466" y="155"/>
                  </a:cubicBezTo>
                  <a:cubicBezTo>
                    <a:pt x="417" y="155"/>
                    <a:pt x="402" y="191"/>
                    <a:pt x="402" y="212"/>
                  </a:cubicBezTo>
                  <a:close/>
                  <a:moveTo>
                    <a:pt x="311" y="269"/>
                  </a:moveTo>
                  <a:lnTo>
                    <a:pt x="311" y="269"/>
                  </a:lnTo>
                  <a:cubicBezTo>
                    <a:pt x="311" y="346"/>
                    <a:pt x="247" y="382"/>
                    <a:pt x="176" y="382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247" y="0"/>
                    <a:pt x="296" y="28"/>
                    <a:pt x="296" y="99"/>
                  </a:cubicBezTo>
                  <a:cubicBezTo>
                    <a:pt x="296" y="134"/>
                    <a:pt x="275" y="155"/>
                    <a:pt x="240" y="176"/>
                  </a:cubicBezTo>
                  <a:cubicBezTo>
                    <a:pt x="289" y="191"/>
                    <a:pt x="311" y="226"/>
                    <a:pt x="311" y="269"/>
                  </a:cubicBezTo>
                  <a:close/>
                  <a:moveTo>
                    <a:pt x="148" y="63"/>
                  </a:moveTo>
                  <a:lnTo>
                    <a:pt x="148" y="63"/>
                  </a:lnTo>
                  <a:cubicBezTo>
                    <a:pt x="70" y="63"/>
                    <a:pt x="70" y="63"/>
                    <a:pt x="70" y="63"/>
                  </a:cubicBezTo>
                  <a:cubicBezTo>
                    <a:pt x="70" y="148"/>
                    <a:pt x="70" y="148"/>
                    <a:pt x="70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83" y="148"/>
                    <a:pt x="204" y="141"/>
                    <a:pt x="204" y="106"/>
                  </a:cubicBezTo>
                  <a:cubicBezTo>
                    <a:pt x="204" y="71"/>
                    <a:pt x="176" y="63"/>
                    <a:pt x="148" y="63"/>
                  </a:cubicBezTo>
                  <a:close/>
                  <a:moveTo>
                    <a:pt x="162" y="205"/>
                  </a:moveTo>
                  <a:lnTo>
                    <a:pt x="162" y="205"/>
                  </a:lnTo>
                  <a:cubicBezTo>
                    <a:pt x="70" y="205"/>
                    <a:pt x="70" y="205"/>
                    <a:pt x="70" y="205"/>
                  </a:cubicBezTo>
                  <a:cubicBezTo>
                    <a:pt x="70" y="311"/>
                    <a:pt x="70" y="311"/>
                    <a:pt x="70" y="311"/>
                  </a:cubicBezTo>
                  <a:cubicBezTo>
                    <a:pt x="162" y="311"/>
                    <a:pt x="162" y="311"/>
                    <a:pt x="162" y="311"/>
                  </a:cubicBezTo>
                  <a:cubicBezTo>
                    <a:pt x="190" y="311"/>
                    <a:pt x="219" y="304"/>
                    <a:pt x="219" y="261"/>
                  </a:cubicBezTo>
                  <a:cubicBezTo>
                    <a:pt x="219" y="226"/>
                    <a:pt x="197" y="205"/>
                    <a:pt x="162" y="2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5"/>
            <p:cNvSpPr/>
            <p:nvPr/>
          </p:nvSpPr>
          <p:spPr>
            <a:xfrm>
              <a:off x="6732278" y="840580"/>
              <a:ext cx="219067" cy="215900"/>
            </a:xfrm>
            <a:custGeom>
              <a:rect b="b" l="l" r="r" t="t"/>
              <a:pathLst>
                <a:path extrusionOk="0" h="601" w="609">
                  <a:moveTo>
                    <a:pt x="0" y="516"/>
                  </a:moveTo>
                  <a:lnTo>
                    <a:pt x="248" y="551"/>
                  </a:lnTo>
                  <a:lnTo>
                    <a:pt x="248" y="318"/>
                  </a:lnTo>
                  <a:lnTo>
                    <a:pt x="0" y="318"/>
                  </a:lnTo>
                  <a:lnTo>
                    <a:pt x="0" y="516"/>
                  </a:lnTo>
                  <a:close/>
                  <a:moveTo>
                    <a:pt x="0" y="282"/>
                  </a:moveTo>
                  <a:lnTo>
                    <a:pt x="248" y="282"/>
                  </a:lnTo>
                  <a:lnTo>
                    <a:pt x="248" y="49"/>
                  </a:lnTo>
                  <a:lnTo>
                    <a:pt x="0" y="85"/>
                  </a:lnTo>
                  <a:lnTo>
                    <a:pt x="0" y="282"/>
                  </a:lnTo>
                  <a:close/>
                  <a:moveTo>
                    <a:pt x="276" y="558"/>
                  </a:moveTo>
                  <a:lnTo>
                    <a:pt x="608" y="600"/>
                  </a:lnTo>
                  <a:lnTo>
                    <a:pt x="608" y="318"/>
                  </a:lnTo>
                  <a:lnTo>
                    <a:pt x="276" y="318"/>
                  </a:lnTo>
                  <a:lnTo>
                    <a:pt x="276" y="558"/>
                  </a:lnTo>
                  <a:close/>
                  <a:moveTo>
                    <a:pt x="276" y="49"/>
                  </a:moveTo>
                  <a:lnTo>
                    <a:pt x="276" y="282"/>
                  </a:lnTo>
                  <a:lnTo>
                    <a:pt x="608" y="282"/>
                  </a:lnTo>
                  <a:lnTo>
                    <a:pt x="608" y="0"/>
                  </a:lnTo>
                  <a:lnTo>
                    <a:pt x="276" y="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5"/>
            <p:cNvSpPr/>
            <p:nvPr/>
          </p:nvSpPr>
          <p:spPr>
            <a:xfrm>
              <a:off x="6354467" y="846930"/>
              <a:ext cx="217480" cy="206375"/>
            </a:xfrm>
            <a:custGeom>
              <a:rect b="b" l="l" r="r" t="t"/>
              <a:pathLst>
                <a:path extrusionOk="0" h="573" w="602">
                  <a:moveTo>
                    <a:pt x="544" y="290"/>
                  </a:moveTo>
                  <a:lnTo>
                    <a:pt x="544" y="290"/>
                  </a:lnTo>
                  <a:cubicBezTo>
                    <a:pt x="509" y="304"/>
                    <a:pt x="474" y="318"/>
                    <a:pt x="439" y="318"/>
                  </a:cubicBezTo>
                  <a:cubicBezTo>
                    <a:pt x="389" y="318"/>
                    <a:pt x="354" y="297"/>
                    <a:pt x="318" y="276"/>
                  </a:cubicBezTo>
                  <a:cubicBezTo>
                    <a:pt x="375" y="64"/>
                    <a:pt x="375" y="64"/>
                    <a:pt x="375" y="64"/>
                  </a:cubicBezTo>
                  <a:cubicBezTo>
                    <a:pt x="396" y="78"/>
                    <a:pt x="431" y="106"/>
                    <a:pt x="495" y="106"/>
                  </a:cubicBezTo>
                  <a:cubicBezTo>
                    <a:pt x="523" y="106"/>
                    <a:pt x="566" y="99"/>
                    <a:pt x="601" y="78"/>
                  </a:cubicBezTo>
                  <a:lnTo>
                    <a:pt x="544" y="290"/>
                  </a:lnTo>
                  <a:close/>
                  <a:moveTo>
                    <a:pt x="177" y="205"/>
                  </a:moveTo>
                  <a:lnTo>
                    <a:pt x="177" y="205"/>
                  </a:lnTo>
                  <a:cubicBezTo>
                    <a:pt x="149" y="205"/>
                    <a:pt x="113" y="212"/>
                    <a:pt x="71" y="233"/>
                  </a:cubicBezTo>
                  <a:cubicBezTo>
                    <a:pt x="120" y="21"/>
                    <a:pt x="120" y="21"/>
                    <a:pt x="120" y="21"/>
                  </a:cubicBezTo>
                  <a:cubicBezTo>
                    <a:pt x="163" y="7"/>
                    <a:pt x="198" y="0"/>
                    <a:pt x="226" y="0"/>
                  </a:cubicBezTo>
                  <a:cubicBezTo>
                    <a:pt x="248" y="0"/>
                    <a:pt x="262" y="0"/>
                    <a:pt x="276" y="0"/>
                  </a:cubicBezTo>
                  <a:cubicBezTo>
                    <a:pt x="304" y="14"/>
                    <a:pt x="340" y="35"/>
                    <a:pt x="340" y="35"/>
                  </a:cubicBezTo>
                  <a:cubicBezTo>
                    <a:pt x="333" y="78"/>
                    <a:pt x="297" y="205"/>
                    <a:pt x="283" y="247"/>
                  </a:cubicBezTo>
                  <a:cubicBezTo>
                    <a:pt x="255" y="226"/>
                    <a:pt x="219" y="205"/>
                    <a:pt x="177" y="205"/>
                  </a:cubicBezTo>
                  <a:close/>
                  <a:moveTo>
                    <a:pt x="156" y="254"/>
                  </a:moveTo>
                  <a:lnTo>
                    <a:pt x="156" y="254"/>
                  </a:lnTo>
                  <a:cubicBezTo>
                    <a:pt x="163" y="254"/>
                    <a:pt x="163" y="254"/>
                    <a:pt x="170" y="254"/>
                  </a:cubicBezTo>
                  <a:cubicBezTo>
                    <a:pt x="198" y="254"/>
                    <a:pt x="226" y="268"/>
                    <a:pt x="248" y="276"/>
                  </a:cubicBezTo>
                  <a:cubicBezTo>
                    <a:pt x="255" y="283"/>
                    <a:pt x="269" y="290"/>
                    <a:pt x="276" y="297"/>
                  </a:cubicBezTo>
                  <a:cubicBezTo>
                    <a:pt x="269" y="325"/>
                    <a:pt x="226" y="466"/>
                    <a:pt x="219" y="509"/>
                  </a:cubicBezTo>
                  <a:cubicBezTo>
                    <a:pt x="184" y="488"/>
                    <a:pt x="156" y="466"/>
                    <a:pt x="106" y="466"/>
                  </a:cubicBezTo>
                  <a:cubicBezTo>
                    <a:pt x="78" y="466"/>
                    <a:pt x="43" y="474"/>
                    <a:pt x="0" y="488"/>
                  </a:cubicBezTo>
                  <a:cubicBezTo>
                    <a:pt x="57" y="283"/>
                    <a:pt x="57" y="283"/>
                    <a:pt x="57" y="283"/>
                  </a:cubicBezTo>
                  <a:cubicBezTo>
                    <a:pt x="64" y="283"/>
                    <a:pt x="71" y="276"/>
                    <a:pt x="78" y="276"/>
                  </a:cubicBezTo>
                  <a:cubicBezTo>
                    <a:pt x="92" y="268"/>
                    <a:pt x="128" y="261"/>
                    <a:pt x="156" y="254"/>
                  </a:cubicBezTo>
                  <a:close/>
                  <a:moveTo>
                    <a:pt x="424" y="361"/>
                  </a:moveTo>
                  <a:lnTo>
                    <a:pt x="424" y="361"/>
                  </a:lnTo>
                  <a:cubicBezTo>
                    <a:pt x="460" y="361"/>
                    <a:pt x="495" y="361"/>
                    <a:pt x="530" y="339"/>
                  </a:cubicBezTo>
                  <a:cubicBezTo>
                    <a:pt x="481" y="544"/>
                    <a:pt x="481" y="544"/>
                    <a:pt x="481" y="544"/>
                  </a:cubicBezTo>
                  <a:cubicBezTo>
                    <a:pt x="431" y="565"/>
                    <a:pt x="396" y="572"/>
                    <a:pt x="368" y="572"/>
                  </a:cubicBezTo>
                  <a:cubicBezTo>
                    <a:pt x="318" y="572"/>
                    <a:pt x="255" y="530"/>
                    <a:pt x="255" y="530"/>
                  </a:cubicBezTo>
                  <a:cubicBezTo>
                    <a:pt x="304" y="318"/>
                    <a:pt x="304" y="318"/>
                    <a:pt x="304" y="318"/>
                  </a:cubicBezTo>
                  <a:cubicBezTo>
                    <a:pt x="325" y="332"/>
                    <a:pt x="361" y="361"/>
                    <a:pt x="424" y="3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5"/>
            <p:cNvSpPr/>
            <p:nvPr/>
          </p:nvSpPr>
          <p:spPr>
            <a:xfrm>
              <a:off x="5975069" y="845342"/>
              <a:ext cx="217479" cy="206375"/>
            </a:xfrm>
            <a:custGeom>
              <a:rect b="b" l="l" r="r" t="t"/>
              <a:pathLst>
                <a:path extrusionOk="0" h="573" w="602">
                  <a:moveTo>
                    <a:pt x="587" y="360"/>
                  </a:moveTo>
                  <a:lnTo>
                    <a:pt x="587" y="360"/>
                  </a:lnTo>
                  <a:cubicBezTo>
                    <a:pt x="523" y="360"/>
                    <a:pt x="523" y="360"/>
                    <a:pt x="523" y="360"/>
                  </a:cubicBezTo>
                  <a:cubicBezTo>
                    <a:pt x="516" y="353"/>
                    <a:pt x="516" y="353"/>
                    <a:pt x="516" y="346"/>
                  </a:cubicBezTo>
                  <a:cubicBezTo>
                    <a:pt x="516" y="346"/>
                    <a:pt x="509" y="332"/>
                    <a:pt x="502" y="318"/>
                  </a:cubicBezTo>
                  <a:cubicBezTo>
                    <a:pt x="495" y="304"/>
                    <a:pt x="481" y="275"/>
                    <a:pt x="467" y="247"/>
                  </a:cubicBezTo>
                  <a:cubicBezTo>
                    <a:pt x="587" y="247"/>
                    <a:pt x="587" y="247"/>
                    <a:pt x="587" y="247"/>
                  </a:cubicBezTo>
                  <a:cubicBezTo>
                    <a:pt x="594" y="247"/>
                    <a:pt x="601" y="254"/>
                    <a:pt x="601" y="261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353"/>
                    <a:pt x="594" y="360"/>
                    <a:pt x="587" y="360"/>
                  </a:cubicBezTo>
                  <a:close/>
                  <a:moveTo>
                    <a:pt x="467" y="311"/>
                  </a:moveTo>
                  <a:lnTo>
                    <a:pt x="467" y="311"/>
                  </a:lnTo>
                  <a:cubicBezTo>
                    <a:pt x="474" y="311"/>
                    <a:pt x="474" y="311"/>
                    <a:pt x="474" y="311"/>
                  </a:cubicBezTo>
                  <a:cubicBezTo>
                    <a:pt x="481" y="332"/>
                    <a:pt x="488" y="353"/>
                    <a:pt x="495" y="360"/>
                  </a:cubicBezTo>
                  <a:cubicBezTo>
                    <a:pt x="502" y="375"/>
                    <a:pt x="488" y="389"/>
                    <a:pt x="474" y="396"/>
                  </a:cubicBezTo>
                  <a:cubicBezTo>
                    <a:pt x="467" y="396"/>
                    <a:pt x="460" y="403"/>
                    <a:pt x="446" y="396"/>
                  </a:cubicBezTo>
                  <a:cubicBezTo>
                    <a:pt x="431" y="389"/>
                    <a:pt x="361" y="219"/>
                    <a:pt x="340" y="177"/>
                  </a:cubicBezTo>
                  <a:cubicBezTo>
                    <a:pt x="325" y="127"/>
                    <a:pt x="269" y="14"/>
                    <a:pt x="283" y="7"/>
                  </a:cubicBezTo>
                  <a:cubicBezTo>
                    <a:pt x="297" y="0"/>
                    <a:pt x="347" y="92"/>
                    <a:pt x="375" y="148"/>
                  </a:cubicBezTo>
                  <a:cubicBezTo>
                    <a:pt x="396" y="177"/>
                    <a:pt x="431" y="233"/>
                    <a:pt x="453" y="283"/>
                  </a:cubicBezTo>
                  <a:lnTo>
                    <a:pt x="460" y="290"/>
                  </a:lnTo>
                  <a:cubicBezTo>
                    <a:pt x="460" y="290"/>
                    <a:pt x="460" y="290"/>
                    <a:pt x="460" y="297"/>
                  </a:cubicBezTo>
                  <a:cubicBezTo>
                    <a:pt x="460" y="297"/>
                    <a:pt x="460" y="297"/>
                    <a:pt x="467" y="304"/>
                  </a:cubicBezTo>
                  <a:cubicBezTo>
                    <a:pt x="467" y="304"/>
                    <a:pt x="467" y="304"/>
                    <a:pt x="467" y="311"/>
                  </a:cubicBezTo>
                  <a:close/>
                  <a:moveTo>
                    <a:pt x="297" y="191"/>
                  </a:moveTo>
                  <a:lnTo>
                    <a:pt x="297" y="191"/>
                  </a:lnTo>
                  <a:cubicBezTo>
                    <a:pt x="248" y="275"/>
                    <a:pt x="248" y="275"/>
                    <a:pt x="248" y="275"/>
                  </a:cubicBezTo>
                  <a:cubicBezTo>
                    <a:pt x="198" y="360"/>
                    <a:pt x="198" y="360"/>
                    <a:pt x="198" y="360"/>
                  </a:cubicBezTo>
                  <a:cubicBezTo>
                    <a:pt x="127" y="481"/>
                    <a:pt x="127" y="481"/>
                    <a:pt x="127" y="481"/>
                  </a:cubicBezTo>
                  <a:cubicBezTo>
                    <a:pt x="127" y="488"/>
                    <a:pt x="113" y="488"/>
                    <a:pt x="106" y="488"/>
                  </a:cubicBezTo>
                  <a:cubicBezTo>
                    <a:pt x="71" y="466"/>
                    <a:pt x="71" y="466"/>
                    <a:pt x="71" y="466"/>
                  </a:cubicBezTo>
                  <a:cubicBezTo>
                    <a:pt x="64" y="459"/>
                    <a:pt x="64" y="452"/>
                    <a:pt x="71" y="445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233" y="155"/>
                    <a:pt x="233" y="155"/>
                    <a:pt x="233" y="155"/>
                  </a:cubicBezTo>
                  <a:cubicBezTo>
                    <a:pt x="240" y="148"/>
                    <a:pt x="248" y="141"/>
                    <a:pt x="255" y="148"/>
                  </a:cubicBezTo>
                  <a:cubicBezTo>
                    <a:pt x="290" y="170"/>
                    <a:pt x="290" y="170"/>
                    <a:pt x="290" y="170"/>
                  </a:cubicBezTo>
                  <a:cubicBezTo>
                    <a:pt x="297" y="170"/>
                    <a:pt x="304" y="184"/>
                    <a:pt x="297" y="191"/>
                  </a:cubicBezTo>
                  <a:close/>
                  <a:moveTo>
                    <a:pt x="7" y="360"/>
                  </a:moveTo>
                  <a:lnTo>
                    <a:pt x="7" y="360"/>
                  </a:lnTo>
                  <a:cubicBezTo>
                    <a:pt x="0" y="360"/>
                    <a:pt x="0" y="353"/>
                    <a:pt x="0" y="346"/>
                  </a:cubicBezTo>
                  <a:cubicBezTo>
                    <a:pt x="0" y="261"/>
                    <a:pt x="0" y="261"/>
                    <a:pt x="0" y="261"/>
                  </a:cubicBezTo>
                  <a:cubicBezTo>
                    <a:pt x="0" y="254"/>
                    <a:pt x="0" y="247"/>
                    <a:pt x="7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92" y="360"/>
                    <a:pt x="92" y="360"/>
                    <a:pt x="92" y="360"/>
                  </a:cubicBezTo>
                  <a:lnTo>
                    <a:pt x="7" y="360"/>
                  </a:lnTo>
                  <a:close/>
                  <a:moveTo>
                    <a:pt x="64" y="481"/>
                  </a:moveTo>
                  <a:lnTo>
                    <a:pt x="64" y="481"/>
                  </a:lnTo>
                  <a:cubicBezTo>
                    <a:pt x="99" y="502"/>
                    <a:pt x="99" y="502"/>
                    <a:pt x="99" y="502"/>
                  </a:cubicBezTo>
                  <a:cubicBezTo>
                    <a:pt x="106" y="509"/>
                    <a:pt x="106" y="516"/>
                    <a:pt x="99" y="516"/>
                  </a:cubicBezTo>
                  <a:cubicBezTo>
                    <a:pt x="50" y="551"/>
                    <a:pt x="50" y="551"/>
                    <a:pt x="50" y="551"/>
                  </a:cubicBezTo>
                  <a:cubicBezTo>
                    <a:pt x="43" y="551"/>
                    <a:pt x="43" y="551"/>
                    <a:pt x="43" y="544"/>
                  </a:cubicBezTo>
                  <a:cubicBezTo>
                    <a:pt x="50" y="488"/>
                    <a:pt x="50" y="488"/>
                    <a:pt x="50" y="488"/>
                  </a:cubicBezTo>
                  <a:cubicBezTo>
                    <a:pt x="50" y="481"/>
                    <a:pt x="57" y="481"/>
                    <a:pt x="64" y="481"/>
                  </a:cubicBezTo>
                  <a:close/>
                  <a:moveTo>
                    <a:pt x="347" y="247"/>
                  </a:moveTo>
                  <a:lnTo>
                    <a:pt x="347" y="247"/>
                  </a:lnTo>
                  <a:cubicBezTo>
                    <a:pt x="368" y="297"/>
                    <a:pt x="382" y="332"/>
                    <a:pt x="396" y="360"/>
                  </a:cubicBezTo>
                  <a:cubicBezTo>
                    <a:pt x="226" y="360"/>
                    <a:pt x="226" y="360"/>
                    <a:pt x="226" y="360"/>
                  </a:cubicBezTo>
                  <a:cubicBezTo>
                    <a:pt x="290" y="247"/>
                    <a:pt x="290" y="247"/>
                    <a:pt x="290" y="247"/>
                  </a:cubicBezTo>
                  <a:lnTo>
                    <a:pt x="347" y="247"/>
                  </a:lnTo>
                  <a:close/>
                  <a:moveTo>
                    <a:pt x="474" y="417"/>
                  </a:moveTo>
                  <a:lnTo>
                    <a:pt x="474" y="417"/>
                  </a:lnTo>
                  <a:cubicBezTo>
                    <a:pt x="495" y="403"/>
                    <a:pt x="495" y="403"/>
                    <a:pt x="495" y="403"/>
                  </a:cubicBezTo>
                  <a:cubicBezTo>
                    <a:pt x="502" y="403"/>
                    <a:pt x="516" y="403"/>
                    <a:pt x="516" y="410"/>
                  </a:cubicBezTo>
                  <a:cubicBezTo>
                    <a:pt x="537" y="445"/>
                    <a:pt x="537" y="445"/>
                    <a:pt x="537" y="445"/>
                  </a:cubicBezTo>
                  <a:cubicBezTo>
                    <a:pt x="537" y="452"/>
                    <a:pt x="537" y="459"/>
                    <a:pt x="530" y="466"/>
                  </a:cubicBezTo>
                  <a:cubicBezTo>
                    <a:pt x="516" y="473"/>
                    <a:pt x="516" y="473"/>
                    <a:pt x="516" y="473"/>
                  </a:cubicBezTo>
                  <a:cubicBezTo>
                    <a:pt x="509" y="481"/>
                    <a:pt x="495" y="481"/>
                    <a:pt x="495" y="473"/>
                  </a:cubicBezTo>
                  <a:cubicBezTo>
                    <a:pt x="474" y="438"/>
                    <a:pt x="474" y="438"/>
                    <a:pt x="474" y="438"/>
                  </a:cubicBezTo>
                  <a:cubicBezTo>
                    <a:pt x="467" y="431"/>
                    <a:pt x="467" y="417"/>
                    <a:pt x="474" y="417"/>
                  </a:cubicBezTo>
                  <a:close/>
                  <a:moveTo>
                    <a:pt x="580" y="572"/>
                  </a:moveTo>
                  <a:lnTo>
                    <a:pt x="580" y="572"/>
                  </a:lnTo>
                  <a:cubicBezTo>
                    <a:pt x="580" y="558"/>
                    <a:pt x="544" y="551"/>
                    <a:pt x="530" y="530"/>
                  </a:cubicBezTo>
                  <a:cubicBezTo>
                    <a:pt x="509" y="509"/>
                    <a:pt x="523" y="502"/>
                    <a:pt x="530" y="495"/>
                  </a:cubicBezTo>
                  <a:cubicBezTo>
                    <a:pt x="594" y="459"/>
                    <a:pt x="580" y="572"/>
                    <a:pt x="580" y="5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5"/>
            <p:cNvSpPr/>
            <p:nvPr/>
          </p:nvSpPr>
          <p:spPr>
            <a:xfrm>
              <a:off x="5595669" y="840580"/>
              <a:ext cx="201606" cy="219075"/>
            </a:xfrm>
            <a:custGeom>
              <a:rect b="b" l="l" r="r" t="t"/>
              <a:pathLst>
                <a:path extrusionOk="0" h="609" w="559">
                  <a:moveTo>
                    <a:pt x="474" y="318"/>
                  </a:moveTo>
                  <a:lnTo>
                    <a:pt x="474" y="318"/>
                  </a:lnTo>
                  <a:cubicBezTo>
                    <a:pt x="474" y="410"/>
                    <a:pt x="558" y="445"/>
                    <a:pt x="558" y="445"/>
                  </a:cubicBezTo>
                  <a:cubicBezTo>
                    <a:pt x="558" y="445"/>
                    <a:pt x="544" y="487"/>
                    <a:pt x="516" y="530"/>
                  </a:cubicBezTo>
                  <a:cubicBezTo>
                    <a:pt x="488" y="565"/>
                    <a:pt x="460" y="600"/>
                    <a:pt x="417" y="600"/>
                  </a:cubicBezTo>
                  <a:cubicBezTo>
                    <a:pt x="375" y="600"/>
                    <a:pt x="361" y="579"/>
                    <a:pt x="311" y="579"/>
                  </a:cubicBezTo>
                  <a:cubicBezTo>
                    <a:pt x="262" y="579"/>
                    <a:pt x="247" y="600"/>
                    <a:pt x="205" y="600"/>
                  </a:cubicBezTo>
                  <a:cubicBezTo>
                    <a:pt x="163" y="608"/>
                    <a:pt x="127" y="565"/>
                    <a:pt x="99" y="530"/>
                  </a:cubicBezTo>
                  <a:cubicBezTo>
                    <a:pt x="43" y="452"/>
                    <a:pt x="0" y="318"/>
                    <a:pt x="64" y="226"/>
                  </a:cubicBezTo>
                  <a:cubicBezTo>
                    <a:pt x="92" y="176"/>
                    <a:pt x="142" y="148"/>
                    <a:pt x="191" y="148"/>
                  </a:cubicBezTo>
                  <a:cubicBezTo>
                    <a:pt x="233" y="148"/>
                    <a:pt x="276" y="176"/>
                    <a:pt x="304" y="176"/>
                  </a:cubicBezTo>
                  <a:cubicBezTo>
                    <a:pt x="325" y="176"/>
                    <a:pt x="375" y="141"/>
                    <a:pt x="424" y="148"/>
                  </a:cubicBezTo>
                  <a:cubicBezTo>
                    <a:pt x="445" y="148"/>
                    <a:pt x="509" y="155"/>
                    <a:pt x="544" y="205"/>
                  </a:cubicBezTo>
                  <a:cubicBezTo>
                    <a:pt x="544" y="205"/>
                    <a:pt x="474" y="247"/>
                    <a:pt x="474" y="318"/>
                  </a:cubicBezTo>
                  <a:close/>
                  <a:moveTo>
                    <a:pt x="297" y="141"/>
                  </a:moveTo>
                  <a:lnTo>
                    <a:pt x="297" y="141"/>
                  </a:lnTo>
                  <a:cubicBezTo>
                    <a:pt x="290" y="106"/>
                    <a:pt x="311" y="71"/>
                    <a:pt x="332" y="42"/>
                  </a:cubicBezTo>
                  <a:cubicBezTo>
                    <a:pt x="354" y="21"/>
                    <a:pt x="396" y="0"/>
                    <a:pt x="424" y="0"/>
                  </a:cubicBezTo>
                  <a:cubicBezTo>
                    <a:pt x="431" y="35"/>
                    <a:pt x="417" y="71"/>
                    <a:pt x="389" y="99"/>
                  </a:cubicBezTo>
                  <a:cubicBezTo>
                    <a:pt x="368" y="120"/>
                    <a:pt x="332" y="141"/>
                    <a:pt x="297" y="1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5"/>
            <p:cNvSpPr/>
            <p:nvPr/>
          </p:nvSpPr>
          <p:spPr>
            <a:xfrm>
              <a:off x="5236907" y="840580"/>
              <a:ext cx="180968" cy="215900"/>
            </a:xfrm>
            <a:custGeom>
              <a:rect b="b" l="l" r="r" t="t"/>
              <a:pathLst>
                <a:path extrusionOk="0" h="601" w="502">
                  <a:moveTo>
                    <a:pt x="466" y="410"/>
                  </a:moveTo>
                  <a:lnTo>
                    <a:pt x="466" y="410"/>
                  </a:lnTo>
                  <a:cubicBezTo>
                    <a:pt x="452" y="410"/>
                    <a:pt x="431" y="396"/>
                    <a:pt x="431" y="374"/>
                  </a:cubicBezTo>
                  <a:cubicBezTo>
                    <a:pt x="431" y="226"/>
                    <a:pt x="431" y="226"/>
                    <a:pt x="431" y="226"/>
                  </a:cubicBezTo>
                  <a:cubicBezTo>
                    <a:pt x="431" y="205"/>
                    <a:pt x="452" y="191"/>
                    <a:pt x="466" y="191"/>
                  </a:cubicBezTo>
                  <a:cubicBezTo>
                    <a:pt x="487" y="191"/>
                    <a:pt x="501" y="205"/>
                    <a:pt x="501" y="226"/>
                  </a:cubicBezTo>
                  <a:cubicBezTo>
                    <a:pt x="501" y="374"/>
                    <a:pt x="501" y="374"/>
                    <a:pt x="501" y="374"/>
                  </a:cubicBezTo>
                  <a:cubicBezTo>
                    <a:pt x="501" y="396"/>
                    <a:pt x="487" y="410"/>
                    <a:pt x="466" y="410"/>
                  </a:cubicBezTo>
                  <a:close/>
                  <a:moveTo>
                    <a:pt x="374" y="487"/>
                  </a:moveTo>
                  <a:lnTo>
                    <a:pt x="374" y="487"/>
                  </a:lnTo>
                  <a:cubicBezTo>
                    <a:pt x="346" y="487"/>
                    <a:pt x="346" y="487"/>
                    <a:pt x="346" y="487"/>
                  </a:cubicBezTo>
                  <a:cubicBezTo>
                    <a:pt x="353" y="487"/>
                    <a:pt x="353" y="487"/>
                    <a:pt x="353" y="495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65"/>
                    <a:pt x="353" y="565"/>
                    <a:pt x="353" y="565"/>
                  </a:cubicBezTo>
                  <a:cubicBezTo>
                    <a:pt x="353" y="586"/>
                    <a:pt x="332" y="600"/>
                    <a:pt x="318" y="600"/>
                  </a:cubicBezTo>
                  <a:cubicBezTo>
                    <a:pt x="297" y="600"/>
                    <a:pt x="282" y="586"/>
                    <a:pt x="282" y="565"/>
                  </a:cubicBezTo>
                  <a:cubicBezTo>
                    <a:pt x="282" y="509"/>
                    <a:pt x="282" y="509"/>
                    <a:pt x="282" y="509"/>
                  </a:cubicBezTo>
                  <a:cubicBezTo>
                    <a:pt x="282" y="495"/>
                    <a:pt x="282" y="495"/>
                    <a:pt x="282" y="495"/>
                  </a:cubicBezTo>
                  <a:cubicBezTo>
                    <a:pt x="282" y="487"/>
                    <a:pt x="282" y="487"/>
                    <a:pt x="282" y="487"/>
                  </a:cubicBezTo>
                  <a:cubicBezTo>
                    <a:pt x="219" y="487"/>
                    <a:pt x="219" y="487"/>
                    <a:pt x="219" y="487"/>
                  </a:cubicBezTo>
                  <a:cubicBezTo>
                    <a:pt x="219" y="487"/>
                    <a:pt x="219" y="487"/>
                    <a:pt x="219" y="495"/>
                  </a:cubicBezTo>
                  <a:cubicBezTo>
                    <a:pt x="219" y="509"/>
                    <a:pt x="219" y="509"/>
                    <a:pt x="219" y="509"/>
                  </a:cubicBezTo>
                  <a:cubicBezTo>
                    <a:pt x="219" y="565"/>
                    <a:pt x="219" y="565"/>
                    <a:pt x="219" y="565"/>
                  </a:cubicBezTo>
                  <a:cubicBezTo>
                    <a:pt x="219" y="586"/>
                    <a:pt x="205" y="600"/>
                    <a:pt x="190" y="600"/>
                  </a:cubicBezTo>
                  <a:cubicBezTo>
                    <a:pt x="169" y="600"/>
                    <a:pt x="155" y="586"/>
                    <a:pt x="155" y="565"/>
                  </a:cubicBezTo>
                  <a:cubicBezTo>
                    <a:pt x="155" y="509"/>
                    <a:pt x="155" y="509"/>
                    <a:pt x="155" y="509"/>
                  </a:cubicBezTo>
                  <a:cubicBezTo>
                    <a:pt x="155" y="495"/>
                    <a:pt x="155" y="495"/>
                    <a:pt x="155" y="495"/>
                  </a:cubicBezTo>
                  <a:cubicBezTo>
                    <a:pt x="155" y="487"/>
                    <a:pt x="155" y="487"/>
                    <a:pt x="155" y="487"/>
                  </a:cubicBezTo>
                  <a:cubicBezTo>
                    <a:pt x="127" y="487"/>
                    <a:pt x="127" y="487"/>
                    <a:pt x="127" y="487"/>
                  </a:cubicBezTo>
                  <a:cubicBezTo>
                    <a:pt x="106" y="487"/>
                    <a:pt x="92" y="466"/>
                    <a:pt x="92" y="445"/>
                  </a:cubicBezTo>
                  <a:cubicBezTo>
                    <a:pt x="92" y="240"/>
                    <a:pt x="92" y="240"/>
                    <a:pt x="92" y="240"/>
                  </a:cubicBezTo>
                  <a:cubicBezTo>
                    <a:pt x="92" y="219"/>
                    <a:pt x="92" y="219"/>
                    <a:pt x="92" y="219"/>
                  </a:cubicBezTo>
                  <a:cubicBezTo>
                    <a:pt x="92" y="191"/>
                    <a:pt x="92" y="191"/>
                    <a:pt x="92" y="191"/>
                  </a:cubicBezTo>
                  <a:cubicBezTo>
                    <a:pt x="99" y="191"/>
                    <a:pt x="99" y="191"/>
                    <a:pt x="99" y="191"/>
                  </a:cubicBezTo>
                  <a:cubicBezTo>
                    <a:pt x="410" y="191"/>
                    <a:pt x="410" y="191"/>
                    <a:pt x="410" y="191"/>
                  </a:cubicBezTo>
                  <a:cubicBezTo>
                    <a:pt x="410" y="219"/>
                    <a:pt x="410" y="219"/>
                    <a:pt x="410" y="219"/>
                  </a:cubicBezTo>
                  <a:cubicBezTo>
                    <a:pt x="410" y="240"/>
                    <a:pt x="410" y="240"/>
                    <a:pt x="410" y="240"/>
                  </a:cubicBezTo>
                  <a:cubicBezTo>
                    <a:pt x="410" y="445"/>
                    <a:pt x="410" y="445"/>
                    <a:pt x="410" y="445"/>
                  </a:cubicBezTo>
                  <a:cubicBezTo>
                    <a:pt x="410" y="466"/>
                    <a:pt x="395" y="487"/>
                    <a:pt x="374" y="487"/>
                  </a:cubicBezTo>
                  <a:close/>
                  <a:moveTo>
                    <a:pt x="176" y="49"/>
                  </a:moveTo>
                  <a:lnTo>
                    <a:pt x="176" y="49"/>
                  </a:lnTo>
                  <a:cubicBezTo>
                    <a:pt x="169" y="42"/>
                    <a:pt x="169" y="42"/>
                    <a:pt x="169" y="42"/>
                  </a:cubicBezTo>
                  <a:cubicBezTo>
                    <a:pt x="162" y="28"/>
                    <a:pt x="162" y="28"/>
                    <a:pt x="162" y="28"/>
                  </a:cubicBezTo>
                  <a:cubicBezTo>
                    <a:pt x="148" y="7"/>
                    <a:pt x="148" y="7"/>
                    <a:pt x="148" y="7"/>
                  </a:cubicBezTo>
                  <a:lnTo>
                    <a:pt x="148" y="0"/>
                  </a:lnTo>
                  <a:lnTo>
                    <a:pt x="155" y="0"/>
                  </a:lnTo>
                  <a:cubicBezTo>
                    <a:pt x="169" y="28"/>
                    <a:pt x="169" y="28"/>
                    <a:pt x="169" y="28"/>
                  </a:cubicBezTo>
                  <a:cubicBezTo>
                    <a:pt x="176" y="35"/>
                    <a:pt x="176" y="35"/>
                    <a:pt x="176" y="35"/>
                  </a:cubicBezTo>
                  <a:cubicBezTo>
                    <a:pt x="183" y="42"/>
                    <a:pt x="183" y="42"/>
                    <a:pt x="183" y="42"/>
                  </a:cubicBezTo>
                  <a:cubicBezTo>
                    <a:pt x="205" y="35"/>
                    <a:pt x="226" y="35"/>
                    <a:pt x="254" y="35"/>
                  </a:cubicBezTo>
                  <a:cubicBezTo>
                    <a:pt x="275" y="35"/>
                    <a:pt x="297" y="35"/>
                    <a:pt x="318" y="42"/>
                  </a:cubicBezTo>
                  <a:cubicBezTo>
                    <a:pt x="325" y="35"/>
                    <a:pt x="325" y="35"/>
                    <a:pt x="325" y="35"/>
                  </a:cubicBezTo>
                  <a:cubicBezTo>
                    <a:pt x="332" y="28"/>
                    <a:pt x="332" y="28"/>
                    <a:pt x="332" y="28"/>
                  </a:cubicBezTo>
                  <a:cubicBezTo>
                    <a:pt x="346" y="0"/>
                    <a:pt x="346" y="0"/>
                    <a:pt x="346" y="0"/>
                  </a:cubicBezTo>
                  <a:lnTo>
                    <a:pt x="353" y="0"/>
                  </a:lnTo>
                  <a:cubicBezTo>
                    <a:pt x="360" y="0"/>
                    <a:pt x="360" y="7"/>
                    <a:pt x="360" y="7"/>
                  </a:cubicBezTo>
                  <a:cubicBezTo>
                    <a:pt x="346" y="28"/>
                    <a:pt x="346" y="28"/>
                    <a:pt x="346" y="28"/>
                  </a:cubicBezTo>
                  <a:cubicBezTo>
                    <a:pt x="339" y="42"/>
                    <a:pt x="339" y="42"/>
                    <a:pt x="339" y="42"/>
                  </a:cubicBezTo>
                  <a:cubicBezTo>
                    <a:pt x="332" y="49"/>
                    <a:pt x="332" y="49"/>
                    <a:pt x="332" y="49"/>
                  </a:cubicBezTo>
                  <a:cubicBezTo>
                    <a:pt x="381" y="71"/>
                    <a:pt x="410" y="120"/>
                    <a:pt x="410" y="169"/>
                  </a:cubicBezTo>
                  <a:cubicBezTo>
                    <a:pt x="92" y="169"/>
                    <a:pt x="92" y="169"/>
                    <a:pt x="92" y="169"/>
                  </a:cubicBezTo>
                  <a:cubicBezTo>
                    <a:pt x="92" y="120"/>
                    <a:pt x="127" y="71"/>
                    <a:pt x="176" y="49"/>
                  </a:cubicBezTo>
                  <a:close/>
                  <a:moveTo>
                    <a:pt x="318" y="120"/>
                  </a:moveTo>
                  <a:lnTo>
                    <a:pt x="318" y="120"/>
                  </a:lnTo>
                  <a:cubicBezTo>
                    <a:pt x="332" y="120"/>
                    <a:pt x="339" y="113"/>
                    <a:pt x="339" y="106"/>
                  </a:cubicBezTo>
                  <a:cubicBezTo>
                    <a:pt x="339" y="92"/>
                    <a:pt x="332" y="85"/>
                    <a:pt x="318" y="85"/>
                  </a:cubicBezTo>
                  <a:cubicBezTo>
                    <a:pt x="311" y="85"/>
                    <a:pt x="304" y="92"/>
                    <a:pt x="304" y="106"/>
                  </a:cubicBezTo>
                  <a:cubicBezTo>
                    <a:pt x="304" y="113"/>
                    <a:pt x="311" y="120"/>
                    <a:pt x="318" y="120"/>
                  </a:cubicBezTo>
                  <a:close/>
                  <a:moveTo>
                    <a:pt x="183" y="120"/>
                  </a:moveTo>
                  <a:lnTo>
                    <a:pt x="183" y="120"/>
                  </a:lnTo>
                  <a:cubicBezTo>
                    <a:pt x="190" y="120"/>
                    <a:pt x="197" y="113"/>
                    <a:pt x="197" y="106"/>
                  </a:cubicBezTo>
                  <a:cubicBezTo>
                    <a:pt x="197" y="92"/>
                    <a:pt x="190" y="85"/>
                    <a:pt x="183" y="85"/>
                  </a:cubicBezTo>
                  <a:cubicBezTo>
                    <a:pt x="176" y="85"/>
                    <a:pt x="169" y="92"/>
                    <a:pt x="169" y="106"/>
                  </a:cubicBezTo>
                  <a:cubicBezTo>
                    <a:pt x="169" y="113"/>
                    <a:pt x="176" y="120"/>
                    <a:pt x="183" y="120"/>
                  </a:cubicBezTo>
                  <a:close/>
                  <a:moveTo>
                    <a:pt x="35" y="410"/>
                  </a:moveTo>
                  <a:lnTo>
                    <a:pt x="35" y="410"/>
                  </a:lnTo>
                  <a:cubicBezTo>
                    <a:pt x="21" y="410"/>
                    <a:pt x="0" y="396"/>
                    <a:pt x="0" y="374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05"/>
                    <a:pt x="21" y="191"/>
                    <a:pt x="35" y="191"/>
                  </a:cubicBezTo>
                  <a:cubicBezTo>
                    <a:pt x="56" y="191"/>
                    <a:pt x="70" y="205"/>
                    <a:pt x="70" y="226"/>
                  </a:cubicBezTo>
                  <a:cubicBezTo>
                    <a:pt x="70" y="374"/>
                    <a:pt x="70" y="374"/>
                    <a:pt x="70" y="374"/>
                  </a:cubicBezTo>
                  <a:cubicBezTo>
                    <a:pt x="70" y="396"/>
                    <a:pt x="56" y="410"/>
                    <a:pt x="35" y="4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51" name="Google Shape;2151;p5"/>
            <p:cNvGrpSpPr/>
            <p:nvPr/>
          </p:nvGrpSpPr>
          <p:grpSpPr>
            <a:xfrm>
              <a:off x="5227383" y="1613692"/>
              <a:ext cx="2119236" cy="974725"/>
              <a:chOff x="7494577" y="464342"/>
              <a:chExt cx="2119236" cy="974725"/>
            </a:xfrm>
          </p:grpSpPr>
          <p:sp>
            <p:nvSpPr>
              <p:cNvPr id="2152" name="Google Shape;2152;p5"/>
              <p:cNvSpPr/>
              <p:nvPr/>
            </p:nvSpPr>
            <p:spPr>
              <a:xfrm>
                <a:off x="9394746" y="1219992"/>
                <a:ext cx="219067" cy="219075"/>
              </a:xfrm>
              <a:custGeom>
                <a:rect b="b" l="l" r="r" t="t"/>
                <a:pathLst>
                  <a:path extrusionOk="0" h="609" w="609">
                    <a:moveTo>
                      <a:pt x="594" y="290"/>
                    </a:moveTo>
                    <a:lnTo>
                      <a:pt x="594" y="290"/>
                    </a:lnTo>
                    <a:cubicBezTo>
                      <a:pt x="573" y="396"/>
                      <a:pt x="488" y="466"/>
                      <a:pt x="375" y="466"/>
                    </a:cubicBezTo>
                    <a:cubicBezTo>
                      <a:pt x="318" y="466"/>
                      <a:pt x="318" y="466"/>
                      <a:pt x="318" y="466"/>
                    </a:cubicBezTo>
                    <a:cubicBezTo>
                      <a:pt x="290" y="572"/>
                      <a:pt x="290" y="572"/>
                      <a:pt x="290" y="572"/>
                    </a:cubicBezTo>
                    <a:cubicBezTo>
                      <a:pt x="283" y="608"/>
                      <a:pt x="283" y="608"/>
                      <a:pt x="283" y="608"/>
                    </a:cubicBezTo>
                    <a:cubicBezTo>
                      <a:pt x="255" y="608"/>
                      <a:pt x="255" y="608"/>
                      <a:pt x="255" y="608"/>
                    </a:cubicBezTo>
                    <a:cubicBezTo>
                      <a:pt x="120" y="608"/>
                      <a:pt x="120" y="608"/>
                      <a:pt x="120" y="608"/>
                    </a:cubicBezTo>
                    <a:cubicBezTo>
                      <a:pt x="71" y="608"/>
                      <a:pt x="71" y="608"/>
                      <a:pt x="71" y="608"/>
                    </a:cubicBezTo>
                    <a:cubicBezTo>
                      <a:pt x="85" y="551"/>
                      <a:pt x="85" y="551"/>
                      <a:pt x="85" y="551"/>
                    </a:cubicBezTo>
                    <a:cubicBezTo>
                      <a:pt x="92" y="509"/>
                      <a:pt x="92" y="509"/>
                      <a:pt x="92" y="509"/>
                    </a:cubicBezTo>
                    <a:cubicBezTo>
                      <a:pt x="50" y="509"/>
                      <a:pt x="50" y="509"/>
                      <a:pt x="50" y="509"/>
                    </a:cubicBezTo>
                    <a:cubicBezTo>
                      <a:pt x="0" y="509"/>
                      <a:pt x="0" y="509"/>
                      <a:pt x="0" y="509"/>
                    </a:cubicBezTo>
                    <a:cubicBezTo>
                      <a:pt x="7" y="459"/>
                      <a:pt x="7" y="459"/>
                      <a:pt x="7" y="459"/>
                    </a:cubicBezTo>
                    <a:cubicBezTo>
                      <a:pt x="106" y="35"/>
                      <a:pt x="106" y="35"/>
                      <a:pt x="106" y="35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368" y="0"/>
                      <a:pt x="368" y="0"/>
                      <a:pt x="368" y="0"/>
                    </a:cubicBezTo>
                    <a:cubicBezTo>
                      <a:pt x="417" y="0"/>
                      <a:pt x="466" y="21"/>
                      <a:pt x="495" y="64"/>
                    </a:cubicBezTo>
                    <a:cubicBezTo>
                      <a:pt x="509" y="78"/>
                      <a:pt x="516" y="92"/>
                      <a:pt x="523" y="120"/>
                    </a:cubicBezTo>
                    <a:cubicBezTo>
                      <a:pt x="544" y="127"/>
                      <a:pt x="558" y="141"/>
                      <a:pt x="565" y="155"/>
                    </a:cubicBezTo>
                    <a:cubicBezTo>
                      <a:pt x="587" y="184"/>
                      <a:pt x="608" y="226"/>
                      <a:pt x="594" y="290"/>
                    </a:cubicBezTo>
                    <a:close/>
                    <a:moveTo>
                      <a:pt x="488" y="148"/>
                    </a:moveTo>
                    <a:lnTo>
                      <a:pt x="488" y="148"/>
                    </a:lnTo>
                    <a:cubicBezTo>
                      <a:pt x="481" y="127"/>
                      <a:pt x="481" y="113"/>
                      <a:pt x="474" y="99"/>
                    </a:cubicBezTo>
                    <a:cubicBezTo>
                      <a:pt x="452" y="64"/>
                      <a:pt x="403" y="42"/>
                      <a:pt x="368" y="42"/>
                    </a:cubicBezTo>
                    <a:cubicBezTo>
                      <a:pt x="148" y="42"/>
                      <a:pt x="148" y="42"/>
                      <a:pt x="148" y="42"/>
                    </a:cubicBezTo>
                    <a:cubicBezTo>
                      <a:pt x="50" y="466"/>
                      <a:pt x="50" y="466"/>
                      <a:pt x="50" y="466"/>
                    </a:cubicBezTo>
                    <a:cubicBezTo>
                      <a:pt x="99" y="466"/>
                      <a:pt x="99" y="466"/>
                      <a:pt x="99" y="466"/>
                    </a:cubicBezTo>
                    <a:cubicBezTo>
                      <a:pt x="148" y="466"/>
                      <a:pt x="148" y="466"/>
                      <a:pt x="148" y="466"/>
                    </a:cubicBezTo>
                    <a:cubicBezTo>
                      <a:pt x="177" y="466"/>
                      <a:pt x="177" y="466"/>
                      <a:pt x="177" y="466"/>
                    </a:cubicBezTo>
                    <a:cubicBezTo>
                      <a:pt x="212" y="325"/>
                      <a:pt x="212" y="325"/>
                      <a:pt x="212" y="325"/>
                    </a:cubicBezTo>
                    <a:cubicBezTo>
                      <a:pt x="304" y="325"/>
                      <a:pt x="304" y="325"/>
                      <a:pt x="304" y="325"/>
                    </a:cubicBezTo>
                    <a:cubicBezTo>
                      <a:pt x="353" y="325"/>
                      <a:pt x="403" y="311"/>
                      <a:pt x="438" y="276"/>
                    </a:cubicBezTo>
                    <a:cubicBezTo>
                      <a:pt x="459" y="254"/>
                      <a:pt x="474" y="226"/>
                      <a:pt x="481" y="191"/>
                    </a:cubicBezTo>
                    <a:cubicBezTo>
                      <a:pt x="488" y="177"/>
                      <a:pt x="488" y="162"/>
                      <a:pt x="488" y="148"/>
                    </a:cubicBezTo>
                    <a:close/>
                    <a:moveTo>
                      <a:pt x="530" y="169"/>
                    </a:moveTo>
                    <a:lnTo>
                      <a:pt x="530" y="169"/>
                    </a:lnTo>
                    <a:cubicBezTo>
                      <a:pt x="523" y="184"/>
                      <a:pt x="523" y="191"/>
                      <a:pt x="523" y="198"/>
                    </a:cubicBezTo>
                    <a:cubicBezTo>
                      <a:pt x="502" y="304"/>
                      <a:pt x="410" y="367"/>
                      <a:pt x="304" y="367"/>
                    </a:cubicBezTo>
                    <a:cubicBezTo>
                      <a:pt x="240" y="367"/>
                      <a:pt x="240" y="367"/>
                      <a:pt x="240" y="367"/>
                    </a:cubicBezTo>
                    <a:cubicBezTo>
                      <a:pt x="219" y="480"/>
                      <a:pt x="219" y="480"/>
                      <a:pt x="219" y="480"/>
                    </a:cubicBezTo>
                    <a:cubicBezTo>
                      <a:pt x="212" y="509"/>
                      <a:pt x="212" y="509"/>
                      <a:pt x="212" y="509"/>
                    </a:cubicBezTo>
                    <a:cubicBezTo>
                      <a:pt x="177" y="509"/>
                      <a:pt x="177" y="509"/>
                      <a:pt x="177" y="509"/>
                    </a:cubicBezTo>
                    <a:cubicBezTo>
                      <a:pt x="134" y="509"/>
                      <a:pt x="134" y="509"/>
                      <a:pt x="134" y="509"/>
                    </a:cubicBezTo>
                    <a:cubicBezTo>
                      <a:pt x="120" y="565"/>
                      <a:pt x="120" y="565"/>
                      <a:pt x="120" y="565"/>
                    </a:cubicBezTo>
                    <a:cubicBezTo>
                      <a:pt x="255" y="565"/>
                      <a:pt x="255" y="565"/>
                      <a:pt x="255" y="565"/>
                    </a:cubicBezTo>
                    <a:cubicBezTo>
                      <a:pt x="283" y="424"/>
                      <a:pt x="283" y="424"/>
                      <a:pt x="283" y="424"/>
                    </a:cubicBezTo>
                    <a:cubicBezTo>
                      <a:pt x="375" y="424"/>
                      <a:pt x="375" y="424"/>
                      <a:pt x="375" y="424"/>
                    </a:cubicBezTo>
                    <a:cubicBezTo>
                      <a:pt x="459" y="424"/>
                      <a:pt x="537" y="375"/>
                      <a:pt x="551" y="283"/>
                    </a:cubicBezTo>
                    <a:cubicBezTo>
                      <a:pt x="565" y="233"/>
                      <a:pt x="551" y="198"/>
                      <a:pt x="530" y="169"/>
                    </a:cubicBezTo>
                    <a:close/>
                    <a:moveTo>
                      <a:pt x="339" y="226"/>
                    </a:moveTo>
                    <a:lnTo>
                      <a:pt x="339" y="226"/>
                    </a:lnTo>
                    <a:cubicBezTo>
                      <a:pt x="332" y="226"/>
                      <a:pt x="332" y="233"/>
                      <a:pt x="325" y="233"/>
                    </a:cubicBezTo>
                    <a:cubicBezTo>
                      <a:pt x="318" y="240"/>
                      <a:pt x="304" y="247"/>
                      <a:pt x="290" y="247"/>
                    </a:cubicBezTo>
                    <a:cubicBezTo>
                      <a:pt x="226" y="247"/>
                      <a:pt x="226" y="247"/>
                      <a:pt x="226" y="247"/>
                    </a:cubicBezTo>
                    <a:cubicBezTo>
                      <a:pt x="255" y="141"/>
                      <a:pt x="255" y="141"/>
                      <a:pt x="255" y="141"/>
                    </a:cubicBezTo>
                    <a:cubicBezTo>
                      <a:pt x="255" y="127"/>
                      <a:pt x="255" y="127"/>
                      <a:pt x="255" y="127"/>
                    </a:cubicBezTo>
                    <a:cubicBezTo>
                      <a:pt x="318" y="127"/>
                      <a:pt x="318" y="127"/>
                      <a:pt x="318" y="127"/>
                    </a:cubicBezTo>
                    <a:cubicBezTo>
                      <a:pt x="332" y="127"/>
                      <a:pt x="339" y="134"/>
                      <a:pt x="346" y="141"/>
                    </a:cubicBezTo>
                    <a:cubicBezTo>
                      <a:pt x="361" y="148"/>
                      <a:pt x="368" y="169"/>
                      <a:pt x="361" y="191"/>
                    </a:cubicBezTo>
                    <a:cubicBezTo>
                      <a:pt x="361" y="205"/>
                      <a:pt x="346" y="219"/>
                      <a:pt x="339" y="226"/>
                    </a:cubicBezTo>
                    <a:close/>
                    <a:moveTo>
                      <a:pt x="318" y="169"/>
                    </a:moveTo>
                    <a:lnTo>
                      <a:pt x="318" y="169"/>
                    </a:lnTo>
                    <a:cubicBezTo>
                      <a:pt x="290" y="169"/>
                      <a:pt x="290" y="169"/>
                      <a:pt x="290" y="169"/>
                    </a:cubicBezTo>
                    <a:cubicBezTo>
                      <a:pt x="283" y="205"/>
                      <a:pt x="283" y="205"/>
                      <a:pt x="283" y="205"/>
                    </a:cubicBezTo>
                    <a:cubicBezTo>
                      <a:pt x="290" y="205"/>
                      <a:pt x="290" y="205"/>
                      <a:pt x="290" y="205"/>
                    </a:cubicBezTo>
                    <a:cubicBezTo>
                      <a:pt x="304" y="205"/>
                      <a:pt x="318" y="191"/>
                      <a:pt x="318" y="177"/>
                    </a:cubicBezTo>
                    <a:cubicBezTo>
                      <a:pt x="318" y="177"/>
                      <a:pt x="318" y="177"/>
                      <a:pt x="318" y="1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5"/>
              <p:cNvSpPr/>
              <p:nvPr/>
            </p:nvSpPr>
            <p:spPr>
              <a:xfrm>
                <a:off x="9012172" y="1226342"/>
                <a:ext cx="219067" cy="206375"/>
              </a:xfrm>
              <a:custGeom>
                <a:rect b="b" l="l" r="r" t="t"/>
                <a:pathLst>
                  <a:path extrusionOk="0" h="574" w="609">
                    <a:moveTo>
                      <a:pt x="473" y="573"/>
                    </a:moveTo>
                    <a:lnTo>
                      <a:pt x="473" y="573"/>
                    </a:lnTo>
                    <a:cubicBezTo>
                      <a:pt x="473" y="368"/>
                      <a:pt x="473" y="368"/>
                      <a:pt x="473" y="368"/>
                    </a:cubicBezTo>
                    <a:cubicBezTo>
                      <a:pt x="473" y="325"/>
                      <a:pt x="459" y="283"/>
                      <a:pt x="410" y="283"/>
                    </a:cubicBezTo>
                    <a:cubicBezTo>
                      <a:pt x="360" y="283"/>
                      <a:pt x="339" y="325"/>
                      <a:pt x="339" y="368"/>
                    </a:cubicBezTo>
                    <a:cubicBezTo>
                      <a:pt x="339" y="573"/>
                      <a:pt x="339" y="573"/>
                      <a:pt x="339" y="573"/>
                    </a:cubicBezTo>
                    <a:cubicBezTo>
                      <a:pt x="205" y="573"/>
                      <a:pt x="205" y="573"/>
                      <a:pt x="205" y="573"/>
                    </a:cubicBezTo>
                    <a:cubicBezTo>
                      <a:pt x="205" y="191"/>
                      <a:pt x="205" y="191"/>
                      <a:pt x="205" y="191"/>
                    </a:cubicBezTo>
                    <a:cubicBezTo>
                      <a:pt x="339" y="191"/>
                      <a:pt x="339" y="191"/>
                      <a:pt x="339" y="191"/>
                    </a:cubicBezTo>
                    <a:cubicBezTo>
                      <a:pt x="339" y="240"/>
                      <a:pt x="339" y="240"/>
                      <a:pt x="339" y="240"/>
                    </a:cubicBezTo>
                    <a:cubicBezTo>
                      <a:pt x="375" y="198"/>
                      <a:pt x="403" y="177"/>
                      <a:pt x="459" y="177"/>
                    </a:cubicBezTo>
                    <a:cubicBezTo>
                      <a:pt x="516" y="177"/>
                      <a:pt x="608" y="205"/>
                      <a:pt x="608" y="361"/>
                    </a:cubicBezTo>
                    <a:cubicBezTo>
                      <a:pt x="608" y="573"/>
                      <a:pt x="608" y="573"/>
                      <a:pt x="608" y="573"/>
                    </a:cubicBezTo>
                    <a:lnTo>
                      <a:pt x="473" y="573"/>
                    </a:lnTo>
                    <a:close/>
                    <a:moveTo>
                      <a:pt x="78" y="134"/>
                    </a:moveTo>
                    <a:lnTo>
                      <a:pt x="78" y="134"/>
                    </a:lnTo>
                    <a:cubicBezTo>
                      <a:pt x="35" y="134"/>
                      <a:pt x="0" y="106"/>
                      <a:pt x="0" y="71"/>
                    </a:cubicBezTo>
                    <a:cubicBezTo>
                      <a:pt x="0" y="28"/>
                      <a:pt x="35" y="0"/>
                      <a:pt x="78" y="0"/>
                    </a:cubicBezTo>
                    <a:cubicBezTo>
                      <a:pt x="120" y="0"/>
                      <a:pt x="155" y="28"/>
                      <a:pt x="155" y="71"/>
                    </a:cubicBezTo>
                    <a:cubicBezTo>
                      <a:pt x="155" y="106"/>
                      <a:pt x="120" y="134"/>
                      <a:pt x="78" y="134"/>
                    </a:cubicBezTo>
                    <a:close/>
                    <a:moveTo>
                      <a:pt x="141" y="573"/>
                    </a:moveTo>
                    <a:lnTo>
                      <a:pt x="141" y="573"/>
                    </a:lnTo>
                    <a:cubicBezTo>
                      <a:pt x="7" y="573"/>
                      <a:pt x="7" y="573"/>
                      <a:pt x="7" y="573"/>
                    </a:cubicBezTo>
                    <a:cubicBezTo>
                      <a:pt x="7" y="191"/>
                      <a:pt x="7" y="191"/>
                      <a:pt x="7" y="191"/>
                    </a:cubicBezTo>
                    <a:cubicBezTo>
                      <a:pt x="141" y="191"/>
                      <a:pt x="141" y="191"/>
                      <a:pt x="141" y="191"/>
                    </a:cubicBezTo>
                    <a:lnTo>
                      <a:pt x="141" y="5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5"/>
              <p:cNvSpPr/>
              <p:nvPr/>
            </p:nvSpPr>
            <p:spPr>
              <a:xfrm>
                <a:off x="8634361" y="1219992"/>
                <a:ext cx="217480" cy="219075"/>
              </a:xfrm>
              <a:custGeom>
                <a:rect b="b" l="l" r="r" t="t"/>
                <a:pathLst>
                  <a:path extrusionOk="0" h="609" w="602">
                    <a:moveTo>
                      <a:pt x="466" y="558"/>
                    </a:moveTo>
                    <a:lnTo>
                      <a:pt x="466" y="558"/>
                    </a:lnTo>
                    <a:cubicBezTo>
                      <a:pt x="424" y="488"/>
                      <a:pt x="346" y="438"/>
                      <a:pt x="254" y="438"/>
                    </a:cubicBezTo>
                    <a:cubicBezTo>
                      <a:pt x="184" y="438"/>
                      <a:pt x="120" y="466"/>
                      <a:pt x="78" y="509"/>
                    </a:cubicBezTo>
                    <a:cubicBezTo>
                      <a:pt x="28" y="452"/>
                      <a:pt x="0" y="382"/>
                      <a:pt x="0" y="304"/>
                    </a:cubicBezTo>
                    <a:cubicBezTo>
                      <a:pt x="0" y="134"/>
                      <a:pt x="134" y="0"/>
                      <a:pt x="304" y="0"/>
                    </a:cubicBezTo>
                    <a:cubicBezTo>
                      <a:pt x="466" y="0"/>
                      <a:pt x="601" y="134"/>
                      <a:pt x="601" y="304"/>
                    </a:cubicBezTo>
                    <a:cubicBezTo>
                      <a:pt x="601" y="410"/>
                      <a:pt x="551" y="502"/>
                      <a:pt x="466" y="558"/>
                    </a:cubicBezTo>
                    <a:close/>
                    <a:moveTo>
                      <a:pt x="155" y="389"/>
                    </a:moveTo>
                    <a:lnTo>
                      <a:pt x="155" y="389"/>
                    </a:lnTo>
                    <a:cubicBezTo>
                      <a:pt x="155" y="389"/>
                      <a:pt x="318" y="346"/>
                      <a:pt x="417" y="424"/>
                    </a:cubicBezTo>
                    <a:cubicBezTo>
                      <a:pt x="417" y="424"/>
                      <a:pt x="431" y="431"/>
                      <a:pt x="438" y="424"/>
                    </a:cubicBezTo>
                    <a:cubicBezTo>
                      <a:pt x="445" y="417"/>
                      <a:pt x="445" y="417"/>
                      <a:pt x="445" y="403"/>
                    </a:cubicBezTo>
                    <a:cubicBezTo>
                      <a:pt x="445" y="403"/>
                      <a:pt x="445" y="396"/>
                      <a:pt x="438" y="389"/>
                    </a:cubicBezTo>
                    <a:cubicBezTo>
                      <a:pt x="325" y="311"/>
                      <a:pt x="155" y="346"/>
                      <a:pt x="148" y="346"/>
                    </a:cubicBezTo>
                    <a:cubicBezTo>
                      <a:pt x="134" y="353"/>
                      <a:pt x="134" y="367"/>
                      <a:pt x="134" y="367"/>
                    </a:cubicBezTo>
                    <a:cubicBezTo>
                      <a:pt x="134" y="375"/>
                      <a:pt x="141" y="389"/>
                      <a:pt x="155" y="389"/>
                    </a:cubicBezTo>
                    <a:close/>
                    <a:moveTo>
                      <a:pt x="141" y="304"/>
                    </a:moveTo>
                    <a:lnTo>
                      <a:pt x="141" y="304"/>
                    </a:lnTo>
                    <a:cubicBezTo>
                      <a:pt x="148" y="297"/>
                      <a:pt x="148" y="297"/>
                      <a:pt x="148" y="297"/>
                    </a:cubicBezTo>
                    <a:cubicBezTo>
                      <a:pt x="169" y="297"/>
                      <a:pt x="325" y="254"/>
                      <a:pt x="452" y="332"/>
                    </a:cubicBezTo>
                    <a:cubicBezTo>
                      <a:pt x="459" y="339"/>
                      <a:pt x="459" y="339"/>
                      <a:pt x="466" y="339"/>
                    </a:cubicBezTo>
                    <a:cubicBezTo>
                      <a:pt x="480" y="339"/>
                      <a:pt x="487" y="325"/>
                      <a:pt x="487" y="311"/>
                    </a:cubicBezTo>
                    <a:cubicBezTo>
                      <a:pt x="487" y="304"/>
                      <a:pt x="480" y="290"/>
                      <a:pt x="473" y="290"/>
                    </a:cubicBezTo>
                    <a:cubicBezTo>
                      <a:pt x="318" y="198"/>
                      <a:pt x="148" y="254"/>
                      <a:pt x="134" y="254"/>
                    </a:cubicBezTo>
                    <a:cubicBezTo>
                      <a:pt x="127" y="254"/>
                      <a:pt x="120" y="269"/>
                      <a:pt x="120" y="276"/>
                    </a:cubicBezTo>
                    <a:cubicBezTo>
                      <a:pt x="120" y="290"/>
                      <a:pt x="127" y="304"/>
                      <a:pt x="141" y="304"/>
                    </a:cubicBezTo>
                    <a:close/>
                    <a:moveTo>
                      <a:pt x="516" y="198"/>
                    </a:moveTo>
                    <a:lnTo>
                      <a:pt x="516" y="198"/>
                    </a:lnTo>
                    <a:cubicBezTo>
                      <a:pt x="353" y="92"/>
                      <a:pt x="134" y="148"/>
                      <a:pt x="120" y="148"/>
                    </a:cubicBezTo>
                    <a:cubicBezTo>
                      <a:pt x="106" y="148"/>
                      <a:pt x="99" y="162"/>
                      <a:pt x="99" y="177"/>
                    </a:cubicBezTo>
                    <a:cubicBezTo>
                      <a:pt x="99" y="191"/>
                      <a:pt x="113" y="205"/>
                      <a:pt x="127" y="205"/>
                    </a:cubicBezTo>
                    <a:lnTo>
                      <a:pt x="134" y="205"/>
                    </a:lnTo>
                    <a:cubicBezTo>
                      <a:pt x="134" y="205"/>
                      <a:pt x="339" y="148"/>
                      <a:pt x="487" y="240"/>
                    </a:cubicBezTo>
                    <a:cubicBezTo>
                      <a:pt x="495" y="247"/>
                      <a:pt x="502" y="247"/>
                      <a:pt x="502" y="247"/>
                    </a:cubicBezTo>
                    <a:cubicBezTo>
                      <a:pt x="523" y="247"/>
                      <a:pt x="530" y="233"/>
                      <a:pt x="530" y="219"/>
                    </a:cubicBezTo>
                    <a:cubicBezTo>
                      <a:pt x="530" y="212"/>
                      <a:pt x="530" y="198"/>
                      <a:pt x="516" y="198"/>
                    </a:cubicBezTo>
                    <a:close/>
                    <a:moveTo>
                      <a:pt x="367" y="594"/>
                    </a:moveTo>
                    <a:lnTo>
                      <a:pt x="367" y="594"/>
                    </a:lnTo>
                    <a:cubicBezTo>
                      <a:pt x="346" y="601"/>
                      <a:pt x="332" y="608"/>
                      <a:pt x="304" y="608"/>
                    </a:cubicBezTo>
                    <a:cubicBezTo>
                      <a:pt x="247" y="608"/>
                      <a:pt x="198" y="594"/>
                      <a:pt x="155" y="565"/>
                    </a:cubicBezTo>
                    <a:cubicBezTo>
                      <a:pt x="184" y="537"/>
                      <a:pt x="212" y="530"/>
                      <a:pt x="254" y="530"/>
                    </a:cubicBezTo>
                    <a:cubicBezTo>
                      <a:pt x="304" y="530"/>
                      <a:pt x="346" y="551"/>
                      <a:pt x="367" y="59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155;p5"/>
              <p:cNvSpPr/>
              <p:nvPr/>
            </p:nvSpPr>
            <p:spPr>
              <a:xfrm>
                <a:off x="8254962" y="1254917"/>
                <a:ext cx="215892" cy="147638"/>
              </a:xfrm>
              <a:custGeom>
                <a:rect b="b" l="l" r="r" t="t"/>
                <a:pathLst>
                  <a:path extrusionOk="0" h="411" w="601">
                    <a:moveTo>
                      <a:pt x="509" y="0"/>
                    </a:moveTo>
                    <a:lnTo>
                      <a:pt x="509" y="0"/>
                    </a:lnTo>
                    <a:cubicBezTo>
                      <a:pt x="311" y="0"/>
                      <a:pt x="311" y="0"/>
                      <a:pt x="311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56" y="0"/>
                      <a:pt x="0" y="35"/>
                      <a:pt x="0" y="85"/>
                    </a:cubicBezTo>
                    <a:cubicBezTo>
                      <a:pt x="0" y="332"/>
                      <a:pt x="0" y="332"/>
                      <a:pt x="0" y="332"/>
                    </a:cubicBezTo>
                    <a:cubicBezTo>
                      <a:pt x="0" y="381"/>
                      <a:pt x="56" y="410"/>
                      <a:pt x="106" y="410"/>
                    </a:cubicBezTo>
                    <a:cubicBezTo>
                      <a:pt x="318" y="410"/>
                      <a:pt x="318" y="410"/>
                      <a:pt x="318" y="410"/>
                    </a:cubicBezTo>
                    <a:cubicBezTo>
                      <a:pt x="509" y="410"/>
                      <a:pt x="509" y="410"/>
                      <a:pt x="509" y="410"/>
                    </a:cubicBezTo>
                    <a:cubicBezTo>
                      <a:pt x="558" y="410"/>
                      <a:pt x="600" y="381"/>
                      <a:pt x="600" y="332"/>
                    </a:cubicBezTo>
                    <a:cubicBezTo>
                      <a:pt x="600" y="85"/>
                      <a:pt x="600" y="85"/>
                      <a:pt x="600" y="85"/>
                    </a:cubicBezTo>
                    <a:cubicBezTo>
                      <a:pt x="600" y="35"/>
                      <a:pt x="558" y="0"/>
                      <a:pt x="509" y="0"/>
                    </a:cubicBezTo>
                    <a:close/>
                    <a:moveTo>
                      <a:pt x="261" y="304"/>
                    </a:moveTo>
                    <a:lnTo>
                      <a:pt x="261" y="304"/>
                    </a:lnTo>
                    <a:cubicBezTo>
                      <a:pt x="261" y="113"/>
                      <a:pt x="261" y="113"/>
                      <a:pt x="261" y="113"/>
                    </a:cubicBezTo>
                    <a:cubicBezTo>
                      <a:pt x="389" y="205"/>
                      <a:pt x="389" y="205"/>
                      <a:pt x="389" y="205"/>
                    </a:cubicBezTo>
                    <a:lnTo>
                      <a:pt x="261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156;p5"/>
              <p:cNvSpPr/>
              <p:nvPr/>
            </p:nvSpPr>
            <p:spPr>
              <a:xfrm>
                <a:off x="7866039" y="1207292"/>
                <a:ext cx="228592" cy="219075"/>
              </a:xfrm>
              <a:custGeom>
                <a:rect b="b" l="l" r="r" t="t"/>
                <a:pathLst>
                  <a:path extrusionOk="0" h="608" w="636">
                    <a:moveTo>
                      <a:pt x="544" y="388"/>
                    </a:moveTo>
                    <a:lnTo>
                      <a:pt x="544" y="388"/>
                    </a:lnTo>
                    <a:cubicBezTo>
                      <a:pt x="508" y="438"/>
                      <a:pt x="459" y="501"/>
                      <a:pt x="416" y="537"/>
                    </a:cubicBezTo>
                    <a:cubicBezTo>
                      <a:pt x="381" y="565"/>
                      <a:pt x="325" y="607"/>
                      <a:pt x="282" y="600"/>
                    </a:cubicBezTo>
                    <a:cubicBezTo>
                      <a:pt x="162" y="579"/>
                      <a:pt x="183" y="289"/>
                      <a:pt x="105" y="226"/>
                    </a:cubicBezTo>
                    <a:cubicBezTo>
                      <a:pt x="70" y="219"/>
                      <a:pt x="49" y="268"/>
                      <a:pt x="35" y="240"/>
                    </a:cubicBezTo>
                    <a:cubicBezTo>
                      <a:pt x="0" y="212"/>
                      <a:pt x="63" y="169"/>
                      <a:pt x="91" y="141"/>
                    </a:cubicBezTo>
                    <a:cubicBezTo>
                      <a:pt x="134" y="106"/>
                      <a:pt x="176" y="63"/>
                      <a:pt x="233" y="84"/>
                    </a:cubicBezTo>
                    <a:cubicBezTo>
                      <a:pt x="332" y="120"/>
                      <a:pt x="261" y="360"/>
                      <a:pt x="353" y="410"/>
                    </a:cubicBezTo>
                    <a:cubicBezTo>
                      <a:pt x="402" y="374"/>
                      <a:pt x="459" y="304"/>
                      <a:pt x="445" y="226"/>
                    </a:cubicBezTo>
                    <a:cubicBezTo>
                      <a:pt x="438" y="197"/>
                      <a:pt x="388" y="204"/>
                      <a:pt x="367" y="212"/>
                    </a:cubicBezTo>
                    <a:cubicBezTo>
                      <a:pt x="367" y="91"/>
                      <a:pt x="607" y="0"/>
                      <a:pt x="628" y="162"/>
                    </a:cubicBezTo>
                    <a:cubicBezTo>
                      <a:pt x="635" y="268"/>
                      <a:pt x="544" y="388"/>
                      <a:pt x="544" y="38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5"/>
              <p:cNvSpPr/>
              <p:nvPr/>
            </p:nvSpPr>
            <p:spPr>
              <a:xfrm>
                <a:off x="7494577" y="1237455"/>
                <a:ext cx="215892" cy="185737"/>
              </a:xfrm>
              <a:custGeom>
                <a:rect b="b" l="l" r="r" t="t"/>
                <a:pathLst>
                  <a:path extrusionOk="0" h="517" w="601">
                    <a:moveTo>
                      <a:pt x="508" y="128"/>
                    </a:moveTo>
                    <a:lnTo>
                      <a:pt x="508" y="128"/>
                    </a:lnTo>
                    <a:cubicBezTo>
                      <a:pt x="508" y="220"/>
                      <a:pt x="508" y="220"/>
                      <a:pt x="508" y="220"/>
                    </a:cubicBezTo>
                    <a:cubicBezTo>
                      <a:pt x="473" y="220"/>
                      <a:pt x="473" y="220"/>
                      <a:pt x="473" y="220"/>
                    </a:cubicBezTo>
                    <a:cubicBezTo>
                      <a:pt x="473" y="128"/>
                      <a:pt x="473" y="128"/>
                      <a:pt x="473" y="128"/>
                    </a:cubicBezTo>
                    <a:cubicBezTo>
                      <a:pt x="374" y="128"/>
                      <a:pt x="374" y="128"/>
                      <a:pt x="374" y="128"/>
                    </a:cubicBezTo>
                    <a:cubicBezTo>
                      <a:pt x="374" y="92"/>
                      <a:pt x="374" y="92"/>
                      <a:pt x="374" y="92"/>
                    </a:cubicBezTo>
                    <a:cubicBezTo>
                      <a:pt x="473" y="92"/>
                      <a:pt x="473" y="92"/>
                      <a:pt x="473" y="92"/>
                    </a:cubicBezTo>
                    <a:cubicBezTo>
                      <a:pt x="473" y="0"/>
                      <a:pt x="473" y="0"/>
                      <a:pt x="473" y="0"/>
                    </a:cubicBezTo>
                    <a:cubicBezTo>
                      <a:pt x="508" y="0"/>
                      <a:pt x="508" y="0"/>
                      <a:pt x="508" y="0"/>
                    </a:cubicBezTo>
                    <a:cubicBezTo>
                      <a:pt x="508" y="92"/>
                      <a:pt x="508" y="92"/>
                      <a:pt x="508" y="92"/>
                    </a:cubicBezTo>
                    <a:cubicBezTo>
                      <a:pt x="600" y="92"/>
                      <a:pt x="600" y="92"/>
                      <a:pt x="600" y="92"/>
                    </a:cubicBezTo>
                    <a:cubicBezTo>
                      <a:pt x="600" y="128"/>
                      <a:pt x="600" y="128"/>
                      <a:pt x="600" y="128"/>
                    </a:cubicBezTo>
                    <a:lnTo>
                      <a:pt x="508" y="128"/>
                    </a:lnTo>
                    <a:close/>
                    <a:moveTo>
                      <a:pt x="247" y="36"/>
                    </a:moveTo>
                    <a:lnTo>
                      <a:pt x="247" y="36"/>
                    </a:lnTo>
                    <a:cubicBezTo>
                      <a:pt x="282" y="57"/>
                      <a:pt x="304" y="85"/>
                      <a:pt x="304" y="128"/>
                    </a:cubicBezTo>
                    <a:cubicBezTo>
                      <a:pt x="304" y="156"/>
                      <a:pt x="282" y="184"/>
                      <a:pt x="254" y="205"/>
                    </a:cubicBezTo>
                    <a:cubicBezTo>
                      <a:pt x="226" y="227"/>
                      <a:pt x="226" y="234"/>
                      <a:pt x="226" y="248"/>
                    </a:cubicBezTo>
                    <a:cubicBezTo>
                      <a:pt x="226" y="262"/>
                      <a:pt x="254" y="290"/>
                      <a:pt x="268" y="297"/>
                    </a:cubicBezTo>
                    <a:cubicBezTo>
                      <a:pt x="311" y="326"/>
                      <a:pt x="318" y="354"/>
                      <a:pt x="318" y="396"/>
                    </a:cubicBezTo>
                    <a:cubicBezTo>
                      <a:pt x="318" y="453"/>
                      <a:pt x="268" y="516"/>
                      <a:pt x="162" y="516"/>
                    </a:cubicBezTo>
                    <a:cubicBezTo>
                      <a:pt x="77" y="516"/>
                      <a:pt x="0" y="474"/>
                      <a:pt x="0" y="417"/>
                    </a:cubicBezTo>
                    <a:cubicBezTo>
                      <a:pt x="0" y="361"/>
                      <a:pt x="70" y="304"/>
                      <a:pt x="155" y="304"/>
                    </a:cubicBezTo>
                    <a:cubicBezTo>
                      <a:pt x="169" y="304"/>
                      <a:pt x="176" y="304"/>
                      <a:pt x="183" y="304"/>
                    </a:cubicBezTo>
                    <a:cubicBezTo>
                      <a:pt x="176" y="297"/>
                      <a:pt x="162" y="283"/>
                      <a:pt x="162" y="262"/>
                    </a:cubicBezTo>
                    <a:cubicBezTo>
                      <a:pt x="162" y="255"/>
                      <a:pt x="169" y="241"/>
                      <a:pt x="169" y="234"/>
                    </a:cubicBezTo>
                    <a:cubicBezTo>
                      <a:pt x="169" y="234"/>
                      <a:pt x="162" y="234"/>
                      <a:pt x="155" y="234"/>
                    </a:cubicBezTo>
                    <a:cubicBezTo>
                      <a:pt x="84" y="234"/>
                      <a:pt x="35" y="184"/>
                      <a:pt x="35" y="120"/>
                    </a:cubicBezTo>
                    <a:cubicBezTo>
                      <a:pt x="35" y="57"/>
                      <a:pt x="106" y="0"/>
                      <a:pt x="176" y="0"/>
                    </a:cubicBezTo>
                    <a:cubicBezTo>
                      <a:pt x="212" y="0"/>
                      <a:pt x="332" y="0"/>
                      <a:pt x="332" y="0"/>
                    </a:cubicBezTo>
                    <a:cubicBezTo>
                      <a:pt x="297" y="36"/>
                      <a:pt x="297" y="36"/>
                      <a:pt x="297" y="36"/>
                    </a:cubicBezTo>
                    <a:lnTo>
                      <a:pt x="247" y="36"/>
                    </a:lnTo>
                    <a:close/>
                    <a:moveTo>
                      <a:pt x="176" y="326"/>
                    </a:moveTo>
                    <a:lnTo>
                      <a:pt x="176" y="326"/>
                    </a:lnTo>
                    <a:cubicBezTo>
                      <a:pt x="113" y="318"/>
                      <a:pt x="56" y="361"/>
                      <a:pt x="56" y="403"/>
                    </a:cubicBezTo>
                    <a:cubicBezTo>
                      <a:pt x="56" y="446"/>
                      <a:pt x="106" y="481"/>
                      <a:pt x="162" y="481"/>
                    </a:cubicBezTo>
                    <a:cubicBezTo>
                      <a:pt x="247" y="481"/>
                      <a:pt x="282" y="453"/>
                      <a:pt x="282" y="403"/>
                    </a:cubicBezTo>
                    <a:cubicBezTo>
                      <a:pt x="282" y="403"/>
                      <a:pt x="282" y="396"/>
                      <a:pt x="275" y="389"/>
                    </a:cubicBezTo>
                    <a:cubicBezTo>
                      <a:pt x="268" y="361"/>
                      <a:pt x="247" y="354"/>
                      <a:pt x="212" y="326"/>
                    </a:cubicBezTo>
                    <a:cubicBezTo>
                      <a:pt x="204" y="326"/>
                      <a:pt x="190" y="326"/>
                      <a:pt x="176" y="326"/>
                    </a:cubicBezTo>
                    <a:close/>
                    <a:moveTo>
                      <a:pt x="247" y="128"/>
                    </a:moveTo>
                    <a:lnTo>
                      <a:pt x="247" y="128"/>
                    </a:lnTo>
                    <a:cubicBezTo>
                      <a:pt x="240" y="71"/>
                      <a:pt x="197" y="29"/>
                      <a:pt x="155" y="29"/>
                    </a:cubicBezTo>
                    <a:cubicBezTo>
                      <a:pt x="113" y="29"/>
                      <a:pt x="84" y="71"/>
                      <a:pt x="91" y="120"/>
                    </a:cubicBezTo>
                    <a:cubicBezTo>
                      <a:pt x="99" y="177"/>
                      <a:pt x="141" y="220"/>
                      <a:pt x="183" y="220"/>
                    </a:cubicBezTo>
                    <a:cubicBezTo>
                      <a:pt x="219" y="220"/>
                      <a:pt x="254" y="177"/>
                      <a:pt x="247" y="1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5"/>
              <p:cNvSpPr/>
              <p:nvPr/>
            </p:nvSpPr>
            <p:spPr>
              <a:xfrm>
                <a:off x="9394746" y="840580"/>
                <a:ext cx="217479" cy="215900"/>
              </a:xfrm>
              <a:custGeom>
                <a:rect b="b" l="l" r="r" t="t"/>
                <a:pathLst>
                  <a:path extrusionOk="0" h="601" w="602">
                    <a:moveTo>
                      <a:pt x="551" y="600"/>
                    </a:moveTo>
                    <a:lnTo>
                      <a:pt x="551" y="600"/>
                    </a:lnTo>
                    <a:cubicBezTo>
                      <a:pt x="42" y="600"/>
                      <a:pt x="42" y="600"/>
                      <a:pt x="42" y="600"/>
                    </a:cubicBezTo>
                    <a:cubicBezTo>
                      <a:pt x="21" y="600"/>
                      <a:pt x="0" y="586"/>
                      <a:pt x="0" y="55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1"/>
                      <a:pt x="21" y="0"/>
                      <a:pt x="42" y="0"/>
                    </a:cubicBezTo>
                    <a:cubicBezTo>
                      <a:pt x="551" y="0"/>
                      <a:pt x="551" y="0"/>
                      <a:pt x="551" y="0"/>
                    </a:cubicBezTo>
                    <a:cubicBezTo>
                      <a:pt x="580" y="0"/>
                      <a:pt x="601" y="21"/>
                      <a:pt x="601" y="49"/>
                    </a:cubicBezTo>
                    <a:cubicBezTo>
                      <a:pt x="601" y="558"/>
                      <a:pt x="601" y="558"/>
                      <a:pt x="601" y="558"/>
                    </a:cubicBezTo>
                    <a:cubicBezTo>
                      <a:pt x="601" y="586"/>
                      <a:pt x="580" y="600"/>
                      <a:pt x="551" y="600"/>
                    </a:cubicBezTo>
                    <a:close/>
                    <a:moveTo>
                      <a:pt x="255" y="113"/>
                    </a:moveTo>
                    <a:lnTo>
                      <a:pt x="255" y="113"/>
                    </a:lnTo>
                    <a:cubicBezTo>
                      <a:pt x="226" y="113"/>
                      <a:pt x="198" y="120"/>
                      <a:pt x="184" y="127"/>
                    </a:cubicBezTo>
                    <a:cubicBezTo>
                      <a:pt x="163" y="141"/>
                      <a:pt x="148" y="155"/>
                      <a:pt x="141" y="169"/>
                    </a:cubicBezTo>
                    <a:cubicBezTo>
                      <a:pt x="141" y="184"/>
                      <a:pt x="134" y="198"/>
                      <a:pt x="134" y="226"/>
                    </a:cubicBezTo>
                    <a:cubicBezTo>
                      <a:pt x="134" y="254"/>
                      <a:pt x="134" y="254"/>
                      <a:pt x="134" y="254"/>
                    </a:cubicBezTo>
                    <a:cubicBezTo>
                      <a:pt x="92" y="254"/>
                      <a:pt x="92" y="254"/>
                      <a:pt x="92" y="254"/>
                    </a:cubicBezTo>
                    <a:cubicBezTo>
                      <a:pt x="92" y="325"/>
                      <a:pt x="92" y="325"/>
                      <a:pt x="92" y="325"/>
                    </a:cubicBezTo>
                    <a:cubicBezTo>
                      <a:pt x="134" y="325"/>
                      <a:pt x="134" y="325"/>
                      <a:pt x="134" y="325"/>
                    </a:cubicBezTo>
                    <a:cubicBezTo>
                      <a:pt x="134" y="558"/>
                      <a:pt x="134" y="558"/>
                      <a:pt x="134" y="558"/>
                    </a:cubicBezTo>
                    <a:cubicBezTo>
                      <a:pt x="233" y="558"/>
                      <a:pt x="233" y="558"/>
                      <a:pt x="233" y="558"/>
                    </a:cubicBezTo>
                    <a:cubicBezTo>
                      <a:pt x="233" y="325"/>
                      <a:pt x="233" y="325"/>
                      <a:pt x="233" y="325"/>
                    </a:cubicBezTo>
                    <a:cubicBezTo>
                      <a:pt x="290" y="325"/>
                      <a:pt x="290" y="325"/>
                      <a:pt x="290" y="325"/>
                    </a:cubicBezTo>
                    <a:cubicBezTo>
                      <a:pt x="311" y="254"/>
                      <a:pt x="311" y="254"/>
                      <a:pt x="311" y="254"/>
                    </a:cubicBezTo>
                    <a:cubicBezTo>
                      <a:pt x="233" y="254"/>
                      <a:pt x="233" y="254"/>
                      <a:pt x="233" y="254"/>
                    </a:cubicBezTo>
                    <a:cubicBezTo>
                      <a:pt x="233" y="226"/>
                      <a:pt x="233" y="226"/>
                      <a:pt x="233" y="226"/>
                    </a:cubicBezTo>
                    <a:cubicBezTo>
                      <a:pt x="233" y="212"/>
                      <a:pt x="233" y="198"/>
                      <a:pt x="240" y="191"/>
                    </a:cubicBezTo>
                    <a:cubicBezTo>
                      <a:pt x="248" y="191"/>
                      <a:pt x="262" y="184"/>
                      <a:pt x="276" y="184"/>
                    </a:cubicBezTo>
                    <a:cubicBezTo>
                      <a:pt x="290" y="184"/>
                      <a:pt x="297" y="191"/>
                      <a:pt x="311" y="198"/>
                    </a:cubicBezTo>
                    <a:cubicBezTo>
                      <a:pt x="332" y="134"/>
                      <a:pt x="332" y="134"/>
                      <a:pt x="332" y="134"/>
                    </a:cubicBezTo>
                    <a:cubicBezTo>
                      <a:pt x="304" y="127"/>
                      <a:pt x="283" y="113"/>
                      <a:pt x="255" y="1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9" name="Google Shape;2159;p5"/>
              <p:cNvSpPr/>
              <p:nvPr/>
            </p:nvSpPr>
            <p:spPr>
              <a:xfrm>
                <a:off x="9074083" y="837405"/>
                <a:ext cx="101596" cy="219075"/>
              </a:xfrm>
              <a:custGeom>
                <a:rect b="b" l="l" r="r" t="t"/>
                <a:pathLst>
                  <a:path extrusionOk="0" h="608" w="284">
                    <a:moveTo>
                      <a:pt x="283" y="7"/>
                    </a:moveTo>
                    <a:lnTo>
                      <a:pt x="283" y="7"/>
                    </a:lnTo>
                    <a:cubicBezTo>
                      <a:pt x="283" y="42"/>
                      <a:pt x="283" y="106"/>
                      <a:pt x="283" y="106"/>
                    </a:cubicBezTo>
                    <a:cubicBezTo>
                      <a:pt x="283" y="106"/>
                      <a:pt x="213" y="99"/>
                      <a:pt x="198" y="127"/>
                    </a:cubicBezTo>
                    <a:cubicBezTo>
                      <a:pt x="184" y="141"/>
                      <a:pt x="191" y="183"/>
                      <a:pt x="191" y="212"/>
                    </a:cubicBezTo>
                    <a:cubicBezTo>
                      <a:pt x="220" y="212"/>
                      <a:pt x="255" y="212"/>
                      <a:pt x="283" y="212"/>
                    </a:cubicBezTo>
                    <a:cubicBezTo>
                      <a:pt x="276" y="254"/>
                      <a:pt x="269" y="275"/>
                      <a:pt x="269" y="311"/>
                    </a:cubicBezTo>
                    <a:cubicBezTo>
                      <a:pt x="241" y="311"/>
                      <a:pt x="191" y="311"/>
                      <a:pt x="191" y="311"/>
                    </a:cubicBezTo>
                    <a:cubicBezTo>
                      <a:pt x="191" y="607"/>
                      <a:pt x="191" y="607"/>
                      <a:pt x="191" y="607"/>
                    </a:cubicBezTo>
                    <a:cubicBezTo>
                      <a:pt x="191" y="607"/>
                      <a:pt x="100" y="607"/>
                      <a:pt x="57" y="607"/>
                    </a:cubicBezTo>
                    <a:cubicBezTo>
                      <a:pt x="57" y="516"/>
                      <a:pt x="57" y="410"/>
                      <a:pt x="57" y="311"/>
                    </a:cubicBezTo>
                    <a:cubicBezTo>
                      <a:pt x="36" y="311"/>
                      <a:pt x="22" y="311"/>
                      <a:pt x="0" y="311"/>
                    </a:cubicBezTo>
                    <a:cubicBezTo>
                      <a:pt x="0" y="275"/>
                      <a:pt x="0" y="247"/>
                      <a:pt x="0" y="212"/>
                    </a:cubicBezTo>
                    <a:cubicBezTo>
                      <a:pt x="22" y="212"/>
                      <a:pt x="36" y="212"/>
                      <a:pt x="57" y="212"/>
                    </a:cubicBezTo>
                    <a:cubicBezTo>
                      <a:pt x="64" y="148"/>
                      <a:pt x="64" y="78"/>
                      <a:pt x="100" y="42"/>
                    </a:cubicBezTo>
                    <a:cubicBezTo>
                      <a:pt x="135" y="0"/>
                      <a:pt x="170" y="7"/>
                      <a:pt x="283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0" name="Google Shape;2160;p5"/>
              <p:cNvSpPr/>
              <p:nvPr/>
            </p:nvSpPr>
            <p:spPr>
              <a:xfrm>
                <a:off x="8634361" y="840580"/>
                <a:ext cx="217480" cy="215900"/>
              </a:xfrm>
              <a:custGeom>
                <a:rect b="b" l="l" r="r" t="t"/>
                <a:pathLst>
                  <a:path extrusionOk="0" h="601" w="602">
                    <a:moveTo>
                      <a:pt x="304" y="0"/>
                    </a:moveTo>
                    <a:lnTo>
                      <a:pt x="304" y="0"/>
                    </a:lnTo>
                    <a:cubicBezTo>
                      <a:pt x="134" y="0"/>
                      <a:pt x="0" y="134"/>
                      <a:pt x="0" y="304"/>
                    </a:cubicBezTo>
                    <a:cubicBezTo>
                      <a:pt x="0" y="424"/>
                      <a:pt x="78" y="530"/>
                      <a:pt x="184" y="579"/>
                    </a:cubicBezTo>
                    <a:cubicBezTo>
                      <a:pt x="184" y="558"/>
                      <a:pt x="184" y="530"/>
                      <a:pt x="191" y="509"/>
                    </a:cubicBezTo>
                    <a:cubicBezTo>
                      <a:pt x="191" y="487"/>
                      <a:pt x="226" y="346"/>
                      <a:pt x="226" y="346"/>
                    </a:cubicBezTo>
                    <a:cubicBezTo>
                      <a:pt x="226" y="346"/>
                      <a:pt x="219" y="325"/>
                      <a:pt x="219" y="297"/>
                    </a:cubicBezTo>
                    <a:cubicBezTo>
                      <a:pt x="219" y="254"/>
                      <a:pt x="240" y="219"/>
                      <a:pt x="276" y="219"/>
                    </a:cubicBezTo>
                    <a:cubicBezTo>
                      <a:pt x="304" y="219"/>
                      <a:pt x="318" y="240"/>
                      <a:pt x="318" y="261"/>
                    </a:cubicBezTo>
                    <a:cubicBezTo>
                      <a:pt x="318" y="289"/>
                      <a:pt x="297" y="332"/>
                      <a:pt x="290" y="374"/>
                    </a:cubicBezTo>
                    <a:cubicBezTo>
                      <a:pt x="283" y="403"/>
                      <a:pt x="304" y="431"/>
                      <a:pt x="339" y="431"/>
                    </a:cubicBezTo>
                    <a:cubicBezTo>
                      <a:pt x="396" y="431"/>
                      <a:pt x="431" y="353"/>
                      <a:pt x="431" y="268"/>
                    </a:cubicBezTo>
                    <a:cubicBezTo>
                      <a:pt x="431" y="205"/>
                      <a:pt x="389" y="155"/>
                      <a:pt x="304" y="155"/>
                    </a:cubicBezTo>
                    <a:cubicBezTo>
                      <a:pt x="212" y="155"/>
                      <a:pt x="155" y="219"/>
                      <a:pt x="155" y="297"/>
                    </a:cubicBezTo>
                    <a:cubicBezTo>
                      <a:pt x="155" y="325"/>
                      <a:pt x="162" y="346"/>
                      <a:pt x="176" y="360"/>
                    </a:cubicBezTo>
                    <a:cubicBezTo>
                      <a:pt x="184" y="360"/>
                      <a:pt x="184" y="367"/>
                      <a:pt x="184" y="374"/>
                    </a:cubicBezTo>
                    <a:cubicBezTo>
                      <a:pt x="184" y="382"/>
                      <a:pt x="176" y="396"/>
                      <a:pt x="176" y="396"/>
                    </a:cubicBezTo>
                    <a:cubicBezTo>
                      <a:pt x="176" y="403"/>
                      <a:pt x="169" y="410"/>
                      <a:pt x="162" y="403"/>
                    </a:cubicBezTo>
                    <a:cubicBezTo>
                      <a:pt x="120" y="389"/>
                      <a:pt x="99" y="339"/>
                      <a:pt x="99" y="289"/>
                    </a:cubicBezTo>
                    <a:cubicBezTo>
                      <a:pt x="99" y="205"/>
                      <a:pt x="169" y="99"/>
                      <a:pt x="318" y="99"/>
                    </a:cubicBezTo>
                    <a:cubicBezTo>
                      <a:pt x="431" y="99"/>
                      <a:pt x="509" y="184"/>
                      <a:pt x="509" y="275"/>
                    </a:cubicBezTo>
                    <a:cubicBezTo>
                      <a:pt x="509" y="396"/>
                      <a:pt x="438" y="480"/>
                      <a:pt x="346" y="480"/>
                    </a:cubicBezTo>
                    <a:cubicBezTo>
                      <a:pt x="311" y="480"/>
                      <a:pt x="283" y="466"/>
                      <a:pt x="269" y="445"/>
                    </a:cubicBezTo>
                    <a:cubicBezTo>
                      <a:pt x="269" y="445"/>
                      <a:pt x="254" y="516"/>
                      <a:pt x="247" y="530"/>
                    </a:cubicBezTo>
                    <a:cubicBezTo>
                      <a:pt x="240" y="551"/>
                      <a:pt x="233" y="572"/>
                      <a:pt x="219" y="593"/>
                    </a:cubicBezTo>
                    <a:cubicBezTo>
                      <a:pt x="247" y="600"/>
                      <a:pt x="276" y="600"/>
                      <a:pt x="304" y="600"/>
                    </a:cubicBezTo>
                    <a:cubicBezTo>
                      <a:pt x="466" y="600"/>
                      <a:pt x="601" y="466"/>
                      <a:pt x="601" y="304"/>
                    </a:cubicBezTo>
                    <a:cubicBezTo>
                      <a:pt x="601" y="134"/>
                      <a:pt x="466" y="0"/>
                      <a:pt x="304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1" name="Google Shape;2161;p5"/>
              <p:cNvSpPr/>
              <p:nvPr/>
            </p:nvSpPr>
            <p:spPr>
              <a:xfrm>
                <a:off x="8277187" y="840580"/>
                <a:ext cx="166681" cy="219075"/>
              </a:xfrm>
              <a:custGeom>
                <a:rect b="b" l="l" r="r" t="t"/>
                <a:pathLst>
                  <a:path extrusionOk="0" h="609" w="461">
                    <a:moveTo>
                      <a:pt x="191" y="396"/>
                    </a:moveTo>
                    <a:lnTo>
                      <a:pt x="191" y="396"/>
                    </a:lnTo>
                    <a:cubicBezTo>
                      <a:pt x="184" y="410"/>
                      <a:pt x="184" y="431"/>
                      <a:pt x="177" y="452"/>
                    </a:cubicBezTo>
                    <a:cubicBezTo>
                      <a:pt x="170" y="473"/>
                      <a:pt x="170" y="495"/>
                      <a:pt x="163" y="509"/>
                    </a:cubicBezTo>
                    <a:cubicBezTo>
                      <a:pt x="149" y="544"/>
                      <a:pt x="135" y="572"/>
                      <a:pt x="113" y="593"/>
                    </a:cubicBezTo>
                    <a:cubicBezTo>
                      <a:pt x="99" y="608"/>
                      <a:pt x="99" y="600"/>
                      <a:pt x="99" y="600"/>
                    </a:cubicBezTo>
                    <a:cubicBezTo>
                      <a:pt x="92" y="600"/>
                      <a:pt x="92" y="600"/>
                      <a:pt x="92" y="593"/>
                    </a:cubicBezTo>
                    <a:cubicBezTo>
                      <a:pt x="92" y="572"/>
                      <a:pt x="92" y="544"/>
                      <a:pt x="92" y="516"/>
                    </a:cubicBezTo>
                    <a:cubicBezTo>
                      <a:pt x="92" y="487"/>
                      <a:pt x="99" y="459"/>
                      <a:pt x="106" y="431"/>
                    </a:cubicBezTo>
                    <a:cubicBezTo>
                      <a:pt x="120" y="389"/>
                      <a:pt x="128" y="339"/>
                      <a:pt x="142" y="289"/>
                    </a:cubicBezTo>
                    <a:cubicBezTo>
                      <a:pt x="142" y="282"/>
                      <a:pt x="142" y="282"/>
                      <a:pt x="142" y="275"/>
                    </a:cubicBezTo>
                    <a:cubicBezTo>
                      <a:pt x="142" y="261"/>
                      <a:pt x="135" y="254"/>
                      <a:pt x="135" y="240"/>
                    </a:cubicBezTo>
                    <a:cubicBezTo>
                      <a:pt x="135" y="219"/>
                      <a:pt x="135" y="205"/>
                      <a:pt x="135" y="191"/>
                    </a:cubicBezTo>
                    <a:cubicBezTo>
                      <a:pt x="142" y="169"/>
                      <a:pt x="156" y="148"/>
                      <a:pt x="184" y="134"/>
                    </a:cubicBezTo>
                    <a:cubicBezTo>
                      <a:pt x="198" y="134"/>
                      <a:pt x="213" y="134"/>
                      <a:pt x="220" y="141"/>
                    </a:cubicBezTo>
                    <a:cubicBezTo>
                      <a:pt x="234" y="148"/>
                      <a:pt x="241" y="155"/>
                      <a:pt x="241" y="169"/>
                    </a:cubicBezTo>
                    <a:cubicBezTo>
                      <a:pt x="248" y="184"/>
                      <a:pt x="241" y="205"/>
                      <a:pt x="241" y="212"/>
                    </a:cubicBezTo>
                    <a:cubicBezTo>
                      <a:pt x="234" y="240"/>
                      <a:pt x="227" y="261"/>
                      <a:pt x="220" y="289"/>
                    </a:cubicBezTo>
                    <a:cubicBezTo>
                      <a:pt x="213" y="304"/>
                      <a:pt x="213" y="318"/>
                      <a:pt x="213" y="332"/>
                    </a:cubicBezTo>
                    <a:cubicBezTo>
                      <a:pt x="220" y="346"/>
                      <a:pt x="227" y="360"/>
                      <a:pt x="234" y="367"/>
                    </a:cubicBezTo>
                    <a:cubicBezTo>
                      <a:pt x="248" y="374"/>
                      <a:pt x="255" y="374"/>
                      <a:pt x="269" y="374"/>
                    </a:cubicBezTo>
                    <a:cubicBezTo>
                      <a:pt x="304" y="374"/>
                      <a:pt x="318" y="353"/>
                      <a:pt x="333" y="339"/>
                    </a:cubicBezTo>
                    <a:cubicBezTo>
                      <a:pt x="354" y="311"/>
                      <a:pt x="368" y="275"/>
                      <a:pt x="375" y="226"/>
                    </a:cubicBezTo>
                    <a:cubicBezTo>
                      <a:pt x="375" y="212"/>
                      <a:pt x="375" y="198"/>
                      <a:pt x="375" y="184"/>
                    </a:cubicBezTo>
                    <a:cubicBezTo>
                      <a:pt x="375" y="148"/>
                      <a:pt x="368" y="127"/>
                      <a:pt x="347" y="106"/>
                    </a:cubicBezTo>
                    <a:cubicBezTo>
                      <a:pt x="333" y="92"/>
                      <a:pt x="318" y="78"/>
                      <a:pt x="290" y="63"/>
                    </a:cubicBezTo>
                    <a:cubicBezTo>
                      <a:pt x="269" y="56"/>
                      <a:pt x="234" y="56"/>
                      <a:pt x="205" y="63"/>
                    </a:cubicBezTo>
                    <a:cubicBezTo>
                      <a:pt x="149" y="71"/>
                      <a:pt x="106" y="99"/>
                      <a:pt x="85" y="141"/>
                    </a:cubicBezTo>
                    <a:cubicBezTo>
                      <a:pt x="71" y="169"/>
                      <a:pt x="64" y="191"/>
                      <a:pt x="64" y="226"/>
                    </a:cubicBezTo>
                    <a:cubicBezTo>
                      <a:pt x="64" y="247"/>
                      <a:pt x="71" y="268"/>
                      <a:pt x="85" y="282"/>
                    </a:cubicBezTo>
                    <a:cubicBezTo>
                      <a:pt x="85" y="289"/>
                      <a:pt x="92" y="289"/>
                      <a:pt x="92" y="297"/>
                    </a:cubicBezTo>
                    <a:cubicBezTo>
                      <a:pt x="99" y="304"/>
                      <a:pt x="92" y="318"/>
                      <a:pt x="92" y="325"/>
                    </a:cubicBezTo>
                    <a:cubicBezTo>
                      <a:pt x="85" y="332"/>
                      <a:pt x="85" y="346"/>
                      <a:pt x="78" y="346"/>
                    </a:cubicBezTo>
                    <a:cubicBezTo>
                      <a:pt x="71" y="346"/>
                      <a:pt x="64" y="346"/>
                      <a:pt x="64" y="346"/>
                    </a:cubicBezTo>
                    <a:cubicBezTo>
                      <a:pt x="29" y="325"/>
                      <a:pt x="15" y="297"/>
                      <a:pt x="0" y="254"/>
                    </a:cubicBezTo>
                    <a:cubicBezTo>
                      <a:pt x="0" y="233"/>
                      <a:pt x="0" y="205"/>
                      <a:pt x="0" y="176"/>
                    </a:cubicBezTo>
                    <a:cubicBezTo>
                      <a:pt x="7" y="155"/>
                      <a:pt x="15" y="134"/>
                      <a:pt x="29" y="120"/>
                    </a:cubicBezTo>
                    <a:cubicBezTo>
                      <a:pt x="43" y="85"/>
                      <a:pt x="71" y="56"/>
                      <a:pt x="106" y="35"/>
                    </a:cubicBezTo>
                    <a:cubicBezTo>
                      <a:pt x="135" y="21"/>
                      <a:pt x="163" y="7"/>
                      <a:pt x="198" y="0"/>
                    </a:cubicBezTo>
                    <a:cubicBezTo>
                      <a:pt x="213" y="0"/>
                      <a:pt x="227" y="0"/>
                      <a:pt x="241" y="0"/>
                    </a:cubicBezTo>
                    <a:cubicBezTo>
                      <a:pt x="276" y="0"/>
                      <a:pt x="311" y="7"/>
                      <a:pt x="340" y="21"/>
                    </a:cubicBezTo>
                    <a:cubicBezTo>
                      <a:pt x="368" y="35"/>
                      <a:pt x="389" y="49"/>
                      <a:pt x="410" y="71"/>
                    </a:cubicBezTo>
                    <a:cubicBezTo>
                      <a:pt x="431" y="92"/>
                      <a:pt x="446" y="113"/>
                      <a:pt x="453" y="148"/>
                    </a:cubicBezTo>
                    <a:cubicBezTo>
                      <a:pt x="460" y="162"/>
                      <a:pt x="460" y="184"/>
                      <a:pt x="460" y="205"/>
                    </a:cubicBezTo>
                    <a:cubicBezTo>
                      <a:pt x="460" y="219"/>
                      <a:pt x="460" y="240"/>
                      <a:pt x="453" y="254"/>
                    </a:cubicBezTo>
                    <a:cubicBezTo>
                      <a:pt x="446" y="325"/>
                      <a:pt x="410" y="382"/>
                      <a:pt x="361" y="410"/>
                    </a:cubicBezTo>
                    <a:cubicBezTo>
                      <a:pt x="354" y="417"/>
                      <a:pt x="340" y="424"/>
                      <a:pt x="326" y="431"/>
                    </a:cubicBezTo>
                    <a:cubicBezTo>
                      <a:pt x="304" y="431"/>
                      <a:pt x="290" y="438"/>
                      <a:pt x="269" y="438"/>
                    </a:cubicBezTo>
                    <a:cubicBezTo>
                      <a:pt x="255" y="431"/>
                      <a:pt x="234" y="431"/>
                      <a:pt x="227" y="424"/>
                    </a:cubicBezTo>
                    <a:cubicBezTo>
                      <a:pt x="213" y="417"/>
                      <a:pt x="198" y="403"/>
                      <a:pt x="191" y="39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2" name="Google Shape;2162;p5"/>
              <p:cNvSpPr/>
              <p:nvPr/>
            </p:nvSpPr>
            <p:spPr>
              <a:xfrm>
                <a:off x="7888263" y="840580"/>
                <a:ext cx="185731" cy="215900"/>
              </a:xfrm>
              <a:custGeom>
                <a:rect b="b" l="l" r="r" t="t"/>
                <a:pathLst>
                  <a:path extrusionOk="0" h="601" w="517">
                    <a:moveTo>
                      <a:pt x="516" y="593"/>
                    </a:moveTo>
                    <a:lnTo>
                      <a:pt x="516" y="593"/>
                    </a:lnTo>
                    <a:cubicBezTo>
                      <a:pt x="509" y="600"/>
                      <a:pt x="509" y="600"/>
                      <a:pt x="502" y="600"/>
                    </a:cubicBezTo>
                    <a:cubicBezTo>
                      <a:pt x="297" y="600"/>
                      <a:pt x="297" y="600"/>
                      <a:pt x="297" y="600"/>
                    </a:cubicBezTo>
                    <a:cubicBezTo>
                      <a:pt x="297" y="487"/>
                      <a:pt x="297" y="487"/>
                      <a:pt x="297" y="487"/>
                    </a:cubicBezTo>
                    <a:cubicBezTo>
                      <a:pt x="389" y="431"/>
                      <a:pt x="389" y="431"/>
                      <a:pt x="389" y="431"/>
                    </a:cubicBezTo>
                    <a:cubicBezTo>
                      <a:pt x="396" y="431"/>
                      <a:pt x="403" y="424"/>
                      <a:pt x="403" y="417"/>
                    </a:cubicBezTo>
                    <a:cubicBezTo>
                      <a:pt x="403" y="403"/>
                      <a:pt x="396" y="396"/>
                      <a:pt x="389" y="396"/>
                    </a:cubicBezTo>
                    <a:cubicBezTo>
                      <a:pt x="297" y="452"/>
                      <a:pt x="297" y="452"/>
                      <a:pt x="297" y="452"/>
                    </a:cubicBezTo>
                    <a:cubicBezTo>
                      <a:pt x="297" y="389"/>
                      <a:pt x="297" y="389"/>
                      <a:pt x="297" y="389"/>
                    </a:cubicBezTo>
                    <a:cubicBezTo>
                      <a:pt x="346" y="360"/>
                      <a:pt x="346" y="360"/>
                      <a:pt x="346" y="360"/>
                    </a:cubicBezTo>
                    <a:cubicBezTo>
                      <a:pt x="361" y="360"/>
                      <a:pt x="368" y="346"/>
                      <a:pt x="368" y="339"/>
                    </a:cubicBezTo>
                    <a:cubicBezTo>
                      <a:pt x="368" y="332"/>
                      <a:pt x="361" y="318"/>
                      <a:pt x="346" y="318"/>
                    </a:cubicBezTo>
                    <a:cubicBezTo>
                      <a:pt x="297" y="346"/>
                      <a:pt x="297" y="346"/>
                      <a:pt x="297" y="346"/>
                    </a:cubicBezTo>
                    <a:cubicBezTo>
                      <a:pt x="297" y="318"/>
                      <a:pt x="297" y="318"/>
                      <a:pt x="297" y="318"/>
                    </a:cubicBezTo>
                    <a:cubicBezTo>
                      <a:pt x="297" y="311"/>
                      <a:pt x="283" y="304"/>
                      <a:pt x="276" y="304"/>
                    </a:cubicBezTo>
                    <a:cubicBezTo>
                      <a:pt x="240" y="304"/>
                      <a:pt x="240" y="304"/>
                      <a:pt x="240" y="304"/>
                    </a:cubicBezTo>
                    <a:cubicBezTo>
                      <a:pt x="226" y="304"/>
                      <a:pt x="219" y="311"/>
                      <a:pt x="219" y="318"/>
                    </a:cubicBezTo>
                    <a:cubicBezTo>
                      <a:pt x="219" y="438"/>
                      <a:pt x="219" y="438"/>
                      <a:pt x="219" y="438"/>
                    </a:cubicBezTo>
                    <a:cubicBezTo>
                      <a:pt x="148" y="417"/>
                      <a:pt x="148" y="417"/>
                      <a:pt x="148" y="417"/>
                    </a:cubicBezTo>
                    <a:cubicBezTo>
                      <a:pt x="134" y="417"/>
                      <a:pt x="127" y="424"/>
                      <a:pt x="127" y="431"/>
                    </a:cubicBezTo>
                    <a:cubicBezTo>
                      <a:pt x="127" y="445"/>
                      <a:pt x="134" y="452"/>
                      <a:pt x="148" y="452"/>
                    </a:cubicBezTo>
                    <a:cubicBezTo>
                      <a:pt x="219" y="480"/>
                      <a:pt x="219" y="480"/>
                      <a:pt x="219" y="480"/>
                    </a:cubicBezTo>
                    <a:cubicBezTo>
                      <a:pt x="219" y="600"/>
                      <a:pt x="219" y="600"/>
                      <a:pt x="219" y="600"/>
                    </a:cubicBezTo>
                    <a:cubicBezTo>
                      <a:pt x="14" y="600"/>
                      <a:pt x="14" y="600"/>
                      <a:pt x="14" y="600"/>
                    </a:cubicBezTo>
                    <a:cubicBezTo>
                      <a:pt x="7" y="600"/>
                      <a:pt x="0" y="600"/>
                      <a:pt x="0" y="593"/>
                    </a:cubicBezTo>
                    <a:lnTo>
                      <a:pt x="0" y="586"/>
                    </a:lnTo>
                    <a:cubicBezTo>
                      <a:pt x="248" y="7"/>
                      <a:pt x="248" y="7"/>
                      <a:pt x="248" y="7"/>
                    </a:cubicBezTo>
                    <a:cubicBezTo>
                      <a:pt x="248" y="0"/>
                      <a:pt x="255" y="0"/>
                      <a:pt x="255" y="0"/>
                    </a:cubicBezTo>
                    <a:cubicBezTo>
                      <a:pt x="262" y="0"/>
                      <a:pt x="269" y="0"/>
                      <a:pt x="269" y="7"/>
                    </a:cubicBezTo>
                    <a:cubicBezTo>
                      <a:pt x="516" y="586"/>
                      <a:pt x="516" y="586"/>
                      <a:pt x="516" y="586"/>
                    </a:cubicBezTo>
                    <a:lnTo>
                      <a:pt x="516" y="59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3" name="Google Shape;2163;p5"/>
              <p:cNvSpPr/>
              <p:nvPr/>
            </p:nvSpPr>
            <p:spPr>
              <a:xfrm>
                <a:off x="7494577" y="840580"/>
                <a:ext cx="215892" cy="215900"/>
              </a:xfrm>
              <a:custGeom>
                <a:rect b="b" l="l" r="r" t="t"/>
                <a:pathLst>
                  <a:path extrusionOk="0" h="601" w="601">
                    <a:moveTo>
                      <a:pt x="593" y="240"/>
                    </a:moveTo>
                    <a:lnTo>
                      <a:pt x="593" y="240"/>
                    </a:lnTo>
                    <a:cubicBezTo>
                      <a:pt x="593" y="219"/>
                      <a:pt x="586" y="205"/>
                      <a:pt x="579" y="184"/>
                    </a:cubicBezTo>
                    <a:cubicBezTo>
                      <a:pt x="572" y="169"/>
                      <a:pt x="565" y="148"/>
                      <a:pt x="551" y="134"/>
                    </a:cubicBezTo>
                    <a:cubicBezTo>
                      <a:pt x="544" y="120"/>
                      <a:pt x="530" y="99"/>
                      <a:pt x="515" y="85"/>
                    </a:cubicBezTo>
                    <a:cubicBezTo>
                      <a:pt x="501" y="78"/>
                      <a:pt x="487" y="63"/>
                      <a:pt x="473" y="49"/>
                    </a:cubicBezTo>
                    <a:cubicBezTo>
                      <a:pt x="452" y="42"/>
                      <a:pt x="438" y="28"/>
                      <a:pt x="417" y="21"/>
                    </a:cubicBezTo>
                    <a:cubicBezTo>
                      <a:pt x="402" y="14"/>
                      <a:pt x="381" y="7"/>
                      <a:pt x="360" y="7"/>
                    </a:cubicBezTo>
                    <a:cubicBezTo>
                      <a:pt x="339" y="0"/>
                      <a:pt x="325" y="0"/>
                      <a:pt x="304" y="0"/>
                    </a:cubicBezTo>
                    <a:cubicBezTo>
                      <a:pt x="282" y="0"/>
                      <a:pt x="261" y="0"/>
                      <a:pt x="240" y="7"/>
                    </a:cubicBezTo>
                    <a:cubicBezTo>
                      <a:pt x="219" y="7"/>
                      <a:pt x="204" y="14"/>
                      <a:pt x="183" y="21"/>
                    </a:cubicBezTo>
                    <a:cubicBezTo>
                      <a:pt x="169" y="28"/>
                      <a:pt x="148" y="42"/>
                      <a:pt x="134" y="49"/>
                    </a:cubicBezTo>
                    <a:cubicBezTo>
                      <a:pt x="120" y="63"/>
                      <a:pt x="99" y="78"/>
                      <a:pt x="84" y="85"/>
                    </a:cubicBezTo>
                    <a:cubicBezTo>
                      <a:pt x="77" y="99"/>
                      <a:pt x="63" y="120"/>
                      <a:pt x="49" y="134"/>
                    </a:cubicBezTo>
                    <a:cubicBezTo>
                      <a:pt x="42" y="148"/>
                      <a:pt x="28" y="169"/>
                      <a:pt x="21" y="184"/>
                    </a:cubicBezTo>
                    <a:cubicBezTo>
                      <a:pt x="14" y="205"/>
                      <a:pt x="7" y="219"/>
                      <a:pt x="7" y="240"/>
                    </a:cubicBezTo>
                    <a:cubicBezTo>
                      <a:pt x="0" y="261"/>
                      <a:pt x="0" y="282"/>
                      <a:pt x="0" y="304"/>
                    </a:cubicBezTo>
                    <a:cubicBezTo>
                      <a:pt x="0" y="325"/>
                      <a:pt x="0" y="339"/>
                      <a:pt x="7" y="360"/>
                    </a:cubicBezTo>
                    <a:cubicBezTo>
                      <a:pt x="7" y="382"/>
                      <a:pt x="14" y="403"/>
                      <a:pt x="21" y="417"/>
                    </a:cubicBezTo>
                    <a:cubicBezTo>
                      <a:pt x="28" y="438"/>
                      <a:pt x="42" y="452"/>
                      <a:pt x="49" y="473"/>
                    </a:cubicBezTo>
                    <a:cubicBezTo>
                      <a:pt x="63" y="487"/>
                      <a:pt x="77" y="502"/>
                      <a:pt x="84" y="516"/>
                    </a:cubicBezTo>
                    <a:cubicBezTo>
                      <a:pt x="99" y="530"/>
                      <a:pt x="120" y="544"/>
                      <a:pt x="134" y="551"/>
                    </a:cubicBezTo>
                    <a:cubicBezTo>
                      <a:pt x="148" y="565"/>
                      <a:pt x="169" y="572"/>
                      <a:pt x="183" y="579"/>
                    </a:cubicBezTo>
                    <a:cubicBezTo>
                      <a:pt x="204" y="586"/>
                      <a:pt x="219" y="593"/>
                      <a:pt x="240" y="593"/>
                    </a:cubicBezTo>
                    <a:cubicBezTo>
                      <a:pt x="261" y="600"/>
                      <a:pt x="282" y="600"/>
                      <a:pt x="304" y="600"/>
                    </a:cubicBezTo>
                    <a:cubicBezTo>
                      <a:pt x="325" y="600"/>
                      <a:pt x="339" y="600"/>
                      <a:pt x="360" y="593"/>
                    </a:cubicBezTo>
                    <a:cubicBezTo>
                      <a:pt x="381" y="593"/>
                      <a:pt x="402" y="586"/>
                      <a:pt x="417" y="579"/>
                    </a:cubicBezTo>
                    <a:cubicBezTo>
                      <a:pt x="438" y="572"/>
                      <a:pt x="452" y="565"/>
                      <a:pt x="473" y="551"/>
                    </a:cubicBezTo>
                    <a:cubicBezTo>
                      <a:pt x="487" y="544"/>
                      <a:pt x="501" y="530"/>
                      <a:pt x="515" y="516"/>
                    </a:cubicBezTo>
                    <a:cubicBezTo>
                      <a:pt x="530" y="502"/>
                      <a:pt x="544" y="487"/>
                      <a:pt x="551" y="473"/>
                    </a:cubicBezTo>
                    <a:cubicBezTo>
                      <a:pt x="565" y="452"/>
                      <a:pt x="572" y="438"/>
                      <a:pt x="579" y="417"/>
                    </a:cubicBezTo>
                    <a:cubicBezTo>
                      <a:pt x="586" y="403"/>
                      <a:pt x="593" y="382"/>
                      <a:pt x="593" y="360"/>
                    </a:cubicBezTo>
                    <a:cubicBezTo>
                      <a:pt x="600" y="339"/>
                      <a:pt x="600" y="325"/>
                      <a:pt x="600" y="304"/>
                    </a:cubicBezTo>
                    <a:cubicBezTo>
                      <a:pt x="600" y="282"/>
                      <a:pt x="600" y="261"/>
                      <a:pt x="593" y="240"/>
                    </a:cubicBezTo>
                    <a:close/>
                    <a:moveTo>
                      <a:pt x="558" y="297"/>
                    </a:moveTo>
                    <a:lnTo>
                      <a:pt x="558" y="297"/>
                    </a:lnTo>
                    <a:cubicBezTo>
                      <a:pt x="558" y="297"/>
                      <a:pt x="466" y="282"/>
                      <a:pt x="381" y="289"/>
                    </a:cubicBezTo>
                    <a:cubicBezTo>
                      <a:pt x="374" y="282"/>
                      <a:pt x="374" y="282"/>
                      <a:pt x="374" y="275"/>
                    </a:cubicBezTo>
                    <a:cubicBezTo>
                      <a:pt x="367" y="261"/>
                      <a:pt x="360" y="254"/>
                      <a:pt x="360" y="240"/>
                    </a:cubicBezTo>
                    <a:cubicBezTo>
                      <a:pt x="459" y="198"/>
                      <a:pt x="501" y="141"/>
                      <a:pt x="501" y="141"/>
                    </a:cubicBezTo>
                    <a:cubicBezTo>
                      <a:pt x="537" y="184"/>
                      <a:pt x="558" y="240"/>
                      <a:pt x="558" y="297"/>
                    </a:cubicBezTo>
                    <a:close/>
                    <a:moveTo>
                      <a:pt x="473" y="106"/>
                    </a:moveTo>
                    <a:lnTo>
                      <a:pt x="473" y="106"/>
                    </a:lnTo>
                    <a:cubicBezTo>
                      <a:pt x="473" y="106"/>
                      <a:pt x="431" y="162"/>
                      <a:pt x="339" y="205"/>
                    </a:cubicBezTo>
                    <a:cubicBezTo>
                      <a:pt x="289" y="120"/>
                      <a:pt x="247" y="56"/>
                      <a:pt x="240" y="49"/>
                    </a:cubicBezTo>
                    <a:cubicBezTo>
                      <a:pt x="261" y="49"/>
                      <a:pt x="282" y="42"/>
                      <a:pt x="304" y="42"/>
                    </a:cubicBezTo>
                    <a:cubicBezTo>
                      <a:pt x="367" y="42"/>
                      <a:pt x="424" y="71"/>
                      <a:pt x="473" y="106"/>
                    </a:cubicBezTo>
                    <a:close/>
                    <a:moveTo>
                      <a:pt x="240" y="49"/>
                    </a:moveTo>
                    <a:lnTo>
                      <a:pt x="240" y="49"/>
                    </a:lnTo>
                    <a:close/>
                    <a:moveTo>
                      <a:pt x="190" y="71"/>
                    </a:moveTo>
                    <a:lnTo>
                      <a:pt x="190" y="71"/>
                    </a:lnTo>
                    <a:cubicBezTo>
                      <a:pt x="197" y="71"/>
                      <a:pt x="240" y="134"/>
                      <a:pt x="289" y="219"/>
                    </a:cubicBezTo>
                    <a:cubicBezTo>
                      <a:pt x="162" y="247"/>
                      <a:pt x="56" y="247"/>
                      <a:pt x="49" y="247"/>
                    </a:cubicBezTo>
                    <a:cubicBezTo>
                      <a:pt x="63" y="169"/>
                      <a:pt x="120" y="106"/>
                      <a:pt x="190" y="71"/>
                    </a:cubicBezTo>
                    <a:close/>
                    <a:moveTo>
                      <a:pt x="42" y="304"/>
                    </a:moveTo>
                    <a:lnTo>
                      <a:pt x="42" y="304"/>
                    </a:lnTo>
                    <a:cubicBezTo>
                      <a:pt x="42" y="297"/>
                      <a:pt x="42" y="297"/>
                      <a:pt x="42" y="297"/>
                    </a:cubicBezTo>
                    <a:cubicBezTo>
                      <a:pt x="49" y="297"/>
                      <a:pt x="176" y="297"/>
                      <a:pt x="311" y="254"/>
                    </a:cubicBezTo>
                    <a:cubicBezTo>
                      <a:pt x="318" y="268"/>
                      <a:pt x="325" y="282"/>
                      <a:pt x="332" y="304"/>
                    </a:cubicBezTo>
                    <a:cubicBezTo>
                      <a:pt x="325" y="304"/>
                      <a:pt x="325" y="304"/>
                      <a:pt x="318" y="304"/>
                    </a:cubicBezTo>
                    <a:cubicBezTo>
                      <a:pt x="183" y="346"/>
                      <a:pt x="113" y="473"/>
                      <a:pt x="113" y="473"/>
                    </a:cubicBezTo>
                    <a:cubicBezTo>
                      <a:pt x="70" y="431"/>
                      <a:pt x="42" y="367"/>
                      <a:pt x="42" y="304"/>
                    </a:cubicBezTo>
                    <a:close/>
                    <a:moveTo>
                      <a:pt x="304" y="558"/>
                    </a:moveTo>
                    <a:lnTo>
                      <a:pt x="304" y="558"/>
                    </a:lnTo>
                    <a:cubicBezTo>
                      <a:pt x="240" y="558"/>
                      <a:pt x="183" y="537"/>
                      <a:pt x="134" y="502"/>
                    </a:cubicBezTo>
                    <a:cubicBezTo>
                      <a:pt x="141" y="502"/>
                      <a:pt x="141" y="502"/>
                      <a:pt x="141" y="502"/>
                    </a:cubicBezTo>
                    <a:cubicBezTo>
                      <a:pt x="141" y="502"/>
                      <a:pt x="190" y="396"/>
                      <a:pt x="346" y="346"/>
                    </a:cubicBezTo>
                    <a:cubicBezTo>
                      <a:pt x="381" y="438"/>
                      <a:pt x="395" y="516"/>
                      <a:pt x="402" y="537"/>
                    </a:cubicBezTo>
                    <a:cubicBezTo>
                      <a:pt x="374" y="551"/>
                      <a:pt x="339" y="558"/>
                      <a:pt x="304" y="558"/>
                    </a:cubicBezTo>
                    <a:close/>
                    <a:moveTo>
                      <a:pt x="445" y="516"/>
                    </a:moveTo>
                    <a:lnTo>
                      <a:pt x="445" y="516"/>
                    </a:lnTo>
                    <a:cubicBezTo>
                      <a:pt x="445" y="502"/>
                      <a:pt x="431" y="424"/>
                      <a:pt x="395" y="332"/>
                    </a:cubicBezTo>
                    <a:cubicBezTo>
                      <a:pt x="480" y="318"/>
                      <a:pt x="551" y="339"/>
                      <a:pt x="558" y="339"/>
                    </a:cubicBezTo>
                    <a:cubicBezTo>
                      <a:pt x="544" y="417"/>
                      <a:pt x="501" y="473"/>
                      <a:pt x="445" y="5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4" name="Google Shape;2164;p5"/>
              <p:cNvSpPr/>
              <p:nvPr/>
            </p:nvSpPr>
            <p:spPr>
              <a:xfrm>
                <a:off x="9394746" y="475455"/>
                <a:ext cx="217479" cy="184150"/>
              </a:xfrm>
              <a:custGeom>
                <a:rect b="b" l="l" r="r" t="t"/>
                <a:pathLst>
                  <a:path extrusionOk="0" h="510" w="602">
                    <a:moveTo>
                      <a:pt x="21" y="509"/>
                    </a:moveTo>
                    <a:lnTo>
                      <a:pt x="21" y="509"/>
                    </a:lnTo>
                    <a:cubicBezTo>
                      <a:pt x="580" y="509"/>
                      <a:pt x="580" y="509"/>
                      <a:pt x="580" y="509"/>
                    </a:cubicBezTo>
                    <a:cubicBezTo>
                      <a:pt x="594" y="509"/>
                      <a:pt x="601" y="502"/>
                      <a:pt x="601" y="488"/>
                    </a:cubicBezTo>
                    <a:cubicBezTo>
                      <a:pt x="601" y="481"/>
                      <a:pt x="601" y="481"/>
                      <a:pt x="601" y="481"/>
                    </a:cubicBezTo>
                    <a:cubicBezTo>
                      <a:pt x="601" y="467"/>
                      <a:pt x="594" y="452"/>
                      <a:pt x="580" y="452"/>
                    </a:cubicBezTo>
                    <a:cubicBezTo>
                      <a:pt x="21" y="452"/>
                      <a:pt x="21" y="452"/>
                      <a:pt x="21" y="452"/>
                    </a:cubicBezTo>
                    <a:cubicBezTo>
                      <a:pt x="7" y="452"/>
                      <a:pt x="0" y="467"/>
                      <a:pt x="0" y="481"/>
                    </a:cubicBezTo>
                    <a:cubicBezTo>
                      <a:pt x="0" y="488"/>
                      <a:pt x="0" y="488"/>
                      <a:pt x="0" y="488"/>
                    </a:cubicBezTo>
                    <a:cubicBezTo>
                      <a:pt x="0" y="502"/>
                      <a:pt x="7" y="509"/>
                      <a:pt x="21" y="509"/>
                    </a:cubicBezTo>
                    <a:close/>
                    <a:moveTo>
                      <a:pt x="113" y="424"/>
                    </a:moveTo>
                    <a:lnTo>
                      <a:pt x="113" y="424"/>
                    </a:lnTo>
                    <a:cubicBezTo>
                      <a:pt x="170" y="424"/>
                      <a:pt x="170" y="424"/>
                      <a:pt x="170" y="424"/>
                    </a:cubicBezTo>
                    <a:cubicBezTo>
                      <a:pt x="184" y="424"/>
                      <a:pt x="198" y="417"/>
                      <a:pt x="198" y="396"/>
                    </a:cubicBezTo>
                    <a:cubicBezTo>
                      <a:pt x="198" y="28"/>
                      <a:pt x="198" y="28"/>
                      <a:pt x="198" y="28"/>
                    </a:cubicBezTo>
                    <a:cubicBezTo>
                      <a:pt x="198" y="14"/>
                      <a:pt x="184" y="0"/>
                      <a:pt x="17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92" y="0"/>
                      <a:pt x="85" y="14"/>
                      <a:pt x="85" y="28"/>
                    </a:cubicBezTo>
                    <a:cubicBezTo>
                      <a:pt x="85" y="396"/>
                      <a:pt x="85" y="396"/>
                      <a:pt x="85" y="396"/>
                    </a:cubicBezTo>
                    <a:cubicBezTo>
                      <a:pt x="85" y="417"/>
                      <a:pt x="92" y="424"/>
                      <a:pt x="113" y="424"/>
                    </a:cubicBezTo>
                    <a:close/>
                    <a:moveTo>
                      <a:pt x="269" y="424"/>
                    </a:moveTo>
                    <a:lnTo>
                      <a:pt x="269" y="424"/>
                    </a:lnTo>
                    <a:cubicBezTo>
                      <a:pt x="325" y="424"/>
                      <a:pt x="325" y="424"/>
                      <a:pt x="325" y="424"/>
                    </a:cubicBezTo>
                    <a:cubicBezTo>
                      <a:pt x="346" y="424"/>
                      <a:pt x="353" y="417"/>
                      <a:pt x="353" y="396"/>
                    </a:cubicBezTo>
                    <a:cubicBezTo>
                      <a:pt x="353" y="163"/>
                      <a:pt x="353" y="163"/>
                      <a:pt x="353" y="163"/>
                    </a:cubicBezTo>
                    <a:cubicBezTo>
                      <a:pt x="353" y="149"/>
                      <a:pt x="346" y="134"/>
                      <a:pt x="325" y="134"/>
                    </a:cubicBezTo>
                    <a:cubicBezTo>
                      <a:pt x="269" y="134"/>
                      <a:pt x="269" y="134"/>
                      <a:pt x="269" y="134"/>
                    </a:cubicBezTo>
                    <a:cubicBezTo>
                      <a:pt x="255" y="134"/>
                      <a:pt x="240" y="149"/>
                      <a:pt x="240" y="163"/>
                    </a:cubicBezTo>
                    <a:cubicBezTo>
                      <a:pt x="240" y="396"/>
                      <a:pt x="240" y="396"/>
                      <a:pt x="240" y="396"/>
                    </a:cubicBezTo>
                    <a:cubicBezTo>
                      <a:pt x="240" y="417"/>
                      <a:pt x="255" y="424"/>
                      <a:pt x="269" y="424"/>
                    </a:cubicBezTo>
                    <a:close/>
                    <a:moveTo>
                      <a:pt x="431" y="424"/>
                    </a:moveTo>
                    <a:lnTo>
                      <a:pt x="431" y="424"/>
                    </a:lnTo>
                    <a:cubicBezTo>
                      <a:pt x="488" y="424"/>
                      <a:pt x="488" y="424"/>
                      <a:pt x="488" y="424"/>
                    </a:cubicBezTo>
                    <a:cubicBezTo>
                      <a:pt x="502" y="424"/>
                      <a:pt x="516" y="417"/>
                      <a:pt x="516" y="396"/>
                    </a:cubicBezTo>
                    <a:cubicBezTo>
                      <a:pt x="516" y="297"/>
                      <a:pt x="516" y="297"/>
                      <a:pt x="516" y="297"/>
                    </a:cubicBezTo>
                    <a:cubicBezTo>
                      <a:pt x="516" y="276"/>
                      <a:pt x="502" y="269"/>
                      <a:pt x="488" y="269"/>
                    </a:cubicBezTo>
                    <a:cubicBezTo>
                      <a:pt x="431" y="269"/>
                      <a:pt x="431" y="269"/>
                      <a:pt x="431" y="269"/>
                    </a:cubicBezTo>
                    <a:cubicBezTo>
                      <a:pt x="417" y="269"/>
                      <a:pt x="403" y="276"/>
                      <a:pt x="403" y="297"/>
                    </a:cubicBezTo>
                    <a:cubicBezTo>
                      <a:pt x="403" y="396"/>
                      <a:pt x="403" y="396"/>
                      <a:pt x="403" y="396"/>
                    </a:cubicBezTo>
                    <a:cubicBezTo>
                      <a:pt x="403" y="417"/>
                      <a:pt x="417" y="424"/>
                      <a:pt x="431" y="4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5" name="Google Shape;2165;p5"/>
              <p:cNvSpPr/>
              <p:nvPr/>
            </p:nvSpPr>
            <p:spPr>
              <a:xfrm>
                <a:off x="9012172" y="475455"/>
                <a:ext cx="219067" cy="184150"/>
              </a:xfrm>
              <a:custGeom>
                <a:rect b="b" l="l" r="r" t="t"/>
                <a:pathLst>
                  <a:path extrusionOk="0" h="510" w="609">
                    <a:moveTo>
                      <a:pt x="579" y="509"/>
                    </a:moveTo>
                    <a:lnTo>
                      <a:pt x="579" y="509"/>
                    </a:lnTo>
                    <a:cubicBezTo>
                      <a:pt x="28" y="509"/>
                      <a:pt x="28" y="509"/>
                      <a:pt x="28" y="509"/>
                    </a:cubicBezTo>
                    <a:cubicBezTo>
                      <a:pt x="14" y="509"/>
                      <a:pt x="0" y="502"/>
                      <a:pt x="0" y="488"/>
                    </a:cubicBezTo>
                    <a:cubicBezTo>
                      <a:pt x="0" y="481"/>
                      <a:pt x="0" y="481"/>
                      <a:pt x="0" y="481"/>
                    </a:cubicBezTo>
                    <a:cubicBezTo>
                      <a:pt x="0" y="467"/>
                      <a:pt x="14" y="452"/>
                      <a:pt x="28" y="452"/>
                    </a:cubicBezTo>
                    <a:cubicBezTo>
                      <a:pt x="579" y="452"/>
                      <a:pt x="579" y="452"/>
                      <a:pt x="579" y="452"/>
                    </a:cubicBezTo>
                    <a:cubicBezTo>
                      <a:pt x="594" y="452"/>
                      <a:pt x="608" y="467"/>
                      <a:pt x="608" y="481"/>
                    </a:cubicBezTo>
                    <a:cubicBezTo>
                      <a:pt x="608" y="488"/>
                      <a:pt x="608" y="488"/>
                      <a:pt x="608" y="488"/>
                    </a:cubicBezTo>
                    <a:cubicBezTo>
                      <a:pt x="608" y="502"/>
                      <a:pt x="594" y="509"/>
                      <a:pt x="579" y="509"/>
                    </a:cubicBezTo>
                    <a:close/>
                    <a:moveTo>
                      <a:pt x="523" y="396"/>
                    </a:moveTo>
                    <a:lnTo>
                      <a:pt x="523" y="396"/>
                    </a:lnTo>
                    <a:cubicBezTo>
                      <a:pt x="523" y="417"/>
                      <a:pt x="509" y="424"/>
                      <a:pt x="495" y="424"/>
                    </a:cubicBezTo>
                    <a:cubicBezTo>
                      <a:pt x="438" y="424"/>
                      <a:pt x="438" y="424"/>
                      <a:pt x="438" y="424"/>
                    </a:cubicBezTo>
                    <a:cubicBezTo>
                      <a:pt x="417" y="424"/>
                      <a:pt x="410" y="417"/>
                      <a:pt x="410" y="396"/>
                    </a:cubicBezTo>
                    <a:cubicBezTo>
                      <a:pt x="410" y="198"/>
                      <a:pt x="410" y="198"/>
                      <a:pt x="410" y="198"/>
                    </a:cubicBezTo>
                    <a:cubicBezTo>
                      <a:pt x="410" y="141"/>
                      <a:pt x="410" y="141"/>
                      <a:pt x="410" y="141"/>
                    </a:cubicBezTo>
                    <a:cubicBezTo>
                      <a:pt x="410" y="127"/>
                      <a:pt x="417" y="113"/>
                      <a:pt x="438" y="113"/>
                    </a:cubicBezTo>
                    <a:cubicBezTo>
                      <a:pt x="495" y="113"/>
                      <a:pt x="495" y="113"/>
                      <a:pt x="495" y="113"/>
                    </a:cubicBezTo>
                    <a:cubicBezTo>
                      <a:pt x="509" y="113"/>
                      <a:pt x="523" y="127"/>
                      <a:pt x="523" y="141"/>
                    </a:cubicBezTo>
                    <a:cubicBezTo>
                      <a:pt x="523" y="339"/>
                      <a:pt x="523" y="339"/>
                      <a:pt x="523" y="339"/>
                    </a:cubicBezTo>
                    <a:lnTo>
                      <a:pt x="523" y="396"/>
                    </a:lnTo>
                    <a:close/>
                    <a:moveTo>
                      <a:pt x="332" y="424"/>
                    </a:moveTo>
                    <a:lnTo>
                      <a:pt x="332" y="424"/>
                    </a:lnTo>
                    <a:cubicBezTo>
                      <a:pt x="276" y="424"/>
                      <a:pt x="276" y="424"/>
                      <a:pt x="276" y="424"/>
                    </a:cubicBezTo>
                    <a:cubicBezTo>
                      <a:pt x="262" y="424"/>
                      <a:pt x="247" y="417"/>
                      <a:pt x="247" y="396"/>
                    </a:cubicBezTo>
                    <a:cubicBezTo>
                      <a:pt x="247" y="339"/>
                      <a:pt x="247" y="339"/>
                      <a:pt x="247" y="339"/>
                    </a:cubicBezTo>
                    <a:cubicBezTo>
                      <a:pt x="247" y="85"/>
                      <a:pt x="247" y="85"/>
                      <a:pt x="247" y="85"/>
                    </a:cubicBezTo>
                    <a:cubicBezTo>
                      <a:pt x="247" y="28"/>
                      <a:pt x="247" y="28"/>
                      <a:pt x="247" y="28"/>
                    </a:cubicBezTo>
                    <a:cubicBezTo>
                      <a:pt x="247" y="14"/>
                      <a:pt x="262" y="0"/>
                      <a:pt x="276" y="0"/>
                    </a:cubicBezTo>
                    <a:cubicBezTo>
                      <a:pt x="332" y="0"/>
                      <a:pt x="332" y="0"/>
                      <a:pt x="332" y="0"/>
                    </a:cubicBezTo>
                    <a:cubicBezTo>
                      <a:pt x="346" y="0"/>
                      <a:pt x="360" y="14"/>
                      <a:pt x="360" y="28"/>
                    </a:cubicBezTo>
                    <a:cubicBezTo>
                      <a:pt x="360" y="85"/>
                      <a:pt x="360" y="85"/>
                      <a:pt x="360" y="85"/>
                    </a:cubicBezTo>
                    <a:cubicBezTo>
                      <a:pt x="360" y="339"/>
                      <a:pt x="360" y="339"/>
                      <a:pt x="360" y="339"/>
                    </a:cubicBezTo>
                    <a:cubicBezTo>
                      <a:pt x="360" y="396"/>
                      <a:pt x="360" y="396"/>
                      <a:pt x="360" y="396"/>
                    </a:cubicBezTo>
                    <a:cubicBezTo>
                      <a:pt x="360" y="417"/>
                      <a:pt x="346" y="424"/>
                      <a:pt x="332" y="424"/>
                    </a:cubicBezTo>
                    <a:close/>
                    <a:moveTo>
                      <a:pt x="169" y="424"/>
                    </a:moveTo>
                    <a:lnTo>
                      <a:pt x="169" y="424"/>
                    </a:lnTo>
                    <a:cubicBezTo>
                      <a:pt x="113" y="424"/>
                      <a:pt x="113" y="424"/>
                      <a:pt x="113" y="424"/>
                    </a:cubicBezTo>
                    <a:cubicBezTo>
                      <a:pt x="99" y="424"/>
                      <a:pt x="85" y="417"/>
                      <a:pt x="85" y="396"/>
                    </a:cubicBezTo>
                    <a:cubicBezTo>
                      <a:pt x="85" y="339"/>
                      <a:pt x="85" y="339"/>
                      <a:pt x="85" y="339"/>
                    </a:cubicBezTo>
                    <a:cubicBezTo>
                      <a:pt x="85" y="283"/>
                      <a:pt x="85" y="283"/>
                      <a:pt x="85" y="283"/>
                    </a:cubicBezTo>
                    <a:cubicBezTo>
                      <a:pt x="85" y="269"/>
                      <a:pt x="99" y="254"/>
                      <a:pt x="113" y="254"/>
                    </a:cubicBezTo>
                    <a:cubicBezTo>
                      <a:pt x="169" y="254"/>
                      <a:pt x="169" y="254"/>
                      <a:pt x="169" y="254"/>
                    </a:cubicBezTo>
                    <a:cubicBezTo>
                      <a:pt x="191" y="254"/>
                      <a:pt x="198" y="269"/>
                      <a:pt x="198" y="283"/>
                    </a:cubicBezTo>
                    <a:cubicBezTo>
                      <a:pt x="198" y="339"/>
                      <a:pt x="198" y="339"/>
                      <a:pt x="198" y="339"/>
                    </a:cubicBezTo>
                    <a:cubicBezTo>
                      <a:pt x="198" y="396"/>
                      <a:pt x="198" y="396"/>
                      <a:pt x="198" y="396"/>
                    </a:cubicBezTo>
                    <a:cubicBezTo>
                      <a:pt x="198" y="417"/>
                      <a:pt x="191" y="424"/>
                      <a:pt x="169" y="4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6" name="Google Shape;2166;p5"/>
              <p:cNvSpPr/>
              <p:nvPr/>
            </p:nvSpPr>
            <p:spPr>
              <a:xfrm>
                <a:off x="8634361" y="475455"/>
                <a:ext cx="217480" cy="184150"/>
              </a:xfrm>
              <a:custGeom>
                <a:rect b="b" l="l" r="r" t="t"/>
                <a:pathLst>
                  <a:path extrusionOk="0" h="510" w="602">
                    <a:moveTo>
                      <a:pt x="579" y="509"/>
                    </a:moveTo>
                    <a:lnTo>
                      <a:pt x="579" y="509"/>
                    </a:lnTo>
                    <a:cubicBezTo>
                      <a:pt x="21" y="509"/>
                      <a:pt x="21" y="509"/>
                      <a:pt x="21" y="509"/>
                    </a:cubicBezTo>
                    <a:cubicBezTo>
                      <a:pt x="7" y="509"/>
                      <a:pt x="0" y="502"/>
                      <a:pt x="0" y="488"/>
                    </a:cubicBezTo>
                    <a:cubicBezTo>
                      <a:pt x="0" y="481"/>
                      <a:pt x="0" y="481"/>
                      <a:pt x="0" y="481"/>
                    </a:cubicBezTo>
                    <a:cubicBezTo>
                      <a:pt x="0" y="467"/>
                      <a:pt x="7" y="452"/>
                      <a:pt x="21" y="452"/>
                    </a:cubicBezTo>
                    <a:cubicBezTo>
                      <a:pt x="579" y="452"/>
                      <a:pt x="579" y="452"/>
                      <a:pt x="579" y="452"/>
                    </a:cubicBezTo>
                    <a:cubicBezTo>
                      <a:pt x="594" y="452"/>
                      <a:pt x="601" y="467"/>
                      <a:pt x="601" y="481"/>
                    </a:cubicBezTo>
                    <a:cubicBezTo>
                      <a:pt x="601" y="488"/>
                      <a:pt x="601" y="488"/>
                      <a:pt x="601" y="488"/>
                    </a:cubicBezTo>
                    <a:cubicBezTo>
                      <a:pt x="601" y="502"/>
                      <a:pt x="594" y="509"/>
                      <a:pt x="579" y="509"/>
                    </a:cubicBezTo>
                    <a:close/>
                    <a:moveTo>
                      <a:pt x="487" y="424"/>
                    </a:moveTo>
                    <a:lnTo>
                      <a:pt x="487" y="424"/>
                    </a:lnTo>
                    <a:cubicBezTo>
                      <a:pt x="431" y="424"/>
                      <a:pt x="431" y="424"/>
                      <a:pt x="431" y="424"/>
                    </a:cubicBezTo>
                    <a:cubicBezTo>
                      <a:pt x="417" y="424"/>
                      <a:pt x="403" y="417"/>
                      <a:pt x="403" y="396"/>
                    </a:cubicBezTo>
                    <a:cubicBezTo>
                      <a:pt x="403" y="28"/>
                      <a:pt x="403" y="28"/>
                      <a:pt x="403" y="28"/>
                    </a:cubicBezTo>
                    <a:cubicBezTo>
                      <a:pt x="403" y="14"/>
                      <a:pt x="417" y="0"/>
                      <a:pt x="431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509" y="0"/>
                      <a:pt x="516" y="14"/>
                      <a:pt x="516" y="28"/>
                    </a:cubicBezTo>
                    <a:cubicBezTo>
                      <a:pt x="516" y="396"/>
                      <a:pt x="516" y="396"/>
                      <a:pt x="516" y="396"/>
                    </a:cubicBezTo>
                    <a:cubicBezTo>
                      <a:pt x="516" y="417"/>
                      <a:pt x="509" y="424"/>
                      <a:pt x="487" y="424"/>
                    </a:cubicBezTo>
                    <a:close/>
                    <a:moveTo>
                      <a:pt x="332" y="424"/>
                    </a:moveTo>
                    <a:lnTo>
                      <a:pt x="332" y="424"/>
                    </a:lnTo>
                    <a:cubicBezTo>
                      <a:pt x="276" y="424"/>
                      <a:pt x="276" y="424"/>
                      <a:pt x="276" y="424"/>
                    </a:cubicBezTo>
                    <a:cubicBezTo>
                      <a:pt x="254" y="424"/>
                      <a:pt x="247" y="417"/>
                      <a:pt x="247" y="396"/>
                    </a:cubicBezTo>
                    <a:cubicBezTo>
                      <a:pt x="247" y="163"/>
                      <a:pt x="247" y="163"/>
                      <a:pt x="247" y="163"/>
                    </a:cubicBezTo>
                    <a:cubicBezTo>
                      <a:pt x="247" y="149"/>
                      <a:pt x="254" y="134"/>
                      <a:pt x="276" y="134"/>
                    </a:cubicBezTo>
                    <a:cubicBezTo>
                      <a:pt x="332" y="134"/>
                      <a:pt x="332" y="134"/>
                      <a:pt x="332" y="134"/>
                    </a:cubicBezTo>
                    <a:cubicBezTo>
                      <a:pt x="346" y="134"/>
                      <a:pt x="360" y="149"/>
                      <a:pt x="360" y="163"/>
                    </a:cubicBezTo>
                    <a:cubicBezTo>
                      <a:pt x="360" y="396"/>
                      <a:pt x="360" y="396"/>
                      <a:pt x="360" y="396"/>
                    </a:cubicBezTo>
                    <a:cubicBezTo>
                      <a:pt x="360" y="417"/>
                      <a:pt x="346" y="424"/>
                      <a:pt x="332" y="424"/>
                    </a:cubicBezTo>
                    <a:close/>
                    <a:moveTo>
                      <a:pt x="169" y="424"/>
                    </a:moveTo>
                    <a:lnTo>
                      <a:pt x="169" y="424"/>
                    </a:lnTo>
                    <a:cubicBezTo>
                      <a:pt x="113" y="424"/>
                      <a:pt x="113" y="424"/>
                      <a:pt x="113" y="424"/>
                    </a:cubicBezTo>
                    <a:cubicBezTo>
                      <a:pt x="99" y="424"/>
                      <a:pt x="85" y="417"/>
                      <a:pt x="85" y="396"/>
                    </a:cubicBezTo>
                    <a:cubicBezTo>
                      <a:pt x="85" y="297"/>
                      <a:pt x="85" y="297"/>
                      <a:pt x="85" y="297"/>
                    </a:cubicBezTo>
                    <a:cubicBezTo>
                      <a:pt x="85" y="276"/>
                      <a:pt x="99" y="269"/>
                      <a:pt x="113" y="269"/>
                    </a:cubicBezTo>
                    <a:cubicBezTo>
                      <a:pt x="169" y="269"/>
                      <a:pt x="169" y="269"/>
                      <a:pt x="169" y="269"/>
                    </a:cubicBezTo>
                    <a:cubicBezTo>
                      <a:pt x="184" y="269"/>
                      <a:pt x="198" y="276"/>
                      <a:pt x="198" y="297"/>
                    </a:cubicBezTo>
                    <a:cubicBezTo>
                      <a:pt x="198" y="396"/>
                      <a:pt x="198" y="396"/>
                      <a:pt x="198" y="396"/>
                    </a:cubicBezTo>
                    <a:cubicBezTo>
                      <a:pt x="198" y="417"/>
                      <a:pt x="184" y="424"/>
                      <a:pt x="169" y="4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7" name="Google Shape;2167;p5"/>
              <p:cNvSpPr/>
              <p:nvPr/>
            </p:nvSpPr>
            <p:spPr>
              <a:xfrm>
                <a:off x="8275599" y="496092"/>
                <a:ext cx="176207" cy="142875"/>
              </a:xfrm>
              <a:custGeom>
                <a:rect b="b" l="l" r="r" t="t"/>
                <a:pathLst>
                  <a:path extrusionOk="0" h="397" w="489">
                    <a:moveTo>
                      <a:pt x="467" y="396"/>
                    </a:moveTo>
                    <a:lnTo>
                      <a:pt x="467" y="396"/>
                    </a:lnTo>
                    <a:cubicBezTo>
                      <a:pt x="248" y="396"/>
                      <a:pt x="248" y="396"/>
                      <a:pt x="248" y="396"/>
                    </a:cubicBezTo>
                    <a:cubicBezTo>
                      <a:pt x="234" y="396"/>
                      <a:pt x="227" y="389"/>
                      <a:pt x="227" y="375"/>
                    </a:cubicBezTo>
                    <a:cubicBezTo>
                      <a:pt x="227" y="368"/>
                      <a:pt x="227" y="368"/>
                      <a:pt x="227" y="368"/>
                    </a:cubicBezTo>
                    <a:cubicBezTo>
                      <a:pt x="227" y="354"/>
                      <a:pt x="234" y="340"/>
                      <a:pt x="248" y="340"/>
                    </a:cubicBezTo>
                    <a:cubicBezTo>
                      <a:pt x="467" y="340"/>
                      <a:pt x="467" y="340"/>
                      <a:pt x="467" y="340"/>
                    </a:cubicBezTo>
                    <a:cubicBezTo>
                      <a:pt x="481" y="340"/>
                      <a:pt x="488" y="354"/>
                      <a:pt x="488" y="368"/>
                    </a:cubicBezTo>
                    <a:cubicBezTo>
                      <a:pt x="488" y="375"/>
                      <a:pt x="488" y="375"/>
                      <a:pt x="488" y="375"/>
                    </a:cubicBezTo>
                    <a:cubicBezTo>
                      <a:pt x="488" y="389"/>
                      <a:pt x="481" y="396"/>
                      <a:pt x="467" y="396"/>
                    </a:cubicBezTo>
                    <a:close/>
                    <a:moveTo>
                      <a:pt x="212" y="220"/>
                    </a:moveTo>
                    <a:lnTo>
                      <a:pt x="212" y="220"/>
                    </a:lnTo>
                    <a:cubicBezTo>
                      <a:pt x="43" y="389"/>
                      <a:pt x="43" y="389"/>
                      <a:pt x="43" y="389"/>
                    </a:cubicBezTo>
                    <a:cubicBezTo>
                      <a:pt x="43" y="396"/>
                      <a:pt x="36" y="396"/>
                      <a:pt x="29" y="396"/>
                    </a:cubicBezTo>
                    <a:cubicBezTo>
                      <a:pt x="7" y="396"/>
                      <a:pt x="0" y="389"/>
                      <a:pt x="0" y="368"/>
                    </a:cubicBezTo>
                    <a:cubicBezTo>
                      <a:pt x="0" y="361"/>
                      <a:pt x="0" y="354"/>
                      <a:pt x="7" y="354"/>
                    </a:cubicBezTo>
                    <a:cubicBezTo>
                      <a:pt x="156" y="198"/>
                      <a:pt x="156" y="198"/>
                      <a:pt x="156" y="198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0" y="50"/>
                      <a:pt x="0" y="43"/>
                      <a:pt x="0" y="29"/>
                    </a:cubicBezTo>
                    <a:cubicBezTo>
                      <a:pt x="0" y="15"/>
                      <a:pt x="7" y="0"/>
                      <a:pt x="29" y="0"/>
                    </a:cubicBezTo>
                    <a:cubicBezTo>
                      <a:pt x="36" y="0"/>
                      <a:pt x="43" y="8"/>
                      <a:pt x="43" y="8"/>
                    </a:cubicBezTo>
                    <a:cubicBezTo>
                      <a:pt x="212" y="177"/>
                      <a:pt x="212" y="177"/>
                      <a:pt x="212" y="177"/>
                    </a:cubicBezTo>
                    <a:cubicBezTo>
                      <a:pt x="220" y="184"/>
                      <a:pt x="227" y="191"/>
                      <a:pt x="227" y="198"/>
                    </a:cubicBezTo>
                    <a:cubicBezTo>
                      <a:pt x="227" y="206"/>
                      <a:pt x="220" y="213"/>
                      <a:pt x="212" y="2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8" name="Google Shape;2168;p5"/>
              <p:cNvSpPr/>
              <p:nvPr/>
            </p:nvSpPr>
            <p:spPr>
              <a:xfrm>
                <a:off x="7872388" y="507205"/>
                <a:ext cx="219067" cy="122237"/>
              </a:xfrm>
              <a:custGeom>
                <a:rect b="b" l="l" r="r" t="t"/>
                <a:pathLst>
                  <a:path extrusionOk="0" h="340" w="608">
                    <a:moveTo>
                      <a:pt x="579" y="56"/>
                    </a:moveTo>
                    <a:lnTo>
                      <a:pt x="579" y="56"/>
                    </a:lnTo>
                    <a:cubicBezTo>
                      <a:pt x="297" y="56"/>
                      <a:pt x="297" y="56"/>
                      <a:pt x="297" y="56"/>
                    </a:cubicBezTo>
                    <a:cubicBezTo>
                      <a:pt x="275" y="56"/>
                      <a:pt x="268" y="49"/>
                      <a:pt x="268" y="28"/>
                    </a:cubicBezTo>
                    <a:cubicBezTo>
                      <a:pt x="268" y="14"/>
                      <a:pt x="275" y="0"/>
                      <a:pt x="297" y="0"/>
                    </a:cubicBezTo>
                    <a:cubicBezTo>
                      <a:pt x="579" y="0"/>
                      <a:pt x="579" y="0"/>
                      <a:pt x="579" y="0"/>
                    </a:cubicBezTo>
                    <a:cubicBezTo>
                      <a:pt x="593" y="0"/>
                      <a:pt x="607" y="14"/>
                      <a:pt x="607" y="28"/>
                    </a:cubicBezTo>
                    <a:cubicBezTo>
                      <a:pt x="607" y="49"/>
                      <a:pt x="593" y="56"/>
                      <a:pt x="579" y="56"/>
                    </a:cubicBezTo>
                    <a:close/>
                    <a:moveTo>
                      <a:pt x="579" y="282"/>
                    </a:moveTo>
                    <a:lnTo>
                      <a:pt x="579" y="282"/>
                    </a:lnTo>
                    <a:cubicBezTo>
                      <a:pt x="593" y="282"/>
                      <a:pt x="607" y="297"/>
                      <a:pt x="607" y="311"/>
                    </a:cubicBezTo>
                    <a:cubicBezTo>
                      <a:pt x="607" y="332"/>
                      <a:pt x="593" y="339"/>
                      <a:pt x="579" y="339"/>
                    </a:cubicBezTo>
                    <a:cubicBezTo>
                      <a:pt x="297" y="339"/>
                      <a:pt x="297" y="339"/>
                      <a:pt x="297" y="339"/>
                    </a:cubicBezTo>
                    <a:cubicBezTo>
                      <a:pt x="282" y="339"/>
                      <a:pt x="275" y="339"/>
                      <a:pt x="268" y="325"/>
                    </a:cubicBezTo>
                    <a:cubicBezTo>
                      <a:pt x="99" y="56"/>
                      <a:pt x="99" y="56"/>
                      <a:pt x="99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14" y="56"/>
                      <a:pt x="0" y="49"/>
                      <a:pt x="0" y="28"/>
                    </a:cubicBezTo>
                    <a:cubicBezTo>
                      <a:pt x="0" y="14"/>
                      <a:pt x="14" y="0"/>
                      <a:pt x="28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27" y="0"/>
                      <a:pt x="134" y="7"/>
                      <a:pt x="141" y="14"/>
                    </a:cubicBezTo>
                    <a:cubicBezTo>
                      <a:pt x="311" y="282"/>
                      <a:pt x="311" y="282"/>
                      <a:pt x="311" y="282"/>
                    </a:cubicBezTo>
                    <a:lnTo>
                      <a:pt x="579" y="2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9" name="Google Shape;2169;p5"/>
              <p:cNvSpPr/>
              <p:nvPr/>
            </p:nvSpPr>
            <p:spPr>
              <a:xfrm>
                <a:off x="7496165" y="464342"/>
                <a:ext cx="211129" cy="211138"/>
              </a:xfrm>
              <a:custGeom>
                <a:rect b="b" l="l" r="r" t="t"/>
                <a:pathLst>
                  <a:path extrusionOk="0" h="587" w="587">
                    <a:moveTo>
                      <a:pt x="473" y="226"/>
                    </a:moveTo>
                    <a:lnTo>
                      <a:pt x="473" y="226"/>
                    </a:lnTo>
                    <a:cubicBezTo>
                      <a:pt x="417" y="226"/>
                      <a:pt x="417" y="226"/>
                      <a:pt x="417" y="226"/>
                    </a:cubicBezTo>
                    <a:cubicBezTo>
                      <a:pt x="417" y="360"/>
                      <a:pt x="417" y="360"/>
                      <a:pt x="417" y="360"/>
                    </a:cubicBezTo>
                    <a:cubicBezTo>
                      <a:pt x="473" y="360"/>
                      <a:pt x="473" y="360"/>
                      <a:pt x="473" y="360"/>
                    </a:cubicBezTo>
                    <a:cubicBezTo>
                      <a:pt x="537" y="360"/>
                      <a:pt x="586" y="410"/>
                      <a:pt x="586" y="473"/>
                    </a:cubicBezTo>
                    <a:cubicBezTo>
                      <a:pt x="586" y="537"/>
                      <a:pt x="537" y="586"/>
                      <a:pt x="473" y="586"/>
                    </a:cubicBezTo>
                    <a:cubicBezTo>
                      <a:pt x="410" y="586"/>
                      <a:pt x="360" y="537"/>
                      <a:pt x="360" y="473"/>
                    </a:cubicBezTo>
                    <a:cubicBezTo>
                      <a:pt x="360" y="417"/>
                      <a:pt x="360" y="417"/>
                      <a:pt x="360" y="417"/>
                    </a:cubicBezTo>
                    <a:cubicBezTo>
                      <a:pt x="226" y="417"/>
                      <a:pt x="226" y="417"/>
                      <a:pt x="226" y="417"/>
                    </a:cubicBezTo>
                    <a:cubicBezTo>
                      <a:pt x="226" y="473"/>
                      <a:pt x="226" y="473"/>
                      <a:pt x="226" y="473"/>
                    </a:cubicBezTo>
                    <a:cubicBezTo>
                      <a:pt x="226" y="537"/>
                      <a:pt x="176" y="586"/>
                      <a:pt x="113" y="586"/>
                    </a:cubicBezTo>
                    <a:cubicBezTo>
                      <a:pt x="49" y="586"/>
                      <a:pt x="0" y="537"/>
                      <a:pt x="0" y="473"/>
                    </a:cubicBezTo>
                    <a:cubicBezTo>
                      <a:pt x="0" y="410"/>
                      <a:pt x="49" y="360"/>
                      <a:pt x="113" y="360"/>
                    </a:cubicBezTo>
                    <a:cubicBezTo>
                      <a:pt x="169" y="360"/>
                      <a:pt x="169" y="360"/>
                      <a:pt x="169" y="360"/>
                    </a:cubicBezTo>
                    <a:cubicBezTo>
                      <a:pt x="169" y="226"/>
                      <a:pt x="169" y="226"/>
                      <a:pt x="169" y="226"/>
                    </a:cubicBezTo>
                    <a:cubicBezTo>
                      <a:pt x="113" y="226"/>
                      <a:pt x="113" y="226"/>
                      <a:pt x="113" y="226"/>
                    </a:cubicBezTo>
                    <a:cubicBezTo>
                      <a:pt x="49" y="226"/>
                      <a:pt x="0" y="176"/>
                      <a:pt x="0" y="113"/>
                    </a:cubicBezTo>
                    <a:cubicBezTo>
                      <a:pt x="0" y="49"/>
                      <a:pt x="49" y="0"/>
                      <a:pt x="113" y="0"/>
                    </a:cubicBezTo>
                    <a:cubicBezTo>
                      <a:pt x="176" y="0"/>
                      <a:pt x="226" y="49"/>
                      <a:pt x="226" y="113"/>
                    </a:cubicBezTo>
                    <a:cubicBezTo>
                      <a:pt x="226" y="169"/>
                      <a:pt x="226" y="169"/>
                      <a:pt x="226" y="169"/>
                    </a:cubicBezTo>
                    <a:cubicBezTo>
                      <a:pt x="360" y="169"/>
                      <a:pt x="360" y="169"/>
                      <a:pt x="360" y="169"/>
                    </a:cubicBezTo>
                    <a:cubicBezTo>
                      <a:pt x="360" y="113"/>
                      <a:pt x="360" y="113"/>
                      <a:pt x="360" y="113"/>
                    </a:cubicBezTo>
                    <a:cubicBezTo>
                      <a:pt x="360" y="49"/>
                      <a:pt x="410" y="0"/>
                      <a:pt x="473" y="0"/>
                    </a:cubicBezTo>
                    <a:cubicBezTo>
                      <a:pt x="537" y="0"/>
                      <a:pt x="586" y="49"/>
                      <a:pt x="586" y="113"/>
                    </a:cubicBezTo>
                    <a:cubicBezTo>
                      <a:pt x="586" y="176"/>
                      <a:pt x="537" y="226"/>
                      <a:pt x="473" y="226"/>
                    </a:cubicBezTo>
                    <a:close/>
                    <a:moveTo>
                      <a:pt x="417" y="473"/>
                    </a:moveTo>
                    <a:lnTo>
                      <a:pt x="417" y="473"/>
                    </a:lnTo>
                    <a:cubicBezTo>
                      <a:pt x="417" y="502"/>
                      <a:pt x="445" y="530"/>
                      <a:pt x="473" y="530"/>
                    </a:cubicBezTo>
                    <a:cubicBezTo>
                      <a:pt x="501" y="530"/>
                      <a:pt x="530" y="502"/>
                      <a:pt x="530" y="473"/>
                    </a:cubicBezTo>
                    <a:cubicBezTo>
                      <a:pt x="530" y="445"/>
                      <a:pt x="508" y="417"/>
                      <a:pt x="480" y="417"/>
                    </a:cubicBezTo>
                    <a:cubicBezTo>
                      <a:pt x="417" y="417"/>
                      <a:pt x="417" y="417"/>
                      <a:pt x="417" y="417"/>
                    </a:cubicBezTo>
                    <a:lnTo>
                      <a:pt x="417" y="473"/>
                    </a:lnTo>
                    <a:close/>
                    <a:moveTo>
                      <a:pt x="169" y="113"/>
                    </a:moveTo>
                    <a:lnTo>
                      <a:pt x="169" y="113"/>
                    </a:lnTo>
                    <a:cubicBezTo>
                      <a:pt x="169" y="84"/>
                      <a:pt x="148" y="56"/>
                      <a:pt x="113" y="56"/>
                    </a:cubicBezTo>
                    <a:cubicBezTo>
                      <a:pt x="84" y="56"/>
                      <a:pt x="56" y="84"/>
                      <a:pt x="56" y="113"/>
                    </a:cubicBezTo>
                    <a:cubicBezTo>
                      <a:pt x="56" y="141"/>
                      <a:pt x="84" y="169"/>
                      <a:pt x="113" y="169"/>
                    </a:cubicBezTo>
                    <a:cubicBezTo>
                      <a:pt x="169" y="169"/>
                      <a:pt x="169" y="169"/>
                      <a:pt x="169" y="169"/>
                    </a:cubicBezTo>
                    <a:lnTo>
                      <a:pt x="169" y="113"/>
                    </a:lnTo>
                    <a:close/>
                    <a:moveTo>
                      <a:pt x="56" y="473"/>
                    </a:moveTo>
                    <a:lnTo>
                      <a:pt x="56" y="473"/>
                    </a:lnTo>
                    <a:cubicBezTo>
                      <a:pt x="56" y="502"/>
                      <a:pt x="84" y="530"/>
                      <a:pt x="113" y="530"/>
                    </a:cubicBezTo>
                    <a:cubicBezTo>
                      <a:pt x="148" y="530"/>
                      <a:pt x="169" y="502"/>
                      <a:pt x="169" y="473"/>
                    </a:cubicBezTo>
                    <a:cubicBezTo>
                      <a:pt x="169" y="417"/>
                      <a:pt x="169" y="417"/>
                      <a:pt x="169" y="417"/>
                    </a:cubicBezTo>
                    <a:cubicBezTo>
                      <a:pt x="113" y="417"/>
                      <a:pt x="113" y="417"/>
                      <a:pt x="113" y="417"/>
                    </a:cubicBezTo>
                    <a:cubicBezTo>
                      <a:pt x="84" y="417"/>
                      <a:pt x="56" y="438"/>
                      <a:pt x="56" y="473"/>
                    </a:cubicBezTo>
                    <a:close/>
                    <a:moveTo>
                      <a:pt x="360" y="226"/>
                    </a:moveTo>
                    <a:lnTo>
                      <a:pt x="360" y="226"/>
                    </a:lnTo>
                    <a:cubicBezTo>
                      <a:pt x="226" y="226"/>
                      <a:pt x="226" y="226"/>
                      <a:pt x="226" y="226"/>
                    </a:cubicBezTo>
                    <a:cubicBezTo>
                      <a:pt x="226" y="360"/>
                      <a:pt x="226" y="360"/>
                      <a:pt x="226" y="360"/>
                    </a:cubicBezTo>
                    <a:cubicBezTo>
                      <a:pt x="360" y="360"/>
                      <a:pt x="360" y="360"/>
                      <a:pt x="360" y="360"/>
                    </a:cubicBezTo>
                    <a:lnTo>
                      <a:pt x="360" y="226"/>
                    </a:lnTo>
                    <a:close/>
                    <a:moveTo>
                      <a:pt x="473" y="56"/>
                    </a:moveTo>
                    <a:lnTo>
                      <a:pt x="473" y="56"/>
                    </a:lnTo>
                    <a:cubicBezTo>
                      <a:pt x="445" y="56"/>
                      <a:pt x="417" y="84"/>
                      <a:pt x="417" y="113"/>
                    </a:cubicBezTo>
                    <a:cubicBezTo>
                      <a:pt x="417" y="169"/>
                      <a:pt x="417" y="169"/>
                      <a:pt x="417" y="169"/>
                    </a:cubicBezTo>
                    <a:cubicBezTo>
                      <a:pt x="473" y="169"/>
                      <a:pt x="473" y="169"/>
                      <a:pt x="473" y="169"/>
                    </a:cubicBezTo>
                    <a:cubicBezTo>
                      <a:pt x="501" y="169"/>
                      <a:pt x="530" y="141"/>
                      <a:pt x="530" y="113"/>
                    </a:cubicBezTo>
                    <a:cubicBezTo>
                      <a:pt x="530" y="84"/>
                      <a:pt x="501" y="56"/>
                      <a:pt x="473" y="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70" name="Google Shape;2170;p5"/>
            <p:cNvSpPr/>
            <p:nvPr/>
          </p:nvSpPr>
          <p:spPr>
            <a:xfrm>
              <a:off x="7114852" y="513555"/>
              <a:ext cx="215892" cy="109537"/>
            </a:xfrm>
            <a:custGeom>
              <a:rect b="b" l="l" r="r" t="t"/>
              <a:pathLst>
                <a:path extrusionOk="0" h="305" w="601">
                  <a:moveTo>
                    <a:pt x="572" y="134"/>
                  </a:moveTo>
                  <a:lnTo>
                    <a:pt x="572" y="134"/>
                  </a:lnTo>
                  <a:cubicBezTo>
                    <a:pt x="558" y="134"/>
                    <a:pt x="544" y="141"/>
                    <a:pt x="544" y="163"/>
                  </a:cubicBezTo>
                  <a:cubicBezTo>
                    <a:pt x="544" y="205"/>
                    <a:pt x="544" y="205"/>
                    <a:pt x="544" y="205"/>
                  </a:cubicBezTo>
                  <a:cubicBezTo>
                    <a:pt x="402" y="64"/>
                    <a:pt x="402" y="64"/>
                    <a:pt x="402" y="64"/>
                  </a:cubicBezTo>
                  <a:cubicBezTo>
                    <a:pt x="346" y="7"/>
                    <a:pt x="346" y="7"/>
                    <a:pt x="346" y="7"/>
                  </a:cubicBezTo>
                  <a:cubicBezTo>
                    <a:pt x="339" y="0"/>
                    <a:pt x="332" y="0"/>
                    <a:pt x="325" y="0"/>
                  </a:cubicBezTo>
                  <a:cubicBezTo>
                    <a:pt x="318" y="0"/>
                    <a:pt x="311" y="0"/>
                    <a:pt x="311" y="7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0"/>
                    <a:pt x="35" y="0"/>
                    <a:pt x="28" y="0"/>
                  </a:cubicBezTo>
                  <a:cubicBezTo>
                    <a:pt x="7" y="0"/>
                    <a:pt x="0" y="14"/>
                    <a:pt x="0" y="28"/>
                  </a:cubicBezTo>
                  <a:cubicBezTo>
                    <a:pt x="0" y="35"/>
                    <a:pt x="0" y="43"/>
                    <a:pt x="7" y="50"/>
                  </a:cubicBezTo>
                  <a:cubicBezTo>
                    <a:pt x="155" y="198"/>
                    <a:pt x="155" y="198"/>
                    <a:pt x="155" y="198"/>
                  </a:cubicBezTo>
                  <a:cubicBezTo>
                    <a:pt x="162" y="205"/>
                    <a:pt x="169" y="205"/>
                    <a:pt x="176" y="205"/>
                  </a:cubicBezTo>
                  <a:cubicBezTo>
                    <a:pt x="183" y="205"/>
                    <a:pt x="190" y="205"/>
                    <a:pt x="197" y="198"/>
                  </a:cubicBezTo>
                  <a:cubicBezTo>
                    <a:pt x="325" y="71"/>
                    <a:pt x="325" y="71"/>
                    <a:pt x="325" y="71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67" y="106"/>
                    <a:pt x="367" y="106"/>
                    <a:pt x="367" y="106"/>
                  </a:cubicBezTo>
                  <a:cubicBezTo>
                    <a:pt x="381" y="120"/>
                    <a:pt x="381" y="120"/>
                    <a:pt x="381" y="120"/>
                  </a:cubicBezTo>
                  <a:cubicBezTo>
                    <a:pt x="501" y="247"/>
                    <a:pt x="501" y="247"/>
                    <a:pt x="501" y="247"/>
                  </a:cubicBezTo>
                  <a:cubicBezTo>
                    <a:pt x="459" y="247"/>
                    <a:pt x="459" y="247"/>
                    <a:pt x="459" y="247"/>
                  </a:cubicBezTo>
                  <a:cubicBezTo>
                    <a:pt x="445" y="247"/>
                    <a:pt x="431" y="254"/>
                    <a:pt x="431" y="276"/>
                  </a:cubicBezTo>
                  <a:cubicBezTo>
                    <a:pt x="431" y="290"/>
                    <a:pt x="445" y="304"/>
                    <a:pt x="459" y="304"/>
                  </a:cubicBezTo>
                  <a:cubicBezTo>
                    <a:pt x="572" y="304"/>
                    <a:pt x="572" y="304"/>
                    <a:pt x="572" y="304"/>
                  </a:cubicBezTo>
                  <a:cubicBezTo>
                    <a:pt x="586" y="304"/>
                    <a:pt x="600" y="290"/>
                    <a:pt x="600" y="276"/>
                  </a:cubicBezTo>
                  <a:cubicBezTo>
                    <a:pt x="600" y="163"/>
                    <a:pt x="600" y="163"/>
                    <a:pt x="600" y="163"/>
                  </a:cubicBezTo>
                  <a:cubicBezTo>
                    <a:pt x="600" y="141"/>
                    <a:pt x="586" y="134"/>
                    <a:pt x="572" y="13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5"/>
            <p:cNvSpPr/>
            <p:nvPr/>
          </p:nvSpPr>
          <p:spPr>
            <a:xfrm>
              <a:off x="6732278" y="513555"/>
              <a:ext cx="219067" cy="109537"/>
            </a:xfrm>
            <a:custGeom>
              <a:rect b="b" l="l" r="r" t="t"/>
              <a:pathLst>
                <a:path extrusionOk="0" h="305" w="609">
                  <a:moveTo>
                    <a:pt x="580" y="170"/>
                  </a:moveTo>
                  <a:lnTo>
                    <a:pt x="580" y="170"/>
                  </a:lnTo>
                  <a:cubicBezTo>
                    <a:pt x="559" y="170"/>
                    <a:pt x="552" y="156"/>
                    <a:pt x="552" y="141"/>
                  </a:cubicBezTo>
                  <a:cubicBezTo>
                    <a:pt x="552" y="99"/>
                    <a:pt x="552" y="99"/>
                    <a:pt x="552" y="99"/>
                  </a:cubicBezTo>
                  <a:cubicBezTo>
                    <a:pt x="410" y="240"/>
                    <a:pt x="410" y="240"/>
                    <a:pt x="410" y="240"/>
                  </a:cubicBezTo>
                  <a:cubicBezTo>
                    <a:pt x="354" y="290"/>
                    <a:pt x="354" y="290"/>
                    <a:pt x="354" y="290"/>
                  </a:cubicBezTo>
                  <a:cubicBezTo>
                    <a:pt x="347" y="297"/>
                    <a:pt x="340" y="304"/>
                    <a:pt x="333" y="304"/>
                  </a:cubicBezTo>
                  <a:cubicBezTo>
                    <a:pt x="326" y="304"/>
                    <a:pt x="318" y="297"/>
                    <a:pt x="311" y="290"/>
                  </a:cubicBezTo>
                  <a:cubicBezTo>
                    <a:pt x="184" y="163"/>
                    <a:pt x="184" y="163"/>
                    <a:pt x="184" y="163"/>
                  </a:cubicBezTo>
                  <a:cubicBezTo>
                    <a:pt x="50" y="290"/>
                    <a:pt x="50" y="290"/>
                    <a:pt x="50" y="290"/>
                  </a:cubicBezTo>
                  <a:cubicBezTo>
                    <a:pt x="43" y="297"/>
                    <a:pt x="36" y="304"/>
                    <a:pt x="29" y="304"/>
                  </a:cubicBezTo>
                  <a:cubicBezTo>
                    <a:pt x="15" y="304"/>
                    <a:pt x="0" y="290"/>
                    <a:pt x="0" y="276"/>
                  </a:cubicBezTo>
                  <a:cubicBezTo>
                    <a:pt x="0" y="269"/>
                    <a:pt x="8" y="261"/>
                    <a:pt x="15" y="254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70" y="99"/>
                    <a:pt x="177" y="92"/>
                    <a:pt x="184" y="92"/>
                  </a:cubicBezTo>
                  <a:cubicBezTo>
                    <a:pt x="191" y="92"/>
                    <a:pt x="198" y="99"/>
                    <a:pt x="198" y="106"/>
                  </a:cubicBezTo>
                  <a:cubicBezTo>
                    <a:pt x="333" y="233"/>
                    <a:pt x="333" y="233"/>
                    <a:pt x="333" y="233"/>
                  </a:cubicBezTo>
                  <a:cubicBezTo>
                    <a:pt x="368" y="198"/>
                    <a:pt x="368" y="198"/>
                    <a:pt x="368" y="198"/>
                  </a:cubicBezTo>
                  <a:cubicBezTo>
                    <a:pt x="375" y="191"/>
                    <a:pt x="375" y="191"/>
                    <a:pt x="375" y="191"/>
                  </a:cubicBezTo>
                  <a:cubicBezTo>
                    <a:pt x="389" y="177"/>
                    <a:pt x="389" y="177"/>
                    <a:pt x="389" y="177"/>
                  </a:cubicBezTo>
                  <a:cubicBezTo>
                    <a:pt x="509" y="57"/>
                    <a:pt x="509" y="57"/>
                    <a:pt x="509" y="57"/>
                  </a:cubicBezTo>
                  <a:cubicBezTo>
                    <a:pt x="467" y="57"/>
                    <a:pt x="467" y="57"/>
                    <a:pt x="467" y="57"/>
                  </a:cubicBezTo>
                  <a:cubicBezTo>
                    <a:pt x="446" y="57"/>
                    <a:pt x="439" y="43"/>
                    <a:pt x="439" y="28"/>
                  </a:cubicBezTo>
                  <a:cubicBezTo>
                    <a:pt x="439" y="14"/>
                    <a:pt x="446" y="0"/>
                    <a:pt x="467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14"/>
                    <a:pt x="608" y="28"/>
                  </a:cubicBezTo>
                  <a:cubicBezTo>
                    <a:pt x="608" y="141"/>
                    <a:pt x="608" y="141"/>
                    <a:pt x="608" y="141"/>
                  </a:cubicBezTo>
                  <a:cubicBezTo>
                    <a:pt x="608" y="156"/>
                    <a:pt x="594" y="170"/>
                    <a:pt x="580" y="1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5"/>
            <p:cNvSpPr/>
            <p:nvPr/>
          </p:nvSpPr>
          <p:spPr>
            <a:xfrm>
              <a:off x="6354467" y="483392"/>
              <a:ext cx="217480" cy="171450"/>
            </a:xfrm>
            <a:custGeom>
              <a:rect b="b" l="l" r="r" t="t"/>
              <a:pathLst>
                <a:path extrusionOk="0" h="475" w="602">
                  <a:moveTo>
                    <a:pt x="431" y="403"/>
                  </a:moveTo>
                  <a:lnTo>
                    <a:pt x="431" y="403"/>
                  </a:lnTo>
                  <a:cubicBezTo>
                    <a:pt x="255" y="403"/>
                    <a:pt x="255" y="403"/>
                    <a:pt x="255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198" y="403"/>
                    <a:pt x="198" y="403"/>
                    <a:pt x="198" y="403"/>
                  </a:cubicBezTo>
                  <a:cubicBezTo>
                    <a:pt x="219" y="424"/>
                    <a:pt x="219" y="424"/>
                    <a:pt x="219" y="424"/>
                  </a:cubicBezTo>
                  <a:cubicBezTo>
                    <a:pt x="226" y="431"/>
                    <a:pt x="226" y="439"/>
                    <a:pt x="226" y="446"/>
                  </a:cubicBezTo>
                  <a:cubicBezTo>
                    <a:pt x="226" y="460"/>
                    <a:pt x="212" y="474"/>
                    <a:pt x="198" y="474"/>
                  </a:cubicBezTo>
                  <a:cubicBezTo>
                    <a:pt x="191" y="474"/>
                    <a:pt x="184" y="467"/>
                    <a:pt x="177" y="460"/>
                  </a:cubicBezTo>
                  <a:cubicBezTo>
                    <a:pt x="113" y="396"/>
                    <a:pt x="113" y="396"/>
                    <a:pt x="113" y="396"/>
                  </a:cubicBezTo>
                  <a:cubicBezTo>
                    <a:pt x="106" y="389"/>
                    <a:pt x="106" y="382"/>
                    <a:pt x="106" y="375"/>
                  </a:cubicBezTo>
                  <a:cubicBezTo>
                    <a:pt x="106" y="368"/>
                    <a:pt x="106" y="361"/>
                    <a:pt x="113" y="361"/>
                  </a:cubicBezTo>
                  <a:cubicBezTo>
                    <a:pt x="177" y="290"/>
                    <a:pt x="177" y="290"/>
                    <a:pt x="177" y="290"/>
                  </a:cubicBezTo>
                  <a:cubicBezTo>
                    <a:pt x="184" y="283"/>
                    <a:pt x="191" y="283"/>
                    <a:pt x="198" y="283"/>
                  </a:cubicBezTo>
                  <a:cubicBezTo>
                    <a:pt x="212" y="283"/>
                    <a:pt x="226" y="297"/>
                    <a:pt x="226" y="311"/>
                  </a:cubicBezTo>
                  <a:cubicBezTo>
                    <a:pt x="226" y="318"/>
                    <a:pt x="226" y="325"/>
                    <a:pt x="219" y="332"/>
                  </a:cubicBezTo>
                  <a:cubicBezTo>
                    <a:pt x="198" y="346"/>
                    <a:pt x="198" y="346"/>
                    <a:pt x="198" y="346"/>
                  </a:cubicBezTo>
                  <a:cubicBezTo>
                    <a:pt x="219" y="346"/>
                    <a:pt x="219" y="346"/>
                    <a:pt x="219" y="346"/>
                  </a:cubicBezTo>
                  <a:cubicBezTo>
                    <a:pt x="248" y="346"/>
                    <a:pt x="248" y="346"/>
                    <a:pt x="248" y="346"/>
                  </a:cubicBezTo>
                  <a:cubicBezTo>
                    <a:pt x="431" y="346"/>
                    <a:pt x="431" y="346"/>
                    <a:pt x="431" y="346"/>
                  </a:cubicBezTo>
                  <a:cubicBezTo>
                    <a:pt x="495" y="346"/>
                    <a:pt x="544" y="297"/>
                    <a:pt x="544" y="233"/>
                  </a:cubicBezTo>
                  <a:cubicBezTo>
                    <a:pt x="544" y="170"/>
                    <a:pt x="544" y="170"/>
                    <a:pt x="544" y="170"/>
                  </a:cubicBezTo>
                  <a:cubicBezTo>
                    <a:pt x="544" y="156"/>
                    <a:pt x="559" y="142"/>
                    <a:pt x="573" y="142"/>
                  </a:cubicBezTo>
                  <a:cubicBezTo>
                    <a:pt x="594" y="142"/>
                    <a:pt x="601" y="156"/>
                    <a:pt x="601" y="170"/>
                  </a:cubicBezTo>
                  <a:cubicBezTo>
                    <a:pt x="601" y="233"/>
                    <a:pt x="601" y="233"/>
                    <a:pt x="601" y="233"/>
                  </a:cubicBezTo>
                  <a:cubicBezTo>
                    <a:pt x="601" y="332"/>
                    <a:pt x="530" y="403"/>
                    <a:pt x="431" y="403"/>
                  </a:cubicBezTo>
                  <a:close/>
                  <a:moveTo>
                    <a:pt x="424" y="177"/>
                  </a:moveTo>
                  <a:lnTo>
                    <a:pt x="424" y="177"/>
                  </a:lnTo>
                  <a:cubicBezTo>
                    <a:pt x="417" y="184"/>
                    <a:pt x="410" y="191"/>
                    <a:pt x="403" y="191"/>
                  </a:cubicBezTo>
                  <a:cubicBezTo>
                    <a:pt x="389" y="191"/>
                    <a:pt x="375" y="177"/>
                    <a:pt x="375" y="163"/>
                  </a:cubicBezTo>
                  <a:cubicBezTo>
                    <a:pt x="375" y="156"/>
                    <a:pt x="382" y="149"/>
                    <a:pt x="389" y="142"/>
                  </a:cubicBezTo>
                  <a:cubicBezTo>
                    <a:pt x="403" y="120"/>
                    <a:pt x="403" y="120"/>
                    <a:pt x="403" y="120"/>
                  </a:cubicBezTo>
                  <a:cubicBezTo>
                    <a:pt x="389" y="120"/>
                    <a:pt x="389" y="120"/>
                    <a:pt x="389" y="120"/>
                  </a:cubicBezTo>
                  <a:cubicBezTo>
                    <a:pt x="361" y="120"/>
                    <a:pt x="361" y="120"/>
                    <a:pt x="361" y="120"/>
                  </a:cubicBezTo>
                  <a:cubicBezTo>
                    <a:pt x="170" y="120"/>
                    <a:pt x="170" y="120"/>
                    <a:pt x="170" y="120"/>
                  </a:cubicBezTo>
                  <a:cubicBezTo>
                    <a:pt x="106" y="120"/>
                    <a:pt x="57" y="170"/>
                    <a:pt x="57" y="233"/>
                  </a:cubicBezTo>
                  <a:cubicBezTo>
                    <a:pt x="57" y="304"/>
                    <a:pt x="57" y="304"/>
                    <a:pt x="57" y="304"/>
                  </a:cubicBezTo>
                  <a:cubicBezTo>
                    <a:pt x="57" y="318"/>
                    <a:pt x="43" y="332"/>
                    <a:pt x="29" y="332"/>
                  </a:cubicBezTo>
                  <a:cubicBezTo>
                    <a:pt x="15" y="332"/>
                    <a:pt x="0" y="318"/>
                    <a:pt x="0" y="304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142"/>
                    <a:pt x="78" y="64"/>
                    <a:pt x="170" y="64"/>
                  </a:cubicBezTo>
                  <a:cubicBezTo>
                    <a:pt x="347" y="64"/>
                    <a:pt x="347" y="64"/>
                    <a:pt x="347" y="64"/>
                  </a:cubicBezTo>
                  <a:cubicBezTo>
                    <a:pt x="368" y="64"/>
                    <a:pt x="368" y="64"/>
                    <a:pt x="368" y="64"/>
                  </a:cubicBezTo>
                  <a:cubicBezTo>
                    <a:pt x="403" y="64"/>
                    <a:pt x="403" y="64"/>
                    <a:pt x="403" y="64"/>
                  </a:cubicBezTo>
                  <a:cubicBezTo>
                    <a:pt x="389" y="50"/>
                    <a:pt x="389" y="50"/>
                    <a:pt x="389" y="50"/>
                  </a:cubicBezTo>
                  <a:cubicBezTo>
                    <a:pt x="382" y="43"/>
                    <a:pt x="375" y="35"/>
                    <a:pt x="375" y="28"/>
                  </a:cubicBezTo>
                  <a:cubicBezTo>
                    <a:pt x="375" y="14"/>
                    <a:pt x="389" y="0"/>
                    <a:pt x="403" y="0"/>
                  </a:cubicBezTo>
                  <a:cubicBezTo>
                    <a:pt x="410" y="0"/>
                    <a:pt x="417" y="0"/>
                    <a:pt x="424" y="7"/>
                  </a:cubicBezTo>
                  <a:cubicBezTo>
                    <a:pt x="488" y="78"/>
                    <a:pt x="488" y="78"/>
                    <a:pt x="488" y="78"/>
                  </a:cubicBezTo>
                  <a:cubicBezTo>
                    <a:pt x="495" y="78"/>
                    <a:pt x="502" y="85"/>
                    <a:pt x="502" y="92"/>
                  </a:cubicBezTo>
                  <a:cubicBezTo>
                    <a:pt x="502" y="99"/>
                    <a:pt x="495" y="106"/>
                    <a:pt x="488" y="113"/>
                  </a:cubicBezTo>
                  <a:lnTo>
                    <a:pt x="424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5"/>
            <p:cNvSpPr/>
            <p:nvPr/>
          </p:nvSpPr>
          <p:spPr>
            <a:xfrm>
              <a:off x="5975069" y="461167"/>
              <a:ext cx="217479" cy="215900"/>
            </a:xfrm>
            <a:custGeom>
              <a:rect b="b" l="l" r="r" t="t"/>
              <a:pathLst>
                <a:path extrusionOk="0" h="601" w="602">
                  <a:moveTo>
                    <a:pt x="573" y="113"/>
                  </a:moveTo>
                  <a:lnTo>
                    <a:pt x="573" y="113"/>
                  </a:lnTo>
                  <a:cubicBezTo>
                    <a:pt x="544" y="113"/>
                    <a:pt x="544" y="113"/>
                    <a:pt x="544" y="113"/>
                  </a:cubicBezTo>
                  <a:cubicBezTo>
                    <a:pt x="544" y="268"/>
                    <a:pt x="544" y="268"/>
                    <a:pt x="544" y="268"/>
                  </a:cubicBezTo>
                  <a:cubicBezTo>
                    <a:pt x="544" y="402"/>
                    <a:pt x="544" y="402"/>
                    <a:pt x="544" y="402"/>
                  </a:cubicBezTo>
                  <a:cubicBezTo>
                    <a:pt x="544" y="431"/>
                    <a:pt x="544" y="431"/>
                    <a:pt x="544" y="431"/>
                  </a:cubicBezTo>
                  <a:cubicBezTo>
                    <a:pt x="544" y="445"/>
                    <a:pt x="530" y="459"/>
                    <a:pt x="516" y="459"/>
                  </a:cubicBezTo>
                  <a:cubicBezTo>
                    <a:pt x="368" y="459"/>
                    <a:pt x="368" y="459"/>
                    <a:pt x="368" y="459"/>
                  </a:cubicBezTo>
                  <a:cubicBezTo>
                    <a:pt x="460" y="551"/>
                    <a:pt x="460" y="551"/>
                    <a:pt x="460" y="551"/>
                  </a:cubicBezTo>
                  <a:cubicBezTo>
                    <a:pt x="467" y="558"/>
                    <a:pt x="467" y="565"/>
                    <a:pt x="467" y="572"/>
                  </a:cubicBezTo>
                  <a:cubicBezTo>
                    <a:pt x="467" y="586"/>
                    <a:pt x="460" y="600"/>
                    <a:pt x="438" y="600"/>
                  </a:cubicBezTo>
                  <a:cubicBezTo>
                    <a:pt x="431" y="600"/>
                    <a:pt x="424" y="600"/>
                    <a:pt x="424" y="593"/>
                  </a:cubicBezTo>
                  <a:cubicBezTo>
                    <a:pt x="325" y="502"/>
                    <a:pt x="325" y="502"/>
                    <a:pt x="325" y="502"/>
                  </a:cubicBezTo>
                  <a:cubicBezTo>
                    <a:pt x="325" y="572"/>
                    <a:pt x="325" y="572"/>
                    <a:pt x="325" y="572"/>
                  </a:cubicBezTo>
                  <a:cubicBezTo>
                    <a:pt x="325" y="586"/>
                    <a:pt x="318" y="600"/>
                    <a:pt x="297" y="600"/>
                  </a:cubicBezTo>
                  <a:cubicBezTo>
                    <a:pt x="283" y="600"/>
                    <a:pt x="269" y="586"/>
                    <a:pt x="269" y="572"/>
                  </a:cubicBezTo>
                  <a:cubicBezTo>
                    <a:pt x="269" y="502"/>
                    <a:pt x="269" y="502"/>
                    <a:pt x="269" y="502"/>
                  </a:cubicBezTo>
                  <a:cubicBezTo>
                    <a:pt x="177" y="593"/>
                    <a:pt x="177" y="593"/>
                    <a:pt x="177" y="593"/>
                  </a:cubicBezTo>
                  <a:cubicBezTo>
                    <a:pt x="170" y="600"/>
                    <a:pt x="163" y="600"/>
                    <a:pt x="156" y="600"/>
                  </a:cubicBezTo>
                  <a:cubicBezTo>
                    <a:pt x="142" y="600"/>
                    <a:pt x="127" y="586"/>
                    <a:pt x="127" y="572"/>
                  </a:cubicBezTo>
                  <a:cubicBezTo>
                    <a:pt x="127" y="565"/>
                    <a:pt x="135" y="558"/>
                    <a:pt x="142" y="551"/>
                  </a:cubicBezTo>
                  <a:cubicBezTo>
                    <a:pt x="233" y="459"/>
                    <a:pt x="233" y="459"/>
                    <a:pt x="233" y="459"/>
                  </a:cubicBezTo>
                  <a:cubicBezTo>
                    <a:pt x="85" y="459"/>
                    <a:pt x="85" y="459"/>
                    <a:pt x="85" y="459"/>
                  </a:cubicBezTo>
                  <a:cubicBezTo>
                    <a:pt x="64" y="459"/>
                    <a:pt x="57" y="445"/>
                    <a:pt x="57" y="431"/>
                  </a:cubicBezTo>
                  <a:cubicBezTo>
                    <a:pt x="57" y="402"/>
                    <a:pt x="57" y="402"/>
                    <a:pt x="57" y="402"/>
                  </a:cubicBezTo>
                  <a:cubicBezTo>
                    <a:pt x="57" y="268"/>
                    <a:pt x="57" y="268"/>
                    <a:pt x="57" y="268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7" y="113"/>
                    <a:pt x="0" y="98"/>
                    <a:pt x="0" y="84"/>
                  </a:cubicBezTo>
                  <a:cubicBezTo>
                    <a:pt x="0" y="63"/>
                    <a:pt x="7" y="56"/>
                    <a:pt x="29" y="56"/>
                  </a:cubicBezTo>
                  <a:cubicBezTo>
                    <a:pt x="269" y="56"/>
                    <a:pt x="269" y="56"/>
                    <a:pt x="269" y="56"/>
                  </a:cubicBezTo>
                  <a:cubicBezTo>
                    <a:pt x="269" y="28"/>
                    <a:pt x="269" y="28"/>
                    <a:pt x="269" y="28"/>
                  </a:cubicBezTo>
                  <a:cubicBezTo>
                    <a:pt x="269" y="7"/>
                    <a:pt x="283" y="0"/>
                    <a:pt x="297" y="0"/>
                  </a:cubicBezTo>
                  <a:cubicBezTo>
                    <a:pt x="318" y="0"/>
                    <a:pt x="325" y="7"/>
                    <a:pt x="325" y="28"/>
                  </a:cubicBezTo>
                  <a:cubicBezTo>
                    <a:pt x="325" y="56"/>
                    <a:pt x="325" y="56"/>
                    <a:pt x="325" y="56"/>
                  </a:cubicBezTo>
                  <a:cubicBezTo>
                    <a:pt x="573" y="56"/>
                    <a:pt x="573" y="56"/>
                    <a:pt x="573" y="56"/>
                  </a:cubicBezTo>
                  <a:cubicBezTo>
                    <a:pt x="587" y="56"/>
                    <a:pt x="601" y="63"/>
                    <a:pt x="601" y="84"/>
                  </a:cubicBezTo>
                  <a:cubicBezTo>
                    <a:pt x="601" y="98"/>
                    <a:pt x="587" y="113"/>
                    <a:pt x="573" y="113"/>
                  </a:cubicBezTo>
                  <a:close/>
                  <a:moveTo>
                    <a:pt x="488" y="240"/>
                  </a:moveTo>
                  <a:lnTo>
                    <a:pt x="488" y="240"/>
                  </a:lnTo>
                  <a:cubicBezTo>
                    <a:pt x="488" y="212"/>
                    <a:pt x="488" y="212"/>
                    <a:pt x="488" y="212"/>
                  </a:cubicBezTo>
                  <a:cubicBezTo>
                    <a:pt x="488" y="113"/>
                    <a:pt x="488" y="113"/>
                    <a:pt x="488" y="113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212"/>
                    <a:pt x="113" y="212"/>
                    <a:pt x="113" y="212"/>
                  </a:cubicBezTo>
                  <a:cubicBezTo>
                    <a:pt x="113" y="240"/>
                    <a:pt x="113" y="240"/>
                    <a:pt x="113" y="240"/>
                  </a:cubicBezTo>
                  <a:cubicBezTo>
                    <a:pt x="113" y="402"/>
                    <a:pt x="113" y="402"/>
                    <a:pt x="113" y="402"/>
                  </a:cubicBezTo>
                  <a:cubicBezTo>
                    <a:pt x="488" y="402"/>
                    <a:pt x="488" y="402"/>
                    <a:pt x="488" y="402"/>
                  </a:cubicBezTo>
                  <a:lnTo>
                    <a:pt x="488" y="2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5"/>
            <p:cNvSpPr/>
            <p:nvPr/>
          </p:nvSpPr>
          <p:spPr>
            <a:xfrm>
              <a:off x="5594082" y="461167"/>
              <a:ext cx="219067" cy="215900"/>
            </a:xfrm>
            <a:custGeom>
              <a:rect b="b" l="l" r="r" t="t"/>
              <a:pathLst>
                <a:path extrusionOk="0" h="601" w="609">
                  <a:moveTo>
                    <a:pt x="28" y="183"/>
                  </a:moveTo>
                  <a:lnTo>
                    <a:pt x="28" y="183"/>
                  </a:lnTo>
                  <a:cubicBezTo>
                    <a:pt x="163" y="183"/>
                    <a:pt x="163" y="183"/>
                    <a:pt x="163" y="183"/>
                  </a:cubicBezTo>
                  <a:cubicBezTo>
                    <a:pt x="163" y="240"/>
                    <a:pt x="163" y="240"/>
                    <a:pt x="163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544"/>
                    <a:pt x="57" y="544"/>
                    <a:pt x="57" y="544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276" y="544"/>
                    <a:pt x="276" y="544"/>
                    <a:pt x="276" y="544"/>
                  </a:cubicBezTo>
                  <a:cubicBezTo>
                    <a:pt x="361" y="544"/>
                    <a:pt x="361" y="544"/>
                    <a:pt x="361" y="544"/>
                  </a:cubicBezTo>
                  <a:cubicBezTo>
                    <a:pt x="361" y="438"/>
                    <a:pt x="361" y="438"/>
                    <a:pt x="361" y="438"/>
                  </a:cubicBezTo>
                  <a:cubicBezTo>
                    <a:pt x="417" y="438"/>
                    <a:pt x="417" y="438"/>
                    <a:pt x="417" y="438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86"/>
                    <a:pt x="403" y="600"/>
                    <a:pt x="389" y="600"/>
                  </a:cubicBezTo>
                  <a:cubicBezTo>
                    <a:pt x="283" y="600"/>
                    <a:pt x="283" y="600"/>
                    <a:pt x="283" y="600"/>
                  </a:cubicBezTo>
                  <a:cubicBezTo>
                    <a:pt x="127" y="600"/>
                    <a:pt x="127" y="600"/>
                    <a:pt x="127" y="600"/>
                  </a:cubicBezTo>
                  <a:cubicBezTo>
                    <a:pt x="28" y="600"/>
                    <a:pt x="28" y="600"/>
                    <a:pt x="28" y="600"/>
                  </a:cubicBezTo>
                  <a:cubicBezTo>
                    <a:pt x="14" y="600"/>
                    <a:pt x="0" y="586"/>
                    <a:pt x="0" y="572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0" y="198"/>
                    <a:pt x="14" y="183"/>
                    <a:pt x="28" y="183"/>
                  </a:cubicBezTo>
                  <a:close/>
                  <a:moveTo>
                    <a:pt x="311" y="409"/>
                  </a:moveTo>
                  <a:lnTo>
                    <a:pt x="311" y="409"/>
                  </a:lnTo>
                  <a:cubicBezTo>
                    <a:pt x="219" y="409"/>
                    <a:pt x="219" y="409"/>
                    <a:pt x="219" y="409"/>
                  </a:cubicBezTo>
                  <a:cubicBezTo>
                    <a:pt x="205" y="409"/>
                    <a:pt x="191" y="402"/>
                    <a:pt x="191" y="381"/>
                  </a:cubicBezTo>
                  <a:cubicBezTo>
                    <a:pt x="191" y="28"/>
                    <a:pt x="191" y="28"/>
                    <a:pt x="191" y="28"/>
                  </a:cubicBezTo>
                  <a:cubicBezTo>
                    <a:pt x="191" y="7"/>
                    <a:pt x="205" y="0"/>
                    <a:pt x="219" y="0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594" y="0"/>
                    <a:pt x="608" y="7"/>
                    <a:pt x="608" y="28"/>
                  </a:cubicBezTo>
                  <a:cubicBezTo>
                    <a:pt x="608" y="381"/>
                    <a:pt x="608" y="381"/>
                    <a:pt x="608" y="381"/>
                  </a:cubicBezTo>
                  <a:cubicBezTo>
                    <a:pt x="608" y="402"/>
                    <a:pt x="594" y="409"/>
                    <a:pt x="580" y="409"/>
                  </a:cubicBezTo>
                  <a:cubicBezTo>
                    <a:pt x="474" y="409"/>
                    <a:pt x="474" y="409"/>
                    <a:pt x="474" y="409"/>
                  </a:cubicBezTo>
                  <a:lnTo>
                    <a:pt x="311" y="409"/>
                  </a:lnTo>
                  <a:close/>
                  <a:moveTo>
                    <a:pt x="551" y="353"/>
                  </a:moveTo>
                  <a:lnTo>
                    <a:pt x="551" y="353"/>
                  </a:lnTo>
                  <a:cubicBezTo>
                    <a:pt x="551" y="56"/>
                    <a:pt x="551" y="56"/>
                    <a:pt x="551" y="56"/>
                  </a:cubicBezTo>
                  <a:cubicBezTo>
                    <a:pt x="247" y="56"/>
                    <a:pt x="247" y="56"/>
                    <a:pt x="247" y="56"/>
                  </a:cubicBezTo>
                  <a:cubicBezTo>
                    <a:pt x="247" y="353"/>
                    <a:pt x="247" y="353"/>
                    <a:pt x="247" y="353"/>
                  </a:cubicBezTo>
                  <a:cubicBezTo>
                    <a:pt x="339" y="353"/>
                    <a:pt x="339" y="353"/>
                    <a:pt x="339" y="353"/>
                  </a:cubicBezTo>
                  <a:cubicBezTo>
                    <a:pt x="467" y="353"/>
                    <a:pt x="467" y="353"/>
                    <a:pt x="467" y="353"/>
                  </a:cubicBezTo>
                  <a:lnTo>
                    <a:pt x="551" y="3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5"/>
            <p:cNvSpPr/>
            <p:nvPr/>
          </p:nvSpPr>
          <p:spPr>
            <a:xfrm>
              <a:off x="5214683" y="461167"/>
              <a:ext cx="217480" cy="215900"/>
            </a:xfrm>
            <a:custGeom>
              <a:rect b="b" l="l" r="r" t="t"/>
              <a:pathLst>
                <a:path extrusionOk="0" h="601" w="602">
                  <a:moveTo>
                    <a:pt x="572" y="409"/>
                  </a:moveTo>
                  <a:lnTo>
                    <a:pt x="572" y="409"/>
                  </a:lnTo>
                  <a:cubicBezTo>
                    <a:pt x="445" y="409"/>
                    <a:pt x="445" y="409"/>
                    <a:pt x="445" y="409"/>
                  </a:cubicBezTo>
                  <a:cubicBezTo>
                    <a:pt x="445" y="353"/>
                    <a:pt x="445" y="353"/>
                    <a:pt x="445" y="353"/>
                  </a:cubicBezTo>
                  <a:cubicBezTo>
                    <a:pt x="544" y="353"/>
                    <a:pt x="544" y="353"/>
                    <a:pt x="544" y="353"/>
                  </a:cubicBezTo>
                  <a:cubicBezTo>
                    <a:pt x="544" y="56"/>
                    <a:pt x="544" y="56"/>
                    <a:pt x="544" y="56"/>
                  </a:cubicBezTo>
                  <a:cubicBezTo>
                    <a:pt x="452" y="56"/>
                    <a:pt x="452" y="56"/>
                    <a:pt x="452" y="56"/>
                  </a:cubicBezTo>
                  <a:cubicBezTo>
                    <a:pt x="332" y="56"/>
                    <a:pt x="332" y="56"/>
                    <a:pt x="332" y="56"/>
                  </a:cubicBezTo>
                  <a:cubicBezTo>
                    <a:pt x="247" y="56"/>
                    <a:pt x="247" y="56"/>
                    <a:pt x="247" y="56"/>
                  </a:cubicBezTo>
                  <a:cubicBezTo>
                    <a:pt x="247" y="155"/>
                    <a:pt x="247" y="155"/>
                    <a:pt x="247" y="155"/>
                  </a:cubicBezTo>
                  <a:cubicBezTo>
                    <a:pt x="191" y="155"/>
                    <a:pt x="191" y="155"/>
                    <a:pt x="191" y="155"/>
                  </a:cubicBezTo>
                  <a:cubicBezTo>
                    <a:pt x="191" y="28"/>
                    <a:pt x="191" y="28"/>
                    <a:pt x="191" y="28"/>
                  </a:cubicBezTo>
                  <a:cubicBezTo>
                    <a:pt x="191" y="7"/>
                    <a:pt x="198" y="0"/>
                    <a:pt x="219" y="0"/>
                  </a:cubicBezTo>
                  <a:cubicBezTo>
                    <a:pt x="318" y="0"/>
                    <a:pt x="318" y="0"/>
                    <a:pt x="318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94" y="0"/>
                    <a:pt x="601" y="7"/>
                    <a:pt x="601" y="28"/>
                  </a:cubicBezTo>
                  <a:cubicBezTo>
                    <a:pt x="601" y="381"/>
                    <a:pt x="601" y="381"/>
                    <a:pt x="601" y="381"/>
                  </a:cubicBezTo>
                  <a:cubicBezTo>
                    <a:pt x="601" y="402"/>
                    <a:pt x="594" y="409"/>
                    <a:pt x="572" y="409"/>
                  </a:cubicBezTo>
                  <a:close/>
                  <a:moveTo>
                    <a:pt x="290" y="183"/>
                  </a:moveTo>
                  <a:lnTo>
                    <a:pt x="290" y="183"/>
                  </a:lnTo>
                  <a:cubicBezTo>
                    <a:pt x="389" y="183"/>
                    <a:pt x="389" y="183"/>
                    <a:pt x="389" y="183"/>
                  </a:cubicBezTo>
                  <a:cubicBezTo>
                    <a:pt x="403" y="183"/>
                    <a:pt x="417" y="198"/>
                    <a:pt x="417" y="212"/>
                  </a:cubicBezTo>
                  <a:cubicBezTo>
                    <a:pt x="417" y="572"/>
                    <a:pt x="417" y="572"/>
                    <a:pt x="417" y="572"/>
                  </a:cubicBezTo>
                  <a:cubicBezTo>
                    <a:pt x="417" y="586"/>
                    <a:pt x="403" y="600"/>
                    <a:pt x="389" y="600"/>
                  </a:cubicBezTo>
                  <a:cubicBezTo>
                    <a:pt x="28" y="600"/>
                    <a:pt x="28" y="600"/>
                    <a:pt x="28" y="600"/>
                  </a:cubicBezTo>
                  <a:cubicBezTo>
                    <a:pt x="14" y="600"/>
                    <a:pt x="0" y="586"/>
                    <a:pt x="0" y="572"/>
                  </a:cubicBezTo>
                  <a:cubicBezTo>
                    <a:pt x="0" y="212"/>
                    <a:pt x="0" y="212"/>
                    <a:pt x="0" y="212"/>
                  </a:cubicBezTo>
                  <a:cubicBezTo>
                    <a:pt x="0" y="198"/>
                    <a:pt x="14" y="183"/>
                    <a:pt x="28" y="183"/>
                  </a:cubicBezTo>
                  <a:cubicBezTo>
                    <a:pt x="134" y="183"/>
                    <a:pt x="134" y="183"/>
                    <a:pt x="134" y="183"/>
                  </a:cubicBezTo>
                  <a:lnTo>
                    <a:pt x="290" y="183"/>
                  </a:lnTo>
                  <a:close/>
                  <a:moveTo>
                    <a:pt x="57" y="240"/>
                  </a:moveTo>
                  <a:lnTo>
                    <a:pt x="57" y="240"/>
                  </a:lnTo>
                  <a:cubicBezTo>
                    <a:pt x="57" y="544"/>
                    <a:pt x="57" y="544"/>
                    <a:pt x="57" y="544"/>
                  </a:cubicBezTo>
                  <a:cubicBezTo>
                    <a:pt x="361" y="544"/>
                    <a:pt x="361" y="544"/>
                    <a:pt x="361" y="544"/>
                  </a:cubicBezTo>
                  <a:cubicBezTo>
                    <a:pt x="361" y="240"/>
                    <a:pt x="361" y="240"/>
                    <a:pt x="361" y="240"/>
                  </a:cubicBezTo>
                  <a:cubicBezTo>
                    <a:pt x="261" y="240"/>
                    <a:pt x="261" y="240"/>
                    <a:pt x="261" y="240"/>
                  </a:cubicBezTo>
                  <a:cubicBezTo>
                    <a:pt x="141" y="240"/>
                    <a:pt x="141" y="240"/>
                    <a:pt x="141" y="240"/>
                  </a:cubicBezTo>
                  <a:lnTo>
                    <a:pt x="57" y="2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6"/>
          <p:cNvSpPr/>
          <p:nvPr/>
        </p:nvSpPr>
        <p:spPr>
          <a:xfrm>
            <a:off x="5842000" y="1522413"/>
            <a:ext cx="200025" cy="160337"/>
          </a:xfrm>
          <a:custGeom>
            <a:rect b="b" l="l" r="r" t="t"/>
            <a:pathLst>
              <a:path extrusionOk="0" h="356" w="444">
                <a:moveTo>
                  <a:pt x="399" y="36"/>
                </a:moveTo>
                <a:lnTo>
                  <a:pt x="399" y="36"/>
                </a:lnTo>
                <a:cubicBezTo>
                  <a:pt x="355" y="0"/>
                  <a:pt x="293" y="0"/>
                  <a:pt x="248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5" y="36"/>
                  <a:pt x="195" y="36"/>
                  <a:pt x="195" y="36"/>
                </a:cubicBezTo>
                <a:cubicBezTo>
                  <a:pt x="151" y="0"/>
                  <a:pt x="89" y="0"/>
                  <a:pt x="45" y="36"/>
                </a:cubicBezTo>
                <a:cubicBezTo>
                  <a:pt x="0" y="80"/>
                  <a:pt x="0" y="151"/>
                  <a:pt x="45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9" y="186"/>
                  <a:pt x="399" y="186"/>
                  <a:pt x="399" y="186"/>
                </a:cubicBezTo>
                <a:cubicBezTo>
                  <a:pt x="443" y="151"/>
                  <a:pt x="443" y="80"/>
                  <a:pt x="399" y="3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6"/>
          <p:cNvSpPr/>
          <p:nvPr/>
        </p:nvSpPr>
        <p:spPr>
          <a:xfrm>
            <a:off x="2324100" y="1514475"/>
            <a:ext cx="111125" cy="179388"/>
          </a:xfrm>
          <a:custGeom>
            <a:rect b="b" l="l" r="r" t="t"/>
            <a:pathLst>
              <a:path extrusionOk="0" h="400" w="249">
                <a:moveTo>
                  <a:pt x="125" y="0"/>
                </a:moveTo>
                <a:lnTo>
                  <a:pt x="125" y="0"/>
                </a:lnTo>
                <a:cubicBezTo>
                  <a:pt x="53" y="0"/>
                  <a:pt x="0" y="54"/>
                  <a:pt x="0" y="125"/>
                </a:cubicBezTo>
                <a:cubicBezTo>
                  <a:pt x="0" y="240"/>
                  <a:pt x="125" y="399"/>
                  <a:pt x="125" y="399"/>
                </a:cubicBezTo>
                <a:cubicBezTo>
                  <a:pt x="125" y="399"/>
                  <a:pt x="248" y="240"/>
                  <a:pt x="248" y="125"/>
                </a:cubicBezTo>
                <a:cubicBezTo>
                  <a:pt x="248" y="54"/>
                  <a:pt x="195" y="0"/>
                  <a:pt x="125" y="0"/>
                </a:cubicBezTo>
                <a:close/>
                <a:moveTo>
                  <a:pt x="125" y="196"/>
                </a:moveTo>
                <a:lnTo>
                  <a:pt x="125" y="196"/>
                </a:lnTo>
                <a:cubicBezTo>
                  <a:pt x="88" y="196"/>
                  <a:pt x="53" y="160"/>
                  <a:pt x="53" y="125"/>
                </a:cubicBezTo>
                <a:cubicBezTo>
                  <a:pt x="53" y="89"/>
                  <a:pt x="88" y="54"/>
                  <a:pt x="125" y="54"/>
                </a:cubicBezTo>
                <a:cubicBezTo>
                  <a:pt x="159" y="54"/>
                  <a:pt x="195" y="89"/>
                  <a:pt x="195" y="125"/>
                </a:cubicBezTo>
                <a:cubicBezTo>
                  <a:pt x="195" y="160"/>
                  <a:pt x="159" y="196"/>
                  <a:pt x="125" y="1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6"/>
          <p:cNvSpPr/>
          <p:nvPr/>
        </p:nvSpPr>
        <p:spPr>
          <a:xfrm>
            <a:off x="2714625" y="1514475"/>
            <a:ext cx="223838" cy="179388"/>
          </a:xfrm>
          <a:custGeom>
            <a:rect b="b" l="l" r="r" t="t"/>
            <a:pathLst>
              <a:path extrusionOk="0" h="400" w="497">
                <a:moveTo>
                  <a:pt x="487" y="71"/>
                </a:moveTo>
                <a:lnTo>
                  <a:pt x="487" y="71"/>
                </a:lnTo>
                <a:cubicBezTo>
                  <a:pt x="372" y="0"/>
                  <a:pt x="372" y="0"/>
                  <a:pt x="372" y="0"/>
                </a:cubicBezTo>
                <a:cubicBezTo>
                  <a:pt x="363" y="0"/>
                  <a:pt x="363" y="0"/>
                  <a:pt x="354" y="0"/>
                </a:cubicBezTo>
                <a:cubicBezTo>
                  <a:pt x="248" y="71"/>
                  <a:pt x="248" y="71"/>
                  <a:pt x="248" y="71"/>
                </a:cubicBezTo>
                <a:cubicBezTo>
                  <a:pt x="142" y="0"/>
                  <a:pt x="142" y="0"/>
                  <a:pt x="142" y="0"/>
                </a:cubicBezTo>
                <a:cubicBezTo>
                  <a:pt x="132" y="0"/>
                  <a:pt x="132" y="0"/>
                  <a:pt x="123" y="0"/>
                </a:cubicBezTo>
                <a:cubicBezTo>
                  <a:pt x="8" y="71"/>
                  <a:pt x="8" y="71"/>
                  <a:pt x="8" y="71"/>
                </a:cubicBezTo>
                <a:cubicBezTo>
                  <a:pt x="0" y="80"/>
                  <a:pt x="0" y="80"/>
                  <a:pt x="0" y="89"/>
                </a:cubicBezTo>
                <a:cubicBezTo>
                  <a:pt x="0" y="382"/>
                  <a:pt x="0" y="382"/>
                  <a:pt x="0" y="382"/>
                </a:cubicBezTo>
                <a:cubicBezTo>
                  <a:pt x="0" y="382"/>
                  <a:pt x="0" y="390"/>
                  <a:pt x="8" y="390"/>
                </a:cubicBezTo>
                <a:cubicBezTo>
                  <a:pt x="8" y="399"/>
                  <a:pt x="17" y="399"/>
                  <a:pt x="26" y="390"/>
                </a:cubicBezTo>
                <a:cubicBezTo>
                  <a:pt x="132" y="328"/>
                  <a:pt x="132" y="328"/>
                  <a:pt x="132" y="328"/>
                </a:cubicBezTo>
                <a:cubicBezTo>
                  <a:pt x="239" y="390"/>
                  <a:pt x="239" y="390"/>
                  <a:pt x="239" y="390"/>
                </a:cubicBezTo>
                <a:cubicBezTo>
                  <a:pt x="248" y="399"/>
                  <a:pt x="248" y="399"/>
                  <a:pt x="257" y="390"/>
                </a:cubicBezTo>
                <a:cubicBezTo>
                  <a:pt x="363" y="328"/>
                  <a:pt x="363" y="328"/>
                  <a:pt x="363" y="328"/>
                </a:cubicBezTo>
                <a:cubicBezTo>
                  <a:pt x="470" y="390"/>
                  <a:pt x="470" y="390"/>
                  <a:pt x="470" y="390"/>
                </a:cubicBezTo>
                <a:cubicBezTo>
                  <a:pt x="470" y="399"/>
                  <a:pt x="478" y="399"/>
                  <a:pt x="478" y="399"/>
                </a:cubicBezTo>
                <a:cubicBezTo>
                  <a:pt x="478" y="399"/>
                  <a:pt x="487" y="399"/>
                  <a:pt x="487" y="390"/>
                </a:cubicBezTo>
                <a:cubicBezTo>
                  <a:pt x="496" y="390"/>
                  <a:pt x="496" y="382"/>
                  <a:pt x="496" y="382"/>
                </a:cubicBezTo>
                <a:cubicBezTo>
                  <a:pt x="496" y="89"/>
                  <a:pt x="496" y="89"/>
                  <a:pt x="496" y="89"/>
                </a:cubicBezTo>
                <a:cubicBezTo>
                  <a:pt x="496" y="80"/>
                  <a:pt x="496" y="80"/>
                  <a:pt x="487" y="71"/>
                </a:cubicBezTo>
                <a:close/>
                <a:moveTo>
                  <a:pt x="115" y="293"/>
                </a:moveTo>
                <a:lnTo>
                  <a:pt x="115" y="293"/>
                </a:lnTo>
                <a:cubicBezTo>
                  <a:pt x="35" y="346"/>
                  <a:pt x="35" y="346"/>
                  <a:pt x="35" y="346"/>
                </a:cubicBezTo>
                <a:cubicBezTo>
                  <a:pt x="35" y="98"/>
                  <a:pt x="35" y="98"/>
                  <a:pt x="35" y="98"/>
                </a:cubicBezTo>
                <a:cubicBezTo>
                  <a:pt x="115" y="44"/>
                  <a:pt x="115" y="44"/>
                  <a:pt x="115" y="44"/>
                </a:cubicBezTo>
                <a:lnTo>
                  <a:pt x="115" y="293"/>
                </a:lnTo>
                <a:close/>
                <a:moveTo>
                  <a:pt x="230" y="346"/>
                </a:moveTo>
                <a:lnTo>
                  <a:pt x="230" y="346"/>
                </a:lnTo>
                <a:cubicBezTo>
                  <a:pt x="150" y="293"/>
                  <a:pt x="150" y="293"/>
                  <a:pt x="150" y="293"/>
                </a:cubicBezTo>
                <a:cubicBezTo>
                  <a:pt x="150" y="44"/>
                  <a:pt x="150" y="44"/>
                  <a:pt x="150" y="44"/>
                </a:cubicBezTo>
                <a:cubicBezTo>
                  <a:pt x="230" y="98"/>
                  <a:pt x="230" y="98"/>
                  <a:pt x="230" y="98"/>
                </a:cubicBezTo>
                <a:lnTo>
                  <a:pt x="230" y="346"/>
                </a:lnTo>
                <a:close/>
                <a:moveTo>
                  <a:pt x="345" y="293"/>
                </a:moveTo>
                <a:lnTo>
                  <a:pt x="345" y="293"/>
                </a:lnTo>
                <a:cubicBezTo>
                  <a:pt x="266" y="346"/>
                  <a:pt x="266" y="346"/>
                  <a:pt x="266" y="346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345" y="44"/>
                  <a:pt x="345" y="44"/>
                  <a:pt x="345" y="44"/>
                </a:cubicBezTo>
                <a:lnTo>
                  <a:pt x="345" y="293"/>
                </a:lnTo>
                <a:close/>
                <a:moveTo>
                  <a:pt x="461" y="346"/>
                </a:moveTo>
                <a:lnTo>
                  <a:pt x="461" y="346"/>
                </a:lnTo>
                <a:cubicBezTo>
                  <a:pt x="380" y="293"/>
                  <a:pt x="380" y="293"/>
                  <a:pt x="380" y="293"/>
                </a:cubicBezTo>
                <a:cubicBezTo>
                  <a:pt x="380" y="44"/>
                  <a:pt x="380" y="44"/>
                  <a:pt x="380" y="44"/>
                </a:cubicBezTo>
                <a:cubicBezTo>
                  <a:pt x="461" y="98"/>
                  <a:pt x="461" y="98"/>
                  <a:pt x="461" y="98"/>
                </a:cubicBezTo>
                <a:lnTo>
                  <a:pt x="461" y="34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6"/>
          <p:cNvSpPr/>
          <p:nvPr/>
        </p:nvSpPr>
        <p:spPr>
          <a:xfrm>
            <a:off x="1379538" y="1514475"/>
            <a:ext cx="222250" cy="176213"/>
          </a:xfrm>
          <a:custGeom>
            <a:rect b="b" l="l" r="r" t="t"/>
            <a:pathLst>
              <a:path extrusionOk="0" h="391" w="498">
                <a:moveTo>
                  <a:pt x="372" y="337"/>
                </a:moveTo>
                <a:lnTo>
                  <a:pt x="372" y="337"/>
                </a:lnTo>
                <a:cubicBezTo>
                  <a:pt x="53" y="337"/>
                  <a:pt x="53" y="337"/>
                  <a:pt x="53" y="337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116"/>
                  <a:pt x="133" y="98"/>
                  <a:pt x="169" y="71"/>
                </a:cubicBezTo>
                <a:cubicBezTo>
                  <a:pt x="27" y="71"/>
                  <a:pt x="27" y="71"/>
                  <a:pt x="27" y="71"/>
                </a:cubicBezTo>
                <a:cubicBezTo>
                  <a:pt x="9" y="71"/>
                  <a:pt x="0" y="80"/>
                  <a:pt x="0" y="89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82"/>
                  <a:pt x="9" y="390"/>
                  <a:pt x="27" y="390"/>
                </a:cubicBezTo>
                <a:cubicBezTo>
                  <a:pt x="399" y="390"/>
                  <a:pt x="399" y="390"/>
                  <a:pt x="399" y="390"/>
                </a:cubicBezTo>
                <a:cubicBezTo>
                  <a:pt x="408" y="390"/>
                  <a:pt x="426" y="382"/>
                  <a:pt x="426" y="363"/>
                </a:cubicBezTo>
                <a:cubicBezTo>
                  <a:pt x="426" y="275"/>
                  <a:pt x="426" y="275"/>
                  <a:pt x="426" y="275"/>
                </a:cubicBezTo>
                <a:cubicBezTo>
                  <a:pt x="372" y="310"/>
                  <a:pt x="372" y="310"/>
                  <a:pt x="372" y="310"/>
                </a:cubicBezTo>
                <a:lnTo>
                  <a:pt x="372" y="337"/>
                </a:lnTo>
                <a:close/>
                <a:moveTo>
                  <a:pt x="328" y="169"/>
                </a:moveTo>
                <a:lnTo>
                  <a:pt x="328" y="169"/>
                </a:lnTo>
                <a:cubicBezTo>
                  <a:pt x="328" y="257"/>
                  <a:pt x="328" y="257"/>
                  <a:pt x="328" y="257"/>
                </a:cubicBezTo>
                <a:cubicBezTo>
                  <a:pt x="497" y="125"/>
                  <a:pt x="497" y="125"/>
                  <a:pt x="497" y="125"/>
                </a:cubicBezTo>
                <a:cubicBezTo>
                  <a:pt x="328" y="0"/>
                  <a:pt x="328" y="0"/>
                  <a:pt x="328" y="0"/>
                </a:cubicBezTo>
                <a:cubicBezTo>
                  <a:pt x="328" y="80"/>
                  <a:pt x="328" y="80"/>
                  <a:pt x="328" y="80"/>
                </a:cubicBezTo>
                <a:cubicBezTo>
                  <a:pt x="133" y="80"/>
                  <a:pt x="133" y="275"/>
                  <a:pt x="133" y="275"/>
                </a:cubicBezTo>
                <a:cubicBezTo>
                  <a:pt x="186" y="187"/>
                  <a:pt x="222" y="169"/>
                  <a:pt x="328" y="1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6"/>
          <p:cNvSpPr/>
          <p:nvPr/>
        </p:nvSpPr>
        <p:spPr>
          <a:xfrm>
            <a:off x="3163888" y="1493838"/>
            <a:ext cx="215900" cy="215900"/>
          </a:xfrm>
          <a:custGeom>
            <a:rect b="b" l="l" r="r" t="t"/>
            <a:pathLst>
              <a:path extrusionOk="0" h="480" w="480">
                <a:moveTo>
                  <a:pt x="239" y="0"/>
                </a:moveTo>
                <a:lnTo>
                  <a:pt x="239" y="0"/>
                </a:lnTo>
                <a:cubicBezTo>
                  <a:pt x="107" y="9"/>
                  <a:pt x="0" y="115"/>
                  <a:pt x="0" y="248"/>
                </a:cubicBezTo>
                <a:cubicBezTo>
                  <a:pt x="0" y="372"/>
                  <a:pt x="107" y="479"/>
                  <a:pt x="239" y="479"/>
                </a:cubicBezTo>
                <a:cubicBezTo>
                  <a:pt x="372" y="479"/>
                  <a:pt x="479" y="372"/>
                  <a:pt x="479" y="240"/>
                </a:cubicBezTo>
                <a:cubicBezTo>
                  <a:pt x="479" y="107"/>
                  <a:pt x="363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42" y="434"/>
                  <a:pt x="53" y="346"/>
                  <a:pt x="53" y="248"/>
                </a:cubicBezTo>
                <a:cubicBezTo>
                  <a:pt x="53" y="142"/>
                  <a:pt x="133" y="53"/>
                  <a:pt x="239" y="53"/>
                </a:cubicBezTo>
                <a:cubicBezTo>
                  <a:pt x="336" y="53"/>
                  <a:pt x="426" y="133"/>
                  <a:pt x="426" y="240"/>
                </a:cubicBezTo>
                <a:cubicBezTo>
                  <a:pt x="426" y="346"/>
                  <a:pt x="345" y="426"/>
                  <a:pt x="239" y="426"/>
                </a:cubicBezTo>
                <a:close/>
                <a:moveTo>
                  <a:pt x="123" y="354"/>
                </a:moveTo>
                <a:lnTo>
                  <a:pt x="123" y="354"/>
                </a:lnTo>
                <a:cubicBezTo>
                  <a:pt x="123" y="354"/>
                  <a:pt x="239" y="337"/>
                  <a:pt x="283" y="293"/>
                </a:cubicBezTo>
                <a:cubicBezTo>
                  <a:pt x="336" y="240"/>
                  <a:pt x="354" y="124"/>
                  <a:pt x="354" y="124"/>
                </a:cubicBezTo>
                <a:cubicBezTo>
                  <a:pt x="354" y="124"/>
                  <a:pt x="239" y="142"/>
                  <a:pt x="186" y="195"/>
                </a:cubicBezTo>
                <a:cubicBezTo>
                  <a:pt x="142" y="240"/>
                  <a:pt x="123" y="354"/>
                  <a:pt x="123" y="354"/>
                </a:cubicBezTo>
                <a:close/>
                <a:moveTo>
                  <a:pt x="213" y="213"/>
                </a:moveTo>
                <a:lnTo>
                  <a:pt x="213" y="213"/>
                </a:lnTo>
                <a:cubicBezTo>
                  <a:pt x="239" y="195"/>
                  <a:pt x="274" y="178"/>
                  <a:pt x="310" y="169"/>
                </a:cubicBezTo>
                <a:cubicBezTo>
                  <a:pt x="301" y="204"/>
                  <a:pt x="283" y="248"/>
                  <a:pt x="266" y="266"/>
                </a:cubicBezTo>
                <a:cubicBezTo>
                  <a:pt x="248" y="275"/>
                  <a:pt x="230" y="275"/>
                  <a:pt x="213" y="266"/>
                </a:cubicBezTo>
                <a:cubicBezTo>
                  <a:pt x="204" y="248"/>
                  <a:pt x="204" y="231"/>
                  <a:pt x="213" y="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6"/>
          <p:cNvSpPr/>
          <p:nvPr/>
        </p:nvSpPr>
        <p:spPr>
          <a:xfrm>
            <a:off x="3621088" y="1501775"/>
            <a:ext cx="198437" cy="196850"/>
          </a:xfrm>
          <a:custGeom>
            <a:rect b="b" l="l" r="r" t="t"/>
            <a:pathLst>
              <a:path extrusionOk="0" h="435" w="444">
                <a:moveTo>
                  <a:pt x="425" y="17"/>
                </a:moveTo>
                <a:lnTo>
                  <a:pt x="425" y="17"/>
                </a:lnTo>
                <a:cubicBezTo>
                  <a:pt x="408" y="0"/>
                  <a:pt x="399" y="17"/>
                  <a:pt x="345" y="35"/>
                </a:cubicBezTo>
                <a:cubicBezTo>
                  <a:pt x="221" y="97"/>
                  <a:pt x="0" y="222"/>
                  <a:pt x="0" y="222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21" y="434"/>
                  <a:pt x="221" y="434"/>
                  <a:pt x="221" y="434"/>
                </a:cubicBezTo>
                <a:cubicBezTo>
                  <a:pt x="221" y="434"/>
                  <a:pt x="345" y="222"/>
                  <a:pt x="399" y="89"/>
                </a:cubicBezTo>
                <a:cubicBezTo>
                  <a:pt x="425" y="44"/>
                  <a:pt x="443" y="26"/>
                  <a:pt x="425" y="17"/>
                </a:cubicBezTo>
                <a:close/>
                <a:moveTo>
                  <a:pt x="381" y="62"/>
                </a:moveTo>
                <a:lnTo>
                  <a:pt x="381" y="62"/>
                </a:lnTo>
                <a:cubicBezTo>
                  <a:pt x="239" y="319"/>
                  <a:pt x="239" y="319"/>
                  <a:pt x="239" y="319"/>
                </a:cubicBezTo>
                <a:cubicBezTo>
                  <a:pt x="230" y="204"/>
                  <a:pt x="230" y="204"/>
                  <a:pt x="230" y="204"/>
                </a:cubicBezTo>
                <a:lnTo>
                  <a:pt x="381" y="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6"/>
          <p:cNvSpPr/>
          <p:nvPr/>
        </p:nvSpPr>
        <p:spPr>
          <a:xfrm>
            <a:off x="4964113" y="1501775"/>
            <a:ext cx="174625" cy="200025"/>
          </a:xfrm>
          <a:custGeom>
            <a:rect b="b" l="l" r="r" t="t"/>
            <a:pathLst>
              <a:path extrusionOk="0" h="444" w="390">
                <a:moveTo>
                  <a:pt x="319" y="301"/>
                </a:moveTo>
                <a:lnTo>
                  <a:pt x="319" y="301"/>
                </a:lnTo>
                <a:cubicBezTo>
                  <a:pt x="301" y="301"/>
                  <a:pt x="283" y="301"/>
                  <a:pt x="274" y="310"/>
                </a:cubicBezTo>
                <a:cubicBezTo>
                  <a:pt x="142" y="239"/>
                  <a:pt x="142" y="239"/>
                  <a:pt x="142" y="239"/>
                </a:cubicBezTo>
                <a:cubicBezTo>
                  <a:pt x="142" y="230"/>
                  <a:pt x="142" y="230"/>
                  <a:pt x="142" y="222"/>
                </a:cubicBezTo>
                <a:lnTo>
                  <a:pt x="142" y="213"/>
                </a:lnTo>
                <a:cubicBezTo>
                  <a:pt x="274" y="133"/>
                  <a:pt x="274" y="133"/>
                  <a:pt x="274" y="133"/>
                </a:cubicBezTo>
                <a:cubicBezTo>
                  <a:pt x="283" y="142"/>
                  <a:pt x="301" y="151"/>
                  <a:pt x="319" y="151"/>
                </a:cubicBezTo>
                <a:cubicBezTo>
                  <a:pt x="363" y="151"/>
                  <a:pt x="389" y="115"/>
                  <a:pt x="389" y="70"/>
                </a:cubicBezTo>
                <a:cubicBezTo>
                  <a:pt x="389" y="35"/>
                  <a:pt x="363" y="0"/>
                  <a:pt x="319" y="0"/>
                </a:cubicBezTo>
                <a:cubicBezTo>
                  <a:pt x="274" y="0"/>
                  <a:pt x="248" y="35"/>
                  <a:pt x="248" y="70"/>
                </a:cubicBezTo>
                <a:cubicBezTo>
                  <a:pt x="248" y="80"/>
                  <a:pt x="248" y="80"/>
                  <a:pt x="248" y="89"/>
                </a:cubicBezTo>
                <a:cubicBezTo>
                  <a:pt x="115" y="169"/>
                  <a:pt x="115" y="169"/>
                  <a:pt x="115" y="169"/>
                </a:cubicBezTo>
                <a:cubicBezTo>
                  <a:pt x="107" y="151"/>
                  <a:pt x="88" y="151"/>
                  <a:pt x="70" y="151"/>
                </a:cubicBezTo>
                <a:cubicBezTo>
                  <a:pt x="26" y="151"/>
                  <a:pt x="0" y="186"/>
                  <a:pt x="0" y="222"/>
                </a:cubicBezTo>
                <a:cubicBezTo>
                  <a:pt x="0" y="266"/>
                  <a:pt x="26" y="301"/>
                  <a:pt x="70" y="301"/>
                </a:cubicBezTo>
                <a:cubicBezTo>
                  <a:pt x="88" y="301"/>
                  <a:pt x="107" y="292"/>
                  <a:pt x="115" y="283"/>
                </a:cubicBezTo>
                <a:cubicBezTo>
                  <a:pt x="248" y="363"/>
                  <a:pt x="248" y="363"/>
                  <a:pt x="248" y="363"/>
                </a:cubicBezTo>
                <a:lnTo>
                  <a:pt x="248" y="372"/>
                </a:lnTo>
                <a:cubicBezTo>
                  <a:pt x="248" y="416"/>
                  <a:pt x="274" y="443"/>
                  <a:pt x="319" y="443"/>
                </a:cubicBezTo>
                <a:cubicBezTo>
                  <a:pt x="363" y="443"/>
                  <a:pt x="389" y="416"/>
                  <a:pt x="389" y="372"/>
                </a:cubicBezTo>
                <a:cubicBezTo>
                  <a:pt x="389" y="328"/>
                  <a:pt x="363" y="301"/>
                  <a:pt x="319" y="30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6"/>
          <p:cNvSpPr/>
          <p:nvPr/>
        </p:nvSpPr>
        <p:spPr>
          <a:xfrm>
            <a:off x="488950" y="1501775"/>
            <a:ext cx="223838" cy="200025"/>
          </a:xfrm>
          <a:custGeom>
            <a:rect b="b" l="l" r="r" t="t"/>
            <a:pathLst>
              <a:path extrusionOk="0" h="444" w="497">
                <a:moveTo>
                  <a:pt x="310" y="336"/>
                </a:moveTo>
                <a:lnTo>
                  <a:pt x="310" y="336"/>
                </a:lnTo>
                <a:cubicBezTo>
                  <a:pt x="248" y="310"/>
                  <a:pt x="221" y="292"/>
                  <a:pt x="221" y="257"/>
                </a:cubicBezTo>
                <a:cubicBezTo>
                  <a:pt x="221" y="230"/>
                  <a:pt x="239" y="239"/>
                  <a:pt x="248" y="195"/>
                </a:cubicBezTo>
                <a:cubicBezTo>
                  <a:pt x="257" y="177"/>
                  <a:pt x="274" y="195"/>
                  <a:pt x="274" y="151"/>
                </a:cubicBezTo>
                <a:cubicBezTo>
                  <a:pt x="274" y="133"/>
                  <a:pt x="266" y="133"/>
                  <a:pt x="266" y="133"/>
                </a:cubicBezTo>
                <a:cubicBezTo>
                  <a:pt x="266" y="133"/>
                  <a:pt x="274" y="106"/>
                  <a:pt x="274" y="89"/>
                </a:cubicBezTo>
                <a:cubicBezTo>
                  <a:pt x="274" y="62"/>
                  <a:pt x="257" y="0"/>
                  <a:pt x="177" y="0"/>
                </a:cubicBezTo>
                <a:cubicBezTo>
                  <a:pt x="88" y="0"/>
                  <a:pt x="70" y="62"/>
                  <a:pt x="70" y="89"/>
                </a:cubicBezTo>
                <a:cubicBezTo>
                  <a:pt x="70" y="106"/>
                  <a:pt x="79" y="133"/>
                  <a:pt x="79" y="133"/>
                </a:cubicBezTo>
                <a:cubicBezTo>
                  <a:pt x="79" y="133"/>
                  <a:pt x="70" y="133"/>
                  <a:pt x="70" y="151"/>
                </a:cubicBezTo>
                <a:cubicBezTo>
                  <a:pt x="70" y="195"/>
                  <a:pt x="88" y="177"/>
                  <a:pt x="97" y="195"/>
                </a:cubicBezTo>
                <a:cubicBezTo>
                  <a:pt x="106" y="239"/>
                  <a:pt x="123" y="230"/>
                  <a:pt x="123" y="257"/>
                </a:cubicBezTo>
                <a:cubicBezTo>
                  <a:pt x="123" y="292"/>
                  <a:pt x="97" y="310"/>
                  <a:pt x="35" y="336"/>
                </a:cubicBezTo>
                <a:cubicBezTo>
                  <a:pt x="35" y="336"/>
                  <a:pt x="17" y="336"/>
                  <a:pt x="0" y="345"/>
                </a:cubicBezTo>
                <a:cubicBezTo>
                  <a:pt x="0" y="443"/>
                  <a:pt x="0" y="443"/>
                  <a:pt x="0" y="443"/>
                </a:cubicBezTo>
                <a:cubicBezTo>
                  <a:pt x="398" y="443"/>
                  <a:pt x="398" y="443"/>
                  <a:pt x="398" y="443"/>
                </a:cubicBezTo>
                <a:cubicBezTo>
                  <a:pt x="398" y="443"/>
                  <a:pt x="398" y="408"/>
                  <a:pt x="398" y="399"/>
                </a:cubicBezTo>
                <a:cubicBezTo>
                  <a:pt x="398" y="381"/>
                  <a:pt x="372" y="354"/>
                  <a:pt x="310" y="336"/>
                </a:cubicBezTo>
                <a:close/>
                <a:moveTo>
                  <a:pt x="425" y="195"/>
                </a:moveTo>
                <a:lnTo>
                  <a:pt x="425" y="195"/>
                </a:lnTo>
                <a:cubicBezTo>
                  <a:pt x="425" y="124"/>
                  <a:pt x="425" y="124"/>
                  <a:pt x="425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01" y="195"/>
                  <a:pt x="301" y="195"/>
                  <a:pt x="301" y="195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72" y="248"/>
                  <a:pt x="372" y="248"/>
                  <a:pt x="372" y="248"/>
                </a:cubicBezTo>
                <a:cubicBezTo>
                  <a:pt x="372" y="319"/>
                  <a:pt x="372" y="319"/>
                  <a:pt x="372" y="319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96" y="248"/>
                  <a:pt x="496" y="248"/>
                  <a:pt x="496" y="248"/>
                </a:cubicBezTo>
                <a:cubicBezTo>
                  <a:pt x="496" y="195"/>
                  <a:pt x="496" y="195"/>
                  <a:pt x="496" y="195"/>
                </a:cubicBezTo>
                <a:lnTo>
                  <a:pt x="425" y="1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9" name="Google Shape;2189;p6"/>
          <p:cNvSpPr/>
          <p:nvPr/>
        </p:nvSpPr>
        <p:spPr>
          <a:xfrm>
            <a:off x="4065588" y="1506538"/>
            <a:ext cx="192087" cy="192087"/>
          </a:xfrm>
          <a:custGeom>
            <a:rect b="b" l="l" r="r" t="t"/>
            <a:pathLst>
              <a:path extrusionOk="0" h="426" w="426">
                <a:moveTo>
                  <a:pt x="212" y="0"/>
                </a:moveTo>
                <a:lnTo>
                  <a:pt x="212" y="0"/>
                </a:lnTo>
                <a:cubicBezTo>
                  <a:pt x="97" y="0"/>
                  <a:pt x="0" y="97"/>
                  <a:pt x="0" y="213"/>
                </a:cubicBezTo>
                <a:cubicBezTo>
                  <a:pt x="0" y="336"/>
                  <a:pt x="97" y="425"/>
                  <a:pt x="212" y="425"/>
                </a:cubicBezTo>
                <a:cubicBezTo>
                  <a:pt x="327" y="425"/>
                  <a:pt x="425" y="336"/>
                  <a:pt x="425" y="213"/>
                </a:cubicBezTo>
                <a:cubicBezTo>
                  <a:pt x="425" y="97"/>
                  <a:pt x="327" y="0"/>
                  <a:pt x="212" y="0"/>
                </a:cubicBezTo>
                <a:close/>
                <a:moveTo>
                  <a:pt x="229" y="390"/>
                </a:moveTo>
                <a:lnTo>
                  <a:pt x="229" y="390"/>
                </a:lnTo>
                <a:cubicBezTo>
                  <a:pt x="229" y="292"/>
                  <a:pt x="229" y="292"/>
                  <a:pt x="229" y="292"/>
                </a:cubicBezTo>
                <a:cubicBezTo>
                  <a:pt x="194" y="292"/>
                  <a:pt x="194" y="292"/>
                  <a:pt x="194" y="292"/>
                </a:cubicBezTo>
                <a:cubicBezTo>
                  <a:pt x="194" y="390"/>
                  <a:pt x="194" y="390"/>
                  <a:pt x="194" y="390"/>
                </a:cubicBezTo>
                <a:cubicBezTo>
                  <a:pt x="114" y="380"/>
                  <a:pt x="44" y="310"/>
                  <a:pt x="35" y="230"/>
                </a:cubicBezTo>
                <a:cubicBezTo>
                  <a:pt x="132" y="230"/>
                  <a:pt x="132" y="230"/>
                  <a:pt x="132" y="230"/>
                </a:cubicBezTo>
                <a:cubicBezTo>
                  <a:pt x="132" y="195"/>
                  <a:pt x="132" y="195"/>
                  <a:pt x="132" y="195"/>
                </a:cubicBezTo>
                <a:cubicBezTo>
                  <a:pt x="35" y="195"/>
                  <a:pt x="35" y="195"/>
                  <a:pt x="35" y="195"/>
                </a:cubicBezTo>
                <a:cubicBezTo>
                  <a:pt x="44" y="115"/>
                  <a:pt x="114" y="53"/>
                  <a:pt x="194" y="44"/>
                </a:cubicBezTo>
                <a:cubicBezTo>
                  <a:pt x="194" y="142"/>
                  <a:pt x="194" y="142"/>
                  <a:pt x="194" y="142"/>
                </a:cubicBezTo>
                <a:cubicBezTo>
                  <a:pt x="229" y="142"/>
                  <a:pt x="229" y="142"/>
                  <a:pt x="229" y="142"/>
                </a:cubicBezTo>
                <a:cubicBezTo>
                  <a:pt x="229" y="44"/>
                  <a:pt x="229" y="44"/>
                  <a:pt x="229" y="44"/>
                </a:cubicBezTo>
                <a:cubicBezTo>
                  <a:pt x="310" y="53"/>
                  <a:pt x="380" y="115"/>
                  <a:pt x="380" y="195"/>
                </a:cubicBezTo>
                <a:cubicBezTo>
                  <a:pt x="292" y="195"/>
                  <a:pt x="292" y="195"/>
                  <a:pt x="292" y="195"/>
                </a:cubicBezTo>
                <a:cubicBezTo>
                  <a:pt x="292" y="230"/>
                  <a:pt x="292" y="230"/>
                  <a:pt x="292" y="230"/>
                </a:cubicBezTo>
                <a:cubicBezTo>
                  <a:pt x="380" y="230"/>
                  <a:pt x="380" y="230"/>
                  <a:pt x="380" y="230"/>
                </a:cubicBezTo>
                <a:cubicBezTo>
                  <a:pt x="380" y="310"/>
                  <a:pt x="310" y="380"/>
                  <a:pt x="229" y="39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6"/>
          <p:cNvSpPr/>
          <p:nvPr/>
        </p:nvSpPr>
        <p:spPr>
          <a:xfrm>
            <a:off x="7640638" y="1531938"/>
            <a:ext cx="187325" cy="188912"/>
          </a:xfrm>
          <a:custGeom>
            <a:rect b="b" l="l" r="r" t="t"/>
            <a:pathLst>
              <a:path extrusionOk="0" h="417" w="418">
                <a:moveTo>
                  <a:pt x="204" y="0"/>
                </a:moveTo>
                <a:lnTo>
                  <a:pt x="204" y="0"/>
                </a:lnTo>
                <a:cubicBezTo>
                  <a:pt x="89" y="0"/>
                  <a:pt x="0" y="88"/>
                  <a:pt x="0" y="204"/>
                </a:cubicBezTo>
                <a:cubicBezTo>
                  <a:pt x="0" y="319"/>
                  <a:pt x="89" y="416"/>
                  <a:pt x="204" y="416"/>
                </a:cubicBezTo>
                <a:cubicBezTo>
                  <a:pt x="319" y="416"/>
                  <a:pt x="417" y="319"/>
                  <a:pt x="417" y="204"/>
                </a:cubicBezTo>
                <a:cubicBezTo>
                  <a:pt x="417" y="88"/>
                  <a:pt x="319" y="0"/>
                  <a:pt x="204" y="0"/>
                </a:cubicBezTo>
                <a:close/>
                <a:moveTo>
                  <a:pt x="328" y="177"/>
                </a:moveTo>
                <a:lnTo>
                  <a:pt x="328" y="177"/>
                </a:lnTo>
                <a:cubicBezTo>
                  <a:pt x="328" y="230"/>
                  <a:pt x="328" y="230"/>
                  <a:pt x="328" y="230"/>
                </a:cubicBezTo>
                <a:cubicBezTo>
                  <a:pt x="80" y="230"/>
                  <a:pt x="80" y="230"/>
                  <a:pt x="80" y="230"/>
                </a:cubicBezTo>
                <a:cubicBezTo>
                  <a:pt x="80" y="177"/>
                  <a:pt x="80" y="177"/>
                  <a:pt x="80" y="177"/>
                </a:cubicBezTo>
                <a:lnTo>
                  <a:pt x="328" y="1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6"/>
          <p:cNvSpPr/>
          <p:nvPr/>
        </p:nvSpPr>
        <p:spPr>
          <a:xfrm>
            <a:off x="1819275" y="1970088"/>
            <a:ext cx="207963" cy="207962"/>
          </a:xfrm>
          <a:custGeom>
            <a:rect b="b" l="l" r="r" t="t"/>
            <a:pathLst>
              <a:path extrusionOk="0" h="461" w="462">
                <a:moveTo>
                  <a:pt x="230" y="9"/>
                </a:moveTo>
                <a:lnTo>
                  <a:pt x="230" y="9"/>
                </a:lnTo>
                <a:cubicBezTo>
                  <a:pt x="98" y="9"/>
                  <a:pt x="0" y="106"/>
                  <a:pt x="0" y="239"/>
                </a:cubicBezTo>
                <a:cubicBezTo>
                  <a:pt x="0" y="363"/>
                  <a:pt x="107" y="460"/>
                  <a:pt x="230" y="460"/>
                </a:cubicBezTo>
                <a:cubicBezTo>
                  <a:pt x="363" y="460"/>
                  <a:pt x="461" y="354"/>
                  <a:pt x="461" y="230"/>
                </a:cubicBezTo>
                <a:cubicBezTo>
                  <a:pt x="461" y="106"/>
                  <a:pt x="355" y="0"/>
                  <a:pt x="230" y="9"/>
                </a:cubicBezTo>
                <a:close/>
                <a:moveTo>
                  <a:pt x="248" y="79"/>
                </a:moveTo>
                <a:lnTo>
                  <a:pt x="248" y="79"/>
                </a:lnTo>
                <a:cubicBezTo>
                  <a:pt x="275" y="79"/>
                  <a:pt x="283" y="97"/>
                  <a:pt x="283" y="106"/>
                </a:cubicBezTo>
                <a:cubicBezTo>
                  <a:pt x="283" y="132"/>
                  <a:pt x="266" y="150"/>
                  <a:pt x="239" y="150"/>
                </a:cubicBezTo>
                <a:cubicBezTo>
                  <a:pt x="222" y="150"/>
                  <a:pt x="213" y="132"/>
                  <a:pt x="213" y="115"/>
                </a:cubicBezTo>
                <a:cubicBezTo>
                  <a:pt x="213" y="106"/>
                  <a:pt x="222" y="79"/>
                  <a:pt x="248" y="79"/>
                </a:cubicBezTo>
                <a:close/>
                <a:moveTo>
                  <a:pt x="195" y="372"/>
                </a:moveTo>
                <a:lnTo>
                  <a:pt x="195" y="372"/>
                </a:lnTo>
                <a:cubicBezTo>
                  <a:pt x="177" y="372"/>
                  <a:pt x="169" y="363"/>
                  <a:pt x="177" y="327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195" y="239"/>
                  <a:pt x="195" y="230"/>
                  <a:pt x="195" y="230"/>
                </a:cubicBezTo>
                <a:cubicBezTo>
                  <a:pt x="186" y="230"/>
                  <a:pt x="169" y="239"/>
                  <a:pt x="160" y="248"/>
                </a:cubicBezTo>
                <a:cubicBezTo>
                  <a:pt x="151" y="239"/>
                  <a:pt x="151" y="239"/>
                  <a:pt x="151" y="239"/>
                </a:cubicBezTo>
                <a:cubicBezTo>
                  <a:pt x="186" y="204"/>
                  <a:pt x="230" y="185"/>
                  <a:pt x="248" y="185"/>
                </a:cubicBezTo>
                <a:cubicBezTo>
                  <a:pt x="266" y="185"/>
                  <a:pt x="266" y="204"/>
                  <a:pt x="266" y="230"/>
                </a:cubicBezTo>
                <a:cubicBezTo>
                  <a:pt x="239" y="310"/>
                  <a:pt x="239" y="310"/>
                  <a:pt x="239" y="310"/>
                </a:cubicBezTo>
                <a:cubicBezTo>
                  <a:pt x="239" y="327"/>
                  <a:pt x="239" y="327"/>
                  <a:pt x="239" y="327"/>
                </a:cubicBezTo>
                <a:cubicBezTo>
                  <a:pt x="248" y="327"/>
                  <a:pt x="266" y="327"/>
                  <a:pt x="275" y="310"/>
                </a:cubicBezTo>
                <a:cubicBezTo>
                  <a:pt x="283" y="327"/>
                  <a:pt x="283" y="327"/>
                  <a:pt x="283" y="327"/>
                </a:cubicBezTo>
                <a:cubicBezTo>
                  <a:pt x="248" y="363"/>
                  <a:pt x="213" y="372"/>
                  <a:pt x="195" y="3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2" name="Google Shape;2192;p6"/>
          <p:cNvSpPr/>
          <p:nvPr/>
        </p:nvSpPr>
        <p:spPr>
          <a:xfrm>
            <a:off x="1849438" y="1465263"/>
            <a:ext cx="104775" cy="222250"/>
          </a:xfrm>
          <a:custGeom>
            <a:rect b="b" l="l" r="r" t="t"/>
            <a:pathLst>
              <a:path extrusionOk="0" h="498" w="232">
                <a:moveTo>
                  <a:pt x="178" y="0"/>
                </a:moveTo>
                <a:lnTo>
                  <a:pt x="178" y="0"/>
                </a:lnTo>
                <a:cubicBezTo>
                  <a:pt x="213" y="0"/>
                  <a:pt x="222" y="27"/>
                  <a:pt x="222" y="53"/>
                </a:cubicBezTo>
                <a:cubicBezTo>
                  <a:pt x="222" y="80"/>
                  <a:pt x="196" y="115"/>
                  <a:pt x="160" y="115"/>
                </a:cubicBezTo>
                <a:cubicBezTo>
                  <a:pt x="125" y="115"/>
                  <a:pt x="107" y="97"/>
                  <a:pt x="107" y="62"/>
                </a:cubicBezTo>
                <a:cubicBezTo>
                  <a:pt x="107" y="35"/>
                  <a:pt x="134" y="0"/>
                  <a:pt x="178" y="0"/>
                </a:cubicBezTo>
                <a:close/>
                <a:moveTo>
                  <a:pt x="72" y="497"/>
                </a:moveTo>
                <a:lnTo>
                  <a:pt x="72" y="497"/>
                </a:lnTo>
                <a:cubicBezTo>
                  <a:pt x="45" y="497"/>
                  <a:pt x="28" y="478"/>
                  <a:pt x="45" y="407"/>
                </a:cubicBezTo>
                <a:cubicBezTo>
                  <a:pt x="81" y="284"/>
                  <a:pt x="81" y="284"/>
                  <a:pt x="81" y="284"/>
                </a:cubicBezTo>
                <a:cubicBezTo>
                  <a:pt x="81" y="266"/>
                  <a:pt x="81" y="257"/>
                  <a:pt x="81" y="257"/>
                </a:cubicBezTo>
                <a:cubicBezTo>
                  <a:pt x="72" y="257"/>
                  <a:pt x="37" y="275"/>
                  <a:pt x="19" y="284"/>
                </a:cubicBezTo>
                <a:cubicBezTo>
                  <a:pt x="0" y="266"/>
                  <a:pt x="0" y="266"/>
                  <a:pt x="0" y="266"/>
                </a:cubicBezTo>
                <a:cubicBezTo>
                  <a:pt x="63" y="213"/>
                  <a:pt x="143" y="178"/>
                  <a:pt x="169" y="178"/>
                </a:cubicBezTo>
                <a:cubicBezTo>
                  <a:pt x="196" y="178"/>
                  <a:pt x="205" y="213"/>
                  <a:pt x="187" y="257"/>
                </a:cubicBezTo>
                <a:cubicBezTo>
                  <a:pt x="151" y="390"/>
                  <a:pt x="151" y="390"/>
                  <a:pt x="151" y="390"/>
                </a:cubicBezTo>
                <a:cubicBezTo>
                  <a:pt x="151" y="416"/>
                  <a:pt x="151" y="425"/>
                  <a:pt x="160" y="425"/>
                </a:cubicBezTo>
                <a:cubicBezTo>
                  <a:pt x="160" y="425"/>
                  <a:pt x="187" y="407"/>
                  <a:pt x="213" y="390"/>
                </a:cubicBezTo>
                <a:cubicBezTo>
                  <a:pt x="231" y="407"/>
                  <a:pt x="231" y="407"/>
                  <a:pt x="231" y="407"/>
                </a:cubicBezTo>
                <a:cubicBezTo>
                  <a:pt x="169" y="478"/>
                  <a:pt x="98" y="497"/>
                  <a:pt x="72" y="4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6"/>
          <p:cNvSpPr/>
          <p:nvPr/>
        </p:nvSpPr>
        <p:spPr>
          <a:xfrm>
            <a:off x="7164388" y="1970088"/>
            <a:ext cx="188912" cy="187325"/>
          </a:xfrm>
          <a:custGeom>
            <a:rect b="b" l="l" r="r" t="t"/>
            <a:pathLst>
              <a:path extrusionOk="0" h="417" w="417">
                <a:moveTo>
                  <a:pt x="213" y="0"/>
                </a:moveTo>
                <a:lnTo>
                  <a:pt x="213" y="0"/>
                </a:lnTo>
                <a:cubicBezTo>
                  <a:pt x="97" y="0"/>
                  <a:pt x="0" y="89"/>
                  <a:pt x="0" y="204"/>
                </a:cubicBezTo>
                <a:cubicBezTo>
                  <a:pt x="0" y="319"/>
                  <a:pt x="97" y="416"/>
                  <a:pt x="213" y="416"/>
                </a:cubicBezTo>
                <a:cubicBezTo>
                  <a:pt x="328" y="416"/>
                  <a:pt x="416" y="319"/>
                  <a:pt x="416" y="204"/>
                </a:cubicBezTo>
                <a:cubicBezTo>
                  <a:pt x="416" y="89"/>
                  <a:pt x="328" y="0"/>
                  <a:pt x="213" y="0"/>
                </a:cubicBezTo>
                <a:close/>
                <a:moveTo>
                  <a:pt x="257" y="204"/>
                </a:moveTo>
                <a:lnTo>
                  <a:pt x="257" y="204"/>
                </a:lnTo>
                <a:cubicBezTo>
                  <a:pt x="328" y="284"/>
                  <a:pt x="328" y="284"/>
                  <a:pt x="328" y="284"/>
                </a:cubicBezTo>
                <a:cubicBezTo>
                  <a:pt x="284" y="328"/>
                  <a:pt x="284" y="328"/>
                  <a:pt x="284" y="328"/>
                </a:cubicBezTo>
                <a:cubicBezTo>
                  <a:pt x="213" y="248"/>
                  <a:pt x="213" y="248"/>
                  <a:pt x="213" y="248"/>
                </a:cubicBezTo>
                <a:cubicBezTo>
                  <a:pt x="132" y="328"/>
                  <a:pt x="132" y="328"/>
                  <a:pt x="132" y="328"/>
                </a:cubicBezTo>
                <a:cubicBezTo>
                  <a:pt x="88" y="284"/>
                  <a:pt x="88" y="284"/>
                  <a:pt x="88" y="284"/>
                </a:cubicBezTo>
                <a:cubicBezTo>
                  <a:pt x="168" y="204"/>
                  <a:pt x="168" y="204"/>
                  <a:pt x="168" y="204"/>
                </a:cubicBezTo>
                <a:cubicBezTo>
                  <a:pt x="88" y="134"/>
                  <a:pt x="88" y="134"/>
                  <a:pt x="88" y="134"/>
                </a:cubicBezTo>
                <a:cubicBezTo>
                  <a:pt x="132" y="89"/>
                  <a:pt x="132" y="89"/>
                  <a:pt x="132" y="89"/>
                </a:cubicBezTo>
                <a:cubicBezTo>
                  <a:pt x="213" y="159"/>
                  <a:pt x="213" y="159"/>
                  <a:pt x="213" y="159"/>
                </a:cubicBezTo>
                <a:cubicBezTo>
                  <a:pt x="284" y="89"/>
                  <a:pt x="284" y="89"/>
                  <a:pt x="284" y="89"/>
                </a:cubicBezTo>
                <a:cubicBezTo>
                  <a:pt x="328" y="134"/>
                  <a:pt x="328" y="134"/>
                  <a:pt x="328" y="134"/>
                </a:cubicBezTo>
                <a:lnTo>
                  <a:pt x="257" y="20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6"/>
          <p:cNvSpPr/>
          <p:nvPr/>
        </p:nvSpPr>
        <p:spPr>
          <a:xfrm>
            <a:off x="3616325" y="1947863"/>
            <a:ext cx="207963" cy="207962"/>
          </a:xfrm>
          <a:custGeom>
            <a:rect b="b" l="l" r="r" t="t"/>
            <a:pathLst>
              <a:path extrusionOk="0" h="461" w="461">
                <a:moveTo>
                  <a:pt x="231" y="9"/>
                </a:moveTo>
                <a:lnTo>
                  <a:pt x="231" y="9"/>
                </a:lnTo>
                <a:cubicBezTo>
                  <a:pt x="97" y="9"/>
                  <a:pt x="0" y="106"/>
                  <a:pt x="0" y="239"/>
                </a:cubicBezTo>
                <a:cubicBezTo>
                  <a:pt x="0" y="363"/>
                  <a:pt x="106" y="460"/>
                  <a:pt x="231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1" y="9"/>
                </a:cubicBezTo>
                <a:close/>
                <a:moveTo>
                  <a:pt x="231" y="372"/>
                </a:moveTo>
                <a:lnTo>
                  <a:pt x="231" y="372"/>
                </a:lnTo>
                <a:cubicBezTo>
                  <a:pt x="221" y="372"/>
                  <a:pt x="221" y="372"/>
                  <a:pt x="221" y="372"/>
                </a:cubicBezTo>
                <a:cubicBezTo>
                  <a:pt x="204" y="372"/>
                  <a:pt x="195" y="354"/>
                  <a:pt x="195" y="336"/>
                </a:cubicBezTo>
                <a:cubicBezTo>
                  <a:pt x="195" y="319"/>
                  <a:pt x="204" y="301"/>
                  <a:pt x="231" y="301"/>
                </a:cubicBezTo>
                <a:cubicBezTo>
                  <a:pt x="248" y="310"/>
                  <a:pt x="257" y="319"/>
                  <a:pt x="257" y="336"/>
                </a:cubicBezTo>
                <a:cubicBezTo>
                  <a:pt x="257" y="363"/>
                  <a:pt x="248" y="372"/>
                  <a:pt x="231" y="372"/>
                </a:cubicBezTo>
                <a:close/>
                <a:moveTo>
                  <a:pt x="310" y="213"/>
                </a:moveTo>
                <a:lnTo>
                  <a:pt x="310" y="213"/>
                </a:lnTo>
                <a:cubicBezTo>
                  <a:pt x="301" y="213"/>
                  <a:pt x="293" y="221"/>
                  <a:pt x="284" y="230"/>
                </a:cubicBezTo>
                <a:cubicBezTo>
                  <a:pt x="266" y="248"/>
                  <a:pt x="266" y="248"/>
                  <a:pt x="266" y="248"/>
                </a:cubicBezTo>
                <a:cubicBezTo>
                  <a:pt x="257" y="248"/>
                  <a:pt x="257" y="257"/>
                  <a:pt x="257" y="257"/>
                </a:cubicBezTo>
                <a:cubicBezTo>
                  <a:pt x="248" y="266"/>
                  <a:pt x="248" y="266"/>
                  <a:pt x="248" y="274"/>
                </a:cubicBezTo>
                <a:cubicBezTo>
                  <a:pt x="195" y="274"/>
                  <a:pt x="195" y="274"/>
                  <a:pt x="195" y="274"/>
                </a:cubicBezTo>
                <a:cubicBezTo>
                  <a:pt x="195" y="257"/>
                  <a:pt x="195" y="248"/>
                  <a:pt x="204" y="230"/>
                </a:cubicBezTo>
                <a:cubicBezTo>
                  <a:pt x="221" y="221"/>
                  <a:pt x="248" y="204"/>
                  <a:pt x="248" y="204"/>
                </a:cubicBezTo>
                <a:lnTo>
                  <a:pt x="257" y="195"/>
                </a:lnTo>
                <a:cubicBezTo>
                  <a:pt x="257" y="185"/>
                  <a:pt x="266" y="176"/>
                  <a:pt x="266" y="176"/>
                </a:cubicBezTo>
                <a:cubicBezTo>
                  <a:pt x="266" y="168"/>
                  <a:pt x="257" y="160"/>
                  <a:pt x="257" y="150"/>
                </a:cubicBezTo>
                <a:cubicBezTo>
                  <a:pt x="248" y="141"/>
                  <a:pt x="240" y="141"/>
                  <a:pt x="231" y="141"/>
                </a:cubicBezTo>
                <a:cubicBezTo>
                  <a:pt x="221" y="141"/>
                  <a:pt x="213" y="141"/>
                  <a:pt x="204" y="150"/>
                </a:cubicBezTo>
                <a:cubicBezTo>
                  <a:pt x="195" y="160"/>
                  <a:pt x="195" y="168"/>
                  <a:pt x="195" y="176"/>
                </a:cubicBezTo>
                <a:cubicBezTo>
                  <a:pt x="195" y="185"/>
                  <a:pt x="195" y="185"/>
                  <a:pt x="195" y="185"/>
                </a:cubicBezTo>
                <a:cubicBezTo>
                  <a:pt x="142" y="185"/>
                  <a:pt x="142" y="185"/>
                  <a:pt x="142" y="185"/>
                </a:cubicBezTo>
                <a:cubicBezTo>
                  <a:pt x="142" y="176"/>
                  <a:pt x="142" y="176"/>
                  <a:pt x="142" y="176"/>
                </a:cubicBezTo>
                <a:cubicBezTo>
                  <a:pt x="142" y="141"/>
                  <a:pt x="150" y="123"/>
                  <a:pt x="177" y="106"/>
                </a:cubicBezTo>
                <a:cubicBezTo>
                  <a:pt x="186" y="97"/>
                  <a:pt x="204" y="97"/>
                  <a:pt x="231" y="97"/>
                </a:cubicBezTo>
                <a:cubicBezTo>
                  <a:pt x="257" y="97"/>
                  <a:pt x="275" y="97"/>
                  <a:pt x="293" y="115"/>
                </a:cubicBezTo>
                <a:cubicBezTo>
                  <a:pt x="310" y="123"/>
                  <a:pt x="319" y="141"/>
                  <a:pt x="319" y="168"/>
                </a:cubicBezTo>
                <a:cubicBezTo>
                  <a:pt x="319" y="185"/>
                  <a:pt x="319" y="195"/>
                  <a:pt x="310" y="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6"/>
          <p:cNvSpPr/>
          <p:nvPr/>
        </p:nvSpPr>
        <p:spPr>
          <a:xfrm>
            <a:off x="8086725" y="1997075"/>
            <a:ext cx="128588" cy="133350"/>
          </a:xfrm>
          <a:custGeom>
            <a:rect b="b" l="l" r="r" t="t"/>
            <a:pathLst>
              <a:path extrusionOk="0" h="294" w="285">
                <a:moveTo>
                  <a:pt x="265" y="125"/>
                </a:moveTo>
                <a:lnTo>
                  <a:pt x="265" y="125"/>
                </a:lnTo>
                <a:cubicBezTo>
                  <a:pt x="168" y="125"/>
                  <a:pt x="168" y="125"/>
                  <a:pt x="168" y="125"/>
                </a:cubicBezTo>
                <a:cubicBezTo>
                  <a:pt x="168" y="18"/>
                  <a:pt x="168" y="18"/>
                  <a:pt x="168" y="18"/>
                </a:cubicBezTo>
                <a:cubicBezTo>
                  <a:pt x="168" y="0"/>
                  <a:pt x="150" y="0"/>
                  <a:pt x="141" y="0"/>
                </a:cubicBezTo>
                <a:cubicBezTo>
                  <a:pt x="124" y="0"/>
                  <a:pt x="115" y="0"/>
                  <a:pt x="115" y="18"/>
                </a:cubicBezTo>
                <a:cubicBezTo>
                  <a:pt x="115" y="125"/>
                  <a:pt x="115" y="125"/>
                  <a:pt x="115" y="125"/>
                </a:cubicBezTo>
                <a:cubicBezTo>
                  <a:pt x="9" y="125"/>
                  <a:pt x="9" y="125"/>
                  <a:pt x="9" y="125"/>
                </a:cubicBezTo>
                <a:cubicBezTo>
                  <a:pt x="0" y="125"/>
                  <a:pt x="0" y="133"/>
                  <a:pt x="0" y="142"/>
                </a:cubicBezTo>
                <a:cubicBezTo>
                  <a:pt x="0" y="160"/>
                  <a:pt x="0" y="169"/>
                  <a:pt x="9" y="169"/>
                </a:cubicBezTo>
                <a:cubicBezTo>
                  <a:pt x="115" y="169"/>
                  <a:pt x="115" y="169"/>
                  <a:pt x="115" y="169"/>
                </a:cubicBezTo>
                <a:cubicBezTo>
                  <a:pt x="115" y="275"/>
                  <a:pt x="115" y="275"/>
                  <a:pt x="115" y="275"/>
                </a:cubicBezTo>
                <a:cubicBezTo>
                  <a:pt x="115" y="284"/>
                  <a:pt x="124" y="293"/>
                  <a:pt x="141" y="293"/>
                </a:cubicBezTo>
                <a:cubicBezTo>
                  <a:pt x="150" y="293"/>
                  <a:pt x="168" y="284"/>
                  <a:pt x="168" y="275"/>
                </a:cubicBezTo>
                <a:cubicBezTo>
                  <a:pt x="168" y="169"/>
                  <a:pt x="168" y="169"/>
                  <a:pt x="168" y="169"/>
                </a:cubicBezTo>
                <a:cubicBezTo>
                  <a:pt x="265" y="169"/>
                  <a:pt x="265" y="169"/>
                  <a:pt x="265" y="169"/>
                </a:cubicBezTo>
                <a:cubicBezTo>
                  <a:pt x="284" y="169"/>
                  <a:pt x="284" y="160"/>
                  <a:pt x="284" y="142"/>
                </a:cubicBezTo>
                <a:cubicBezTo>
                  <a:pt x="284" y="133"/>
                  <a:pt x="284" y="125"/>
                  <a:pt x="265" y="12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6"/>
          <p:cNvSpPr/>
          <p:nvPr/>
        </p:nvSpPr>
        <p:spPr>
          <a:xfrm>
            <a:off x="7642225" y="2052638"/>
            <a:ext cx="127000" cy="20637"/>
          </a:xfrm>
          <a:custGeom>
            <a:rect b="b" l="l" r="r" t="t"/>
            <a:pathLst>
              <a:path extrusionOk="0" h="45" w="283">
                <a:moveTo>
                  <a:pt x="265" y="0"/>
                </a:moveTo>
                <a:lnTo>
                  <a:pt x="265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8"/>
                  <a:pt x="0" y="17"/>
                </a:cubicBezTo>
                <a:cubicBezTo>
                  <a:pt x="0" y="35"/>
                  <a:pt x="0" y="44"/>
                  <a:pt x="9" y="44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82" y="44"/>
                  <a:pt x="282" y="35"/>
                  <a:pt x="282" y="17"/>
                </a:cubicBezTo>
                <a:cubicBezTo>
                  <a:pt x="282" y="8"/>
                  <a:pt x="282" y="0"/>
                  <a:pt x="265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6"/>
          <p:cNvSpPr/>
          <p:nvPr/>
        </p:nvSpPr>
        <p:spPr>
          <a:xfrm>
            <a:off x="2273300" y="2381250"/>
            <a:ext cx="223838" cy="227013"/>
          </a:xfrm>
          <a:custGeom>
            <a:rect b="b" l="l" r="r" t="t"/>
            <a:pathLst>
              <a:path extrusionOk="0" h="505" w="497">
                <a:moveTo>
                  <a:pt x="469" y="8"/>
                </a:moveTo>
                <a:lnTo>
                  <a:pt x="469" y="8"/>
                </a:lnTo>
                <a:cubicBezTo>
                  <a:pt x="469" y="8"/>
                  <a:pt x="461" y="0"/>
                  <a:pt x="452" y="0"/>
                </a:cubicBezTo>
                <a:cubicBezTo>
                  <a:pt x="443" y="8"/>
                  <a:pt x="443" y="17"/>
                  <a:pt x="443" y="17"/>
                </a:cubicBezTo>
                <a:cubicBezTo>
                  <a:pt x="461" y="88"/>
                  <a:pt x="416" y="141"/>
                  <a:pt x="381" y="168"/>
                </a:cubicBezTo>
                <a:cubicBezTo>
                  <a:pt x="372" y="141"/>
                  <a:pt x="372" y="141"/>
                  <a:pt x="372" y="141"/>
                </a:cubicBezTo>
                <a:cubicBezTo>
                  <a:pt x="363" y="141"/>
                  <a:pt x="355" y="132"/>
                  <a:pt x="346" y="132"/>
                </a:cubicBezTo>
                <a:cubicBezTo>
                  <a:pt x="265" y="132"/>
                  <a:pt x="265" y="132"/>
                  <a:pt x="265" y="132"/>
                </a:cubicBezTo>
                <a:cubicBezTo>
                  <a:pt x="257" y="132"/>
                  <a:pt x="248" y="132"/>
                  <a:pt x="240" y="141"/>
                </a:cubicBezTo>
                <a:cubicBezTo>
                  <a:pt x="9" y="300"/>
                  <a:pt x="9" y="300"/>
                  <a:pt x="9" y="300"/>
                </a:cubicBezTo>
                <a:cubicBezTo>
                  <a:pt x="0" y="309"/>
                  <a:pt x="0" y="327"/>
                  <a:pt x="9" y="336"/>
                </a:cubicBezTo>
                <a:cubicBezTo>
                  <a:pt x="106" y="486"/>
                  <a:pt x="106" y="486"/>
                  <a:pt x="106" y="486"/>
                </a:cubicBezTo>
                <a:cubicBezTo>
                  <a:pt x="115" y="504"/>
                  <a:pt x="133" y="495"/>
                  <a:pt x="142" y="495"/>
                </a:cubicBezTo>
                <a:cubicBezTo>
                  <a:pt x="372" y="327"/>
                  <a:pt x="372" y="327"/>
                  <a:pt x="372" y="327"/>
                </a:cubicBezTo>
                <a:cubicBezTo>
                  <a:pt x="381" y="327"/>
                  <a:pt x="390" y="309"/>
                  <a:pt x="390" y="309"/>
                </a:cubicBezTo>
                <a:cubicBezTo>
                  <a:pt x="416" y="229"/>
                  <a:pt x="416" y="229"/>
                  <a:pt x="416" y="229"/>
                </a:cubicBezTo>
                <a:cubicBezTo>
                  <a:pt x="416" y="221"/>
                  <a:pt x="416" y="212"/>
                  <a:pt x="408" y="203"/>
                </a:cubicBezTo>
                <a:cubicBezTo>
                  <a:pt x="399" y="185"/>
                  <a:pt x="399" y="185"/>
                  <a:pt x="399" y="185"/>
                </a:cubicBezTo>
                <a:cubicBezTo>
                  <a:pt x="452" y="150"/>
                  <a:pt x="496" y="88"/>
                  <a:pt x="469" y="8"/>
                </a:cubicBezTo>
                <a:close/>
                <a:moveTo>
                  <a:pt x="363" y="247"/>
                </a:moveTo>
                <a:lnTo>
                  <a:pt x="363" y="247"/>
                </a:lnTo>
                <a:cubicBezTo>
                  <a:pt x="346" y="256"/>
                  <a:pt x="319" y="256"/>
                  <a:pt x="310" y="229"/>
                </a:cubicBezTo>
                <a:cubicBezTo>
                  <a:pt x="293" y="212"/>
                  <a:pt x="301" y="194"/>
                  <a:pt x="319" y="176"/>
                </a:cubicBezTo>
                <a:cubicBezTo>
                  <a:pt x="328" y="168"/>
                  <a:pt x="346" y="168"/>
                  <a:pt x="363" y="176"/>
                </a:cubicBezTo>
                <a:cubicBezTo>
                  <a:pt x="355" y="185"/>
                  <a:pt x="355" y="185"/>
                  <a:pt x="355" y="185"/>
                </a:cubicBezTo>
                <a:cubicBezTo>
                  <a:pt x="346" y="185"/>
                  <a:pt x="337" y="194"/>
                  <a:pt x="346" y="203"/>
                </a:cubicBezTo>
                <a:cubicBezTo>
                  <a:pt x="346" y="212"/>
                  <a:pt x="355" y="212"/>
                  <a:pt x="355" y="212"/>
                </a:cubicBezTo>
                <a:cubicBezTo>
                  <a:pt x="363" y="212"/>
                  <a:pt x="363" y="212"/>
                  <a:pt x="363" y="212"/>
                </a:cubicBezTo>
                <a:cubicBezTo>
                  <a:pt x="372" y="212"/>
                  <a:pt x="372" y="212"/>
                  <a:pt x="381" y="203"/>
                </a:cubicBezTo>
                <a:cubicBezTo>
                  <a:pt x="381" y="221"/>
                  <a:pt x="372" y="238"/>
                  <a:pt x="363" y="24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6"/>
          <p:cNvSpPr/>
          <p:nvPr/>
        </p:nvSpPr>
        <p:spPr>
          <a:xfrm>
            <a:off x="2268538" y="2876550"/>
            <a:ext cx="223837" cy="125413"/>
          </a:xfrm>
          <a:custGeom>
            <a:rect b="b" l="l" r="r" t="t"/>
            <a:pathLst>
              <a:path extrusionOk="0" h="276" w="497">
                <a:moveTo>
                  <a:pt x="249" y="0"/>
                </a:moveTo>
                <a:lnTo>
                  <a:pt x="249" y="0"/>
                </a:lnTo>
                <a:cubicBezTo>
                  <a:pt x="89" y="0"/>
                  <a:pt x="0" y="115"/>
                  <a:pt x="0" y="133"/>
                </a:cubicBezTo>
                <a:cubicBezTo>
                  <a:pt x="0" y="151"/>
                  <a:pt x="89" y="275"/>
                  <a:pt x="249" y="275"/>
                </a:cubicBezTo>
                <a:cubicBezTo>
                  <a:pt x="408" y="275"/>
                  <a:pt x="496" y="151"/>
                  <a:pt x="496" y="133"/>
                </a:cubicBezTo>
                <a:cubicBezTo>
                  <a:pt x="496" y="115"/>
                  <a:pt x="408" y="0"/>
                  <a:pt x="249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186" y="239"/>
                  <a:pt x="142" y="195"/>
                  <a:pt x="142" y="133"/>
                </a:cubicBezTo>
                <a:cubicBezTo>
                  <a:pt x="142" y="79"/>
                  <a:pt x="186" y="26"/>
                  <a:pt x="249" y="26"/>
                </a:cubicBezTo>
                <a:cubicBezTo>
                  <a:pt x="310" y="26"/>
                  <a:pt x="355" y="79"/>
                  <a:pt x="355" y="133"/>
                </a:cubicBezTo>
                <a:cubicBezTo>
                  <a:pt x="355" y="195"/>
                  <a:pt x="310" y="239"/>
                  <a:pt x="249" y="239"/>
                </a:cubicBezTo>
                <a:close/>
                <a:moveTo>
                  <a:pt x="249" y="133"/>
                </a:moveTo>
                <a:lnTo>
                  <a:pt x="249" y="133"/>
                </a:lnTo>
                <a:cubicBezTo>
                  <a:pt x="239" y="123"/>
                  <a:pt x="266" y="79"/>
                  <a:pt x="249" y="79"/>
                </a:cubicBezTo>
                <a:cubicBezTo>
                  <a:pt x="221" y="79"/>
                  <a:pt x="195" y="107"/>
                  <a:pt x="195" y="133"/>
                </a:cubicBezTo>
                <a:cubicBezTo>
                  <a:pt x="195" y="168"/>
                  <a:pt x="221" y="186"/>
                  <a:pt x="249" y="186"/>
                </a:cubicBezTo>
                <a:cubicBezTo>
                  <a:pt x="274" y="186"/>
                  <a:pt x="302" y="168"/>
                  <a:pt x="302" y="133"/>
                </a:cubicBezTo>
                <a:cubicBezTo>
                  <a:pt x="302" y="123"/>
                  <a:pt x="257" y="142"/>
                  <a:pt x="249" y="1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6"/>
          <p:cNvSpPr/>
          <p:nvPr/>
        </p:nvSpPr>
        <p:spPr>
          <a:xfrm>
            <a:off x="1831975" y="2833688"/>
            <a:ext cx="207963" cy="207962"/>
          </a:xfrm>
          <a:custGeom>
            <a:rect b="b" l="l" r="r" t="t"/>
            <a:pathLst>
              <a:path extrusionOk="0" h="461" w="461">
                <a:moveTo>
                  <a:pt x="230" y="8"/>
                </a:moveTo>
                <a:lnTo>
                  <a:pt x="230" y="8"/>
                </a:lnTo>
                <a:cubicBezTo>
                  <a:pt x="97" y="8"/>
                  <a:pt x="0" y="106"/>
                  <a:pt x="0" y="239"/>
                </a:cubicBezTo>
                <a:cubicBezTo>
                  <a:pt x="0" y="363"/>
                  <a:pt x="106" y="460"/>
                  <a:pt x="230" y="460"/>
                </a:cubicBezTo>
                <a:cubicBezTo>
                  <a:pt x="363" y="460"/>
                  <a:pt x="460" y="354"/>
                  <a:pt x="460" y="230"/>
                </a:cubicBezTo>
                <a:cubicBezTo>
                  <a:pt x="460" y="106"/>
                  <a:pt x="354" y="0"/>
                  <a:pt x="230" y="8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56" y="35"/>
                  <a:pt x="291" y="44"/>
                  <a:pt x="319" y="53"/>
                </a:cubicBezTo>
                <a:cubicBezTo>
                  <a:pt x="291" y="106"/>
                  <a:pt x="291" y="106"/>
                  <a:pt x="291" y="106"/>
                </a:cubicBezTo>
                <a:cubicBezTo>
                  <a:pt x="275" y="97"/>
                  <a:pt x="247" y="97"/>
                  <a:pt x="230" y="97"/>
                </a:cubicBezTo>
                <a:cubicBezTo>
                  <a:pt x="203" y="97"/>
                  <a:pt x="185" y="97"/>
                  <a:pt x="168" y="106"/>
                </a:cubicBezTo>
                <a:cubicBezTo>
                  <a:pt x="141" y="53"/>
                  <a:pt x="141" y="53"/>
                  <a:pt x="141" y="53"/>
                </a:cubicBezTo>
                <a:cubicBezTo>
                  <a:pt x="168" y="44"/>
                  <a:pt x="194" y="35"/>
                  <a:pt x="230" y="35"/>
                </a:cubicBezTo>
                <a:close/>
                <a:moveTo>
                  <a:pt x="106" y="292"/>
                </a:moveTo>
                <a:lnTo>
                  <a:pt x="106" y="292"/>
                </a:lnTo>
                <a:cubicBezTo>
                  <a:pt x="53" y="327"/>
                  <a:pt x="53" y="327"/>
                  <a:pt x="53" y="327"/>
                </a:cubicBezTo>
                <a:cubicBezTo>
                  <a:pt x="35" y="301"/>
                  <a:pt x="35" y="265"/>
                  <a:pt x="35" y="239"/>
                </a:cubicBezTo>
                <a:cubicBezTo>
                  <a:pt x="26" y="204"/>
                  <a:pt x="35" y="167"/>
                  <a:pt x="53" y="141"/>
                </a:cubicBezTo>
                <a:cubicBezTo>
                  <a:pt x="106" y="167"/>
                  <a:pt x="106" y="167"/>
                  <a:pt x="106" y="167"/>
                </a:cubicBezTo>
                <a:cubicBezTo>
                  <a:pt x="97" y="185"/>
                  <a:pt x="88" y="212"/>
                  <a:pt x="88" y="230"/>
                </a:cubicBezTo>
                <a:cubicBezTo>
                  <a:pt x="88" y="257"/>
                  <a:pt x="97" y="274"/>
                  <a:pt x="106" y="292"/>
                </a:cubicBezTo>
                <a:close/>
                <a:moveTo>
                  <a:pt x="230" y="433"/>
                </a:moveTo>
                <a:lnTo>
                  <a:pt x="230" y="433"/>
                </a:lnTo>
                <a:cubicBezTo>
                  <a:pt x="194" y="433"/>
                  <a:pt x="168" y="425"/>
                  <a:pt x="141" y="407"/>
                </a:cubicBezTo>
                <a:cubicBezTo>
                  <a:pt x="168" y="354"/>
                  <a:pt x="168" y="354"/>
                  <a:pt x="168" y="354"/>
                </a:cubicBezTo>
                <a:cubicBezTo>
                  <a:pt x="185" y="363"/>
                  <a:pt x="203" y="372"/>
                  <a:pt x="230" y="372"/>
                </a:cubicBezTo>
                <a:cubicBezTo>
                  <a:pt x="247" y="372"/>
                  <a:pt x="275" y="363"/>
                  <a:pt x="291" y="354"/>
                </a:cubicBezTo>
                <a:cubicBezTo>
                  <a:pt x="319" y="407"/>
                  <a:pt x="319" y="407"/>
                  <a:pt x="319" y="407"/>
                </a:cubicBezTo>
                <a:cubicBezTo>
                  <a:pt x="291" y="425"/>
                  <a:pt x="266" y="433"/>
                  <a:pt x="230" y="433"/>
                </a:cubicBezTo>
                <a:close/>
                <a:moveTo>
                  <a:pt x="230" y="345"/>
                </a:moveTo>
                <a:lnTo>
                  <a:pt x="230" y="345"/>
                </a:lnTo>
                <a:cubicBezTo>
                  <a:pt x="168" y="345"/>
                  <a:pt x="124" y="292"/>
                  <a:pt x="124" y="230"/>
                </a:cubicBezTo>
                <a:cubicBezTo>
                  <a:pt x="124" y="167"/>
                  <a:pt x="168" y="123"/>
                  <a:pt x="230" y="123"/>
                </a:cubicBezTo>
                <a:cubicBezTo>
                  <a:pt x="291" y="123"/>
                  <a:pt x="336" y="167"/>
                  <a:pt x="336" y="230"/>
                </a:cubicBezTo>
                <a:cubicBezTo>
                  <a:pt x="336" y="292"/>
                  <a:pt x="291" y="345"/>
                  <a:pt x="230" y="345"/>
                </a:cubicBezTo>
                <a:close/>
                <a:moveTo>
                  <a:pt x="354" y="292"/>
                </a:moveTo>
                <a:lnTo>
                  <a:pt x="354" y="292"/>
                </a:lnTo>
                <a:cubicBezTo>
                  <a:pt x="363" y="274"/>
                  <a:pt x="372" y="257"/>
                  <a:pt x="372" y="230"/>
                </a:cubicBezTo>
                <a:cubicBezTo>
                  <a:pt x="372" y="212"/>
                  <a:pt x="363" y="185"/>
                  <a:pt x="354" y="167"/>
                </a:cubicBezTo>
                <a:cubicBezTo>
                  <a:pt x="407" y="141"/>
                  <a:pt x="407" y="141"/>
                  <a:pt x="407" y="141"/>
                </a:cubicBezTo>
                <a:cubicBezTo>
                  <a:pt x="416" y="167"/>
                  <a:pt x="425" y="195"/>
                  <a:pt x="425" y="230"/>
                </a:cubicBezTo>
                <a:cubicBezTo>
                  <a:pt x="425" y="265"/>
                  <a:pt x="416" y="292"/>
                  <a:pt x="407" y="327"/>
                </a:cubicBezTo>
                <a:lnTo>
                  <a:pt x="354" y="29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6"/>
          <p:cNvSpPr/>
          <p:nvPr/>
        </p:nvSpPr>
        <p:spPr>
          <a:xfrm>
            <a:off x="949325" y="2844800"/>
            <a:ext cx="192088" cy="188913"/>
          </a:xfrm>
          <a:custGeom>
            <a:rect b="b" l="l" r="r" t="t"/>
            <a:pathLst>
              <a:path extrusionOk="0" h="417" w="427">
                <a:moveTo>
                  <a:pt x="416" y="53"/>
                </a:moveTo>
                <a:lnTo>
                  <a:pt x="416" y="53"/>
                </a:lnTo>
                <a:cubicBezTo>
                  <a:pt x="408" y="44"/>
                  <a:pt x="363" y="9"/>
                  <a:pt x="354" y="9"/>
                </a:cubicBezTo>
                <a:cubicBezTo>
                  <a:pt x="354" y="0"/>
                  <a:pt x="337" y="0"/>
                  <a:pt x="328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89" y="0"/>
                  <a:pt x="72" y="0"/>
                  <a:pt x="62" y="9"/>
                </a:cubicBezTo>
                <a:cubicBezTo>
                  <a:pt x="62" y="9"/>
                  <a:pt x="18" y="44"/>
                  <a:pt x="9" y="53"/>
                </a:cubicBezTo>
                <a:cubicBezTo>
                  <a:pt x="0" y="53"/>
                  <a:pt x="0" y="62"/>
                  <a:pt x="0" y="80"/>
                </a:cubicBezTo>
                <a:cubicBezTo>
                  <a:pt x="0" y="88"/>
                  <a:pt x="44" y="399"/>
                  <a:pt x="44" y="399"/>
                </a:cubicBezTo>
                <a:cubicBezTo>
                  <a:pt x="53" y="407"/>
                  <a:pt x="62" y="416"/>
                  <a:pt x="72" y="416"/>
                </a:cubicBezTo>
                <a:cubicBezTo>
                  <a:pt x="354" y="416"/>
                  <a:pt x="354" y="416"/>
                  <a:pt x="354" y="416"/>
                </a:cubicBezTo>
                <a:cubicBezTo>
                  <a:pt x="363" y="416"/>
                  <a:pt x="372" y="407"/>
                  <a:pt x="381" y="399"/>
                </a:cubicBezTo>
                <a:cubicBezTo>
                  <a:pt x="381" y="399"/>
                  <a:pt x="426" y="88"/>
                  <a:pt x="426" y="80"/>
                </a:cubicBezTo>
                <a:cubicBezTo>
                  <a:pt x="426" y="62"/>
                  <a:pt x="416" y="53"/>
                  <a:pt x="416" y="53"/>
                </a:cubicBezTo>
                <a:close/>
                <a:moveTo>
                  <a:pt x="213" y="266"/>
                </a:moveTo>
                <a:lnTo>
                  <a:pt x="213" y="266"/>
                </a:lnTo>
                <a:cubicBezTo>
                  <a:pt x="133" y="266"/>
                  <a:pt x="116" y="150"/>
                  <a:pt x="107" y="124"/>
                </a:cubicBezTo>
                <a:cubicBezTo>
                  <a:pt x="160" y="124"/>
                  <a:pt x="160" y="124"/>
                  <a:pt x="160" y="124"/>
                </a:cubicBezTo>
                <a:cubicBezTo>
                  <a:pt x="160" y="159"/>
                  <a:pt x="178" y="222"/>
                  <a:pt x="213" y="222"/>
                </a:cubicBezTo>
                <a:cubicBezTo>
                  <a:pt x="248" y="222"/>
                  <a:pt x="257" y="159"/>
                  <a:pt x="266" y="124"/>
                </a:cubicBezTo>
                <a:cubicBezTo>
                  <a:pt x="310" y="124"/>
                  <a:pt x="310" y="124"/>
                  <a:pt x="310" y="124"/>
                </a:cubicBezTo>
                <a:cubicBezTo>
                  <a:pt x="310" y="150"/>
                  <a:pt x="293" y="266"/>
                  <a:pt x="213" y="266"/>
                </a:cubicBezTo>
                <a:close/>
                <a:moveTo>
                  <a:pt x="36" y="80"/>
                </a:moveTo>
                <a:lnTo>
                  <a:pt x="36" y="80"/>
                </a:lnTo>
                <a:cubicBezTo>
                  <a:pt x="89" y="27"/>
                  <a:pt x="89" y="27"/>
                  <a:pt x="89" y="27"/>
                </a:cubicBezTo>
                <a:cubicBezTo>
                  <a:pt x="328" y="27"/>
                  <a:pt x="328" y="27"/>
                  <a:pt x="328" y="27"/>
                </a:cubicBezTo>
                <a:cubicBezTo>
                  <a:pt x="391" y="80"/>
                  <a:pt x="391" y="80"/>
                  <a:pt x="391" y="80"/>
                </a:cubicBezTo>
                <a:lnTo>
                  <a:pt x="36" y="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6"/>
          <p:cNvSpPr/>
          <p:nvPr/>
        </p:nvSpPr>
        <p:spPr>
          <a:xfrm>
            <a:off x="2714625" y="2405063"/>
            <a:ext cx="223838" cy="177800"/>
          </a:xfrm>
          <a:custGeom>
            <a:rect b="b" l="l" r="r" t="t"/>
            <a:pathLst>
              <a:path extrusionOk="0" h="399" w="497">
                <a:moveTo>
                  <a:pt x="248" y="150"/>
                </a:moveTo>
                <a:lnTo>
                  <a:pt x="248" y="150"/>
                </a:lnTo>
                <a:cubicBezTo>
                  <a:pt x="203" y="150"/>
                  <a:pt x="177" y="176"/>
                  <a:pt x="177" y="221"/>
                </a:cubicBezTo>
                <a:cubicBezTo>
                  <a:pt x="177" y="266"/>
                  <a:pt x="203" y="292"/>
                  <a:pt x="248" y="292"/>
                </a:cubicBezTo>
                <a:cubicBezTo>
                  <a:pt x="292" y="292"/>
                  <a:pt x="319" y="266"/>
                  <a:pt x="319" y="221"/>
                </a:cubicBezTo>
                <a:cubicBezTo>
                  <a:pt x="319" y="176"/>
                  <a:pt x="292" y="150"/>
                  <a:pt x="248" y="150"/>
                </a:cubicBezTo>
                <a:close/>
                <a:moveTo>
                  <a:pt x="442" y="70"/>
                </a:moveTo>
                <a:lnTo>
                  <a:pt x="442" y="70"/>
                </a:lnTo>
                <a:cubicBezTo>
                  <a:pt x="389" y="70"/>
                  <a:pt x="389" y="70"/>
                  <a:pt x="389" y="70"/>
                </a:cubicBezTo>
                <a:cubicBezTo>
                  <a:pt x="380" y="70"/>
                  <a:pt x="372" y="70"/>
                  <a:pt x="363" y="61"/>
                </a:cubicBezTo>
                <a:cubicBezTo>
                  <a:pt x="354" y="8"/>
                  <a:pt x="354" y="8"/>
                  <a:pt x="354" y="8"/>
                </a:cubicBezTo>
                <a:cubicBezTo>
                  <a:pt x="345" y="8"/>
                  <a:pt x="336" y="0"/>
                  <a:pt x="327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159" y="0"/>
                  <a:pt x="150" y="8"/>
                  <a:pt x="142" y="8"/>
                </a:cubicBezTo>
                <a:cubicBezTo>
                  <a:pt x="123" y="61"/>
                  <a:pt x="123" y="61"/>
                  <a:pt x="123" y="61"/>
                </a:cubicBezTo>
                <a:cubicBezTo>
                  <a:pt x="123" y="70"/>
                  <a:pt x="115" y="70"/>
                  <a:pt x="106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17" y="70"/>
                  <a:pt x="0" y="97"/>
                  <a:pt x="0" y="12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7" y="398"/>
                  <a:pt x="53" y="398"/>
                </a:cubicBezTo>
                <a:cubicBezTo>
                  <a:pt x="442" y="398"/>
                  <a:pt x="442" y="398"/>
                  <a:pt x="442" y="398"/>
                </a:cubicBezTo>
                <a:cubicBezTo>
                  <a:pt x="470" y="398"/>
                  <a:pt x="496" y="372"/>
                  <a:pt x="496" y="345"/>
                </a:cubicBezTo>
                <a:cubicBezTo>
                  <a:pt x="496" y="123"/>
                  <a:pt x="496" y="123"/>
                  <a:pt x="496" y="123"/>
                </a:cubicBezTo>
                <a:cubicBezTo>
                  <a:pt x="496" y="97"/>
                  <a:pt x="470" y="70"/>
                  <a:pt x="442" y="70"/>
                </a:cubicBezTo>
                <a:close/>
                <a:moveTo>
                  <a:pt x="248" y="345"/>
                </a:moveTo>
                <a:lnTo>
                  <a:pt x="248" y="345"/>
                </a:lnTo>
                <a:cubicBezTo>
                  <a:pt x="177" y="345"/>
                  <a:pt x="123" y="292"/>
                  <a:pt x="123" y="221"/>
                </a:cubicBezTo>
                <a:cubicBezTo>
                  <a:pt x="123" y="150"/>
                  <a:pt x="177" y="97"/>
                  <a:pt x="248" y="97"/>
                </a:cubicBezTo>
                <a:cubicBezTo>
                  <a:pt x="319" y="97"/>
                  <a:pt x="372" y="150"/>
                  <a:pt x="372" y="221"/>
                </a:cubicBezTo>
                <a:cubicBezTo>
                  <a:pt x="372" y="292"/>
                  <a:pt x="319" y="345"/>
                  <a:pt x="248" y="345"/>
                </a:cubicBezTo>
                <a:close/>
                <a:moveTo>
                  <a:pt x="425" y="159"/>
                </a:moveTo>
                <a:lnTo>
                  <a:pt x="425" y="159"/>
                </a:lnTo>
                <a:cubicBezTo>
                  <a:pt x="416" y="159"/>
                  <a:pt x="407" y="150"/>
                  <a:pt x="407" y="141"/>
                </a:cubicBezTo>
                <a:cubicBezTo>
                  <a:pt x="407" y="132"/>
                  <a:pt x="416" y="123"/>
                  <a:pt x="425" y="123"/>
                </a:cubicBezTo>
                <a:cubicBezTo>
                  <a:pt x="433" y="123"/>
                  <a:pt x="442" y="132"/>
                  <a:pt x="442" y="141"/>
                </a:cubicBezTo>
                <a:cubicBezTo>
                  <a:pt x="442" y="150"/>
                  <a:pt x="433" y="159"/>
                  <a:pt x="425" y="1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6"/>
          <p:cNvSpPr/>
          <p:nvPr/>
        </p:nvSpPr>
        <p:spPr>
          <a:xfrm>
            <a:off x="4983163" y="2389188"/>
            <a:ext cx="155575" cy="214312"/>
          </a:xfrm>
          <a:custGeom>
            <a:rect b="b" l="l" r="r" t="t"/>
            <a:pathLst>
              <a:path extrusionOk="0" h="479" w="346">
                <a:moveTo>
                  <a:pt x="195" y="0"/>
                </a:moveTo>
                <a:lnTo>
                  <a:pt x="195" y="0"/>
                </a:lnTo>
                <a:cubicBezTo>
                  <a:pt x="160" y="0"/>
                  <a:pt x="160" y="0"/>
                  <a:pt x="160" y="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33" y="319"/>
                  <a:pt x="107" y="319"/>
                  <a:pt x="80" y="328"/>
                </a:cubicBezTo>
                <a:cubicBezTo>
                  <a:pt x="26" y="346"/>
                  <a:pt x="0" y="390"/>
                  <a:pt x="10" y="425"/>
                </a:cubicBezTo>
                <a:cubicBezTo>
                  <a:pt x="26" y="461"/>
                  <a:pt x="71" y="478"/>
                  <a:pt x="124" y="461"/>
                </a:cubicBezTo>
                <a:cubicBezTo>
                  <a:pt x="169" y="443"/>
                  <a:pt x="195" y="408"/>
                  <a:pt x="195" y="372"/>
                </a:cubicBezTo>
                <a:cubicBezTo>
                  <a:pt x="195" y="106"/>
                  <a:pt x="195" y="106"/>
                  <a:pt x="195" y="106"/>
                </a:cubicBezTo>
                <a:cubicBezTo>
                  <a:pt x="266" y="124"/>
                  <a:pt x="266" y="212"/>
                  <a:pt x="257" y="230"/>
                </a:cubicBezTo>
                <a:cubicBezTo>
                  <a:pt x="257" y="239"/>
                  <a:pt x="266" y="248"/>
                  <a:pt x="275" y="230"/>
                </a:cubicBezTo>
                <a:cubicBezTo>
                  <a:pt x="345" y="115"/>
                  <a:pt x="195" y="62"/>
                  <a:pt x="195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6"/>
          <p:cNvSpPr/>
          <p:nvPr/>
        </p:nvSpPr>
        <p:spPr>
          <a:xfrm>
            <a:off x="3624263" y="2400300"/>
            <a:ext cx="192087" cy="195263"/>
          </a:xfrm>
          <a:custGeom>
            <a:rect b="b" l="l" r="r" t="t"/>
            <a:pathLst>
              <a:path extrusionOk="0" h="435" w="426">
                <a:moveTo>
                  <a:pt x="256" y="265"/>
                </a:moveTo>
                <a:lnTo>
                  <a:pt x="256" y="265"/>
                </a:lnTo>
                <a:cubicBezTo>
                  <a:pt x="186" y="336"/>
                  <a:pt x="80" y="345"/>
                  <a:pt x="0" y="301"/>
                </a:cubicBezTo>
                <a:cubicBezTo>
                  <a:pt x="9" y="319"/>
                  <a:pt x="17" y="328"/>
                  <a:pt x="35" y="345"/>
                </a:cubicBezTo>
                <a:cubicBezTo>
                  <a:pt x="124" y="434"/>
                  <a:pt x="256" y="434"/>
                  <a:pt x="346" y="345"/>
                </a:cubicBezTo>
                <a:cubicBezTo>
                  <a:pt x="425" y="256"/>
                  <a:pt x="425" y="124"/>
                  <a:pt x="346" y="35"/>
                </a:cubicBezTo>
                <a:cubicBezTo>
                  <a:pt x="328" y="26"/>
                  <a:pt x="310" y="9"/>
                  <a:pt x="292" y="0"/>
                </a:cubicBezTo>
                <a:cubicBezTo>
                  <a:pt x="346" y="88"/>
                  <a:pt x="328" y="194"/>
                  <a:pt x="256" y="26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6"/>
          <p:cNvSpPr/>
          <p:nvPr/>
        </p:nvSpPr>
        <p:spPr>
          <a:xfrm>
            <a:off x="4049713" y="2400300"/>
            <a:ext cx="227012" cy="177800"/>
          </a:xfrm>
          <a:custGeom>
            <a:rect b="b" l="l" r="r" t="t"/>
            <a:pathLst>
              <a:path extrusionOk="0" h="399" w="506">
                <a:moveTo>
                  <a:pt x="434" y="70"/>
                </a:moveTo>
                <a:lnTo>
                  <a:pt x="434" y="70"/>
                </a:lnTo>
                <a:cubicBezTo>
                  <a:pt x="354" y="17"/>
                  <a:pt x="265" y="0"/>
                  <a:pt x="168" y="35"/>
                </a:cubicBezTo>
                <a:cubicBezTo>
                  <a:pt x="89" y="53"/>
                  <a:pt x="9" y="141"/>
                  <a:pt x="9" y="221"/>
                </a:cubicBezTo>
                <a:cubicBezTo>
                  <a:pt x="0" y="319"/>
                  <a:pt x="71" y="398"/>
                  <a:pt x="195" y="398"/>
                </a:cubicBezTo>
                <a:cubicBezTo>
                  <a:pt x="337" y="398"/>
                  <a:pt x="381" y="328"/>
                  <a:pt x="381" y="310"/>
                </a:cubicBezTo>
                <a:cubicBezTo>
                  <a:pt x="390" y="292"/>
                  <a:pt x="328" y="248"/>
                  <a:pt x="363" y="212"/>
                </a:cubicBezTo>
                <a:cubicBezTo>
                  <a:pt x="408" y="168"/>
                  <a:pt x="452" y="203"/>
                  <a:pt x="469" y="203"/>
                </a:cubicBezTo>
                <a:cubicBezTo>
                  <a:pt x="496" y="194"/>
                  <a:pt x="505" y="124"/>
                  <a:pt x="434" y="70"/>
                </a:cubicBezTo>
                <a:close/>
                <a:moveTo>
                  <a:pt x="274" y="301"/>
                </a:moveTo>
                <a:lnTo>
                  <a:pt x="274" y="301"/>
                </a:lnTo>
                <a:cubicBezTo>
                  <a:pt x="248" y="301"/>
                  <a:pt x="239" y="283"/>
                  <a:pt x="239" y="265"/>
                </a:cubicBezTo>
                <a:cubicBezTo>
                  <a:pt x="239" y="248"/>
                  <a:pt x="248" y="230"/>
                  <a:pt x="274" y="230"/>
                </a:cubicBezTo>
                <a:cubicBezTo>
                  <a:pt x="293" y="230"/>
                  <a:pt x="309" y="248"/>
                  <a:pt x="309" y="265"/>
                </a:cubicBezTo>
                <a:cubicBezTo>
                  <a:pt x="309" y="283"/>
                  <a:pt x="293" y="301"/>
                  <a:pt x="274" y="3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6"/>
          <p:cNvSpPr/>
          <p:nvPr/>
        </p:nvSpPr>
        <p:spPr>
          <a:xfrm>
            <a:off x="4498975" y="2392363"/>
            <a:ext cx="223838" cy="187325"/>
          </a:xfrm>
          <a:custGeom>
            <a:rect b="b" l="l" r="r" t="t"/>
            <a:pathLst>
              <a:path extrusionOk="0" h="418" w="49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6"/>
          <p:cNvSpPr/>
          <p:nvPr/>
        </p:nvSpPr>
        <p:spPr>
          <a:xfrm>
            <a:off x="1835150" y="2389188"/>
            <a:ext cx="200025" cy="206375"/>
          </a:xfrm>
          <a:custGeom>
            <a:rect b="b" l="l" r="r" t="t"/>
            <a:pathLst>
              <a:path extrusionOk="0" h="462" w="444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6"/>
          <p:cNvSpPr/>
          <p:nvPr/>
        </p:nvSpPr>
        <p:spPr>
          <a:xfrm>
            <a:off x="1379538" y="2833688"/>
            <a:ext cx="222250" cy="211137"/>
          </a:xfrm>
          <a:custGeom>
            <a:rect b="b" l="l" r="r" t="t"/>
            <a:pathLst>
              <a:path extrusionOk="0" h="470" w="498">
                <a:moveTo>
                  <a:pt x="133" y="469"/>
                </a:moveTo>
                <a:lnTo>
                  <a:pt x="133" y="469"/>
                </a:lnTo>
                <a:cubicBezTo>
                  <a:pt x="186" y="469"/>
                  <a:pt x="186" y="469"/>
                  <a:pt x="186" y="469"/>
                </a:cubicBezTo>
                <a:cubicBezTo>
                  <a:pt x="293" y="265"/>
                  <a:pt x="293" y="265"/>
                  <a:pt x="293" y="265"/>
                </a:cubicBezTo>
                <a:cubicBezTo>
                  <a:pt x="426" y="265"/>
                  <a:pt x="426" y="265"/>
                  <a:pt x="426" y="265"/>
                </a:cubicBezTo>
                <a:cubicBezTo>
                  <a:pt x="426" y="265"/>
                  <a:pt x="497" y="265"/>
                  <a:pt x="497" y="230"/>
                </a:cubicBezTo>
                <a:cubicBezTo>
                  <a:pt x="497" y="195"/>
                  <a:pt x="426" y="195"/>
                  <a:pt x="426" y="195"/>
                </a:cubicBezTo>
                <a:cubicBezTo>
                  <a:pt x="293" y="195"/>
                  <a:pt x="293" y="195"/>
                  <a:pt x="293" y="195"/>
                </a:cubicBezTo>
                <a:cubicBezTo>
                  <a:pt x="186" y="0"/>
                  <a:pt x="186" y="0"/>
                  <a:pt x="186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95" y="195"/>
                  <a:pt x="195" y="195"/>
                  <a:pt x="195" y="195"/>
                </a:cubicBezTo>
                <a:cubicBezTo>
                  <a:pt x="107" y="195"/>
                  <a:pt x="107" y="195"/>
                  <a:pt x="107" y="195"/>
                </a:cubicBezTo>
                <a:cubicBezTo>
                  <a:pt x="53" y="150"/>
                  <a:pt x="53" y="150"/>
                  <a:pt x="53" y="150"/>
                </a:cubicBezTo>
                <a:cubicBezTo>
                  <a:pt x="0" y="150"/>
                  <a:pt x="0" y="150"/>
                  <a:pt x="0" y="150"/>
                </a:cubicBezTo>
                <a:cubicBezTo>
                  <a:pt x="36" y="230"/>
                  <a:pt x="36" y="230"/>
                  <a:pt x="36" y="230"/>
                </a:cubicBezTo>
                <a:cubicBezTo>
                  <a:pt x="0" y="319"/>
                  <a:pt x="0" y="319"/>
                  <a:pt x="0" y="319"/>
                </a:cubicBezTo>
                <a:cubicBezTo>
                  <a:pt x="53" y="319"/>
                  <a:pt x="53" y="319"/>
                  <a:pt x="53" y="319"/>
                </a:cubicBezTo>
                <a:cubicBezTo>
                  <a:pt x="107" y="265"/>
                  <a:pt x="107" y="265"/>
                  <a:pt x="107" y="265"/>
                </a:cubicBezTo>
                <a:cubicBezTo>
                  <a:pt x="195" y="265"/>
                  <a:pt x="195" y="265"/>
                  <a:pt x="195" y="265"/>
                </a:cubicBezTo>
                <a:lnTo>
                  <a:pt x="133" y="469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8" name="Google Shape;2208;p6"/>
          <p:cNvGrpSpPr/>
          <p:nvPr/>
        </p:nvGrpSpPr>
        <p:grpSpPr>
          <a:xfrm>
            <a:off x="2722563" y="2836863"/>
            <a:ext cx="207962" cy="204787"/>
            <a:chOff x="7197121" y="8332916"/>
            <a:chExt cx="553830" cy="543285"/>
          </a:xfrm>
        </p:grpSpPr>
        <p:sp>
          <p:nvSpPr>
            <p:cNvPr id="2209" name="Google Shape;2209;p6"/>
            <p:cNvSpPr/>
            <p:nvPr/>
          </p:nvSpPr>
          <p:spPr>
            <a:xfrm>
              <a:off x="7197121" y="8332916"/>
              <a:ext cx="553830" cy="543285"/>
            </a:xfrm>
            <a:custGeom>
              <a:rect b="b" l="l" r="r" t="t"/>
              <a:pathLst>
                <a:path extrusionOk="0" h="453" w="462">
                  <a:moveTo>
                    <a:pt x="231" y="0"/>
                  </a:moveTo>
                  <a:lnTo>
                    <a:pt x="231" y="0"/>
                  </a:lnTo>
                  <a:cubicBezTo>
                    <a:pt x="106" y="0"/>
                    <a:pt x="0" y="98"/>
                    <a:pt x="0" y="222"/>
                  </a:cubicBezTo>
                  <a:cubicBezTo>
                    <a:pt x="0" y="346"/>
                    <a:pt x="106" y="452"/>
                    <a:pt x="231" y="452"/>
                  </a:cubicBezTo>
                  <a:cubicBezTo>
                    <a:pt x="355" y="452"/>
                    <a:pt x="461" y="346"/>
                    <a:pt x="461" y="222"/>
                  </a:cubicBezTo>
                  <a:cubicBezTo>
                    <a:pt x="461" y="98"/>
                    <a:pt x="355" y="0"/>
                    <a:pt x="231" y="0"/>
                  </a:cubicBezTo>
                  <a:close/>
                  <a:moveTo>
                    <a:pt x="231" y="399"/>
                  </a:moveTo>
                  <a:lnTo>
                    <a:pt x="231" y="399"/>
                  </a:lnTo>
                  <a:cubicBezTo>
                    <a:pt x="133" y="399"/>
                    <a:pt x="53" y="319"/>
                    <a:pt x="53" y="222"/>
                  </a:cubicBezTo>
                  <a:cubicBezTo>
                    <a:pt x="53" y="124"/>
                    <a:pt x="133" y="45"/>
                    <a:pt x="231" y="45"/>
                  </a:cubicBezTo>
                  <a:cubicBezTo>
                    <a:pt x="328" y="45"/>
                    <a:pt x="408" y="124"/>
                    <a:pt x="408" y="222"/>
                  </a:cubicBezTo>
                  <a:cubicBezTo>
                    <a:pt x="408" y="319"/>
                    <a:pt x="328" y="399"/>
                    <a:pt x="231" y="3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0" name="Google Shape;2210;p6"/>
            <p:cNvSpPr/>
            <p:nvPr/>
          </p:nvSpPr>
          <p:spPr>
            <a:xfrm>
              <a:off x="7450784" y="8450839"/>
              <a:ext cx="126832" cy="261114"/>
            </a:xfrm>
            <a:custGeom>
              <a:rect b="b" l="l" r="r" t="t"/>
              <a:pathLst>
                <a:path extrusionOk="0" h="222" w="107">
                  <a:moveTo>
                    <a:pt x="36" y="0"/>
                  </a:moveTo>
                  <a:lnTo>
                    <a:pt x="0" y="0"/>
                  </a:lnTo>
                  <a:lnTo>
                    <a:pt x="0" y="133"/>
                  </a:lnTo>
                  <a:lnTo>
                    <a:pt x="89" y="221"/>
                  </a:lnTo>
                  <a:lnTo>
                    <a:pt x="106" y="195"/>
                  </a:lnTo>
                  <a:lnTo>
                    <a:pt x="36" y="114"/>
                  </a:lnTo>
                  <a:lnTo>
                    <a:pt x="36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1" name="Google Shape;2211;p6"/>
          <p:cNvSpPr/>
          <p:nvPr/>
        </p:nvSpPr>
        <p:spPr>
          <a:xfrm>
            <a:off x="7640638" y="3751263"/>
            <a:ext cx="152400" cy="160337"/>
          </a:xfrm>
          <a:custGeom>
            <a:rect b="b" l="l" r="r" t="t"/>
            <a:pathLst>
              <a:path extrusionOk="0" h="356" w="338">
                <a:moveTo>
                  <a:pt x="124" y="355"/>
                </a:moveTo>
                <a:lnTo>
                  <a:pt x="124" y="355"/>
                </a:lnTo>
                <a:cubicBezTo>
                  <a:pt x="115" y="355"/>
                  <a:pt x="107" y="346"/>
                  <a:pt x="98" y="337"/>
                </a:cubicBezTo>
                <a:cubicBezTo>
                  <a:pt x="9" y="222"/>
                  <a:pt x="9" y="222"/>
                  <a:pt x="9" y="222"/>
                </a:cubicBezTo>
                <a:cubicBezTo>
                  <a:pt x="0" y="204"/>
                  <a:pt x="0" y="187"/>
                  <a:pt x="18" y="178"/>
                </a:cubicBezTo>
                <a:cubicBezTo>
                  <a:pt x="36" y="160"/>
                  <a:pt x="53" y="168"/>
                  <a:pt x="62" y="178"/>
                </a:cubicBezTo>
                <a:cubicBezTo>
                  <a:pt x="124" y="258"/>
                  <a:pt x="124" y="258"/>
                  <a:pt x="124" y="258"/>
                </a:cubicBezTo>
                <a:cubicBezTo>
                  <a:pt x="266" y="27"/>
                  <a:pt x="266" y="27"/>
                  <a:pt x="266" y="27"/>
                </a:cubicBezTo>
                <a:cubicBezTo>
                  <a:pt x="284" y="9"/>
                  <a:pt x="301" y="0"/>
                  <a:pt x="319" y="9"/>
                </a:cubicBezTo>
                <a:cubicBezTo>
                  <a:pt x="337" y="18"/>
                  <a:pt x="337" y="45"/>
                  <a:pt x="328" y="62"/>
                </a:cubicBezTo>
                <a:cubicBezTo>
                  <a:pt x="160" y="337"/>
                  <a:pt x="160" y="337"/>
                  <a:pt x="160" y="337"/>
                </a:cubicBezTo>
                <a:cubicBezTo>
                  <a:pt x="151" y="346"/>
                  <a:pt x="142" y="355"/>
                  <a:pt x="124" y="35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6"/>
          <p:cNvSpPr/>
          <p:nvPr/>
        </p:nvSpPr>
        <p:spPr>
          <a:xfrm>
            <a:off x="6767513" y="2825750"/>
            <a:ext cx="127000" cy="223838"/>
          </a:xfrm>
          <a:custGeom>
            <a:rect b="b" l="l" r="r" t="t"/>
            <a:pathLst>
              <a:path extrusionOk="0" h="497" w="284">
                <a:moveTo>
                  <a:pt x="283" y="115"/>
                </a:moveTo>
                <a:lnTo>
                  <a:pt x="283" y="115"/>
                </a:lnTo>
                <a:cubicBezTo>
                  <a:pt x="283" y="62"/>
                  <a:pt x="283" y="62"/>
                  <a:pt x="283" y="62"/>
                </a:cubicBezTo>
                <a:cubicBezTo>
                  <a:pt x="283" y="35"/>
                  <a:pt x="221" y="0"/>
                  <a:pt x="142" y="0"/>
                </a:cubicBezTo>
                <a:cubicBezTo>
                  <a:pt x="61" y="0"/>
                  <a:pt x="0" y="35"/>
                  <a:pt x="0" y="62"/>
                </a:cubicBezTo>
                <a:cubicBezTo>
                  <a:pt x="0" y="62"/>
                  <a:pt x="0" y="62"/>
                  <a:pt x="0" y="115"/>
                </a:cubicBezTo>
                <a:cubicBezTo>
                  <a:pt x="0" y="168"/>
                  <a:pt x="97" y="213"/>
                  <a:pt x="97" y="248"/>
                </a:cubicBezTo>
                <a:cubicBezTo>
                  <a:pt x="97" y="292"/>
                  <a:pt x="0" y="328"/>
                  <a:pt x="0" y="381"/>
                </a:cubicBezTo>
                <a:cubicBezTo>
                  <a:pt x="0" y="434"/>
                  <a:pt x="0" y="443"/>
                  <a:pt x="0" y="443"/>
                </a:cubicBezTo>
                <a:cubicBezTo>
                  <a:pt x="0" y="460"/>
                  <a:pt x="61" y="496"/>
                  <a:pt x="142" y="496"/>
                </a:cubicBezTo>
                <a:cubicBezTo>
                  <a:pt x="221" y="496"/>
                  <a:pt x="283" y="460"/>
                  <a:pt x="283" y="443"/>
                </a:cubicBezTo>
                <a:cubicBezTo>
                  <a:pt x="283" y="443"/>
                  <a:pt x="283" y="434"/>
                  <a:pt x="283" y="381"/>
                </a:cubicBezTo>
                <a:cubicBezTo>
                  <a:pt x="283" y="328"/>
                  <a:pt x="186" y="292"/>
                  <a:pt x="186" y="248"/>
                </a:cubicBezTo>
                <a:cubicBezTo>
                  <a:pt x="186" y="213"/>
                  <a:pt x="283" y="168"/>
                  <a:pt x="283" y="115"/>
                </a:cubicBezTo>
                <a:close/>
                <a:moveTo>
                  <a:pt x="44" y="62"/>
                </a:moveTo>
                <a:lnTo>
                  <a:pt x="44" y="62"/>
                </a:lnTo>
                <a:cubicBezTo>
                  <a:pt x="61" y="53"/>
                  <a:pt x="88" y="35"/>
                  <a:pt x="142" y="35"/>
                </a:cubicBezTo>
                <a:cubicBezTo>
                  <a:pt x="195" y="35"/>
                  <a:pt x="239" y="62"/>
                  <a:pt x="239" y="62"/>
                </a:cubicBezTo>
                <a:cubicBezTo>
                  <a:pt x="248" y="62"/>
                  <a:pt x="257" y="71"/>
                  <a:pt x="248" y="71"/>
                </a:cubicBezTo>
                <a:cubicBezTo>
                  <a:pt x="230" y="88"/>
                  <a:pt x="186" y="97"/>
                  <a:pt x="142" y="97"/>
                </a:cubicBezTo>
                <a:cubicBezTo>
                  <a:pt x="97" y="97"/>
                  <a:pt x="53" y="88"/>
                  <a:pt x="35" y="71"/>
                </a:cubicBezTo>
                <a:cubicBezTo>
                  <a:pt x="26" y="71"/>
                  <a:pt x="44" y="62"/>
                  <a:pt x="44" y="62"/>
                </a:cubicBezTo>
                <a:close/>
                <a:moveTo>
                  <a:pt x="151" y="248"/>
                </a:moveTo>
                <a:lnTo>
                  <a:pt x="151" y="248"/>
                </a:lnTo>
                <a:cubicBezTo>
                  <a:pt x="151" y="283"/>
                  <a:pt x="177" y="301"/>
                  <a:pt x="204" y="328"/>
                </a:cubicBezTo>
                <a:cubicBezTo>
                  <a:pt x="221" y="345"/>
                  <a:pt x="248" y="372"/>
                  <a:pt x="248" y="381"/>
                </a:cubicBezTo>
                <a:cubicBezTo>
                  <a:pt x="248" y="416"/>
                  <a:pt x="248" y="416"/>
                  <a:pt x="248" y="416"/>
                </a:cubicBezTo>
                <a:cubicBezTo>
                  <a:pt x="230" y="407"/>
                  <a:pt x="151" y="390"/>
                  <a:pt x="151" y="354"/>
                </a:cubicBezTo>
                <a:cubicBezTo>
                  <a:pt x="151" y="337"/>
                  <a:pt x="133" y="337"/>
                  <a:pt x="133" y="354"/>
                </a:cubicBezTo>
                <a:cubicBezTo>
                  <a:pt x="133" y="390"/>
                  <a:pt x="61" y="407"/>
                  <a:pt x="35" y="416"/>
                </a:cubicBezTo>
                <a:cubicBezTo>
                  <a:pt x="35" y="381"/>
                  <a:pt x="35" y="381"/>
                  <a:pt x="35" y="381"/>
                </a:cubicBezTo>
                <a:cubicBezTo>
                  <a:pt x="35" y="372"/>
                  <a:pt x="61" y="345"/>
                  <a:pt x="80" y="328"/>
                </a:cubicBezTo>
                <a:cubicBezTo>
                  <a:pt x="106" y="301"/>
                  <a:pt x="133" y="283"/>
                  <a:pt x="133" y="248"/>
                </a:cubicBezTo>
                <a:cubicBezTo>
                  <a:pt x="133" y="222"/>
                  <a:pt x="106" y="203"/>
                  <a:pt x="80" y="177"/>
                </a:cubicBezTo>
                <a:cubicBezTo>
                  <a:pt x="61" y="159"/>
                  <a:pt x="35" y="132"/>
                  <a:pt x="35" y="115"/>
                </a:cubicBezTo>
                <a:cubicBezTo>
                  <a:pt x="35" y="88"/>
                  <a:pt x="35" y="88"/>
                  <a:pt x="35" y="88"/>
                </a:cubicBezTo>
                <a:cubicBezTo>
                  <a:pt x="61" y="106"/>
                  <a:pt x="97" y="115"/>
                  <a:pt x="142" y="115"/>
                </a:cubicBezTo>
                <a:cubicBezTo>
                  <a:pt x="186" y="115"/>
                  <a:pt x="230" y="106"/>
                  <a:pt x="248" y="88"/>
                </a:cubicBezTo>
                <a:cubicBezTo>
                  <a:pt x="248" y="115"/>
                  <a:pt x="248" y="115"/>
                  <a:pt x="248" y="115"/>
                </a:cubicBezTo>
                <a:cubicBezTo>
                  <a:pt x="248" y="132"/>
                  <a:pt x="221" y="159"/>
                  <a:pt x="204" y="177"/>
                </a:cubicBezTo>
                <a:cubicBezTo>
                  <a:pt x="177" y="203"/>
                  <a:pt x="151" y="222"/>
                  <a:pt x="151" y="24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6"/>
          <p:cNvSpPr/>
          <p:nvPr/>
        </p:nvSpPr>
        <p:spPr>
          <a:xfrm>
            <a:off x="8070850" y="1525588"/>
            <a:ext cx="160338" cy="187325"/>
          </a:xfrm>
          <a:custGeom>
            <a:rect b="b" l="l" r="r" t="t"/>
            <a:pathLst>
              <a:path extrusionOk="0" h="417" w="355">
                <a:moveTo>
                  <a:pt x="319" y="141"/>
                </a:moveTo>
                <a:lnTo>
                  <a:pt x="319" y="141"/>
                </a:lnTo>
                <a:cubicBezTo>
                  <a:pt x="274" y="141"/>
                  <a:pt x="274" y="141"/>
                  <a:pt x="274" y="141"/>
                </a:cubicBezTo>
                <a:cubicBezTo>
                  <a:pt x="274" y="106"/>
                  <a:pt x="274" y="106"/>
                  <a:pt x="274" y="106"/>
                </a:cubicBezTo>
                <a:cubicBezTo>
                  <a:pt x="274" y="35"/>
                  <a:pt x="238" y="0"/>
                  <a:pt x="176" y="0"/>
                </a:cubicBezTo>
                <a:cubicBezTo>
                  <a:pt x="106" y="0"/>
                  <a:pt x="79" y="35"/>
                  <a:pt x="79" y="106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25" y="141"/>
                  <a:pt x="25" y="141"/>
                  <a:pt x="25" y="141"/>
                </a:cubicBezTo>
                <a:cubicBezTo>
                  <a:pt x="17" y="141"/>
                  <a:pt x="0" y="159"/>
                  <a:pt x="0" y="17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81"/>
                  <a:pt x="17" y="398"/>
                  <a:pt x="25" y="398"/>
                </a:cubicBezTo>
                <a:cubicBezTo>
                  <a:pt x="53" y="407"/>
                  <a:pt x="53" y="407"/>
                  <a:pt x="53" y="407"/>
                </a:cubicBezTo>
                <a:cubicBezTo>
                  <a:pt x="70" y="416"/>
                  <a:pt x="88" y="416"/>
                  <a:pt x="106" y="416"/>
                </a:cubicBezTo>
                <a:cubicBezTo>
                  <a:pt x="247" y="416"/>
                  <a:pt x="247" y="416"/>
                  <a:pt x="247" y="416"/>
                </a:cubicBezTo>
                <a:cubicBezTo>
                  <a:pt x="265" y="416"/>
                  <a:pt x="283" y="416"/>
                  <a:pt x="300" y="407"/>
                </a:cubicBezTo>
                <a:cubicBezTo>
                  <a:pt x="327" y="398"/>
                  <a:pt x="327" y="398"/>
                  <a:pt x="327" y="398"/>
                </a:cubicBezTo>
                <a:cubicBezTo>
                  <a:pt x="336" y="398"/>
                  <a:pt x="354" y="381"/>
                  <a:pt x="354" y="372"/>
                </a:cubicBezTo>
                <a:cubicBezTo>
                  <a:pt x="354" y="177"/>
                  <a:pt x="354" y="177"/>
                  <a:pt x="354" y="177"/>
                </a:cubicBezTo>
                <a:cubicBezTo>
                  <a:pt x="354" y="159"/>
                  <a:pt x="336" y="141"/>
                  <a:pt x="319" y="141"/>
                </a:cubicBezTo>
                <a:close/>
                <a:moveTo>
                  <a:pt x="123" y="97"/>
                </a:moveTo>
                <a:lnTo>
                  <a:pt x="123" y="97"/>
                </a:lnTo>
                <a:cubicBezTo>
                  <a:pt x="123" y="62"/>
                  <a:pt x="150" y="44"/>
                  <a:pt x="176" y="44"/>
                </a:cubicBezTo>
                <a:cubicBezTo>
                  <a:pt x="203" y="44"/>
                  <a:pt x="229" y="62"/>
                  <a:pt x="229" y="97"/>
                </a:cubicBezTo>
                <a:cubicBezTo>
                  <a:pt x="229" y="141"/>
                  <a:pt x="229" y="141"/>
                  <a:pt x="229" y="141"/>
                </a:cubicBezTo>
                <a:cubicBezTo>
                  <a:pt x="123" y="141"/>
                  <a:pt x="123" y="141"/>
                  <a:pt x="123" y="141"/>
                </a:cubicBezTo>
                <a:lnTo>
                  <a:pt x="123" y="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6"/>
          <p:cNvSpPr/>
          <p:nvPr/>
        </p:nvSpPr>
        <p:spPr>
          <a:xfrm>
            <a:off x="7162800" y="3282950"/>
            <a:ext cx="215900" cy="195263"/>
          </a:xfrm>
          <a:custGeom>
            <a:rect b="b" l="l" r="r" t="t"/>
            <a:pathLst>
              <a:path extrusionOk="0" h="436" w="480">
                <a:moveTo>
                  <a:pt x="239" y="328"/>
                </a:moveTo>
                <a:lnTo>
                  <a:pt x="239" y="328"/>
                </a:lnTo>
                <a:cubicBezTo>
                  <a:pt x="213" y="328"/>
                  <a:pt x="186" y="355"/>
                  <a:pt x="186" y="382"/>
                </a:cubicBezTo>
                <a:cubicBezTo>
                  <a:pt x="186" y="409"/>
                  <a:pt x="213" y="435"/>
                  <a:pt x="239" y="435"/>
                </a:cubicBezTo>
                <a:cubicBezTo>
                  <a:pt x="266" y="435"/>
                  <a:pt x="292" y="409"/>
                  <a:pt x="292" y="382"/>
                </a:cubicBezTo>
                <a:cubicBezTo>
                  <a:pt x="292" y="355"/>
                  <a:pt x="266" y="328"/>
                  <a:pt x="239" y="328"/>
                </a:cubicBezTo>
                <a:close/>
                <a:moveTo>
                  <a:pt x="133" y="275"/>
                </a:moveTo>
                <a:lnTo>
                  <a:pt x="133" y="275"/>
                </a:lnTo>
                <a:cubicBezTo>
                  <a:pt x="168" y="311"/>
                  <a:pt x="168" y="311"/>
                  <a:pt x="168" y="311"/>
                </a:cubicBezTo>
                <a:cubicBezTo>
                  <a:pt x="204" y="275"/>
                  <a:pt x="266" y="275"/>
                  <a:pt x="310" y="311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283" y="222"/>
                  <a:pt x="195" y="222"/>
                  <a:pt x="133" y="275"/>
                </a:cubicBezTo>
                <a:close/>
                <a:moveTo>
                  <a:pt x="62" y="204"/>
                </a:moveTo>
                <a:lnTo>
                  <a:pt x="62" y="204"/>
                </a:lnTo>
                <a:cubicBezTo>
                  <a:pt x="98" y="240"/>
                  <a:pt x="98" y="240"/>
                  <a:pt x="98" y="240"/>
                </a:cubicBezTo>
                <a:cubicBezTo>
                  <a:pt x="177" y="169"/>
                  <a:pt x="301" y="169"/>
                  <a:pt x="381" y="240"/>
                </a:cubicBezTo>
                <a:cubicBezTo>
                  <a:pt x="417" y="204"/>
                  <a:pt x="417" y="204"/>
                  <a:pt x="417" y="204"/>
                </a:cubicBezTo>
                <a:cubicBezTo>
                  <a:pt x="319" y="107"/>
                  <a:pt x="160" y="107"/>
                  <a:pt x="62" y="204"/>
                </a:cubicBezTo>
                <a:close/>
                <a:moveTo>
                  <a:pt x="0" y="134"/>
                </a:moveTo>
                <a:lnTo>
                  <a:pt x="0" y="134"/>
                </a:lnTo>
                <a:cubicBezTo>
                  <a:pt x="26" y="169"/>
                  <a:pt x="26" y="169"/>
                  <a:pt x="26" y="169"/>
                </a:cubicBezTo>
                <a:cubicBezTo>
                  <a:pt x="142" y="54"/>
                  <a:pt x="328" y="54"/>
                  <a:pt x="443" y="169"/>
                </a:cubicBezTo>
                <a:cubicBezTo>
                  <a:pt x="479" y="134"/>
                  <a:pt x="479" y="134"/>
                  <a:pt x="479" y="134"/>
                </a:cubicBezTo>
                <a:cubicBezTo>
                  <a:pt x="345" y="0"/>
                  <a:pt x="133" y="0"/>
                  <a:pt x="0" y="13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6"/>
          <p:cNvSpPr/>
          <p:nvPr/>
        </p:nvSpPr>
        <p:spPr>
          <a:xfrm>
            <a:off x="8105775" y="3771900"/>
            <a:ext cx="106363" cy="120650"/>
          </a:xfrm>
          <a:custGeom>
            <a:rect b="b" l="l" r="r" t="t"/>
            <a:pathLst>
              <a:path extrusionOk="0" h="267" w="240">
                <a:moveTo>
                  <a:pt x="230" y="213"/>
                </a:moveTo>
                <a:lnTo>
                  <a:pt x="230" y="213"/>
                </a:lnTo>
                <a:cubicBezTo>
                  <a:pt x="160" y="133"/>
                  <a:pt x="160" y="133"/>
                  <a:pt x="160" y="133"/>
                </a:cubicBezTo>
                <a:cubicBezTo>
                  <a:pt x="230" y="53"/>
                  <a:pt x="230" y="53"/>
                  <a:pt x="230" y="53"/>
                </a:cubicBezTo>
                <a:cubicBezTo>
                  <a:pt x="239" y="44"/>
                  <a:pt x="239" y="26"/>
                  <a:pt x="230" y="17"/>
                </a:cubicBezTo>
                <a:cubicBezTo>
                  <a:pt x="222" y="0"/>
                  <a:pt x="204" y="0"/>
                  <a:pt x="185" y="17"/>
                </a:cubicBezTo>
                <a:cubicBezTo>
                  <a:pt x="124" y="88"/>
                  <a:pt x="124" y="88"/>
                  <a:pt x="124" y="88"/>
                </a:cubicBezTo>
                <a:cubicBezTo>
                  <a:pt x="62" y="17"/>
                  <a:pt x="62" y="17"/>
                  <a:pt x="62" y="17"/>
                </a:cubicBezTo>
                <a:cubicBezTo>
                  <a:pt x="44" y="0"/>
                  <a:pt x="26" y="0"/>
                  <a:pt x="18" y="17"/>
                </a:cubicBezTo>
                <a:cubicBezTo>
                  <a:pt x="0" y="26"/>
                  <a:pt x="0" y="44"/>
                  <a:pt x="18" y="53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18" y="213"/>
                  <a:pt x="18" y="213"/>
                  <a:pt x="18" y="213"/>
                </a:cubicBezTo>
                <a:cubicBezTo>
                  <a:pt x="0" y="221"/>
                  <a:pt x="0" y="248"/>
                  <a:pt x="18" y="257"/>
                </a:cubicBezTo>
                <a:cubicBezTo>
                  <a:pt x="26" y="266"/>
                  <a:pt x="44" y="266"/>
                  <a:pt x="62" y="257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85" y="257"/>
                  <a:pt x="185" y="257"/>
                  <a:pt x="185" y="257"/>
                </a:cubicBezTo>
                <a:cubicBezTo>
                  <a:pt x="204" y="266"/>
                  <a:pt x="222" y="266"/>
                  <a:pt x="230" y="257"/>
                </a:cubicBezTo>
                <a:cubicBezTo>
                  <a:pt x="239" y="248"/>
                  <a:pt x="239" y="221"/>
                  <a:pt x="230" y="21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6"/>
          <p:cNvSpPr/>
          <p:nvPr/>
        </p:nvSpPr>
        <p:spPr>
          <a:xfrm>
            <a:off x="4113213" y="2836863"/>
            <a:ext cx="90487" cy="204787"/>
          </a:xfrm>
          <a:custGeom>
            <a:rect b="b" l="l" r="r" t="t"/>
            <a:pathLst>
              <a:path extrusionOk="0" h="453" w="205">
                <a:moveTo>
                  <a:pt x="26" y="443"/>
                </a:moveTo>
                <a:lnTo>
                  <a:pt x="26" y="443"/>
                </a:lnTo>
                <a:cubicBezTo>
                  <a:pt x="17" y="443"/>
                  <a:pt x="106" y="266"/>
                  <a:pt x="106" y="266"/>
                </a:cubicBezTo>
                <a:cubicBezTo>
                  <a:pt x="97" y="257"/>
                  <a:pt x="8" y="231"/>
                  <a:pt x="8" y="212"/>
                </a:cubicBezTo>
                <a:cubicBezTo>
                  <a:pt x="0" y="196"/>
                  <a:pt x="177" y="0"/>
                  <a:pt x="186" y="0"/>
                </a:cubicBezTo>
                <a:cubicBezTo>
                  <a:pt x="186" y="9"/>
                  <a:pt x="106" y="177"/>
                  <a:pt x="106" y="187"/>
                </a:cubicBezTo>
                <a:cubicBezTo>
                  <a:pt x="114" y="196"/>
                  <a:pt x="204" y="222"/>
                  <a:pt x="204" y="240"/>
                </a:cubicBezTo>
                <a:cubicBezTo>
                  <a:pt x="204" y="249"/>
                  <a:pt x="35" y="452"/>
                  <a:pt x="26" y="44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6"/>
          <p:cNvSpPr/>
          <p:nvPr/>
        </p:nvSpPr>
        <p:spPr>
          <a:xfrm>
            <a:off x="3616325" y="2836863"/>
            <a:ext cx="200025" cy="200025"/>
          </a:xfrm>
          <a:custGeom>
            <a:rect b="b" l="l" r="r" t="t"/>
            <a:pathLst>
              <a:path extrusionOk="0" h="444" w="444">
                <a:moveTo>
                  <a:pt x="399" y="53"/>
                </a:moveTo>
                <a:lnTo>
                  <a:pt x="399" y="53"/>
                </a:lnTo>
                <a:cubicBezTo>
                  <a:pt x="372" y="53"/>
                  <a:pt x="372" y="53"/>
                  <a:pt x="372" y="53"/>
                </a:cubicBezTo>
                <a:cubicBezTo>
                  <a:pt x="372" y="98"/>
                  <a:pt x="372" y="98"/>
                  <a:pt x="372" y="98"/>
                </a:cubicBezTo>
                <a:cubicBezTo>
                  <a:pt x="293" y="98"/>
                  <a:pt x="293" y="98"/>
                  <a:pt x="293" y="98"/>
                </a:cubicBezTo>
                <a:cubicBezTo>
                  <a:pt x="293" y="53"/>
                  <a:pt x="293" y="53"/>
                  <a:pt x="293" y="53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151" y="98"/>
                  <a:pt x="151" y="98"/>
                  <a:pt x="151" y="98"/>
                </a:cubicBezTo>
                <a:cubicBezTo>
                  <a:pt x="71" y="98"/>
                  <a:pt x="71" y="98"/>
                  <a:pt x="71" y="98"/>
                </a:cubicBezTo>
                <a:cubicBezTo>
                  <a:pt x="71" y="53"/>
                  <a:pt x="71" y="53"/>
                  <a:pt x="71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18" y="53"/>
                  <a:pt x="0" y="71"/>
                  <a:pt x="0" y="98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8" y="443"/>
                  <a:pt x="45" y="443"/>
                </a:cubicBezTo>
                <a:cubicBezTo>
                  <a:pt x="399" y="443"/>
                  <a:pt x="399" y="443"/>
                  <a:pt x="399" y="443"/>
                </a:cubicBezTo>
                <a:cubicBezTo>
                  <a:pt x="425" y="443"/>
                  <a:pt x="443" y="425"/>
                  <a:pt x="443" y="399"/>
                </a:cubicBezTo>
                <a:cubicBezTo>
                  <a:pt x="443" y="98"/>
                  <a:pt x="443" y="98"/>
                  <a:pt x="443" y="98"/>
                </a:cubicBezTo>
                <a:cubicBezTo>
                  <a:pt x="443" y="71"/>
                  <a:pt x="425" y="53"/>
                  <a:pt x="399" y="53"/>
                </a:cubicBezTo>
                <a:close/>
                <a:moveTo>
                  <a:pt x="399" y="399"/>
                </a:moveTo>
                <a:lnTo>
                  <a:pt x="399" y="399"/>
                </a:lnTo>
                <a:cubicBezTo>
                  <a:pt x="45" y="399"/>
                  <a:pt x="45" y="399"/>
                  <a:pt x="45" y="399"/>
                </a:cubicBezTo>
                <a:cubicBezTo>
                  <a:pt x="45" y="196"/>
                  <a:pt x="45" y="196"/>
                  <a:pt x="45" y="196"/>
                </a:cubicBezTo>
                <a:cubicBezTo>
                  <a:pt x="399" y="196"/>
                  <a:pt x="399" y="196"/>
                  <a:pt x="399" y="196"/>
                </a:cubicBezTo>
                <a:lnTo>
                  <a:pt x="399" y="399"/>
                </a:lnTo>
                <a:close/>
                <a:moveTo>
                  <a:pt x="124" y="0"/>
                </a:moveTo>
                <a:lnTo>
                  <a:pt x="124" y="0"/>
                </a:lnTo>
                <a:cubicBezTo>
                  <a:pt x="89" y="0"/>
                  <a:pt x="89" y="0"/>
                  <a:pt x="89" y="0"/>
                </a:cubicBezTo>
                <a:cubicBezTo>
                  <a:pt x="89" y="89"/>
                  <a:pt x="89" y="89"/>
                  <a:pt x="89" y="89"/>
                </a:cubicBezTo>
                <a:cubicBezTo>
                  <a:pt x="124" y="89"/>
                  <a:pt x="124" y="89"/>
                  <a:pt x="124" y="89"/>
                </a:cubicBezTo>
                <a:lnTo>
                  <a:pt x="124" y="0"/>
                </a:lnTo>
                <a:close/>
                <a:moveTo>
                  <a:pt x="354" y="0"/>
                </a:moveTo>
                <a:lnTo>
                  <a:pt x="354" y="0"/>
                </a:lnTo>
                <a:cubicBezTo>
                  <a:pt x="319" y="0"/>
                  <a:pt x="319" y="0"/>
                  <a:pt x="319" y="0"/>
                </a:cubicBezTo>
                <a:cubicBezTo>
                  <a:pt x="319" y="89"/>
                  <a:pt x="319" y="89"/>
                  <a:pt x="319" y="89"/>
                </a:cubicBezTo>
                <a:cubicBezTo>
                  <a:pt x="354" y="89"/>
                  <a:pt x="354" y="89"/>
                  <a:pt x="354" y="89"/>
                </a:cubicBezTo>
                <a:lnTo>
                  <a:pt x="3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6"/>
          <p:cNvSpPr/>
          <p:nvPr/>
        </p:nvSpPr>
        <p:spPr>
          <a:xfrm>
            <a:off x="3198813" y="2908300"/>
            <a:ext cx="144462" cy="141288"/>
          </a:xfrm>
          <a:custGeom>
            <a:rect b="b" l="l" r="r" t="t"/>
            <a:pathLst>
              <a:path extrusionOk="0" h="312" w="320">
                <a:moveTo>
                  <a:pt x="311" y="0"/>
                </a:moveTo>
                <a:lnTo>
                  <a:pt x="311" y="0"/>
                </a:lnTo>
                <a:cubicBezTo>
                  <a:pt x="293" y="0"/>
                  <a:pt x="293" y="0"/>
                  <a:pt x="293" y="0"/>
                </a:cubicBezTo>
                <a:cubicBezTo>
                  <a:pt x="284" y="0"/>
                  <a:pt x="284" y="0"/>
                  <a:pt x="284" y="9"/>
                </a:cubicBezTo>
                <a:cubicBezTo>
                  <a:pt x="284" y="72"/>
                  <a:pt x="284" y="72"/>
                  <a:pt x="284" y="72"/>
                </a:cubicBezTo>
                <a:cubicBezTo>
                  <a:pt x="284" y="107"/>
                  <a:pt x="257" y="160"/>
                  <a:pt x="160" y="160"/>
                </a:cubicBezTo>
                <a:cubicBezTo>
                  <a:pt x="63" y="160"/>
                  <a:pt x="36" y="107"/>
                  <a:pt x="36" y="72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0"/>
                  <a:pt x="28" y="0"/>
                  <a:pt x="28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0" y="0"/>
                  <a:pt x="0" y="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134"/>
                  <a:pt x="44" y="187"/>
                  <a:pt x="134" y="196"/>
                </a:cubicBezTo>
                <a:cubicBezTo>
                  <a:pt x="134" y="266"/>
                  <a:pt x="134" y="266"/>
                  <a:pt x="134" y="266"/>
                </a:cubicBezTo>
                <a:cubicBezTo>
                  <a:pt x="72" y="266"/>
                  <a:pt x="72" y="266"/>
                  <a:pt x="72" y="266"/>
                </a:cubicBezTo>
                <a:cubicBezTo>
                  <a:pt x="63" y="266"/>
                  <a:pt x="63" y="266"/>
                  <a:pt x="63" y="275"/>
                </a:cubicBezTo>
                <a:cubicBezTo>
                  <a:pt x="63" y="302"/>
                  <a:pt x="63" y="302"/>
                  <a:pt x="63" y="302"/>
                </a:cubicBezTo>
                <a:cubicBezTo>
                  <a:pt x="63" y="311"/>
                  <a:pt x="63" y="311"/>
                  <a:pt x="72" y="311"/>
                </a:cubicBezTo>
                <a:cubicBezTo>
                  <a:pt x="249" y="311"/>
                  <a:pt x="249" y="311"/>
                  <a:pt x="249" y="311"/>
                </a:cubicBezTo>
                <a:cubicBezTo>
                  <a:pt x="257" y="311"/>
                  <a:pt x="257" y="311"/>
                  <a:pt x="257" y="302"/>
                </a:cubicBezTo>
                <a:cubicBezTo>
                  <a:pt x="257" y="275"/>
                  <a:pt x="257" y="275"/>
                  <a:pt x="257" y="275"/>
                </a:cubicBezTo>
                <a:cubicBezTo>
                  <a:pt x="257" y="266"/>
                  <a:pt x="257" y="266"/>
                  <a:pt x="249" y="266"/>
                </a:cubicBezTo>
                <a:cubicBezTo>
                  <a:pt x="187" y="266"/>
                  <a:pt x="187" y="266"/>
                  <a:pt x="187" y="266"/>
                </a:cubicBezTo>
                <a:cubicBezTo>
                  <a:pt x="187" y="196"/>
                  <a:pt x="187" y="196"/>
                  <a:pt x="187" y="196"/>
                </a:cubicBezTo>
                <a:cubicBezTo>
                  <a:pt x="275" y="187"/>
                  <a:pt x="319" y="134"/>
                  <a:pt x="319" y="72"/>
                </a:cubicBezTo>
                <a:cubicBezTo>
                  <a:pt x="319" y="9"/>
                  <a:pt x="319" y="9"/>
                  <a:pt x="319" y="9"/>
                </a:cubicBezTo>
                <a:cubicBezTo>
                  <a:pt x="319" y="0"/>
                  <a:pt x="311" y="0"/>
                  <a:pt x="311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6"/>
          <p:cNvSpPr/>
          <p:nvPr/>
        </p:nvSpPr>
        <p:spPr>
          <a:xfrm>
            <a:off x="3238500" y="2908300"/>
            <a:ext cx="63500" cy="53975"/>
          </a:xfrm>
          <a:custGeom>
            <a:rect b="b" l="l" r="r" t="t"/>
            <a:pathLst>
              <a:path extrusionOk="0" h="117" w="143">
                <a:moveTo>
                  <a:pt x="71" y="116"/>
                </a:moveTo>
                <a:lnTo>
                  <a:pt x="71" y="116"/>
                </a:lnTo>
                <a:cubicBezTo>
                  <a:pt x="133" y="116"/>
                  <a:pt x="142" y="90"/>
                  <a:pt x="142" y="72"/>
                </a:cubicBezTo>
                <a:cubicBezTo>
                  <a:pt x="142" y="0"/>
                  <a:pt x="142" y="0"/>
                  <a:pt x="14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90"/>
                  <a:pt x="9" y="116"/>
                  <a:pt x="71" y="11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6"/>
          <p:cNvSpPr/>
          <p:nvPr/>
        </p:nvSpPr>
        <p:spPr>
          <a:xfrm>
            <a:off x="3238500" y="2825750"/>
            <a:ext cx="63500" cy="66675"/>
          </a:xfrm>
          <a:custGeom>
            <a:rect b="b" l="l" r="r" t="t"/>
            <a:pathLst>
              <a:path extrusionOk="0" h="151" w="143">
                <a:moveTo>
                  <a:pt x="142" y="44"/>
                </a:moveTo>
                <a:lnTo>
                  <a:pt x="142" y="44"/>
                </a:lnTo>
                <a:cubicBezTo>
                  <a:pt x="142" y="26"/>
                  <a:pt x="133" y="0"/>
                  <a:pt x="71" y="0"/>
                </a:cubicBezTo>
                <a:cubicBezTo>
                  <a:pt x="9" y="0"/>
                  <a:pt x="0" y="26"/>
                  <a:pt x="0" y="44"/>
                </a:cubicBezTo>
                <a:cubicBezTo>
                  <a:pt x="0" y="150"/>
                  <a:pt x="0" y="150"/>
                  <a:pt x="0" y="150"/>
                </a:cubicBezTo>
                <a:cubicBezTo>
                  <a:pt x="142" y="150"/>
                  <a:pt x="142" y="150"/>
                  <a:pt x="142" y="150"/>
                </a:cubicBezTo>
                <a:lnTo>
                  <a:pt x="142" y="4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6"/>
          <p:cNvSpPr/>
          <p:nvPr/>
        </p:nvSpPr>
        <p:spPr>
          <a:xfrm>
            <a:off x="8516938" y="1517650"/>
            <a:ext cx="160337" cy="203200"/>
          </a:xfrm>
          <a:custGeom>
            <a:rect b="b" l="l" r="r" t="t"/>
            <a:pathLst>
              <a:path extrusionOk="0" h="453" w="355">
                <a:moveTo>
                  <a:pt x="319" y="177"/>
                </a:moveTo>
                <a:lnTo>
                  <a:pt x="319" y="177"/>
                </a:lnTo>
                <a:cubicBezTo>
                  <a:pt x="275" y="177"/>
                  <a:pt x="275" y="177"/>
                  <a:pt x="275" y="177"/>
                </a:cubicBezTo>
                <a:cubicBezTo>
                  <a:pt x="275" y="115"/>
                  <a:pt x="275" y="115"/>
                  <a:pt x="275" y="115"/>
                </a:cubicBezTo>
                <a:cubicBezTo>
                  <a:pt x="275" y="44"/>
                  <a:pt x="238" y="0"/>
                  <a:pt x="177" y="0"/>
                </a:cubicBezTo>
                <a:cubicBezTo>
                  <a:pt x="106" y="0"/>
                  <a:pt x="79" y="44"/>
                  <a:pt x="79" y="115"/>
                </a:cubicBezTo>
                <a:cubicBezTo>
                  <a:pt x="79" y="124"/>
                  <a:pt x="79" y="124"/>
                  <a:pt x="79" y="124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24" y="106"/>
                  <a:pt x="124" y="106"/>
                  <a:pt x="124" y="106"/>
                </a:cubicBezTo>
                <a:cubicBezTo>
                  <a:pt x="124" y="71"/>
                  <a:pt x="150" y="53"/>
                  <a:pt x="177" y="53"/>
                </a:cubicBezTo>
                <a:cubicBezTo>
                  <a:pt x="203" y="53"/>
                  <a:pt x="230" y="71"/>
                  <a:pt x="230" y="106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26" y="177"/>
                  <a:pt x="26" y="177"/>
                  <a:pt x="26" y="177"/>
                </a:cubicBezTo>
                <a:cubicBezTo>
                  <a:pt x="17" y="177"/>
                  <a:pt x="0" y="195"/>
                  <a:pt x="0" y="20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08"/>
                  <a:pt x="17" y="425"/>
                  <a:pt x="26" y="434"/>
                </a:cubicBezTo>
                <a:cubicBezTo>
                  <a:pt x="53" y="443"/>
                  <a:pt x="53" y="443"/>
                  <a:pt x="53" y="443"/>
                </a:cubicBezTo>
                <a:cubicBezTo>
                  <a:pt x="71" y="443"/>
                  <a:pt x="88" y="452"/>
                  <a:pt x="106" y="452"/>
                </a:cubicBezTo>
                <a:cubicBezTo>
                  <a:pt x="248" y="452"/>
                  <a:pt x="248" y="452"/>
                  <a:pt x="248" y="452"/>
                </a:cubicBezTo>
                <a:cubicBezTo>
                  <a:pt x="266" y="452"/>
                  <a:pt x="283" y="443"/>
                  <a:pt x="301" y="443"/>
                </a:cubicBezTo>
                <a:cubicBezTo>
                  <a:pt x="328" y="434"/>
                  <a:pt x="328" y="434"/>
                  <a:pt x="328" y="434"/>
                </a:cubicBezTo>
                <a:cubicBezTo>
                  <a:pt x="336" y="425"/>
                  <a:pt x="354" y="408"/>
                  <a:pt x="354" y="399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54" y="195"/>
                  <a:pt x="336" y="177"/>
                  <a:pt x="319" y="17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6"/>
          <p:cNvSpPr/>
          <p:nvPr/>
        </p:nvSpPr>
        <p:spPr>
          <a:xfrm>
            <a:off x="3182938" y="1069975"/>
            <a:ext cx="176212" cy="174625"/>
          </a:xfrm>
          <a:custGeom>
            <a:rect b="b" l="l" r="r" t="t"/>
            <a:pathLst>
              <a:path extrusionOk="0" h="391" w="391">
                <a:moveTo>
                  <a:pt x="354" y="35"/>
                </a:moveTo>
                <a:lnTo>
                  <a:pt x="354" y="35"/>
                </a:lnTo>
                <a:cubicBezTo>
                  <a:pt x="319" y="0"/>
                  <a:pt x="292" y="0"/>
                  <a:pt x="292" y="0"/>
                </a:cubicBezTo>
                <a:cubicBezTo>
                  <a:pt x="169" y="133"/>
                  <a:pt x="169" y="133"/>
                  <a:pt x="169" y="133"/>
                </a:cubicBezTo>
                <a:cubicBezTo>
                  <a:pt x="26" y="275"/>
                  <a:pt x="26" y="275"/>
                  <a:pt x="26" y="275"/>
                </a:cubicBezTo>
                <a:cubicBezTo>
                  <a:pt x="0" y="390"/>
                  <a:pt x="0" y="390"/>
                  <a:pt x="0" y="390"/>
                </a:cubicBezTo>
                <a:cubicBezTo>
                  <a:pt x="116" y="363"/>
                  <a:pt x="116" y="363"/>
                  <a:pt x="116" y="363"/>
                </a:cubicBezTo>
                <a:cubicBezTo>
                  <a:pt x="266" y="222"/>
                  <a:pt x="266" y="222"/>
                  <a:pt x="266" y="222"/>
                </a:cubicBezTo>
                <a:cubicBezTo>
                  <a:pt x="390" y="97"/>
                  <a:pt x="390" y="97"/>
                  <a:pt x="390" y="97"/>
                </a:cubicBezTo>
                <a:cubicBezTo>
                  <a:pt x="390" y="97"/>
                  <a:pt x="390" y="71"/>
                  <a:pt x="354" y="35"/>
                </a:cubicBezTo>
                <a:close/>
                <a:moveTo>
                  <a:pt x="116" y="354"/>
                </a:moveTo>
                <a:lnTo>
                  <a:pt x="116" y="354"/>
                </a:lnTo>
                <a:cubicBezTo>
                  <a:pt x="71" y="363"/>
                  <a:pt x="71" y="363"/>
                  <a:pt x="71" y="363"/>
                </a:cubicBezTo>
                <a:cubicBezTo>
                  <a:pt x="71" y="354"/>
                  <a:pt x="63" y="346"/>
                  <a:pt x="54" y="337"/>
                </a:cubicBezTo>
                <a:cubicBezTo>
                  <a:pt x="44" y="328"/>
                  <a:pt x="35" y="328"/>
                  <a:pt x="35" y="319"/>
                </a:cubicBezTo>
                <a:cubicBezTo>
                  <a:pt x="44" y="284"/>
                  <a:pt x="44" y="284"/>
                  <a:pt x="44" y="284"/>
                </a:cubicBezTo>
                <a:cubicBezTo>
                  <a:pt x="54" y="266"/>
                  <a:pt x="54" y="266"/>
                  <a:pt x="54" y="266"/>
                </a:cubicBezTo>
                <a:cubicBezTo>
                  <a:pt x="54" y="266"/>
                  <a:pt x="71" y="266"/>
                  <a:pt x="98" y="292"/>
                </a:cubicBezTo>
                <a:cubicBezTo>
                  <a:pt x="124" y="319"/>
                  <a:pt x="124" y="337"/>
                  <a:pt x="124" y="337"/>
                </a:cubicBezTo>
                <a:lnTo>
                  <a:pt x="116" y="35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6"/>
          <p:cNvSpPr/>
          <p:nvPr/>
        </p:nvSpPr>
        <p:spPr>
          <a:xfrm>
            <a:off x="6283325" y="1057275"/>
            <a:ext cx="207963" cy="198438"/>
          </a:xfrm>
          <a:custGeom>
            <a:rect b="b" l="l" r="r" t="t"/>
            <a:pathLst>
              <a:path extrusionOk="0" h="443" w="461">
                <a:moveTo>
                  <a:pt x="363" y="336"/>
                </a:moveTo>
                <a:lnTo>
                  <a:pt x="363" y="336"/>
                </a:lnTo>
                <a:cubicBezTo>
                  <a:pt x="301" y="310"/>
                  <a:pt x="284" y="292"/>
                  <a:pt x="284" y="248"/>
                </a:cubicBezTo>
                <a:cubicBezTo>
                  <a:pt x="284" y="230"/>
                  <a:pt x="301" y="239"/>
                  <a:pt x="310" y="195"/>
                </a:cubicBezTo>
                <a:cubicBezTo>
                  <a:pt x="310" y="176"/>
                  <a:pt x="328" y="195"/>
                  <a:pt x="328" y="151"/>
                </a:cubicBezTo>
                <a:cubicBezTo>
                  <a:pt x="328" y="132"/>
                  <a:pt x="319" y="132"/>
                  <a:pt x="319" y="132"/>
                </a:cubicBezTo>
                <a:cubicBezTo>
                  <a:pt x="319" y="132"/>
                  <a:pt x="328" y="106"/>
                  <a:pt x="328" y="88"/>
                </a:cubicBezTo>
                <a:cubicBezTo>
                  <a:pt x="328" y="61"/>
                  <a:pt x="319" y="0"/>
                  <a:pt x="230" y="0"/>
                </a:cubicBezTo>
                <a:cubicBezTo>
                  <a:pt x="141" y="0"/>
                  <a:pt x="132" y="61"/>
                  <a:pt x="132" y="88"/>
                </a:cubicBezTo>
                <a:cubicBezTo>
                  <a:pt x="132" y="106"/>
                  <a:pt x="141" y="132"/>
                  <a:pt x="141" y="132"/>
                </a:cubicBezTo>
                <a:cubicBezTo>
                  <a:pt x="141" y="132"/>
                  <a:pt x="132" y="132"/>
                  <a:pt x="132" y="151"/>
                </a:cubicBezTo>
                <a:cubicBezTo>
                  <a:pt x="132" y="195"/>
                  <a:pt x="150" y="176"/>
                  <a:pt x="150" y="195"/>
                </a:cubicBezTo>
                <a:cubicBezTo>
                  <a:pt x="159" y="239"/>
                  <a:pt x="177" y="230"/>
                  <a:pt x="177" y="248"/>
                </a:cubicBezTo>
                <a:cubicBezTo>
                  <a:pt x="177" y="292"/>
                  <a:pt x="159" y="310"/>
                  <a:pt x="97" y="336"/>
                </a:cubicBezTo>
                <a:cubicBezTo>
                  <a:pt x="35" y="354"/>
                  <a:pt x="0" y="380"/>
                  <a:pt x="0" y="398"/>
                </a:cubicBezTo>
                <a:cubicBezTo>
                  <a:pt x="0" y="407"/>
                  <a:pt x="0" y="442"/>
                  <a:pt x="0" y="442"/>
                </a:cubicBezTo>
                <a:cubicBezTo>
                  <a:pt x="230" y="442"/>
                  <a:pt x="230" y="442"/>
                  <a:pt x="230" y="442"/>
                </a:cubicBezTo>
                <a:cubicBezTo>
                  <a:pt x="460" y="442"/>
                  <a:pt x="460" y="442"/>
                  <a:pt x="460" y="442"/>
                </a:cubicBezTo>
                <a:cubicBezTo>
                  <a:pt x="460" y="442"/>
                  <a:pt x="460" y="407"/>
                  <a:pt x="460" y="398"/>
                </a:cubicBezTo>
                <a:cubicBezTo>
                  <a:pt x="460" y="380"/>
                  <a:pt x="425" y="354"/>
                  <a:pt x="363" y="33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6"/>
          <p:cNvSpPr/>
          <p:nvPr/>
        </p:nvSpPr>
        <p:spPr>
          <a:xfrm>
            <a:off x="6721475" y="1062038"/>
            <a:ext cx="222250" cy="195262"/>
          </a:xfrm>
          <a:custGeom>
            <a:rect b="b" l="l" r="r" t="t"/>
            <a:pathLst>
              <a:path extrusionOk="0" h="435" w="498">
                <a:moveTo>
                  <a:pt x="497" y="434"/>
                </a:moveTo>
                <a:lnTo>
                  <a:pt x="497" y="434"/>
                </a:lnTo>
                <a:cubicBezTo>
                  <a:pt x="497" y="434"/>
                  <a:pt x="497" y="337"/>
                  <a:pt x="487" y="328"/>
                </a:cubicBezTo>
                <a:cubicBezTo>
                  <a:pt x="479" y="319"/>
                  <a:pt x="462" y="302"/>
                  <a:pt x="425" y="293"/>
                </a:cubicBezTo>
                <a:cubicBezTo>
                  <a:pt x="390" y="275"/>
                  <a:pt x="372" y="257"/>
                  <a:pt x="372" y="231"/>
                </a:cubicBezTo>
                <a:cubicBezTo>
                  <a:pt x="372" y="213"/>
                  <a:pt x="390" y="222"/>
                  <a:pt x="390" y="196"/>
                </a:cubicBezTo>
                <a:cubicBezTo>
                  <a:pt x="390" y="178"/>
                  <a:pt x="408" y="196"/>
                  <a:pt x="408" y="159"/>
                </a:cubicBezTo>
                <a:cubicBezTo>
                  <a:pt x="408" y="151"/>
                  <a:pt x="399" y="151"/>
                  <a:pt x="399" y="151"/>
                </a:cubicBezTo>
                <a:cubicBezTo>
                  <a:pt x="399" y="151"/>
                  <a:pt x="408" y="133"/>
                  <a:pt x="408" y="115"/>
                </a:cubicBezTo>
                <a:cubicBezTo>
                  <a:pt x="408" y="98"/>
                  <a:pt x="399" y="62"/>
                  <a:pt x="346" y="62"/>
                </a:cubicBezTo>
                <a:cubicBezTo>
                  <a:pt x="293" y="62"/>
                  <a:pt x="284" y="98"/>
                  <a:pt x="284" y="115"/>
                </a:cubicBezTo>
                <a:cubicBezTo>
                  <a:pt x="284" y="133"/>
                  <a:pt x="293" y="151"/>
                  <a:pt x="293" y="151"/>
                </a:cubicBezTo>
                <a:cubicBezTo>
                  <a:pt x="293" y="151"/>
                  <a:pt x="284" y="151"/>
                  <a:pt x="284" y="159"/>
                </a:cubicBezTo>
                <a:cubicBezTo>
                  <a:pt x="284" y="196"/>
                  <a:pt x="293" y="178"/>
                  <a:pt x="302" y="196"/>
                </a:cubicBezTo>
                <a:cubicBezTo>
                  <a:pt x="302" y="222"/>
                  <a:pt x="311" y="213"/>
                  <a:pt x="311" y="231"/>
                </a:cubicBezTo>
                <a:cubicBezTo>
                  <a:pt x="311" y="249"/>
                  <a:pt x="311" y="266"/>
                  <a:pt x="293" y="275"/>
                </a:cubicBezTo>
                <a:cubicBezTo>
                  <a:pt x="372" y="319"/>
                  <a:pt x="381" y="319"/>
                  <a:pt x="381" y="364"/>
                </a:cubicBezTo>
                <a:cubicBezTo>
                  <a:pt x="381" y="434"/>
                  <a:pt x="381" y="434"/>
                  <a:pt x="381" y="434"/>
                </a:cubicBezTo>
                <a:lnTo>
                  <a:pt x="497" y="434"/>
                </a:lnTo>
                <a:close/>
                <a:moveTo>
                  <a:pt x="258" y="302"/>
                </a:moveTo>
                <a:lnTo>
                  <a:pt x="258" y="302"/>
                </a:lnTo>
                <a:cubicBezTo>
                  <a:pt x="204" y="284"/>
                  <a:pt x="187" y="266"/>
                  <a:pt x="187" y="231"/>
                </a:cubicBezTo>
                <a:cubicBezTo>
                  <a:pt x="187" y="204"/>
                  <a:pt x="204" y="213"/>
                  <a:pt x="213" y="168"/>
                </a:cubicBezTo>
                <a:cubicBezTo>
                  <a:pt x="213" y="159"/>
                  <a:pt x="231" y="168"/>
                  <a:pt x="231" y="133"/>
                </a:cubicBezTo>
                <a:cubicBezTo>
                  <a:pt x="231" y="115"/>
                  <a:pt x="222" y="115"/>
                  <a:pt x="222" y="115"/>
                </a:cubicBezTo>
                <a:cubicBezTo>
                  <a:pt x="222" y="115"/>
                  <a:pt x="222" y="89"/>
                  <a:pt x="231" y="71"/>
                </a:cubicBezTo>
                <a:cubicBezTo>
                  <a:pt x="231" y="53"/>
                  <a:pt x="213" y="0"/>
                  <a:pt x="151" y="0"/>
                </a:cubicBezTo>
                <a:cubicBezTo>
                  <a:pt x="80" y="0"/>
                  <a:pt x="71" y="53"/>
                  <a:pt x="71" y="71"/>
                </a:cubicBezTo>
                <a:cubicBezTo>
                  <a:pt x="71" y="89"/>
                  <a:pt x="71" y="115"/>
                  <a:pt x="71" y="115"/>
                </a:cubicBezTo>
                <a:cubicBezTo>
                  <a:pt x="71" y="115"/>
                  <a:pt x="71" y="115"/>
                  <a:pt x="71" y="133"/>
                </a:cubicBezTo>
                <a:cubicBezTo>
                  <a:pt x="71" y="168"/>
                  <a:pt x="80" y="159"/>
                  <a:pt x="89" y="168"/>
                </a:cubicBezTo>
                <a:cubicBezTo>
                  <a:pt x="89" y="213"/>
                  <a:pt x="107" y="204"/>
                  <a:pt x="107" y="231"/>
                </a:cubicBezTo>
                <a:cubicBezTo>
                  <a:pt x="107" y="266"/>
                  <a:pt x="89" y="284"/>
                  <a:pt x="45" y="302"/>
                </a:cubicBezTo>
                <a:cubicBezTo>
                  <a:pt x="27" y="310"/>
                  <a:pt x="0" y="319"/>
                  <a:pt x="0" y="346"/>
                </a:cubicBezTo>
                <a:cubicBezTo>
                  <a:pt x="0" y="434"/>
                  <a:pt x="0" y="434"/>
                  <a:pt x="0" y="434"/>
                </a:cubicBezTo>
                <a:cubicBezTo>
                  <a:pt x="346" y="434"/>
                  <a:pt x="346" y="434"/>
                  <a:pt x="346" y="434"/>
                </a:cubicBezTo>
                <a:cubicBezTo>
                  <a:pt x="346" y="434"/>
                  <a:pt x="346" y="381"/>
                  <a:pt x="346" y="364"/>
                </a:cubicBezTo>
                <a:cubicBezTo>
                  <a:pt x="346" y="346"/>
                  <a:pt x="302" y="328"/>
                  <a:pt x="258" y="3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6"/>
          <p:cNvSpPr/>
          <p:nvPr/>
        </p:nvSpPr>
        <p:spPr>
          <a:xfrm>
            <a:off x="4951413" y="1081088"/>
            <a:ext cx="200025" cy="150812"/>
          </a:xfrm>
          <a:custGeom>
            <a:rect b="b" l="l" r="r" t="t"/>
            <a:pathLst>
              <a:path extrusionOk="0" h="337" w="445">
                <a:moveTo>
                  <a:pt x="444" y="336"/>
                </a:moveTo>
                <a:lnTo>
                  <a:pt x="444" y="336"/>
                </a:lnTo>
                <a:cubicBezTo>
                  <a:pt x="444" y="336"/>
                  <a:pt x="399" y="98"/>
                  <a:pt x="178" y="98"/>
                </a:cubicBezTo>
                <a:cubicBezTo>
                  <a:pt x="178" y="0"/>
                  <a:pt x="178" y="0"/>
                  <a:pt x="178" y="0"/>
                </a:cubicBezTo>
                <a:cubicBezTo>
                  <a:pt x="0" y="159"/>
                  <a:pt x="0" y="159"/>
                  <a:pt x="0" y="159"/>
                </a:cubicBezTo>
                <a:cubicBezTo>
                  <a:pt x="178" y="327"/>
                  <a:pt x="178" y="327"/>
                  <a:pt x="178" y="327"/>
                </a:cubicBezTo>
                <a:cubicBezTo>
                  <a:pt x="178" y="221"/>
                  <a:pt x="178" y="221"/>
                  <a:pt x="178" y="221"/>
                </a:cubicBezTo>
                <a:cubicBezTo>
                  <a:pt x="293" y="221"/>
                  <a:pt x="381" y="230"/>
                  <a:pt x="444" y="33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6"/>
          <p:cNvSpPr/>
          <p:nvPr/>
        </p:nvSpPr>
        <p:spPr>
          <a:xfrm>
            <a:off x="5842000" y="1081088"/>
            <a:ext cx="200025" cy="150812"/>
          </a:xfrm>
          <a:custGeom>
            <a:rect b="b" l="l" r="r" t="t"/>
            <a:pathLst>
              <a:path extrusionOk="0" h="337" w="444">
                <a:moveTo>
                  <a:pt x="266" y="221"/>
                </a:moveTo>
                <a:lnTo>
                  <a:pt x="266" y="221"/>
                </a:lnTo>
                <a:cubicBezTo>
                  <a:pt x="266" y="327"/>
                  <a:pt x="266" y="327"/>
                  <a:pt x="266" y="327"/>
                </a:cubicBezTo>
                <a:cubicBezTo>
                  <a:pt x="443" y="159"/>
                  <a:pt x="443" y="159"/>
                  <a:pt x="443" y="159"/>
                </a:cubicBezTo>
                <a:cubicBezTo>
                  <a:pt x="266" y="0"/>
                  <a:pt x="266" y="0"/>
                  <a:pt x="266" y="0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45" y="98"/>
                  <a:pt x="0" y="336"/>
                  <a:pt x="0" y="336"/>
                </a:cubicBezTo>
                <a:cubicBezTo>
                  <a:pt x="62" y="230"/>
                  <a:pt x="151" y="221"/>
                  <a:pt x="266" y="22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6"/>
          <p:cNvSpPr/>
          <p:nvPr/>
        </p:nvSpPr>
        <p:spPr>
          <a:xfrm>
            <a:off x="496888" y="1057275"/>
            <a:ext cx="200025" cy="198438"/>
          </a:xfrm>
          <a:custGeom>
            <a:rect b="b" l="l" r="r" t="t"/>
            <a:pathLst>
              <a:path extrusionOk="0" h="443" w="444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6"/>
          <p:cNvSpPr/>
          <p:nvPr/>
        </p:nvSpPr>
        <p:spPr>
          <a:xfrm>
            <a:off x="2276475" y="1092200"/>
            <a:ext cx="207963" cy="128588"/>
          </a:xfrm>
          <a:custGeom>
            <a:rect b="b" l="l" r="r" t="t"/>
            <a:pathLst>
              <a:path extrusionOk="0" h="285" w="461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6"/>
          <p:cNvSpPr/>
          <p:nvPr/>
        </p:nvSpPr>
        <p:spPr>
          <a:xfrm>
            <a:off x="4049713" y="1046163"/>
            <a:ext cx="215900" cy="222250"/>
          </a:xfrm>
          <a:custGeom>
            <a:rect b="b" l="l" r="r" t="t"/>
            <a:pathLst>
              <a:path extrusionOk="0" h="498" w="479">
                <a:moveTo>
                  <a:pt x="133" y="497"/>
                </a:moveTo>
                <a:lnTo>
                  <a:pt x="133" y="497"/>
                </a:lnTo>
                <a:cubicBezTo>
                  <a:pt x="106" y="497"/>
                  <a:pt x="71" y="478"/>
                  <a:pt x="53" y="460"/>
                </a:cubicBezTo>
                <a:cubicBezTo>
                  <a:pt x="9" y="416"/>
                  <a:pt x="0" y="337"/>
                  <a:pt x="53" y="284"/>
                </a:cubicBezTo>
                <a:cubicBezTo>
                  <a:pt x="89" y="248"/>
                  <a:pt x="230" y="106"/>
                  <a:pt x="301" y="35"/>
                </a:cubicBezTo>
                <a:cubicBezTo>
                  <a:pt x="328" y="9"/>
                  <a:pt x="363" y="0"/>
                  <a:pt x="390" y="9"/>
                </a:cubicBezTo>
                <a:cubicBezTo>
                  <a:pt x="416" y="18"/>
                  <a:pt x="443" y="44"/>
                  <a:pt x="452" y="71"/>
                </a:cubicBezTo>
                <a:cubicBezTo>
                  <a:pt x="461" y="97"/>
                  <a:pt x="452" y="133"/>
                  <a:pt x="425" y="159"/>
                </a:cubicBezTo>
                <a:cubicBezTo>
                  <a:pt x="195" y="390"/>
                  <a:pt x="195" y="390"/>
                  <a:pt x="195" y="390"/>
                </a:cubicBezTo>
                <a:cubicBezTo>
                  <a:pt x="177" y="407"/>
                  <a:pt x="159" y="416"/>
                  <a:pt x="150" y="416"/>
                </a:cubicBezTo>
                <a:cubicBezTo>
                  <a:pt x="133" y="416"/>
                  <a:pt x="115" y="416"/>
                  <a:pt x="106" y="399"/>
                </a:cubicBezTo>
                <a:cubicBezTo>
                  <a:pt x="89" y="381"/>
                  <a:pt x="89" y="354"/>
                  <a:pt x="115" y="319"/>
                </a:cubicBezTo>
                <a:cubicBezTo>
                  <a:pt x="284" y="150"/>
                  <a:pt x="284" y="150"/>
                  <a:pt x="284" y="150"/>
                </a:cubicBezTo>
                <a:cubicBezTo>
                  <a:pt x="293" y="150"/>
                  <a:pt x="301" y="150"/>
                  <a:pt x="309" y="150"/>
                </a:cubicBezTo>
                <a:cubicBezTo>
                  <a:pt x="309" y="159"/>
                  <a:pt x="309" y="168"/>
                  <a:pt x="309" y="178"/>
                </a:cubicBezTo>
                <a:cubicBezTo>
                  <a:pt x="142" y="345"/>
                  <a:pt x="142" y="345"/>
                  <a:pt x="142" y="345"/>
                </a:cubicBezTo>
                <a:cubicBezTo>
                  <a:pt x="124" y="354"/>
                  <a:pt x="124" y="372"/>
                  <a:pt x="133" y="381"/>
                </a:cubicBezTo>
                <a:lnTo>
                  <a:pt x="142" y="381"/>
                </a:lnTo>
                <a:cubicBezTo>
                  <a:pt x="150" y="381"/>
                  <a:pt x="159" y="372"/>
                  <a:pt x="168" y="372"/>
                </a:cubicBezTo>
                <a:cubicBezTo>
                  <a:pt x="399" y="133"/>
                  <a:pt x="399" y="133"/>
                  <a:pt x="399" y="133"/>
                </a:cubicBezTo>
                <a:cubicBezTo>
                  <a:pt x="416" y="115"/>
                  <a:pt x="425" y="97"/>
                  <a:pt x="416" y="80"/>
                </a:cubicBezTo>
                <a:cubicBezTo>
                  <a:pt x="416" y="62"/>
                  <a:pt x="399" y="44"/>
                  <a:pt x="381" y="44"/>
                </a:cubicBezTo>
                <a:cubicBezTo>
                  <a:pt x="363" y="35"/>
                  <a:pt x="346" y="44"/>
                  <a:pt x="328" y="62"/>
                </a:cubicBezTo>
                <a:cubicBezTo>
                  <a:pt x="256" y="133"/>
                  <a:pt x="115" y="275"/>
                  <a:pt x="80" y="301"/>
                </a:cubicBezTo>
                <a:cubicBezTo>
                  <a:pt x="36" y="354"/>
                  <a:pt x="44" y="407"/>
                  <a:pt x="80" y="434"/>
                </a:cubicBezTo>
                <a:cubicBezTo>
                  <a:pt x="106" y="460"/>
                  <a:pt x="159" y="478"/>
                  <a:pt x="203" y="425"/>
                </a:cubicBezTo>
                <a:cubicBezTo>
                  <a:pt x="452" y="186"/>
                  <a:pt x="452" y="186"/>
                  <a:pt x="452" y="186"/>
                </a:cubicBezTo>
                <a:cubicBezTo>
                  <a:pt x="461" y="178"/>
                  <a:pt x="469" y="178"/>
                  <a:pt x="478" y="186"/>
                </a:cubicBezTo>
                <a:lnTo>
                  <a:pt x="478" y="203"/>
                </a:lnTo>
                <a:cubicBezTo>
                  <a:pt x="230" y="452"/>
                  <a:pt x="230" y="452"/>
                  <a:pt x="230" y="452"/>
                </a:cubicBezTo>
                <a:cubicBezTo>
                  <a:pt x="203" y="478"/>
                  <a:pt x="168" y="497"/>
                  <a:pt x="133" y="49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6"/>
          <p:cNvSpPr/>
          <p:nvPr/>
        </p:nvSpPr>
        <p:spPr>
          <a:xfrm>
            <a:off x="5384800" y="1081088"/>
            <a:ext cx="223838" cy="150812"/>
          </a:xfrm>
          <a:custGeom>
            <a:rect b="b" l="l" r="r" t="t"/>
            <a:pathLst>
              <a:path extrusionOk="0" h="337" w="497">
                <a:moveTo>
                  <a:pt x="177" y="70"/>
                </a:moveTo>
                <a:lnTo>
                  <a:pt x="177" y="70"/>
                </a:lnTo>
                <a:cubicBezTo>
                  <a:pt x="177" y="0"/>
                  <a:pt x="177" y="0"/>
                  <a:pt x="177" y="0"/>
                </a:cubicBezTo>
                <a:cubicBezTo>
                  <a:pt x="0" y="159"/>
                  <a:pt x="0" y="159"/>
                  <a:pt x="0" y="159"/>
                </a:cubicBezTo>
                <a:cubicBezTo>
                  <a:pt x="177" y="327"/>
                  <a:pt x="177" y="327"/>
                  <a:pt x="177" y="327"/>
                </a:cubicBezTo>
                <a:cubicBezTo>
                  <a:pt x="177" y="257"/>
                  <a:pt x="177" y="257"/>
                  <a:pt x="177" y="257"/>
                </a:cubicBezTo>
                <a:cubicBezTo>
                  <a:pt x="71" y="159"/>
                  <a:pt x="71" y="159"/>
                  <a:pt x="71" y="159"/>
                </a:cubicBezTo>
                <a:lnTo>
                  <a:pt x="177" y="70"/>
                </a:lnTo>
                <a:close/>
                <a:moveTo>
                  <a:pt x="301" y="98"/>
                </a:moveTo>
                <a:lnTo>
                  <a:pt x="301" y="98"/>
                </a:lnTo>
                <a:cubicBezTo>
                  <a:pt x="301" y="0"/>
                  <a:pt x="301" y="0"/>
                  <a:pt x="301" y="0"/>
                </a:cubicBezTo>
                <a:cubicBezTo>
                  <a:pt x="124" y="159"/>
                  <a:pt x="124" y="159"/>
                  <a:pt x="124" y="159"/>
                </a:cubicBezTo>
                <a:cubicBezTo>
                  <a:pt x="301" y="327"/>
                  <a:pt x="301" y="327"/>
                  <a:pt x="301" y="327"/>
                </a:cubicBezTo>
                <a:cubicBezTo>
                  <a:pt x="301" y="221"/>
                  <a:pt x="301" y="221"/>
                  <a:pt x="301" y="221"/>
                </a:cubicBezTo>
                <a:cubicBezTo>
                  <a:pt x="381" y="221"/>
                  <a:pt x="435" y="230"/>
                  <a:pt x="496" y="336"/>
                </a:cubicBezTo>
                <a:cubicBezTo>
                  <a:pt x="496" y="336"/>
                  <a:pt x="488" y="98"/>
                  <a:pt x="301" y="9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6"/>
          <p:cNvSpPr/>
          <p:nvPr/>
        </p:nvSpPr>
        <p:spPr>
          <a:xfrm>
            <a:off x="1824038" y="1057275"/>
            <a:ext cx="223837" cy="198438"/>
          </a:xfrm>
          <a:custGeom>
            <a:rect b="b" l="l" r="r" t="t"/>
            <a:pathLst>
              <a:path extrusionOk="0" h="443" w="497">
                <a:moveTo>
                  <a:pt x="212" y="0"/>
                </a:moveTo>
                <a:lnTo>
                  <a:pt x="212" y="0"/>
                </a:lnTo>
                <a:cubicBezTo>
                  <a:pt x="186" y="0"/>
                  <a:pt x="186" y="0"/>
                  <a:pt x="186" y="0"/>
                </a:cubicBezTo>
                <a:lnTo>
                  <a:pt x="177" y="8"/>
                </a:lnTo>
                <a:cubicBezTo>
                  <a:pt x="177" y="106"/>
                  <a:pt x="177" y="106"/>
                  <a:pt x="177" y="106"/>
                </a:cubicBezTo>
                <a:cubicBezTo>
                  <a:pt x="88" y="106"/>
                  <a:pt x="88" y="106"/>
                  <a:pt x="88" y="106"/>
                </a:cubicBezTo>
                <a:lnTo>
                  <a:pt x="80" y="106"/>
                </a:lnTo>
                <a:cubicBezTo>
                  <a:pt x="71" y="106"/>
                  <a:pt x="71" y="106"/>
                  <a:pt x="62" y="114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67"/>
                  <a:pt x="0" y="167"/>
                  <a:pt x="0" y="167"/>
                </a:cubicBezTo>
                <a:cubicBezTo>
                  <a:pt x="62" y="212"/>
                  <a:pt x="62" y="212"/>
                  <a:pt x="62" y="212"/>
                </a:cubicBezTo>
                <a:cubicBezTo>
                  <a:pt x="71" y="212"/>
                  <a:pt x="71" y="212"/>
                  <a:pt x="80" y="212"/>
                </a:cubicBezTo>
                <a:cubicBezTo>
                  <a:pt x="80" y="221"/>
                  <a:pt x="88" y="221"/>
                  <a:pt x="88" y="221"/>
                </a:cubicBezTo>
                <a:cubicBezTo>
                  <a:pt x="177" y="221"/>
                  <a:pt x="177" y="221"/>
                  <a:pt x="177" y="221"/>
                </a:cubicBezTo>
                <a:cubicBezTo>
                  <a:pt x="177" y="433"/>
                  <a:pt x="177" y="433"/>
                  <a:pt x="177" y="433"/>
                </a:cubicBezTo>
                <a:cubicBezTo>
                  <a:pt x="177" y="442"/>
                  <a:pt x="186" y="442"/>
                  <a:pt x="186" y="442"/>
                </a:cubicBezTo>
                <a:cubicBezTo>
                  <a:pt x="212" y="442"/>
                  <a:pt x="212" y="442"/>
                  <a:pt x="212" y="442"/>
                </a:cubicBezTo>
                <a:cubicBezTo>
                  <a:pt x="212" y="442"/>
                  <a:pt x="221" y="442"/>
                  <a:pt x="221" y="433"/>
                </a:cubicBezTo>
                <a:cubicBezTo>
                  <a:pt x="221" y="8"/>
                  <a:pt x="221" y="8"/>
                  <a:pt x="221" y="8"/>
                </a:cubicBezTo>
                <a:lnTo>
                  <a:pt x="212" y="0"/>
                </a:lnTo>
                <a:close/>
                <a:moveTo>
                  <a:pt x="487" y="106"/>
                </a:moveTo>
                <a:lnTo>
                  <a:pt x="487" y="106"/>
                </a:lnTo>
                <a:cubicBezTo>
                  <a:pt x="434" y="61"/>
                  <a:pt x="434" y="61"/>
                  <a:pt x="434" y="61"/>
                </a:cubicBezTo>
                <a:cubicBezTo>
                  <a:pt x="425" y="61"/>
                  <a:pt x="425" y="61"/>
                  <a:pt x="416" y="53"/>
                </a:cubicBezTo>
                <a:lnTo>
                  <a:pt x="407" y="53"/>
                </a:lnTo>
                <a:cubicBezTo>
                  <a:pt x="239" y="53"/>
                  <a:pt x="239" y="53"/>
                  <a:pt x="239" y="53"/>
                </a:cubicBezTo>
                <a:cubicBezTo>
                  <a:pt x="256" y="167"/>
                  <a:pt x="256" y="167"/>
                  <a:pt x="256" y="167"/>
                </a:cubicBezTo>
                <a:cubicBezTo>
                  <a:pt x="407" y="167"/>
                  <a:pt x="407" y="167"/>
                  <a:pt x="407" y="167"/>
                </a:cubicBezTo>
                <a:lnTo>
                  <a:pt x="416" y="167"/>
                </a:lnTo>
                <a:cubicBezTo>
                  <a:pt x="425" y="167"/>
                  <a:pt x="425" y="159"/>
                  <a:pt x="434" y="159"/>
                </a:cubicBezTo>
                <a:cubicBezTo>
                  <a:pt x="487" y="123"/>
                  <a:pt x="487" y="123"/>
                  <a:pt x="487" y="123"/>
                </a:cubicBezTo>
                <a:cubicBezTo>
                  <a:pt x="496" y="114"/>
                  <a:pt x="496" y="114"/>
                  <a:pt x="496" y="114"/>
                </a:cubicBezTo>
                <a:cubicBezTo>
                  <a:pt x="496" y="106"/>
                  <a:pt x="496" y="106"/>
                  <a:pt x="487" y="10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6"/>
          <p:cNvSpPr/>
          <p:nvPr/>
        </p:nvSpPr>
        <p:spPr>
          <a:xfrm>
            <a:off x="1422400" y="1046163"/>
            <a:ext cx="136525" cy="230187"/>
          </a:xfrm>
          <a:custGeom>
            <a:rect b="b" l="l" r="r" t="t"/>
            <a:pathLst>
              <a:path extrusionOk="0" h="514" w="303">
                <a:moveTo>
                  <a:pt x="284" y="363"/>
                </a:moveTo>
                <a:lnTo>
                  <a:pt x="284" y="363"/>
                </a:lnTo>
                <a:cubicBezTo>
                  <a:pt x="222" y="168"/>
                  <a:pt x="222" y="168"/>
                  <a:pt x="222" y="168"/>
                </a:cubicBezTo>
                <a:cubicBezTo>
                  <a:pt x="204" y="124"/>
                  <a:pt x="142" y="88"/>
                  <a:pt x="89" y="106"/>
                </a:cubicBezTo>
                <a:cubicBezTo>
                  <a:pt x="45" y="9"/>
                  <a:pt x="45" y="9"/>
                  <a:pt x="45" y="9"/>
                </a:cubicBezTo>
                <a:cubicBezTo>
                  <a:pt x="36" y="0"/>
                  <a:pt x="28" y="0"/>
                  <a:pt x="19" y="0"/>
                </a:cubicBezTo>
                <a:cubicBezTo>
                  <a:pt x="10" y="9"/>
                  <a:pt x="10" y="18"/>
                  <a:pt x="10" y="27"/>
                </a:cubicBezTo>
                <a:cubicBezTo>
                  <a:pt x="63" y="124"/>
                  <a:pt x="63" y="124"/>
                  <a:pt x="63" y="124"/>
                </a:cubicBezTo>
                <a:cubicBezTo>
                  <a:pt x="28" y="141"/>
                  <a:pt x="0" y="194"/>
                  <a:pt x="19" y="239"/>
                </a:cubicBezTo>
                <a:cubicBezTo>
                  <a:pt x="72" y="434"/>
                  <a:pt x="72" y="434"/>
                  <a:pt x="72" y="434"/>
                </a:cubicBezTo>
                <a:cubicBezTo>
                  <a:pt x="81" y="487"/>
                  <a:pt x="142" y="513"/>
                  <a:pt x="204" y="497"/>
                </a:cubicBezTo>
                <a:cubicBezTo>
                  <a:pt x="267" y="469"/>
                  <a:pt x="302" y="407"/>
                  <a:pt x="284" y="363"/>
                </a:cubicBezTo>
                <a:close/>
                <a:moveTo>
                  <a:pt x="125" y="222"/>
                </a:moveTo>
                <a:lnTo>
                  <a:pt x="125" y="222"/>
                </a:lnTo>
                <a:cubicBezTo>
                  <a:pt x="107" y="231"/>
                  <a:pt x="89" y="222"/>
                  <a:pt x="81" y="203"/>
                </a:cubicBezTo>
                <a:cubicBezTo>
                  <a:pt x="72" y="186"/>
                  <a:pt x="81" y="159"/>
                  <a:pt x="98" y="159"/>
                </a:cubicBezTo>
                <a:cubicBezTo>
                  <a:pt x="125" y="150"/>
                  <a:pt x="142" y="159"/>
                  <a:pt x="142" y="178"/>
                </a:cubicBezTo>
                <a:cubicBezTo>
                  <a:pt x="151" y="194"/>
                  <a:pt x="142" y="222"/>
                  <a:pt x="125" y="2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6"/>
          <p:cNvSpPr/>
          <p:nvPr/>
        </p:nvSpPr>
        <p:spPr>
          <a:xfrm>
            <a:off x="8067675" y="2443163"/>
            <a:ext cx="168275" cy="130175"/>
          </a:xfrm>
          <a:custGeom>
            <a:rect b="b" l="l" r="r" t="t"/>
            <a:pathLst>
              <a:path extrusionOk="0" h="293" w="374">
                <a:moveTo>
                  <a:pt x="54" y="221"/>
                </a:moveTo>
                <a:lnTo>
                  <a:pt x="54" y="221"/>
                </a:lnTo>
                <a:cubicBezTo>
                  <a:pt x="248" y="221"/>
                  <a:pt x="248" y="221"/>
                  <a:pt x="248" y="221"/>
                </a:cubicBezTo>
                <a:cubicBezTo>
                  <a:pt x="248" y="292"/>
                  <a:pt x="248" y="292"/>
                  <a:pt x="248" y="292"/>
                </a:cubicBezTo>
                <a:cubicBezTo>
                  <a:pt x="373" y="186"/>
                  <a:pt x="373" y="186"/>
                  <a:pt x="373" y="186"/>
                </a:cubicBezTo>
                <a:cubicBezTo>
                  <a:pt x="248" y="71"/>
                  <a:pt x="248" y="71"/>
                  <a:pt x="248" y="71"/>
                </a:cubicBezTo>
                <a:cubicBezTo>
                  <a:pt x="248" y="150"/>
                  <a:pt x="248" y="150"/>
                  <a:pt x="248" y="150"/>
                </a:cubicBezTo>
                <a:cubicBezTo>
                  <a:pt x="71" y="150"/>
                  <a:pt x="71" y="150"/>
                  <a:pt x="71" y="150"/>
                </a:cubicBezTo>
                <a:cubicBezTo>
                  <a:pt x="71" y="0"/>
                  <a:pt x="71" y="0"/>
                  <a:pt x="7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95"/>
                  <a:pt x="27" y="221"/>
                  <a:pt x="54" y="22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6"/>
          <p:cNvSpPr/>
          <p:nvPr/>
        </p:nvSpPr>
        <p:spPr>
          <a:xfrm>
            <a:off x="6743700" y="1955800"/>
            <a:ext cx="174625" cy="184150"/>
          </a:xfrm>
          <a:custGeom>
            <a:rect b="b" l="l" r="r" t="t"/>
            <a:pathLst>
              <a:path extrusionOk="0" h="409" w="390">
                <a:moveTo>
                  <a:pt x="141" y="319"/>
                </a:moveTo>
                <a:lnTo>
                  <a:pt x="141" y="319"/>
                </a:lnTo>
                <a:cubicBezTo>
                  <a:pt x="124" y="345"/>
                  <a:pt x="124" y="345"/>
                  <a:pt x="124" y="345"/>
                </a:cubicBezTo>
                <a:cubicBezTo>
                  <a:pt x="106" y="364"/>
                  <a:pt x="79" y="364"/>
                  <a:pt x="61" y="345"/>
                </a:cubicBezTo>
                <a:cubicBezTo>
                  <a:pt x="53" y="336"/>
                  <a:pt x="44" y="319"/>
                  <a:pt x="44" y="311"/>
                </a:cubicBezTo>
                <a:cubicBezTo>
                  <a:pt x="44" y="301"/>
                  <a:pt x="53" y="292"/>
                  <a:pt x="61" y="283"/>
                </a:cubicBezTo>
                <a:cubicBezTo>
                  <a:pt x="133" y="204"/>
                  <a:pt x="133" y="204"/>
                  <a:pt x="133" y="204"/>
                </a:cubicBezTo>
                <a:cubicBezTo>
                  <a:pt x="150" y="195"/>
                  <a:pt x="177" y="168"/>
                  <a:pt x="195" y="186"/>
                </a:cubicBezTo>
                <a:cubicBezTo>
                  <a:pt x="204" y="204"/>
                  <a:pt x="221" y="204"/>
                  <a:pt x="230" y="186"/>
                </a:cubicBezTo>
                <a:cubicBezTo>
                  <a:pt x="239" y="177"/>
                  <a:pt x="239" y="168"/>
                  <a:pt x="230" y="160"/>
                </a:cubicBezTo>
                <a:cubicBezTo>
                  <a:pt x="195" y="124"/>
                  <a:pt x="141" y="124"/>
                  <a:pt x="97" y="168"/>
                </a:cubicBezTo>
                <a:cubicBezTo>
                  <a:pt x="26" y="248"/>
                  <a:pt x="26" y="248"/>
                  <a:pt x="26" y="248"/>
                </a:cubicBezTo>
                <a:cubicBezTo>
                  <a:pt x="8" y="266"/>
                  <a:pt x="0" y="283"/>
                  <a:pt x="0" y="311"/>
                </a:cubicBezTo>
                <a:cubicBezTo>
                  <a:pt x="0" y="336"/>
                  <a:pt x="8" y="364"/>
                  <a:pt x="26" y="381"/>
                </a:cubicBezTo>
                <a:cubicBezTo>
                  <a:pt x="44" y="399"/>
                  <a:pt x="70" y="408"/>
                  <a:pt x="88" y="408"/>
                </a:cubicBezTo>
                <a:cubicBezTo>
                  <a:pt x="114" y="408"/>
                  <a:pt x="141" y="399"/>
                  <a:pt x="159" y="381"/>
                </a:cubicBezTo>
                <a:cubicBezTo>
                  <a:pt x="177" y="355"/>
                  <a:pt x="177" y="355"/>
                  <a:pt x="177" y="355"/>
                </a:cubicBezTo>
                <a:cubicBezTo>
                  <a:pt x="186" y="345"/>
                  <a:pt x="186" y="328"/>
                  <a:pt x="177" y="319"/>
                </a:cubicBezTo>
                <a:cubicBezTo>
                  <a:pt x="168" y="311"/>
                  <a:pt x="150" y="311"/>
                  <a:pt x="141" y="319"/>
                </a:cubicBezTo>
                <a:close/>
                <a:moveTo>
                  <a:pt x="363" y="36"/>
                </a:moveTo>
                <a:lnTo>
                  <a:pt x="363" y="36"/>
                </a:lnTo>
                <a:cubicBezTo>
                  <a:pt x="327" y="0"/>
                  <a:pt x="274" y="0"/>
                  <a:pt x="239" y="36"/>
                </a:cubicBezTo>
                <a:cubicBezTo>
                  <a:pt x="212" y="53"/>
                  <a:pt x="212" y="53"/>
                  <a:pt x="212" y="53"/>
                </a:cubicBezTo>
                <a:cubicBezTo>
                  <a:pt x="204" y="71"/>
                  <a:pt x="204" y="80"/>
                  <a:pt x="212" y="89"/>
                </a:cubicBezTo>
                <a:cubicBezTo>
                  <a:pt x="221" y="98"/>
                  <a:pt x="239" y="98"/>
                  <a:pt x="248" y="89"/>
                </a:cubicBezTo>
                <a:cubicBezTo>
                  <a:pt x="274" y="71"/>
                  <a:pt x="274" y="71"/>
                  <a:pt x="274" y="71"/>
                </a:cubicBezTo>
                <a:cubicBezTo>
                  <a:pt x="292" y="53"/>
                  <a:pt x="318" y="53"/>
                  <a:pt x="327" y="71"/>
                </a:cubicBezTo>
                <a:cubicBezTo>
                  <a:pt x="336" y="80"/>
                  <a:pt x="345" y="89"/>
                  <a:pt x="345" y="107"/>
                </a:cubicBezTo>
                <a:cubicBezTo>
                  <a:pt x="345" y="115"/>
                  <a:pt x="336" y="124"/>
                  <a:pt x="327" y="133"/>
                </a:cubicBezTo>
                <a:cubicBezTo>
                  <a:pt x="257" y="213"/>
                  <a:pt x="257" y="213"/>
                  <a:pt x="257" y="213"/>
                </a:cubicBezTo>
                <a:cubicBezTo>
                  <a:pt x="212" y="248"/>
                  <a:pt x="204" y="230"/>
                  <a:pt x="195" y="221"/>
                </a:cubicBezTo>
                <a:cubicBezTo>
                  <a:pt x="186" y="213"/>
                  <a:pt x="168" y="213"/>
                  <a:pt x="159" y="221"/>
                </a:cubicBezTo>
                <a:cubicBezTo>
                  <a:pt x="150" y="230"/>
                  <a:pt x="150" y="248"/>
                  <a:pt x="159" y="257"/>
                </a:cubicBezTo>
                <a:cubicBezTo>
                  <a:pt x="177" y="275"/>
                  <a:pt x="195" y="283"/>
                  <a:pt x="212" y="283"/>
                </a:cubicBezTo>
                <a:cubicBezTo>
                  <a:pt x="239" y="283"/>
                  <a:pt x="265" y="275"/>
                  <a:pt x="283" y="248"/>
                </a:cubicBezTo>
                <a:cubicBezTo>
                  <a:pt x="363" y="168"/>
                  <a:pt x="363" y="168"/>
                  <a:pt x="363" y="168"/>
                </a:cubicBezTo>
                <a:cubicBezTo>
                  <a:pt x="380" y="151"/>
                  <a:pt x="389" y="124"/>
                  <a:pt x="389" y="107"/>
                </a:cubicBezTo>
                <a:cubicBezTo>
                  <a:pt x="389" y="80"/>
                  <a:pt x="380" y="53"/>
                  <a:pt x="363" y="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6"/>
          <p:cNvSpPr/>
          <p:nvPr/>
        </p:nvSpPr>
        <p:spPr>
          <a:xfrm>
            <a:off x="2738438" y="1971675"/>
            <a:ext cx="173037" cy="153988"/>
          </a:xfrm>
          <a:custGeom>
            <a:rect b="b" l="l" r="r" t="t"/>
            <a:pathLst>
              <a:path extrusionOk="0" h="346" w="390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7"/>
                  <a:pt x="0" y="44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47"/>
                  <a:pt x="17" y="265"/>
                  <a:pt x="44" y="265"/>
                </a:cubicBezTo>
                <a:cubicBezTo>
                  <a:pt x="142" y="265"/>
                  <a:pt x="142" y="265"/>
                  <a:pt x="142" y="265"/>
                </a:cubicBezTo>
                <a:cubicBezTo>
                  <a:pt x="248" y="345"/>
                  <a:pt x="248" y="345"/>
                  <a:pt x="248" y="345"/>
                </a:cubicBezTo>
                <a:cubicBezTo>
                  <a:pt x="248" y="265"/>
                  <a:pt x="248" y="265"/>
                  <a:pt x="248" y="265"/>
                </a:cubicBezTo>
                <a:cubicBezTo>
                  <a:pt x="345" y="265"/>
                  <a:pt x="345" y="265"/>
                  <a:pt x="345" y="265"/>
                </a:cubicBezTo>
                <a:cubicBezTo>
                  <a:pt x="372" y="265"/>
                  <a:pt x="389" y="247"/>
                  <a:pt x="389" y="221"/>
                </a:cubicBezTo>
                <a:cubicBezTo>
                  <a:pt x="389" y="44"/>
                  <a:pt x="389" y="44"/>
                  <a:pt x="389" y="44"/>
                </a:cubicBezTo>
                <a:cubicBezTo>
                  <a:pt x="389" y="17"/>
                  <a:pt x="372" y="0"/>
                  <a:pt x="345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6"/>
          <p:cNvSpPr/>
          <p:nvPr/>
        </p:nvSpPr>
        <p:spPr>
          <a:xfrm>
            <a:off x="6732588" y="1506538"/>
            <a:ext cx="200025" cy="195262"/>
          </a:xfrm>
          <a:custGeom>
            <a:rect b="b" l="l" r="r" t="t"/>
            <a:pathLst>
              <a:path extrusionOk="0" h="435" w="444">
                <a:moveTo>
                  <a:pt x="222" y="0"/>
                </a:moveTo>
                <a:lnTo>
                  <a:pt x="284" y="160"/>
                </a:lnTo>
                <a:lnTo>
                  <a:pt x="443" y="160"/>
                </a:lnTo>
                <a:lnTo>
                  <a:pt x="310" y="257"/>
                </a:lnTo>
                <a:lnTo>
                  <a:pt x="354" y="434"/>
                </a:lnTo>
                <a:lnTo>
                  <a:pt x="222" y="327"/>
                </a:lnTo>
                <a:lnTo>
                  <a:pt x="88" y="434"/>
                </a:lnTo>
                <a:lnTo>
                  <a:pt x="133" y="257"/>
                </a:lnTo>
                <a:lnTo>
                  <a:pt x="0" y="160"/>
                </a:lnTo>
                <a:lnTo>
                  <a:pt x="160" y="160"/>
                </a:lnTo>
                <a:lnTo>
                  <a:pt x="222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6"/>
          <p:cNvSpPr/>
          <p:nvPr/>
        </p:nvSpPr>
        <p:spPr>
          <a:xfrm>
            <a:off x="949325" y="2400300"/>
            <a:ext cx="188913" cy="187325"/>
          </a:xfrm>
          <a:custGeom>
            <a:rect b="b" l="l" r="r" t="t"/>
            <a:pathLst>
              <a:path extrusionOk="0" h="417" w="417">
                <a:moveTo>
                  <a:pt x="381" y="203"/>
                </a:moveTo>
                <a:lnTo>
                  <a:pt x="381" y="203"/>
                </a:lnTo>
                <a:cubicBezTo>
                  <a:pt x="381" y="177"/>
                  <a:pt x="399" y="159"/>
                  <a:pt x="416" y="141"/>
                </a:cubicBezTo>
                <a:cubicBezTo>
                  <a:pt x="416" y="132"/>
                  <a:pt x="408" y="115"/>
                  <a:pt x="408" y="106"/>
                </a:cubicBezTo>
                <a:cubicBezTo>
                  <a:pt x="372" y="115"/>
                  <a:pt x="354" y="97"/>
                  <a:pt x="337" y="79"/>
                </a:cubicBezTo>
                <a:cubicBezTo>
                  <a:pt x="319" y="62"/>
                  <a:pt x="310" y="44"/>
                  <a:pt x="319" y="17"/>
                </a:cubicBezTo>
                <a:cubicBezTo>
                  <a:pt x="310" y="9"/>
                  <a:pt x="293" y="0"/>
                  <a:pt x="275" y="0"/>
                </a:cubicBezTo>
                <a:cubicBezTo>
                  <a:pt x="266" y="17"/>
                  <a:pt x="240" y="35"/>
                  <a:pt x="213" y="35"/>
                </a:cubicBezTo>
                <a:cubicBezTo>
                  <a:pt x="187" y="35"/>
                  <a:pt x="160" y="17"/>
                  <a:pt x="151" y="0"/>
                </a:cubicBezTo>
                <a:cubicBezTo>
                  <a:pt x="133" y="0"/>
                  <a:pt x="116" y="9"/>
                  <a:pt x="107" y="17"/>
                </a:cubicBezTo>
                <a:cubicBezTo>
                  <a:pt x="116" y="44"/>
                  <a:pt x="107" y="62"/>
                  <a:pt x="89" y="79"/>
                </a:cubicBezTo>
                <a:cubicBezTo>
                  <a:pt x="72" y="97"/>
                  <a:pt x="44" y="115"/>
                  <a:pt x="18" y="106"/>
                </a:cubicBezTo>
                <a:cubicBezTo>
                  <a:pt x="18" y="115"/>
                  <a:pt x="9" y="132"/>
                  <a:pt x="0" y="141"/>
                </a:cubicBezTo>
                <a:cubicBezTo>
                  <a:pt x="27" y="159"/>
                  <a:pt x="44" y="177"/>
                  <a:pt x="44" y="203"/>
                </a:cubicBezTo>
                <a:cubicBezTo>
                  <a:pt x="44" y="230"/>
                  <a:pt x="27" y="256"/>
                  <a:pt x="0" y="275"/>
                </a:cubicBezTo>
                <a:cubicBezTo>
                  <a:pt x="9" y="283"/>
                  <a:pt x="18" y="301"/>
                  <a:pt x="18" y="310"/>
                </a:cubicBezTo>
                <a:cubicBezTo>
                  <a:pt x="44" y="310"/>
                  <a:pt x="72" y="310"/>
                  <a:pt x="89" y="328"/>
                </a:cubicBezTo>
                <a:cubicBezTo>
                  <a:pt x="107" y="345"/>
                  <a:pt x="116" y="372"/>
                  <a:pt x="107" y="398"/>
                </a:cubicBezTo>
                <a:cubicBezTo>
                  <a:pt x="116" y="407"/>
                  <a:pt x="133" y="407"/>
                  <a:pt x="151" y="416"/>
                </a:cubicBezTo>
                <a:cubicBezTo>
                  <a:pt x="160" y="389"/>
                  <a:pt x="187" y="372"/>
                  <a:pt x="213" y="372"/>
                </a:cubicBezTo>
                <a:cubicBezTo>
                  <a:pt x="240" y="372"/>
                  <a:pt x="266" y="389"/>
                  <a:pt x="275" y="416"/>
                </a:cubicBezTo>
                <a:cubicBezTo>
                  <a:pt x="293" y="407"/>
                  <a:pt x="310" y="407"/>
                  <a:pt x="319" y="398"/>
                </a:cubicBezTo>
                <a:cubicBezTo>
                  <a:pt x="310" y="372"/>
                  <a:pt x="319" y="345"/>
                  <a:pt x="337" y="328"/>
                </a:cubicBezTo>
                <a:cubicBezTo>
                  <a:pt x="354" y="310"/>
                  <a:pt x="372" y="301"/>
                  <a:pt x="408" y="310"/>
                </a:cubicBezTo>
                <a:cubicBezTo>
                  <a:pt x="408" y="292"/>
                  <a:pt x="416" y="283"/>
                  <a:pt x="416" y="265"/>
                </a:cubicBezTo>
                <a:cubicBezTo>
                  <a:pt x="399" y="256"/>
                  <a:pt x="381" y="230"/>
                  <a:pt x="381" y="203"/>
                </a:cubicBezTo>
                <a:close/>
                <a:moveTo>
                  <a:pt x="213" y="292"/>
                </a:moveTo>
                <a:lnTo>
                  <a:pt x="213" y="292"/>
                </a:lnTo>
                <a:cubicBezTo>
                  <a:pt x="160" y="292"/>
                  <a:pt x="125" y="256"/>
                  <a:pt x="125" y="203"/>
                </a:cubicBezTo>
                <a:cubicBezTo>
                  <a:pt x="125" y="159"/>
                  <a:pt x="160" y="115"/>
                  <a:pt x="213" y="115"/>
                </a:cubicBezTo>
                <a:cubicBezTo>
                  <a:pt x="266" y="115"/>
                  <a:pt x="301" y="159"/>
                  <a:pt x="301" y="203"/>
                </a:cubicBezTo>
                <a:cubicBezTo>
                  <a:pt x="301" y="256"/>
                  <a:pt x="266" y="292"/>
                  <a:pt x="213" y="29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6"/>
          <p:cNvSpPr/>
          <p:nvPr/>
        </p:nvSpPr>
        <p:spPr>
          <a:xfrm>
            <a:off x="5392738" y="1943100"/>
            <a:ext cx="207962" cy="207963"/>
          </a:xfrm>
          <a:custGeom>
            <a:rect b="b" l="l" r="r" t="t"/>
            <a:pathLst>
              <a:path extrusionOk="0" h="462" w="462">
                <a:moveTo>
                  <a:pt x="408" y="54"/>
                </a:moveTo>
                <a:lnTo>
                  <a:pt x="408" y="54"/>
                </a:lnTo>
                <a:cubicBezTo>
                  <a:pt x="363" y="19"/>
                  <a:pt x="310" y="0"/>
                  <a:pt x="292" y="19"/>
                </a:cubicBezTo>
                <a:cubicBezTo>
                  <a:pt x="230" y="80"/>
                  <a:pt x="230" y="80"/>
                  <a:pt x="230" y="80"/>
                </a:cubicBezTo>
                <a:cubicBezTo>
                  <a:pt x="221" y="89"/>
                  <a:pt x="213" y="125"/>
                  <a:pt x="213" y="160"/>
                </a:cubicBezTo>
                <a:cubicBezTo>
                  <a:pt x="8" y="363"/>
                  <a:pt x="8" y="363"/>
                  <a:pt x="8" y="363"/>
                </a:cubicBezTo>
                <a:cubicBezTo>
                  <a:pt x="0" y="372"/>
                  <a:pt x="8" y="408"/>
                  <a:pt x="35" y="426"/>
                </a:cubicBezTo>
                <a:cubicBezTo>
                  <a:pt x="62" y="453"/>
                  <a:pt x="89" y="461"/>
                  <a:pt x="98" y="453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36" y="248"/>
                  <a:pt x="372" y="240"/>
                  <a:pt x="381" y="231"/>
                </a:cubicBezTo>
                <a:cubicBezTo>
                  <a:pt x="443" y="169"/>
                  <a:pt x="443" y="169"/>
                  <a:pt x="443" y="169"/>
                </a:cubicBezTo>
                <a:cubicBezTo>
                  <a:pt x="461" y="151"/>
                  <a:pt x="452" y="98"/>
                  <a:pt x="408" y="54"/>
                </a:cubicBezTo>
                <a:close/>
                <a:moveTo>
                  <a:pt x="186" y="257"/>
                </a:moveTo>
                <a:lnTo>
                  <a:pt x="186" y="257"/>
                </a:lnTo>
                <a:cubicBezTo>
                  <a:pt x="177" y="248"/>
                  <a:pt x="177" y="231"/>
                  <a:pt x="195" y="222"/>
                </a:cubicBezTo>
                <a:cubicBezTo>
                  <a:pt x="204" y="204"/>
                  <a:pt x="221" y="204"/>
                  <a:pt x="230" y="213"/>
                </a:cubicBezTo>
                <a:cubicBezTo>
                  <a:pt x="239" y="222"/>
                  <a:pt x="239" y="240"/>
                  <a:pt x="221" y="248"/>
                </a:cubicBezTo>
                <a:cubicBezTo>
                  <a:pt x="213" y="266"/>
                  <a:pt x="195" y="266"/>
                  <a:pt x="186" y="257"/>
                </a:cubicBezTo>
                <a:close/>
                <a:moveTo>
                  <a:pt x="354" y="116"/>
                </a:moveTo>
                <a:lnTo>
                  <a:pt x="354" y="116"/>
                </a:lnTo>
                <a:cubicBezTo>
                  <a:pt x="319" y="80"/>
                  <a:pt x="310" y="36"/>
                  <a:pt x="310" y="36"/>
                </a:cubicBezTo>
                <a:cubicBezTo>
                  <a:pt x="319" y="27"/>
                  <a:pt x="354" y="44"/>
                  <a:pt x="390" y="72"/>
                </a:cubicBezTo>
                <a:cubicBezTo>
                  <a:pt x="425" y="107"/>
                  <a:pt x="434" y="142"/>
                  <a:pt x="425" y="151"/>
                </a:cubicBezTo>
                <a:cubicBezTo>
                  <a:pt x="425" y="151"/>
                  <a:pt x="381" y="142"/>
                  <a:pt x="354" y="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6"/>
          <p:cNvSpPr/>
          <p:nvPr/>
        </p:nvSpPr>
        <p:spPr>
          <a:xfrm>
            <a:off x="500063" y="2349500"/>
            <a:ext cx="204787" cy="238125"/>
          </a:xfrm>
          <a:custGeom>
            <a:rect b="b" l="l" r="r" t="t"/>
            <a:pathLst>
              <a:path extrusionOk="0" h="533" w="45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6"/>
          <p:cNvSpPr/>
          <p:nvPr/>
        </p:nvSpPr>
        <p:spPr>
          <a:xfrm>
            <a:off x="6291263" y="1947863"/>
            <a:ext cx="192087" cy="207962"/>
          </a:xfrm>
          <a:custGeom>
            <a:rect b="b" l="l" r="r" t="t"/>
            <a:pathLst>
              <a:path extrusionOk="0" h="462" w="426">
                <a:moveTo>
                  <a:pt x="327" y="186"/>
                </a:moveTo>
                <a:lnTo>
                  <a:pt x="327" y="186"/>
                </a:lnTo>
                <a:cubicBezTo>
                  <a:pt x="274" y="63"/>
                  <a:pt x="238" y="18"/>
                  <a:pt x="150" y="18"/>
                </a:cubicBezTo>
                <a:cubicBezTo>
                  <a:pt x="114" y="18"/>
                  <a:pt x="123" y="0"/>
                  <a:pt x="97" y="10"/>
                </a:cubicBezTo>
                <a:cubicBezTo>
                  <a:pt x="70" y="18"/>
                  <a:pt x="97" y="27"/>
                  <a:pt x="70" y="54"/>
                </a:cubicBezTo>
                <a:cubicBezTo>
                  <a:pt x="0" y="107"/>
                  <a:pt x="8" y="169"/>
                  <a:pt x="35" y="293"/>
                </a:cubicBezTo>
                <a:cubicBezTo>
                  <a:pt x="53" y="346"/>
                  <a:pt x="8" y="354"/>
                  <a:pt x="26" y="408"/>
                </a:cubicBezTo>
                <a:cubicBezTo>
                  <a:pt x="35" y="444"/>
                  <a:pt x="141" y="461"/>
                  <a:pt x="248" y="417"/>
                </a:cubicBezTo>
                <a:cubicBezTo>
                  <a:pt x="354" y="382"/>
                  <a:pt x="425" y="301"/>
                  <a:pt x="407" y="266"/>
                </a:cubicBezTo>
                <a:cubicBezTo>
                  <a:pt x="389" y="213"/>
                  <a:pt x="354" y="239"/>
                  <a:pt x="327" y="186"/>
                </a:cubicBezTo>
                <a:close/>
                <a:moveTo>
                  <a:pt x="238" y="391"/>
                </a:moveTo>
                <a:lnTo>
                  <a:pt x="238" y="391"/>
                </a:lnTo>
                <a:cubicBezTo>
                  <a:pt x="141" y="426"/>
                  <a:pt x="61" y="399"/>
                  <a:pt x="53" y="391"/>
                </a:cubicBezTo>
                <a:cubicBezTo>
                  <a:pt x="53" y="382"/>
                  <a:pt x="88" y="319"/>
                  <a:pt x="194" y="284"/>
                </a:cubicBezTo>
                <a:cubicBezTo>
                  <a:pt x="310" y="239"/>
                  <a:pt x="372" y="257"/>
                  <a:pt x="372" y="275"/>
                </a:cubicBezTo>
                <a:cubicBezTo>
                  <a:pt x="380" y="284"/>
                  <a:pt x="336" y="354"/>
                  <a:pt x="238" y="391"/>
                </a:cubicBezTo>
                <a:close/>
                <a:moveTo>
                  <a:pt x="203" y="301"/>
                </a:moveTo>
                <a:lnTo>
                  <a:pt x="203" y="301"/>
                </a:lnTo>
                <a:cubicBezTo>
                  <a:pt x="150" y="319"/>
                  <a:pt x="123" y="337"/>
                  <a:pt x="97" y="363"/>
                </a:cubicBezTo>
                <a:cubicBezTo>
                  <a:pt x="114" y="373"/>
                  <a:pt x="141" y="382"/>
                  <a:pt x="167" y="363"/>
                </a:cubicBezTo>
                <a:cubicBezTo>
                  <a:pt x="212" y="354"/>
                  <a:pt x="230" y="319"/>
                  <a:pt x="221" y="293"/>
                </a:cubicBezTo>
                <a:cubicBezTo>
                  <a:pt x="221" y="293"/>
                  <a:pt x="212" y="301"/>
                  <a:pt x="203" y="3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6"/>
          <p:cNvSpPr/>
          <p:nvPr/>
        </p:nvSpPr>
        <p:spPr>
          <a:xfrm>
            <a:off x="5834063" y="1951038"/>
            <a:ext cx="215900" cy="192087"/>
          </a:xfrm>
          <a:custGeom>
            <a:rect b="b" l="l" r="r" t="t"/>
            <a:pathLst>
              <a:path extrusionOk="0" h="426" w="479">
                <a:moveTo>
                  <a:pt x="26" y="123"/>
                </a:moveTo>
                <a:lnTo>
                  <a:pt x="26" y="123"/>
                </a:lnTo>
                <a:cubicBezTo>
                  <a:pt x="451" y="123"/>
                  <a:pt x="451" y="123"/>
                  <a:pt x="451" y="123"/>
                </a:cubicBezTo>
                <a:cubicBezTo>
                  <a:pt x="460" y="123"/>
                  <a:pt x="460" y="115"/>
                  <a:pt x="451" y="106"/>
                </a:cubicBezTo>
                <a:cubicBezTo>
                  <a:pt x="451" y="106"/>
                  <a:pt x="372" y="79"/>
                  <a:pt x="354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36" y="0"/>
                  <a:pt x="336" y="0"/>
                  <a:pt x="336" y="0"/>
                </a:cubicBezTo>
                <a:cubicBezTo>
                  <a:pt x="141" y="0"/>
                  <a:pt x="141" y="0"/>
                  <a:pt x="141" y="0"/>
                </a:cubicBezTo>
                <a:cubicBezTo>
                  <a:pt x="141" y="79"/>
                  <a:pt x="141" y="79"/>
                  <a:pt x="141" y="79"/>
                </a:cubicBezTo>
                <a:cubicBezTo>
                  <a:pt x="124" y="79"/>
                  <a:pt x="124" y="79"/>
                  <a:pt x="124" y="79"/>
                </a:cubicBezTo>
                <a:cubicBezTo>
                  <a:pt x="106" y="79"/>
                  <a:pt x="26" y="106"/>
                  <a:pt x="26" y="106"/>
                </a:cubicBezTo>
                <a:cubicBezTo>
                  <a:pt x="17" y="115"/>
                  <a:pt x="17" y="123"/>
                  <a:pt x="26" y="123"/>
                </a:cubicBezTo>
                <a:close/>
                <a:moveTo>
                  <a:pt x="451" y="159"/>
                </a:moveTo>
                <a:lnTo>
                  <a:pt x="451" y="159"/>
                </a:lnTo>
                <a:cubicBezTo>
                  <a:pt x="26" y="159"/>
                  <a:pt x="26" y="159"/>
                  <a:pt x="26" y="159"/>
                </a:cubicBezTo>
                <a:cubicBezTo>
                  <a:pt x="8" y="159"/>
                  <a:pt x="0" y="168"/>
                  <a:pt x="0" y="185"/>
                </a:cubicBezTo>
                <a:cubicBezTo>
                  <a:pt x="0" y="274"/>
                  <a:pt x="0" y="274"/>
                  <a:pt x="0" y="274"/>
                </a:cubicBezTo>
                <a:cubicBezTo>
                  <a:pt x="0" y="283"/>
                  <a:pt x="8" y="300"/>
                  <a:pt x="26" y="300"/>
                </a:cubicBezTo>
                <a:cubicBezTo>
                  <a:pt x="71" y="300"/>
                  <a:pt x="71" y="300"/>
                  <a:pt x="71" y="300"/>
                </a:cubicBezTo>
                <a:cubicBezTo>
                  <a:pt x="53" y="425"/>
                  <a:pt x="53" y="425"/>
                  <a:pt x="53" y="425"/>
                </a:cubicBezTo>
                <a:cubicBezTo>
                  <a:pt x="425" y="425"/>
                  <a:pt x="425" y="425"/>
                  <a:pt x="425" y="425"/>
                </a:cubicBezTo>
                <a:cubicBezTo>
                  <a:pt x="407" y="300"/>
                  <a:pt x="407" y="300"/>
                  <a:pt x="407" y="300"/>
                </a:cubicBezTo>
                <a:cubicBezTo>
                  <a:pt x="451" y="300"/>
                  <a:pt x="451" y="300"/>
                  <a:pt x="451" y="300"/>
                </a:cubicBezTo>
                <a:cubicBezTo>
                  <a:pt x="469" y="300"/>
                  <a:pt x="478" y="283"/>
                  <a:pt x="478" y="274"/>
                </a:cubicBezTo>
                <a:cubicBezTo>
                  <a:pt x="478" y="185"/>
                  <a:pt x="478" y="185"/>
                  <a:pt x="478" y="185"/>
                </a:cubicBezTo>
                <a:cubicBezTo>
                  <a:pt x="478" y="168"/>
                  <a:pt x="469" y="159"/>
                  <a:pt x="451" y="159"/>
                </a:cubicBezTo>
                <a:close/>
                <a:moveTo>
                  <a:pt x="97" y="372"/>
                </a:moveTo>
                <a:lnTo>
                  <a:pt x="97" y="372"/>
                </a:lnTo>
                <a:cubicBezTo>
                  <a:pt x="132" y="212"/>
                  <a:pt x="132" y="212"/>
                  <a:pt x="132" y="212"/>
                </a:cubicBezTo>
                <a:cubicBezTo>
                  <a:pt x="345" y="212"/>
                  <a:pt x="345" y="212"/>
                  <a:pt x="345" y="212"/>
                </a:cubicBezTo>
                <a:cubicBezTo>
                  <a:pt x="381" y="372"/>
                  <a:pt x="381" y="372"/>
                  <a:pt x="381" y="372"/>
                </a:cubicBezTo>
                <a:lnTo>
                  <a:pt x="97" y="3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6"/>
          <p:cNvSpPr/>
          <p:nvPr/>
        </p:nvSpPr>
        <p:spPr>
          <a:xfrm>
            <a:off x="2268538" y="1947863"/>
            <a:ext cx="223837" cy="200025"/>
          </a:xfrm>
          <a:custGeom>
            <a:rect b="b" l="l" r="r" t="t"/>
            <a:pathLst>
              <a:path extrusionOk="0" h="445" w="497">
                <a:moveTo>
                  <a:pt x="142" y="275"/>
                </a:moveTo>
                <a:lnTo>
                  <a:pt x="142" y="275"/>
                </a:lnTo>
                <a:cubicBezTo>
                  <a:pt x="142" y="125"/>
                  <a:pt x="142" y="125"/>
                  <a:pt x="142" y="125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18" y="125"/>
                  <a:pt x="0" y="151"/>
                  <a:pt x="0" y="178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54"/>
                  <a:pt x="18" y="373"/>
                  <a:pt x="53" y="373"/>
                </a:cubicBezTo>
                <a:cubicBezTo>
                  <a:pt x="71" y="373"/>
                  <a:pt x="71" y="373"/>
                  <a:pt x="71" y="373"/>
                </a:cubicBezTo>
                <a:cubicBezTo>
                  <a:pt x="71" y="444"/>
                  <a:pt x="71" y="444"/>
                  <a:pt x="71" y="444"/>
                </a:cubicBezTo>
                <a:cubicBezTo>
                  <a:pt x="151" y="373"/>
                  <a:pt x="151" y="373"/>
                  <a:pt x="151" y="373"/>
                </a:cubicBezTo>
                <a:cubicBezTo>
                  <a:pt x="274" y="373"/>
                  <a:pt x="274" y="373"/>
                  <a:pt x="274" y="373"/>
                </a:cubicBezTo>
                <a:cubicBezTo>
                  <a:pt x="302" y="373"/>
                  <a:pt x="319" y="354"/>
                  <a:pt x="319" y="319"/>
                </a:cubicBezTo>
                <a:cubicBezTo>
                  <a:pt x="319" y="275"/>
                  <a:pt x="319" y="275"/>
                  <a:pt x="319" y="275"/>
                </a:cubicBezTo>
                <a:lnTo>
                  <a:pt x="142" y="275"/>
                </a:lnTo>
                <a:close/>
                <a:moveTo>
                  <a:pt x="443" y="0"/>
                </a:moveTo>
                <a:lnTo>
                  <a:pt x="443" y="0"/>
                </a:lnTo>
                <a:cubicBezTo>
                  <a:pt x="221" y="0"/>
                  <a:pt x="221" y="0"/>
                  <a:pt x="221" y="0"/>
                </a:cubicBezTo>
                <a:cubicBezTo>
                  <a:pt x="195" y="0"/>
                  <a:pt x="177" y="27"/>
                  <a:pt x="177" y="54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346" y="248"/>
                  <a:pt x="346" y="248"/>
                  <a:pt x="346" y="248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43" y="248"/>
                  <a:pt x="443" y="248"/>
                  <a:pt x="443" y="248"/>
                </a:cubicBezTo>
                <a:cubicBezTo>
                  <a:pt x="470" y="248"/>
                  <a:pt x="496" y="231"/>
                  <a:pt x="496" y="195"/>
                </a:cubicBezTo>
                <a:cubicBezTo>
                  <a:pt x="496" y="54"/>
                  <a:pt x="496" y="54"/>
                  <a:pt x="496" y="54"/>
                </a:cubicBezTo>
                <a:cubicBezTo>
                  <a:pt x="496" y="27"/>
                  <a:pt x="470" y="0"/>
                  <a:pt x="44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6"/>
          <p:cNvSpPr/>
          <p:nvPr/>
        </p:nvSpPr>
        <p:spPr>
          <a:xfrm>
            <a:off x="3187700" y="1974850"/>
            <a:ext cx="200025" cy="149225"/>
          </a:xfrm>
          <a:custGeom>
            <a:rect b="b" l="l" r="r" t="t"/>
            <a:pathLst>
              <a:path extrusionOk="0" h="329" w="444">
                <a:moveTo>
                  <a:pt x="70" y="0"/>
                </a:moveTo>
                <a:lnTo>
                  <a:pt x="70" y="0"/>
                </a:lnTo>
                <a:cubicBezTo>
                  <a:pt x="26" y="0"/>
                  <a:pt x="0" y="35"/>
                  <a:pt x="0" y="70"/>
                </a:cubicBezTo>
                <a:cubicBezTo>
                  <a:pt x="0" y="115"/>
                  <a:pt x="26" y="150"/>
                  <a:pt x="70" y="150"/>
                </a:cubicBezTo>
                <a:cubicBezTo>
                  <a:pt x="142" y="150"/>
                  <a:pt x="98" y="291"/>
                  <a:pt x="0" y="291"/>
                </a:cubicBezTo>
                <a:cubicBezTo>
                  <a:pt x="0" y="328"/>
                  <a:pt x="0" y="328"/>
                  <a:pt x="0" y="328"/>
                </a:cubicBezTo>
                <a:cubicBezTo>
                  <a:pt x="168" y="328"/>
                  <a:pt x="239" y="0"/>
                  <a:pt x="70" y="0"/>
                </a:cubicBezTo>
                <a:close/>
                <a:moveTo>
                  <a:pt x="275" y="0"/>
                </a:moveTo>
                <a:lnTo>
                  <a:pt x="275" y="0"/>
                </a:lnTo>
                <a:cubicBezTo>
                  <a:pt x="239" y="0"/>
                  <a:pt x="204" y="35"/>
                  <a:pt x="204" y="70"/>
                </a:cubicBezTo>
                <a:cubicBezTo>
                  <a:pt x="204" y="115"/>
                  <a:pt x="239" y="150"/>
                  <a:pt x="275" y="150"/>
                </a:cubicBezTo>
                <a:cubicBezTo>
                  <a:pt x="354" y="150"/>
                  <a:pt x="301" y="291"/>
                  <a:pt x="204" y="291"/>
                </a:cubicBezTo>
                <a:cubicBezTo>
                  <a:pt x="204" y="328"/>
                  <a:pt x="204" y="328"/>
                  <a:pt x="204" y="328"/>
                </a:cubicBezTo>
                <a:cubicBezTo>
                  <a:pt x="381" y="328"/>
                  <a:pt x="443" y="0"/>
                  <a:pt x="27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6"/>
          <p:cNvSpPr/>
          <p:nvPr/>
        </p:nvSpPr>
        <p:spPr>
          <a:xfrm>
            <a:off x="4518025" y="1958975"/>
            <a:ext cx="176213" cy="180975"/>
          </a:xfrm>
          <a:custGeom>
            <a:rect b="b" l="l" r="r" t="t"/>
            <a:pathLst>
              <a:path extrusionOk="0" h="400" w="391">
                <a:moveTo>
                  <a:pt x="346" y="0"/>
                </a:moveTo>
                <a:lnTo>
                  <a:pt x="346" y="0"/>
                </a:lnTo>
                <a:cubicBezTo>
                  <a:pt x="142" y="0"/>
                  <a:pt x="142" y="0"/>
                  <a:pt x="142" y="0"/>
                </a:cubicBezTo>
                <a:cubicBezTo>
                  <a:pt x="115" y="0"/>
                  <a:pt x="98" y="18"/>
                  <a:pt x="98" y="44"/>
                </a:cubicBezTo>
                <a:cubicBezTo>
                  <a:pt x="98" y="248"/>
                  <a:pt x="98" y="248"/>
                  <a:pt x="98" y="248"/>
                </a:cubicBezTo>
                <a:cubicBezTo>
                  <a:pt x="98" y="274"/>
                  <a:pt x="115" y="292"/>
                  <a:pt x="142" y="292"/>
                </a:cubicBezTo>
                <a:cubicBezTo>
                  <a:pt x="346" y="292"/>
                  <a:pt x="346" y="292"/>
                  <a:pt x="346" y="292"/>
                </a:cubicBezTo>
                <a:cubicBezTo>
                  <a:pt x="372" y="292"/>
                  <a:pt x="390" y="274"/>
                  <a:pt x="390" y="248"/>
                </a:cubicBezTo>
                <a:cubicBezTo>
                  <a:pt x="390" y="44"/>
                  <a:pt x="390" y="44"/>
                  <a:pt x="390" y="44"/>
                </a:cubicBezTo>
                <a:cubicBezTo>
                  <a:pt x="390" y="18"/>
                  <a:pt x="372" y="0"/>
                  <a:pt x="346" y="0"/>
                </a:cubicBezTo>
                <a:close/>
                <a:moveTo>
                  <a:pt x="346" y="248"/>
                </a:moveTo>
                <a:lnTo>
                  <a:pt x="346" y="248"/>
                </a:lnTo>
                <a:cubicBezTo>
                  <a:pt x="142" y="248"/>
                  <a:pt x="142" y="248"/>
                  <a:pt x="142" y="248"/>
                </a:cubicBezTo>
                <a:cubicBezTo>
                  <a:pt x="142" y="44"/>
                  <a:pt x="142" y="44"/>
                  <a:pt x="142" y="44"/>
                </a:cubicBezTo>
                <a:cubicBezTo>
                  <a:pt x="346" y="44"/>
                  <a:pt x="346" y="44"/>
                  <a:pt x="346" y="44"/>
                </a:cubicBezTo>
                <a:lnTo>
                  <a:pt x="346" y="248"/>
                </a:lnTo>
                <a:close/>
                <a:moveTo>
                  <a:pt x="45" y="195"/>
                </a:moveTo>
                <a:lnTo>
                  <a:pt x="45" y="195"/>
                </a:lnTo>
                <a:cubicBezTo>
                  <a:pt x="0" y="195"/>
                  <a:pt x="0" y="195"/>
                  <a:pt x="0" y="195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2"/>
                  <a:pt x="18" y="399"/>
                  <a:pt x="45" y="399"/>
                </a:cubicBezTo>
                <a:cubicBezTo>
                  <a:pt x="196" y="399"/>
                  <a:pt x="196" y="399"/>
                  <a:pt x="196" y="399"/>
                </a:cubicBezTo>
                <a:cubicBezTo>
                  <a:pt x="196" y="346"/>
                  <a:pt x="196" y="346"/>
                  <a:pt x="196" y="346"/>
                </a:cubicBezTo>
                <a:cubicBezTo>
                  <a:pt x="45" y="346"/>
                  <a:pt x="45" y="346"/>
                  <a:pt x="45" y="346"/>
                </a:cubicBezTo>
                <a:lnTo>
                  <a:pt x="45" y="1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6"/>
          <p:cNvSpPr/>
          <p:nvPr/>
        </p:nvSpPr>
        <p:spPr>
          <a:xfrm>
            <a:off x="7610475" y="2443163"/>
            <a:ext cx="192088" cy="130175"/>
          </a:xfrm>
          <a:custGeom>
            <a:rect b="b" l="l" r="r" t="t"/>
            <a:pathLst>
              <a:path extrusionOk="0" h="293" w="427">
                <a:moveTo>
                  <a:pt x="372" y="53"/>
                </a:moveTo>
                <a:lnTo>
                  <a:pt x="372" y="53"/>
                </a:lnTo>
                <a:cubicBezTo>
                  <a:pt x="107" y="53"/>
                  <a:pt x="107" y="53"/>
                  <a:pt x="107" y="53"/>
                </a:cubicBezTo>
                <a:cubicBezTo>
                  <a:pt x="107" y="0"/>
                  <a:pt x="107" y="0"/>
                  <a:pt x="107" y="0"/>
                </a:cubicBezTo>
                <a:cubicBezTo>
                  <a:pt x="0" y="89"/>
                  <a:pt x="0" y="89"/>
                  <a:pt x="0" y="89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7" y="124"/>
                  <a:pt x="107" y="124"/>
                  <a:pt x="107" y="124"/>
                </a:cubicBezTo>
                <a:cubicBezTo>
                  <a:pt x="354" y="124"/>
                  <a:pt x="354" y="124"/>
                  <a:pt x="354" y="124"/>
                </a:cubicBezTo>
                <a:cubicBezTo>
                  <a:pt x="354" y="221"/>
                  <a:pt x="354" y="221"/>
                  <a:pt x="354" y="221"/>
                </a:cubicBezTo>
                <a:cubicBezTo>
                  <a:pt x="27" y="221"/>
                  <a:pt x="27" y="221"/>
                  <a:pt x="27" y="221"/>
                </a:cubicBezTo>
                <a:cubicBezTo>
                  <a:pt x="27" y="292"/>
                  <a:pt x="27" y="292"/>
                  <a:pt x="27" y="292"/>
                </a:cubicBezTo>
                <a:cubicBezTo>
                  <a:pt x="372" y="292"/>
                  <a:pt x="372" y="292"/>
                  <a:pt x="372" y="292"/>
                </a:cubicBezTo>
                <a:cubicBezTo>
                  <a:pt x="399" y="292"/>
                  <a:pt x="426" y="274"/>
                  <a:pt x="426" y="248"/>
                </a:cubicBezTo>
                <a:cubicBezTo>
                  <a:pt x="426" y="97"/>
                  <a:pt x="426" y="97"/>
                  <a:pt x="426" y="97"/>
                </a:cubicBezTo>
                <a:cubicBezTo>
                  <a:pt x="426" y="71"/>
                  <a:pt x="399" y="53"/>
                  <a:pt x="372" y="5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6"/>
          <p:cNvSpPr/>
          <p:nvPr/>
        </p:nvSpPr>
        <p:spPr>
          <a:xfrm>
            <a:off x="4057650" y="1955800"/>
            <a:ext cx="207963" cy="184150"/>
          </a:xfrm>
          <a:custGeom>
            <a:rect b="b" l="l" r="r" t="t"/>
            <a:pathLst>
              <a:path extrusionOk="0" h="409" w="461">
                <a:moveTo>
                  <a:pt x="451" y="213"/>
                </a:moveTo>
                <a:lnTo>
                  <a:pt x="451" y="213"/>
                </a:lnTo>
                <a:cubicBezTo>
                  <a:pt x="247" y="17"/>
                  <a:pt x="247" y="17"/>
                  <a:pt x="247" y="17"/>
                </a:cubicBezTo>
                <a:cubicBezTo>
                  <a:pt x="238" y="0"/>
                  <a:pt x="221" y="0"/>
                  <a:pt x="212" y="1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1"/>
                  <a:pt x="9" y="230"/>
                  <a:pt x="18" y="230"/>
                </a:cubicBezTo>
                <a:cubicBezTo>
                  <a:pt x="62" y="230"/>
                  <a:pt x="62" y="230"/>
                  <a:pt x="62" y="230"/>
                </a:cubicBezTo>
                <a:cubicBezTo>
                  <a:pt x="62" y="390"/>
                  <a:pt x="62" y="390"/>
                  <a:pt x="62" y="390"/>
                </a:cubicBezTo>
                <a:cubicBezTo>
                  <a:pt x="62" y="399"/>
                  <a:pt x="62" y="408"/>
                  <a:pt x="79" y="408"/>
                </a:cubicBezTo>
                <a:cubicBezTo>
                  <a:pt x="177" y="408"/>
                  <a:pt x="177" y="408"/>
                  <a:pt x="177" y="408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283" y="248"/>
                  <a:pt x="283" y="248"/>
                  <a:pt x="283" y="248"/>
                </a:cubicBezTo>
                <a:cubicBezTo>
                  <a:pt x="283" y="408"/>
                  <a:pt x="283" y="408"/>
                  <a:pt x="283" y="408"/>
                </a:cubicBezTo>
                <a:cubicBezTo>
                  <a:pt x="381" y="408"/>
                  <a:pt x="381" y="408"/>
                  <a:pt x="381" y="408"/>
                </a:cubicBezTo>
                <a:cubicBezTo>
                  <a:pt x="398" y="408"/>
                  <a:pt x="398" y="399"/>
                  <a:pt x="398" y="390"/>
                </a:cubicBezTo>
                <a:cubicBezTo>
                  <a:pt x="398" y="230"/>
                  <a:pt x="398" y="230"/>
                  <a:pt x="398" y="230"/>
                </a:cubicBezTo>
                <a:cubicBezTo>
                  <a:pt x="443" y="230"/>
                  <a:pt x="443" y="230"/>
                  <a:pt x="443" y="230"/>
                </a:cubicBezTo>
                <a:cubicBezTo>
                  <a:pt x="451" y="230"/>
                  <a:pt x="460" y="221"/>
                  <a:pt x="451" y="21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6"/>
          <p:cNvSpPr/>
          <p:nvPr/>
        </p:nvSpPr>
        <p:spPr>
          <a:xfrm>
            <a:off x="933450" y="1514475"/>
            <a:ext cx="223838" cy="179388"/>
          </a:xfrm>
          <a:custGeom>
            <a:rect b="b" l="l" r="r" t="t"/>
            <a:pathLst>
              <a:path extrusionOk="0" h="400" w="49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3"/>
                  <a:pt x="17" y="399"/>
                  <a:pt x="53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6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8"/>
                  <a:pt x="470" y="0"/>
                  <a:pt x="443" y="0"/>
                </a:cubicBezTo>
                <a:close/>
                <a:moveTo>
                  <a:pt x="443" y="346"/>
                </a:moveTo>
                <a:lnTo>
                  <a:pt x="443" y="346"/>
                </a:lnTo>
                <a:cubicBezTo>
                  <a:pt x="53" y="346"/>
                  <a:pt x="53" y="346"/>
                  <a:pt x="53" y="346"/>
                </a:cubicBezTo>
                <a:cubicBezTo>
                  <a:pt x="53" y="44"/>
                  <a:pt x="53" y="44"/>
                  <a:pt x="53" y="44"/>
                </a:cubicBezTo>
                <a:cubicBezTo>
                  <a:pt x="443" y="44"/>
                  <a:pt x="443" y="44"/>
                  <a:pt x="443" y="44"/>
                </a:cubicBezTo>
                <a:lnTo>
                  <a:pt x="443" y="346"/>
                </a:lnTo>
                <a:close/>
                <a:moveTo>
                  <a:pt x="222" y="249"/>
                </a:moveTo>
                <a:lnTo>
                  <a:pt x="222" y="249"/>
                </a:lnTo>
                <a:cubicBezTo>
                  <a:pt x="97" y="249"/>
                  <a:pt x="97" y="249"/>
                  <a:pt x="97" y="249"/>
                </a:cubicBezTo>
                <a:cubicBezTo>
                  <a:pt x="97" y="293"/>
                  <a:pt x="97" y="293"/>
                  <a:pt x="97" y="293"/>
                </a:cubicBezTo>
                <a:cubicBezTo>
                  <a:pt x="222" y="293"/>
                  <a:pt x="222" y="293"/>
                  <a:pt x="222" y="293"/>
                </a:cubicBezTo>
                <a:lnTo>
                  <a:pt x="222" y="249"/>
                </a:lnTo>
                <a:close/>
                <a:moveTo>
                  <a:pt x="222" y="178"/>
                </a:moveTo>
                <a:lnTo>
                  <a:pt x="222" y="178"/>
                </a:lnTo>
                <a:cubicBezTo>
                  <a:pt x="97" y="178"/>
                  <a:pt x="97" y="178"/>
                  <a:pt x="97" y="178"/>
                </a:cubicBezTo>
                <a:cubicBezTo>
                  <a:pt x="97" y="222"/>
                  <a:pt x="97" y="222"/>
                  <a:pt x="97" y="222"/>
                </a:cubicBezTo>
                <a:cubicBezTo>
                  <a:pt x="222" y="222"/>
                  <a:pt x="222" y="222"/>
                  <a:pt x="222" y="222"/>
                </a:cubicBezTo>
                <a:lnTo>
                  <a:pt x="222" y="178"/>
                </a:lnTo>
                <a:close/>
                <a:moveTo>
                  <a:pt x="222" y="98"/>
                </a:moveTo>
                <a:lnTo>
                  <a:pt x="222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43"/>
                  <a:pt x="97" y="143"/>
                  <a:pt x="97" y="143"/>
                </a:cubicBezTo>
                <a:cubicBezTo>
                  <a:pt x="222" y="143"/>
                  <a:pt x="222" y="143"/>
                  <a:pt x="222" y="143"/>
                </a:cubicBezTo>
                <a:lnTo>
                  <a:pt x="222" y="98"/>
                </a:lnTo>
                <a:close/>
                <a:moveTo>
                  <a:pt x="389" y="257"/>
                </a:moveTo>
                <a:lnTo>
                  <a:pt x="389" y="257"/>
                </a:lnTo>
                <a:cubicBezTo>
                  <a:pt x="389" y="257"/>
                  <a:pt x="354" y="249"/>
                  <a:pt x="354" y="231"/>
                </a:cubicBezTo>
                <a:cubicBezTo>
                  <a:pt x="354" y="204"/>
                  <a:pt x="381" y="196"/>
                  <a:pt x="381" y="151"/>
                </a:cubicBezTo>
                <a:cubicBezTo>
                  <a:pt x="381" y="125"/>
                  <a:pt x="372" y="98"/>
                  <a:pt x="336" y="98"/>
                </a:cubicBezTo>
                <a:cubicBezTo>
                  <a:pt x="301" y="98"/>
                  <a:pt x="292" y="125"/>
                  <a:pt x="292" y="151"/>
                </a:cubicBezTo>
                <a:cubicBezTo>
                  <a:pt x="292" y="196"/>
                  <a:pt x="319" y="204"/>
                  <a:pt x="319" y="231"/>
                </a:cubicBezTo>
                <a:cubicBezTo>
                  <a:pt x="319" y="249"/>
                  <a:pt x="275" y="257"/>
                  <a:pt x="275" y="257"/>
                </a:cubicBezTo>
                <a:lnTo>
                  <a:pt x="275" y="293"/>
                </a:lnTo>
                <a:cubicBezTo>
                  <a:pt x="398" y="293"/>
                  <a:pt x="398" y="293"/>
                  <a:pt x="398" y="293"/>
                </a:cubicBezTo>
                <a:cubicBezTo>
                  <a:pt x="398" y="293"/>
                  <a:pt x="398" y="257"/>
                  <a:pt x="389" y="2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6"/>
          <p:cNvSpPr/>
          <p:nvPr/>
        </p:nvSpPr>
        <p:spPr>
          <a:xfrm>
            <a:off x="981075" y="1049338"/>
            <a:ext cx="127000" cy="219075"/>
          </a:xfrm>
          <a:custGeom>
            <a:rect b="b" l="l" r="r" t="t"/>
            <a:pathLst>
              <a:path extrusionOk="0" h="489" w="283">
                <a:moveTo>
                  <a:pt x="238" y="0"/>
                </a:moveTo>
                <a:lnTo>
                  <a:pt x="238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434"/>
                  <a:pt x="0" y="434"/>
                  <a:pt x="0" y="434"/>
                </a:cubicBezTo>
                <a:cubicBezTo>
                  <a:pt x="0" y="460"/>
                  <a:pt x="17" y="488"/>
                  <a:pt x="44" y="488"/>
                </a:cubicBezTo>
                <a:cubicBezTo>
                  <a:pt x="238" y="488"/>
                  <a:pt x="238" y="488"/>
                  <a:pt x="238" y="488"/>
                </a:cubicBezTo>
                <a:cubicBezTo>
                  <a:pt x="265" y="488"/>
                  <a:pt x="282" y="460"/>
                  <a:pt x="282" y="434"/>
                </a:cubicBezTo>
                <a:cubicBezTo>
                  <a:pt x="282" y="44"/>
                  <a:pt x="282" y="44"/>
                  <a:pt x="282" y="44"/>
                </a:cubicBezTo>
                <a:cubicBezTo>
                  <a:pt x="282" y="18"/>
                  <a:pt x="265" y="0"/>
                  <a:pt x="238" y="0"/>
                </a:cubicBezTo>
                <a:close/>
                <a:moveTo>
                  <a:pt x="141" y="460"/>
                </a:moveTo>
                <a:lnTo>
                  <a:pt x="141" y="460"/>
                </a:lnTo>
                <a:cubicBezTo>
                  <a:pt x="123" y="460"/>
                  <a:pt x="106" y="451"/>
                  <a:pt x="106" y="443"/>
                </a:cubicBezTo>
                <a:cubicBezTo>
                  <a:pt x="106" y="425"/>
                  <a:pt x="123" y="416"/>
                  <a:pt x="141" y="416"/>
                </a:cubicBezTo>
                <a:cubicBezTo>
                  <a:pt x="159" y="416"/>
                  <a:pt x="176" y="425"/>
                  <a:pt x="176" y="443"/>
                </a:cubicBezTo>
                <a:cubicBezTo>
                  <a:pt x="176" y="451"/>
                  <a:pt x="159" y="460"/>
                  <a:pt x="141" y="460"/>
                </a:cubicBezTo>
                <a:close/>
                <a:moveTo>
                  <a:pt x="247" y="390"/>
                </a:moveTo>
                <a:lnTo>
                  <a:pt x="247" y="390"/>
                </a:lnTo>
                <a:cubicBezTo>
                  <a:pt x="35" y="390"/>
                  <a:pt x="35" y="390"/>
                  <a:pt x="35" y="390"/>
                </a:cubicBezTo>
                <a:cubicBezTo>
                  <a:pt x="35" y="62"/>
                  <a:pt x="35" y="62"/>
                  <a:pt x="35" y="62"/>
                </a:cubicBezTo>
                <a:cubicBezTo>
                  <a:pt x="247" y="62"/>
                  <a:pt x="247" y="62"/>
                  <a:pt x="247" y="62"/>
                </a:cubicBezTo>
                <a:lnTo>
                  <a:pt x="247" y="39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6"/>
          <p:cNvSpPr/>
          <p:nvPr/>
        </p:nvSpPr>
        <p:spPr>
          <a:xfrm>
            <a:off x="7148513" y="2414588"/>
            <a:ext cx="223837" cy="188912"/>
          </a:xfrm>
          <a:custGeom>
            <a:rect b="b" l="l" r="r" t="t"/>
            <a:pathLst>
              <a:path extrusionOk="0" h="418" w="497">
                <a:moveTo>
                  <a:pt x="372" y="124"/>
                </a:moveTo>
                <a:lnTo>
                  <a:pt x="372" y="124"/>
                </a:lnTo>
                <a:cubicBezTo>
                  <a:pt x="389" y="124"/>
                  <a:pt x="389" y="124"/>
                  <a:pt x="389" y="124"/>
                </a:cubicBezTo>
                <a:cubicBezTo>
                  <a:pt x="389" y="178"/>
                  <a:pt x="389" y="178"/>
                  <a:pt x="389" y="178"/>
                </a:cubicBezTo>
                <a:cubicBezTo>
                  <a:pt x="496" y="89"/>
                  <a:pt x="496" y="89"/>
                  <a:pt x="496" y="89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72" y="53"/>
                  <a:pt x="372" y="53"/>
                  <a:pt x="372" y="53"/>
                </a:cubicBezTo>
                <a:cubicBezTo>
                  <a:pt x="283" y="53"/>
                  <a:pt x="230" y="124"/>
                  <a:pt x="186" y="187"/>
                </a:cubicBezTo>
                <a:cubicBezTo>
                  <a:pt x="141" y="240"/>
                  <a:pt x="106" y="284"/>
                  <a:pt x="53" y="284"/>
                </a:cubicBezTo>
                <a:cubicBezTo>
                  <a:pt x="0" y="284"/>
                  <a:pt x="0" y="284"/>
                  <a:pt x="0" y="284"/>
                </a:cubicBezTo>
                <a:cubicBezTo>
                  <a:pt x="0" y="355"/>
                  <a:pt x="0" y="355"/>
                  <a:pt x="0" y="355"/>
                </a:cubicBezTo>
                <a:cubicBezTo>
                  <a:pt x="53" y="355"/>
                  <a:pt x="53" y="355"/>
                  <a:pt x="53" y="355"/>
                </a:cubicBezTo>
                <a:cubicBezTo>
                  <a:pt x="141" y="355"/>
                  <a:pt x="194" y="284"/>
                  <a:pt x="239" y="222"/>
                </a:cubicBezTo>
                <a:cubicBezTo>
                  <a:pt x="283" y="169"/>
                  <a:pt x="319" y="124"/>
                  <a:pt x="372" y="124"/>
                </a:cubicBezTo>
                <a:close/>
                <a:moveTo>
                  <a:pt x="132" y="169"/>
                </a:moveTo>
                <a:lnTo>
                  <a:pt x="132" y="169"/>
                </a:lnTo>
                <a:cubicBezTo>
                  <a:pt x="132" y="160"/>
                  <a:pt x="141" y="160"/>
                  <a:pt x="141" y="152"/>
                </a:cubicBezTo>
                <a:cubicBezTo>
                  <a:pt x="150" y="143"/>
                  <a:pt x="167" y="124"/>
                  <a:pt x="177" y="116"/>
                </a:cubicBezTo>
                <a:cubicBezTo>
                  <a:pt x="141" y="80"/>
                  <a:pt x="106" y="63"/>
                  <a:pt x="53" y="63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134"/>
                  <a:pt x="0" y="134"/>
                  <a:pt x="0" y="134"/>
                </a:cubicBezTo>
                <a:cubicBezTo>
                  <a:pt x="53" y="134"/>
                  <a:pt x="53" y="134"/>
                  <a:pt x="53" y="134"/>
                </a:cubicBezTo>
                <a:cubicBezTo>
                  <a:pt x="79" y="134"/>
                  <a:pt x="106" y="143"/>
                  <a:pt x="132" y="169"/>
                </a:cubicBezTo>
                <a:close/>
                <a:moveTo>
                  <a:pt x="389" y="293"/>
                </a:moveTo>
                <a:lnTo>
                  <a:pt x="389" y="293"/>
                </a:lnTo>
                <a:cubicBezTo>
                  <a:pt x="372" y="293"/>
                  <a:pt x="372" y="293"/>
                  <a:pt x="372" y="293"/>
                </a:cubicBezTo>
                <a:cubicBezTo>
                  <a:pt x="336" y="293"/>
                  <a:pt x="310" y="275"/>
                  <a:pt x="283" y="249"/>
                </a:cubicBezTo>
                <a:cubicBezTo>
                  <a:pt x="283" y="249"/>
                  <a:pt x="283" y="249"/>
                  <a:pt x="283" y="258"/>
                </a:cubicBezTo>
                <a:cubicBezTo>
                  <a:pt x="266" y="266"/>
                  <a:pt x="257" y="284"/>
                  <a:pt x="248" y="302"/>
                </a:cubicBezTo>
                <a:cubicBezTo>
                  <a:pt x="274" y="337"/>
                  <a:pt x="319" y="355"/>
                  <a:pt x="372" y="355"/>
                </a:cubicBezTo>
                <a:cubicBezTo>
                  <a:pt x="389" y="355"/>
                  <a:pt x="389" y="355"/>
                  <a:pt x="389" y="355"/>
                </a:cubicBezTo>
                <a:cubicBezTo>
                  <a:pt x="389" y="417"/>
                  <a:pt x="389" y="417"/>
                  <a:pt x="389" y="417"/>
                </a:cubicBezTo>
                <a:cubicBezTo>
                  <a:pt x="496" y="328"/>
                  <a:pt x="496" y="328"/>
                  <a:pt x="496" y="328"/>
                </a:cubicBezTo>
                <a:cubicBezTo>
                  <a:pt x="389" y="240"/>
                  <a:pt x="389" y="240"/>
                  <a:pt x="389" y="240"/>
                </a:cubicBezTo>
                <a:lnTo>
                  <a:pt x="389" y="29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6"/>
          <p:cNvSpPr/>
          <p:nvPr/>
        </p:nvSpPr>
        <p:spPr>
          <a:xfrm>
            <a:off x="4964113" y="1958975"/>
            <a:ext cx="177800" cy="180975"/>
          </a:xfrm>
          <a:custGeom>
            <a:rect b="b" l="l" r="r" t="t"/>
            <a:pathLst>
              <a:path extrusionOk="0" h="400" w="399">
                <a:moveTo>
                  <a:pt x="381" y="336"/>
                </a:moveTo>
                <a:lnTo>
                  <a:pt x="381" y="336"/>
                </a:lnTo>
                <a:cubicBezTo>
                  <a:pt x="292" y="239"/>
                  <a:pt x="292" y="239"/>
                  <a:pt x="292" y="239"/>
                </a:cubicBezTo>
                <a:cubicBezTo>
                  <a:pt x="301" y="212"/>
                  <a:pt x="310" y="186"/>
                  <a:pt x="310" y="159"/>
                </a:cubicBezTo>
                <a:cubicBezTo>
                  <a:pt x="310" y="71"/>
                  <a:pt x="239" y="0"/>
                  <a:pt x="151" y="0"/>
                </a:cubicBezTo>
                <a:cubicBezTo>
                  <a:pt x="70" y="0"/>
                  <a:pt x="0" y="71"/>
                  <a:pt x="0" y="151"/>
                </a:cubicBezTo>
                <a:cubicBezTo>
                  <a:pt x="0" y="239"/>
                  <a:pt x="70" y="310"/>
                  <a:pt x="160" y="310"/>
                </a:cubicBezTo>
                <a:cubicBezTo>
                  <a:pt x="186" y="310"/>
                  <a:pt x="213" y="302"/>
                  <a:pt x="230" y="292"/>
                </a:cubicBezTo>
                <a:cubicBezTo>
                  <a:pt x="328" y="390"/>
                  <a:pt x="328" y="390"/>
                  <a:pt x="328" y="390"/>
                </a:cubicBezTo>
                <a:cubicBezTo>
                  <a:pt x="336" y="399"/>
                  <a:pt x="354" y="399"/>
                  <a:pt x="363" y="390"/>
                </a:cubicBezTo>
                <a:cubicBezTo>
                  <a:pt x="389" y="364"/>
                  <a:pt x="389" y="364"/>
                  <a:pt x="389" y="364"/>
                </a:cubicBezTo>
                <a:cubicBezTo>
                  <a:pt x="398" y="355"/>
                  <a:pt x="389" y="346"/>
                  <a:pt x="381" y="336"/>
                </a:cubicBezTo>
                <a:close/>
                <a:moveTo>
                  <a:pt x="44" y="151"/>
                </a:moveTo>
                <a:lnTo>
                  <a:pt x="44" y="151"/>
                </a:lnTo>
                <a:cubicBezTo>
                  <a:pt x="44" y="98"/>
                  <a:pt x="98" y="44"/>
                  <a:pt x="151" y="44"/>
                </a:cubicBezTo>
                <a:cubicBezTo>
                  <a:pt x="213" y="44"/>
                  <a:pt x="266" y="98"/>
                  <a:pt x="266" y="159"/>
                </a:cubicBezTo>
                <a:cubicBezTo>
                  <a:pt x="266" y="221"/>
                  <a:pt x="213" y="266"/>
                  <a:pt x="160" y="266"/>
                </a:cubicBezTo>
                <a:cubicBezTo>
                  <a:pt x="98" y="266"/>
                  <a:pt x="44" y="212"/>
                  <a:pt x="44" y="1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6"/>
          <p:cNvSpPr/>
          <p:nvPr/>
        </p:nvSpPr>
        <p:spPr>
          <a:xfrm>
            <a:off x="6280150" y="3275013"/>
            <a:ext cx="214313" cy="215900"/>
          </a:xfrm>
          <a:custGeom>
            <a:rect b="b" l="l" r="r" t="t"/>
            <a:pathLst>
              <a:path extrusionOk="0" h="479" w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6"/>
          <p:cNvSpPr/>
          <p:nvPr/>
        </p:nvSpPr>
        <p:spPr>
          <a:xfrm>
            <a:off x="6721475" y="3314700"/>
            <a:ext cx="222250" cy="136525"/>
          </a:xfrm>
          <a:custGeom>
            <a:rect b="b" l="l" r="r" t="t"/>
            <a:pathLst>
              <a:path extrusionOk="0" h="303" w="498">
                <a:moveTo>
                  <a:pt x="462" y="0"/>
                </a:moveTo>
                <a:lnTo>
                  <a:pt x="462" y="0"/>
                </a:lnTo>
                <a:cubicBezTo>
                  <a:pt x="36" y="0"/>
                  <a:pt x="36" y="0"/>
                  <a:pt x="36" y="0"/>
                </a:cubicBezTo>
                <a:cubicBezTo>
                  <a:pt x="18" y="0"/>
                  <a:pt x="0" y="18"/>
                  <a:pt x="0" y="3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4"/>
                  <a:pt x="18" y="302"/>
                  <a:pt x="36" y="302"/>
                </a:cubicBezTo>
                <a:cubicBezTo>
                  <a:pt x="462" y="302"/>
                  <a:pt x="462" y="302"/>
                  <a:pt x="462" y="302"/>
                </a:cubicBezTo>
                <a:cubicBezTo>
                  <a:pt x="479" y="302"/>
                  <a:pt x="497" y="284"/>
                  <a:pt x="497" y="266"/>
                </a:cubicBezTo>
                <a:cubicBezTo>
                  <a:pt x="497" y="36"/>
                  <a:pt x="497" y="36"/>
                  <a:pt x="497" y="36"/>
                </a:cubicBezTo>
                <a:cubicBezTo>
                  <a:pt x="497" y="18"/>
                  <a:pt x="479" y="0"/>
                  <a:pt x="462" y="0"/>
                </a:cubicBezTo>
                <a:close/>
                <a:moveTo>
                  <a:pt x="275" y="54"/>
                </a:moveTo>
                <a:lnTo>
                  <a:pt x="275" y="54"/>
                </a:lnTo>
                <a:cubicBezTo>
                  <a:pt x="319" y="54"/>
                  <a:pt x="319" y="54"/>
                  <a:pt x="319" y="54"/>
                </a:cubicBezTo>
                <a:cubicBezTo>
                  <a:pt x="319" y="107"/>
                  <a:pt x="319" y="107"/>
                  <a:pt x="319" y="107"/>
                </a:cubicBezTo>
                <a:cubicBezTo>
                  <a:pt x="275" y="107"/>
                  <a:pt x="275" y="107"/>
                  <a:pt x="275" y="107"/>
                </a:cubicBezTo>
                <a:lnTo>
                  <a:pt x="275" y="54"/>
                </a:lnTo>
                <a:close/>
                <a:moveTo>
                  <a:pt x="346" y="125"/>
                </a:moveTo>
                <a:lnTo>
                  <a:pt x="346" y="125"/>
                </a:lnTo>
                <a:cubicBezTo>
                  <a:pt x="346" y="178"/>
                  <a:pt x="346" y="178"/>
                  <a:pt x="346" y="178"/>
                </a:cubicBezTo>
                <a:cubicBezTo>
                  <a:pt x="302" y="178"/>
                  <a:pt x="302" y="178"/>
                  <a:pt x="302" y="178"/>
                </a:cubicBezTo>
                <a:cubicBezTo>
                  <a:pt x="302" y="125"/>
                  <a:pt x="302" y="125"/>
                  <a:pt x="302" y="125"/>
                </a:cubicBezTo>
                <a:lnTo>
                  <a:pt x="346" y="125"/>
                </a:lnTo>
                <a:close/>
                <a:moveTo>
                  <a:pt x="195" y="54"/>
                </a:moveTo>
                <a:lnTo>
                  <a:pt x="195" y="54"/>
                </a:lnTo>
                <a:cubicBezTo>
                  <a:pt x="249" y="54"/>
                  <a:pt x="249" y="54"/>
                  <a:pt x="249" y="54"/>
                </a:cubicBezTo>
                <a:cubicBezTo>
                  <a:pt x="249" y="107"/>
                  <a:pt x="249" y="107"/>
                  <a:pt x="249" y="107"/>
                </a:cubicBezTo>
                <a:cubicBezTo>
                  <a:pt x="195" y="107"/>
                  <a:pt x="195" y="107"/>
                  <a:pt x="195" y="107"/>
                </a:cubicBezTo>
                <a:lnTo>
                  <a:pt x="195" y="54"/>
                </a:lnTo>
                <a:close/>
                <a:moveTo>
                  <a:pt x="275" y="125"/>
                </a:moveTo>
                <a:lnTo>
                  <a:pt x="275" y="125"/>
                </a:lnTo>
                <a:cubicBezTo>
                  <a:pt x="275" y="178"/>
                  <a:pt x="275" y="178"/>
                  <a:pt x="275" y="178"/>
                </a:cubicBezTo>
                <a:cubicBezTo>
                  <a:pt x="222" y="178"/>
                  <a:pt x="222" y="178"/>
                  <a:pt x="222" y="178"/>
                </a:cubicBezTo>
                <a:cubicBezTo>
                  <a:pt x="222" y="125"/>
                  <a:pt x="222" y="125"/>
                  <a:pt x="222" y="125"/>
                </a:cubicBezTo>
                <a:lnTo>
                  <a:pt x="275" y="125"/>
                </a:lnTo>
                <a:close/>
                <a:moveTo>
                  <a:pt x="124" y="54"/>
                </a:moveTo>
                <a:lnTo>
                  <a:pt x="124" y="54"/>
                </a:lnTo>
                <a:cubicBezTo>
                  <a:pt x="178" y="54"/>
                  <a:pt x="178" y="54"/>
                  <a:pt x="178" y="54"/>
                </a:cubicBezTo>
                <a:cubicBezTo>
                  <a:pt x="178" y="107"/>
                  <a:pt x="178" y="107"/>
                  <a:pt x="178" y="107"/>
                </a:cubicBezTo>
                <a:cubicBezTo>
                  <a:pt x="124" y="107"/>
                  <a:pt x="124" y="107"/>
                  <a:pt x="124" y="107"/>
                </a:cubicBezTo>
                <a:lnTo>
                  <a:pt x="124" y="54"/>
                </a:lnTo>
                <a:close/>
                <a:moveTo>
                  <a:pt x="195" y="125"/>
                </a:moveTo>
                <a:lnTo>
                  <a:pt x="195" y="125"/>
                </a:lnTo>
                <a:cubicBezTo>
                  <a:pt x="195" y="178"/>
                  <a:pt x="195" y="178"/>
                  <a:pt x="195" y="178"/>
                </a:cubicBezTo>
                <a:cubicBezTo>
                  <a:pt x="151" y="178"/>
                  <a:pt x="151" y="178"/>
                  <a:pt x="151" y="178"/>
                </a:cubicBezTo>
                <a:cubicBezTo>
                  <a:pt x="151" y="125"/>
                  <a:pt x="151" y="125"/>
                  <a:pt x="151" y="125"/>
                </a:cubicBezTo>
                <a:lnTo>
                  <a:pt x="195" y="125"/>
                </a:lnTo>
                <a:close/>
                <a:moveTo>
                  <a:pt x="54" y="54"/>
                </a:moveTo>
                <a:lnTo>
                  <a:pt x="54" y="54"/>
                </a:lnTo>
                <a:cubicBezTo>
                  <a:pt x="98" y="54"/>
                  <a:pt x="98" y="54"/>
                  <a:pt x="98" y="54"/>
                </a:cubicBezTo>
                <a:cubicBezTo>
                  <a:pt x="98" y="107"/>
                  <a:pt x="98" y="107"/>
                  <a:pt x="98" y="107"/>
                </a:cubicBezTo>
                <a:cubicBezTo>
                  <a:pt x="54" y="107"/>
                  <a:pt x="54" y="107"/>
                  <a:pt x="54" y="107"/>
                </a:cubicBezTo>
                <a:lnTo>
                  <a:pt x="54" y="54"/>
                </a:lnTo>
                <a:close/>
                <a:moveTo>
                  <a:pt x="124" y="125"/>
                </a:moveTo>
                <a:lnTo>
                  <a:pt x="124" y="125"/>
                </a:lnTo>
                <a:cubicBezTo>
                  <a:pt x="124" y="178"/>
                  <a:pt x="124" y="178"/>
                  <a:pt x="124" y="178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71" y="125"/>
                  <a:pt x="71" y="125"/>
                  <a:pt x="71" y="125"/>
                </a:cubicBezTo>
                <a:lnTo>
                  <a:pt x="124" y="125"/>
                </a:lnTo>
                <a:close/>
                <a:moveTo>
                  <a:pt x="98" y="249"/>
                </a:moveTo>
                <a:lnTo>
                  <a:pt x="98" y="249"/>
                </a:lnTo>
                <a:cubicBezTo>
                  <a:pt x="54" y="249"/>
                  <a:pt x="54" y="249"/>
                  <a:pt x="54" y="249"/>
                </a:cubicBezTo>
                <a:cubicBezTo>
                  <a:pt x="54" y="204"/>
                  <a:pt x="54" y="204"/>
                  <a:pt x="54" y="204"/>
                </a:cubicBezTo>
                <a:cubicBezTo>
                  <a:pt x="98" y="204"/>
                  <a:pt x="98" y="204"/>
                  <a:pt x="98" y="204"/>
                </a:cubicBezTo>
                <a:lnTo>
                  <a:pt x="98" y="249"/>
                </a:lnTo>
                <a:close/>
                <a:moveTo>
                  <a:pt x="372" y="249"/>
                </a:moveTo>
                <a:lnTo>
                  <a:pt x="372" y="249"/>
                </a:lnTo>
                <a:cubicBezTo>
                  <a:pt x="124" y="249"/>
                  <a:pt x="124" y="249"/>
                  <a:pt x="124" y="249"/>
                </a:cubicBezTo>
                <a:cubicBezTo>
                  <a:pt x="124" y="204"/>
                  <a:pt x="124" y="204"/>
                  <a:pt x="124" y="204"/>
                </a:cubicBezTo>
                <a:cubicBezTo>
                  <a:pt x="372" y="204"/>
                  <a:pt x="372" y="204"/>
                  <a:pt x="372" y="204"/>
                </a:cubicBezTo>
                <a:lnTo>
                  <a:pt x="372" y="249"/>
                </a:lnTo>
                <a:close/>
                <a:moveTo>
                  <a:pt x="443" y="249"/>
                </a:moveTo>
                <a:lnTo>
                  <a:pt x="443" y="249"/>
                </a:lnTo>
                <a:cubicBezTo>
                  <a:pt x="399" y="249"/>
                  <a:pt x="399" y="249"/>
                  <a:pt x="399" y="249"/>
                </a:cubicBezTo>
                <a:cubicBezTo>
                  <a:pt x="399" y="204"/>
                  <a:pt x="399" y="204"/>
                  <a:pt x="399" y="204"/>
                </a:cubicBezTo>
                <a:cubicBezTo>
                  <a:pt x="443" y="204"/>
                  <a:pt x="443" y="204"/>
                  <a:pt x="443" y="204"/>
                </a:cubicBezTo>
                <a:lnTo>
                  <a:pt x="443" y="249"/>
                </a:lnTo>
                <a:close/>
                <a:moveTo>
                  <a:pt x="372" y="178"/>
                </a:moveTo>
                <a:lnTo>
                  <a:pt x="372" y="178"/>
                </a:lnTo>
                <a:cubicBezTo>
                  <a:pt x="372" y="125"/>
                  <a:pt x="372" y="125"/>
                  <a:pt x="372" y="125"/>
                </a:cubicBezTo>
                <a:cubicBezTo>
                  <a:pt x="425" y="125"/>
                  <a:pt x="425" y="125"/>
                  <a:pt x="425" y="125"/>
                </a:cubicBezTo>
                <a:cubicBezTo>
                  <a:pt x="425" y="178"/>
                  <a:pt x="425" y="178"/>
                  <a:pt x="425" y="178"/>
                </a:cubicBezTo>
                <a:lnTo>
                  <a:pt x="372" y="178"/>
                </a:lnTo>
                <a:close/>
                <a:moveTo>
                  <a:pt x="443" y="107"/>
                </a:moveTo>
                <a:lnTo>
                  <a:pt x="443" y="107"/>
                </a:lnTo>
                <a:cubicBezTo>
                  <a:pt x="346" y="107"/>
                  <a:pt x="346" y="107"/>
                  <a:pt x="346" y="107"/>
                </a:cubicBezTo>
                <a:cubicBezTo>
                  <a:pt x="346" y="54"/>
                  <a:pt x="346" y="54"/>
                  <a:pt x="346" y="54"/>
                </a:cubicBezTo>
                <a:cubicBezTo>
                  <a:pt x="443" y="54"/>
                  <a:pt x="443" y="54"/>
                  <a:pt x="443" y="54"/>
                </a:cubicBezTo>
                <a:lnTo>
                  <a:pt x="443" y="10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6"/>
          <p:cNvSpPr/>
          <p:nvPr/>
        </p:nvSpPr>
        <p:spPr>
          <a:xfrm>
            <a:off x="488950" y="3740150"/>
            <a:ext cx="223838" cy="179388"/>
          </a:xfrm>
          <a:custGeom>
            <a:rect b="b" l="l" r="r" t="t"/>
            <a:pathLst>
              <a:path extrusionOk="0" h="401" w="497">
                <a:moveTo>
                  <a:pt x="442" y="0"/>
                </a:moveTo>
                <a:lnTo>
                  <a:pt x="442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19"/>
                  <a:pt x="0" y="45"/>
                </a:cubicBezTo>
                <a:cubicBezTo>
                  <a:pt x="0" y="347"/>
                  <a:pt x="0" y="347"/>
                  <a:pt x="0" y="347"/>
                </a:cubicBezTo>
                <a:cubicBezTo>
                  <a:pt x="0" y="373"/>
                  <a:pt x="17" y="400"/>
                  <a:pt x="53" y="400"/>
                </a:cubicBezTo>
                <a:cubicBezTo>
                  <a:pt x="442" y="400"/>
                  <a:pt x="442" y="400"/>
                  <a:pt x="442" y="400"/>
                </a:cubicBezTo>
                <a:cubicBezTo>
                  <a:pt x="469" y="400"/>
                  <a:pt x="496" y="373"/>
                  <a:pt x="496" y="347"/>
                </a:cubicBezTo>
                <a:cubicBezTo>
                  <a:pt x="496" y="45"/>
                  <a:pt x="496" y="45"/>
                  <a:pt x="496" y="45"/>
                </a:cubicBezTo>
                <a:cubicBezTo>
                  <a:pt x="496" y="19"/>
                  <a:pt x="469" y="0"/>
                  <a:pt x="442" y="0"/>
                </a:cubicBezTo>
                <a:close/>
                <a:moveTo>
                  <a:pt x="114" y="45"/>
                </a:moveTo>
                <a:lnTo>
                  <a:pt x="114" y="45"/>
                </a:lnTo>
                <a:cubicBezTo>
                  <a:pt x="123" y="45"/>
                  <a:pt x="132" y="54"/>
                  <a:pt x="132" y="63"/>
                </a:cubicBezTo>
                <a:cubicBezTo>
                  <a:pt x="132" y="72"/>
                  <a:pt x="123" y="80"/>
                  <a:pt x="114" y="80"/>
                </a:cubicBezTo>
                <a:cubicBezTo>
                  <a:pt x="106" y="80"/>
                  <a:pt x="97" y="72"/>
                  <a:pt x="97" y="63"/>
                </a:cubicBezTo>
                <a:cubicBezTo>
                  <a:pt x="97" y="54"/>
                  <a:pt x="106" y="45"/>
                  <a:pt x="114" y="45"/>
                </a:cubicBezTo>
                <a:close/>
                <a:moveTo>
                  <a:pt x="44" y="63"/>
                </a:moveTo>
                <a:lnTo>
                  <a:pt x="44" y="63"/>
                </a:lnTo>
                <a:cubicBezTo>
                  <a:pt x="44" y="54"/>
                  <a:pt x="53" y="45"/>
                  <a:pt x="61" y="45"/>
                </a:cubicBezTo>
                <a:cubicBezTo>
                  <a:pt x="70" y="45"/>
                  <a:pt x="79" y="54"/>
                  <a:pt x="79" y="63"/>
                </a:cubicBezTo>
                <a:cubicBezTo>
                  <a:pt x="79" y="72"/>
                  <a:pt x="70" y="80"/>
                  <a:pt x="61" y="80"/>
                </a:cubicBezTo>
                <a:cubicBezTo>
                  <a:pt x="53" y="80"/>
                  <a:pt x="44" y="72"/>
                  <a:pt x="44" y="63"/>
                </a:cubicBezTo>
                <a:close/>
                <a:moveTo>
                  <a:pt x="442" y="347"/>
                </a:moveTo>
                <a:lnTo>
                  <a:pt x="442" y="347"/>
                </a:lnTo>
                <a:cubicBezTo>
                  <a:pt x="44" y="347"/>
                  <a:pt x="44" y="347"/>
                  <a:pt x="44" y="347"/>
                </a:cubicBezTo>
                <a:cubicBezTo>
                  <a:pt x="44" y="116"/>
                  <a:pt x="44" y="116"/>
                  <a:pt x="44" y="116"/>
                </a:cubicBezTo>
                <a:cubicBezTo>
                  <a:pt x="442" y="116"/>
                  <a:pt x="442" y="116"/>
                  <a:pt x="442" y="116"/>
                </a:cubicBezTo>
                <a:lnTo>
                  <a:pt x="442" y="347"/>
                </a:lnTo>
                <a:close/>
                <a:moveTo>
                  <a:pt x="442" y="80"/>
                </a:moveTo>
                <a:lnTo>
                  <a:pt x="442" y="80"/>
                </a:lnTo>
                <a:cubicBezTo>
                  <a:pt x="150" y="80"/>
                  <a:pt x="150" y="80"/>
                  <a:pt x="150" y="80"/>
                </a:cubicBezTo>
                <a:cubicBezTo>
                  <a:pt x="150" y="45"/>
                  <a:pt x="150" y="45"/>
                  <a:pt x="150" y="45"/>
                </a:cubicBezTo>
                <a:cubicBezTo>
                  <a:pt x="442" y="45"/>
                  <a:pt x="442" y="45"/>
                  <a:pt x="442" y="45"/>
                </a:cubicBezTo>
                <a:lnTo>
                  <a:pt x="442" y="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6"/>
          <p:cNvSpPr/>
          <p:nvPr/>
        </p:nvSpPr>
        <p:spPr>
          <a:xfrm>
            <a:off x="933450" y="3727450"/>
            <a:ext cx="223838" cy="200025"/>
          </a:xfrm>
          <a:custGeom>
            <a:rect b="b" l="l" r="r" t="t"/>
            <a:pathLst>
              <a:path extrusionOk="0" h="444" w="49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3"/>
                  <a:pt x="17" y="399"/>
                  <a:pt x="53" y="399"/>
                </a:cubicBezTo>
                <a:cubicBezTo>
                  <a:pt x="151" y="399"/>
                  <a:pt x="151" y="399"/>
                  <a:pt x="151" y="399"/>
                </a:cubicBezTo>
                <a:cubicBezTo>
                  <a:pt x="151" y="345"/>
                  <a:pt x="151" y="345"/>
                  <a:pt x="151" y="345"/>
                </a:cubicBezTo>
                <a:cubicBezTo>
                  <a:pt x="44" y="345"/>
                  <a:pt x="44" y="345"/>
                  <a:pt x="44" y="345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3" y="124"/>
                  <a:pt x="443" y="124"/>
                  <a:pt x="443" y="124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345" y="345"/>
                  <a:pt x="345" y="345"/>
                  <a:pt x="345" y="345"/>
                </a:cubicBezTo>
                <a:cubicBezTo>
                  <a:pt x="345" y="399"/>
                  <a:pt x="345" y="399"/>
                  <a:pt x="345" y="399"/>
                </a:cubicBezTo>
                <a:cubicBezTo>
                  <a:pt x="443" y="399"/>
                  <a:pt x="443" y="399"/>
                  <a:pt x="443" y="399"/>
                </a:cubicBezTo>
                <a:cubicBezTo>
                  <a:pt x="470" y="399"/>
                  <a:pt x="496" y="373"/>
                  <a:pt x="496" y="345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62" y="80"/>
                </a:moveTo>
                <a:lnTo>
                  <a:pt x="62" y="80"/>
                </a:lnTo>
                <a:cubicBezTo>
                  <a:pt x="53" y="80"/>
                  <a:pt x="44" y="71"/>
                  <a:pt x="44" y="62"/>
                </a:cubicBezTo>
                <a:cubicBezTo>
                  <a:pt x="44" y="53"/>
                  <a:pt x="53" y="45"/>
                  <a:pt x="62" y="45"/>
                </a:cubicBezTo>
                <a:cubicBezTo>
                  <a:pt x="71" y="45"/>
                  <a:pt x="79" y="53"/>
                  <a:pt x="79" y="62"/>
                </a:cubicBezTo>
                <a:cubicBezTo>
                  <a:pt x="79" y="71"/>
                  <a:pt x="71" y="80"/>
                  <a:pt x="62" y="80"/>
                </a:cubicBezTo>
                <a:close/>
                <a:moveTo>
                  <a:pt x="116" y="80"/>
                </a:moveTo>
                <a:lnTo>
                  <a:pt x="116" y="80"/>
                </a:lnTo>
                <a:cubicBezTo>
                  <a:pt x="107" y="80"/>
                  <a:pt x="97" y="71"/>
                  <a:pt x="97" y="62"/>
                </a:cubicBezTo>
                <a:cubicBezTo>
                  <a:pt x="97" y="53"/>
                  <a:pt x="107" y="45"/>
                  <a:pt x="116" y="45"/>
                </a:cubicBezTo>
                <a:cubicBezTo>
                  <a:pt x="124" y="45"/>
                  <a:pt x="132" y="53"/>
                  <a:pt x="132" y="62"/>
                </a:cubicBezTo>
                <a:cubicBezTo>
                  <a:pt x="132" y="71"/>
                  <a:pt x="124" y="80"/>
                  <a:pt x="116" y="80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151" y="80"/>
                  <a:pt x="151" y="80"/>
                  <a:pt x="151" y="80"/>
                </a:cubicBezTo>
                <a:cubicBezTo>
                  <a:pt x="151" y="53"/>
                  <a:pt x="151" y="53"/>
                  <a:pt x="151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80"/>
                </a:lnTo>
                <a:close/>
                <a:moveTo>
                  <a:pt x="248" y="177"/>
                </a:moveTo>
                <a:lnTo>
                  <a:pt x="248" y="177"/>
                </a:lnTo>
                <a:cubicBezTo>
                  <a:pt x="124" y="301"/>
                  <a:pt x="124" y="301"/>
                  <a:pt x="124" y="301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443"/>
                  <a:pt x="204" y="443"/>
                  <a:pt x="204" y="443"/>
                </a:cubicBezTo>
                <a:cubicBezTo>
                  <a:pt x="292" y="443"/>
                  <a:pt x="292" y="443"/>
                  <a:pt x="292" y="443"/>
                </a:cubicBezTo>
                <a:cubicBezTo>
                  <a:pt x="292" y="301"/>
                  <a:pt x="292" y="301"/>
                  <a:pt x="292" y="301"/>
                </a:cubicBezTo>
                <a:cubicBezTo>
                  <a:pt x="363" y="301"/>
                  <a:pt x="363" y="301"/>
                  <a:pt x="363" y="301"/>
                </a:cubicBezTo>
                <a:lnTo>
                  <a:pt x="248" y="1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6"/>
          <p:cNvSpPr/>
          <p:nvPr/>
        </p:nvSpPr>
        <p:spPr>
          <a:xfrm>
            <a:off x="3190875" y="3751263"/>
            <a:ext cx="160338" cy="155575"/>
          </a:xfrm>
          <a:custGeom>
            <a:rect b="b" l="l" r="r" t="t"/>
            <a:pathLst>
              <a:path extrusionOk="0" h="347" w="356">
                <a:moveTo>
                  <a:pt x="177" y="89"/>
                </a:moveTo>
                <a:lnTo>
                  <a:pt x="177" y="89"/>
                </a:lnTo>
                <a:cubicBezTo>
                  <a:pt x="133" y="89"/>
                  <a:pt x="98" y="124"/>
                  <a:pt x="98" y="169"/>
                </a:cubicBezTo>
                <a:cubicBezTo>
                  <a:pt x="98" y="213"/>
                  <a:pt x="133" y="248"/>
                  <a:pt x="177" y="248"/>
                </a:cubicBezTo>
                <a:cubicBezTo>
                  <a:pt x="221" y="248"/>
                  <a:pt x="257" y="213"/>
                  <a:pt x="257" y="169"/>
                </a:cubicBezTo>
                <a:cubicBezTo>
                  <a:pt x="257" y="124"/>
                  <a:pt x="221" y="89"/>
                  <a:pt x="177" y="89"/>
                </a:cubicBezTo>
                <a:close/>
                <a:moveTo>
                  <a:pt x="177" y="222"/>
                </a:moveTo>
                <a:lnTo>
                  <a:pt x="177" y="222"/>
                </a:lnTo>
                <a:cubicBezTo>
                  <a:pt x="151" y="222"/>
                  <a:pt x="124" y="195"/>
                  <a:pt x="124" y="169"/>
                </a:cubicBezTo>
                <a:cubicBezTo>
                  <a:pt x="124" y="142"/>
                  <a:pt x="151" y="124"/>
                  <a:pt x="177" y="124"/>
                </a:cubicBezTo>
                <a:cubicBezTo>
                  <a:pt x="204" y="124"/>
                  <a:pt x="230" y="142"/>
                  <a:pt x="230" y="169"/>
                </a:cubicBezTo>
                <a:cubicBezTo>
                  <a:pt x="230" y="195"/>
                  <a:pt x="204" y="222"/>
                  <a:pt x="177" y="222"/>
                </a:cubicBezTo>
                <a:close/>
                <a:moveTo>
                  <a:pt x="26" y="151"/>
                </a:moveTo>
                <a:lnTo>
                  <a:pt x="26" y="151"/>
                </a:lnTo>
                <a:cubicBezTo>
                  <a:pt x="17" y="151"/>
                  <a:pt x="0" y="160"/>
                  <a:pt x="0" y="169"/>
                </a:cubicBezTo>
                <a:cubicBezTo>
                  <a:pt x="0" y="186"/>
                  <a:pt x="17" y="195"/>
                  <a:pt x="26" y="195"/>
                </a:cubicBezTo>
                <a:cubicBezTo>
                  <a:pt x="45" y="195"/>
                  <a:pt x="53" y="186"/>
                  <a:pt x="53" y="169"/>
                </a:cubicBezTo>
                <a:cubicBezTo>
                  <a:pt x="53" y="160"/>
                  <a:pt x="45" y="151"/>
                  <a:pt x="26" y="151"/>
                </a:cubicBezTo>
                <a:close/>
                <a:moveTo>
                  <a:pt x="301" y="53"/>
                </a:moveTo>
                <a:lnTo>
                  <a:pt x="301" y="53"/>
                </a:lnTo>
                <a:cubicBezTo>
                  <a:pt x="292" y="45"/>
                  <a:pt x="274" y="45"/>
                  <a:pt x="266" y="53"/>
                </a:cubicBezTo>
                <a:cubicBezTo>
                  <a:pt x="257" y="63"/>
                  <a:pt x="257" y="80"/>
                  <a:pt x="266" y="89"/>
                </a:cubicBezTo>
                <a:cubicBezTo>
                  <a:pt x="274" y="89"/>
                  <a:pt x="283" y="89"/>
                  <a:pt x="292" y="80"/>
                </a:cubicBezTo>
                <a:cubicBezTo>
                  <a:pt x="301" y="71"/>
                  <a:pt x="310" y="53"/>
                  <a:pt x="301" y="53"/>
                </a:cubicBezTo>
                <a:close/>
                <a:moveTo>
                  <a:pt x="328" y="151"/>
                </a:moveTo>
                <a:lnTo>
                  <a:pt x="328" y="151"/>
                </a:lnTo>
                <a:cubicBezTo>
                  <a:pt x="310" y="151"/>
                  <a:pt x="301" y="160"/>
                  <a:pt x="301" y="169"/>
                </a:cubicBezTo>
                <a:cubicBezTo>
                  <a:pt x="301" y="186"/>
                  <a:pt x="310" y="195"/>
                  <a:pt x="328" y="195"/>
                </a:cubicBezTo>
                <a:cubicBezTo>
                  <a:pt x="336" y="195"/>
                  <a:pt x="355" y="186"/>
                  <a:pt x="355" y="169"/>
                </a:cubicBezTo>
                <a:cubicBezTo>
                  <a:pt x="355" y="160"/>
                  <a:pt x="336" y="151"/>
                  <a:pt x="328" y="151"/>
                </a:cubicBezTo>
                <a:close/>
                <a:moveTo>
                  <a:pt x="177" y="292"/>
                </a:moveTo>
                <a:lnTo>
                  <a:pt x="177" y="292"/>
                </a:lnTo>
                <a:cubicBezTo>
                  <a:pt x="168" y="292"/>
                  <a:pt x="159" y="311"/>
                  <a:pt x="159" y="320"/>
                </a:cubicBezTo>
                <a:cubicBezTo>
                  <a:pt x="159" y="337"/>
                  <a:pt x="168" y="346"/>
                  <a:pt x="177" y="346"/>
                </a:cubicBezTo>
                <a:cubicBezTo>
                  <a:pt x="186" y="346"/>
                  <a:pt x="195" y="337"/>
                  <a:pt x="195" y="320"/>
                </a:cubicBezTo>
                <a:cubicBezTo>
                  <a:pt x="195" y="311"/>
                  <a:pt x="186" y="292"/>
                  <a:pt x="177" y="292"/>
                </a:cubicBezTo>
                <a:close/>
                <a:moveTo>
                  <a:pt x="61" y="266"/>
                </a:moveTo>
                <a:lnTo>
                  <a:pt x="61" y="266"/>
                </a:lnTo>
                <a:cubicBezTo>
                  <a:pt x="53" y="275"/>
                  <a:pt x="45" y="284"/>
                  <a:pt x="53" y="292"/>
                </a:cubicBezTo>
                <a:cubicBezTo>
                  <a:pt x="61" y="301"/>
                  <a:pt x="80" y="301"/>
                  <a:pt x="89" y="292"/>
                </a:cubicBezTo>
                <a:cubicBezTo>
                  <a:pt x="98" y="284"/>
                  <a:pt x="98" y="266"/>
                  <a:pt x="89" y="257"/>
                </a:cubicBezTo>
                <a:cubicBezTo>
                  <a:pt x="80" y="248"/>
                  <a:pt x="71" y="257"/>
                  <a:pt x="61" y="266"/>
                </a:cubicBezTo>
                <a:close/>
                <a:moveTo>
                  <a:pt x="53" y="53"/>
                </a:moveTo>
                <a:lnTo>
                  <a:pt x="53" y="53"/>
                </a:lnTo>
                <a:cubicBezTo>
                  <a:pt x="45" y="63"/>
                  <a:pt x="45" y="71"/>
                  <a:pt x="53" y="80"/>
                </a:cubicBezTo>
                <a:cubicBezTo>
                  <a:pt x="71" y="89"/>
                  <a:pt x="80" y="98"/>
                  <a:pt x="89" y="89"/>
                </a:cubicBezTo>
                <a:cubicBezTo>
                  <a:pt x="98" y="80"/>
                  <a:pt x="98" y="63"/>
                  <a:pt x="89" y="53"/>
                </a:cubicBezTo>
                <a:cubicBezTo>
                  <a:pt x="80" y="45"/>
                  <a:pt x="61" y="45"/>
                  <a:pt x="53" y="53"/>
                </a:cubicBezTo>
                <a:close/>
                <a:moveTo>
                  <a:pt x="266" y="292"/>
                </a:moveTo>
                <a:lnTo>
                  <a:pt x="266" y="292"/>
                </a:lnTo>
                <a:cubicBezTo>
                  <a:pt x="274" y="301"/>
                  <a:pt x="292" y="301"/>
                  <a:pt x="301" y="292"/>
                </a:cubicBezTo>
                <a:cubicBezTo>
                  <a:pt x="310" y="284"/>
                  <a:pt x="310" y="275"/>
                  <a:pt x="292" y="266"/>
                </a:cubicBezTo>
                <a:cubicBezTo>
                  <a:pt x="283" y="257"/>
                  <a:pt x="274" y="248"/>
                  <a:pt x="266" y="257"/>
                </a:cubicBezTo>
                <a:cubicBezTo>
                  <a:pt x="257" y="266"/>
                  <a:pt x="257" y="284"/>
                  <a:pt x="266" y="292"/>
                </a:cubicBezTo>
                <a:close/>
                <a:moveTo>
                  <a:pt x="177" y="45"/>
                </a:moveTo>
                <a:lnTo>
                  <a:pt x="177" y="45"/>
                </a:lnTo>
                <a:cubicBezTo>
                  <a:pt x="186" y="45"/>
                  <a:pt x="195" y="36"/>
                  <a:pt x="195" y="18"/>
                </a:cubicBezTo>
                <a:cubicBezTo>
                  <a:pt x="195" y="9"/>
                  <a:pt x="186" y="0"/>
                  <a:pt x="177" y="0"/>
                </a:cubicBezTo>
                <a:cubicBezTo>
                  <a:pt x="168" y="0"/>
                  <a:pt x="159" y="9"/>
                  <a:pt x="159" y="18"/>
                </a:cubicBezTo>
                <a:cubicBezTo>
                  <a:pt x="159" y="36"/>
                  <a:pt x="168" y="45"/>
                  <a:pt x="177" y="4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6"/>
          <p:cNvSpPr/>
          <p:nvPr/>
        </p:nvSpPr>
        <p:spPr>
          <a:xfrm>
            <a:off x="3605213" y="3716338"/>
            <a:ext cx="222250" cy="222250"/>
          </a:xfrm>
          <a:custGeom>
            <a:rect b="b" l="l" r="r" t="t"/>
            <a:pathLst>
              <a:path extrusionOk="0" h="498" w="497">
                <a:moveTo>
                  <a:pt x="469" y="231"/>
                </a:moveTo>
                <a:lnTo>
                  <a:pt x="469" y="231"/>
                </a:lnTo>
                <a:cubicBezTo>
                  <a:pt x="469" y="231"/>
                  <a:pt x="451" y="231"/>
                  <a:pt x="443" y="231"/>
                </a:cubicBezTo>
                <a:cubicBezTo>
                  <a:pt x="434" y="231"/>
                  <a:pt x="425" y="240"/>
                  <a:pt x="425" y="249"/>
                </a:cubicBezTo>
                <a:cubicBezTo>
                  <a:pt x="425" y="266"/>
                  <a:pt x="434" y="275"/>
                  <a:pt x="443" y="275"/>
                </a:cubicBezTo>
                <a:cubicBezTo>
                  <a:pt x="451" y="275"/>
                  <a:pt x="469" y="275"/>
                  <a:pt x="469" y="275"/>
                </a:cubicBezTo>
                <a:cubicBezTo>
                  <a:pt x="487" y="275"/>
                  <a:pt x="496" y="266"/>
                  <a:pt x="496" y="249"/>
                </a:cubicBezTo>
                <a:cubicBezTo>
                  <a:pt x="496" y="240"/>
                  <a:pt x="487" y="231"/>
                  <a:pt x="469" y="231"/>
                </a:cubicBezTo>
                <a:close/>
                <a:moveTo>
                  <a:pt x="247" y="116"/>
                </a:moveTo>
                <a:lnTo>
                  <a:pt x="247" y="116"/>
                </a:lnTo>
                <a:cubicBezTo>
                  <a:pt x="168" y="116"/>
                  <a:pt x="115" y="178"/>
                  <a:pt x="115" y="249"/>
                </a:cubicBezTo>
                <a:cubicBezTo>
                  <a:pt x="115" y="328"/>
                  <a:pt x="168" y="391"/>
                  <a:pt x="247" y="391"/>
                </a:cubicBezTo>
                <a:cubicBezTo>
                  <a:pt x="327" y="391"/>
                  <a:pt x="380" y="328"/>
                  <a:pt x="380" y="249"/>
                </a:cubicBezTo>
                <a:cubicBezTo>
                  <a:pt x="380" y="178"/>
                  <a:pt x="327" y="116"/>
                  <a:pt x="247" y="116"/>
                </a:cubicBezTo>
                <a:close/>
                <a:moveTo>
                  <a:pt x="247" y="346"/>
                </a:moveTo>
                <a:lnTo>
                  <a:pt x="247" y="346"/>
                </a:lnTo>
                <a:cubicBezTo>
                  <a:pt x="194" y="346"/>
                  <a:pt x="150" y="302"/>
                  <a:pt x="150" y="249"/>
                </a:cubicBezTo>
                <a:cubicBezTo>
                  <a:pt x="150" y="196"/>
                  <a:pt x="194" y="151"/>
                  <a:pt x="247" y="151"/>
                </a:cubicBezTo>
                <a:cubicBezTo>
                  <a:pt x="300" y="151"/>
                  <a:pt x="345" y="196"/>
                  <a:pt x="345" y="249"/>
                </a:cubicBezTo>
                <a:cubicBezTo>
                  <a:pt x="345" y="302"/>
                  <a:pt x="300" y="346"/>
                  <a:pt x="247" y="346"/>
                </a:cubicBezTo>
                <a:close/>
                <a:moveTo>
                  <a:pt x="71" y="249"/>
                </a:moveTo>
                <a:lnTo>
                  <a:pt x="71" y="249"/>
                </a:lnTo>
                <a:cubicBezTo>
                  <a:pt x="71" y="240"/>
                  <a:pt x="61" y="231"/>
                  <a:pt x="53" y="231"/>
                </a:cubicBezTo>
                <a:cubicBezTo>
                  <a:pt x="44" y="231"/>
                  <a:pt x="26" y="231"/>
                  <a:pt x="26" y="231"/>
                </a:cubicBezTo>
                <a:cubicBezTo>
                  <a:pt x="8" y="231"/>
                  <a:pt x="0" y="240"/>
                  <a:pt x="0" y="249"/>
                </a:cubicBezTo>
                <a:cubicBezTo>
                  <a:pt x="0" y="266"/>
                  <a:pt x="8" y="275"/>
                  <a:pt x="26" y="275"/>
                </a:cubicBezTo>
                <a:cubicBezTo>
                  <a:pt x="26" y="275"/>
                  <a:pt x="44" y="275"/>
                  <a:pt x="53" y="275"/>
                </a:cubicBezTo>
                <a:cubicBezTo>
                  <a:pt x="61" y="275"/>
                  <a:pt x="71" y="266"/>
                  <a:pt x="71" y="249"/>
                </a:cubicBezTo>
                <a:close/>
                <a:moveTo>
                  <a:pt x="247" y="80"/>
                </a:moveTo>
                <a:lnTo>
                  <a:pt x="247" y="80"/>
                </a:lnTo>
                <a:cubicBezTo>
                  <a:pt x="256" y="80"/>
                  <a:pt x="265" y="62"/>
                  <a:pt x="265" y="53"/>
                </a:cubicBezTo>
                <a:cubicBezTo>
                  <a:pt x="265" y="45"/>
                  <a:pt x="265" y="36"/>
                  <a:pt x="265" y="27"/>
                </a:cubicBezTo>
                <a:cubicBezTo>
                  <a:pt x="265" y="18"/>
                  <a:pt x="256" y="0"/>
                  <a:pt x="247" y="0"/>
                </a:cubicBezTo>
                <a:cubicBezTo>
                  <a:pt x="239" y="0"/>
                  <a:pt x="230" y="18"/>
                  <a:pt x="230" y="27"/>
                </a:cubicBezTo>
                <a:cubicBezTo>
                  <a:pt x="230" y="36"/>
                  <a:pt x="230" y="45"/>
                  <a:pt x="230" y="53"/>
                </a:cubicBezTo>
                <a:cubicBezTo>
                  <a:pt x="230" y="62"/>
                  <a:pt x="239" y="80"/>
                  <a:pt x="247" y="80"/>
                </a:cubicBezTo>
                <a:close/>
                <a:moveTo>
                  <a:pt x="247" y="426"/>
                </a:moveTo>
                <a:lnTo>
                  <a:pt x="247" y="426"/>
                </a:lnTo>
                <a:cubicBezTo>
                  <a:pt x="239" y="426"/>
                  <a:pt x="230" y="435"/>
                  <a:pt x="230" y="453"/>
                </a:cubicBezTo>
                <a:lnTo>
                  <a:pt x="230" y="470"/>
                </a:lnTo>
                <a:cubicBezTo>
                  <a:pt x="230" y="488"/>
                  <a:pt x="239" y="497"/>
                  <a:pt x="247" y="497"/>
                </a:cubicBezTo>
                <a:cubicBezTo>
                  <a:pt x="256" y="497"/>
                  <a:pt x="265" y="488"/>
                  <a:pt x="265" y="470"/>
                </a:cubicBezTo>
                <a:lnTo>
                  <a:pt x="265" y="453"/>
                </a:lnTo>
                <a:cubicBezTo>
                  <a:pt x="265" y="435"/>
                  <a:pt x="256" y="426"/>
                  <a:pt x="247" y="426"/>
                </a:cubicBezTo>
                <a:close/>
                <a:moveTo>
                  <a:pt x="434" y="98"/>
                </a:moveTo>
                <a:lnTo>
                  <a:pt x="434" y="98"/>
                </a:lnTo>
                <a:cubicBezTo>
                  <a:pt x="443" y="89"/>
                  <a:pt x="443" y="72"/>
                  <a:pt x="434" y="62"/>
                </a:cubicBezTo>
                <a:cubicBezTo>
                  <a:pt x="425" y="53"/>
                  <a:pt x="416" y="62"/>
                  <a:pt x="398" y="72"/>
                </a:cubicBezTo>
                <a:cubicBezTo>
                  <a:pt x="398" y="72"/>
                  <a:pt x="390" y="80"/>
                  <a:pt x="380" y="89"/>
                </a:cubicBezTo>
                <a:cubicBezTo>
                  <a:pt x="372" y="98"/>
                  <a:pt x="372" y="107"/>
                  <a:pt x="380" y="116"/>
                </a:cubicBezTo>
                <a:cubicBezTo>
                  <a:pt x="390" y="125"/>
                  <a:pt x="407" y="125"/>
                  <a:pt x="416" y="116"/>
                </a:cubicBezTo>
                <a:cubicBezTo>
                  <a:pt x="416" y="107"/>
                  <a:pt x="425" y="98"/>
                  <a:pt x="434" y="98"/>
                </a:cubicBezTo>
                <a:close/>
                <a:moveTo>
                  <a:pt x="79" y="391"/>
                </a:moveTo>
                <a:lnTo>
                  <a:pt x="79" y="391"/>
                </a:lnTo>
                <a:cubicBezTo>
                  <a:pt x="79" y="391"/>
                  <a:pt x="71" y="400"/>
                  <a:pt x="61" y="408"/>
                </a:cubicBezTo>
                <a:cubicBezTo>
                  <a:pt x="53" y="417"/>
                  <a:pt x="53" y="426"/>
                  <a:pt x="61" y="435"/>
                </a:cubicBezTo>
                <a:cubicBezTo>
                  <a:pt x="71" y="444"/>
                  <a:pt x="79" y="444"/>
                  <a:pt x="97" y="435"/>
                </a:cubicBezTo>
                <a:lnTo>
                  <a:pt x="106" y="417"/>
                </a:lnTo>
                <a:cubicBezTo>
                  <a:pt x="124" y="408"/>
                  <a:pt x="124" y="391"/>
                  <a:pt x="115" y="381"/>
                </a:cubicBezTo>
                <a:cubicBezTo>
                  <a:pt x="106" y="381"/>
                  <a:pt x="88" y="381"/>
                  <a:pt x="79" y="391"/>
                </a:cubicBezTo>
                <a:close/>
                <a:moveTo>
                  <a:pt x="97" y="72"/>
                </a:moveTo>
                <a:lnTo>
                  <a:pt x="97" y="72"/>
                </a:lnTo>
                <a:cubicBezTo>
                  <a:pt x="79" y="62"/>
                  <a:pt x="71" y="53"/>
                  <a:pt x="61" y="62"/>
                </a:cubicBezTo>
                <a:cubicBezTo>
                  <a:pt x="53" y="72"/>
                  <a:pt x="53" y="89"/>
                  <a:pt x="61" y="98"/>
                </a:cubicBezTo>
                <a:cubicBezTo>
                  <a:pt x="71" y="98"/>
                  <a:pt x="79" y="107"/>
                  <a:pt x="79" y="116"/>
                </a:cubicBezTo>
                <a:cubicBezTo>
                  <a:pt x="88" y="125"/>
                  <a:pt x="106" y="125"/>
                  <a:pt x="115" y="116"/>
                </a:cubicBezTo>
                <a:cubicBezTo>
                  <a:pt x="124" y="107"/>
                  <a:pt x="124" y="98"/>
                  <a:pt x="106" y="89"/>
                </a:cubicBezTo>
                <a:cubicBezTo>
                  <a:pt x="106" y="80"/>
                  <a:pt x="97" y="72"/>
                  <a:pt x="97" y="72"/>
                </a:cubicBezTo>
                <a:close/>
                <a:moveTo>
                  <a:pt x="380" y="417"/>
                </a:moveTo>
                <a:lnTo>
                  <a:pt x="380" y="417"/>
                </a:lnTo>
                <a:cubicBezTo>
                  <a:pt x="390" y="417"/>
                  <a:pt x="398" y="435"/>
                  <a:pt x="398" y="435"/>
                </a:cubicBezTo>
                <a:cubicBezTo>
                  <a:pt x="416" y="444"/>
                  <a:pt x="425" y="444"/>
                  <a:pt x="434" y="435"/>
                </a:cubicBezTo>
                <a:cubicBezTo>
                  <a:pt x="443" y="426"/>
                  <a:pt x="443" y="417"/>
                  <a:pt x="434" y="408"/>
                </a:cubicBezTo>
                <a:cubicBezTo>
                  <a:pt x="425" y="400"/>
                  <a:pt x="416" y="391"/>
                  <a:pt x="416" y="391"/>
                </a:cubicBezTo>
                <a:cubicBezTo>
                  <a:pt x="407" y="381"/>
                  <a:pt x="390" y="381"/>
                  <a:pt x="380" y="381"/>
                </a:cubicBezTo>
                <a:cubicBezTo>
                  <a:pt x="372" y="391"/>
                  <a:pt x="372" y="408"/>
                  <a:pt x="380" y="41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6"/>
          <p:cNvSpPr/>
          <p:nvPr/>
        </p:nvSpPr>
        <p:spPr>
          <a:xfrm>
            <a:off x="500063" y="1951038"/>
            <a:ext cx="200025" cy="196850"/>
          </a:xfrm>
          <a:custGeom>
            <a:rect b="b" l="l" r="r" t="t"/>
            <a:pathLst>
              <a:path extrusionOk="0" h="435" w="444">
                <a:moveTo>
                  <a:pt x="443" y="159"/>
                </a:moveTo>
                <a:lnTo>
                  <a:pt x="284" y="159"/>
                </a:lnTo>
                <a:lnTo>
                  <a:pt x="222" y="0"/>
                </a:lnTo>
                <a:lnTo>
                  <a:pt x="160" y="159"/>
                </a:lnTo>
                <a:lnTo>
                  <a:pt x="0" y="159"/>
                </a:lnTo>
                <a:lnTo>
                  <a:pt x="133" y="256"/>
                </a:lnTo>
                <a:lnTo>
                  <a:pt x="88" y="434"/>
                </a:lnTo>
                <a:lnTo>
                  <a:pt x="222" y="327"/>
                </a:lnTo>
                <a:lnTo>
                  <a:pt x="354" y="434"/>
                </a:lnTo>
                <a:lnTo>
                  <a:pt x="310" y="256"/>
                </a:lnTo>
                <a:lnTo>
                  <a:pt x="443" y="159"/>
                </a:lnTo>
                <a:close/>
                <a:moveTo>
                  <a:pt x="222" y="283"/>
                </a:moveTo>
                <a:lnTo>
                  <a:pt x="141" y="344"/>
                </a:lnTo>
                <a:lnTo>
                  <a:pt x="177" y="256"/>
                </a:lnTo>
                <a:lnTo>
                  <a:pt x="106" y="194"/>
                </a:lnTo>
                <a:lnTo>
                  <a:pt x="195" y="203"/>
                </a:lnTo>
                <a:lnTo>
                  <a:pt x="222" y="97"/>
                </a:lnTo>
                <a:lnTo>
                  <a:pt x="248" y="203"/>
                </a:lnTo>
                <a:lnTo>
                  <a:pt x="337" y="194"/>
                </a:lnTo>
                <a:lnTo>
                  <a:pt x="266" y="256"/>
                </a:lnTo>
                <a:lnTo>
                  <a:pt x="293" y="344"/>
                </a:lnTo>
                <a:lnTo>
                  <a:pt x="222" y="2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6"/>
          <p:cNvSpPr/>
          <p:nvPr/>
        </p:nvSpPr>
        <p:spPr>
          <a:xfrm>
            <a:off x="6288088" y="1522413"/>
            <a:ext cx="196850" cy="160337"/>
          </a:xfrm>
          <a:custGeom>
            <a:rect b="b" l="l" r="r" t="t"/>
            <a:pathLst>
              <a:path extrusionOk="0" h="356" w="443">
                <a:moveTo>
                  <a:pt x="398" y="36"/>
                </a:moveTo>
                <a:lnTo>
                  <a:pt x="398" y="36"/>
                </a:lnTo>
                <a:cubicBezTo>
                  <a:pt x="354" y="0"/>
                  <a:pt x="292" y="0"/>
                  <a:pt x="247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4" y="36"/>
                  <a:pt x="194" y="36"/>
                  <a:pt x="194" y="36"/>
                </a:cubicBezTo>
                <a:cubicBezTo>
                  <a:pt x="150" y="0"/>
                  <a:pt x="88" y="0"/>
                  <a:pt x="44" y="36"/>
                </a:cubicBezTo>
                <a:cubicBezTo>
                  <a:pt x="0" y="80"/>
                  <a:pt x="0" y="151"/>
                  <a:pt x="44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8" y="186"/>
                  <a:pt x="398" y="186"/>
                  <a:pt x="398" y="186"/>
                </a:cubicBezTo>
                <a:cubicBezTo>
                  <a:pt x="442" y="151"/>
                  <a:pt x="442" y="80"/>
                  <a:pt x="398" y="36"/>
                </a:cubicBezTo>
                <a:close/>
                <a:moveTo>
                  <a:pt x="372" y="160"/>
                </a:moveTo>
                <a:lnTo>
                  <a:pt x="372" y="160"/>
                </a:lnTo>
                <a:cubicBezTo>
                  <a:pt x="221" y="301"/>
                  <a:pt x="221" y="301"/>
                  <a:pt x="221" y="301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53" y="151"/>
                  <a:pt x="44" y="133"/>
                  <a:pt x="44" y="116"/>
                </a:cubicBezTo>
                <a:cubicBezTo>
                  <a:pt x="44" y="89"/>
                  <a:pt x="53" y="80"/>
                  <a:pt x="70" y="62"/>
                </a:cubicBezTo>
                <a:cubicBezTo>
                  <a:pt x="79" y="53"/>
                  <a:pt x="97" y="45"/>
                  <a:pt x="115" y="45"/>
                </a:cubicBezTo>
                <a:cubicBezTo>
                  <a:pt x="141" y="45"/>
                  <a:pt x="159" y="53"/>
                  <a:pt x="168" y="71"/>
                </a:cubicBezTo>
                <a:cubicBezTo>
                  <a:pt x="221" y="116"/>
                  <a:pt x="221" y="116"/>
                  <a:pt x="221" y="116"/>
                </a:cubicBezTo>
                <a:cubicBezTo>
                  <a:pt x="275" y="71"/>
                  <a:pt x="275" y="71"/>
                  <a:pt x="275" y="71"/>
                </a:cubicBezTo>
                <a:cubicBezTo>
                  <a:pt x="283" y="53"/>
                  <a:pt x="301" y="45"/>
                  <a:pt x="328" y="45"/>
                </a:cubicBezTo>
                <a:cubicBezTo>
                  <a:pt x="345" y="45"/>
                  <a:pt x="363" y="53"/>
                  <a:pt x="372" y="62"/>
                </a:cubicBezTo>
                <a:cubicBezTo>
                  <a:pt x="389" y="80"/>
                  <a:pt x="398" y="89"/>
                  <a:pt x="398" y="116"/>
                </a:cubicBezTo>
                <a:cubicBezTo>
                  <a:pt x="398" y="133"/>
                  <a:pt x="389" y="151"/>
                  <a:pt x="372" y="16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6"/>
          <p:cNvSpPr/>
          <p:nvPr/>
        </p:nvSpPr>
        <p:spPr>
          <a:xfrm>
            <a:off x="1387475" y="3282950"/>
            <a:ext cx="206375" cy="203200"/>
          </a:xfrm>
          <a:custGeom>
            <a:rect b="b" l="l" r="r" t="t"/>
            <a:pathLst>
              <a:path extrusionOk="0" h="452" w="462">
                <a:moveTo>
                  <a:pt x="115" y="151"/>
                </a:moveTo>
                <a:lnTo>
                  <a:pt x="115" y="151"/>
                </a:lnTo>
                <a:lnTo>
                  <a:pt x="124" y="151"/>
                </a:lnTo>
                <a:cubicBezTo>
                  <a:pt x="142" y="132"/>
                  <a:pt x="160" y="115"/>
                  <a:pt x="186" y="97"/>
                </a:cubicBezTo>
                <a:lnTo>
                  <a:pt x="186" y="88"/>
                </a:lnTo>
                <a:cubicBezTo>
                  <a:pt x="186" y="79"/>
                  <a:pt x="186" y="79"/>
                  <a:pt x="186" y="70"/>
                </a:cubicBezTo>
                <a:cubicBezTo>
                  <a:pt x="160" y="53"/>
                  <a:pt x="133" y="44"/>
                  <a:pt x="107" y="26"/>
                </a:cubicBezTo>
                <a:cubicBezTo>
                  <a:pt x="89" y="44"/>
                  <a:pt x="62" y="62"/>
                  <a:pt x="44" y="88"/>
                </a:cubicBezTo>
                <a:cubicBezTo>
                  <a:pt x="62" y="115"/>
                  <a:pt x="71" y="132"/>
                  <a:pt x="89" y="151"/>
                </a:cubicBezTo>
                <a:cubicBezTo>
                  <a:pt x="98" y="151"/>
                  <a:pt x="107" y="151"/>
                  <a:pt x="115" y="151"/>
                </a:cubicBezTo>
                <a:close/>
                <a:moveTo>
                  <a:pt x="62" y="195"/>
                </a:moveTo>
                <a:lnTo>
                  <a:pt x="62" y="195"/>
                </a:lnTo>
                <a:cubicBezTo>
                  <a:pt x="62" y="186"/>
                  <a:pt x="62" y="186"/>
                  <a:pt x="71" y="177"/>
                </a:cubicBezTo>
                <a:cubicBezTo>
                  <a:pt x="54" y="160"/>
                  <a:pt x="35" y="141"/>
                  <a:pt x="26" y="124"/>
                </a:cubicBezTo>
                <a:cubicBezTo>
                  <a:pt x="9" y="151"/>
                  <a:pt x="0" y="186"/>
                  <a:pt x="0" y="221"/>
                </a:cubicBezTo>
                <a:cubicBezTo>
                  <a:pt x="0" y="266"/>
                  <a:pt x="9" y="310"/>
                  <a:pt x="35" y="336"/>
                </a:cubicBezTo>
                <a:cubicBezTo>
                  <a:pt x="44" y="301"/>
                  <a:pt x="54" y="257"/>
                  <a:pt x="71" y="221"/>
                </a:cubicBezTo>
                <a:cubicBezTo>
                  <a:pt x="71" y="221"/>
                  <a:pt x="62" y="204"/>
                  <a:pt x="62" y="195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39" y="35"/>
                  <a:pt x="257" y="44"/>
                  <a:pt x="266" y="53"/>
                </a:cubicBezTo>
                <a:cubicBezTo>
                  <a:pt x="292" y="35"/>
                  <a:pt x="319" y="35"/>
                  <a:pt x="346" y="26"/>
                </a:cubicBezTo>
                <a:cubicBezTo>
                  <a:pt x="310" y="8"/>
                  <a:pt x="275" y="0"/>
                  <a:pt x="230" y="0"/>
                </a:cubicBezTo>
                <a:cubicBezTo>
                  <a:pt x="204" y="0"/>
                  <a:pt x="177" y="0"/>
                  <a:pt x="151" y="8"/>
                </a:cubicBezTo>
                <a:cubicBezTo>
                  <a:pt x="168" y="17"/>
                  <a:pt x="186" y="35"/>
                  <a:pt x="204" y="44"/>
                </a:cubicBezTo>
                <a:cubicBezTo>
                  <a:pt x="213" y="44"/>
                  <a:pt x="221" y="35"/>
                  <a:pt x="230" y="35"/>
                </a:cubicBezTo>
                <a:close/>
                <a:moveTo>
                  <a:pt x="301" y="266"/>
                </a:moveTo>
                <a:lnTo>
                  <a:pt x="301" y="266"/>
                </a:lnTo>
                <a:cubicBezTo>
                  <a:pt x="310" y="257"/>
                  <a:pt x="310" y="257"/>
                  <a:pt x="319" y="248"/>
                </a:cubicBezTo>
                <a:cubicBezTo>
                  <a:pt x="301" y="204"/>
                  <a:pt x="275" y="168"/>
                  <a:pt x="248" y="132"/>
                </a:cubicBezTo>
                <a:cubicBezTo>
                  <a:pt x="248" y="132"/>
                  <a:pt x="239" y="132"/>
                  <a:pt x="230" y="132"/>
                </a:cubicBezTo>
                <a:cubicBezTo>
                  <a:pt x="221" y="132"/>
                  <a:pt x="213" y="132"/>
                  <a:pt x="204" y="124"/>
                </a:cubicBezTo>
                <a:cubicBezTo>
                  <a:pt x="186" y="141"/>
                  <a:pt x="168" y="151"/>
                  <a:pt x="151" y="168"/>
                </a:cubicBezTo>
                <a:cubicBezTo>
                  <a:pt x="160" y="177"/>
                  <a:pt x="160" y="186"/>
                  <a:pt x="160" y="195"/>
                </a:cubicBezTo>
                <a:cubicBezTo>
                  <a:pt x="160" y="204"/>
                  <a:pt x="160" y="204"/>
                  <a:pt x="160" y="213"/>
                </a:cubicBezTo>
                <a:cubicBezTo>
                  <a:pt x="204" y="239"/>
                  <a:pt x="248" y="257"/>
                  <a:pt x="301" y="266"/>
                </a:cubicBezTo>
                <a:close/>
                <a:moveTo>
                  <a:pt x="363" y="327"/>
                </a:moveTo>
                <a:lnTo>
                  <a:pt x="363" y="327"/>
                </a:lnTo>
                <a:cubicBezTo>
                  <a:pt x="363" y="336"/>
                  <a:pt x="363" y="354"/>
                  <a:pt x="363" y="363"/>
                </a:cubicBezTo>
                <a:cubicBezTo>
                  <a:pt x="363" y="372"/>
                  <a:pt x="363" y="389"/>
                  <a:pt x="363" y="407"/>
                </a:cubicBezTo>
                <a:cubicBezTo>
                  <a:pt x="399" y="380"/>
                  <a:pt x="434" y="336"/>
                  <a:pt x="443" y="292"/>
                </a:cubicBezTo>
                <a:cubicBezTo>
                  <a:pt x="426" y="301"/>
                  <a:pt x="408" y="301"/>
                  <a:pt x="390" y="301"/>
                </a:cubicBezTo>
                <a:cubicBezTo>
                  <a:pt x="390" y="319"/>
                  <a:pt x="381" y="327"/>
                  <a:pt x="363" y="327"/>
                </a:cubicBezTo>
                <a:close/>
                <a:moveTo>
                  <a:pt x="292" y="301"/>
                </a:moveTo>
                <a:lnTo>
                  <a:pt x="292" y="301"/>
                </a:lnTo>
                <a:cubicBezTo>
                  <a:pt x="239" y="292"/>
                  <a:pt x="186" y="266"/>
                  <a:pt x="142" y="239"/>
                </a:cubicBezTo>
                <a:cubicBezTo>
                  <a:pt x="133" y="239"/>
                  <a:pt x="124" y="248"/>
                  <a:pt x="115" y="248"/>
                </a:cubicBezTo>
                <a:cubicBezTo>
                  <a:pt x="107" y="248"/>
                  <a:pt x="107" y="248"/>
                  <a:pt x="107" y="239"/>
                </a:cubicBezTo>
                <a:cubicBezTo>
                  <a:pt x="79" y="283"/>
                  <a:pt x="71" y="327"/>
                  <a:pt x="62" y="380"/>
                </a:cubicBezTo>
                <a:cubicBezTo>
                  <a:pt x="89" y="398"/>
                  <a:pt x="115" y="425"/>
                  <a:pt x="142" y="434"/>
                </a:cubicBezTo>
                <a:cubicBezTo>
                  <a:pt x="177" y="380"/>
                  <a:pt x="230" y="327"/>
                  <a:pt x="292" y="301"/>
                </a:cubicBezTo>
                <a:close/>
                <a:moveTo>
                  <a:pt x="381" y="53"/>
                </a:moveTo>
                <a:lnTo>
                  <a:pt x="381" y="53"/>
                </a:lnTo>
                <a:cubicBezTo>
                  <a:pt x="346" y="62"/>
                  <a:pt x="310" y="70"/>
                  <a:pt x="275" y="79"/>
                </a:cubicBezTo>
                <a:lnTo>
                  <a:pt x="283" y="88"/>
                </a:lnTo>
                <a:cubicBezTo>
                  <a:pt x="283" y="97"/>
                  <a:pt x="275" y="97"/>
                  <a:pt x="275" y="106"/>
                </a:cubicBezTo>
                <a:cubicBezTo>
                  <a:pt x="310" y="141"/>
                  <a:pt x="328" y="186"/>
                  <a:pt x="346" y="239"/>
                </a:cubicBezTo>
                <a:cubicBezTo>
                  <a:pt x="363" y="239"/>
                  <a:pt x="381" y="248"/>
                  <a:pt x="390" y="266"/>
                </a:cubicBezTo>
                <a:cubicBezTo>
                  <a:pt x="417" y="266"/>
                  <a:pt x="434" y="266"/>
                  <a:pt x="452" y="257"/>
                </a:cubicBezTo>
                <a:cubicBezTo>
                  <a:pt x="461" y="248"/>
                  <a:pt x="461" y="230"/>
                  <a:pt x="461" y="221"/>
                </a:cubicBezTo>
                <a:cubicBezTo>
                  <a:pt x="461" y="160"/>
                  <a:pt x="426" y="97"/>
                  <a:pt x="381" y="53"/>
                </a:cubicBezTo>
                <a:close/>
                <a:moveTo>
                  <a:pt x="319" y="327"/>
                </a:moveTo>
                <a:lnTo>
                  <a:pt x="319" y="327"/>
                </a:lnTo>
                <a:cubicBezTo>
                  <a:pt x="257" y="354"/>
                  <a:pt x="213" y="389"/>
                  <a:pt x="177" y="443"/>
                </a:cubicBezTo>
                <a:cubicBezTo>
                  <a:pt x="195" y="451"/>
                  <a:pt x="213" y="451"/>
                  <a:pt x="230" y="451"/>
                </a:cubicBezTo>
                <a:cubicBezTo>
                  <a:pt x="266" y="451"/>
                  <a:pt x="292" y="443"/>
                  <a:pt x="328" y="434"/>
                </a:cubicBezTo>
                <a:cubicBezTo>
                  <a:pt x="328" y="407"/>
                  <a:pt x="337" y="380"/>
                  <a:pt x="337" y="363"/>
                </a:cubicBezTo>
                <a:cubicBezTo>
                  <a:pt x="337" y="354"/>
                  <a:pt x="337" y="345"/>
                  <a:pt x="328" y="336"/>
                </a:cubicBezTo>
                <a:cubicBezTo>
                  <a:pt x="328" y="327"/>
                  <a:pt x="319" y="327"/>
                  <a:pt x="319" y="32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6"/>
          <p:cNvSpPr/>
          <p:nvPr/>
        </p:nvSpPr>
        <p:spPr>
          <a:xfrm>
            <a:off x="4494213" y="3759200"/>
            <a:ext cx="223837" cy="136525"/>
          </a:xfrm>
          <a:custGeom>
            <a:rect b="b" l="l" r="r" t="t"/>
            <a:pathLst>
              <a:path extrusionOk="0" h="303" w="498">
                <a:moveTo>
                  <a:pt x="186" y="9"/>
                </a:moveTo>
                <a:lnTo>
                  <a:pt x="186" y="9"/>
                </a:lnTo>
                <a:cubicBezTo>
                  <a:pt x="178" y="0"/>
                  <a:pt x="168" y="0"/>
                  <a:pt x="160" y="9"/>
                </a:cubicBezTo>
                <a:cubicBezTo>
                  <a:pt x="0" y="151"/>
                  <a:pt x="0" y="151"/>
                  <a:pt x="0" y="151"/>
                </a:cubicBezTo>
                <a:cubicBezTo>
                  <a:pt x="160" y="293"/>
                  <a:pt x="160" y="293"/>
                  <a:pt x="160" y="293"/>
                </a:cubicBezTo>
                <a:cubicBezTo>
                  <a:pt x="168" y="302"/>
                  <a:pt x="178" y="302"/>
                  <a:pt x="186" y="293"/>
                </a:cubicBezTo>
                <a:cubicBezTo>
                  <a:pt x="195" y="283"/>
                  <a:pt x="195" y="274"/>
                  <a:pt x="186" y="266"/>
                </a:cubicBezTo>
                <a:cubicBezTo>
                  <a:pt x="62" y="151"/>
                  <a:pt x="62" y="151"/>
                  <a:pt x="62" y="151"/>
                </a:cubicBezTo>
                <a:cubicBezTo>
                  <a:pt x="186" y="45"/>
                  <a:pt x="186" y="45"/>
                  <a:pt x="186" y="45"/>
                </a:cubicBezTo>
                <a:cubicBezTo>
                  <a:pt x="195" y="35"/>
                  <a:pt x="195" y="18"/>
                  <a:pt x="186" y="9"/>
                </a:cubicBezTo>
                <a:close/>
                <a:moveTo>
                  <a:pt x="337" y="9"/>
                </a:moveTo>
                <a:lnTo>
                  <a:pt x="337" y="9"/>
                </a:lnTo>
                <a:cubicBezTo>
                  <a:pt x="328" y="0"/>
                  <a:pt x="319" y="0"/>
                  <a:pt x="311" y="9"/>
                </a:cubicBezTo>
                <a:cubicBezTo>
                  <a:pt x="302" y="18"/>
                  <a:pt x="302" y="35"/>
                  <a:pt x="311" y="45"/>
                </a:cubicBezTo>
                <a:cubicBezTo>
                  <a:pt x="434" y="151"/>
                  <a:pt x="434" y="151"/>
                  <a:pt x="434" y="151"/>
                </a:cubicBezTo>
                <a:cubicBezTo>
                  <a:pt x="311" y="266"/>
                  <a:pt x="311" y="266"/>
                  <a:pt x="311" y="266"/>
                </a:cubicBezTo>
                <a:cubicBezTo>
                  <a:pt x="302" y="274"/>
                  <a:pt x="302" y="283"/>
                  <a:pt x="311" y="293"/>
                </a:cubicBezTo>
                <a:cubicBezTo>
                  <a:pt x="319" y="302"/>
                  <a:pt x="328" y="302"/>
                  <a:pt x="337" y="293"/>
                </a:cubicBezTo>
                <a:cubicBezTo>
                  <a:pt x="497" y="151"/>
                  <a:pt x="497" y="151"/>
                  <a:pt x="497" y="151"/>
                </a:cubicBezTo>
                <a:lnTo>
                  <a:pt x="337" y="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6"/>
          <p:cNvSpPr/>
          <p:nvPr/>
        </p:nvSpPr>
        <p:spPr>
          <a:xfrm>
            <a:off x="5392738" y="2836863"/>
            <a:ext cx="207962" cy="204787"/>
          </a:xfrm>
          <a:custGeom>
            <a:rect b="b" l="l" r="r" t="t"/>
            <a:pathLst>
              <a:path extrusionOk="0" h="453" w="462">
                <a:moveTo>
                  <a:pt x="230" y="0"/>
                </a:moveTo>
                <a:lnTo>
                  <a:pt x="230" y="0"/>
                </a:lnTo>
                <a:cubicBezTo>
                  <a:pt x="106" y="0"/>
                  <a:pt x="0" y="98"/>
                  <a:pt x="0" y="222"/>
                </a:cubicBezTo>
                <a:cubicBezTo>
                  <a:pt x="0" y="346"/>
                  <a:pt x="106" y="452"/>
                  <a:pt x="230" y="452"/>
                </a:cubicBezTo>
                <a:cubicBezTo>
                  <a:pt x="354" y="452"/>
                  <a:pt x="461" y="346"/>
                  <a:pt x="461" y="222"/>
                </a:cubicBezTo>
                <a:cubicBezTo>
                  <a:pt x="461" y="98"/>
                  <a:pt x="354" y="0"/>
                  <a:pt x="230" y="0"/>
                </a:cubicBezTo>
                <a:close/>
                <a:moveTo>
                  <a:pt x="230" y="302"/>
                </a:moveTo>
                <a:lnTo>
                  <a:pt x="230" y="302"/>
                </a:lnTo>
                <a:cubicBezTo>
                  <a:pt x="186" y="302"/>
                  <a:pt x="159" y="266"/>
                  <a:pt x="159" y="222"/>
                </a:cubicBezTo>
                <a:cubicBezTo>
                  <a:pt x="159" y="187"/>
                  <a:pt x="186" y="151"/>
                  <a:pt x="230" y="151"/>
                </a:cubicBezTo>
                <a:cubicBezTo>
                  <a:pt x="274" y="151"/>
                  <a:pt x="301" y="187"/>
                  <a:pt x="301" y="222"/>
                </a:cubicBezTo>
                <a:cubicBezTo>
                  <a:pt x="301" y="266"/>
                  <a:pt x="274" y="302"/>
                  <a:pt x="230" y="3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6"/>
          <p:cNvSpPr/>
          <p:nvPr/>
        </p:nvSpPr>
        <p:spPr>
          <a:xfrm>
            <a:off x="1379538" y="3771900"/>
            <a:ext cx="222250" cy="109538"/>
          </a:xfrm>
          <a:custGeom>
            <a:rect b="b" l="l" r="r" t="t"/>
            <a:pathLst>
              <a:path extrusionOk="0" h="248" w="498">
                <a:moveTo>
                  <a:pt x="444" y="0"/>
                </a:moveTo>
                <a:lnTo>
                  <a:pt x="444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4" y="247"/>
                  <a:pt x="444" y="247"/>
                  <a:pt x="444" y="247"/>
                </a:cubicBezTo>
                <a:cubicBezTo>
                  <a:pt x="470" y="247"/>
                  <a:pt x="497" y="230"/>
                  <a:pt x="497" y="203"/>
                </a:cubicBezTo>
                <a:cubicBezTo>
                  <a:pt x="497" y="53"/>
                  <a:pt x="497" y="53"/>
                  <a:pt x="497" y="53"/>
                </a:cubicBezTo>
                <a:cubicBezTo>
                  <a:pt x="497" y="26"/>
                  <a:pt x="470" y="0"/>
                  <a:pt x="444" y="0"/>
                </a:cubicBezTo>
                <a:close/>
                <a:moveTo>
                  <a:pt x="444" y="203"/>
                </a:moveTo>
                <a:lnTo>
                  <a:pt x="444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4" y="53"/>
                  <a:pt x="444" y="53"/>
                  <a:pt x="444" y="53"/>
                </a:cubicBezTo>
                <a:lnTo>
                  <a:pt x="444" y="203"/>
                </a:lnTo>
                <a:close/>
                <a:moveTo>
                  <a:pt x="426" y="79"/>
                </a:moveTo>
                <a:lnTo>
                  <a:pt x="426" y="79"/>
                </a:lnTo>
                <a:cubicBezTo>
                  <a:pt x="319" y="79"/>
                  <a:pt x="319" y="79"/>
                  <a:pt x="319" y="79"/>
                </a:cubicBezTo>
                <a:cubicBezTo>
                  <a:pt x="319" y="177"/>
                  <a:pt x="319" y="177"/>
                  <a:pt x="319" y="177"/>
                </a:cubicBezTo>
                <a:cubicBezTo>
                  <a:pt x="426" y="177"/>
                  <a:pt x="426" y="177"/>
                  <a:pt x="426" y="177"/>
                </a:cubicBezTo>
                <a:lnTo>
                  <a:pt x="426" y="79"/>
                </a:lnTo>
                <a:close/>
                <a:moveTo>
                  <a:pt x="178" y="79"/>
                </a:moveTo>
                <a:lnTo>
                  <a:pt x="178" y="79"/>
                </a:lnTo>
                <a:cubicBezTo>
                  <a:pt x="72" y="79"/>
                  <a:pt x="72" y="79"/>
                  <a:pt x="72" y="79"/>
                </a:cubicBezTo>
                <a:cubicBezTo>
                  <a:pt x="72" y="177"/>
                  <a:pt x="72" y="177"/>
                  <a:pt x="72" y="177"/>
                </a:cubicBezTo>
                <a:cubicBezTo>
                  <a:pt x="178" y="177"/>
                  <a:pt x="178" y="177"/>
                  <a:pt x="178" y="177"/>
                </a:cubicBezTo>
                <a:lnTo>
                  <a:pt x="178" y="79"/>
                </a:lnTo>
                <a:close/>
                <a:moveTo>
                  <a:pt x="301" y="79"/>
                </a:moveTo>
                <a:lnTo>
                  <a:pt x="301" y="79"/>
                </a:lnTo>
                <a:cubicBezTo>
                  <a:pt x="195" y="79"/>
                  <a:pt x="195" y="79"/>
                  <a:pt x="195" y="79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301" y="177"/>
                  <a:pt x="301" y="177"/>
                  <a:pt x="301" y="177"/>
                </a:cubicBezTo>
                <a:lnTo>
                  <a:pt x="301" y="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6"/>
          <p:cNvSpPr/>
          <p:nvPr/>
        </p:nvSpPr>
        <p:spPr>
          <a:xfrm>
            <a:off x="1824038" y="3771900"/>
            <a:ext cx="223837" cy="109538"/>
          </a:xfrm>
          <a:custGeom>
            <a:rect b="b" l="l" r="r" t="t"/>
            <a:pathLst>
              <a:path extrusionOk="0" h="248" w="49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3" y="247"/>
                  <a:pt x="443" y="247"/>
                  <a:pt x="443" y="247"/>
                </a:cubicBezTo>
                <a:cubicBezTo>
                  <a:pt x="469" y="247"/>
                  <a:pt x="496" y="230"/>
                  <a:pt x="496" y="203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69" y="0"/>
                  <a:pt x="443" y="0"/>
                </a:cubicBezTo>
                <a:close/>
                <a:moveTo>
                  <a:pt x="443" y="203"/>
                </a:moveTo>
                <a:lnTo>
                  <a:pt x="443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203"/>
                </a:lnTo>
                <a:close/>
                <a:moveTo>
                  <a:pt x="177" y="79"/>
                </a:moveTo>
                <a:lnTo>
                  <a:pt x="177" y="79"/>
                </a:lnTo>
                <a:cubicBezTo>
                  <a:pt x="71" y="79"/>
                  <a:pt x="71" y="79"/>
                  <a:pt x="71" y="79"/>
                </a:cubicBezTo>
                <a:cubicBezTo>
                  <a:pt x="71" y="177"/>
                  <a:pt x="71" y="177"/>
                  <a:pt x="71" y="177"/>
                </a:cubicBezTo>
                <a:cubicBezTo>
                  <a:pt x="177" y="177"/>
                  <a:pt x="177" y="177"/>
                  <a:pt x="177" y="177"/>
                </a:cubicBezTo>
                <a:lnTo>
                  <a:pt x="177" y="79"/>
                </a:lnTo>
                <a:close/>
                <a:moveTo>
                  <a:pt x="301" y="79"/>
                </a:moveTo>
                <a:lnTo>
                  <a:pt x="301" y="79"/>
                </a:lnTo>
                <a:cubicBezTo>
                  <a:pt x="195" y="79"/>
                  <a:pt x="195" y="79"/>
                  <a:pt x="195" y="79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301" y="177"/>
                  <a:pt x="301" y="177"/>
                  <a:pt x="301" y="177"/>
                </a:cubicBezTo>
                <a:lnTo>
                  <a:pt x="301" y="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6"/>
          <p:cNvSpPr/>
          <p:nvPr/>
        </p:nvSpPr>
        <p:spPr>
          <a:xfrm>
            <a:off x="2268538" y="3771900"/>
            <a:ext cx="223837" cy="109538"/>
          </a:xfrm>
          <a:custGeom>
            <a:rect b="b" l="l" r="r" t="t"/>
            <a:pathLst>
              <a:path extrusionOk="0" h="248" w="49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3" y="247"/>
                  <a:pt x="443" y="247"/>
                  <a:pt x="443" y="247"/>
                </a:cubicBezTo>
                <a:cubicBezTo>
                  <a:pt x="470" y="247"/>
                  <a:pt x="496" y="230"/>
                  <a:pt x="496" y="203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3" y="0"/>
                </a:cubicBezTo>
                <a:close/>
                <a:moveTo>
                  <a:pt x="443" y="203"/>
                </a:moveTo>
                <a:lnTo>
                  <a:pt x="443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3" y="53"/>
                  <a:pt x="443" y="53"/>
                  <a:pt x="443" y="53"/>
                </a:cubicBezTo>
                <a:lnTo>
                  <a:pt x="443" y="203"/>
                </a:lnTo>
                <a:close/>
                <a:moveTo>
                  <a:pt x="177" y="79"/>
                </a:moveTo>
                <a:lnTo>
                  <a:pt x="177" y="79"/>
                </a:lnTo>
                <a:cubicBezTo>
                  <a:pt x="71" y="79"/>
                  <a:pt x="71" y="79"/>
                  <a:pt x="71" y="79"/>
                </a:cubicBezTo>
                <a:cubicBezTo>
                  <a:pt x="71" y="177"/>
                  <a:pt x="71" y="177"/>
                  <a:pt x="71" y="177"/>
                </a:cubicBezTo>
                <a:cubicBezTo>
                  <a:pt x="177" y="177"/>
                  <a:pt x="177" y="177"/>
                  <a:pt x="177" y="177"/>
                </a:cubicBezTo>
                <a:lnTo>
                  <a:pt x="177" y="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6"/>
          <p:cNvSpPr/>
          <p:nvPr/>
        </p:nvSpPr>
        <p:spPr>
          <a:xfrm>
            <a:off x="2714625" y="3771900"/>
            <a:ext cx="223838" cy="109538"/>
          </a:xfrm>
          <a:custGeom>
            <a:rect b="b" l="l" r="r" t="t"/>
            <a:pathLst>
              <a:path extrusionOk="0" h="248" w="497">
                <a:moveTo>
                  <a:pt x="442" y="0"/>
                </a:moveTo>
                <a:lnTo>
                  <a:pt x="442" y="0"/>
                </a:lnTo>
                <a:cubicBezTo>
                  <a:pt x="53" y="0"/>
                  <a:pt x="53" y="0"/>
                  <a:pt x="53" y="0"/>
                </a:cubicBezTo>
                <a:cubicBezTo>
                  <a:pt x="17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7" y="247"/>
                  <a:pt x="53" y="247"/>
                </a:cubicBezTo>
                <a:cubicBezTo>
                  <a:pt x="442" y="247"/>
                  <a:pt x="442" y="247"/>
                  <a:pt x="442" y="247"/>
                </a:cubicBezTo>
                <a:cubicBezTo>
                  <a:pt x="470" y="247"/>
                  <a:pt x="496" y="230"/>
                  <a:pt x="496" y="203"/>
                </a:cubicBezTo>
                <a:cubicBezTo>
                  <a:pt x="496" y="53"/>
                  <a:pt x="496" y="53"/>
                  <a:pt x="496" y="53"/>
                </a:cubicBezTo>
                <a:cubicBezTo>
                  <a:pt x="496" y="26"/>
                  <a:pt x="470" y="0"/>
                  <a:pt x="442" y="0"/>
                </a:cubicBezTo>
                <a:close/>
                <a:moveTo>
                  <a:pt x="442" y="203"/>
                </a:moveTo>
                <a:lnTo>
                  <a:pt x="442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2" y="53"/>
                  <a:pt x="442" y="53"/>
                  <a:pt x="442" y="53"/>
                </a:cubicBezTo>
                <a:lnTo>
                  <a:pt x="442" y="20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6"/>
          <p:cNvSpPr/>
          <p:nvPr/>
        </p:nvSpPr>
        <p:spPr>
          <a:xfrm>
            <a:off x="4494213" y="1108075"/>
            <a:ext cx="223837" cy="101600"/>
          </a:xfrm>
          <a:custGeom>
            <a:rect b="b" l="l" r="r" t="t"/>
            <a:pathLst>
              <a:path extrusionOk="0" h="223" w="498">
                <a:moveTo>
                  <a:pt x="478" y="90"/>
                </a:moveTo>
                <a:lnTo>
                  <a:pt x="478" y="90"/>
                </a:lnTo>
                <a:cubicBezTo>
                  <a:pt x="470" y="72"/>
                  <a:pt x="425" y="27"/>
                  <a:pt x="399" y="9"/>
                </a:cubicBezTo>
                <a:cubicBezTo>
                  <a:pt x="399" y="0"/>
                  <a:pt x="390" y="0"/>
                  <a:pt x="372" y="0"/>
                </a:cubicBezTo>
                <a:cubicBezTo>
                  <a:pt x="364" y="0"/>
                  <a:pt x="249" y="0"/>
                  <a:pt x="249" y="0"/>
                </a:cubicBezTo>
                <a:cubicBezTo>
                  <a:pt x="249" y="0"/>
                  <a:pt x="133" y="0"/>
                  <a:pt x="124" y="0"/>
                </a:cubicBezTo>
                <a:cubicBezTo>
                  <a:pt x="106" y="0"/>
                  <a:pt x="98" y="0"/>
                  <a:pt x="98" y="9"/>
                </a:cubicBezTo>
                <a:cubicBezTo>
                  <a:pt x="71" y="27"/>
                  <a:pt x="27" y="72"/>
                  <a:pt x="18" y="90"/>
                </a:cubicBezTo>
                <a:cubicBezTo>
                  <a:pt x="0" y="98"/>
                  <a:pt x="0" y="107"/>
                  <a:pt x="0" y="125"/>
                </a:cubicBezTo>
                <a:cubicBezTo>
                  <a:pt x="18" y="196"/>
                  <a:pt x="18" y="196"/>
                  <a:pt x="18" y="196"/>
                </a:cubicBezTo>
                <a:cubicBezTo>
                  <a:pt x="18" y="213"/>
                  <a:pt x="36" y="222"/>
                  <a:pt x="45" y="222"/>
                </a:cubicBezTo>
                <a:cubicBezTo>
                  <a:pt x="452" y="222"/>
                  <a:pt x="452" y="222"/>
                  <a:pt x="452" y="222"/>
                </a:cubicBezTo>
                <a:cubicBezTo>
                  <a:pt x="461" y="222"/>
                  <a:pt x="478" y="213"/>
                  <a:pt x="478" y="196"/>
                </a:cubicBezTo>
                <a:cubicBezTo>
                  <a:pt x="497" y="125"/>
                  <a:pt x="497" y="125"/>
                  <a:pt x="497" y="125"/>
                </a:cubicBezTo>
                <a:cubicBezTo>
                  <a:pt x="497" y="107"/>
                  <a:pt x="497" y="98"/>
                  <a:pt x="478" y="90"/>
                </a:cubicBezTo>
                <a:close/>
                <a:moveTo>
                  <a:pt x="346" y="98"/>
                </a:moveTo>
                <a:lnTo>
                  <a:pt x="346" y="98"/>
                </a:lnTo>
                <a:lnTo>
                  <a:pt x="346" y="107"/>
                </a:lnTo>
                <a:cubicBezTo>
                  <a:pt x="319" y="151"/>
                  <a:pt x="319" y="151"/>
                  <a:pt x="319" y="151"/>
                </a:cubicBezTo>
                <a:cubicBezTo>
                  <a:pt x="178" y="151"/>
                  <a:pt x="178" y="151"/>
                  <a:pt x="178" y="151"/>
                </a:cubicBezTo>
                <a:cubicBezTo>
                  <a:pt x="151" y="107"/>
                  <a:pt x="151" y="107"/>
                  <a:pt x="151" y="107"/>
                </a:cubicBezTo>
                <a:lnTo>
                  <a:pt x="151" y="98"/>
                </a:lnTo>
                <a:cubicBezTo>
                  <a:pt x="62" y="98"/>
                  <a:pt x="62" y="98"/>
                  <a:pt x="62" y="98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390" y="45"/>
                  <a:pt x="390" y="45"/>
                  <a:pt x="390" y="45"/>
                </a:cubicBezTo>
                <a:cubicBezTo>
                  <a:pt x="434" y="98"/>
                  <a:pt x="434" y="98"/>
                  <a:pt x="434" y="98"/>
                </a:cubicBezTo>
                <a:lnTo>
                  <a:pt x="346" y="9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6"/>
          <p:cNvSpPr/>
          <p:nvPr/>
        </p:nvSpPr>
        <p:spPr>
          <a:xfrm>
            <a:off x="4940300" y="3732213"/>
            <a:ext cx="223838" cy="195262"/>
          </a:xfrm>
          <a:custGeom>
            <a:rect b="b" l="l" r="r" t="t"/>
            <a:pathLst>
              <a:path extrusionOk="0" h="435" w="497">
                <a:moveTo>
                  <a:pt x="442" y="0"/>
                </a:moveTo>
                <a:lnTo>
                  <a:pt x="442" y="0"/>
                </a:lnTo>
                <a:cubicBezTo>
                  <a:pt x="53" y="0"/>
                  <a:pt x="53" y="0"/>
                  <a:pt x="53" y="0"/>
                </a:cubicBezTo>
                <a:cubicBezTo>
                  <a:pt x="26" y="0"/>
                  <a:pt x="0" y="17"/>
                  <a:pt x="0" y="44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45"/>
                  <a:pt x="17" y="372"/>
                  <a:pt x="44" y="381"/>
                </a:cubicBezTo>
                <a:cubicBezTo>
                  <a:pt x="160" y="399"/>
                  <a:pt x="160" y="399"/>
                  <a:pt x="160" y="399"/>
                </a:cubicBezTo>
                <a:cubicBezTo>
                  <a:pt x="160" y="399"/>
                  <a:pt x="62" y="434"/>
                  <a:pt x="123" y="434"/>
                </a:cubicBezTo>
                <a:cubicBezTo>
                  <a:pt x="372" y="434"/>
                  <a:pt x="372" y="434"/>
                  <a:pt x="372" y="434"/>
                </a:cubicBezTo>
                <a:cubicBezTo>
                  <a:pt x="434" y="434"/>
                  <a:pt x="336" y="399"/>
                  <a:pt x="336" y="399"/>
                </a:cubicBezTo>
                <a:cubicBezTo>
                  <a:pt x="451" y="381"/>
                  <a:pt x="451" y="381"/>
                  <a:pt x="451" y="381"/>
                </a:cubicBezTo>
                <a:cubicBezTo>
                  <a:pt x="479" y="372"/>
                  <a:pt x="496" y="345"/>
                  <a:pt x="496" y="319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7"/>
                  <a:pt x="470" y="0"/>
                  <a:pt x="442" y="0"/>
                </a:cubicBezTo>
                <a:close/>
                <a:moveTo>
                  <a:pt x="442" y="319"/>
                </a:moveTo>
                <a:lnTo>
                  <a:pt x="442" y="319"/>
                </a:lnTo>
                <a:cubicBezTo>
                  <a:pt x="53" y="319"/>
                  <a:pt x="53" y="319"/>
                  <a:pt x="53" y="319"/>
                </a:cubicBezTo>
                <a:cubicBezTo>
                  <a:pt x="53" y="44"/>
                  <a:pt x="53" y="44"/>
                  <a:pt x="53" y="44"/>
                </a:cubicBezTo>
                <a:cubicBezTo>
                  <a:pt x="442" y="44"/>
                  <a:pt x="442" y="44"/>
                  <a:pt x="442" y="44"/>
                </a:cubicBezTo>
                <a:lnTo>
                  <a:pt x="442" y="3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6"/>
          <p:cNvSpPr/>
          <p:nvPr/>
        </p:nvSpPr>
        <p:spPr>
          <a:xfrm>
            <a:off x="5830888" y="2841625"/>
            <a:ext cx="223837" cy="192088"/>
          </a:xfrm>
          <a:custGeom>
            <a:rect b="b" l="l" r="r" t="t"/>
            <a:pathLst>
              <a:path extrusionOk="0" h="426" w="497">
                <a:moveTo>
                  <a:pt x="230" y="231"/>
                </a:moveTo>
                <a:lnTo>
                  <a:pt x="230" y="231"/>
                </a:lnTo>
                <a:cubicBezTo>
                  <a:pt x="274" y="231"/>
                  <a:pt x="274" y="231"/>
                  <a:pt x="274" y="231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496" y="275"/>
                  <a:pt x="496" y="275"/>
                  <a:pt x="496" y="275"/>
                </a:cubicBezTo>
                <a:cubicBezTo>
                  <a:pt x="496" y="275"/>
                  <a:pt x="496" y="168"/>
                  <a:pt x="487" y="133"/>
                </a:cubicBezTo>
                <a:cubicBezTo>
                  <a:pt x="487" y="97"/>
                  <a:pt x="478" y="80"/>
                  <a:pt x="443" y="80"/>
                </a:cubicBezTo>
                <a:cubicBezTo>
                  <a:pt x="363" y="80"/>
                  <a:pt x="363" y="80"/>
                  <a:pt x="363" y="80"/>
                </a:cubicBezTo>
                <a:cubicBezTo>
                  <a:pt x="345" y="53"/>
                  <a:pt x="337" y="27"/>
                  <a:pt x="337" y="27"/>
                </a:cubicBezTo>
                <a:cubicBezTo>
                  <a:pt x="328" y="9"/>
                  <a:pt x="319" y="0"/>
                  <a:pt x="300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77" y="0"/>
                  <a:pt x="168" y="9"/>
                  <a:pt x="168" y="27"/>
                </a:cubicBezTo>
                <a:cubicBezTo>
                  <a:pt x="159" y="27"/>
                  <a:pt x="150" y="53"/>
                  <a:pt x="133" y="80"/>
                </a:cubicBezTo>
                <a:cubicBezTo>
                  <a:pt x="53" y="80"/>
                  <a:pt x="53" y="80"/>
                  <a:pt x="53" y="80"/>
                </a:cubicBezTo>
                <a:cubicBezTo>
                  <a:pt x="17" y="80"/>
                  <a:pt x="9" y="97"/>
                  <a:pt x="9" y="133"/>
                </a:cubicBezTo>
                <a:cubicBezTo>
                  <a:pt x="0" y="168"/>
                  <a:pt x="0" y="275"/>
                  <a:pt x="0" y="275"/>
                </a:cubicBezTo>
                <a:cubicBezTo>
                  <a:pt x="230" y="275"/>
                  <a:pt x="230" y="275"/>
                  <a:pt x="230" y="275"/>
                </a:cubicBezTo>
                <a:lnTo>
                  <a:pt x="230" y="231"/>
                </a:lnTo>
                <a:close/>
                <a:moveTo>
                  <a:pt x="186" y="53"/>
                </a:moveTo>
                <a:lnTo>
                  <a:pt x="186" y="53"/>
                </a:lnTo>
                <a:cubicBezTo>
                  <a:pt x="194" y="44"/>
                  <a:pt x="194" y="36"/>
                  <a:pt x="212" y="36"/>
                </a:cubicBezTo>
                <a:cubicBezTo>
                  <a:pt x="284" y="36"/>
                  <a:pt x="284" y="36"/>
                  <a:pt x="284" y="36"/>
                </a:cubicBezTo>
                <a:cubicBezTo>
                  <a:pt x="300" y="36"/>
                  <a:pt x="300" y="44"/>
                  <a:pt x="309" y="53"/>
                </a:cubicBezTo>
                <a:cubicBezTo>
                  <a:pt x="309" y="53"/>
                  <a:pt x="319" y="71"/>
                  <a:pt x="319" y="80"/>
                </a:cubicBezTo>
                <a:cubicBezTo>
                  <a:pt x="177" y="80"/>
                  <a:pt x="177" y="80"/>
                  <a:pt x="177" y="80"/>
                </a:cubicBezTo>
                <a:cubicBezTo>
                  <a:pt x="186" y="71"/>
                  <a:pt x="186" y="53"/>
                  <a:pt x="186" y="53"/>
                </a:cubicBezTo>
                <a:close/>
                <a:moveTo>
                  <a:pt x="274" y="355"/>
                </a:moveTo>
                <a:lnTo>
                  <a:pt x="274" y="355"/>
                </a:lnTo>
                <a:cubicBezTo>
                  <a:pt x="230" y="355"/>
                  <a:pt x="230" y="355"/>
                  <a:pt x="230" y="355"/>
                </a:cubicBezTo>
                <a:cubicBezTo>
                  <a:pt x="230" y="302"/>
                  <a:pt x="230" y="302"/>
                  <a:pt x="230" y="302"/>
                </a:cubicBezTo>
                <a:cubicBezTo>
                  <a:pt x="9" y="302"/>
                  <a:pt x="9" y="302"/>
                  <a:pt x="9" y="302"/>
                </a:cubicBezTo>
                <a:cubicBezTo>
                  <a:pt x="9" y="302"/>
                  <a:pt x="17" y="346"/>
                  <a:pt x="17" y="381"/>
                </a:cubicBezTo>
                <a:cubicBezTo>
                  <a:pt x="17" y="399"/>
                  <a:pt x="26" y="425"/>
                  <a:pt x="62" y="425"/>
                </a:cubicBezTo>
                <a:cubicBezTo>
                  <a:pt x="434" y="425"/>
                  <a:pt x="434" y="425"/>
                  <a:pt x="434" y="425"/>
                </a:cubicBezTo>
                <a:cubicBezTo>
                  <a:pt x="469" y="425"/>
                  <a:pt x="478" y="399"/>
                  <a:pt x="478" y="381"/>
                </a:cubicBezTo>
                <a:cubicBezTo>
                  <a:pt x="478" y="346"/>
                  <a:pt x="487" y="302"/>
                  <a:pt x="487" y="302"/>
                </a:cubicBezTo>
                <a:cubicBezTo>
                  <a:pt x="274" y="302"/>
                  <a:pt x="274" y="302"/>
                  <a:pt x="274" y="302"/>
                </a:cubicBezTo>
                <a:lnTo>
                  <a:pt x="274" y="35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6"/>
          <p:cNvSpPr/>
          <p:nvPr/>
        </p:nvSpPr>
        <p:spPr>
          <a:xfrm>
            <a:off x="2268538" y="3314700"/>
            <a:ext cx="223837" cy="136525"/>
          </a:xfrm>
          <a:custGeom>
            <a:rect b="b" l="l" r="r" t="t"/>
            <a:pathLst>
              <a:path extrusionOk="0" h="303" w="497">
                <a:moveTo>
                  <a:pt x="381" y="151"/>
                </a:moveTo>
                <a:lnTo>
                  <a:pt x="381" y="151"/>
                </a:lnTo>
                <a:cubicBezTo>
                  <a:pt x="381" y="90"/>
                  <a:pt x="417" y="45"/>
                  <a:pt x="434" y="45"/>
                </a:cubicBezTo>
                <a:cubicBezTo>
                  <a:pt x="443" y="45"/>
                  <a:pt x="470" y="45"/>
                  <a:pt x="470" y="45"/>
                </a:cubicBezTo>
                <a:cubicBezTo>
                  <a:pt x="452" y="18"/>
                  <a:pt x="443" y="0"/>
                  <a:pt x="381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36" y="0"/>
                  <a:pt x="0" y="90"/>
                  <a:pt x="0" y="151"/>
                </a:cubicBezTo>
                <a:cubicBezTo>
                  <a:pt x="0" y="213"/>
                  <a:pt x="36" y="302"/>
                  <a:pt x="133" y="302"/>
                </a:cubicBezTo>
                <a:cubicBezTo>
                  <a:pt x="381" y="302"/>
                  <a:pt x="381" y="302"/>
                  <a:pt x="381" y="302"/>
                </a:cubicBezTo>
                <a:cubicBezTo>
                  <a:pt x="443" y="302"/>
                  <a:pt x="452" y="284"/>
                  <a:pt x="470" y="257"/>
                </a:cubicBezTo>
                <a:cubicBezTo>
                  <a:pt x="470" y="257"/>
                  <a:pt x="461" y="257"/>
                  <a:pt x="434" y="257"/>
                </a:cubicBezTo>
                <a:cubicBezTo>
                  <a:pt x="417" y="257"/>
                  <a:pt x="381" y="222"/>
                  <a:pt x="381" y="151"/>
                </a:cubicBezTo>
                <a:close/>
                <a:moveTo>
                  <a:pt x="310" y="196"/>
                </a:moveTo>
                <a:lnTo>
                  <a:pt x="310" y="196"/>
                </a:lnTo>
                <a:cubicBezTo>
                  <a:pt x="310" y="204"/>
                  <a:pt x="302" y="196"/>
                  <a:pt x="302" y="196"/>
                </a:cubicBezTo>
                <a:cubicBezTo>
                  <a:pt x="221" y="169"/>
                  <a:pt x="221" y="169"/>
                  <a:pt x="221" y="169"/>
                </a:cubicBezTo>
                <a:cubicBezTo>
                  <a:pt x="221" y="169"/>
                  <a:pt x="221" y="178"/>
                  <a:pt x="212" y="196"/>
                </a:cubicBezTo>
                <a:cubicBezTo>
                  <a:pt x="204" y="204"/>
                  <a:pt x="204" y="222"/>
                  <a:pt x="186" y="204"/>
                </a:cubicBezTo>
                <a:cubicBezTo>
                  <a:pt x="159" y="187"/>
                  <a:pt x="98" y="125"/>
                  <a:pt x="98" y="125"/>
                </a:cubicBezTo>
                <a:cubicBezTo>
                  <a:pt x="98" y="125"/>
                  <a:pt x="89" y="116"/>
                  <a:pt x="89" y="107"/>
                </a:cubicBezTo>
                <a:cubicBezTo>
                  <a:pt x="98" y="107"/>
                  <a:pt x="106" y="107"/>
                  <a:pt x="106" y="107"/>
                </a:cubicBezTo>
                <a:cubicBezTo>
                  <a:pt x="177" y="143"/>
                  <a:pt x="177" y="143"/>
                  <a:pt x="177" y="143"/>
                </a:cubicBezTo>
                <a:cubicBezTo>
                  <a:pt x="177" y="143"/>
                  <a:pt x="186" y="125"/>
                  <a:pt x="195" y="116"/>
                </a:cubicBezTo>
                <a:cubicBezTo>
                  <a:pt x="195" y="98"/>
                  <a:pt x="204" y="90"/>
                  <a:pt x="221" y="107"/>
                </a:cubicBezTo>
                <a:cubicBezTo>
                  <a:pt x="239" y="116"/>
                  <a:pt x="310" y="187"/>
                  <a:pt x="310" y="187"/>
                </a:cubicBezTo>
                <a:cubicBezTo>
                  <a:pt x="310" y="187"/>
                  <a:pt x="319" y="196"/>
                  <a:pt x="310" y="196"/>
                </a:cubicBezTo>
                <a:close/>
                <a:moveTo>
                  <a:pt x="470" y="98"/>
                </a:moveTo>
                <a:lnTo>
                  <a:pt x="470" y="98"/>
                </a:lnTo>
                <a:cubicBezTo>
                  <a:pt x="452" y="98"/>
                  <a:pt x="452" y="98"/>
                  <a:pt x="452" y="98"/>
                </a:cubicBezTo>
                <a:cubicBezTo>
                  <a:pt x="434" y="98"/>
                  <a:pt x="425" y="125"/>
                  <a:pt x="425" y="151"/>
                </a:cubicBezTo>
                <a:cubicBezTo>
                  <a:pt x="425" y="178"/>
                  <a:pt x="434" y="204"/>
                  <a:pt x="452" y="204"/>
                </a:cubicBezTo>
                <a:cubicBezTo>
                  <a:pt x="470" y="204"/>
                  <a:pt x="470" y="204"/>
                  <a:pt x="470" y="204"/>
                </a:cubicBezTo>
                <a:cubicBezTo>
                  <a:pt x="478" y="204"/>
                  <a:pt x="496" y="178"/>
                  <a:pt x="496" y="151"/>
                </a:cubicBezTo>
                <a:cubicBezTo>
                  <a:pt x="496" y="125"/>
                  <a:pt x="478" y="98"/>
                  <a:pt x="470" y="9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6"/>
          <p:cNvSpPr/>
          <p:nvPr/>
        </p:nvSpPr>
        <p:spPr>
          <a:xfrm>
            <a:off x="4494213" y="2865438"/>
            <a:ext cx="223837" cy="144462"/>
          </a:xfrm>
          <a:custGeom>
            <a:rect b="b" l="l" r="r" t="t"/>
            <a:pathLst>
              <a:path extrusionOk="0" h="320" w="498">
                <a:moveTo>
                  <a:pt x="381" y="89"/>
                </a:moveTo>
                <a:lnTo>
                  <a:pt x="381" y="89"/>
                </a:lnTo>
                <a:cubicBezTo>
                  <a:pt x="372" y="89"/>
                  <a:pt x="364" y="89"/>
                  <a:pt x="355" y="89"/>
                </a:cubicBezTo>
                <a:cubicBezTo>
                  <a:pt x="337" y="36"/>
                  <a:pt x="293" y="0"/>
                  <a:pt x="231" y="0"/>
                </a:cubicBezTo>
                <a:cubicBezTo>
                  <a:pt x="160" y="0"/>
                  <a:pt x="98" y="62"/>
                  <a:pt x="98" y="134"/>
                </a:cubicBezTo>
                <a:cubicBezTo>
                  <a:pt x="98" y="134"/>
                  <a:pt x="98" y="142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7"/>
                  <a:pt x="0" y="240"/>
                </a:cubicBezTo>
                <a:cubicBezTo>
                  <a:pt x="0" y="284"/>
                  <a:pt x="45" y="319"/>
                  <a:pt x="89" y="319"/>
                </a:cubicBezTo>
                <a:cubicBezTo>
                  <a:pt x="381" y="319"/>
                  <a:pt x="381" y="319"/>
                  <a:pt x="381" y="319"/>
                </a:cubicBezTo>
                <a:cubicBezTo>
                  <a:pt x="443" y="319"/>
                  <a:pt x="497" y="275"/>
                  <a:pt x="497" y="204"/>
                </a:cubicBezTo>
                <a:cubicBezTo>
                  <a:pt x="497" y="142"/>
                  <a:pt x="443" y="89"/>
                  <a:pt x="381" y="89"/>
                </a:cubicBezTo>
                <a:close/>
                <a:moveTo>
                  <a:pt x="284" y="195"/>
                </a:moveTo>
                <a:lnTo>
                  <a:pt x="284" y="195"/>
                </a:lnTo>
                <a:cubicBezTo>
                  <a:pt x="266" y="213"/>
                  <a:pt x="222" y="266"/>
                  <a:pt x="213" y="275"/>
                </a:cubicBezTo>
                <a:cubicBezTo>
                  <a:pt x="213" y="275"/>
                  <a:pt x="204" y="284"/>
                  <a:pt x="195" y="275"/>
                </a:cubicBezTo>
                <a:cubicBezTo>
                  <a:pt x="195" y="275"/>
                  <a:pt x="195" y="275"/>
                  <a:pt x="195" y="266"/>
                </a:cubicBezTo>
                <a:lnTo>
                  <a:pt x="195" y="257"/>
                </a:lnTo>
                <a:cubicBezTo>
                  <a:pt x="222" y="204"/>
                  <a:pt x="222" y="204"/>
                  <a:pt x="222" y="204"/>
                </a:cubicBezTo>
                <a:cubicBezTo>
                  <a:pt x="222" y="195"/>
                  <a:pt x="213" y="195"/>
                  <a:pt x="204" y="195"/>
                </a:cubicBezTo>
                <a:cubicBezTo>
                  <a:pt x="195" y="187"/>
                  <a:pt x="186" y="187"/>
                  <a:pt x="186" y="178"/>
                </a:cubicBezTo>
                <a:cubicBezTo>
                  <a:pt x="186" y="169"/>
                  <a:pt x="186" y="169"/>
                  <a:pt x="195" y="160"/>
                </a:cubicBezTo>
                <a:cubicBezTo>
                  <a:pt x="204" y="142"/>
                  <a:pt x="258" y="89"/>
                  <a:pt x="258" y="89"/>
                </a:cubicBezTo>
                <a:cubicBezTo>
                  <a:pt x="266" y="80"/>
                  <a:pt x="266" y="80"/>
                  <a:pt x="275" y="80"/>
                </a:cubicBezTo>
                <a:cubicBezTo>
                  <a:pt x="275" y="89"/>
                  <a:pt x="284" y="89"/>
                  <a:pt x="284" y="89"/>
                </a:cubicBezTo>
                <a:cubicBezTo>
                  <a:pt x="284" y="97"/>
                  <a:pt x="275" y="97"/>
                  <a:pt x="275" y="106"/>
                </a:cubicBezTo>
                <a:cubicBezTo>
                  <a:pt x="249" y="160"/>
                  <a:pt x="249" y="160"/>
                  <a:pt x="249" y="160"/>
                </a:cubicBezTo>
                <a:cubicBezTo>
                  <a:pt x="258" y="160"/>
                  <a:pt x="266" y="169"/>
                  <a:pt x="275" y="169"/>
                </a:cubicBezTo>
                <a:cubicBezTo>
                  <a:pt x="284" y="169"/>
                  <a:pt x="293" y="178"/>
                  <a:pt x="293" y="187"/>
                </a:cubicBezTo>
                <a:lnTo>
                  <a:pt x="284" y="1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6"/>
          <p:cNvSpPr/>
          <p:nvPr/>
        </p:nvSpPr>
        <p:spPr>
          <a:xfrm>
            <a:off x="6275388" y="2408238"/>
            <a:ext cx="223837" cy="171450"/>
          </a:xfrm>
          <a:custGeom>
            <a:rect b="b" l="l" r="r" t="t"/>
            <a:pathLst>
              <a:path extrusionOk="0" h="382" w="497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6"/>
          <p:cNvSpPr/>
          <p:nvPr/>
        </p:nvSpPr>
        <p:spPr>
          <a:xfrm>
            <a:off x="1379538" y="2392363"/>
            <a:ext cx="222250" cy="200025"/>
          </a:xfrm>
          <a:custGeom>
            <a:rect b="b" l="l" r="r" t="t"/>
            <a:pathLst>
              <a:path extrusionOk="0" h="445" w="498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6"/>
          <p:cNvSpPr/>
          <p:nvPr/>
        </p:nvSpPr>
        <p:spPr>
          <a:xfrm>
            <a:off x="5408613" y="2384425"/>
            <a:ext cx="173037" cy="219075"/>
          </a:xfrm>
          <a:custGeom>
            <a:rect b="b" l="l" r="r" t="t"/>
            <a:pathLst>
              <a:path extrusionOk="0" h="488" w="383">
                <a:moveTo>
                  <a:pt x="116" y="62"/>
                </a:moveTo>
                <a:lnTo>
                  <a:pt x="116" y="62"/>
                </a:lnTo>
                <a:cubicBezTo>
                  <a:pt x="116" y="355"/>
                  <a:pt x="116" y="355"/>
                  <a:pt x="116" y="355"/>
                </a:cubicBezTo>
                <a:cubicBezTo>
                  <a:pt x="98" y="355"/>
                  <a:pt x="80" y="355"/>
                  <a:pt x="63" y="364"/>
                </a:cubicBezTo>
                <a:cubicBezTo>
                  <a:pt x="18" y="372"/>
                  <a:pt x="0" y="417"/>
                  <a:pt x="18" y="443"/>
                </a:cubicBezTo>
                <a:cubicBezTo>
                  <a:pt x="27" y="478"/>
                  <a:pt x="63" y="487"/>
                  <a:pt x="98" y="470"/>
                </a:cubicBezTo>
                <a:cubicBezTo>
                  <a:pt x="133" y="461"/>
                  <a:pt x="160" y="434"/>
                  <a:pt x="160" y="399"/>
                </a:cubicBezTo>
                <a:cubicBezTo>
                  <a:pt x="160" y="399"/>
                  <a:pt x="160" y="248"/>
                  <a:pt x="160" y="160"/>
                </a:cubicBezTo>
                <a:cubicBezTo>
                  <a:pt x="337" y="115"/>
                  <a:pt x="337" y="115"/>
                  <a:pt x="337" y="115"/>
                </a:cubicBezTo>
                <a:cubicBezTo>
                  <a:pt x="337" y="311"/>
                  <a:pt x="337" y="311"/>
                  <a:pt x="337" y="311"/>
                </a:cubicBezTo>
                <a:cubicBezTo>
                  <a:pt x="319" y="301"/>
                  <a:pt x="301" y="301"/>
                  <a:pt x="284" y="311"/>
                </a:cubicBezTo>
                <a:cubicBezTo>
                  <a:pt x="239" y="328"/>
                  <a:pt x="222" y="364"/>
                  <a:pt x="239" y="399"/>
                </a:cubicBezTo>
                <a:cubicBezTo>
                  <a:pt x="248" y="425"/>
                  <a:pt x="284" y="434"/>
                  <a:pt x="319" y="425"/>
                </a:cubicBezTo>
                <a:cubicBezTo>
                  <a:pt x="355" y="408"/>
                  <a:pt x="382" y="381"/>
                  <a:pt x="382" y="355"/>
                </a:cubicBezTo>
                <a:cubicBezTo>
                  <a:pt x="382" y="0"/>
                  <a:pt x="382" y="0"/>
                  <a:pt x="382" y="0"/>
                </a:cubicBezTo>
                <a:lnTo>
                  <a:pt x="116" y="62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6"/>
          <p:cNvSpPr/>
          <p:nvPr/>
        </p:nvSpPr>
        <p:spPr>
          <a:xfrm>
            <a:off x="488950" y="3306763"/>
            <a:ext cx="223838" cy="149225"/>
          </a:xfrm>
          <a:custGeom>
            <a:rect b="b" l="l" r="r" t="t"/>
            <a:pathLst>
              <a:path extrusionOk="0" h="337" w="497">
                <a:moveTo>
                  <a:pt x="203" y="257"/>
                </a:moveTo>
                <a:lnTo>
                  <a:pt x="203" y="257"/>
                </a:lnTo>
                <a:cubicBezTo>
                  <a:pt x="186" y="283"/>
                  <a:pt x="194" y="310"/>
                  <a:pt x="221" y="327"/>
                </a:cubicBezTo>
                <a:cubicBezTo>
                  <a:pt x="239" y="336"/>
                  <a:pt x="266" y="336"/>
                  <a:pt x="283" y="310"/>
                </a:cubicBezTo>
                <a:cubicBezTo>
                  <a:pt x="301" y="274"/>
                  <a:pt x="407" y="9"/>
                  <a:pt x="398" y="9"/>
                </a:cubicBezTo>
                <a:cubicBezTo>
                  <a:pt x="389" y="0"/>
                  <a:pt x="221" y="230"/>
                  <a:pt x="203" y="257"/>
                </a:cubicBezTo>
                <a:close/>
                <a:moveTo>
                  <a:pt x="248" y="71"/>
                </a:moveTo>
                <a:lnTo>
                  <a:pt x="248" y="71"/>
                </a:lnTo>
                <a:cubicBezTo>
                  <a:pt x="257" y="71"/>
                  <a:pt x="266" y="71"/>
                  <a:pt x="274" y="71"/>
                </a:cubicBezTo>
                <a:cubicBezTo>
                  <a:pt x="292" y="53"/>
                  <a:pt x="301" y="44"/>
                  <a:pt x="310" y="26"/>
                </a:cubicBezTo>
                <a:cubicBezTo>
                  <a:pt x="292" y="17"/>
                  <a:pt x="274" y="17"/>
                  <a:pt x="248" y="17"/>
                </a:cubicBezTo>
                <a:cubicBezTo>
                  <a:pt x="106" y="17"/>
                  <a:pt x="0" y="133"/>
                  <a:pt x="0" y="283"/>
                </a:cubicBezTo>
                <a:cubicBezTo>
                  <a:pt x="0" y="292"/>
                  <a:pt x="0" y="301"/>
                  <a:pt x="0" y="310"/>
                </a:cubicBezTo>
                <a:cubicBezTo>
                  <a:pt x="0" y="327"/>
                  <a:pt x="17" y="336"/>
                  <a:pt x="26" y="336"/>
                </a:cubicBezTo>
                <a:cubicBezTo>
                  <a:pt x="44" y="336"/>
                  <a:pt x="53" y="319"/>
                  <a:pt x="53" y="310"/>
                </a:cubicBezTo>
                <a:cubicBezTo>
                  <a:pt x="53" y="301"/>
                  <a:pt x="53" y="292"/>
                  <a:pt x="53" y="283"/>
                </a:cubicBezTo>
                <a:cubicBezTo>
                  <a:pt x="53" y="160"/>
                  <a:pt x="132" y="71"/>
                  <a:pt x="248" y="71"/>
                </a:cubicBezTo>
                <a:close/>
                <a:moveTo>
                  <a:pt x="425" y="98"/>
                </a:moveTo>
                <a:lnTo>
                  <a:pt x="425" y="98"/>
                </a:lnTo>
                <a:cubicBezTo>
                  <a:pt x="416" y="115"/>
                  <a:pt x="416" y="133"/>
                  <a:pt x="407" y="151"/>
                </a:cubicBezTo>
                <a:cubicBezTo>
                  <a:pt x="433" y="186"/>
                  <a:pt x="442" y="239"/>
                  <a:pt x="442" y="283"/>
                </a:cubicBezTo>
                <a:cubicBezTo>
                  <a:pt x="442" y="292"/>
                  <a:pt x="442" y="301"/>
                  <a:pt x="442" y="310"/>
                </a:cubicBezTo>
                <a:cubicBezTo>
                  <a:pt x="442" y="319"/>
                  <a:pt x="451" y="336"/>
                  <a:pt x="469" y="336"/>
                </a:cubicBezTo>
                <a:cubicBezTo>
                  <a:pt x="478" y="336"/>
                  <a:pt x="496" y="327"/>
                  <a:pt x="496" y="310"/>
                </a:cubicBezTo>
                <a:cubicBezTo>
                  <a:pt x="496" y="301"/>
                  <a:pt x="496" y="292"/>
                  <a:pt x="496" y="283"/>
                </a:cubicBezTo>
                <a:cubicBezTo>
                  <a:pt x="496" y="213"/>
                  <a:pt x="469" y="151"/>
                  <a:pt x="425" y="9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6"/>
          <p:cNvSpPr/>
          <p:nvPr/>
        </p:nvSpPr>
        <p:spPr>
          <a:xfrm>
            <a:off x="933450" y="3298825"/>
            <a:ext cx="227013" cy="171450"/>
          </a:xfrm>
          <a:custGeom>
            <a:rect b="b" l="l" r="r" t="t"/>
            <a:pathLst>
              <a:path extrusionOk="0" h="382" w="506">
                <a:moveTo>
                  <a:pt x="488" y="213"/>
                </a:moveTo>
                <a:lnTo>
                  <a:pt x="488" y="213"/>
                </a:lnTo>
                <a:cubicBezTo>
                  <a:pt x="470" y="169"/>
                  <a:pt x="434" y="142"/>
                  <a:pt x="372" y="142"/>
                </a:cubicBezTo>
                <a:cubicBezTo>
                  <a:pt x="372" y="142"/>
                  <a:pt x="372" y="142"/>
                  <a:pt x="363" y="142"/>
                </a:cubicBezTo>
                <a:cubicBezTo>
                  <a:pt x="363" y="89"/>
                  <a:pt x="363" y="89"/>
                  <a:pt x="363" y="89"/>
                </a:cubicBezTo>
                <a:lnTo>
                  <a:pt x="451" y="80"/>
                </a:lnTo>
                <a:cubicBezTo>
                  <a:pt x="461" y="80"/>
                  <a:pt x="461" y="71"/>
                  <a:pt x="461" y="71"/>
                </a:cubicBezTo>
                <a:cubicBezTo>
                  <a:pt x="461" y="71"/>
                  <a:pt x="451" y="53"/>
                  <a:pt x="451" y="44"/>
                </a:cubicBezTo>
                <a:cubicBezTo>
                  <a:pt x="451" y="44"/>
                  <a:pt x="451" y="44"/>
                  <a:pt x="443" y="44"/>
                </a:cubicBezTo>
                <a:lnTo>
                  <a:pt x="363" y="53"/>
                </a:lnTo>
                <a:cubicBezTo>
                  <a:pt x="363" y="53"/>
                  <a:pt x="363" y="9"/>
                  <a:pt x="363" y="0"/>
                </a:cubicBezTo>
                <a:cubicBezTo>
                  <a:pt x="354" y="0"/>
                  <a:pt x="336" y="0"/>
                  <a:pt x="336" y="0"/>
                </a:cubicBezTo>
                <a:lnTo>
                  <a:pt x="328" y="0"/>
                </a:lnTo>
                <a:cubicBezTo>
                  <a:pt x="328" y="9"/>
                  <a:pt x="336" y="62"/>
                  <a:pt x="336" y="62"/>
                </a:cubicBezTo>
                <a:lnTo>
                  <a:pt x="257" y="71"/>
                </a:lnTo>
                <a:lnTo>
                  <a:pt x="248" y="80"/>
                </a:lnTo>
                <a:lnTo>
                  <a:pt x="257" y="106"/>
                </a:lnTo>
                <a:cubicBezTo>
                  <a:pt x="266" y="106"/>
                  <a:pt x="336" y="97"/>
                  <a:pt x="336" y="97"/>
                </a:cubicBezTo>
                <a:cubicBezTo>
                  <a:pt x="336" y="151"/>
                  <a:pt x="336" y="151"/>
                  <a:pt x="336" y="151"/>
                </a:cubicBezTo>
                <a:cubicBezTo>
                  <a:pt x="310" y="151"/>
                  <a:pt x="292" y="169"/>
                  <a:pt x="275" y="178"/>
                </a:cubicBezTo>
                <a:cubicBezTo>
                  <a:pt x="257" y="204"/>
                  <a:pt x="248" y="231"/>
                  <a:pt x="248" y="257"/>
                </a:cubicBezTo>
                <a:cubicBezTo>
                  <a:pt x="248" y="292"/>
                  <a:pt x="275" y="319"/>
                  <a:pt x="310" y="319"/>
                </a:cubicBezTo>
                <a:cubicBezTo>
                  <a:pt x="381" y="328"/>
                  <a:pt x="434" y="248"/>
                  <a:pt x="451" y="204"/>
                </a:cubicBezTo>
                <a:cubicBezTo>
                  <a:pt x="479" y="239"/>
                  <a:pt x="451" y="310"/>
                  <a:pt x="398" y="354"/>
                </a:cubicBezTo>
                <a:lnTo>
                  <a:pt x="407" y="372"/>
                </a:lnTo>
                <a:cubicBezTo>
                  <a:pt x="416" y="381"/>
                  <a:pt x="416" y="381"/>
                  <a:pt x="416" y="372"/>
                </a:cubicBezTo>
                <a:cubicBezTo>
                  <a:pt x="479" y="337"/>
                  <a:pt x="505" y="266"/>
                  <a:pt x="488" y="213"/>
                </a:cubicBezTo>
                <a:close/>
                <a:moveTo>
                  <a:pt x="310" y="292"/>
                </a:moveTo>
                <a:lnTo>
                  <a:pt x="310" y="292"/>
                </a:lnTo>
                <a:cubicBezTo>
                  <a:pt x="283" y="284"/>
                  <a:pt x="283" y="266"/>
                  <a:pt x="283" y="257"/>
                </a:cubicBezTo>
                <a:cubicBezTo>
                  <a:pt x="283" y="231"/>
                  <a:pt x="292" y="213"/>
                  <a:pt x="301" y="204"/>
                </a:cubicBezTo>
                <a:cubicBezTo>
                  <a:pt x="310" y="195"/>
                  <a:pt x="319" y="186"/>
                  <a:pt x="336" y="178"/>
                </a:cubicBezTo>
                <a:cubicBezTo>
                  <a:pt x="336" y="284"/>
                  <a:pt x="336" y="284"/>
                  <a:pt x="336" y="284"/>
                </a:cubicBezTo>
                <a:cubicBezTo>
                  <a:pt x="328" y="292"/>
                  <a:pt x="319" y="292"/>
                  <a:pt x="310" y="292"/>
                </a:cubicBezTo>
                <a:close/>
                <a:moveTo>
                  <a:pt x="363" y="275"/>
                </a:moveTo>
                <a:lnTo>
                  <a:pt x="363" y="275"/>
                </a:lnTo>
                <a:cubicBezTo>
                  <a:pt x="363" y="178"/>
                  <a:pt x="363" y="178"/>
                  <a:pt x="363" y="178"/>
                </a:cubicBezTo>
                <a:cubicBezTo>
                  <a:pt x="372" y="178"/>
                  <a:pt x="372" y="178"/>
                  <a:pt x="372" y="178"/>
                </a:cubicBezTo>
                <a:cubicBezTo>
                  <a:pt x="389" y="178"/>
                  <a:pt x="407" y="178"/>
                  <a:pt x="416" y="186"/>
                </a:cubicBezTo>
                <a:cubicBezTo>
                  <a:pt x="434" y="186"/>
                  <a:pt x="398" y="248"/>
                  <a:pt x="363" y="275"/>
                </a:cubicBezTo>
                <a:close/>
                <a:moveTo>
                  <a:pt x="142" y="89"/>
                </a:moveTo>
                <a:lnTo>
                  <a:pt x="142" y="89"/>
                </a:lnTo>
                <a:cubicBezTo>
                  <a:pt x="142" y="80"/>
                  <a:pt x="142" y="80"/>
                  <a:pt x="142" y="80"/>
                </a:cubicBezTo>
                <a:cubicBezTo>
                  <a:pt x="88" y="80"/>
                  <a:pt x="88" y="80"/>
                  <a:pt x="88" y="80"/>
                </a:cubicBezTo>
                <a:cubicBezTo>
                  <a:pt x="88" y="80"/>
                  <a:pt x="88" y="80"/>
                  <a:pt x="88" y="89"/>
                </a:cubicBezTo>
                <a:cubicBezTo>
                  <a:pt x="79" y="116"/>
                  <a:pt x="0" y="354"/>
                  <a:pt x="0" y="363"/>
                </a:cubicBezTo>
                <a:cubicBezTo>
                  <a:pt x="44" y="363"/>
                  <a:pt x="44" y="363"/>
                  <a:pt x="44" y="363"/>
                </a:cubicBezTo>
                <a:cubicBezTo>
                  <a:pt x="44" y="354"/>
                  <a:pt x="71" y="275"/>
                  <a:pt x="71" y="275"/>
                </a:cubicBezTo>
                <a:cubicBezTo>
                  <a:pt x="160" y="275"/>
                  <a:pt x="160" y="275"/>
                  <a:pt x="160" y="275"/>
                </a:cubicBezTo>
                <a:cubicBezTo>
                  <a:pt x="160" y="275"/>
                  <a:pt x="186" y="354"/>
                  <a:pt x="186" y="363"/>
                </a:cubicBezTo>
                <a:cubicBezTo>
                  <a:pt x="230" y="363"/>
                  <a:pt x="230" y="363"/>
                  <a:pt x="230" y="363"/>
                </a:cubicBezTo>
                <a:cubicBezTo>
                  <a:pt x="230" y="354"/>
                  <a:pt x="151" y="116"/>
                  <a:pt x="142" y="89"/>
                </a:cubicBezTo>
                <a:close/>
                <a:moveTo>
                  <a:pt x="79" y="239"/>
                </a:moveTo>
                <a:lnTo>
                  <a:pt x="79" y="239"/>
                </a:lnTo>
                <a:cubicBezTo>
                  <a:pt x="116" y="116"/>
                  <a:pt x="116" y="116"/>
                  <a:pt x="116" y="116"/>
                </a:cubicBezTo>
                <a:cubicBezTo>
                  <a:pt x="151" y="239"/>
                  <a:pt x="151" y="239"/>
                  <a:pt x="151" y="239"/>
                </a:cubicBezTo>
                <a:lnTo>
                  <a:pt x="79" y="23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6" name="Google Shape;2276;p6"/>
          <p:cNvSpPr/>
          <p:nvPr/>
        </p:nvSpPr>
        <p:spPr>
          <a:xfrm>
            <a:off x="3636963" y="1046163"/>
            <a:ext cx="160337" cy="227012"/>
          </a:xfrm>
          <a:custGeom>
            <a:rect b="b" l="l" r="r" t="t"/>
            <a:pathLst>
              <a:path extrusionOk="0" h="506" w="355">
                <a:moveTo>
                  <a:pt x="35" y="497"/>
                </a:moveTo>
                <a:lnTo>
                  <a:pt x="35" y="497"/>
                </a:lnTo>
                <a:cubicBezTo>
                  <a:pt x="44" y="469"/>
                  <a:pt x="53" y="434"/>
                  <a:pt x="70" y="381"/>
                </a:cubicBezTo>
                <a:cubicBezTo>
                  <a:pt x="132" y="372"/>
                  <a:pt x="168" y="390"/>
                  <a:pt x="203" y="310"/>
                </a:cubicBezTo>
                <a:cubicBezTo>
                  <a:pt x="168" y="328"/>
                  <a:pt x="132" y="292"/>
                  <a:pt x="132" y="284"/>
                </a:cubicBezTo>
                <a:cubicBezTo>
                  <a:pt x="132" y="266"/>
                  <a:pt x="229" y="292"/>
                  <a:pt x="292" y="194"/>
                </a:cubicBezTo>
                <a:cubicBezTo>
                  <a:pt x="212" y="213"/>
                  <a:pt x="185" y="178"/>
                  <a:pt x="194" y="168"/>
                </a:cubicBezTo>
                <a:cubicBezTo>
                  <a:pt x="221" y="159"/>
                  <a:pt x="292" y="168"/>
                  <a:pt x="327" y="133"/>
                </a:cubicBezTo>
                <a:cubicBezTo>
                  <a:pt x="345" y="115"/>
                  <a:pt x="354" y="62"/>
                  <a:pt x="345" y="44"/>
                </a:cubicBezTo>
                <a:cubicBezTo>
                  <a:pt x="336" y="27"/>
                  <a:pt x="283" y="0"/>
                  <a:pt x="248" y="0"/>
                </a:cubicBezTo>
                <a:cubicBezTo>
                  <a:pt x="221" y="9"/>
                  <a:pt x="168" y="124"/>
                  <a:pt x="159" y="124"/>
                </a:cubicBezTo>
                <a:cubicBezTo>
                  <a:pt x="141" y="124"/>
                  <a:pt x="141" y="71"/>
                  <a:pt x="168" y="18"/>
                </a:cubicBezTo>
                <a:cubicBezTo>
                  <a:pt x="132" y="35"/>
                  <a:pt x="88" y="71"/>
                  <a:pt x="70" y="106"/>
                </a:cubicBezTo>
                <a:cubicBezTo>
                  <a:pt x="44" y="159"/>
                  <a:pt x="79" y="301"/>
                  <a:pt x="61" y="301"/>
                </a:cubicBezTo>
                <a:cubicBezTo>
                  <a:pt x="53" y="310"/>
                  <a:pt x="17" y="239"/>
                  <a:pt x="8" y="213"/>
                </a:cubicBezTo>
                <a:cubicBezTo>
                  <a:pt x="0" y="257"/>
                  <a:pt x="0" y="301"/>
                  <a:pt x="35" y="363"/>
                </a:cubicBezTo>
                <a:cubicBezTo>
                  <a:pt x="26" y="407"/>
                  <a:pt x="17" y="452"/>
                  <a:pt x="8" y="478"/>
                </a:cubicBezTo>
                <a:cubicBezTo>
                  <a:pt x="8" y="497"/>
                  <a:pt x="35" y="505"/>
                  <a:pt x="35" y="497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6"/>
          <p:cNvSpPr/>
          <p:nvPr/>
        </p:nvSpPr>
        <p:spPr>
          <a:xfrm>
            <a:off x="5384800" y="3779838"/>
            <a:ext cx="223838" cy="98425"/>
          </a:xfrm>
          <a:custGeom>
            <a:rect b="b" l="l" r="r" t="t"/>
            <a:pathLst>
              <a:path extrusionOk="0" h="222" w="497">
                <a:moveTo>
                  <a:pt x="399" y="0"/>
                </a:moveTo>
                <a:lnTo>
                  <a:pt x="399" y="0"/>
                </a:lnTo>
                <a:cubicBezTo>
                  <a:pt x="345" y="0"/>
                  <a:pt x="284" y="26"/>
                  <a:pt x="248" y="70"/>
                </a:cubicBezTo>
                <a:cubicBezTo>
                  <a:pt x="213" y="26"/>
                  <a:pt x="151" y="0"/>
                  <a:pt x="97" y="0"/>
                </a:cubicBezTo>
                <a:cubicBezTo>
                  <a:pt x="53" y="0"/>
                  <a:pt x="0" y="26"/>
                  <a:pt x="0" y="106"/>
                </a:cubicBezTo>
                <a:cubicBezTo>
                  <a:pt x="0" y="185"/>
                  <a:pt x="53" y="221"/>
                  <a:pt x="97" y="221"/>
                </a:cubicBezTo>
                <a:cubicBezTo>
                  <a:pt x="151" y="221"/>
                  <a:pt x="213" y="185"/>
                  <a:pt x="248" y="141"/>
                </a:cubicBezTo>
                <a:cubicBezTo>
                  <a:pt x="284" y="185"/>
                  <a:pt x="345" y="221"/>
                  <a:pt x="399" y="221"/>
                </a:cubicBezTo>
                <a:cubicBezTo>
                  <a:pt x="443" y="221"/>
                  <a:pt x="496" y="185"/>
                  <a:pt x="496" y="106"/>
                </a:cubicBezTo>
                <a:cubicBezTo>
                  <a:pt x="496" y="26"/>
                  <a:pt x="443" y="0"/>
                  <a:pt x="399" y="0"/>
                </a:cubicBezTo>
                <a:close/>
                <a:moveTo>
                  <a:pt x="97" y="176"/>
                </a:moveTo>
                <a:lnTo>
                  <a:pt x="97" y="176"/>
                </a:lnTo>
                <a:cubicBezTo>
                  <a:pt x="62" y="176"/>
                  <a:pt x="44" y="150"/>
                  <a:pt x="44" y="106"/>
                </a:cubicBezTo>
                <a:cubicBezTo>
                  <a:pt x="44" y="61"/>
                  <a:pt x="62" y="44"/>
                  <a:pt x="97" y="44"/>
                </a:cubicBezTo>
                <a:cubicBezTo>
                  <a:pt x="142" y="44"/>
                  <a:pt x="195" y="70"/>
                  <a:pt x="222" y="106"/>
                </a:cubicBezTo>
                <a:cubicBezTo>
                  <a:pt x="195" y="150"/>
                  <a:pt x="142" y="176"/>
                  <a:pt x="97" y="176"/>
                </a:cubicBezTo>
                <a:close/>
                <a:moveTo>
                  <a:pt x="399" y="176"/>
                </a:moveTo>
                <a:lnTo>
                  <a:pt x="399" y="176"/>
                </a:lnTo>
                <a:cubicBezTo>
                  <a:pt x="354" y="176"/>
                  <a:pt x="301" y="150"/>
                  <a:pt x="275" y="106"/>
                </a:cubicBezTo>
                <a:cubicBezTo>
                  <a:pt x="301" y="70"/>
                  <a:pt x="354" y="44"/>
                  <a:pt x="399" y="44"/>
                </a:cubicBezTo>
                <a:cubicBezTo>
                  <a:pt x="435" y="44"/>
                  <a:pt x="452" y="61"/>
                  <a:pt x="452" y="106"/>
                </a:cubicBezTo>
                <a:cubicBezTo>
                  <a:pt x="452" y="150"/>
                  <a:pt x="435" y="176"/>
                  <a:pt x="399" y="17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6"/>
          <p:cNvSpPr/>
          <p:nvPr/>
        </p:nvSpPr>
        <p:spPr>
          <a:xfrm>
            <a:off x="4049713" y="3716338"/>
            <a:ext cx="223837" cy="222250"/>
          </a:xfrm>
          <a:custGeom>
            <a:rect b="b" l="l" r="r" t="t"/>
            <a:pathLst>
              <a:path extrusionOk="0" h="498" w="497">
                <a:moveTo>
                  <a:pt x="469" y="231"/>
                </a:moveTo>
                <a:lnTo>
                  <a:pt x="469" y="231"/>
                </a:lnTo>
                <a:cubicBezTo>
                  <a:pt x="469" y="231"/>
                  <a:pt x="452" y="231"/>
                  <a:pt x="443" y="231"/>
                </a:cubicBezTo>
                <a:cubicBezTo>
                  <a:pt x="434" y="231"/>
                  <a:pt x="425" y="240"/>
                  <a:pt x="425" y="249"/>
                </a:cubicBezTo>
                <a:cubicBezTo>
                  <a:pt x="425" y="266"/>
                  <a:pt x="434" y="275"/>
                  <a:pt x="443" y="275"/>
                </a:cubicBezTo>
                <a:cubicBezTo>
                  <a:pt x="452" y="275"/>
                  <a:pt x="469" y="275"/>
                  <a:pt x="469" y="275"/>
                </a:cubicBezTo>
                <a:cubicBezTo>
                  <a:pt x="487" y="275"/>
                  <a:pt x="496" y="266"/>
                  <a:pt x="496" y="249"/>
                </a:cubicBezTo>
                <a:cubicBezTo>
                  <a:pt x="496" y="240"/>
                  <a:pt x="487" y="231"/>
                  <a:pt x="469" y="231"/>
                </a:cubicBezTo>
                <a:close/>
                <a:moveTo>
                  <a:pt x="248" y="116"/>
                </a:moveTo>
                <a:lnTo>
                  <a:pt x="248" y="116"/>
                </a:lnTo>
                <a:cubicBezTo>
                  <a:pt x="168" y="116"/>
                  <a:pt x="115" y="178"/>
                  <a:pt x="115" y="249"/>
                </a:cubicBezTo>
                <a:cubicBezTo>
                  <a:pt x="115" y="328"/>
                  <a:pt x="168" y="391"/>
                  <a:pt x="248" y="391"/>
                </a:cubicBezTo>
                <a:cubicBezTo>
                  <a:pt x="328" y="391"/>
                  <a:pt x="381" y="328"/>
                  <a:pt x="381" y="249"/>
                </a:cubicBezTo>
                <a:cubicBezTo>
                  <a:pt x="381" y="178"/>
                  <a:pt x="328" y="116"/>
                  <a:pt x="248" y="116"/>
                </a:cubicBezTo>
                <a:close/>
                <a:moveTo>
                  <a:pt x="248" y="346"/>
                </a:moveTo>
                <a:lnTo>
                  <a:pt x="248" y="346"/>
                </a:lnTo>
                <a:cubicBezTo>
                  <a:pt x="195" y="346"/>
                  <a:pt x="150" y="302"/>
                  <a:pt x="150" y="249"/>
                </a:cubicBezTo>
                <a:cubicBezTo>
                  <a:pt x="150" y="196"/>
                  <a:pt x="195" y="151"/>
                  <a:pt x="248" y="151"/>
                </a:cubicBezTo>
                <a:lnTo>
                  <a:pt x="248" y="346"/>
                </a:lnTo>
                <a:close/>
                <a:moveTo>
                  <a:pt x="71" y="249"/>
                </a:moveTo>
                <a:lnTo>
                  <a:pt x="71" y="249"/>
                </a:lnTo>
                <a:cubicBezTo>
                  <a:pt x="71" y="240"/>
                  <a:pt x="62" y="231"/>
                  <a:pt x="53" y="231"/>
                </a:cubicBezTo>
                <a:cubicBezTo>
                  <a:pt x="44" y="231"/>
                  <a:pt x="27" y="231"/>
                  <a:pt x="27" y="231"/>
                </a:cubicBezTo>
                <a:cubicBezTo>
                  <a:pt x="9" y="231"/>
                  <a:pt x="0" y="240"/>
                  <a:pt x="0" y="249"/>
                </a:cubicBezTo>
                <a:cubicBezTo>
                  <a:pt x="0" y="266"/>
                  <a:pt x="9" y="275"/>
                  <a:pt x="27" y="275"/>
                </a:cubicBezTo>
                <a:cubicBezTo>
                  <a:pt x="27" y="275"/>
                  <a:pt x="44" y="275"/>
                  <a:pt x="53" y="275"/>
                </a:cubicBezTo>
                <a:cubicBezTo>
                  <a:pt x="62" y="275"/>
                  <a:pt x="71" y="266"/>
                  <a:pt x="71" y="249"/>
                </a:cubicBezTo>
                <a:close/>
                <a:moveTo>
                  <a:pt x="248" y="80"/>
                </a:moveTo>
                <a:lnTo>
                  <a:pt x="248" y="80"/>
                </a:lnTo>
                <a:cubicBezTo>
                  <a:pt x="256" y="80"/>
                  <a:pt x="265" y="62"/>
                  <a:pt x="265" y="53"/>
                </a:cubicBezTo>
                <a:cubicBezTo>
                  <a:pt x="265" y="45"/>
                  <a:pt x="265" y="36"/>
                  <a:pt x="265" y="27"/>
                </a:cubicBezTo>
                <a:cubicBezTo>
                  <a:pt x="265" y="18"/>
                  <a:pt x="256" y="0"/>
                  <a:pt x="248" y="0"/>
                </a:cubicBezTo>
                <a:cubicBezTo>
                  <a:pt x="239" y="0"/>
                  <a:pt x="230" y="18"/>
                  <a:pt x="230" y="27"/>
                </a:cubicBezTo>
                <a:cubicBezTo>
                  <a:pt x="230" y="36"/>
                  <a:pt x="230" y="45"/>
                  <a:pt x="230" y="53"/>
                </a:cubicBezTo>
                <a:cubicBezTo>
                  <a:pt x="230" y="62"/>
                  <a:pt x="239" y="80"/>
                  <a:pt x="248" y="80"/>
                </a:cubicBezTo>
                <a:close/>
                <a:moveTo>
                  <a:pt x="248" y="426"/>
                </a:moveTo>
                <a:lnTo>
                  <a:pt x="248" y="426"/>
                </a:lnTo>
                <a:cubicBezTo>
                  <a:pt x="239" y="426"/>
                  <a:pt x="230" y="435"/>
                  <a:pt x="230" y="453"/>
                </a:cubicBezTo>
                <a:lnTo>
                  <a:pt x="230" y="470"/>
                </a:lnTo>
                <a:cubicBezTo>
                  <a:pt x="230" y="488"/>
                  <a:pt x="239" y="497"/>
                  <a:pt x="248" y="497"/>
                </a:cubicBezTo>
                <a:cubicBezTo>
                  <a:pt x="256" y="497"/>
                  <a:pt x="265" y="488"/>
                  <a:pt x="265" y="470"/>
                </a:cubicBezTo>
                <a:lnTo>
                  <a:pt x="265" y="453"/>
                </a:lnTo>
                <a:cubicBezTo>
                  <a:pt x="265" y="435"/>
                  <a:pt x="256" y="426"/>
                  <a:pt x="248" y="426"/>
                </a:cubicBezTo>
                <a:close/>
                <a:moveTo>
                  <a:pt x="434" y="98"/>
                </a:moveTo>
                <a:lnTo>
                  <a:pt x="434" y="98"/>
                </a:lnTo>
                <a:cubicBezTo>
                  <a:pt x="443" y="89"/>
                  <a:pt x="443" y="72"/>
                  <a:pt x="434" y="62"/>
                </a:cubicBezTo>
                <a:cubicBezTo>
                  <a:pt x="425" y="53"/>
                  <a:pt x="416" y="62"/>
                  <a:pt x="399" y="72"/>
                </a:cubicBezTo>
                <a:cubicBezTo>
                  <a:pt x="399" y="72"/>
                  <a:pt x="390" y="80"/>
                  <a:pt x="381" y="89"/>
                </a:cubicBezTo>
                <a:cubicBezTo>
                  <a:pt x="372" y="98"/>
                  <a:pt x="372" y="107"/>
                  <a:pt x="381" y="116"/>
                </a:cubicBezTo>
                <a:cubicBezTo>
                  <a:pt x="390" y="125"/>
                  <a:pt x="408" y="125"/>
                  <a:pt x="416" y="116"/>
                </a:cubicBezTo>
                <a:cubicBezTo>
                  <a:pt x="416" y="107"/>
                  <a:pt x="425" y="98"/>
                  <a:pt x="434" y="98"/>
                </a:cubicBezTo>
                <a:close/>
                <a:moveTo>
                  <a:pt x="80" y="391"/>
                </a:moveTo>
                <a:lnTo>
                  <a:pt x="80" y="391"/>
                </a:lnTo>
                <a:cubicBezTo>
                  <a:pt x="80" y="391"/>
                  <a:pt x="71" y="400"/>
                  <a:pt x="62" y="408"/>
                </a:cubicBezTo>
                <a:cubicBezTo>
                  <a:pt x="53" y="417"/>
                  <a:pt x="53" y="426"/>
                  <a:pt x="62" y="435"/>
                </a:cubicBezTo>
                <a:cubicBezTo>
                  <a:pt x="71" y="444"/>
                  <a:pt x="80" y="444"/>
                  <a:pt x="97" y="435"/>
                </a:cubicBezTo>
                <a:lnTo>
                  <a:pt x="106" y="417"/>
                </a:lnTo>
                <a:cubicBezTo>
                  <a:pt x="124" y="408"/>
                  <a:pt x="124" y="391"/>
                  <a:pt x="115" y="381"/>
                </a:cubicBezTo>
                <a:cubicBezTo>
                  <a:pt x="106" y="381"/>
                  <a:pt x="89" y="381"/>
                  <a:pt x="80" y="391"/>
                </a:cubicBezTo>
                <a:close/>
                <a:moveTo>
                  <a:pt x="97" y="72"/>
                </a:moveTo>
                <a:lnTo>
                  <a:pt x="97" y="72"/>
                </a:lnTo>
                <a:cubicBezTo>
                  <a:pt x="80" y="62"/>
                  <a:pt x="71" y="53"/>
                  <a:pt x="62" y="62"/>
                </a:cubicBezTo>
                <a:cubicBezTo>
                  <a:pt x="53" y="72"/>
                  <a:pt x="53" y="89"/>
                  <a:pt x="62" y="98"/>
                </a:cubicBezTo>
                <a:cubicBezTo>
                  <a:pt x="71" y="98"/>
                  <a:pt x="80" y="107"/>
                  <a:pt x="80" y="116"/>
                </a:cubicBezTo>
                <a:cubicBezTo>
                  <a:pt x="89" y="125"/>
                  <a:pt x="106" y="125"/>
                  <a:pt x="115" y="116"/>
                </a:cubicBezTo>
                <a:cubicBezTo>
                  <a:pt x="124" y="107"/>
                  <a:pt x="124" y="98"/>
                  <a:pt x="106" y="89"/>
                </a:cubicBezTo>
                <a:cubicBezTo>
                  <a:pt x="106" y="80"/>
                  <a:pt x="97" y="72"/>
                  <a:pt x="97" y="72"/>
                </a:cubicBezTo>
                <a:close/>
                <a:moveTo>
                  <a:pt x="381" y="417"/>
                </a:moveTo>
                <a:lnTo>
                  <a:pt x="381" y="417"/>
                </a:lnTo>
                <a:cubicBezTo>
                  <a:pt x="390" y="417"/>
                  <a:pt x="399" y="435"/>
                  <a:pt x="399" y="435"/>
                </a:cubicBezTo>
                <a:cubicBezTo>
                  <a:pt x="416" y="444"/>
                  <a:pt x="425" y="444"/>
                  <a:pt x="434" y="435"/>
                </a:cubicBezTo>
                <a:cubicBezTo>
                  <a:pt x="443" y="426"/>
                  <a:pt x="443" y="417"/>
                  <a:pt x="434" y="408"/>
                </a:cubicBezTo>
                <a:cubicBezTo>
                  <a:pt x="425" y="400"/>
                  <a:pt x="416" y="391"/>
                  <a:pt x="416" y="391"/>
                </a:cubicBezTo>
                <a:cubicBezTo>
                  <a:pt x="408" y="381"/>
                  <a:pt x="390" y="381"/>
                  <a:pt x="381" y="381"/>
                </a:cubicBezTo>
                <a:cubicBezTo>
                  <a:pt x="372" y="391"/>
                  <a:pt x="372" y="408"/>
                  <a:pt x="381" y="41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6"/>
          <p:cNvSpPr/>
          <p:nvPr/>
        </p:nvSpPr>
        <p:spPr>
          <a:xfrm>
            <a:off x="6275388" y="3751263"/>
            <a:ext cx="223837" cy="155575"/>
          </a:xfrm>
          <a:custGeom>
            <a:rect b="b" l="l" r="r" t="t"/>
            <a:pathLst>
              <a:path extrusionOk="0" h="347" w="497">
                <a:moveTo>
                  <a:pt x="443" y="0"/>
                </a:moveTo>
                <a:lnTo>
                  <a:pt x="443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18"/>
                  <a:pt x="0" y="45"/>
                </a:cubicBezTo>
                <a:cubicBezTo>
                  <a:pt x="0" y="292"/>
                  <a:pt x="0" y="292"/>
                  <a:pt x="0" y="292"/>
                </a:cubicBezTo>
                <a:cubicBezTo>
                  <a:pt x="0" y="320"/>
                  <a:pt x="27" y="346"/>
                  <a:pt x="53" y="346"/>
                </a:cubicBezTo>
                <a:cubicBezTo>
                  <a:pt x="443" y="346"/>
                  <a:pt x="443" y="346"/>
                  <a:pt x="443" y="346"/>
                </a:cubicBezTo>
                <a:cubicBezTo>
                  <a:pt x="478" y="346"/>
                  <a:pt x="496" y="320"/>
                  <a:pt x="496" y="292"/>
                </a:cubicBezTo>
                <a:cubicBezTo>
                  <a:pt x="496" y="45"/>
                  <a:pt x="496" y="45"/>
                  <a:pt x="496" y="45"/>
                </a:cubicBezTo>
                <a:cubicBezTo>
                  <a:pt x="496" y="18"/>
                  <a:pt x="478" y="0"/>
                  <a:pt x="443" y="0"/>
                </a:cubicBezTo>
                <a:close/>
                <a:moveTo>
                  <a:pt x="443" y="292"/>
                </a:moveTo>
                <a:lnTo>
                  <a:pt x="443" y="292"/>
                </a:lnTo>
                <a:cubicBezTo>
                  <a:pt x="53" y="292"/>
                  <a:pt x="53" y="292"/>
                  <a:pt x="53" y="292"/>
                </a:cubicBezTo>
                <a:cubicBezTo>
                  <a:pt x="53" y="142"/>
                  <a:pt x="53" y="142"/>
                  <a:pt x="53" y="142"/>
                </a:cubicBezTo>
                <a:cubicBezTo>
                  <a:pt x="443" y="142"/>
                  <a:pt x="443" y="142"/>
                  <a:pt x="443" y="142"/>
                </a:cubicBezTo>
                <a:lnTo>
                  <a:pt x="443" y="292"/>
                </a:lnTo>
                <a:close/>
                <a:moveTo>
                  <a:pt x="443" y="71"/>
                </a:moveTo>
                <a:lnTo>
                  <a:pt x="443" y="71"/>
                </a:lnTo>
                <a:cubicBezTo>
                  <a:pt x="53" y="71"/>
                  <a:pt x="53" y="71"/>
                  <a:pt x="53" y="71"/>
                </a:cubicBezTo>
                <a:cubicBezTo>
                  <a:pt x="53" y="45"/>
                  <a:pt x="53" y="45"/>
                  <a:pt x="53" y="45"/>
                </a:cubicBezTo>
                <a:cubicBezTo>
                  <a:pt x="443" y="45"/>
                  <a:pt x="443" y="45"/>
                  <a:pt x="443" y="45"/>
                </a:cubicBezTo>
                <a:lnTo>
                  <a:pt x="443" y="71"/>
                </a:lnTo>
                <a:close/>
                <a:moveTo>
                  <a:pt x="97" y="195"/>
                </a:moveTo>
                <a:lnTo>
                  <a:pt x="97" y="195"/>
                </a:lnTo>
                <a:cubicBezTo>
                  <a:pt x="97" y="213"/>
                  <a:pt x="97" y="213"/>
                  <a:pt x="97" y="213"/>
                </a:cubicBezTo>
                <a:cubicBezTo>
                  <a:pt x="115" y="213"/>
                  <a:pt x="115" y="213"/>
                  <a:pt x="115" y="213"/>
                </a:cubicBezTo>
                <a:cubicBezTo>
                  <a:pt x="115" y="195"/>
                  <a:pt x="115" y="195"/>
                  <a:pt x="115" y="195"/>
                </a:cubicBezTo>
                <a:lnTo>
                  <a:pt x="97" y="195"/>
                </a:lnTo>
                <a:close/>
                <a:moveTo>
                  <a:pt x="186" y="231"/>
                </a:moveTo>
                <a:lnTo>
                  <a:pt x="186" y="231"/>
                </a:lnTo>
                <a:cubicBezTo>
                  <a:pt x="186" y="239"/>
                  <a:pt x="186" y="239"/>
                  <a:pt x="186" y="239"/>
                </a:cubicBezTo>
                <a:cubicBezTo>
                  <a:pt x="221" y="239"/>
                  <a:pt x="221" y="239"/>
                  <a:pt x="221" y="239"/>
                </a:cubicBezTo>
                <a:cubicBezTo>
                  <a:pt x="221" y="231"/>
                  <a:pt x="221" y="231"/>
                  <a:pt x="221" y="231"/>
                </a:cubicBezTo>
                <a:cubicBezTo>
                  <a:pt x="230" y="231"/>
                  <a:pt x="230" y="231"/>
                  <a:pt x="230" y="231"/>
                </a:cubicBezTo>
                <a:cubicBezTo>
                  <a:pt x="230" y="213"/>
                  <a:pt x="230" y="213"/>
                  <a:pt x="230" y="213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48" y="195"/>
                  <a:pt x="248" y="195"/>
                  <a:pt x="248" y="195"/>
                </a:cubicBezTo>
                <a:cubicBezTo>
                  <a:pt x="221" y="195"/>
                  <a:pt x="221" y="195"/>
                  <a:pt x="221" y="195"/>
                </a:cubicBezTo>
                <a:cubicBezTo>
                  <a:pt x="221" y="213"/>
                  <a:pt x="221" y="213"/>
                  <a:pt x="221" y="213"/>
                </a:cubicBezTo>
                <a:cubicBezTo>
                  <a:pt x="203" y="213"/>
                  <a:pt x="203" y="213"/>
                  <a:pt x="203" y="213"/>
                </a:cubicBezTo>
                <a:cubicBezTo>
                  <a:pt x="203" y="231"/>
                  <a:pt x="203" y="231"/>
                  <a:pt x="203" y="231"/>
                </a:cubicBezTo>
                <a:lnTo>
                  <a:pt x="186" y="231"/>
                </a:lnTo>
                <a:close/>
                <a:moveTo>
                  <a:pt x="248" y="239"/>
                </a:moveTo>
                <a:lnTo>
                  <a:pt x="248" y="239"/>
                </a:lnTo>
                <a:cubicBezTo>
                  <a:pt x="248" y="231"/>
                  <a:pt x="248" y="231"/>
                  <a:pt x="248" y="231"/>
                </a:cubicBezTo>
                <a:cubicBezTo>
                  <a:pt x="230" y="231"/>
                  <a:pt x="230" y="231"/>
                  <a:pt x="230" y="231"/>
                </a:cubicBezTo>
                <a:cubicBezTo>
                  <a:pt x="230" y="239"/>
                  <a:pt x="230" y="239"/>
                  <a:pt x="230" y="239"/>
                </a:cubicBezTo>
                <a:lnTo>
                  <a:pt x="248" y="239"/>
                </a:lnTo>
                <a:close/>
                <a:moveTo>
                  <a:pt x="177" y="239"/>
                </a:moveTo>
                <a:lnTo>
                  <a:pt x="177" y="239"/>
                </a:lnTo>
                <a:cubicBezTo>
                  <a:pt x="177" y="231"/>
                  <a:pt x="177" y="231"/>
                  <a:pt x="177" y="231"/>
                </a:cubicBezTo>
                <a:cubicBezTo>
                  <a:pt x="142" y="231"/>
                  <a:pt x="142" y="231"/>
                  <a:pt x="142" y="231"/>
                </a:cubicBezTo>
                <a:cubicBezTo>
                  <a:pt x="142" y="239"/>
                  <a:pt x="142" y="239"/>
                  <a:pt x="142" y="239"/>
                </a:cubicBezTo>
                <a:lnTo>
                  <a:pt x="177" y="239"/>
                </a:lnTo>
                <a:close/>
                <a:moveTo>
                  <a:pt x="186" y="213"/>
                </a:moveTo>
                <a:lnTo>
                  <a:pt x="186" y="213"/>
                </a:lnTo>
                <a:cubicBezTo>
                  <a:pt x="203" y="213"/>
                  <a:pt x="203" y="213"/>
                  <a:pt x="203" y="213"/>
                </a:cubicBezTo>
                <a:cubicBezTo>
                  <a:pt x="203" y="195"/>
                  <a:pt x="203" y="195"/>
                  <a:pt x="203" y="195"/>
                </a:cubicBezTo>
                <a:cubicBezTo>
                  <a:pt x="177" y="195"/>
                  <a:pt x="177" y="195"/>
                  <a:pt x="177" y="195"/>
                </a:cubicBezTo>
                <a:cubicBezTo>
                  <a:pt x="177" y="231"/>
                  <a:pt x="177" y="231"/>
                  <a:pt x="177" y="231"/>
                </a:cubicBezTo>
                <a:cubicBezTo>
                  <a:pt x="186" y="231"/>
                  <a:pt x="186" y="231"/>
                  <a:pt x="186" y="231"/>
                </a:cubicBezTo>
                <a:lnTo>
                  <a:pt x="186" y="213"/>
                </a:lnTo>
                <a:close/>
                <a:moveTo>
                  <a:pt x="133" y="231"/>
                </a:moveTo>
                <a:lnTo>
                  <a:pt x="133" y="231"/>
                </a:lnTo>
                <a:cubicBezTo>
                  <a:pt x="142" y="231"/>
                  <a:pt x="142" y="231"/>
                  <a:pt x="142" y="231"/>
                </a:cubicBezTo>
                <a:cubicBezTo>
                  <a:pt x="142" y="213"/>
                  <a:pt x="142" y="213"/>
                  <a:pt x="142" y="213"/>
                </a:cubicBezTo>
                <a:cubicBezTo>
                  <a:pt x="159" y="213"/>
                  <a:pt x="159" y="213"/>
                  <a:pt x="159" y="213"/>
                </a:cubicBezTo>
                <a:cubicBezTo>
                  <a:pt x="159" y="195"/>
                  <a:pt x="159" y="195"/>
                  <a:pt x="159" y="195"/>
                </a:cubicBezTo>
                <a:cubicBezTo>
                  <a:pt x="133" y="195"/>
                  <a:pt x="133" y="195"/>
                  <a:pt x="133" y="195"/>
                </a:cubicBezTo>
                <a:cubicBezTo>
                  <a:pt x="133" y="213"/>
                  <a:pt x="133" y="213"/>
                  <a:pt x="133" y="213"/>
                </a:cubicBezTo>
                <a:cubicBezTo>
                  <a:pt x="115" y="213"/>
                  <a:pt x="115" y="213"/>
                  <a:pt x="115" y="213"/>
                </a:cubicBezTo>
                <a:cubicBezTo>
                  <a:pt x="115" y="231"/>
                  <a:pt x="115" y="231"/>
                  <a:pt x="115" y="231"/>
                </a:cubicBezTo>
                <a:cubicBezTo>
                  <a:pt x="97" y="231"/>
                  <a:pt x="97" y="231"/>
                  <a:pt x="97" y="231"/>
                </a:cubicBezTo>
                <a:cubicBezTo>
                  <a:pt x="97" y="239"/>
                  <a:pt x="97" y="239"/>
                  <a:pt x="97" y="239"/>
                </a:cubicBezTo>
                <a:cubicBezTo>
                  <a:pt x="133" y="239"/>
                  <a:pt x="133" y="239"/>
                  <a:pt x="133" y="239"/>
                </a:cubicBezTo>
                <a:lnTo>
                  <a:pt x="133" y="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0" name="Google Shape;2280;p6"/>
          <p:cNvSpPr/>
          <p:nvPr/>
        </p:nvSpPr>
        <p:spPr>
          <a:xfrm>
            <a:off x="2722563" y="1073150"/>
            <a:ext cx="207962" cy="168275"/>
          </a:xfrm>
          <a:custGeom>
            <a:rect b="b" l="l" r="r" t="t"/>
            <a:pathLst>
              <a:path extrusionOk="0" h="373" w="462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6"/>
          <p:cNvSpPr/>
          <p:nvPr/>
        </p:nvSpPr>
        <p:spPr>
          <a:xfrm>
            <a:off x="6751638" y="3732213"/>
            <a:ext cx="160337" cy="195262"/>
          </a:xfrm>
          <a:custGeom>
            <a:rect b="b" l="l" r="r" t="t"/>
            <a:pathLst>
              <a:path extrusionOk="0" h="435" w="35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6"/>
          <p:cNvSpPr/>
          <p:nvPr/>
        </p:nvSpPr>
        <p:spPr>
          <a:xfrm>
            <a:off x="512763" y="2836863"/>
            <a:ext cx="173037" cy="200025"/>
          </a:xfrm>
          <a:custGeom>
            <a:rect b="b" l="l" r="r" t="t"/>
            <a:pathLst>
              <a:path extrusionOk="0" h="444" w="390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27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7" y="443"/>
                  <a:pt x="44" y="443"/>
                </a:cubicBezTo>
                <a:cubicBezTo>
                  <a:pt x="345" y="443"/>
                  <a:pt x="345" y="443"/>
                  <a:pt x="345" y="443"/>
                </a:cubicBezTo>
                <a:cubicBezTo>
                  <a:pt x="372" y="443"/>
                  <a:pt x="389" y="425"/>
                  <a:pt x="389" y="399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89" y="27"/>
                  <a:pt x="372" y="0"/>
                  <a:pt x="345" y="0"/>
                </a:cubicBezTo>
                <a:close/>
                <a:moveTo>
                  <a:pt x="345" y="399"/>
                </a:moveTo>
                <a:lnTo>
                  <a:pt x="345" y="399"/>
                </a:lnTo>
                <a:cubicBezTo>
                  <a:pt x="44" y="399"/>
                  <a:pt x="44" y="399"/>
                  <a:pt x="44" y="399"/>
                </a:cubicBezTo>
                <a:cubicBezTo>
                  <a:pt x="44" y="53"/>
                  <a:pt x="44" y="53"/>
                  <a:pt x="44" y="53"/>
                </a:cubicBezTo>
                <a:cubicBezTo>
                  <a:pt x="345" y="53"/>
                  <a:pt x="345" y="53"/>
                  <a:pt x="345" y="53"/>
                </a:cubicBezTo>
                <a:lnTo>
                  <a:pt x="345" y="399"/>
                </a:lnTo>
                <a:close/>
                <a:moveTo>
                  <a:pt x="221" y="275"/>
                </a:moveTo>
                <a:lnTo>
                  <a:pt x="221" y="275"/>
                </a:lnTo>
                <a:cubicBezTo>
                  <a:pt x="97" y="275"/>
                  <a:pt x="97" y="275"/>
                  <a:pt x="97" y="275"/>
                </a:cubicBezTo>
                <a:cubicBezTo>
                  <a:pt x="97" y="302"/>
                  <a:pt x="97" y="302"/>
                  <a:pt x="97" y="302"/>
                </a:cubicBezTo>
                <a:cubicBezTo>
                  <a:pt x="221" y="302"/>
                  <a:pt x="221" y="302"/>
                  <a:pt x="221" y="302"/>
                </a:cubicBezTo>
                <a:lnTo>
                  <a:pt x="221" y="275"/>
                </a:lnTo>
                <a:close/>
                <a:moveTo>
                  <a:pt x="292" y="177"/>
                </a:moveTo>
                <a:lnTo>
                  <a:pt x="292" y="177"/>
                </a:lnTo>
                <a:cubicBezTo>
                  <a:pt x="195" y="177"/>
                  <a:pt x="195" y="177"/>
                  <a:pt x="195" y="177"/>
                </a:cubicBezTo>
                <a:cubicBezTo>
                  <a:pt x="195" y="196"/>
                  <a:pt x="195" y="196"/>
                  <a:pt x="195" y="196"/>
                </a:cubicBezTo>
                <a:cubicBezTo>
                  <a:pt x="292" y="196"/>
                  <a:pt x="292" y="196"/>
                  <a:pt x="292" y="196"/>
                </a:cubicBezTo>
                <a:lnTo>
                  <a:pt x="292" y="177"/>
                </a:lnTo>
                <a:close/>
                <a:moveTo>
                  <a:pt x="195" y="151"/>
                </a:moveTo>
                <a:lnTo>
                  <a:pt x="195" y="151"/>
                </a:lnTo>
                <a:cubicBezTo>
                  <a:pt x="292" y="151"/>
                  <a:pt x="292" y="151"/>
                  <a:pt x="292" y="151"/>
                </a:cubicBezTo>
                <a:cubicBezTo>
                  <a:pt x="292" y="98"/>
                  <a:pt x="292" y="98"/>
                  <a:pt x="292" y="98"/>
                </a:cubicBezTo>
                <a:cubicBezTo>
                  <a:pt x="195" y="98"/>
                  <a:pt x="195" y="98"/>
                  <a:pt x="195" y="98"/>
                </a:cubicBezTo>
                <a:lnTo>
                  <a:pt x="195" y="151"/>
                </a:lnTo>
                <a:close/>
                <a:moveTo>
                  <a:pt x="168" y="98"/>
                </a:moveTo>
                <a:lnTo>
                  <a:pt x="168" y="98"/>
                </a:lnTo>
                <a:cubicBezTo>
                  <a:pt x="97" y="98"/>
                  <a:pt x="97" y="98"/>
                  <a:pt x="97" y="98"/>
                </a:cubicBezTo>
                <a:cubicBezTo>
                  <a:pt x="97" y="196"/>
                  <a:pt x="97" y="196"/>
                  <a:pt x="97" y="196"/>
                </a:cubicBezTo>
                <a:cubicBezTo>
                  <a:pt x="168" y="196"/>
                  <a:pt x="168" y="196"/>
                  <a:pt x="168" y="196"/>
                </a:cubicBezTo>
                <a:lnTo>
                  <a:pt x="168" y="98"/>
                </a:lnTo>
                <a:close/>
                <a:moveTo>
                  <a:pt x="141" y="222"/>
                </a:moveTo>
                <a:lnTo>
                  <a:pt x="141" y="222"/>
                </a:lnTo>
                <a:cubicBezTo>
                  <a:pt x="97" y="222"/>
                  <a:pt x="97" y="222"/>
                  <a:pt x="97" y="222"/>
                </a:cubicBezTo>
                <a:cubicBezTo>
                  <a:pt x="97" y="249"/>
                  <a:pt x="97" y="249"/>
                  <a:pt x="97" y="249"/>
                </a:cubicBezTo>
                <a:cubicBezTo>
                  <a:pt x="141" y="249"/>
                  <a:pt x="141" y="249"/>
                  <a:pt x="141" y="249"/>
                </a:cubicBezTo>
                <a:lnTo>
                  <a:pt x="141" y="222"/>
                </a:lnTo>
                <a:close/>
                <a:moveTo>
                  <a:pt x="168" y="249"/>
                </a:moveTo>
                <a:lnTo>
                  <a:pt x="168" y="249"/>
                </a:lnTo>
                <a:cubicBezTo>
                  <a:pt x="292" y="249"/>
                  <a:pt x="292" y="249"/>
                  <a:pt x="292" y="249"/>
                </a:cubicBezTo>
                <a:cubicBezTo>
                  <a:pt x="292" y="222"/>
                  <a:pt x="292" y="222"/>
                  <a:pt x="292" y="222"/>
                </a:cubicBezTo>
                <a:cubicBezTo>
                  <a:pt x="168" y="222"/>
                  <a:pt x="168" y="222"/>
                  <a:pt x="168" y="222"/>
                </a:cubicBezTo>
                <a:lnTo>
                  <a:pt x="168" y="249"/>
                </a:lnTo>
                <a:close/>
                <a:moveTo>
                  <a:pt x="292" y="319"/>
                </a:moveTo>
                <a:lnTo>
                  <a:pt x="292" y="319"/>
                </a:lnTo>
                <a:cubicBezTo>
                  <a:pt x="97" y="319"/>
                  <a:pt x="97" y="319"/>
                  <a:pt x="97" y="319"/>
                </a:cubicBezTo>
                <a:cubicBezTo>
                  <a:pt x="97" y="346"/>
                  <a:pt x="97" y="346"/>
                  <a:pt x="97" y="346"/>
                </a:cubicBezTo>
                <a:cubicBezTo>
                  <a:pt x="292" y="346"/>
                  <a:pt x="292" y="346"/>
                  <a:pt x="292" y="346"/>
                </a:cubicBezTo>
                <a:lnTo>
                  <a:pt x="292" y="319"/>
                </a:lnTo>
                <a:close/>
                <a:moveTo>
                  <a:pt x="248" y="302"/>
                </a:moveTo>
                <a:lnTo>
                  <a:pt x="248" y="302"/>
                </a:lnTo>
                <a:cubicBezTo>
                  <a:pt x="292" y="302"/>
                  <a:pt x="292" y="302"/>
                  <a:pt x="292" y="302"/>
                </a:cubicBezTo>
                <a:cubicBezTo>
                  <a:pt x="292" y="275"/>
                  <a:pt x="292" y="275"/>
                  <a:pt x="292" y="275"/>
                </a:cubicBezTo>
                <a:cubicBezTo>
                  <a:pt x="248" y="275"/>
                  <a:pt x="248" y="275"/>
                  <a:pt x="248" y="275"/>
                </a:cubicBezTo>
                <a:lnTo>
                  <a:pt x="248" y="3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6"/>
          <p:cNvSpPr/>
          <p:nvPr/>
        </p:nvSpPr>
        <p:spPr>
          <a:xfrm>
            <a:off x="5838825" y="2384425"/>
            <a:ext cx="207963" cy="219075"/>
          </a:xfrm>
          <a:custGeom>
            <a:rect b="b" l="l" r="r" t="t"/>
            <a:pathLst>
              <a:path extrusionOk="0" h="488" w="462">
                <a:moveTo>
                  <a:pt x="443" y="301"/>
                </a:moveTo>
                <a:lnTo>
                  <a:pt x="443" y="301"/>
                </a:lnTo>
                <a:cubicBezTo>
                  <a:pt x="408" y="266"/>
                  <a:pt x="408" y="266"/>
                  <a:pt x="408" y="266"/>
                </a:cubicBezTo>
                <a:cubicBezTo>
                  <a:pt x="390" y="248"/>
                  <a:pt x="390" y="230"/>
                  <a:pt x="408" y="221"/>
                </a:cubicBezTo>
                <a:cubicBezTo>
                  <a:pt x="443" y="186"/>
                  <a:pt x="443" y="186"/>
                  <a:pt x="443" y="186"/>
                </a:cubicBezTo>
                <a:cubicBezTo>
                  <a:pt x="461" y="168"/>
                  <a:pt x="452" y="160"/>
                  <a:pt x="443" y="160"/>
                </a:cubicBezTo>
                <a:cubicBezTo>
                  <a:pt x="381" y="151"/>
                  <a:pt x="381" y="151"/>
                  <a:pt x="381" y="151"/>
                </a:cubicBezTo>
                <a:cubicBezTo>
                  <a:pt x="364" y="151"/>
                  <a:pt x="355" y="142"/>
                  <a:pt x="364" y="124"/>
                </a:cubicBezTo>
                <a:cubicBezTo>
                  <a:pt x="390" y="36"/>
                  <a:pt x="390" y="36"/>
                  <a:pt x="390" y="36"/>
                </a:cubicBezTo>
                <a:cubicBezTo>
                  <a:pt x="399" y="27"/>
                  <a:pt x="390" y="17"/>
                  <a:pt x="381" y="27"/>
                </a:cubicBezTo>
                <a:cubicBezTo>
                  <a:pt x="311" y="71"/>
                  <a:pt x="311" y="71"/>
                  <a:pt x="311" y="71"/>
                </a:cubicBezTo>
                <a:cubicBezTo>
                  <a:pt x="292" y="80"/>
                  <a:pt x="275" y="71"/>
                  <a:pt x="267" y="53"/>
                </a:cubicBezTo>
                <a:cubicBezTo>
                  <a:pt x="248" y="17"/>
                  <a:pt x="248" y="17"/>
                  <a:pt x="248" y="17"/>
                </a:cubicBezTo>
                <a:cubicBezTo>
                  <a:pt x="239" y="0"/>
                  <a:pt x="222" y="0"/>
                  <a:pt x="213" y="17"/>
                </a:cubicBezTo>
                <a:cubicBezTo>
                  <a:pt x="195" y="53"/>
                  <a:pt x="195" y="53"/>
                  <a:pt x="195" y="53"/>
                </a:cubicBezTo>
                <a:cubicBezTo>
                  <a:pt x="186" y="71"/>
                  <a:pt x="169" y="71"/>
                  <a:pt x="151" y="71"/>
                </a:cubicBezTo>
                <a:cubicBezTo>
                  <a:pt x="116" y="53"/>
                  <a:pt x="116" y="53"/>
                  <a:pt x="116" y="53"/>
                </a:cubicBezTo>
                <a:cubicBezTo>
                  <a:pt x="98" y="45"/>
                  <a:pt x="80" y="53"/>
                  <a:pt x="89" y="71"/>
                </a:cubicBezTo>
                <a:cubicBezTo>
                  <a:pt x="89" y="106"/>
                  <a:pt x="89" y="106"/>
                  <a:pt x="89" y="106"/>
                </a:cubicBezTo>
                <a:cubicBezTo>
                  <a:pt x="89" y="124"/>
                  <a:pt x="80" y="142"/>
                  <a:pt x="63" y="142"/>
                </a:cubicBezTo>
                <a:cubicBezTo>
                  <a:pt x="18" y="160"/>
                  <a:pt x="18" y="160"/>
                  <a:pt x="18" y="160"/>
                </a:cubicBezTo>
                <a:cubicBezTo>
                  <a:pt x="9" y="160"/>
                  <a:pt x="0" y="168"/>
                  <a:pt x="18" y="186"/>
                </a:cubicBezTo>
                <a:cubicBezTo>
                  <a:pt x="63" y="221"/>
                  <a:pt x="63" y="221"/>
                  <a:pt x="63" y="221"/>
                </a:cubicBezTo>
                <a:cubicBezTo>
                  <a:pt x="71" y="230"/>
                  <a:pt x="71" y="248"/>
                  <a:pt x="63" y="266"/>
                </a:cubicBezTo>
                <a:cubicBezTo>
                  <a:pt x="18" y="301"/>
                  <a:pt x="18" y="301"/>
                  <a:pt x="18" y="301"/>
                </a:cubicBezTo>
                <a:cubicBezTo>
                  <a:pt x="0" y="311"/>
                  <a:pt x="9" y="319"/>
                  <a:pt x="27" y="319"/>
                </a:cubicBezTo>
                <a:cubicBezTo>
                  <a:pt x="71" y="328"/>
                  <a:pt x="71" y="328"/>
                  <a:pt x="71" y="328"/>
                </a:cubicBezTo>
                <a:cubicBezTo>
                  <a:pt x="89" y="328"/>
                  <a:pt x="98" y="346"/>
                  <a:pt x="98" y="364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63" y="461"/>
                  <a:pt x="71" y="461"/>
                  <a:pt x="89" y="461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60" y="417"/>
                  <a:pt x="177" y="417"/>
                  <a:pt x="186" y="434"/>
                </a:cubicBezTo>
                <a:cubicBezTo>
                  <a:pt x="213" y="470"/>
                  <a:pt x="213" y="470"/>
                  <a:pt x="213" y="470"/>
                </a:cubicBezTo>
                <a:cubicBezTo>
                  <a:pt x="222" y="487"/>
                  <a:pt x="239" y="478"/>
                  <a:pt x="248" y="470"/>
                </a:cubicBezTo>
                <a:cubicBezTo>
                  <a:pt x="267" y="425"/>
                  <a:pt x="267" y="425"/>
                  <a:pt x="267" y="425"/>
                </a:cubicBezTo>
                <a:cubicBezTo>
                  <a:pt x="275" y="408"/>
                  <a:pt x="292" y="408"/>
                  <a:pt x="311" y="408"/>
                </a:cubicBezTo>
                <a:cubicBezTo>
                  <a:pt x="355" y="434"/>
                  <a:pt x="355" y="434"/>
                  <a:pt x="355" y="434"/>
                </a:cubicBezTo>
                <a:cubicBezTo>
                  <a:pt x="364" y="443"/>
                  <a:pt x="381" y="434"/>
                  <a:pt x="373" y="417"/>
                </a:cubicBezTo>
                <a:cubicBezTo>
                  <a:pt x="373" y="372"/>
                  <a:pt x="373" y="372"/>
                  <a:pt x="373" y="372"/>
                </a:cubicBezTo>
                <a:cubicBezTo>
                  <a:pt x="373" y="364"/>
                  <a:pt x="390" y="346"/>
                  <a:pt x="399" y="337"/>
                </a:cubicBezTo>
                <a:cubicBezTo>
                  <a:pt x="443" y="328"/>
                  <a:pt x="443" y="328"/>
                  <a:pt x="443" y="328"/>
                </a:cubicBezTo>
                <a:cubicBezTo>
                  <a:pt x="452" y="319"/>
                  <a:pt x="461" y="311"/>
                  <a:pt x="443" y="301"/>
                </a:cubicBezTo>
                <a:close/>
                <a:moveTo>
                  <a:pt x="257" y="346"/>
                </a:moveTo>
                <a:lnTo>
                  <a:pt x="257" y="346"/>
                </a:lnTo>
                <a:cubicBezTo>
                  <a:pt x="204" y="346"/>
                  <a:pt x="204" y="346"/>
                  <a:pt x="204" y="346"/>
                </a:cubicBezTo>
                <a:cubicBezTo>
                  <a:pt x="204" y="292"/>
                  <a:pt x="204" y="292"/>
                  <a:pt x="204" y="292"/>
                </a:cubicBezTo>
                <a:cubicBezTo>
                  <a:pt x="257" y="292"/>
                  <a:pt x="257" y="292"/>
                  <a:pt x="257" y="292"/>
                </a:cubicBezTo>
                <a:lnTo>
                  <a:pt x="257" y="346"/>
                </a:lnTo>
                <a:close/>
                <a:moveTo>
                  <a:pt x="257" y="266"/>
                </a:moveTo>
                <a:lnTo>
                  <a:pt x="257" y="266"/>
                </a:lnTo>
                <a:cubicBezTo>
                  <a:pt x="204" y="266"/>
                  <a:pt x="204" y="266"/>
                  <a:pt x="204" y="266"/>
                </a:cubicBezTo>
                <a:cubicBezTo>
                  <a:pt x="204" y="133"/>
                  <a:pt x="204" y="133"/>
                  <a:pt x="204" y="133"/>
                </a:cubicBezTo>
                <a:cubicBezTo>
                  <a:pt x="257" y="133"/>
                  <a:pt x="257" y="133"/>
                  <a:pt x="257" y="133"/>
                </a:cubicBezTo>
                <a:lnTo>
                  <a:pt x="257" y="26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6"/>
          <p:cNvSpPr/>
          <p:nvPr/>
        </p:nvSpPr>
        <p:spPr>
          <a:xfrm>
            <a:off x="1847850" y="3270250"/>
            <a:ext cx="179388" cy="223838"/>
          </a:xfrm>
          <a:custGeom>
            <a:rect b="b" l="l" r="r" t="t"/>
            <a:pathLst>
              <a:path extrusionOk="0" h="498" w="400">
                <a:moveTo>
                  <a:pt x="381" y="124"/>
                </a:moveTo>
                <a:lnTo>
                  <a:pt x="381" y="124"/>
                </a:lnTo>
                <a:cubicBezTo>
                  <a:pt x="372" y="44"/>
                  <a:pt x="301" y="0"/>
                  <a:pt x="231" y="9"/>
                </a:cubicBezTo>
                <a:cubicBezTo>
                  <a:pt x="159" y="27"/>
                  <a:pt x="106" y="80"/>
                  <a:pt x="115" y="151"/>
                </a:cubicBezTo>
                <a:cubicBezTo>
                  <a:pt x="115" y="168"/>
                  <a:pt x="124" y="195"/>
                  <a:pt x="133" y="213"/>
                </a:cubicBezTo>
                <a:cubicBezTo>
                  <a:pt x="9" y="407"/>
                  <a:pt x="9" y="407"/>
                  <a:pt x="9" y="407"/>
                </a:cubicBezTo>
                <a:cubicBezTo>
                  <a:pt x="0" y="407"/>
                  <a:pt x="0" y="425"/>
                  <a:pt x="0" y="434"/>
                </a:cubicBezTo>
                <a:cubicBezTo>
                  <a:pt x="9" y="478"/>
                  <a:pt x="9" y="478"/>
                  <a:pt x="9" y="478"/>
                </a:cubicBezTo>
                <a:cubicBezTo>
                  <a:pt x="9" y="487"/>
                  <a:pt x="18" y="497"/>
                  <a:pt x="27" y="497"/>
                </a:cubicBezTo>
                <a:cubicBezTo>
                  <a:pt x="62" y="487"/>
                  <a:pt x="62" y="487"/>
                  <a:pt x="62" y="487"/>
                </a:cubicBezTo>
                <a:cubicBezTo>
                  <a:pt x="71" y="487"/>
                  <a:pt x="80" y="478"/>
                  <a:pt x="89" y="470"/>
                </a:cubicBezTo>
                <a:cubicBezTo>
                  <a:pt x="142" y="390"/>
                  <a:pt x="142" y="390"/>
                  <a:pt x="142" y="390"/>
                </a:cubicBezTo>
                <a:cubicBezTo>
                  <a:pt x="177" y="381"/>
                  <a:pt x="177" y="381"/>
                  <a:pt x="177" y="381"/>
                </a:cubicBezTo>
                <a:cubicBezTo>
                  <a:pt x="231" y="284"/>
                  <a:pt x="231" y="284"/>
                  <a:pt x="231" y="284"/>
                </a:cubicBezTo>
                <a:cubicBezTo>
                  <a:pt x="248" y="293"/>
                  <a:pt x="284" y="284"/>
                  <a:pt x="293" y="284"/>
                </a:cubicBezTo>
                <a:cubicBezTo>
                  <a:pt x="363" y="275"/>
                  <a:pt x="399" y="195"/>
                  <a:pt x="381" y="124"/>
                </a:cubicBezTo>
                <a:close/>
                <a:moveTo>
                  <a:pt x="319" y="159"/>
                </a:moveTo>
                <a:lnTo>
                  <a:pt x="319" y="159"/>
                </a:lnTo>
                <a:cubicBezTo>
                  <a:pt x="301" y="187"/>
                  <a:pt x="284" y="168"/>
                  <a:pt x="256" y="142"/>
                </a:cubicBezTo>
                <a:cubicBezTo>
                  <a:pt x="231" y="124"/>
                  <a:pt x="203" y="115"/>
                  <a:pt x="221" y="80"/>
                </a:cubicBezTo>
                <a:cubicBezTo>
                  <a:pt x="240" y="53"/>
                  <a:pt x="284" y="44"/>
                  <a:pt x="310" y="71"/>
                </a:cubicBezTo>
                <a:cubicBezTo>
                  <a:pt x="337" y="89"/>
                  <a:pt x="346" y="133"/>
                  <a:pt x="319" y="1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p6"/>
          <p:cNvSpPr/>
          <p:nvPr/>
        </p:nvSpPr>
        <p:spPr>
          <a:xfrm>
            <a:off x="3171825" y="2389188"/>
            <a:ext cx="200025" cy="206375"/>
          </a:xfrm>
          <a:custGeom>
            <a:rect b="b" l="l" r="r" t="t"/>
            <a:pathLst>
              <a:path extrusionOk="0" h="462" w="445">
                <a:moveTo>
                  <a:pt x="400" y="159"/>
                </a:moveTo>
                <a:lnTo>
                  <a:pt x="400" y="159"/>
                </a:lnTo>
                <a:cubicBezTo>
                  <a:pt x="364" y="71"/>
                  <a:pt x="302" y="0"/>
                  <a:pt x="266" y="8"/>
                </a:cubicBezTo>
                <a:cubicBezTo>
                  <a:pt x="213" y="36"/>
                  <a:pt x="302" y="142"/>
                  <a:pt x="36" y="248"/>
                </a:cubicBezTo>
                <a:cubicBezTo>
                  <a:pt x="9" y="257"/>
                  <a:pt x="0" y="292"/>
                  <a:pt x="9" y="319"/>
                </a:cubicBezTo>
                <a:cubicBezTo>
                  <a:pt x="18" y="337"/>
                  <a:pt x="53" y="363"/>
                  <a:pt x="81" y="355"/>
                </a:cubicBezTo>
                <a:lnTo>
                  <a:pt x="98" y="346"/>
                </a:lnTo>
                <a:cubicBezTo>
                  <a:pt x="116" y="372"/>
                  <a:pt x="134" y="355"/>
                  <a:pt x="134" y="372"/>
                </a:cubicBezTo>
                <a:cubicBezTo>
                  <a:pt x="143" y="390"/>
                  <a:pt x="160" y="425"/>
                  <a:pt x="160" y="434"/>
                </a:cubicBezTo>
                <a:cubicBezTo>
                  <a:pt x="169" y="443"/>
                  <a:pt x="178" y="461"/>
                  <a:pt x="187" y="452"/>
                </a:cubicBezTo>
                <a:cubicBezTo>
                  <a:pt x="196" y="452"/>
                  <a:pt x="231" y="443"/>
                  <a:pt x="240" y="434"/>
                </a:cubicBezTo>
                <a:cubicBezTo>
                  <a:pt x="257" y="434"/>
                  <a:pt x="257" y="425"/>
                  <a:pt x="249" y="416"/>
                </a:cubicBezTo>
                <a:cubicBezTo>
                  <a:pt x="249" y="408"/>
                  <a:pt x="231" y="399"/>
                  <a:pt x="231" y="390"/>
                </a:cubicBezTo>
                <a:cubicBezTo>
                  <a:pt x="222" y="381"/>
                  <a:pt x="213" y="346"/>
                  <a:pt x="204" y="337"/>
                </a:cubicBezTo>
                <a:cubicBezTo>
                  <a:pt x="196" y="328"/>
                  <a:pt x="213" y="310"/>
                  <a:pt x="231" y="310"/>
                </a:cubicBezTo>
                <a:cubicBezTo>
                  <a:pt x="355" y="302"/>
                  <a:pt x="373" y="372"/>
                  <a:pt x="417" y="355"/>
                </a:cubicBezTo>
                <a:cubicBezTo>
                  <a:pt x="444" y="346"/>
                  <a:pt x="444" y="248"/>
                  <a:pt x="400" y="159"/>
                </a:cubicBezTo>
                <a:close/>
                <a:moveTo>
                  <a:pt x="390" y="310"/>
                </a:moveTo>
                <a:lnTo>
                  <a:pt x="390" y="310"/>
                </a:lnTo>
                <a:cubicBezTo>
                  <a:pt x="381" y="310"/>
                  <a:pt x="328" y="275"/>
                  <a:pt x="302" y="204"/>
                </a:cubicBezTo>
                <a:cubicBezTo>
                  <a:pt x="275" y="133"/>
                  <a:pt x="275" y="62"/>
                  <a:pt x="284" y="62"/>
                </a:cubicBezTo>
                <a:cubicBezTo>
                  <a:pt x="293" y="62"/>
                  <a:pt x="337" y="106"/>
                  <a:pt x="364" y="177"/>
                </a:cubicBezTo>
                <a:cubicBezTo>
                  <a:pt x="400" y="248"/>
                  <a:pt x="390" y="302"/>
                  <a:pt x="390" y="31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6"/>
          <p:cNvSpPr/>
          <p:nvPr/>
        </p:nvSpPr>
        <p:spPr>
          <a:xfrm>
            <a:off x="2722563" y="3286125"/>
            <a:ext cx="207962" cy="192088"/>
          </a:xfrm>
          <a:custGeom>
            <a:rect b="b" l="l" r="r" t="t"/>
            <a:pathLst>
              <a:path extrusionOk="0" h="427" w="462">
                <a:moveTo>
                  <a:pt x="266" y="0"/>
                </a:moveTo>
                <a:lnTo>
                  <a:pt x="266" y="0"/>
                </a:lnTo>
                <a:cubicBezTo>
                  <a:pt x="142" y="0"/>
                  <a:pt x="62" y="45"/>
                  <a:pt x="71" y="80"/>
                </a:cubicBezTo>
                <a:cubicBezTo>
                  <a:pt x="71" y="89"/>
                  <a:pt x="71" y="116"/>
                  <a:pt x="80" y="143"/>
                </a:cubicBezTo>
                <a:cubicBezTo>
                  <a:pt x="18" y="169"/>
                  <a:pt x="0" y="205"/>
                  <a:pt x="0" y="240"/>
                </a:cubicBezTo>
                <a:cubicBezTo>
                  <a:pt x="9" y="275"/>
                  <a:pt x="36" y="311"/>
                  <a:pt x="115" y="319"/>
                </a:cubicBezTo>
                <a:cubicBezTo>
                  <a:pt x="151" y="319"/>
                  <a:pt x="204" y="302"/>
                  <a:pt x="231" y="266"/>
                </a:cubicBezTo>
                <a:cubicBezTo>
                  <a:pt x="231" y="258"/>
                  <a:pt x="231" y="249"/>
                  <a:pt x="231" y="249"/>
                </a:cubicBezTo>
                <a:cubicBezTo>
                  <a:pt x="231" y="222"/>
                  <a:pt x="249" y="213"/>
                  <a:pt x="266" y="213"/>
                </a:cubicBezTo>
                <a:cubicBezTo>
                  <a:pt x="284" y="213"/>
                  <a:pt x="302" y="222"/>
                  <a:pt x="302" y="249"/>
                </a:cubicBezTo>
                <a:cubicBezTo>
                  <a:pt x="302" y="266"/>
                  <a:pt x="284" y="284"/>
                  <a:pt x="266" y="284"/>
                </a:cubicBezTo>
                <a:cubicBezTo>
                  <a:pt x="222" y="328"/>
                  <a:pt x="169" y="355"/>
                  <a:pt x="115" y="355"/>
                </a:cubicBezTo>
                <a:cubicBezTo>
                  <a:pt x="115" y="364"/>
                  <a:pt x="115" y="364"/>
                  <a:pt x="115" y="372"/>
                </a:cubicBezTo>
                <a:cubicBezTo>
                  <a:pt x="115" y="381"/>
                  <a:pt x="178" y="426"/>
                  <a:pt x="266" y="426"/>
                </a:cubicBezTo>
                <a:cubicBezTo>
                  <a:pt x="355" y="426"/>
                  <a:pt x="408" y="381"/>
                  <a:pt x="408" y="372"/>
                </a:cubicBezTo>
                <a:cubicBezTo>
                  <a:pt x="416" y="355"/>
                  <a:pt x="453" y="116"/>
                  <a:pt x="453" y="80"/>
                </a:cubicBezTo>
                <a:cubicBezTo>
                  <a:pt x="461" y="45"/>
                  <a:pt x="381" y="0"/>
                  <a:pt x="266" y="0"/>
                </a:cubicBezTo>
                <a:close/>
                <a:moveTo>
                  <a:pt x="36" y="231"/>
                </a:moveTo>
                <a:lnTo>
                  <a:pt x="36" y="231"/>
                </a:lnTo>
                <a:cubicBezTo>
                  <a:pt x="36" y="222"/>
                  <a:pt x="53" y="196"/>
                  <a:pt x="89" y="178"/>
                </a:cubicBezTo>
                <a:cubicBezTo>
                  <a:pt x="89" y="213"/>
                  <a:pt x="98" y="249"/>
                  <a:pt x="106" y="284"/>
                </a:cubicBezTo>
                <a:cubicBezTo>
                  <a:pt x="62" y="275"/>
                  <a:pt x="44" y="258"/>
                  <a:pt x="36" y="231"/>
                </a:cubicBezTo>
                <a:close/>
                <a:moveTo>
                  <a:pt x="266" y="133"/>
                </a:moveTo>
                <a:lnTo>
                  <a:pt x="266" y="133"/>
                </a:lnTo>
                <a:cubicBezTo>
                  <a:pt x="178" y="133"/>
                  <a:pt x="106" y="98"/>
                  <a:pt x="106" y="80"/>
                </a:cubicBezTo>
                <a:cubicBezTo>
                  <a:pt x="106" y="71"/>
                  <a:pt x="178" y="36"/>
                  <a:pt x="266" y="36"/>
                </a:cubicBezTo>
                <a:cubicBezTo>
                  <a:pt x="355" y="36"/>
                  <a:pt x="416" y="71"/>
                  <a:pt x="416" y="80"/>
                </a:cubicBezTo>
                <a:cubicBezTo>
                  <a:pt x="416" y="98"/>
                  <a:pt x="355" y="133"/>
                  <a:pt x="266" y="1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6"/>
          <p:cNvSpPr/>
          <p:nvPr/>
        </p:nvSpPr>
        <p:spPr>
          <a:xfrm>
            <a:off x="3179763" y="3286125"/>
            <a:ext cx="184150" cy="196850"/>
          </a:xfrm>
          <a:custGeom>
            <a:rect b="b" l="l" r="r" t="t"/>
            <a:pathLst>
              <a:path extrusionOk="0" h="436" w="409">
                <a:moveTo>
                  <a:pt x="257" y="408"/>
                </a:moveTo>
                <a:lnTo>
                  <a:pt x="257" y="408"/>
                </a:lnTo>
                <a:cubicBezTo>
                  <a:pt x="257" y="417"/>
                  <a:pt x="266" y="426"/>
                  <a:pt x="275" y="426"/>
                </a:cubicBezTo>
                <a:cubicBezTo>
                  <a:pt x="372" y="435"/>
                  <a:pt x="372" y="435"/>
                  <a:pt x="372" y="435"/>
                </a:cubicBezTo>
                <a:cubicBezTo>
                  <a:pt x="382" y="435"/>
                  <a:pt x="382" y="426"/>
                  <a:pt x="391" y="417"/>
                </a:cubicBezTo>
                <a:cubicBezTo>
                  <a:pt x="391" y="337"/>
                  <a:pt x="391" y="337"/>
                  <a:pt x="391" y="337"/>
                </a:cubicBezTo>
                <a:cubicBezTo>
                  <a:pt x="266" y="328"/>
                  <a:pt x="266" y="328"/>
                  <a:pt x="266" y="328"/>
                </a:cubicBezTo>
                <a:lnTo>
                  <a:pt x="257" y="408"/>
                </a:lnTo>
                <a:close/>
                <a:moveTo>
                  <a:pt x="18" y="337"/>
                </a:moveTo>
                <a:lnTo>
                  <a:pt x="18" y="337"/>
                </a:lnTo>
                <a:cubicBezTo>
                  <a:pt x="18" y="417"/>
                  <a:pt x="18" y="417"/>
                  <a:pt x="18" y="417"/>
                </a:cubicBezTo>
                <a:cubicBezTo>
                  <a:pt x="18" y="426"/>
                  <a:pt x="27" y="435"/>
                  <a:pt x="35" y="435"/>
                </a:cubicBezTo>
                <a:cubicBezTo>
                  <a:pt x="133" y="426"/>
                  <a:pt x="133" y="426"/>
                  <a:pt x="133" y="426"/>
                </a:cubicBezTo>
                <a:cubicBezTo>
                  <a:pt x="142" y="426"/>
                  <a:pt x="151" y="417"/>
                  <a:pt x="151" y="408"/>
                </a:cubicBezTo>
                <a:cubicBezTo>
                  <a:pt x="142" y="328"/>
                  <a:pt x="142" y="328"/>
                  <a:pt x="142" y="328"/>
                </a:cubicBezTo>
                <a:lnTo>
                  <a:pt x="18" y="337"/>
                </a:lnTo>
                <a:close/>
                <a:moveTo>
                  <a:pt x="0" y="205"/>
                </a:moveTo>
                <a:lnTo>
                  <a:pt x="0" y="205"/>
                </a:lnTo>
                <a:cubicBezTo>
                  <a:pt x="9" y="293"/>
                  <a:pt x="9" y="293"/>
                  <a:pt x="9" y="293"/>
                </a:cubicBezTo>
                <a:cubicBezTo>
                  <a:pt x="133" y="275"/>
                  <a:pt x="133" y="275"/>
                  <a:pt x="133" y="275"/>
                </a:cubicBezTo>
                <a:cubicBezTo>
                  <a:pt x="133" y="196"/>
                  <a:pt x="133" y="196"/>
                  <a:pt x="133" y="196"/>
                </a:cubicBezTo>
                <a:lnTo>
                  <a:pt x="133" y="187"/>
                </a:lnTo>
                <a:cubicBezTo>
                  <a:pt x="133" y="152"/>
                  <a:pt x="160" y="116"/>
                  <a:pt x="204" y="116"/>
                </a:cubicBezTo>
                <a:cubicBezTo>
                  <a:pt x="248" y="116"/>
                  <a:pt x="275" y="152"/>
                  <a:pt x="275" y="187"/>
                </a:cubicBezTo>
                <a:lnTo>
                  <a:pt x="275" y="196"/>
                </a:lnTo>
                <a:cubicBezTo>
                  <a:pt x="266" y="275"/>
                  <a:pt x="266" y="275"/>
                  <a:pt x="266" y="275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408" y="205"/>
                  <a:pt x="408" y="205"/>
                  <a:pt x="408" y="205"/>
                </a:cubicBezTo>
                <a:cubicBezTo>
                  <a:pt x="408" y="196"/>
                  <a:pt x="408" y="196"/>
                  <a:pt x="408" y="187"/>
                </a:cubicBezTo>
                <a:cubicBezTo>
                  <a:pt x="408" y="80"/>
                  <a:pt x="319" y="0"/>
                  <a:pt x="204" y="0"/>
                </a:cubicBezTo>
                <a:cubicBezTo>
                  <a:pt x="88" y="0"/>
                  <a:pt x="0" y="80"/>
                  <a:pt x="0" y="187"/>
                </a:cubicBezTo>
                <a:cubicBezTo>
                  <a:pt x="0" y="196"/>
                  <a:pt x="0" y="196"/>
                  <a:pt x="0" y="20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6"/>
          <p:cNvSpPr/>
          <p:nvPr/>
        </p:nvSpPr>
        <p:spPr>
          <a:xfrm>
            <a:off x="5384800" y="3282950"/>
            <a:ext cx="223838" cy="200025"/>
          </a:xfrm>
          <a:custGeom>
            <a:rect b="b" l="l" r="r" t="t"/>
            <a:pathLst>
              <a:path extrusionOk="0" h="444" w="497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6"/>
          <p:cNvSpPr/>
          <p:nvPr/>
        </p:nvSpPr>
        <p:spPr>
          <a:xfrm>
            <a:off x="4987925" y="2828925"/>
            <a:ext cx="127000" cy="215900"/>
          </a:xfrm>
          <a:custGeom>
            <a:rect b="b" l="l" r="r" t="t"/>
            <a:pathLst>
              <a:path extrusionOk="0" h="479" w="283">
                <a:moveTo>
                  <a:pt x="150" y="9"/>
                </a:moveTo>
                <a:lnTo>
                  <a:pt x="150" y="9"/>
                </a:lnTo>
                <a:cubicBezTo>
                  <a:pt x="150" y="0"/>
                  <a:pt x="141" y="0"/>
                  <a:pt x="132" y="9"/>
                </a:cubicBezTo>
                <a:cubicBezTo>
                  <a:pt x="114" y="185"/>
                  <a:pt x="0" y="221"/>
                  <a:pt x="0" y="345"/>
                </a:cubicBezTo>
                <a:cubicBezTo>
                  <a:pt x="0" y="416"/>
                  <a:pt x="70" y="478"/>
                  <a:pt x="141" y="478"/>
                </a:cubicBezTo>
                <a:cubicBezTo>
                  <a:pt x="220" y="478"/>
                  <a:pt x="282" y="416"/>
                  <a:pt x="282" y="345"/>
                </a:cubicBezTo>
                <a:cubicBezTo>
                  <a:pt x="282" y="221"/>
                  <a:pt x="167" y="185"/>
                  <a:pt x="150" y="9"/>
                </a:cubicBezTo>
                <a:close/>
                <a:moveTo>
                  <a:pt x="123" y="204"/>
                </a:moveTo>
                <a:lnTo>
                  <a:pt x="123" y="204"/>
                </a:lnTo>
                <a:cubicBezTo>
                  <a:pt x="123" y="204"/>
                  <a:pt x="123" y="213"/>
                  <a:pt x="123" y="221"/>
                </a:cubicBezTo>
                <a:cubicBezTo>
                  <a:pt x="114" y="257"/>
                  <a:pt x="97" y="292"/>
                  <a:pt x="97" y="336"/>
                </a:cubicBezTo>
                <a:cubicBezTo>
                  <a:pt x="97" y="363"/>
                  <a:pt x="88" y="372"/>
                  <a:pt x="70" y="372"/>
                </a:cubicBezTo>
                <a:cubicBezTo>
                  <a:pt x="53" y="372"/>
                  <a:pt x="44" y="363"/>
                  <a:pt x="44" y="345"/>
                </a:cubicBezTo>
                <a:cubicBezTo>
                  <a:pt x="44" y="292"/>
                  <a:pt x="70" y="257"/>
                  <a:pt x="88" y="221"/>
                </a:cubicBezTo>
                <a:cubicBezTo>
                  <a:pt x="97" y="213"/>
                  <a:pt x="106" y="204"/>
                  <a:pt x="114" y="194"/>
                </a:cubicBezTo>
                <a:lnTo>
                  <a:pt x="123" y="194"/>
                </a:lnTo>
                <a:lnTo>
                  <a:pt x="123" y="20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6"/>
          <p:cNvSpPr/>
          <p:nvPr/>
        </p:nvSpPr>
        <p:spPr>
          <a:xfrm>
            <a:off x="3616325" y="3298825"/>
            <a:ext cx="200025" cy="168275"/>
          </a:xfrm>
          <a:custGeom>
            <a:rect b="b" l="l" r="r" t="t"/>
            <a:pathLst>
              <a:path extrusionOk="0" h="373" w="444">
                <a:moveTo>
                  <a:pt x="434" y="213"/>
                </a:moveTo>
                <a:lnTo>
                  <a:pt x="434" y="213"/>
                </a:lnTo>
                <a:cubicBezTo>
                  <a:pt x="354" y="27"/>
                  <a:pt x="354" y="27"/>
                  <a:pt x="354" y="27"/>
                </a:cubicBezTo>
                <a:cubicBezTo>
                  <a:pt x="354" y="9"/>
                  <a:pt x="337" y="0"/>
                  <a:pt x="319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6" y="0"/>
                  <a:pt x="89" y="9"/>
                  <a:pt x="80" y="2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8"/>
                  <a:pt x="0" y="257"/>
                </a:cubicBezTo>
                <a:cubicBezTo>
                  <a:pt x="18" y="345"/>
                  <a:pt x="18" y="345"/>
                  <a:pt x="18" y="345"/>
                </a:cubicBezTo>
                <a:cubicBezTo>
                  <a:pt x="18" y="363"/>
                  <a:pt x="35" y="372"/>
                  <a:pt x="45" y="372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8" y="372"/>
                  <a:pt x="425" y="363"/>
                  <a:pt x="425" y="345"/>
                </a:cubicBezTo>
                <a:cubicBezTo>
                  <a:pt x="443" y="257"/>
                  <a:pt x="443" y="257"/>
                  <a:pt x="443" y="257"/>
                </a:cubicBezTo>
                <a:cubicBezTo>
                  <a:pt x="443" y="248"/>
                  <a:pt x="443" y="222"/>
                  <a:pt x="434" y="213"/>
                </a:cubicBezTo>
                <a:close/>
                <a:moveTo>
                  <a:pt x="399" y="275"/>
                </a:moveTo>
                <a:lnTo>
                  <a:pt x="399" y="275"/>
                </a:lnTo>
                <a:cubicBezTo>
                  <a:pt x="399" y="310"/>
                  <a:pt x="399" y="310"/>
                  <a:pt x="399" y="310"/>
                </a:cubicBezTo>
                <a:cubicBezTo>
                  <a:pt x="399" y="328"/>
                  <a:pt x="381" y="337"/>
                  <a:pt x="372" y="337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62" y="337"/>
                  <a:pt x="45" y="328"/>
                  <a:pt x="45" y="310"/>
                </a:cubicBezTo>
                <a:cubicBezTo>
                  <a:pt x="35" y="275"/>
                  <a:pt x="35" y="275"/>
                  <a:pt x="35" y="275"/>
                </a:cubicBezTo>
                <a:cubicBezTo>
                  <a:pt x="35" y="266"/>
                  <a:pt x="45" y="248"/>
                  <a:pt x="62" y="248"/>
                </a:cubicBezTo>
                <a:cubicBezTo>
                  <a:pt x="381" y="248"/>
                  <a:pt x="381" y="248"/>
                  <a:pt x="381" y="248"/>
                </a:cubicBezTo>
                <a:cubicBezTo>
                  <a:pt x="399" y="248"/>
                  <a:pt x="408" y="266"/>
                  <a:pt x="399" y="2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6"/>
          <p:cNvSpPr/>
          <p:nvPr/>
        </p:nvSpPr>
        <p:spPr>
          <a:xfrm>
            <a:off x="4506913" y="3275013"/>
            <a:ext cx="203200" cy="207962"/>
          </a:xfrm>
          <a:custGeom>
            <a:rect b="b" l="l" r="r" t="t"/>
            <a:pathLst>
              <a:path extrusionOk="0" h="462" w="45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6"/>
          <p:cNvSpPr/>
          <p:nvPr/>
        </p:nvSpPr>
        <p:spPr>
          <a:xfrm>
            <a:off x="4935538" y="3270250"/>
            <a:ext cx="231775" cy="223838"/>
          </a:xfrm>
          <a:custGeom>
            <a:rect b="b" l="l" r="r" t="t"/>
            <a:pathLst>
              <a:path extrusionOk="0" h="498" w="515">
                <a:moveTo>
                  <a:pt x="79" y="337"/>
                </a:moveTo>
                <a:lnTo>
                  <a:pt x="79" y="337"/>
                </a:lnTo>
                <a:cubicBezTo>
                  <a:pt x="44" y="372"/>
                  <a:pt x="71" y="416"/>
                  <a:pt x="18" y="470"/>
                </a:cubicBezTo>
                <a:cubicBezTo>
                  <a:pt x="0" y="497"/>
                  <a:pt x="116" y="487"/>
                  <a:pt x="169" y="434"/>
                </a:cubicBezTo>
                <a:cubicBezTo>
                  <a:pt x="195" y="407"/>
                  <a:pt x="186" y="372"/>
                  <a:pt x="160" y="346"/>
                </a:cubicBezTo>
                <a:cubicBezTo>
                  <a:pt x="132" y="319"/>
                  <a:pt x="97" y="319"/>
                  <a:pt x="79" y="337"/>
                </a:cubicBezTo>
                <a:close/>
                <a:moveTo>
                  <a:pt x="496" y="18"/>
                </a:moveTo>
                <a:lnTo>
                  <a:pt x="496" y="18"/>
                </a:lnTo>
                <a:cubicBezTo>
                  <a:pt x="479" y="0"/>
                  <a:pt x="257" y="168"/>
                  <a:pt x="195" y="231"/>
                </a:cubicBezTo>
                <a:cubicBezTo>
                  <a:pt x="169" y="266"/>
                  <a:pt x="160" y="284"/>
                  <a:pt x="141" y="293"/>
                </a:cubicBezTo>
                <a:cubicBezTo>
                  <a:pt x="141" y="301"/>
                  <a:pt x="150" y="301"/>
                  <a:pt x="150" y="301"/>
                </a:cubicBezTo>
                <a:cubicBezTo>
                  <a:pt x="160" y="310"/>
                  <a:pt x="169" y="310"/>
                  <a:pt x="186" y="328"/>
                </a:cubicBezTo>
                <a:cubicBezTo>
                  <a:pt x="195" y="337"/>
                  <a:pt x="204" y="346"/>
                  <a:pt x="204" y="354"/>
                </a:cubicBezTo>
                <a:cubicBezTo>
                  <a:pt x="204" y="363"/>
                  <a:pt x="213" y="363"/>
                  <a:pt x="213" y="363"/>
                </a:cubicBezTo>
                <a:cubicBezTo>
                  <a:pt x="230" y="354"/>
                  <a:pt x="248" y="337"/>
                  <a:pt x="275" y="310"/>
                </a:cubicBezTo>
                <a:cubicBezTo>
                  <a:pt x="336" y="248"/>
                  <a:pt x="514" y="35"/>
                  <a:pt x="496" y="1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6"/>
          <p:cNvSpPr/>
          <p:nvPr/>
        </p:nvSpPr>
        <p:spPr>
          <a:xfrm>
            <a:off x="5830888" y="3282950"/>
            <a:ext cx="223837" cy="203200"/>
          </a:xfrm>
          <a:custGeom>
            <a:rect b="b" l="l" r="r" t="t"/>
            <a:pathLst>
              <a:path extrusionOk="0" h="452" w="497">
                <a:moveTo>
                  <a:pt x="247" y="274"/>
                </a:moveTo>
                <a:lnTo>
                  <a:pt x="247" y="274"/>
                </a:lnTo>
                <a:cubicBezTo>
                  <a:pt x="309" y="274"/>
                  <a:pt x="354" y="257"/>
                  <a:pt x="363" y="230"/>
                </a:cubicBezTo>
                <a:cubicBezTo>
                  <a:pt x="354" y="204"/>
                  <a:pt x="345" y="177"/>
                  <a:pt x="337" y="151"/>
                </a:cubicBezTo>
                <a:cubicBezTo>
                  <a:pt x="328" y="168"/>
                  <a:pt x="292" y="186"/>
                  <a:pt x="247" y="186"/>
                </a:cubicBezTo>
                <a:cubicBezTo>
                  <a:pt x="203" y="186"/>
                  <a:pt x="168" y="168"/>
                  <a:pt x="168" y="151"/>
                </a:cubicBezTo>
                <a:cubicBezTo>
                  <a:pt x="150" y="177"/>
                  <a:pt x="141" y="204"/>
                  <a:pt x="133" y="230"/>
                </a:cubicBezTo>
                <a:cubicBezTo>
                  <a:pt x="141" y="257"/>
                  <a:pt x="186" y="274"/>
                  <a:pt x="247" y="274"/>
                </a:cubicBezTo>
                <a:close/>
                <a:moveTo>
                  <a:pt x="247" y="106"/>
                </a:moveTo>
                <a:lnTo>
                  <a:pt x="247" y="106"/>
                </a:lnTo>
                <a:cubicBezTo>
                  <a:pt x="274" y="106"/>
                  <a:pt x="300" y="97"/>
                  <a:pt x="309" y="88"/>
                </a:cubicBezTo>
                <a:cubicBezTo>
                  <a:pt x="300" y="62"/>
                  <a:pt x="292" y="35"/>
                  <a:pt x="284" y="17"/>
                </a:cubicBezTo>
                <a:cubicBezTo>
                  <a:pt x="284" y="8"/>
                  <a:pt x="265" y="0"/>
                  <a:pt x="247" y="0"/>
                </a:cubicBezTo>
                <a:cubicBezTo>
                  <a:pt x="230" y="0"/>
                  <a:pt x="212" y="8"/>
                  <a:pt x="212" y="17"/>
                </a:cubicBezTo>
                <a:cubicBezTo>
                  <a:pt x="203" y="35"/>
                  <a:pt x="194" y="62"/>
                  <a:pt x="186" y="88"/>
                </a:cubicBezTo>
                <a:cubicBezTo>
                  <a:pt x="194" y="97"/>
                  <a:pt x="221" y="106"/>
                  <a:pt x="247" y="106"/>
                </a:cubicBezTo>
                <a:close/>
                <a:moveTo>
                  <a:pt x="469" y="301"/>
                </a:moveTo>
                <a:lnTo>
                  <a:pt x="469" y="301"/>
                </a:lnTo>
                <a:cubicBezTo>
                  <a:pt x="372" y="266"/>
                  <a:pt x="372" y="266"/>
                  <a:pt x="372" y="266"/>
                </a:cubicBezTo>
                <a:cubicBezTo>
                  <a:pt x="381" y="292"/>
                  <a:pt x="381" y="292"/>
                  <a:pt x="381" y="292"/>
                </a:cubicBezTo>
                <a:cubicBezTo>
                  <a:pt x="381" y="327"/>
                  <a:pt x="319" y="345"/>
                  <a:pt x="247" y="345"/>
                </a:cubicBezTo>
                <a:cubicBezTo>
                  <a:pt x="177" y="345"/>
                  <a:pt x="115" y="327"/>
                  <a:pt x="115" y="292"/>
                </a:cubicBezTo>
                <a:cubicBezTo>
                  <a:pt x="124" y="266"/>
                  <a:pt x="124" y="266"/>
                  <a:pt x="124" y="266"/>
                </a:cubicBezTo>
                <a:cubicBezTo>
                  <a:pt x="26" y="301"/>
                  <a:pt x="26" y="301"/>
                  <a:pt x="26" y="301"/>
                </a:cubicBezTo>
                <a:cubicBezTo>
                  <a:pt x="0" y="310"/>
                  <a:pt x="0" y="327"/>
                  <a:pt x="26" y="345"/>
                </a:cubicBezTo>
                <a:cubicBezTo>
                  <a:pt x="203" y="434"/>
                  <a:pt x="203" y="434"/>
                  <a:pt x="203" y="434"/>
                </a:cubicBezTo>
                <a:cubicBezTo>
                  <a:pt x="230" y="451"/>
                  <a:pt x="265" y="451"/>
                  <a:pt x="292" y="434"/>
                </a:cubicBezTo>
                <a:cubicBezTo>
                  <a:pt x="469" y="345"/>
                  <a:pt x="469" y="345"/>
                  <a:pt x="469" y="345"/>
                </a:cubicBezTo>
                <a:cubicBezTo>
                  <a:pt x="496" y="327"/>
                  <a:pt x="496" y="310"/>
                  <a:pt x="469" y="3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6"/>
          <p:cNvSpPr/>
          <p:nvPr/>
        </p:nvSpPr>
        <p:spPr>
          <a:xfrm>
            <a:off x="5384800" y="1514475"/>
            <a:ext cx="223838" cy="179388"/>
          </a:xfrm>
          <a:custGeom>
            <a:rect b="b" l="l" r="r" t="t"/>
            <a:pathLst>
              <a:path extrusionOk="0" h="400" w="497">
                <a:moveTo>
                  <a:pt x="169" y="196"/>
                </a:moveTo>
                <a:lnTo>
                  <a:pt x="169" y="196"/>
                </a:lnTo>
                <a:cubicBezTo>
                  <a:pt x="169" y="240"/>
                  <a:pt x="204" y="275"/>
                  <a:pt x="248" y="275"/>
                </a:cubicBezTo>
                <a:cubicBezTo>
                  <a:pt x="292" y="275"/>
                  <a:pt x="328" y="240"/>
                  <a:pt x="328" y="196"/>
                </a:cubicBezTo>
                <a:cubicBezTo>
                  <a:pt x="328" y="151"/>
                  <a:pt x="292" y="116"/>
                  <a:pt x="248" y="116"/>
                </a:cubicBezTo>
                <a:cubicBezTo>
                  <a:pt x="204" y="116"/>
                  <a:pt x="169" y="151"/>
                  <a:pt x="169" y="196"/>
                </a:cubicBezTo>
                <a:close/>
                <a:moveTo>
                  <a:pt x="116" y="169"/>
                </a:moveTo>
                <a:lnTo>
                  <a:pt x="116" y="169"/>
                </a:lnTo>
                <a:cubicBezTo>
                  <a:pt x="124" y="107"/>
                  <a:pt x="186" y="63"/>
                  <a:pt x="248" y="63"/>
                </a:cubicBezTo>
                <a:cubicBezTo>
                  <a:pt x="284" y="63"/>
                  <a:pt x="319" y="71"/>
                  <a:pt x="345" y="98"/>
                </a:cubicBezTo>
                <a:cubicBezTo>
                  <a:pt x="354" y="107"/>
                  <a:pt x="381" y="107"/>
                  <a:pt x="390" y="98"/>
                </a:cubicBezTo>
                <a:cubicBezTo>
                  <a:pt x="399" y="89"/>
                  <a:pt x="399" y="71"/>
                  <a:pt x="390" y="54"/>
                </a:cubicBezTo>
                <a:cubicBezTo>
                  <a:pt x="354" y="18"/>
                  <a:pt x="301" y="0"/>
                  <a:pt x="248" y="0"/>
                </a:cubicBezTo>
                <a:cubicBezTo>
                  <a:pt x="160" y="0"/>
                  <a:pt x="80" y="54"/>
                  <a:pt x="62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196"/>
                  <a:pt x="0" y="196"/>
                  <a:pt x="0" y="196"/>
                </a:cubicBezTo>
                <a:cubicBezTo>
                  <a:pt x="80" y="196"/>
                  <a:pt x="80" y="196"/>
                  <a:pt x="80" y="196"/>
                </a:cubicBezTo>
                <a:cubicBezTo>
                  <a:pt x="107" y="196"/>
                  <a:pt x="107" y="178"/>
                  <a:pt x="116" y="169"/>
                </a:cubicBezTo>
                <a:close/>
                <a:moveTo>
                  <a:pt x="416" y="196"/>
                </a:moveTo>
                <a:lnTo>
                  <a:pt x="416" y="196"/>
                </a:lnTo>
                <a:cubicBezTo>
                  <a:pt x="390" y="196"/>
                  <a:pt x="390" y="222"/>
                  <a:pt x="381" y="231"/>
                </a:cubicBezTo>
                <a:cubicBezTo>
                  <a:pt x="372" y="293"/>
                  <a:pt x="319" y="337"/>
                  <a:pt x="248" y="337"/>
                </a:cubicBezTo>
                <a:cubicBezTo>
                  <a:pt x="213" y="337"/>
                  <a:pt x="177" y="319"/>
                  <a:pt x="151" y="293"/>
                </a:cubicBezTo>
                <a:cubicBezTo>
                  <a:pt x="142" y="284"/>
                  <a:pt x="116" y="284"/>
                  <a:pt x="107" y="293"/>
                </a:cubicBezTo>
                <a:cubicBezTo>
                  <a:pt x="97" y="310"/>
                  <a:pt x="97" y="328"/>
                  <a:pt x="107" y="337"/>
                </a:cubicBezTo>
                <a:cubicBezTo>
                  <a:pt x="142" y="373"/>
                  <a:pt x="195" y="399"/>
                  <a:pt x="248" y="399"/>
                </a:cubicBezTo>
                <a:cubicBezTo>
                  <a:pt x="337" y="399"/>
                  <a:pt x="416" y="337"/>
                  <a:pt x="435" y="257"/>
                </a:cubicBezTo>
                <a:cubicBezTo>
                  <a:pt x="496" y="257"/>
                  <a:pt x="496" y="257"/>
                  <a:pt x="496" y="257"/>
                </a:cubicBezTo>
                <a:cubicBezTo>
                  <a:pt x="496" y="196"/>
                  <a:pt x="496" y="196"/>
                  <a:pt x="496" y="196"/>
                </a:cubicBezTo>
                <a:lnTo>
                  <a:pt x="416" y="19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6"/>
          <p:cNvSpPr/>
          <p:nvPr/>
        </p:nvSpPr>
        <p:spPr>
          <a:xfrm>
            <a:off x="4084638" y="3290888"/>
            <a:ext cx="150812" cy="184150"/>
          </a:xfrm>
          <a:custGeom>
            <a:rect b="b" l="l" r="r" t="t"/>
            <a:pathLst>
              <a:path extrusionOk="0" h="409" w="337">
                <a:moveTo>
                  <a:pt x="168" y="0"/>
                </a:moveTo>
                <a:lnTo>
                  <a:pt x="168" y="0"/>
                </a:lnTo>
                <a:cubicBezTo>
                  <a:pt x="62" y="0"/>
                  <a:pt x="0" y="36"/>
                  <a:pt x="0" y="62"/>
                </a:cubicBezTo>
                <a:cubicBezTo>
                  <a:pt x="35" y="363"/>
                  <a:pt x="35" y="363"/>
                  <a:pt x="35" y="363"/>
                </a:cubicBezTo>
                <a:cubicBezTo>
                  <a:pt x="35" y="372"/>
                  <a:pt x="88" y="408"/>
                  <a:pt x="168" y="408"/>
                </a:cubicBezTo>
                <a:cubicBezTo>
                  <a:pt x="248" y="408"/>
                  <a:pt x="301" y="372"/>
                  <a:pt x="301" y="363"/>
                </a:cubicBezTo>
                <a:cubicBezTo>
                  <a:pt x="336" y="62"/>
                  <a:pt x="336" y="62"/>
                  <a:pt x="336" y="62"/>
                </a:cubicBezTo>
                <a:cubicBezTo>
                  <a:pt x="336" y="36"/>
                  <a:pt x="274" y="0"/>
                  <a:pt x="168" y="0"/>
                </a:cubicBezTo>
                <a:close/>
                <a:moveTo>
                  <a:pt x="168" y="107"/>
                </a:moveTo>
                <a:lnTo>
                  <a:pt x="168" y="107"/>
                </a:lnTo>
                <a:cubicBezTo>
                  <a:pt x="88" y="107"/>
                  <a:pt x="35" y="80"/>
                  <a:pt x="35" y="71"/>
                </a:cubicBezTo>
                <a:cubicBezTo>
                  <a:pt x="35" y="62"/>
                  <a:pt x="88" y="36"/>
                  <a:pt x="168" y="36"/>
                </a:cubicBezTo>
                <a:cubicBezTo>
                  <a:pt x="248" y="36"/>
                  <a:pt x="301" y="62"/>
                  <a:pt x="301" y="71"/>
                </a:cubicBezTo>
                <a:cubicBezTo>
                  <a:pt x="301" y="80"/>
                  <a:pt x="248" y="107"/>
                  <a:pt x="168" y="10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6"/>
          <p:cNvSpPr/>
          <p:nvPr/>
        </p:nvSpPr>
        <p:spPr>
          <a:xfrm>
            <a:off x="8485188" y="2844800"/>
            <a:ext cx="223837" cy="214313"/>
          </a:xfrm>
          <a:custGeom>
            <a:rect b="b" l="l" r="r" t="t"/>
            <a:pathLst>
              <a:path extrusionOk="0" h="480" w="497">
                <a:moveTo>
                  <a:pt x="425" y="160"/>
                </a:moveTo>
                <a:lnTo>
                  <a:pt x="425" y="160"/>
                </a:lnTo>
                <a:cubicBezTo>
                  <a:pt x="372" y="18"/>
                  <a:pt x="372" y="18"/>
                  <a:pt x="372" y="18"/>
                </a:cubicBezTo>
                <a:cubicBezTo>
                  <a:pt x="372" y="9"/>
                  <a:pt x="354" y="0"/>
                  <a:pt x="346" y="9"/>
                </a:cubicBezTo>
                <a:cubicBezTo>
                  <a:pt x="9" y="134"/>
                  <a:pt x="9" y="134"/>
                  <a:pt x="9" y="134"/>
                </a:cubicBezTo>
                <a:cubicBezTo>
                  <a:pt x="0" y="134"/>
                  <a:pt x="0" y="143"/>
                  <a:pt x="0" y="160"/>
                </a:cubicBezTo>
                <a:cubicBezTo>
                  <a:pt x="53" y="302"/>
                  <a:pt x="53" y="302"/>
                  <a:pt x="53" y="302"/>
                </a:cubicBezTo>
                <a:cubicBezTo>
                  <a:pt x="53" y="222"/>
                  <a:pt x="53" y="222"/>
                  <a:pt x="53" y="222"/>
                </a:cubicBezTo>
                <a:cubicBezTo>
                  <a:pt x="53" y="187"/>
                  <a:pt x="80" y="160"/>
                  <a:pt x="115" y="160"/>
                </a:cubicBezTo>
                <a:cubicBezTo>
                  <a:pt x="203" y="160"/>
                  <a:pt x="203" y="160"/>
                  <a:pt x="203" y="160"/>
                </a:cubicBezTo>
                <a:cubicBezTo>
                  <a:pt x="309" y="89"/>
                  <a:pt x="309" y="89"/>
                  <a:pt x="309" y="89"/>
                </a:cubicBezTo>
                <a:cubicBezTo>
                  <a:pt x="372" y="160"/>
                  <a:pt x="372" y="160"/>
                  <a:pt x="372" y="160"/>
                </a:cubicBezTo>
                <a:lnTo>
                  <a:pt x="425" y="160"/>
                </a:lnTo>
                <a:close/>
                <a:moveTo>
                  <a:pt x="478" y="204"/>
                </a:moveTo>
                <a:lnTo>
                  <a:pt x="478" y="204"/>
                </a:lnTo>
                <a:cubicBezTo>
                  <a:pt x="115" y="204"/>
                  <a:pt x="115" y="204"/>
                  <a:pt x="115" y="204"/>
                </a:cubicBezTo>
                <a:cubicBezTo>
                  <a:pt x="106" y="204"/>
                  <a:pt x="97" y="213"/>
                  <a:pt x="97" y="222"/>
                </a:cubicBezTo>
                <a:cubicBezTo>
                  <a:pt x="97" y="462"/>
                  <a:pt x="97" y="462"/>
                  <a:pt x="97" y="462"/>
                </a:cubicBezTo>
                <a:cubicBezTo>
                  <a:pt x="97" y="470"/>
                  <a:pt x="106" y="479"/>
                  <a:pt x="115" y="479"/>
                </a:cubicBezTo>
                <a:cubicBezTo>
                  <a:pt x="478" y="479"/>
                  <a:pt x="478" y="479"/>
                  <a:pt x="478" y="479"/>
                </a:cubicBezTo>
                <a:cubicBezTo>
                  <a:pt x="487" y="479"/>
                  <a:pt x="496" y="470"/>
                  <a:pt x="496" y="46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13"/>
                  <a:pt x="487" y="204"/>
                  <a:pt x="478" y="204"/>
                </a:cubicBezTo>
                <a:close/>
                <a:moveTo>
                  <a:pt x="452" y="426"/>
                </a:moveTo>
                <a:lnTo>
                  <a:pt x="452" y="426"/>
                </a:lnTo>
                <a:cubicBezTo>
                  <a:pt x="150" y="426"/>
                  <a:pt x="150" y="426"/>
                  <a:pt x="150" y="426"/>
                </a:cubicBezTo>
                <a:cubicBezTo>
                  <a:pt x="150" y="391"/>
                  <a:pt x="150" y="391"/>
                  <a:pt x="150" y="391"/>
                </a:cubicBezTo>
                <a:cubicBezTo>
                  <a:pt x="195" y="275"/>
                  <a:pt x="195" y="275"/>
                  <a:pt x="195" y="275"/>
                </a:cubicBezTo>
                <a:cubicBezTo>
                  <a:pt x="265" y="364"/>
                  <a:pt x="265" y="364"/>
                  <a:pt x="265" y="364"/>
                </a:cubicBezTo>
                <a:cubicBezTo>
                  <a:pt x="328" y="302"/>
                  <a:pt x="328" y="302"/>
                  <a:pt x="328" y="302"/>
                </a:cubicBezTo>
                <a:cubicBezTo>
                  <a:pt x="416" y="266"/>
                  <a:pt x="416" y="266"/>
                  <a:pt x="416" y="266"/>
                </a:cubicBezTo>
                <a:cubicBezTo>
                  <a:pt x="452" y="347"/>
                  <a:pt x="452" y="347"/>
                  <a:pt x="452" y="347"/>
                </a:cubicBezTo>
                <a:lnTo>
                  <a:pt x="452" y="4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6"/>
          <p:cNvSpPr/>
          <p:nvPr/>
        </p:nvSpPr>
        <p:spPr>
          <a:xfrm>
            <a:off x="7180263" y="2852738"/>
            <a:ext cx="160337" cy="203200"/>
          </a:xfrm>
          <a:custGeom>
            <a:rect b="b" l="l" r="r" t="t"/>
            <a:pathLst>
              <a:path extrusionOk="0" h="453" w="356">
                <a:moveTo>
                  <a:pt x="302" y="0"/>
                </a:moveTo>
                <a:lnTo>
                  <a:pt x="30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6"/>
                  <a:pt x="27" y="452"/>
                  <a:pt x="53" y="452"/>
                </a:cubicBezTo>
                <a:cubicBezTo>
                  <a:pt x="302" y="452"/>
                  <a:pt x="302" y="452"/>
                  <a:pt x="302" y="452"/>
                </a:cubicBezTo>
                <a:cubicBezTo>
                  <a:pt x="328" y="452"/>
                  <a:pt x="355" y="426"/>
                  <a:pt x="355" y="399"/>
                </a:cubicBezTo>
                <a:cubicBezTo>
                  <a:pt x="355" y="54"/>
                  <a:pt x="355" y="54"/>
                  <a:pt x="355" y="54"/>
                </a:cubicBezTo>
                <a:cubicBezTo>
                  <a:pt x="355" y="27"/>
                  <a:pt x="328" y="0"/>
                  <a:pt x="302" y="0"/>
                </a:cubicBezTo>
                <a:close/>
                <a:moveTo>
                  <a:pt x="302" y="399"/>
                </a:moveTo>
                <a:lnTo>
                  <a:pt x="302" y="399"/>
                </a:lnTo>
                <a:cubicBezTo>
                  <a:pt x="53" y="399"/>
                  <a:pt x="53" y="399"/>
                  <a:pt x="53" y="399"/>
                </a:cubicBezTo>
                <a:cubicBezTo>
                  <a:pt x="53" y="54"/>
                  <a:pt x="53" y="54"/>
                  <a:pt x="53" y="54"/>
                </a:cubicBezTo>
                <a:cubicBezTo>
                  <a:pt x="302" y="54"/>
                  <a:pt x="302" y="54"/>
                  <a:pt x="302" y="54"/>
                </a:cubicBezTo>
                <a:lnTo>
                  <a:pt x="302" y="39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6"/>
          <p:cNvSpPr/>
          <p:nvPr/>
        </p:nvSpPr>
        <p:spPr>
          <a:xfrm>
            <a:off x="8039100" y="2876550"/>
            <a:ext cx="223838" cy="153988"/>
          </a:xfrm>
          <a:custGeom>
            <a:rect b="b" l="l" r="r" t="t"/>
            <a:pathLst>
              <a:path extrusionOk="0" h="346" w="498">
                <a:moveTo>
                  <a:pt x="0" y="44"/>
                </a:moveTo>
                <a:lnTo>
                  <a:pt x="0" y="44"/>
                </a:lnTo>
                <a:cubicBezTo>
                  <a:pt x="0" y="292"/>
                  <a:pt x="0" y="292"/>
                  <a:pt x="0" y="292"/>
                </a:cubicBezTo>
                <a:cubicBezTo>
                  <a:pt x="0" y="319"/>
                  <a:pt x="18" y="345"/>
                  <a:pt x="53" y="345"/>
                </a:cubicBezTo>
                <a:cubicBezTo>
                  <a:pt x="444" y="345"/>
                  <a:pt x="444" y="345"/>
                  <a:pt x="444" y="345"/>
                </a:cubicBezTo>
                <a:cubicBezTo>
                  <a:pt x="470" y="345"/>
                  <a:pt x="497" y="319"/>
                  <a:pt x="497" y="292"/>
                </a:cubicBezTo>
                <a:cubicBezTo>
                  <a:pt x="497" y="44"/>
                  <a:pt x="497" y="44"/>
                  <a:pt x="497" y="44"/>
                </a:cubicBezTo>
                <a:cubicBezTo>
                  <a:pt x="497" y="17"/>
                  <a:pt x="470" y="0"/>
                  <a:pt x="444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17"/>
                  <a:pt x="0" y="44"/>
                </a:cubicBezTo>
                <a:close/>
                <a:moveTo>
                  <a:pt x="444" y="44"/>
                </a:moveTo>
                <a:lnTo>
                  <a:pt x="444" y="44"/>
                </a:lnTo>
                <a:cubicBezTo>
                  <a:pt x="444" y="292"/>
                  <a:pt x="444" y="292"/>
                  <a:pt x="444" y="292"/>
                </a:cubicBezTo>
                <a:cubicBezTo>
                  <a:pt x="53" y="292"/>
                  <a:pt x="53" y="292"/>
                  <a:pt x="53" y="292"/>
                </a:cubicBezTo>
                <a:cubicBezTo>
                  <a:pt x="53" y="44"/>
                  <a:pt x="53" y="44"/>
                  <a:pt x="53" y="44"/>
                </a:cubicBezTo>
                <a:lnTo>
                  <a:pt x="444" y="4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6"/>
          <p:cNvSpPr/>
          <p:nvPr/>
        </p:nvSpPr>
        <p:spPr>
          <a:xfrm>
            <a:off x="7594600" y="2840038"/>
            <a:ext cx="223838" cy="227012"/>
          </a:xfrm>
          <a:custGeom>
            <a:rect b="b" l="l" r="r" t="t"/>
            <a:pathLst>
              <a:path extrusionOk="0" h="506" w="497">
                <a:moveTo>
                  <a:pt x="479" y="186"/>
                </a:moveTo>
                <a:lnTo>
                  <a:pt x="479" y="186"/>
                </a:lnTo>
                <a:cubicBezTo>
                  <a:pt x="292" y="142"/>
                  <a:pt x="292" y="142"/>
                  <a:pt x="292" y="142"/>
                </a:cubicBezTo>
                <a:cubicBezTo>
                  <a:pt x="266" y="17"/>
                  <a:pt x="266" y="17"/>
                  <a:pt x="266" y="17"/>
                </a:cubicBezTo>
                <a:cubicBezTo>
                  <a:pt x="257" y="8"/>
                  <a:pt x="248" y="0"/>
                  <a:pt x="239" y="0"/>
                </a:cubicBezTo>
                <a:cubicBezTo>
                  <a:pt x="17" y="61"/>
                  <a:pt x="17" y="61"/>
                  <a:pt x="17" y="61"/>
                </a:cubicBezTo>
                <a:cubicBezTo>
                  <a:pt x="0" y="71"/>
                  <a:pt x="0" y="80"/>
                  <a:pt x="0" y="89"/>
                </a:cubicBezTo>
                <a:cubicBezTo>
                  <a:pt x="79" y="390"/>
                  <a:pt x="79" y="390"/>
                  <a:pt x="79" y="390"/>
                </a:cubicBezTo>
                <a:cubicBezTo>
                  <a:pt x="79" y="399"/>
                  <a:pt x="97" y="399"/>
                  <a:pt x="107" y="399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77" y="425"/>
                  <a:pt x="177" y="425"/>
                  <a:pt x="177" y="425"/>
                </a:cubicBezTo>
                <a:cubicBezTo>
                  <a:pt x="177" y="434"/>
                  <a:pt x="186" y="443"/>
                  <a:pt x="195" y="443"/>
                </a:cubicBezTo>
                <a:cubicBezTo>
                  <a:pt x="398" y="496"/>
                  <a:pt x="398" y="496"/>
                  <a:pt x="398" y="496"/>
                </a:cubicBezTo>
                <a:cubicBezTo>
                  <a:pt x="407" y="505"/>
                  <a:pt x="416" y="496"/>
                  <a:pt x="426" y="487"/>
                </a:cubicBezTo>
                <a:cubicBezTo>
                  <a:pt x="496" y="212"/>
                  <a:pt x="496" y="212"/>
                  <a:pt x="496" y="212"/>
                </a:cubicBezTo>
                <a:cubicBezTo>
                  <a:pt x="496" y="204"/>
                  <a:pt x="488" y="186"/>
                  <a:pt x="479" y="186"/>
                </a:cubicBezTo>
                <a:close/>
                <a:moveTo>
                  <a:pt x="35" y="97"/>
                </a:moveTo>
                <a:lnTo>
                  <a:pt x="35" y="97"/>
                </a:lnTo>
                <a:cubicBezTo>
                  <a:pt x="230" y="44"/>
                  <a:pt x="230" y="44"/>
                  <a:pt x="230" y="44"/>
                </a:cubicBezTo>
                <a:cubicBezTo>
                  <a:pt x="310" y="310"/>
                  <a:pt x="310" y="310"/>
                  <a:pt x="310" y="310"/>
                </a:cubicBezTo>
                <a:cubicBezTo>
                  <a:pt x="116" y="364"/>
                  <a:pt x="116" y="364"/>
                  <a:pt x="116" y="364"/>
                </a:cubicBezTo>
                <a:lnTo>
                  <a:pt x="35" y="97"/>
                </a:lnTo>
                <a:close/>
                <a:moveTo>
                  <a:pt x="389" y="461"/>
                </a:moveTo>
                <a:lnTo>
                  <a:pt x="389" y="461"/>
                </a:lnTo>
                <a:cubicBezTo>
                  <a:pt x="222" y="417"/>
                  <a:pt x="222" y="417"/>
                  <a:pt x="222" y="417"/>
                </a:cubicBezTo>
                <a:cubicBezTo>
                  <a:pt x="230" y="364"/>
                  <a:pt x="230" y="364"/>
                  <a:pt x="230" y="364"/>
                </a:cubicBezTo>
                <a:cubicBezTo>
                  <a:pt x="328" y="336"/>
                  <a:pt x="328" y="336"/>
                  <a:pt x="328" y="336"/>
                </a:cubicBezTo>
                <a:cubicBezTo>
                  <a:pt x="336" y="336"/>
                  <a:pt x="345" y="327"/>
                  <a:pt x="345" y="319"/>
                </a:cubicBezTo>
                <a:cubicBezTo>
                  <a:pt x="310" y="177"/>
                  <a:pt x="310" y="177"/>
                  <a:pt x="310" y="177"/>
                </a:cubicBezTo>
                <a:cubicBezTo>
                  <a:pt x="451" y="212"/>
                  <a:pt x="451" y="212"/>
                  <a:pt x="451" y="212"/>
                </a:cubicBezTo>
                <a:lnTo>
                  <a:pt x="389" y="4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6"/>
          <p:cNvSpPr/>
          <p:nvPr/>
        </p:nvSpPr>
        <p:spPr>
          <a:xfrm>
            <a:off x="8496300" y="1084263"/>
            <a:ext cx="200025" cy="177800"/>
          </a:xfrm>
          <a:custGeom>
            <a:rect b="b" l="l" r="r" t="t"/>
            <a:pathLst>
              <a:path extrusionOk="0" h="399" w="444">
                <a:moveTo>
                  <a:pt x="426" y="0"/>
                </a:moveTo>
                <a:lnTo>
                  <a:pt x="426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8"/>
                  <a:pt x="0" y="17"/>
                </a:cubicBezTo>
                <a:cubicBezTo>
                  <a:pt x="0" y="70"/>
                  <a:pt x="0" y="70"/>
                  <a:pt x="0" y="70"/>
                </a:cubicBezTo>
                <a:cubicBezTo>
                  <a:pt x="443" y="70"/>
                  <a:pt x="443" y="70"/>
                  <a:pt x="443" y="70"/>
                </a:cubicBezTo>
                <a:cubicBezTo>
                  <a:pt x="443" y="17"/>
                  <a:pt x="443" y="17"/>
                  <a:pt x="443" y="17"/>
                </a:cubicBezTo>
                <a:cubicBezTo>
                  <a:pt x="443" y="8"/>
                  <a:pt x="434" y="0"/>
                  <a:pt x="426" y="0"/>
                </a:cubicBezTo>
                <a:close/>
                <a:moveTo>
                  <a:pt x="27" y="363"/>
                </a:moveTo>
                <a:lnTo>
                  <a:pt x="27" y="363"/>
                </a:lnTo>
                <a:cubicBezTo>
                  <a:pt x="27" y="380"/>
                  <a:pt x="36" y="398"/>
                  <a:pt x="54" y="398"/>
                </a:cubicBezTo>
                <a:cubicBezTo>
                  <a:pt x="381" y="398"/>
                  <a:pt x="381" y="398"/>
                  <a:pt x="381" y="398"/>
                </a:cubicBezTo>
                <a:cubicBezTo>
                  <a:pt x="408" y="398"/>
                  <a:pt x="417" y="380"/>
                  <a:pt x="417" y="363"/>
                </a:cubicBezTo>
                <a:cubicBezTo>
                  <a:pt x="417" y="97"/>
                  <a:pt x="417" y="97"/>
                  <a:pt x="417" y="97"/>
                </a:cubicBezTo>
                <a:cubicBezTo>
                  <a:pt x="27" y="97"/>
                  <a:pt x="27" y="97"/>
                  <a:pt x="27" y="97"/>
                </a:cubicBezTo>
                <a:lnTo>
                  <a:pt x="27" y="363"/>
                </a:lnTo>
                <a:close/>
                <a:moveTo>
                  <a:pt x="151" y="150"/>
                </a:moveTo>
                <a:lnTo>
                  <a:pt x="151" y="150"/>
                </a:lnTo>
                <a:cubicBezTo>
                  <a:pt x="293" y="150"/>
                  <a:pt x="293" y="150"/>
                  <a:pt x="293" y="150"/>
                </a:cubicBezTo>
                <a:cubicBezTo>
                  <a:pt x="293" y="194"/>
                  <a:pt x="293" y="194"/>
                  <a:pt x="293" y="194"/>
                </a:cubicBezTo>
                <a:cubicBezTo>
                  <a:pt x="151" y="194"/>
                  <a:pt x="151" y="194"/>
                  <a:pt x="151" y="194"/>
                </a:cubicBezTo>
                <a:lnTo>
                  <a:pt x="151" y="15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6"/>
          <p:cNvSpPr/>
          <p:nvPr/>
        </p:nvSpPr>
        <p:spPr>
          <a:xfrm>
            <a:off x="8051800" y="1071563"/>
            <a:ext cx="200025" cy="200025"/>
          </a:xfrm>
          <a:custGeom>
            <a:rect b="b" l="l" r="r" t="t"/>
            <a:pathLst>
              <a:path extrusionOk="0" h="445" w="444">
                <a:moveTo>
                  <a:pt x="70" y="400"/>
                </a:moveTo>
                <a:lnTo>
                  <a:pt x="70" y="400"/>
                </a:lnTo>
                <a:cubicBezTo>
                  <a:pt x="70" y="426"/>
                  <a:pt x="98" y="444"/>
                  <a:pt x="124" y="444"/>
                </a:cubicBezTo>
                <a:cubicBezTo>
                  <a:pt x="151" y="444"/>
                  <a:pt x="168" y="426"/>
                  <a:pt x="168" y="400"/>
                </a:cubicBezTo>
                <a:cubicBezTo>
                  <a:pt x="168" y="373"/>
                  <a:pt x="151" y="346"/>
                  <a:pt x="124" y="346"/>
                </a:cubicBezTo>
                <a:cubicBezTo>
                  <a:pt x="98" y="346"/>
                  <a:pt x="70" y="373"/>
                  <a:pt x="70" y="400"/>
                </a:cubicBezTo>
                <a:close/>
                <a:moveTo>
                  <a:pt x="319" y="400"/>
                </a:moveTo>
                <a:lnTo>
                  <a:pt x="319" y="400"/>
                </a:lnTo>
                <a:cubicBezTo>
                  <a:pt x="319" y="426"/>
                  <a:pt x="345" y="444"/>
                  <a:pt x="372" y="444"/>
                </a:cubicBezTo>
                <a:cubicBezTo>
                  <a:pt x="399" y="444"/>
                  <a:pt x="417" y="426"/>
                  <a:pt x="417" y="400"/>
                </a:cubicBezTo>
                <a:cubicBezTo>
                  <a:pt x="417" y="373"/>
                  <a:pt x="399" y="346"/>
                  <a:pt x="372" y="346"/>
                </a:cubicBezTo>
                <a:cubicBezTo>
                  <a:pt x="345" y="346"/>
                  <a:pt x="319" y="373"/>
                  <a:pt x="319" y="400"/>
                </a:cubicBezTo>
                <a:close/>
                <a:moveTo>
                  <a:pt x="159" y="284"/>
                </a:moveTo>
                <a:lnTo>
                  <a:pt x="159" y="284"/>
                </a:lnTo>
                <a:cubicBezTo>
                  <a:pt x="434" y="204"/>
                  <a:pt x="434" y="204"/>
                  <a:pt x="434" y="204"/>
                </a:cubicBezTo>
                <a:cubicBezTo>
                  <a:pt x="443" y="204"/>
                  <a:pt x="443" y="195"/>
                  <a:pt x="443" y="187"/>
                </a:cubicBezTo>
                <a:cubicBezTo>
                  <a:pt x="443" y="54"/>
                  <a:pt x="443" y="54"/>
                  <a:pt x="443" y="54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10"/>
                  <a:pt x="98" y="10"/>
                  <a:pt x="98" y="10"/>
                </a:cubicBezTo>
                <a:lnTo>
                  <a:pt x="89" y="0"/>
                </a:lnTo>
                <a:cubicBezTo>
                  <a:pt x="9" y="0"/>
                  <a:pt x="9" y="0"/>
                  <a:pt x="9" y="0"/>
                </a:cubicBezTo>
                <a:cubicBezTo>
                  <a:pt x="0" y="0"/>
                  <a:pt x="0" y="10"/>
                  <a:pt x="0" y="10"/>
                </a:cubicBezTo>
                <a:cubicBezTo>
                  <a:pt x="0" y="54"/>
                  <a:pt x="0" y="54"/>
                  <a:pt x="0" y="54"/>
                </a:cubicBezTo>
                <a:cubicBezTo>
                  <a:pt x="45" y="54"/>
                  <a:pt x="45" y="54"/>
                  <a:pt x="45" y="54"/>
                </a:cubicBezTo>
                <a:cubicBezTo>
                  <a:pt x="98" y="275"/>
                  <a:pt x="98" y="275"/>
                  <a:pt x="98" y="275"/>
                </a:cubicBezTo>
                <a:cubicBezTo>
                  <a:pt x="98" y="302"/>
                  <a:pt x="98" y="302"/>
                  <a:pt x="98" y="302"/>
                </a:cubicBezTo>
                <a:cubicBezTo>
                  <a:pt x="98" y="338"/>
                  <a:pt x="98" y="338"/>
                  <a:pt x="98" y="338"/>
                </a:cubicBezTo>
                <a:cubicBezTo>
                  <a:pt x="98" y="346"/>
                  <a:pt x="106" y="346"/>
                  <a:pt x="106" y="346"/>
                </a:cubicBezTo>
                <a:cubicBezTo>
                  <a:pt x="124" y="346"/>
                  <a:pt x="124" y="346"/>
                  <a:pt x="124" y="346"/>
                </a:cubicBezTo>
                <a:cubicBezTo>
                  <a:pt x="372" y="346"/>
                  <a:pt x="372" y="346"/>
                  <a:pt x="372" y="346"/>
                </a:cubicBezTo>
                <a:cubicBezTo>
                  <a:pt x="434" y="346"/>
                  <a:pt x="434" y="346"/>
                  <a:pt x="434" y="346"/>
                </a:cubicBezTo>
                <a:cubicBezTo>
                  <a:pt x="443" y="346"/>
                  <a:pt x="443" y="346"/>
                  <a:pt x="443" y="338"/>
                </a:cubicBezTo>
                <a:cubicBezTo>
                  <a:pt x="443" y="302"/>
                  <a:pt x="443" y="302"/>
                  <a:pt x="443" y="302"/>
                </a:cubicBezTo>
                <a:cubicBezTo>
                  <a:pt x="168" y="302"/>
                  <a:pt x="168" y="302"/>
                  <a:pt x="168" y="302"/>
                </a:cubicBezTo>
                <a:cubicBezTo>
                  <a:pt x="133" y="302"/>
                  <a:pt x="133" y="284"/>
                  <a:pt x="159" y="2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6"/>
          <p:cNvSpPr/>
          <p:nvPr/>
        </p:nvSpPr>
        <p:spPr>
          <a:xfrm>
            <a:off x="7626350" y="1060450"/>
            <a:ext cx="160338" cy="222250"/>
          </a:xfrm>
          <a:custGeom>
            <a:rect b="b" l="l" r="r" t="t"/>
            <a:pathLst>
              <a:path extrusionOk="0" h="497" w="356">
                <a:moveTo>
                  <a:pt x="318" y="54"/>
                </a:moveTo>
                <a:lnTo>
                  <a:pt x="318" y="54"/>
                </a:lnTo>
                <a:cubicBezTo>
                  <a:pt x="283" y="124"/>
                  <a:pt x="283" y="124"/>
                  <a:pt x="283" y="124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36" y="54"/>
                  <a:pt x="36" y="54"/>
                  <a:pt x="36" y="54"/>
                </a:cubicBezTo>
                <a:cubicBezTo>
                  <a:pt x="17" y="54"/>
                  <a:pt x="0" y="71"/>
                  <a:pt x="0" y="89"/>
                </a:cubicBezTo>
                <a:cubicBezTo>
                  <a:pt x="0" y="461"/>
                  <a:pt x="0" y="461"/>
                  <a:pt x="0" y="461"/>
                </a:cubicBezTo>
                <a:cubicBezTo>
                  <a:pt x="0" y="487"/>
                  <a:pt x="17" y="496"/>
                  <a:pt x="36" y="496"/>
                </a:cubicBezTo>
                <a:cubicBezTo>
                  <a:pt x="318" y="496"/>
                  <a:pt x="318" y="496"/>
                  <a:pt x="318" y="496"/>
                </a:cubicBezTo>
                <a:cubicBezTo>
                  <a:pt x="336" y="496"/>
                  <a:pt x="355" y="487"/>
                  <a:pt x="355" y="461"/>
                </a:cubicBezTo>
                <a:cubicBezTo>
                  <a:pt x="355" y="89"/>
                  <a:pt x="355" y="89"/>
                  <a:pt x="355" y="89"/>
                </a:cubicBezTo>
                <a:cubicBezTo>
                  <a:pt x="355" y="71"/>
                  <a:pt x="336" y="54"/>
                  <a:pt x="318" y="54"/>
                </a:cubicBezTo>
                <a:close/>
                <a:moveTo>
                  <a:pt x="265" y="98"/>
                </a:moveTo>
                <a:lnTo>
                  <a:pt x="265" y="98"/>
                </a:lnTo>
                <a:cubicBezTo>
                  <a:pt x="292" y="54"/>
                  <a:pt x="292" y="54"/>
                  <a:pt x="292" y="54"/>
                </a:cubicBezTo>
                <a:cubicBezTo>
                  <a:pt x="230" y="54"/>
                  <a:pt x="230" y="54"/>
                  <a:pt x="230" y="54"/>
                </a:cubicBezTo>
                <a:cubicBezTo>
                  <a:pt x="212" y="0"/>
                  <a:pt x="212" y="0"/>
                  <a:pt x="212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115" y="54"/>
                  <a:pt x="115" y="54"/>
                  <a:pt x="115" y="54"/>
                </a:cubicBezTo>
                <a:cubicBezTo>
                  <a:pt x="61" y="54"/>
                  <a:pt x="61" y="54"/>
                  <a:pt x="61" y="54"/>
                </a:cubicBezTo>
                <a:cubicBezTo>
                  <a:pt x="89" y="98"/>
                  <a:pt x="89" y="98"/>
                  <a:pt x="89" y="98"/>
                </a:cubicBezTo>
                <a:lnTo>
                  <a:pt x="265" y="9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6"/>
          <p:cNvSpPr/>
          <p:nvPr/>
        </p:nvSpPr>
        <p:spPr>
          <a:xfrm>
            <a:off x="5862638" y="3716338"/>
            <a:ext cx="163512" cy="222250"/>
          </a:xfrm>
          <a:custGeom>
            <a:rect b="b" l="l" r="r" t="t"/>
            <a:pathLst>
              <a:path extrusionOk="0" h="498" w="364">
                <a:moveTo>
                  <a:pt x="106" y="479"/>
                </a:moveTo>
                <a:lnTo>
                  <a:pt x="106" y="479"/>
                </a:lnTo>
                <a:cubicBezTo>
                  <a:pt x="123" y="488"/>
                  <a:pt x="150" y="497"/>
                  <a:pt x="176" y="497"/>
                </a:cubicBezTo>
                <a:cubicBezTo>
                  <a:pt x="203" y="497"/>
                  <a:pt x="229" y="488"/>
                  <a:pt x="248" y="479"/>
                </a:cubicBezTo>
                <a:cubicBezTo>
                  <a:pt x="248" y="426"/>
                  <a:pt x="248" y="426"/>
                  <a:pt x="248" y="426"/>
                </a:cubicBezTo>
                <a:cubicBezTo>
                  <a:pt x="106" y="426"/>
                  <a:pt x="106" y="426"/>
                  <a:pt x="106" y="426"/>
                </a:cubicBezTo>
                <a:lnTo>
                  <a:pt x="106" y="479"/>
                </a:lnTo>
                <a:close/>
                <a:moveTo>
                  <a:pt x="248" y="400"/>
                </a:moveTo>
                <a:lnTo>
                  <a:pt x="248" y="400"/>
                </a:lnTo>
                <a:cubicBezTo>
                  <a:pt x="248" y="293"/>
                  <a:pt x="363" y="258"/>
                  <a:pt x="354" y="151"/>
                </a:cubicBezTo>
                <a:cubicBezTo>
                  <a:pt x="345" y="80"/>
                  <a:pt x="301" y="0"/>
                  <a:pt x="176" y="0"/>
                </a:cubicBezTo>
                <a:cubicBezTo>
                  <a:pt x="53" y="0"/>
                  <a:pt x="9" y="80"/>
                  <a:pt x="0" y="151"/>
                </a:cubicBezTo>
                <a:cubicBezTo>
                  <a:pt x="0" y="258"/>
                  <a:pt x="106" y="293"/>
                  <a:pt x="106" y="400"/>
                </a:cubicBezTo>
                <a:lnTo>
                  <a:pt x="248" y="400"/>
                </a:lnTo>
                <a:close/>
                <a:moveTo>
                  <a:pt x="53" y="151"/>
                </a:moveTo>
                <a:lnTo>
                  <a:pt x="53" y="151"/>
                </a:lnTo>
                <a:cubicBezTo>
                  <a:pt x="62" y="89"/>
                  <a:pt x="106" y="53"/>
                  <a:pt x="176" y="53"/>
                </a:cubicBezTo>
                <a:cubicBezTo>
                  <a:pt x="248" y="53"/>
                  <a:pt x="292" y="89"/>
                  <a:pt x="301" y="151"/>
                </a:cubicBezTo>
                <a:cubicBezTo>
                  <a:pt x="301" y="187"/>
                  <a:pt x="283" y="213"/>
                  <a:pt x="257" y="249"/>
                </a:cubicBezTo>
                <a:cubicBezTo>
                  <a:pt x="229" y="275"/>
                  <a:pt x="213" y="311"/>
                  <a:pt x="194" y="355"/>
                </a:cubicBezTo>
                <a:cubicBezTo>
                  <a:pt x="159" y="355"/>
                  <a:pt x="159" y="355"/>
                  <a:pt x="159" y="355"/>
                </a:cubicBezTo>
                <a:cubicBezTo>
                  <a:pt x="141" y="311"/>
                  <a:pt x="123" y="275"/>
                  <a:pt x="97" y="249"/>
                </a:cubicBezTo>
                <a:cubicBezTo>
                  <a:pt x="70" y="213"/>
                  <a:pt x="53" y="187"/>
                  <a:pt x="53" y="15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6"/>
          <p:cNvSpPr/>
          <p:nvPr/>
        </p:nvSpPr>
        <p:spPr>
          <a:xfrm>
            <a:off x="8485188" y="2443163"/>
            <a:ext cx="223837" cy="130175"/>
          </a:xfrm>
          <a:custGeom>
            <a:rect b="b" l="l" r="r" t="t"/>
            <a:pathLst>
              <a:path extrusionOk="0" h="293" w="497">
                <a:moveTo>
                  <a:pt x="124" y="221"/>
                </a:moveTo>
                <a:lnTo>
                  <a:pt x="124" y="221"/>
                </a:lnTo>
                <a:cubicBezTo>
                  <a:pt x="124" y="97"/>
                  <a:pt x="124" y="97"/>
                  <a:pt x="124" y="97"/>
                </a:cubicBezTo>
                <a:cubicBezTo>
                  <a:pt x="177" y="97"/>
                  <a:pt x="177" y="97"/>
                  <a:pt x="177" y="97"/>
                </a:cubicBezTo>
                <a:cubicBezTo>
                  <a:pt x="88" y="0"/>
                  <a:pt x="88" y="0"/>
                  <a:pt x="88" y="0"/>
                </a:cubicBezTo>
                <a:cubicBezTo>
                  <a:pt x="0" y="97"/>
                  <a:pt x="0" y="97"/>
                  <a:pt x="0" y="97"/>
                </a:cubicBezTo>
                <a:cubicBezTo>
                  <a:pt x="53" y="97"/>
                  <a:pt x="53" y="97"/>
                  <a:pt x="53" y="97"/>
                </a:cubicBezTo>
                <a:cubicBezTo>
                  <a:pt x="53" y="248"/>
                  <a:pt x="53" y="248"/>
                  <a:pt x="53" y="248"/>
                </a:cubicBezTo>
                <a:cubicBezTo>
                  <a:pt x="53" y="274"/>
                  <a:pt x="71" y="292"/>
                  <a:pt x="97" y="292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256" y="221"/>
                  <a:pt x="256" y="221"/>
                  <a:pt x="256" y="221"/>
                </a:cubicBezTo>
                <a:lnTo>
                  <a:pt x="124" y="221"/>
                </a:lnTo>
                <a:close/>
                <a:moveTo>
                  <a:pt x="443" y="195"/>
                </a:moveTo>
                <a:lnTo>
                  <a:pt x="443" y="195"/>
                </a:lnTo>
                <a:cubicBezTo>
                  <a:pt x="443" y="44"/>
                  <a:pt x="443" y="44"/>
                  <a:pt x="443" y="44"/>
                </a:cubicBezTo>
                <a:cubicBezTo>
                  <a:pt x="443" y="17"/>
                  <a:pt x="425" y="0"/>
                  <a:pt x="399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239" y="61"/>
                  <a:pt x="239" y="61"/>
                  <a:pt x="239" y="61"/>
                </a:cubicBezTo>
                <a:cubicBezTo>
                  <a:pt x="372" y="61"/>
                  <a:pt x="372" y="61"/>
                  <a:pt x="372" y="61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19" y="195"/>
                  <a:pt x="319" y="195"/>
                  <a:pt x="319" y="195"/>
                </a:cubicBezTo>
                <a:cubicBezTo>
                  <a:pt x="407" y="292"/>
                  <a:pt x="407" y="292"/>
                  <a:pt x="407" y="292"/>
                </a:cubicBezTo>
                <a:cubicBezTo>
                  <a:pt x="496" y="195"/>
                  <a:pt x="496" y="195"/>
                  <a:pt x="496" y="195"/>
                </a:cubicBezTo>
                <a:lnTo>
                  <a:pt x="443" y="19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6"/>
          <p:cNvSpPr/>
          <p:nvPr/>
        </p:nvSpPr>
        <p:spPr>
          <a:xfrm>
            <a:off x="6751638" y="2381250"/>
            <a:ext cx="160337" cy="217488"/>
          </a:xfrm>
          <a:custGeom>
            <a:rect b="b" l="l" r="r" t="t"/>
            <a:pathLst>
              <a:path extrusionOk="0" h="487" w="355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6"/>
          <p:cNvSpPr/>
          <p:nvPr/>
        </p:nvSpPr>
        <p:spPr>
          <a:xfrm>
            <a:off x="8058150" y="3275013"/>
            <a:ext cx="206375" cy="223837"/>
          </a:xfrm>
          <a:custGeom>
            <a:rect b="b" l="l" r="r" t="t"/>
            <a:pathLst>
              <a:path extrusionOk="0" h="497" w="461">
                <a:moveTo>
                  <a:pt x="79" y="9"/>
                </a:moveTo>
                <a:lnTo>
                  <a:pt x="79" y="9"/>
                </a:lnTo>
                <a:cubicBezTo>
                  <a:pt x="79" y="0"/>
                  <a:pt x="71" y="0"/>
                  <a:pt x="71" y="9"/>
                </a:cubicBezTo>
                <a:cubicBezTo>
                  <a:pt x="62" y="107"/>
                  <a:pt x="0" y="124"/>
                  <a:pt x="0" y="195"/>
                </a:cubicBezTo>
                <a:cubicBezTo>
                  <a:pt x="0" y="239"/>
                  <a:pt x="35" y="274"/>
                  <a:pt x="79" y="274"/>
                </a:cubicBezTo>
                <a:cubicBezTo>
                  <a:pt x="124" y="274"/>
                  <a:pt x="159" y="239"/>
                  <a:pt x="159" y="195"/>
                </a:cubicBezTo>
                <a:cubicBezTo>
                  <a:pt x="159" y="124"/>
                  <a:pt x="88" y="107"/>
                  <a:pt x="79" y="9"/>
                </a:cubicBezTo>
                <a:close/>
                <a:moveTo>
                  <a:pt x="390" y="9"/>
                </a:moveTo>
                <a:lnTo>
                  <a:pt x="390" y="9"/>
                </a:lnTo>
                <a:cubicBezTo>
                  <a:pt x="390" y="0"/>
                  <a:pt x="381" y="0"/>
                  <a:pt x="381" y="9"/>
                </a:cubicBezTo>
                <a:cubicBezTo>
                  <a:pt x="363" y="107"/>
                  <a:pt x="301" y="124"/>
                  <a:pt x="301" y="195"/>
                </a:cubicBezTo>
                <a:cubicBezTo>
                  <a:pt x="301" y="239"/>
                  <a:pt x="336" y="274"/>
                  <a:pt x="381" y="274"/>
                </a:cubicBezTo>
                <a:cubicBezTo>
                  <a:pt x="425" y="274"/>
                  <a:pt x="460" y="239"/>
                  <a:pt x="460" y="195"/>
                </a:cubicBezTo>
                <a:cubicBezTo>
                  <a:pt x="460" y="124"/>
                  <a:pt x="398" y="107"/>
                  <a:pt x="390" y="9"/>
                </a:cubicBezTo>
                <a:close/>
                <a:moveTo>
                  <a:pt x="230" y="221"/>
                </a:moveTo>
                <a:lnTo>
                  <a:pt x="230" y="221"/>
                </a:lnTo>
                <a:cubicBezTo>
                  <a:pt x="212" y="328"/>
                  <a:pt x="150" y="345"/>
                  <a:pt x="150" y="417"/>
                </a:cubicBezTo>
                <a:cubicBezTo>
                  <a:pt x="150" y="461"/>
                  <a:pt x="185" y="496"/>
                  <a:pt x="230" y="496"/>
                </a:cubicBezTo>
                <a:cubicBezTo>
                  <a:pt x="275" y="496"/>
                  <a:pt x="310" y="461"/>
                  <a:pt x="310" y="417"/>
                </a:cubicBezTo>
                <a:cubicBezTo>
                  <a:pt x="310" y="345"/>
                  <a:pt x="247" y="328"/>
                  <a:pt x="230" y="22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6"/>
          <p:cNvSpPr/>
          <p:nvPr/>
        </p:nvSpPr>
        <p:spPr>
          <a:xfrm>
            <a:off x="7656513" y="3275013"/>
            <a:ext cx="117475" cy="223837"/>
          </a:xfrm>
          <a:custGeom>
            <a:rect b="b" l="l" r="r" t="t"/>
            <a:pathLst>
              <a:path extrusionOk="0" h="497" w="266">
                <a:moveTo>
                  <a:pt x="194" y="248"/>
                </a:moveTo>
                <a:lnTo>
                  <a:pt x="194" y="248"/>
                </a:lnTo>
                <a:cubicBezTo>
                  <a:pt x="194" y="26"/>
                  <a:pt x="194" y="26"/>
                  <a:pt x="194" y="26"/>
                </a:cubicBezTo>
                <a:cubicBezTo>
                  <a:pt x="194" y="17"/>
                  <a:pt x="185" y="0"/>
                  <a:pt x="16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71" y="0"/>
                  <a:pt x="71" y="17"/>
                  <a:pt x="71" y="26"/>
                </a:cubicBezTo>
                <a:cubicBezTo>
                  <a:pt x="71" y="248"/>
                  <a:pt x="71" y="248"/>
                  <a:pt x="71" y="248"/>
                </a:cubicBezTo>
                <a:cubicBezTo>
                  <a:pt x="26" y="266"/>
                  <a:pt x="0" y="310"/>
                  <a:pt x="0" y="364"/>
                </a:cubicBezTo>
                <a:cubicBezTo>
                  <a:pt x="0" y="443"/>
                  <a:pt x="62" y="496"/>
                  <a:pt x="132" y="496"/>
                </a:cubicBezTo>
                <a:cubicBezTo>
                  <a:pt x="204" y="496"/>
                  <a:pt x="265" y="443"/>
                  <a:pt x="265" y="364"/>
                </a:cubicBezTo>
                <a:cubicBezTo>
                  <a:pt x="265" y="310"/>
                  <a:pt x="239" y="266"/>
                  <a:pt x="194" y="248"/>
                </a:cubicBezTo>
                <a:close/>
                <a:moveTo>
                  <a:pt x="132" y="452"/>
                </a:moveTo>
                <a:lnTo>
                  <a:pt x="132" y="452"/>
                </a:lnTo>
                <a:cubicBezTo>
                  <a:pt x="88" y="452"/>
                  <a:pt x="44" y="408"/>
                  <a:pt x="44" y="364"/>
                </a:cubicBezTo>
                <a:cubicBezTo>
                  <a:pt x="44" y="328"/>
                  <a:pt x="71" y="292"/>
                  <a:pt x="106" y="283"/>
                </a:cubicBezTo>
                <a:cubicBezTo>
                  <a:pt x="106" y="98"/>
                  <a:pt x="106" y="98"/>
                  <a:pt x="106" y="98"/>
                </a:cubicBezTo>
                <a:cubicBezTo>
                  <a:pt x="159" y="98"/>
                  <a:pt x="159" y="98"/>
                  <a:pt x="159" y="98"/>
                </a:cubicBezTo>
                <a:cubicBezTo>
                  <a:pt x="159" y="283"/>
                  <a:pt x="159" y="283"/>
                  <a:pt x="159" y="283"/>
                </a:cubicBezTo>
                <a:cubicBezTo>
                  <a:pt x="194" y="292"/>
                  <a:pt x="212" y="328"/>
                  <a:pt x="212" y="364"/>
                </a:cubicBezTo>
                <a:cubicBezTo>
                  <a:pt x="212" y="408"/>
                  <a:pt x="177" y="452"/>
                  <a:pt x="132" y="45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6"/>
          <p:cNvSpPr/>
          <p:nvPr/>
        </p:nvSpPr>
        <p:spPr>
          <a:xfrm>
            <a:off x="7148513" y="1119188"/>
            <a:ext cx="223837" cy="104775"/>
          </a:xfrm>
          <a:custGeom>
            <a:rect b="b" l="l" r="r" t="t"/>
            <a:pathLst>
              <a:path extrusionOk="0" h="232" w="497">
                <a:moveTo>
                  <a:pt x="380" y="0"/>
                </a:moveTo>
                <a:lnTo>
                  <a:pt x="380" y="0"/>
                </a:lnTo>
                <a:cubicBezTo>
                  <a:pt x="319" y="0"/>
                  <a:pt x="266" y="53"/>
                  <a:pt x="266" y="115"/>
                </a:cubicBezTo>
                <a:cubicBezTo>
                  <a:pt x="266" y="141"/>
                  <a:pt x="274" y="168"/>
                  <a:pt x="283" y="186"/>
                </a:cubicBezTo>
                <a:cubicBezTo>
                  <a:pt x="203" y="186"/>
                  <a:pt x="203" y="186"/>
                  <a:pt x="203" y="186"/>
                </a:cubicBezTo>
                <a:cubicBezTo>
                  <a:pt x="221" y="168"/>
                  <a:pt x="230" y="141"/>
                  <a:pt x="230" y="115"/>
                </a:cubicBezTo>
                <a:cubicBezTo>
                  <a:pt x="230" y="53"/>
                  <a:pt x="177" y="0"/>
                  <a:pt x="114" y="0"/>
                </a:cubicBezTo>
                <a:cubicBezTo>
                  <a:pt x="53" y="0"/>
                  <a:pt x="0" y="53"/>
                  <a:pt x="0" y="115"/>
                </a:cubicBezTo>
                <a:cubicBezTo>
                  <a:pt x="0" y="177"/>
                  <a:pt x="53" y="231"/>
                  <a:pt x="114" y="231"/>
                </a:cubicBezTo>
                <a:cubicBezTo>
                  <a:pt x="380" y="231"/>
                  <a:pt x="380" y="231"/>
                  <a:pt x="380" y="231"/>
                </a:cubicBezTo>
                <a:cubicBezTo>
                  <a:pt x="442" y="231"/>
                  <a:pt x="496" y="177"/>
                  <a:pt x="496" y="115"/>
                </a:cubicBezTo>
                <a:cubicBezTo>
                  <a:pt x="496" y="53"/>
                  <a:pt x="442" y="0"/>
                  <a:pt x="380" y="0"/>
                </a:cubicBezTo>
                <a:close/>
                <a:moveTo>
                  <a:pt x="53" y="115"/>
                </a:moveTo>
                <a:lnTo>
                  <a:pt x="53" y="115"/>
                </a:lnTo>
                <a:cubicBezTo>
                  <a:pt x="53" y="80"/>
                  <a:pt x="79" y="53"/>
                  <a:pt x="114" y="53"/>
                </a:cubicBezTo>
                <a:cubicBezTo>
                  <a:pt x="150" y="53"/>
                  <a:pt x="177" y="80"/>
                  <a:pt x="177" y="115"/>
                </a:cubicBezTo>
                <a:cubicBezTo>
                  <a:pt x="177" y="150"/>
                  <a:pt x="150" y="186"/>
                  <a:pt x="114" y="186"/>
                </a:cubicBezTo>
                <a:cubicBezTo>
                  <a:pt x="79" y="186"/>
                  <a:pt x="53" y="150"/>
                  <a:pt x="53" y="115"/>
                </a:cubicBezTo>
                <a:close/>
                <a:moveTo>
                  <a:pt x="380" y="186"/>
                </a:moveTo>
                <a:lnTo>
                  <a:pt x="380" y="186"/>
                </a:lnTo>
                <a:cubicBezTo>
                  <a:pt x="345" y="186"/>
                  <a:pt x="319" y="150"/>
                  <a:pt x="319" y="115"/>
                </a:cubicBezTo>
                <a:cubicBezTo>
                  <a:pt x="319" y="80"/>
                  <a:pt x="345" y="53"/>
                  <a:pt x="380" y="53"/>
                </a:cubicBezTo>
                <a:cubicBezTo>
                  <a:pt x="416" y="53"/>
                  <a:pt x="442" y="80"/>
                  <a:pt x="442" y="115"/>
                </a:cubicBezTo>
                <a:cubicBezTo>
                  <a:pt x="442" y="150"/>
                  <a:pt x="416" y="186"/>
                  <a:pt x="380" y="18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6"/>
          <p:cNvSpPr/>
          <p:nvPr/>
        </p:nvSpPr>
        <p:spPr>
          <a:xfrm>
            <a:off x="8485188" y="1985963"/>
            <a:ext cx="223837" cy="153987"/>
          </a:xfrm>
          <a:custGeom>
            <a:rect b="b" l="l" r="r" t="t"/>
            <a:pathLst>
              <a:path extrusionOk="0" h="346" w="497">
                <a:moveTo>
                  <a:pt x="443" y="0"/>
                </a:moveTo>
                <a:lnTo>
                  <a:pt x="443" y="0"/>
                </a:lnTo>
                <a:cubicBezTo>
                  <a:pt x="212" y="0"/>
                  <a:pt x="212" y="0"/>
                  <a:pt x="212" y="0"/>
                </a:cubicBezTo>
                <a:cubicBezTo>
                  <a:pt x="195" y="0"/>
                  <a:pt x="186" y="0"/>
                  <a:pt x="177" y="8"/>
                </a:cubicBezTo>
                <a:cubicBezTo>
                  <a:pt x="9" y="159"/>
                  <a:pt x="9" y="159"/>
                  <a:pt x="9" y="159"/>
                </a:cubicBezTo>
                <a:cubicBezTo>
                  <a:pt x="0" y="168"/>
                  <a:pt x="0" y="177"/>
                  <a:pt x="9" y="186"/>
                </a:cubicBezTo>
                <a:cubicBezTo>
                  <a:pt x="177" y="327"/>
                  <a:pt x="177" y="327"/>
                  <a:pt x="177" y="327"/>
                </a:cubicBezTo>
                <a:cubicBezTo>
                  <a:pt x="186" y="336"/>
                  <a:pt x="195" y="345"/>
                  <a:pt x="212" y="345"/>
                </a:cubicBezTo>
                <a:cubicBezTo>
                  <a:pt x="443" y="345"/>
                  <a:pt x="443" y="345"/>
                  <a:pt x="443" y="345"/>
                </a:cubicBezTo>
                <a:cubicBezTo>
                  <a:pt x="469" y="345"/>
                  <a:pt x="496" y="319"/>
                  <a:pt x="496" y="292"/>
                </a:cubicBezTo>
                <a:cubicBezTo>
                  <a:pt x="496" y="44"/>
                  <a:pt x="496" y="44"/>
                  <a:pt x="496" y="44"/>
                </a:cubicBezTo>
                <a:cubicBezTo>
                  <a:pt x="496" y="17"/>
                  <a:pt x="469" y="0"/>
                  <a:pt x="443" y="0"/>
                </a:cubicBezTo>
                <a:close/>
                <a:moveTo>
                  <a:pt x="372" y="274"/>
                </a:moveTo>
                <a:lnTo>
                  <a:pt x="372" y="274"/>
                </a:lnTo>
                <a:cubicBezTo>
                  <a:pt x="309" y="204"/>
                  <a:pt x="309" y="204"/>
                  <a:pt x="309" y="204"/>
                </a:cubicBezTo>
                <a:cubicBezTo>
                  <a:pt x="248" y="274"/>
                  <a:pt x="248" y="274"/>
                  <a:pt x="248" y="274"/>
                </a:cubicBezTo>
                <a:cubicBezTo>
                  <a:pt x="212" y="230"/>
                  <a:pt x="212" y="230"/>
                  <a:pt x="212" y="230"/>
                </a:cubicBezTo>
                <a:cubicBezTo>
                  <a:pt x="274" y="168"/>
                  <a:pt x="274" y="168"/>
                  <a:pt x="274" y="168"/>
                </a:cubicBezTo>
                <a:cubicBezTo>
                  <a:pt x="212" y="106"/>
                  <a:pt x="212" y="106"/>
                  <a:pt x="212" y="106"/>
                </a:cubicBezTo>
                <a:cubicBezTo>
                  <a:pt x="248" y="70"/>
                  <a:pt x="248" y="70"/>
                  <a:pt x="248" y="70"/>
                </a:cubicBezTo>
                <a:cubicBezTo>
                  <a:pt x="309" y="133"/>
                  <a:pt x="309" y="133"/>
                  <a:pt x="309" y="133"/>
                </a:cubicBezTo>
                <a:cubicBezTo>
                  <a:pt x="372" y="70"/>
                  <a:pt x="372" y="70"/>
                  <a:pt x="372" y="70"/>
                </a:cubicBezTo>
                <a:cubicBezTo>
                  <a:pt x="416" y="106"/>
                  <a:pt x="416" y="106"/>
                  <a:pt x="416" y="106"/>
                </a:cubicBezTo>
                <a:cubicBezTo>
                  <a:pt x="346" y="168"/>
                  <a:pt x="346" y="168"/>
                  <a:pt x="346" y="168"/>
                </a:cubicBezTo>
                <a:cubicBezTo>
                  <a:pt x="416" y="230"/>
                  <a:pt x="416" y="230"/>
                  <a:pt x="416" y="230"/>
                </a:cubicBezTo>
                <a:lnTo>
                  <a:pt x="372" y="27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6"/>
          <p:cNvSpPr/>
          <p:nvPr/>
        </p:nvSpPr>
        <p:spPr>
          <a:xfrm>
            <a:off x="6283325" y="2841625"/>
            <a:ext cx="207963" cy="179388"/>
          </a:xfrm>
          <a:custGeom>
            <a:rect b="b" l="l" r="r" t="t"/>
            <a:pathLst>
              <a:path extrusionOk="0" h="400" w="461">
                <a:moveTo>
                  <a:pt x="44" y="124"/>
                </a:moveTo>
                <a:lnTo>
                  <a:pt x="44" y="124"/>
                </a:lnTo>
                <a:cubicBezTo>
                  <a:pt x="88" y="89"/>
                  <a:pt x="124" y="62"/>
                  <a:pt x="221" y="106"/>
                </a:cubicBezTo>
                <a:cubicBezTo>
                  <a:pt x="266" y="133"/>
                  <a:pt x="301" y="142"/>
                  <a:pt x="328" y="142"/>
                </a:cubicBezTo>
                <a:cubicBezTo>
                  <a:pt x="381" y="142"/>
                  <a:pt x="416" y="115"/>
                  <a:pt x="443" y="89"/>
                </a:cubicBezTo>
                <a:cubicBezTo>
                  <a:pt x="451" y="80"/>
                  <a:pt x="460" y="62"/>
                  <a:pt x="451" y="53"/>
                </a:cubicBezTo>
                <a:cubicBezTo>
                  <a:pt x="443" y="44"/>
                  <a:pt x="425" y="44"/>
                  <a:pt x="416" y="53"/>
                </a:cubicBezTo>
                <a:cubicBezTo>
                  <a:pt x="372" y="89"/>
                  <a:pt x="337" y="115"/>
                  <a:pt x="239" y="62"/>
                </a:cubicBezTo>
                <a:cubicBezTo>
                  <a:pt x="124" y="0"/>
                  <a:pt x="62" y="44"/>
                  <a:pt x="18" y="89"/>
                </a:cubicBezTo>
                <a:cubicBezTo>
                  <a:pt x="9" y="97"/>
                  <a:pt x="0" y="115"/>
                  <a:pt x="9" y="124"/>
                </a:cubicBezTo>
                <a:cubicBezTo>
                  <a:pt x="18" y="133"/>
                  <a:pt x="35" y="133"/>
                  <a:pt x="44" y="124"/>
                </a:cubicBezTo>
                <a:close/>
                <a:moveTo>
                  <a:pt x="416" y="178"/>
                </a:moveTo>
                <a:lnTo>
                  <a:pt x="416" y="178"/>
                </a:lnTo>
                <a:cubicBezTo>
                  <a:pt x="372" y="213"/>
                  <a:pt x="337" y="248"/>
                  <a:pt x="239" y="195"/>
                </a:cubicBezTo>
                <a:cubicBezTo>
                  <a:pt x="124" y="124"/>
                  <a:pt x="62" y="178"/>
                  <a:pt x="18" y="213"/>
                </a:cubicBezTo>
                <a:cubicBezTo>
                  <a:pt x="9" y="222"/>
                  <a:pt x="0" y="240"/>
                  <a:pt x="9" y="248"/>
                </a:cubicBezTo>
                <a:cubicBezTo>
                  <a:pt x="18" y="257"/>
                  <a:pt x="35" y="257"/>
                  <a:pt x="44" y="248"/>
                </a:cubicBezTo>
                <a:cubicBezTo>
                  <a:pt x="88" y="213"/>
                  <a:pt x="124" y="187"/>
                  <a:pt x="221" y="240"/>
                </a:cubicBezTo>
                <a:cubicBezTo>
                  <a:pt x="266" y="266"/>
                  <a:pt x="301" y="275"/>
                  <a:pt x="328" y="275"/>
                </a:cubicBezTo>
                <a:cubicBezTo>
                  <a:pt x="381" y="275"/>
                  <a:pt x="416" y="240"/>
                  <a:pt x="443" y="222"/>
                </a:cubicBezTo>
                <a:cubicBezTo>
                  <a:pt x="451" y="213"/>
                  <a:pt x="460" y="195"/>
                  <a:pt x="451" y="187"/>
                </a:cubicBezTo>
                <a:cubicBezTo>
                  <a:pt x="443" y="168"/>
                  <a:pt x="425" y="168"/>
                  <a:pt x="416" y="178"/>
                </a:cubicBezTo>
                <a:close/>
                <a:moveTo>
                  <a:pt x="416" y="302"/>
                </a:moveTo>
                <a:lnTo>
                  <a:pt x="416" y="302"/>
                </a:lnTo>
                <a:cubicBezTo>
                  <a:pt x="372" y="346"/>
                  <a:pt x="337" y="372"/>
                  <a:pt x="239" y="319"/>
                </a:cubicBezTo>
                <a:cubicBezTo>
                  <a:pt x="124" y="248"/>
                  <a:pt x="62" y="302"/>
                  <a:pt x="18" y="337"/>
                </a:cubicBezTo>
                <a:cubicBezTo>
                  <a:pt x="9" y="346"/>
                  <a:pt x="0" y="363"/>
                  <a:pt x="9" y="372"/>
                </a:cubicBezTo>
                <a:cubicBezTo>
                  <a:pt x="18" y="390"/>
                  <a:pt x="35" y="390"/>
                  <a:pt x="44" y="381"/>
                </a:cubicBezTo>
                <a:cubicBezTo>
                  <a:pt x="88" y="337"/>
                  <a:pt x="124" y="310"/>
                  <a:pt x="221" y="363"/>
                </a:cubicBezTo>
                <a:cubicBezTo>
                  <a:pt x="266" y="390"/>
                  <a:pt x="301" y="399"/>
                  <a:pt x="328" y="399"/>
                </a:cubicBezTo>
                <a:cubicBezTo>
                  <a:pt x="381" y="399"/>
                  <a:pt x="416" y="372"/>
                  <a:pt x="443" y="346"/>
                </a:cubicBezTo>
                <a:cubicBezTo>
                  <a:pt x="451" y="337"/>
                  <a:pt x="460" y="319"/>
                  <a:pt x="451" y="310"/>
                </a:cubicBezTo>
                <a:cubicBezTo>
                  <a:pt x="443" y="302"/>
                  <a:pt x="425" y="293"/>
                  <a:pt x="416" y="3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6"/>
          <p:cNvSpPr/>
          <p:nvPr/>
        </p:nvSpPr>
        <p:spPr>
          <a:xfrm>
            <a:off x="4540250" y="1465263"/>
            <a:ext cx="215900" cy="187325"/>
          </a:xfrm>
          <a:custGeom>
            <a:rect b="b" l="l" r="r" t="t"/>
            <a:pathLst>
              <a:path extrusionOk="0" h="417" w="479">
                <a:moveTo>
                  <a:pt x="478" y="390"/>
                </a:moveTo>
                <a:lnTo>
                  <a:pt x="478" y="390"/>
                </a:lnTo>
                <a:cubicBezTo>
                  <a:pt x="257" y="0"/>
                  <a:pt x="257" y="0"/>
                  <a:pt x="257" y="0"/>
                </a:cubicBezTo>
                <a:cubicBezTo>
                  <a:pt x="248" y="0"/>
                  <a:pt x="248" y="0"/>
                  <a:pt x="239" y="0"/>
                </a:cubicBezTo>
                <a:cubicBezTo>
                  <a:pt x="230" y="0"/>
                  <a:pt x="230" y="0"/>
                  <a:pt x="221" y="0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399"/>
                  <a:pt x="0" y="408"/>
                  <a:pt x="0" y="408"/>
                </a:cubicBezTo>
                <a:cubicBezTo>
                  <a:pt x="8" y="416"/>
                  <a:pt x="8" y="416"/>
                  <a:pt x="17" y="416"/>
                </a:cubicBezTo>
                <a:cubicBezTo>
                  <a:pt x="461" y="416"/>
                  <a:pt x="461" y="416"/>
                  <a:pt x="461" y="416"/>
                </a:cubicBezTo>
                <a:cubicBezTo>
                  <a:pt x="470" y="416"/>
                  <a:pt x="470" y="416"/>
                  <a:pt x="478" y="408"/>
                </a:cubicBezTo>
                <a:cubicBezTo>
                  <a:pt x="478" y="408"/>
                  <a:pt x="478" y="399"/>
                  <a:pt x="478" y="390"/>
                </a:cubicBezTo>
                <a:close/>
                <a:moveTo>
                  <a:pt x="265" y="372"/>
                </a:moveTo>
                <a:lnTo>
                  <a:pt x="265" y="372"/>
                </a:lnTo>
                <a:cubicBezTo>
                  <a:pt x="212" y="372"/>
                  <a:pt x="212" y="372"/>
                  <a:pt x="212" y="372"/>
                </a:cubicBezTo>
                <a:cubicBezTo>
                  <a:pt x="212" y="319"/>
                  <a:pt x="212" y="319"/>
                  <a:pt x="212" y="319"/>
                </a:cubicBezTo>
                <a:cubicBezTo>
                  <a:pt x="265" y="319"/>
                  <a:pt x="265" y="319"/>
                  <a:pt x="265" y="319"/>
                </a:cubicBezTo>
                <a:lnTo>
                  <a:pt x="265" y="372"/>
                </a:lnTo>
                <a:close/>
                <a:moveTo>
                  <a:pt x="265" y="284"/>
                </a:moveTo>
                <a:lnTo>
                  <a:pt x="265" y="284"/>
                </a:lnTo>
                <a:cubicBezTo>
                  <a:pt x="212" y="284"/>
                  <a:pt x="212" y="284"/>
                  <a:pt x="212" y="284"/>
                </a:cubicBezTo>
                <a:cubicBezTo>
                  <a:pt x="212" y="134"/>
                  <a:pt x="212" y="134"/>
                  <a:pt x="212" y="134"/>
                </a:cubicBezTo>
                <a:cubicBezTo>
                  <a:pt x="265" y="134"/>
                  <a:pt x="265" y="134"/>
                  <a:pt x="265" y="134"/>
                </a:cubicBezTo>
                <a:lnTo>
                  <a:pt x="265" y="28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6"/>
          <p:cNvSpPr/>
          <p:nvPr/>
        </p:nvSpPr>
        <p:spPr>
          <a:xfrm>
            <a:off x="8502650" y="3697288"/>
            <a:ext cx="174625" cy="200025"/>
          </a:xfrm>
          <a:custGeom>
            <a:rect b="b" l="l" r="r" t="t"/>
            <a:pathLst>
              <a:path extrusionOk="0" h="445" w="390">
                <a:moveTo>
                  <a:pt x="371" y="0"/>
                </a:moveTo>
                <a:lnTo>
                  <a:pt x="371" y="0"/>
                </a:lnTo>
                <a:cubicBezTo>
                  <a:pt x="310" y="0"/>
                  <a:pt x="310" y="0"/>
                  <a:pt x="310" y="0"/>
                </a:cubicBezTo>
                <a:cubicBezTo>
                  <a:pt x="301" y="0"/>
                  <a:pt x="292" y="10"/>
                  <a:pt x="292" y="28"/>
                </a:cubicBezTo>
                <a:cubicBezTo>
                  <a:pt x="292" y="444"/>
                  <a:pt x="292" y="444"/>
                  <a:pt x="292" y="444"/>
                </a:cubicBezTo>
                <a:cubicBezTo>
                  <a:pt x="389" y="444"/>
                  <a:pt x="389" y="444"/>
                  <a:pt x="389" y="444"/>
                </a:cubicBezTo>
                <a:cubicBezTo>
                  <a:pt x="389" y="28"/>
                  <a:pt x="389" y="28"/>
                  <a:pt x="389" y="28"/>
                </a:cubicBezTo>
                <a:cubicBezTo>
                  <a:pt x="389" y="10"/>
                  <a:pt x="380" y="0"/>
                  <a:pt x="371" y="0"/>
                </a:cubicBezTo>
                <a:close/>
                <a:moveTo>
                  <a:pt x="221" y="151"/>
                </a:moveTo>
                <a:lnTo>
                  <a:pt x="221" y="151"/>
                </a:lnTo>
                <a:cubicBezTo>
                  <a:pt x="168" y="151"/>
                  <a:pt x="168" y="151"/>
                  <a:pt x="168" y="151"/>
                </a:cubicBezTo>
                <a:cubicBezTo>
                  <a:pt x="150" y="151"/>
                  <a:pt x="141" y="160"/>
                  <a:pt x="141" y="178"/>
                </a:cubicBezTo>
                <a:cubicBezTo>
                  <a:pt x="141" y="444"/>
                  <a:pt x="141" y="444"/>
                  <a:pt x="141" y="444"/>
                </a:cubicBezTo>
                <a:cubicBezTo>
                  <a:pt x="248" y="444"/>
                  <a:pt x="248" y="444"/>
                  <a:pt x="248" y="444"/>
                </a:cubicBezTo>
                <a:cubicBezTo>
                  <a:pt x="248" y="178"/>
                  <a:pt x="248" y="178"/>
                  <a:pt x="248" y="178"/>
                </a:cubicBezTo>
                <a:cubicBezTo>
                  <a:pt x="248" y="160"/>
                  <a:pt x="230" y="151"/>
                  <a:pt x="221" y="151"/>
                </a:cubicBezTo>
                <a:close/>
                <a:moveTo>
                  <a:pt x="70" y="302"/>
                </a:moveTo>
                <a:lnTo>
                  <a:pt x="70" y="302"/>
                </a:lnTo>
                <a:cubicBezTo>
                  <a:pt x="17" y="302"/>
                  <a:pt x="17" y="302"/>
                  <a:pt x="17" y="302"/>
                </a:cubicBezTo>
                <a:cubicBezTo>
                  <a:pt x="0" y="302"/>
                  <a:pt x="0" y="310"/>
                  <a:pt x="0" y="319"/>
                </a:cubicBezTo>
                <a:cubicBezTo>
                  <a:pt x="0" y="444"/>
                  <a:pt x="0" y="444"/>
                  <a:pt x="0" y="444"/>
                </a:cubicBezTo>
                <a:cubicBezTo>
                  <a:pt x="97" y="444"/>
                  <a:pt x="97" y="444"/>
                  <a:pt x="97" y="444"/>
                </a:cubicBezTo>
                <a:cubicBezTo>
                  <a:pt x="97" y="319"/>
                  <a:pt x="97" y="319"/>
                  <a:pt x="97" y="319"/>
                </a:cubicBezTo>
                <a:cubicBezTo>
                  <a:pt x="97" y="310"/>
                  <a:pt x="88" y="302"/>
                  <a:pt x="70" y="3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6"/>
          <p:cNvSpPr/>
          <p:nvPr/>
        </p:nvSpPr>
        <p:spPr>
          <a:xfrm>
            <a:off x="7191375" y="3797300"/>
            <a:ext cx="187325" cy="188913"/>
          </a:xfrm>
          <a:custGeom>
            <a:rect b="b" l="l" r="r" t="t"/>
            <a:pathLst>
              <a:path extrusionOk="0" h="417" w="418">
                <a:moveTo>
                  <a:pt x="177" y="0"/>
                </a:moveTo>
                <a:lnTo>
                  <a:pt x="177" y="0"/>
                </a:lnTo>
                <a:cubicBezTo>
                  <a:pt x="80" y="9"/>
                  <a:pt x="9" y="88"/>
                  <a:pt x="0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177" y="0"/>
                </a:lnTo>
                <a:close/>
                <a:moveTo>
                  <a:pt x="230" y="0"/>
                </a:moveTo>
                <a:lnTo>
                  <a:pt x="230" y="0"/>
                </a:lnTo>
                <a:cubicBezTo>
                  <a:pt x="230" y="203"/>
                  <a:pt x="230" y="203"/>
                  <a:pt x="230" y="203"/>
                </a:cubicBezTo>
                <a:cubicBezTo>
                  <a:pt x="230" y="221"/>
                  <a:pt x="222" y="229"/>
                  <a:pt x="204" y="229"/>
                </a:cubicBezTo>
                <a:cubicBezTo>
                  <a:pt x="0" y="229"/>
                  <a:pt x="0" y="229"/>
                  <a:pt x="0" y="229"/>
                </a:cubicBezTo>
                <a:cubicBezTo>
                  <a:pt x="9" y="336"/>
                  <a:pt x="98" y="416"/>
                  <a:pt x="204" y="416"/>
                </a:cubicBezTo>
                <a:cubicBezTo>
                  <a:pt x="319" y="416"/>
                  <a:pt x="417" y="319"/>
                  <a:pt x="417" y="203"/>
                </a:cubicBezTo>
                <a:cubicBezTo>
                  <a:pt x="417" y="97"/>
                  <a:pt x="337" y="9"/>
                  <a:pt x="23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6"/>
          <p:cNvSpPr/>
          <p:nvPr/>
        </p:nvSpPr>
        <p:spPr>
          <a:xfrm>
            <a:off x="8453438" y="3306763"/>
            <a:ext cx="223837" cy="192087"/>
          </a:xfrm>
          <a:custGeom>
            <a:rect b="b" l="l" r="r" t="t"/>
            <a:pathLst>
              <a:path extrusionOk="0" h="426" w="497">
                <a:moveTo>
                  <a:pt x="17" y="247"/>
                </a:moveTo>
                <a:lnTo>
                  <a:pt x="17" y="247"/>
                </a:lnTo>
                <a:cubicBezTo>
                  <a:pt x="53" y="256"/>
                  <a:pt x="53" y="256"/>
                  <a:pt x="53" y="256"/>
                </a:cubicBezTo>
                <a:cubicBezTo>
                  <a:pt x="80" y="212"/>
                  <a:pt x="80" y="212"/>
                  <a:pt x="80" y="212"/>
                </a:cubicBezTo>
                <a:cubicBezTo>
                  <a:pt x="26" y="203"/>
                  <a:pt x="26" y="203"/>
                  <a:pt x="26" y="203"/>
                </a:cubicBezTo>
                <a:cubicBezTo>
                  <a:pt x="17" y="203"/>
                  <a:pt x="0" y="212"/>
                  <a:pt x="0" y="221"/>
                </a:cubicBezTo>
                <a:cubicBezTo>
                  <a:pt x="0" y="230"/>
                  <a:pt x="9" y="247"/>
                  <a:pt x="17" y="247"/>
                </a:cubicBezTo>
                <a:close/>
                <a:moveTo>
                  <a:pt x="460" y="256"/>
                </a:moveTo>
                <a:lnTo>
                  <a:pt x="460" y="256"/>
                </a:lnTo>
                <a:cubicBezTo>
                  <a:pt x="345" y="354"/>
                  <a:pt x="345" y="354"/>
                  <a:pt x="345" y="354"/>
                </a:cubicBezTo>
                <a:cubicBezTo>
                  <a:pt x="221" y="256"/>
                  <a:pt x="221" y="256"/>
                  <a:pt x="221" y="256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194" y="247"/>
                  <a:pt x="194" y="247"/>
                  <a:pt x="194" y="247"/>
                </a:cubicBezTo>
                <a:cubicBezTo>
                  <a:pt x="168" y="283"/>
                  <a:pt x="168" y="283"/>
                  <a:pt x="168" y="283"/>
                </a:cubicBezTo>
                <a:cubicBezTo>
                  <a:pt x="194" y="292"/>
                  <a:pt x="194" y="292"/>
                  <a:pt x="194" y="292"/>
                </a:cubicBezTo>
                <a:cubicBezTo>
                  <a:pt x="337" y="398"/>
                  <a:pt x="337" y="398"/>
                  <a:pt x="337" y="398"/>
                </a:cubicBezTo>
                <a:cubicBezTo>
                  <a:pt x="337" y="407"/>
                  <a:pt x="345" y="407"/>
                  <a:pt x="345" y="407"/>
                </a:cubicBezTo>
                <a:cubicBezTo>
                  <a:pt x="354" y="407"/>
                  <a:pt x="363" y="407"/>
                  <a:pt x="363" y="398"/>
                </a:cubicBezTo>
                <a:cubicBezTo>
                  <a:pt x="487" y="292"/>
                  <a:pt x="487" y="292"/>
                  <a:pt x="487" y="292"/>
                </a:cubicBezTo>
                <a:cubicBezTo>
                  <a:pt x="496" y="283"/>
                  <a:pt x="496" y="265"/>
                  <a:pt x="487" y="256"/>
                </a:cubicBezTo>
                <a:cubicBezTo>
                  <a:pt x="478" y="247"/>
                  <a:pt x="469" y="247"/>
                  <a:pt x="460" y="256"/>
                </a:cubicBezTo>
                <a:close/>
                <a:moveTo>
                  <a:pt x="212" y="141"/>
                </a:moveTo>
                <a:lnTo>
                  <a:pt x="212" y="141"/>
                </a:lnTo>
                <a:cubicBezTo>
                  <a:pt x="337" y="221"/>
                  <a:pt x="337" y="221"/>
                  <a:pt x="337" y="221"/>
                </a:cubicBezTo>
                <a:cubicBezTo>
                  <a:pt x="345" y="230"/>
                  <a:pt x="363" y="230"/>
                  <a:pt x="372" y="212"/>
                </a:cubicBezTo>
                <a:cubicBezTo>
                  <a:pt x="496" y="35"/>
                  <a:pt x="496" y="35"/>
                  <a:pt x="496" y="35"/>
                </a:cubicBezTo>
                <a:cubicBezTo>
                  <a:pt x="496" y="26"/>
                  <a:pt x="496" y="9"/>
                  <a:pt x="487" y="9"/>
                </a:cubicBezTo>
                <a:cubicBezTo>
                  <a:pt x="478" y="0"/>
                  <a:pt x="460" y="0"/>
                  <a:pt x="452" y="9"/>
                </a:cubicBezTo>
                <a:cubicBezTo>
                  <a:pt x="345" y="177"/>
                  <a:pt x="345" y="177"/>
                  <a:pt x="345" y="177"/>
                </a:cubicBezTo>
                <a:cubicBezTo>
                  <a:pt x="221" y="97"/>
                  <a:pt x="221" y="97"/>
                  <a:pt x="221" y="97"/>
                </a:cubicBezTo>
                <a:cubicBezTo>
                  <a:pt x="212" y="88"/>
                  <a:pt x="212" y="88"/>
                  <a:pt x="203" y="88"/>
                </a:cubicBezTo>
                <a:cubicBezTo>
                  <a:pt x="194" y="97"/>
                  <a:pt x="194" y="97"/>
                  <a:pt x="186" y="106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407"/>
                  <a:pt x="0" y="416"/>
                  <a:pt x="9" y="425"/>
                </a:cubicBezTo>
                <a:cubicBezTo>
                  <a:pt x="17" y="425"/>
                  <a:pt x="17" y="425"/>
                  <a:pt x="26" y="425"/>
                </a:cubicBezTo>
                <a:cubicBezTo>
                  <a:pt x="26" y="425"/>
                  <a:pt x="35" y="425"/>
                  <a:pt x="44" y="416"/>
                </a:cubicBezTo>
                <a:lnTo>
                  <a:pt x="212" y="14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6"/>
          <p:cNvSpPr/>
          <p:nvPr/>
        </p:nvSpPr>
        <p:spPr>
          <a:xfrm>
            <a:off x="7148513" y="1528763"/>
            <a:ext cx="219075" cy="174625"/>
          </a:xfrm>
          <a:custGeom>
            <a:rect b="b" l="l" r="r" t="t"/>
            <a:pathLst>
              <a:path extrusionOk="0" h="390" w="487">
                <a:moveTo>
                  <a:pt x="478" y="9"/>
                </a:moveTo>
                <a:lnTo>
                  <a:pt x="478" y="9"/>
                </a:lnTo>
                <a:cubicBezTo>
                  <a:pt x="372" y="195"/>
                  <a:pt x="372" y="195"/>
                  <a:pt x="372" y="195"/>
                </a:cubicBezTo>
                <a:cubicBezTo>
                  <a:pt x="363" y="204"/>
                  <a:pt x="354" y="204"/>
                  <a:pt x="345" y="195"/>
                </a:cubicBezTo>
                <a:cubicBezTo>
                  <a:pt x="292" y="150"/>
                  <a:pt x="292" y="150"/>
                  <a:pt x="292" y="150"/>
                </a:cubicBezTo>
                <a:cubicBezTo>
                  <a:pt x="283" y="141"/>
                  <a:pt x="283" y="141"/>
                  <a:pt x="274" y="150"/>
                </a:cubicBezTo>
                <a:cubicBezTo>
                  <a:pt x="194" y="266"/>
                  <a:pt x="194" y="266"/>
                  <a:pt x="194" y="266"/>
                </a:cubicBezTo>
                <a:cubicBezTo>
                  <a:pt x="194" y="275"/>
                  <a:pt x="186" y="275"/>
                  <a:pt x="177" y="266"/>
                </a:cubicBezTo>
                <a:cubicBezTo>
                  <a:pt x="141" y="239"/>
                  <a:pt x="141" y="239"/>
                  <a:pt x="141" y="239"/>
                </a:cubicBezTo>
                <a:cubicBezTo>
                  <a:pt x="132" y="230"/>
                  <a:pt x="123" y="230"/>
                  <a:pt x="123" y="239"/>
                </a:cubicBezTo>
                <a:cubicBezTo>
                  <a:pt x="8" y="381"/>
                  <a:pt x="8" y="381"/>
                  <a:pt x="8" y="381"/>
                </a:cubicBezTo>
                <a:cubicBezTo>
                  <a:pt x="0" y="389"/>
                  <a:pt x="0" y="389"/>
                  <a:pt x="8" y="389"/>
                </a:cubicBezTo>
                <a:cubicBezTo>
                  <a:pt x="486" y="389"/>
                  <a:pt x="486" y="389"/>
                  <a:pt x="486" y="389"/>
                </a:cubicBezTo>
                <a:cubicBezTo>
                  <a:pt x="486" y="9"/>
                  <a:pt x="486" y="9"/>
                  <a:pt x="486" y="9"/>
                </a:cubicBezTo>
                <a:cubicBezTo>
                  <a:pt x="486" y="0"/>
                  <a:pt x="486" y="0"/>
                  <a:pt x="478" y="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6"/>
          <p:cNvSpPr/>
          <p:nvPr/>
        </p:nvSpPr>
        <p:spPr>
          <a:xfrm>
            <a:off x="957263" y="1939925"/>
            <a:ext cx="176212" cy="207963"/>
          </a:xfrm>
          <a:custGeom>
            <a:rect b="b" l="l" r="r" t="t"/>
            <a:pathLst>
              <a:path extrusionOk="0" h="463" w="391">
                <a:moveTo>
                  <a:pt x="283" y="178"/>
                </a:moveTo>
                <a:lnTo>
                  <a:pt x="283" y="178"/>
                </a:lnTo>
                <a:cubicBezTo>
                  <a:pt x="283" y="169"/>
                  <a:pt x="373" y="89"/>
                  <a:pt x="319" y="18"/>
                </a:cubicBezTo>
                <a:cubicBezTo>
                  <a:pt x="310" y="0"/>
                  <a:pt x="266" y="98"/>
                  <a:pt x="204" y="134"/>
                </a:cubicBezTo>
                <a:cubicBezTo>
                  <a:pt x="169" y="160"/>
                  <a:pt x="98" y="204"/>
                  <a:pt x="98" y="231"/>
                </a:cubicBezTo>
                <a:cubicBezTo>
                  <a:pt x="98" y="400"/>
                  <a:pt x="98" y="400"/>
                  <a:pt x="98" y="400"/>
                </a:cubicBezTo>
                <a:cubicBezTo>
                  <a:pt x="98" y="435"/>
                  <a:pt x="213" y="462"/>
                  <a:pt x="310" y="462"/>
                </a:cubicBezTo>
                <a:cubicBezTo>
                  <a:pt x="345" y="462"/>
                  <a:pt x="390" y="249"/>
                  <a:pt x="390" y="222"/>
                </a:cubicBezTo>
                <a:cubicBezTo>
                  <a:pt x="390" y="187"/>
                  <a:pt x="292" y="187"/>
                  <a:pt x="283" y="178"/>
                </a:cubicBezTo>
                <a:close/>
                <a:moveTo>
                  <a:pt x="71" y="178"/>
                </a:moveTo>
                <a:lnTo>
                  <a:pt x="71" y="178"/>
                </a:lnTo>
                <a:cubicBezTo>
                  <a:pt x="54" y="178"/>
                  <a:pt x="0" y="187"/>
                  <a:pt x="0" y="25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444"/>
                  <a:pt x="54" y="453"/>
                  <a:pt x="71" y="453"/>
                </a:cubicBezTo>
                <a:cubicBezTo>
                  <a:pt x="89" y="453"/>
                  <a:pt x="44" y="435"/>
                  <a:pt x="44" y="400"/>
                </a:cubicBezTo>
                <a:cubicBezTo>
                  <a:pt x="44" y="240"/>
                  <a:pt x="44" y="240"/>
                  <a:pt x="44" y="240"/>
                </a:cubicBezTo>
                <a:cubicBezTo>
                  <a:pt x="44" y="196"/>
                  <a:pt x="89" y="178"/>
                  <a:pt x="71" y="1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6"/>
          <p:cNvSpPr/>
          <p:nvPr/>
        </p:nvSpPr>
        <p:spPr>
          <a:xfrm>
            <a:off x="1403350" y="1947863"/>
            <a:ext cx="174625" cy="207962"/>
          </a:xfrm>
          <a:custGeom>
            <a:rect b="b" l="l" r="r" t="t"/>
            <a:pathLst>
              <a:path extrusionOk="0" h="462" w="392">
                <a:moveTo>
                  <a:pt x="107" y="293"/>
                </a:moveTo>
                <a:lnTo>
                  <a:pt x="107" y="293"/>
                </a:lnTo>
                <a:cubicBezTo>
                  <a:pt x="107" y="301"/>
                  <a:pt x="19" y="382"/>
                  <a:pt x="72" y="444"/>
                </a:cubicBezTo>
                <a:cubicBezTo>
                  <a:pt x="80" y="461"/>
                  <a:pt x="125" y="373"/>
                  <a:pt x="186" y="329"/>
                </a:cubicBezTo>
                <a:cubicBezTo>
                  <a:pt x="213" y="310"/>
                  <a:pt x="293" y="257"/>
                  <a:pt x="293" y="239"/>
                </a:cubicBezTo>
                <a:cubicBezTo>
                  <a:pt x="293" y="63"/>
                  <a:pt x="293" y="63"/>
                  <a:pt x="293" y="63"/>
                </a:cubicBezTo>
                <a:cubicBezTo>
                  <a:pt x="293" y="35"/>
                  <a:pt x="169" y="0"/>
                  <a:pt x="80" y="0"/>
                </a:cubicBezTo>
                <a:cubicBezTo>
                  <a:pt x="44" y="0"/>
                  <a:pt x="0" y="213"/>
                  <a:pt x="0" y="248"/>
                </a:cubicBezTo>
                <a:cubicBezTo>
                  <a:pt x="0" y="284"/>
                  <a:pt x="98" y="284"/>
                  <a:pt x="107" y="293"/>
                </a:cubicBezTo>
                <a:close/>
                <a:moveTo>
                  <a:pt x="319" y="284"/>
                </a:moveTo>
                <a:lnTo>
                  <a:pt x="319" y="284"/>
                </a:lnTo>
                <a:cubicBezTo>
                  <a:pt x="338" y="284"/>
                  <a:pt x="391" y="275"/>
                  <a:pt x="391" y="213"/>
                </a:cubicBezTo>
                <a:cubicBezTo>
                  <a:pt x="391" y="89"/>
                  <a:pt x="391" y="89"/>
                  <a:pt x="391" y="89"/>
                </a:cubicBezTo>
                <a:cubicBezTo>
                  <a:pt x="391" y="18"/>
                  <a:pt x="338" y="18"/>
                  <a:pt x="319" y="18"/>
                </a:cubicBezTo>
                <a:cubicBezTo>
                  <a:pt x="302" y="18"/>
                  <a:pt x="346" y="27"/>
                  <a:pt x="346" y="71"/>
                </a:cubicBezTo>
                <a:cubicBezTo>
                  <a:pt x="346" y="231"/>
                  <a:pt x="346" y="231"/>
                  <a:pt x="346" y="231"/>
                </a:cubicBezTo>
                <a:cubicBezTo>
                  <a:pt x="346" y="275"/>
                  <a:pt x="302" y="284"/>
                  <a:pt x="319" y="2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7"/>
          <p:cNvSpPr/>
          <p:nvPr/>
        </p:nvSpPr>
        <p:spPr>
          <a:xfrm>
            <a:off x="5033963" y="1528763"/>
            <a:ext cx="165100" cy="161925"/>
          </a:xfrm>
          <a:custGeom>
            <a:rect b="b" l="l" r="r" t="t"/>
            <a:pathLst>
              <a:path extrusionOk="0" h="364" w="373">
                <a:moveTo>
                  <a:pt x="372" y="177"/>
                </a:moveTo>
                <a:lnTo>
                  <a:pt x="283" y="177"/>
                </a:lnTo>
                <a:lnTo>
                  <a:pt x="283" y="0"/>
                </a:lnTo>
                <a:lnTo>
                  <a:pt x="89" y="0"/>
                </a:lnTo>
                <a:lnTo>
                  <a:pt x="89" y="177"/>
                </a:lnTo>
                <a:lnTo>
                  <a:pt x="0" y="177"/>
                </a:lnTo>
                <a:lnTo>
                  <a:pt x="186" y="363"/>
                </a:lnTo>
                <a:lnTo>
                  <a:pt x="372" y="17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7"/>
          <p:cNvSpPr/>
          <p:nvPr/>
        </p:nvSpPr>
        <p:spPr>
          <a:xfrm>
            <a:off x="5913438" y="1525588"/>
            <a:ext cx="157162" cy="168275"/>
          </a:xfrm>
          <a:custGeom>
            <a:rect b="b" l="l" r="r" t="t"/>
            <a:pathLst>
              <a:path extrusionOk="0" h="382" w="355">
                <a:moveTo>
                  <a:pt x="168" y="0"/>
                </a:moveTo>
                <a:lnTo>
                  <a:pt x="168" y="97"/>
                </a:lnTo>
                <a:lnTo>
                  <a:pt x="0" y="97"/>
                </a:lnTo>
                <a:lnTo>
                  <a:pt x="0" y="283"/>
                </a:lnTo>
                <a:lnTo>
                  <a:pt x="168" y="283"/>
                </a:lnTo>
                <a:lnTo>
                  <a:pt x="168" y="381"/>
                </a:lnTo>
                <a:lnTo>
                  <a:pt x="354" y="186"/>
                </a:lnTo>
                <a:lnTo>
                  <a:pt x="168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5" name="Google Shape;2325;p7"/>
          <p:cNvSpPr/>
          <p:nvPr/>
        </p:nvSpPr>
        <p:spPr>
          <a:xfrm>
            <a:off x="4600575" y="1525588"/>
            <a:ext cx="157163" cy="168275"/>
          </a:xfrm>
          <a:custGeom>
            <a:rect b="b" l="l" r="r" t="t"/>
            <a:pathLst>
              <a:path extrusionOk="0" h="382" w="355">
                <a:moveTo>
                  <a:pt x="187" y="0"/>
                </a:moveTo>
                <a:lnTo>
                  <a:pt x="187" y="97"/>
                </a:lnTo>
                <a:lnTo>
                  <a:pt x="354" y="97"/>
                </a:lnTo>
                <a:lnTo>
                  <a:pt x="354" y="283"/>
                </a:lnTo>
                <a:lnTo>
                  <a:pt x="187" y="283"/>
                </a:lnTo>
                <a:lnTo>
                  <a:pt x="187" y="381"/>
                </a:lnTo>
                <a:lnTo>
                  <a:pt x="0" y="186"/>
                </a:lnTo>
                <a:lnTo>
                  <a:pt x="187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7"/>
          <p:cNvSpPr/>
          <p:nvPr/>
        </p:nvSpPr>
        <p:spPr>
          <a:xfrm>
            <a:off x="5472113" y="1528763"/>
            <a:ext cx="165100" cy="161925"/>
          </a:xfrm>
          <a:custGeom>
            <a:rect b="b" l="l" r="r" t="t"/>
            <a:pathLst>
              <a:path extrusionOk="0" h="364" w="374">
                <a:moveTo>
                  <a:pt x="373" y="186"/>
                </a:moveTo>
                <a:lnTo>
                  <a:pt x="283" y="186"/>
                </a:lnTo>
                <a:lnTo>
                  <a:pt x="283" y="363"/>
                </a:lnTo>
                <a:lnTo>
                  <a:pt x="89" y="363"/>
                </a:lnTo>
                <a:lnTo>
                  <a:pt x="89" y="186"/>
                </a:lnTo>
                <a:lnTo>
                  <a:pt x="0" y="186"/>
                </a:lnTo>
                <a:lnTo>
                  <a:pt x="186" y="0"/>
                </a:lnTo>
                <a:lnTo>
                  <a:pt x="373" y="18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p7"/>
          <p:cNvSpPr/>
          <p:nvPr/>
        </p:nvSpPr>
        <p:spPr>
          <a:xfrm>
            <a:off x="6796088" y="1528763"/>
            <a:ext cx="146050" cy="161925"/>
          </a:xfrm>
          <a:custGeom>
            <a:rect b="b" l="l" r="r" t="t"/>
            <a:pathLst>
              <a:path extrusionOk="0" h="364" w="329">
                <a:moveTo>
                  <a:pt x="328" y="177"/>
                </a:moveTo>
                <a:lnTo>
                  <a:pt x="230" y="177"/>
                </a:lnTo>
                <a:lnTo>
                  <a:pt x="230" y="0"/>
                </a:lnTo>
                <a:lnTo>
                  <a:pt x="89" y="0"/>
                </a:lnTo>
                <a:lnTo>
                  <a:pt x="89" y="177"/>
                </a:lnTo>
                <a:lnTo>
                  <a:pt x="0" y="177"/>
                </a:lnTo>
                <a:lnTo>
                  <a:pt x="160" y="363"/>
                </a:lnTo>
                <a:lnTo>
                  <a:pt x="328" y="17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7"/>
          <p:cNvSpPr/>
          <p:nvPr/>
        </p:nvSpPr>
        <p:spPr>
          <a:xfrm>
            <a:off x="6350000" y="1536700"/>
            <a:ext cx="158750" cy="146050"/>
          </a:xfrm>
          <a:custGeom>
            <a:rect b="b" l="l" r="r" t="t"/>
            <a:pathLst>
              <a:path extrusionOk="0" h="329" w="355">
                <a:moveTo>
                  <a:pt x="186" y="328"/>
                </a:moveTo>
                <a:lnTo>
                  <a:pt x="186" y="231"/>
                </a:lnTo>
                <a:lnTo>
                  <a:pt x="354" y="231"/>
                </a:lnTo>
                <a:lnTo>
                  <a:pt x="354" y="97"/>
                </a:lnTo>
                <a:lnTo>
                  <a:pt x="186" y="97"/>
                </a:lnTo>
                <a:lnTo>
                  <a:pt x="186" y="0"/>
                </a:lnTo>
                <a:lnTo>
                  <a:pt x="0" y="160"/>
                </a:lnTo>
                <a:lnTo>
                  <a:pt x="186" y="328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9" name="Google Shape;2329;p7"/>
          <p:cNvSpPr/>
          <p:nvPr/>
        </p:nvSpPr>
        <p:spPr>
          <a:xfrm>
            <a:off x="1095375" y="1973263"/>
            <a:ext cx="161925" cy="144462"/>
          </a:xfrm>
          <a:custGeom>
            <a:rect b="b" l="l" r="r" t="t"/>
            <a:pathLst>
              <a:path extrusionOk="0" h="328" w="365">
                <a:moveTo>
                  <a:pt x="177" y="0"/>
                </a:moveTo>
                <a:lnTo>
                  <a:pt x="177" y="98"/>
                </a:lnTo>
                <a:lnTo>
                  <a:pt x="0" y="98"/>
                </a:lnTo>
                <a:lnTo>
                  <a:pt x="0" y="230"/>
                </a:lnTo>
                <a:lnTo>
                  <a:pt x="177" y="230"/>
                </a:lnTo>
                <a:lnTo>
                  <a:pt x="177" y="327"/>
                </a:lnTo>
                <a:lnTo>
                  <a:pt x="364" y="159"/>
                </a:lnTo>
                <a:lnTo>
                  <a:pt x="177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7"/>
          <p:cNvSpPr/>
          <p:nvPr/>
        </p:nvSpPr>
        <p:spPr>
          <a:xfrm>
            <a:off x="666750" y="1966913"/>
            <a:ext cx="146050" cy="160337"/>
          </a:xfrm>
          <a:custGeom>
            <a:rect b="b" l="l" r="r" t="t"/>
            <a:pathLst>
              <a:path extrusionOk="0" h="364" w="329">
                <a:moveTo>
                  <a:pt x="328" y="186"/>
                </a:moveTo>
                <a:lnTo>
                  <a:pt x="240" y="186"/>
                </a:lnTo>
                <a:lnTo>
                  <a:pt x="240" y="363"/>
                </a:lnTo>
                <a:lnTo>
                  <a:pt x="98" y="363"/>
                </a:lnTo>
                <a:lnTo>
                  <a:pt x="98" y="186"/>
                </a:lnTo>
                <a:lnTo>
                  <a:pt x="0" y="186"/>
                </a:lnTo>
                <a:lnTo>
                  <a:pt x="169" y="0"/>
                </a:lnTo>
                <a:lnTo>
                  <a:pt x="328" y="18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7"/>
          <p:cNvSpPr/>
          <p:nvPr/>
        </p:nvSpPr>
        <p:spPr>
          <a:xfrm>
            <a:off x="1514475" y="1946275"/>
            <a:ext cx="203200" cy="200025"/>
          </a:xfrm>
          <a:custGeom>
            <a:rect b="b" l="l" r="r" t="t"/>
            <a:pathLst>
              <a:path extrusionOk="0" h="452" w="462">
                <a:moveTo>
                  <a:pt x="461" y="221"/>
                </a:moveTo>
                <a:lnTo>
                  <a:pt x="461" y="221"/>
                </a:lnTo>
                <a:cubicBezTo>
                  <a:pt x="461" y="97"/>
                  <a:pt x="354" y="0"/>
                  <a:pt x="230" y="0"/>
                </a:cubicBezTo>
                <a:cubicBezTo>
                  <a:pt x="107" y="0"/>
                  <a:pt x="0" y="97"/>
                  <a:pt x="0" y="221"/>
                </a:cubicBezTo>
                <a:cubicBezTo>
                  <a:pt x="0" y="354"/>
                  <a:pt x="107" y="451"/>
                  <a:pt x="230" y="451"/>
                </a:cubicBezTo>
                <a:cubicBezTo>
                  <a:pt x="354" y="451"/>
                  <a:pt x="461" y="354"/>
                  <a:pt x="461" y="221"/>
                </a:cubicBezTo>
                <a:close/>
                <a:moveTo>
                  <a:pt x="54" y="221"/>
                </a:moveTo>
                <a:lnTo>
                  <a:pt x="54" y="221"/>
                </a:lnTo>
                <a:cubicBezTo>
                  <a:pt x="54" y="123"/>
                  <a:pt x="133" y="44"/>
                  <a:pt x="230" y="44"/>
                </a:cubicBezTo>
                <a:cubicBezTo>
                  <a:pt x="328" y="44"/>
                  <a:pt x="408" y="123"/>
                  <a:pt x="408" y="221"/>
                </a:cubicBezTo>
                <a:cubicBezTo>
                  <a:pt x="408" y="327"/>
                  <a:pt x="328" y="407"/>
                  <a:pt x="230" y="407"/>
                </a:cubicBezTo>
                <a:cubicBezTo>
                  <a:pt x="133" y="407"/>
                  <a:pt x="54" y="327"/>
                  <a:pt x="54" y="221"/>
                </a:cubicBezTo>
                <a:close/>
                <a:moveTo>
                  <a:pt x="328" y="266"/>
                </a:moveTo>
                <a:lnTo>
                  <a:pt x="328" y="266"/>
                </a:lnTo>
                <a:cubicBezTo>
                  <a:pt x="328" y="176"/>
                  <a:pt x="328" y="176"/>
                  <a:pt x="328" y="176"/>
                </a:cubicBezTo>
                <a:cubicBezTo>
                  <a:pt x="221" y="176"/>
                  <a:pt x="221" y="176"/>
                  <a:pt x="221" y="176"/>
                </a:cubicBezTo>
                <a:cubicBezTo>
                  <a:pt x="221" y="123"/>
                  <a:pt x="221" y="123"/>
                  <a:pt x="221" y="123"/>
                </a:cubicBezTo>
                <a:cubicBezTo>
                  <a:pt x="133" y="221"/>
                  <a:pt x="133" y="221"/>
                  <a:pt x="133" y="221"/>
                </a:cubicBezTo>
                <a:cubicBezTo>
                  <a:pt x="221" y="327"/>
                  <a:pt x="221" y="327"/>
                  <a:pt x="221" y="327"/>
                </a:cubicBezTo>
                <a:cubicBezTo>
                  <a:pt x="221" y="266"/>
                  <a:pt x="221" y="266"/>
                  <a:pt x="221" y="266"/>
                </a:cubicBezTo>
                <a:lnTo>
                  <a:pt x="328" y="26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7"/>
          <p:cNvSpPr/>
          <p:nvPr/>
        </p:nvSpPr>
        <p:spPr>
          <a:xfrm>
            <a:off x="1951038" y="1946275"/>
            <a:ext cx="204787" cy="200025"/>
          </a:xfrm>
          <a:custGeom>
            <a:rect b="b" l="l" r="r" t="t"/>
            <a:pathLst>
              <a:path extrusionOk="0" h="452" w="461">
                <a:moveTo>
                  <a:pt x="230" y="0"/>
                </a:moveTo>
                <a:lnTo>
                  <a:pt x="230" y="0"/>
                </a:lnTo>
                <a:cubicBezTo>
                  <a:pt x="106" y="0"/>
                  <a:pt x="0" y="97"/>
                  <a:pt x="0" y="221"/>
                </a:cubicBezTo>
                <a:cubicBezTo>
                  <a:pt x="0" y="354"/>
                  <a:pt x="106" y="451"/>
                  <a:pt x="230" y="451"/>
                </a:cubicBezTo>
                <a:cubicBezTo>
                  <a:pt x="354" y="451"/>
                  <a:pt x="460" y="354"/>
                  <a:pt x="460" y="221"/>
                </a:cubicBezTo>
                <a:cubicBezTo>
                  <a:pt x="460" y="97"/>
                  <a:pt x="354" y="0"/>
                  <a:pt x="230" y="0"/>
                </a:cubicBezTo>
                <a:close/>
                <a:moveTo>
                  <a:pt x="230" y="407"/>
                </a:moveTo>
                <a:lnTo>
                  <a:pt x="230" y="407"/>
                </a:lnTo>
                <a:cubicBezTo>
                  <a:pt x="132" y="407"/>
                  <a:pt x="53" y="327"/>
                  <a:pt x="53" y="221"/>
                </a:cubicBezTo>
                <a:cubicBezTo>
                  <a:pt x="53" y="123"/>
                  <a:pt x="132" y="44"/>
                  <a:pt x="230" y="44"/>
                </a:cubicBezTo>
                <a:cubicBezTo>
                  <a:pt x="328" y="44"/>
                  <a:pt x="407" y="123"/>
                  <a:pt x="407" y="221"/>
                </a:cubicBezTo>
                <a:cubicBezTo>
                  <a:pt x="407" y="327"/>
                  <a:pt x="328" y="407"/>
                  <a:pt x="230" y="407"/>
                </a:cubicBezTo>
                <a:close/>
                <a:moveTo>
                  <a:pt x="275" y="132"/>
                </a:moveTo>
                <a:lnTo>
                  <a:pt x="275" y="132"/>
                </a:lnTo>
                <a:cubicBezTo>
                  <a:pt x="185" y="132"/>
                  <a:pt x="185" y="132"/>
                  <a:pt x="185" y="132"/>
                </a:cubicBezTo>
                <a:cubicBezTo>
                  <a:pt x="185" y="230"/>
                  <a:pt x="185" y="230"/>
                  <a:pt x="185" y="230"/>
                </a:cubicBezTo>
                <a:cubicBezTo>
                  <a:pt x="132" y="230"/>
                  <a:pt x="132" y="230"/>
                  <a:pt x="132" y="230"/>
                </a:cubicBezTo>
                <a:cubicBezTo>
                  <a:pt x="230" y="327"/>
                  <a:pt x="230" y="327"/>
                  <a:pt x="230" y="327"/>
                </a:cubicBezTo>
                <a:cubicBezTo>
                  <a:pt x="328" y="230"/>
                  <a:pt x="328" y="230"/>
                  <a:pt x="328" y="230"/>
                </a:cubicBezTo>
                <a:cubicBezTo>
                  <a:pt x="275" y="230"/>
                  <a:pt x="275" y="230"/>
                  <a:pt x="275" y="230"/>
                </a:cubicBezTo>
                <a:lnTo>
                  <a:pt x="275" y="1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7"/>
          <p:cNvSpPr/>
          <p:nvPr/>
        </p:nvSpPr>
        <p:spPr>
          <a:xfrm>
            <a:off x="2389188" y="1946275"/>
            <a:ext cx="203200" cy="200025"/>
          </a:xfrm>
          <a:custGeom>
            <a:rect b="b" l="l" r="r" t="t"/>
            <a:pathLst>
              <a:path extrusionOk="0" h="452" w="461">
                <a:moveTo>
                  <a:pt x="231" y="451"/>
                </a:moveTo>
                <a:lnTo>
                  <a:pt x="231" y="451"/>
                </a:lnTo>
                <a:cubicBezTo>
                  <a:pt x="354" y="451"/>
                  <a:pt x="460" y="354"/>
                  <a:pt x="460" y="221"/>
                </a:cubicBezTo>
                <a:cubicBezTo>
                  <a:pt x="460" y="97"/>
                  <a:pt x="354" y="0"/>
                  <a:pt x="231" y="0"/>
                </a:cubicBezTo>
                <a:cubicBezTo>
                  <a:pt x="106" y="0"/>
                  <a:pt x="0" y="97"/>
                  <a:pt x="0" y="221"/>
                </a:cubicBezTo>
                <a:cubicBezTo>
                  <a:pt x="0" y="354"/>
                  <a:pt x="106" y="451"/>
                  <a:pt x="231" y="451"/>
                </a:cubicBezTo>
                <a:close/>
                <a:moveTo>
                  <a:pt x="231" y="44"/>
                </a:moveTo>
                <a:lnTo>
                  <a:pt x="231" y="44"/>
                </a:lnTo>
                <a:cubicBezTo>
                  <a:pt x="328" y="44"/>
                  <a:pt x="407" y="123"/>
                  <a:pt x="407" y="221"/>
                </a:cubicBezTo>
                <a:cubicBezTo>
                  <a:pt x="407" y="327"/>
                  <a:pt x="328" y="407"/>
                  <a:pt x="231" y="407"/>
                </a:cubicBezTo>
                <a:cubicBezTo>
                  <a:pt x="133" y="407"/>
                  <a:pt x="53" y="327"/>
                  <a:pt x="53" y="221"/>
                </a:cubicBezTo>
                <a:cubicBezTo>
                  <a:pt x="53" y="123"/>
                  <a:pt x="133" y="44"/>
                  <a:pt x="231" y="44"/>
                </a:cubicBezTo>
                <a:close/>
                <a:moveTo>
                  <a:pt x="186" y="319"/>
                </a:moveTo>
                <a:lnTo>
                  <a:pt x="186" y="319"/>
                </a:lnTo>
                <a:cubicBezTo>
                  <a:pt x="275" y="319"/>
                  <a:pt x="275" y="319"/>
                  <a:pt x="275" y="319"/>
                </a:cubicBezTo>
                <a:cubicBezTo>
                  <a:pt x="275" y="221"/>
                  <a:pt x="275" y="221"/>
                  <a:pt x="275" y="221"/>
                </a:cubicBezTo>
                <a:cubicBezTo>
                  <a:pt x="328" y="221"/>
                  <a:pt x="328" y="221"/>
                  <a:pt x="328" y="221"/>
                </a:cubicBezTo>
                <a:cubicBezTo>
                  <a:pt x="231" y="123"/>
                  <a:pt x="231" y="123"/>
                  <a:pt x="231" y="123"/>
                </a:cubicBezTo>
                <a:cubicBezTo>
                  <a:pt x="133" y="221"/>
                  <a:pt x="133" y="221"/>
                  <a:pt x="133" y="221"/>
                </a:cubicBezTo>
                <a:cubicBezTo>
                  <a:pt x="186" y="221"/>
                  <a:pt x="186" y="221"/>
                  <a:pt x="186" y="221"/>
                </a:cubicBezTo>
                <a:lnTo>
                  <a:pt x="186" y="3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7"/>
          <p:cNvSpPr/>
          <p:nvPr/>
        </p:nvSpPr>
        <p:spPr>
          <a:xfrm>
            <a:off x="2825750" y="1946275"/>
            <a:ext cx="204788" cy="200025"/>
          </a:xfrm>
          <a:custGeom>
            <a:rect b="b" l="l" r="r" t="t"/>
            <a:pathLst>
              <a:path extrusionOk="0" h="452" w="462">
                <a:moveTo>
                  <a:pt x="0" y="221"/>
                </a:moveTo>
                <a:lnTo>
                  <a:pt x="0" y="221"/>
                </a:lnTo>
                <a:cubicBezTo>
                  <a:pt x="0" y="354"/>
                  <a:pt x="106" y="451"/>
                  <a:pt x="231" y="451"/>
                </a:cubicBezTo>
                <a:cubicBezTo>
                  <a:pt x="355" y="451"/>
                  <a:pt x="461" y="354"/>
                  <a:pt x="461" y="221"/>
                </a:cubicBezTo>
                <a:cubicBezTo>
                  <a:pt x="461" y="97"/>
                  <a:pt x="355" y="0"/>
                  <a:pt x="231" y="0"/>
                </a:cubicBezTo>
                <a:cubicBezTo>
                  <a:pt x="106" y="0"/>
                  <a:pt x="0" y="97"/>
                  <a:pt x="0" y="221"/>
                </a:cubicBezTo>
                <a:close/>
                <a:moveTo>
                  <a:pt x="408" y="221"/>
                </a:moveTo>
                <a:lnTo>
                  <a:pt x="408" y="221"/>
                </a:lnTo>
                <a:cubicBezTo>
                  <a:pt x="408" y="327"/>
                  <a:pt x="328" y="407"/>
                  <a:pt x="231" y="407"/>
                </a:cubicBezTo>
                <a:cubicBezTo>
                  <a:pt x="133" y="407"/>
                  <a:pt x="53" y="327"/>
                  <a:pt x="53" y="221"/>
                </a:cubicBezTo>
                <a:cubicBezTo>
                  <a:pt x="53" y="123"/>
                  <a:pt x="133" y="44"/>
                  <a:pt x="231" y="44"/>
                </a:cubicBezTo>
                <a:cubicBezTo>
                  <a:pt x="328" y="44"/>
                  <a:pt x="408" y="123"/>
                  <a:pt x="408" y="221"/>
                </a:cubicBezTo>
                <a:close/>
                <a:moveTo>
                  <a:pt x="133" y="176"/>
                </a:moveTo>
                <a:lnTo>
                  <a:pt x="133" y="176"/>
                </a:lnTo>
                <a:cubicBezTo>
                  <a:pt x="133" y="266"/>
                  <a:pt x="133" y="266"/>
                  <a:pt x="133" y="266"/>
                </a:cubicBezTo>
                <a:cubicBezTo>
                  <a:pt x="240" y="266"/>
                  <a:pt x="240" y="266"/>
                  <a:pt x="240" y="266"/>
                </a:cubicBezTo>
                <a:cubicBezTo>
                  <a:pt x="240" y="327"/>
                  <a:pt x="240" y="327"/>
                  <a:pt x="240" y="327"/>
                </a:cubicBezTo>
                <a:cubicBezTo>
                  <a:pt x="328" y="221"/>
                  <a:pt x="328" y="221"/>
                  <a:pt x="328" y="221"/>
                </a:cubicBezTo>
                <a:cubicBezTo>
                  <a:pt x="240" y="123"/>
                  <a:pt x="240" y="123"/>
                  <a:pt x="240" y="123"/>
                </a:cubicBezTo>
                <a:cubicBezTo>
                  <a:pt x="240" y="176"/>
                  <a:pt x="240" y="176"/>
                  <a:pt x="240" y="176"/>
                </a:cubicBezTo>
                <a:lnTo>
                  <a:pt x="133" y="1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p7"/>
          <p:cNvSpPr/>
          <p:nvPr/>
        </p:nvSpPr>
        <p:spPr>
          <a:xfrm>
            <a:off x="6327775" y="2457450"/>
            <a:ext cx="203200" cy="50800"/>
          </a:xfrm>
          <a:custGeom>
            <a:rect b="b" l="l" r="r" t="t"/>
            <a:pathLst>
              <a:path extrusionOk="0" h="116" w="461">
                <a:moveTo>
                  <a:pt x="53" y="0"/>
                </a:moveTo>
                <a:lnTo>
                  <a:pt x="53" y="0"/>
                </a:lnTo>
                <a:cubicBezTo>
                  <a:pt x="26" y="0"/>
                  <a:pt x="0" y="26"/>
                  <a:pt x="0" y="53"/>
                </a:cubicBezTo>
                <a:cubicBezTo>
                  <a:pt x="0" y="88"/>
                  <a:pt x="26" y="115"/>
                  <a:pt x="53" y="115"/>
                </a:cubicBezTo>
                <a:cubicBezTo>
                  <a:pt x="88" y="115"/>
                  <a:pt x="115" y="88"/>
                  <a:pt x="115" y="53"/>
                </a:cubicBezTo>
                <a:cubicBezTo>
                  <a:pt x="115" y="26"/>
                  <a:pt x="88" y="0"/>
                  <a:pt x="53" y="0"/>
                </a:cubicBezTo>
                <a:close/>
                <a:moveTo>
                  <a:pt x="230" y="0"/>
                </a:moveTo>
                <a:lnTo>
                  <a:pt x="230" y="0"/>
                </a:lnTo>
                <a:cubicBezTo>
                  <a:pt x="203" y="0"/>
                  <a:pt x="177" y="26"/>
                  <a:pt x="177" y="53"/>
                </a:cubicBezTo>
                <a:cubicBezTo>
                  <a:pt x="177" y="88"/>
                  <a:pt x="203" y="115"/>
                  <a:pt x="230" y="115"/>
                </a:cubicBezTo>
                <a:cubicBezTo>
                  <a:pt x="256" y="115"/>
                  <a:pt x="284" y="88"/>
                  <a:pt x="284" y="53"/>
                </a:cubicBezTo>
                <a:cubicBezTo>
                  <a:pt x="284" y="26"/>
                  <a:pt x="256" y="0"/>
                  <a:pt x="230" y="0"/>
                </a:cubicBezTo>
                <a:close/>
                <a:moveTo>
                  <a:pt x="407" y="0"/>
                </a:moveTo>
                <a:lnTo>
                  <a:pt x="407" y="0"/>
                </a:lnTo>
                <a:cubicBezTo>
                  <a:pt x="372" y="0"/>
                  <a:pt x="345" y="26"/>
                  <a:pt x="345" y="53"/>
                </a:cubicBezTo>
                <a:cubicBezTo>
                  <a:pt x="345" y="88"/>
                  <a:pt x="372" y="115"/>
                  <a:pt x="407" y="115"/>
                </a:cubicBezTo>
                <a:cubicBezTo>
                  <a:pt x="434" y="115"/>
                  <a:pt x="460" y="88"/>
                  <a:pt x="460" y="53"/>
                </a:cubicBezTo>
                <a:cubicBezTo>
                  <a:pt x="460" y="26"/>
                  <a:pt x="434" y="0"/>
                  <a:pt x="4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7"/>
          <p:cNvSpPr/>
          <p:nvPr/>
        </p:nvSpPr>
        <p:spPr>
          <a:xfrm>
            <a:off x="6350000" y="2809875"/>
            <a:ext cx="166688" cy="219075"/>
          </a:xfrm>
          <a:custGeom>
            <a:rect b="b" l="l" r="r" t="t"/>
            <a:pathLst>
              <a:path extrusionOk="0" h="497" w="373">
                <a:moveTo>
                  <a:pt x="266" y="310"/>
                </a:moveTo>
                <a:lnTo>
                  <a:pt x="266" y="310"/>
                </a:lnTo>
                <a:cubicBezTo>
                  <a:pt x="301" y="301"/>
                  <a:pt x="328" y="292"/>
                  <a:pt x="345" y="257"/>
                </a:cubicBezTo>
                <a:cubicBezTo>
                  <a:pt x="372" y="213"/>
                  <a:pt x="354" y="160"/>
                  <a:pt x="301" y="133"/>
                </a:cubicBezTo>
                <a:cubicBezTo>
                  <a:pt x="275" y="115"/>
                  <a:pt x="275" y="115"/>
                  <a:pt x="275" y="115"/>
                </a:cubicBezTo>
                <a:cubicBezTo>
                  <a:pt x="328" y="17"/>
                  <a:pt x="328" y="17"/>
                  <a:pt x="328" y="17"/>
                </a:cubicBezTo>
                <a:cubicBezTo>
                  <a:pt x="301" y="0"/>
                  <a:pt x="301" y="0"/>
                  <a:pt x="301" y="0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186" y="160"/>
                  <a:pt x="168" y="142"/>
                  <a:pt x="150" y="133"/>
                </a:cubicBezTo>
                <a:cubicBezTo>
                  <a:pt x="88" y="98"/>
                  <a:pt x="88" y="98"/>
                  <a:pt x="88" y="98"/>
                </a:cubicBezTo>
                <a:cubicBezTo>
                  <a:pt x="0" y="257"/>
                  <a:pt x="0" y="257"/>
                  <a:pt x="0" y="257"/>
                </a:cubicBezTo>
                <a:cubicBezTo>
                  <a:pt x="53" y="292"/>
                  <a:pt x="53" y="292"/>
                  <a:pt x="53" y="292"/>
                </a:cubicBezTo>
                <a:cubicBezTo>
                  <a:pt x="79" y="301"/>
                  <a:pt x="106" y="310"/>
                  <a:pt x="124" y="310"/>
                </a:cubicBezTo>
                <a:cubicBezTo>
                  <a:pt x="18" y="487"/>
                  <a:pt x="18" y="487"/>
                  <a:pt x="18" y="487"/>
                </a:cubicBezTo>
                <a:cubicBezTo>
                  <a:pt x="53" y="496"/>
                  <a:pt x="53" y="496"/>
                  <a:pt x="53" y="496"/>
                </a:cubicBezTo>
                <a:cubicBezTo>
                  <a:pt x="106" y="408"/>
                  <a:pt x="106" y="408"/>
                  <a:pt x="106" y="408"/>
                </a:cubicBezTo>
                <a:cubicBezTo>
                  <a:pt x="132" y="426"/>
                  <a:pt x="132" y="426"/>
                  <a:pt x="132" y="426"/>
                </a:cubicBezTo>
                <a:cubicBezTo>
                  <a:pt x="186" y="452"/>
                  <a:pt x="239" y="443"/>
                  <a:pt x="266" y="399"/>
                </a:cubicBezTo>
                <a:cubicBezTo>
                  <a:pt x="284" y="364"/>
                  <a:pt x="284" y="336"/>
                  <a:pt x="266" y="310"/>
                </a:cubicBezTo>
                <a:close/>
                <a:moveTo>
                  <a:pt x="292" y="160"/>
                </a:moveTo>
                <a:lnTo>
                  <a:pt x="292" y="160"/>
                </a:lnTo>
                <a:cubicBezTo>
                  <a:pt x="328" y="177"/>
                  <a:pt x="337" y="213"/>
                  <a:pt x="319" y="239"/>
                </a:cubicBezTo>
                <a:cubicBezTo>
                  <a:pt x="292" y="274"/>
                  <a:pt x="257" y="283"/>
                  <a:pt x="231" y="266"/>
                </a:cubicBezTo>
                <a:cubicBezTo>
                  <a:pt x="195" y="248"/>
                  <a:pt x="195" y="248"/>
                  <a:pt x="195" y="248"/>
                </a:cubicBezTo>
                <a:cubicBezTo>
                  <a:pt x="257" y="142"/>
                  <a:pt x="257" y="142"/>
                  <a:pt x="257" y="142"/>
                </a:cubicBezTo>
                <a:lnTo>
                  <a:pt x="292" y="160"/>
                </a:lnTo>
                <a:close/>
                <a:moveTo>
                  <a:pt x="71" y="266"/>
                </a:moveTo>
                <a:lnTo>
                  <a:pt x="71" y="266"/>
                </a:lnTo>
                <a:cubicBezTo>
                  <a:pt x="44" y="248"/>
                  <a:pt x="44" y="248"/>
                  <a:pt x="44" y="248"/>
                </a:cubicBezTo>
                <a:cubicBezTo>
                  <a:pt x="106" y="142"/>
                  <a:pt x="106" y="142"/>
                  <a:pt x="106" y="142"/>
                </a:cubicBezTo>
                <a:cubicBezTo>
                  <a:pt x="132" y="160"/>
                  <a:pt x="132" y="160"/>
                  <a:pt x="132" y="160"/>
                </a:cubicBezTo>
                <a:cubicBezTo>
                  <a:pt x="168" y="177"/>
                  <a:pt x="177" y="213"/>
                  <a:pt x="159" y="248"/>
                </a:cubicBezTo>
                <a:cubicBezTo>
                  <a:pt x="142" y="274"/>
                  <a:pt x="106" y="283"/>
                  <a:pt x="71" y="266"/>
                </a:cubicBezTo>
                <a:close/>
                <a:moveTo>
                  <a:pt x="150" y="399"/>
                </a:moveTo>
                <a:lnTo>
                  <a:pt x="150" y="399"/>
                </a:lnTo>
                <a:cubicBezTo>
                  <a:pt x="115" y="381"/>
                  <a:pt x="115" y="381"/>
                  <a:pt x="115" y="381"/>
                </a:cubicBezTo>
                <a:cubicBezTo>
                  <a:pt x="177" y="274"/>
                  <a:pt x="177" y="274"/>
                  <a:pt x="177" y="274"/>
                </a:cubicBezTo>
                <a:cubicBezTo>
                  <a:pt x="213" y="292"/>
                  <a:pt x="213" y="292"/>
                  <a:pt x="213" y="292"/>
                </a:cubicBezTo>
                <a:cubicBezTo>
                  <a:pt x="248" y="310"/>
                  <a:pt x="257" y="345"/>
                  <a:pt x="239" y="381"/>
                </a:cubicBezTo>
                <a:cubicBezTo>
                  <a:pt x="222" y="408"/>
                  <a:pt x="186" y="417"/>
                  <a:pt x="150" y="3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7" name="Google Shape;2337;p7"/>
          <p:cNvSpPr/>
          <p:nvPr/>
        </p:nvSpPr>
        <p:spPr>
          <a:xfrm>
            <a:off x="717550" y="2895600"/>
            <a:ext cx="46038" cy="50800"/>
          </a:xfrm>
          <a:custGeom>
            <a:rect b="b" l="l" r="r" t="t"/>
            <a:pathLst>
              <a:path extrusionOk="0" h="116" w="108">
                <a:moveTo>
                  <a:pt x="54" y="0"/>
                </a:moveTo>
                <a:lnTo>
                  <a:pt x="54" y="0"/>
                </a:lnTo>
                <a:cubicBezTo>
                  <a:pt x="18" y="0"/>
                  <a:pt x="0" y="26"/>
                  <a:pt x="0" y="53"/>
                </a:cubicBezTo>
                <a:cubicBezTo>
                  <a:pt x="0" y="88"/>
                  <a:pt x="18" y="115"/>
                  <a:pt x="54" y="115"/>
                </a:cubicBezTo>
                <a:cubicBezTo>
                  <a:pt x="80" y="115"/>
                  <a:pt x="107" y="88"/>
                  <a:pt x="107" y="53"/>
                </a:cubicBezTo>
                <a:cubicBezTo>
                  <a:pt x="107" y="26"/>
                  <a:pt x="80" y="0"/>
                  <a:pt x="54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7"/>
          <p:cNvSpPr/>
          <p:nvPr/>
        </p:nvSpPr>
        <p:spPr>
          <a:xfrm>
            <a:off x="6804025" y="2457450"/>
            <a:ext cx="123825" cy="50800"/>
          </a:xfrm>
          <a:custGeom>
            <a:rect b="b" l="l" r="r" t="t"/>
            <a:pathLst>
              <a:path extrusionOk="0" h="116" w="284">
                <a:moveTo>
                  <a:pt x="53" y="0"/>
                </a:moveTo>
                <a:lnTo>
                  <a:pt x="53" y="0"/>
                </a:lnTo>
                <a:cubicBezTo>
                  <a:pt x="26" y="0"/>
                  <a:pt x="0" y="26"/>
                  <a:pt x="0" y="53"/>
                </a:cubicBezTo>
                <a:cubicBezTo>
                  <a:pt x="0" y="88"/>
                  <a:pt x="26" y="115"/>
                  <a:pt x="53" y="115"/>
                </a:cubicBezTo>
                <a:cubicBezTo>
                  <a:pt x="88" y="115"/>
                  <a:pt x="106" y="88"/>
                  <a:pt x="106" y="53"/>
                </a:cubicBezTo>
                <a:cubicBezTo>
                  <a:pt x="106" y="26"/>
                  <a:pt x="88" y="0"/>
                  <a:pt x="53" y="0"/>
                </a:cubicBezTo>
                <a:close/>
                <a:moveTo>
                  <a:pt x="230" y="0"/>
                </a:moveTo>
                <a:lnTo>
                  <a:pt x="230" y="0"/>
                </a:lnTo>
                <a:cubicBezTo>
                  <a:pt x="195" y="0"/>
                  <a:pt x="177" y="26"/>
                  <a:pt x="177" y="53"/>
                </a:cubicBezTo>
                <a:cubicBezTo>
                  <a:pt x="177" y="88"/>
                  <a:pt x="195" y="115"/>
                  <a:pt x="230" y="115"/>
                </a:cubicBezTo>
                <a:cubicBezTo>
                  <a:pt x="257" y="115"/>
                  <a:pt x="283" y="88"/>
                  <a:pt x="283" y="53"/>
                </a:cubicBezTo>
                <a:cubicBezTo>
                  <a:pt x="283" y="26"/>
                  <a:pt x="257" y="0"/>
                  <a:pt x="23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7"/>
          <p:cNvSpPr/>
          <p:nvPr/>
        </p:nvSpPr>
        <p:spPr>
          <a:xfrm>
            <a:off x="4635500" y="1993900"/>
            <a:ext cx="85725" cy="100013"/>
          </a:xfrm>
          <a:custGeom>
            <a:rect b="b" l="l" r="r" t="t"/>
            <a:pathLst>
              <a:path extrusionOk="0" h="231" w="196">
                <a:moveTo>
                  <a:pt x="0" y="0"/>
                </a:moveTo>
                <a:lnTo>
                  <a:pt x="0" y="230"/>
                </a:lnTo>
                <a:lnTo>
                  <a:pt x="195" y="115"/>
                </a:lnTo>
                <a:lnTo>
                  <a:pt x="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7"/>
          <p:cNvSpPr/>
          <p:nvPr/>
        </p:nvSpPr>
        <p:spPr>
          <a:xfrm>
            <a:off x="4191000" y="2001838"/>
            <a:ext cx="101600" cy="88900"/>
          </a:xfrm>
          <a:custGeom>
            <a:rect b="b" l="l" r="r" t="t"/>
            <a:pathLst>
              <a:path extrusionOk="0" h="205" w="231">
                <a:moveTo>
                  <a:pt x="0" y="204"/>
                </a:moveTo>
                <a:lnTo>
                  <a:pt x="230" y="204"/>
                </a:lnTo>
                <a:lnTo>
                  <a:pt x="115" y="0"/>
                </a:lnTo>
                <a:lnTo>
                  <a:pt x="0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7"/>
          <p:cNvSpPr/>
          <p:nvPr/>
        </p:nvSpPr>
        <p:spPr>
          <a:xfrm>
            <a:off x="3752850" y="2001838"/>
            <a:ext cx="103188" cy="88900"/>
          </a:xfrm>
          <a:custGeom>
            <a:rect b="b" l="l" r="r" t="t"/>
            <a:pathLst>
              <a:path extrusionOk="0" h="205" w="232">
                <a:moveTo>
                  <a:pt x="231" y="0"/>
                </a:moveTo>
                <a:lnTo>
                  <a:pt x="0" y="0"/>
                </a:lnTo>
                <a:lnTo>
                  <a:pt x="115" y="204"/>
                </a:lnTo>
                <a:lnTo>
                  <a:pt x="231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7"/>
          <p:cNvSpPr/>
          <p:nvPr/>
        </p:nvSpPr>
        <p:spPr>
          <a:xfrm>
            <a:off x="3324225" y="1993900"/>
            <a:ext cx="85725" cy="100013"/>
          </a:xfrm>
          <a:custGeom>
            <a:rect b="b" l="l" r="r" t="t"/>
            <a:pathLst>
              <a:path extrusionOk="0" h="231" w="195">
                <a:moveTo>
                  <a:pt x="194" y="0"/>
                </a:moveTo>
                <a:lnTo>
                  <a:pt x="194" y="230"/>
                </a:lnTo>
                <a:lnTo>
                  <a:pt x="0" y="115"/>
                </a:lnTo>
                <a:lnTo>
                  <a:pt x="194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7"/>
          <p:cNvSpPr/>
          <p:nvPr/>
        </p:nvSpPr>
        <p:spPr>
          <a:xfrm>
            <a:off x="5924550" y="2008188"/>
            <a:ext cx="133350" cy="76200"/>
          </a:xfrm>
          <a:custGeom>
            <a:rect b="b" l="l" r="r" t="t"/>
            <a:pathLst>
              <a:path extrusionOk="0" h="170" w="302">
                <a:moveTo>
                  <a:pt x="284" y="116"/>
                </a:moveTo>
                <a:lnTo>
                  <a:pt x="284" y="116"/>
                </a:lnTo>
                <a:cubicBezTo>
                  <a:pt x="275" y="107"/>
                  <a:pt x="168" y="10"/>
                  <a:pt x="168" y="10"/>
                </a:cubicBezTo>
                <a:cubicBezTo>
                  <a:pt x="168" y="0"/>
                  <a:pt x="159" y="0"/>
                  <a:pt x="150" y="0"/>
                </a:cubicBezTo>
                <a:cubicBezTo>
                  <a:pt x="142" y="0"/>
                  <a:pt x="133" y="0"/>
                  <a:pt x="133" y="10"/>
                </a:cubicBezTo>
                <a:cubicBezTo>
                  <a:pt x="133" y="10"/>
                  <a:pt x="27" y="107"/>
                  <a:pt x="18" y="116"/>
                </a:cubicBezTo>
                <a:cubicBezTo>
                  <a:pt x="9" y="133"/>
                  <a:pt x="0" y="151"/>
                  <a:pt x="18" y="160"/>
                </a:cubicBezTo>
                <a:cubicBezTo>
                  <a:pt x="27" y="169"/>
                  <a:pt x="44" y="169"/>
                  <a:pt x="53" y="160"/>
                </a:cubicBezTo>
                <a:cubicBezTo>
                  <a:pt x="150" y="63"/>
                  <a:pt x="150" y="63"/>
                  <a:pt x="150" y="63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57" y="169"/>
                  <a:pt x="275" y="169"/>
                  <a:pt x="284" y="160"/>
                </a:cubicBezTo>
                <a:cubicBezTo>
                  <a:pt x="301" y="151"/>
                  <a:pt x="301" y="133"/>
                  <a:pt x="284" y="11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7"/>
          <p:cNvSpPr/>
          <p:nvPr/>
        </p:nvSpPr>
        <p:spPr>
          <a:xfrm>
            <a:off x="5487988" y="2005013"/>
            <a:ext cx="133350" cy="79375"/>
          </a:xfrm>
          <a:custGeom>
            <a:rect b="b" l="l" r="r" t="t"/>
            <a:pathLst>
              <a:path extrusionOk="0" h="179" w="303">
                <a:moveTo>
                  <a:pt x="284" y="54"/>
                </a:moveTo>
                <a:lnTo>
                  <a:pt x="284" y="54"/>
                </a:lnTo>
                <a:cubicBezTo>
                  <a:pt x="275" y="72"/>
                  <a:pt x="169" y="169"/>
                  <a:pt x="169" y="169"/>
                </a:cubicBezTo>
                <a:cubicBezTo>
                  <a:pt x="169" y="178"/>
                  <a:pt x="160" y="178"/>
                  <a:pt x="151" y="178"/>
                </a:cubicBezTo>
                <a:cubicBezTo>
                  <a:pt x="142" y="178"/>
                  <a:pt x="134" y="178"/>
                  <a:pt x="134" y="169"/>
                </a:cubicBezTo>
                <a:cubicBezTo>
                  <a:pt x="134" y="169"/>
                  <a:pt x="27" y="72"/>
                  <a:pt x="19" y="54"/>
                </a:cubicBezTo>
                <a:cubicBezTo>
                  <a:pt x="10" y="44"/>
                  <a:pt x="0" y="28"/>
                  <a:pt x="19" y="19"/>
                </a:cubicBezTo>
                <a:cubicBezTo>
                  <a:pt x="27" y="9"/>
                  <a:pt x="45" y="0"/>
                  <a:pt x="54" y="19"/>
                </a:cubicBezTo>
                <a:cubicBezTo>
                  <a:pt x="151" y="107"/>
                  <a:pt x="151" y="107"/>
                  <a:pt x="151" y="107"/>
                </a:cubicBezTo>
                <a:cubicBezTo>
                  <a:pt x="248" y="19"/>
                  <a:pt x="248" y="19"/>
                  <a:pt x="248" y="19"/>
                </a:cubicBezTo>
                <a:cubicBezTo>
                  <a:pt x="257" y="0"/>
                  <a:pt x="275" y="9"/>
                  <a:pt x="284" y="19"/>
                </a:cubicBezTo>
                <a:cubicBezTo>
                  <a:pt x="302" y="28"/>
                  <a:pt x="302" y="44"/>
                  <a:pt x="284" y="5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7"/>
          <p:cNvSpPr/>
          <p:nvPr/>
        </p:nvSpPr>
        <p:spPr>
          <a:xfrm>
            <a:off x="6389688" y="1981200"/>
            <a:ext cx="79375" cy="130175"/>
          </a:xfrm>
          <a:custGeom>
            <a:rect b="b" l="l" r="r" t="t"/>
            <a:pathLst>
              <a:path extrusionOk="0" h="294" w="179">
                <a:moveTo>
                  <a:pt x="54" y="9"/>
                </a:moveTo>
                <a:lnTo>
                  <a:pt x="54" y="9"/>
                </a:lnTo>
                <a:cubicBezTo>
                  <a:pt x="62" y="18"/>
                  <a:pt x="169" y="125"/>
                  <a:pt x="169" y="125"/>
                </a:cubicBezTo>
                <a:cubicBezTo>
                  <a:pt x="169" y="134"/>
                  <a:pt x="178" y="142"/>
                  <a:pt x="178" y="142"/>
                </a:cubicBezTo>
                <a:cubicBezTo>
                  <a:pt x="178" y="151"/>
                  <a:pt x="169" y="160"/>
                  <a:pt x="169" y="169"/>
                </a:cubicBezTo>
                <a:cubicBezTo>
                  <a:pt x="169" y="169"/>
                  <a:pt x="62" y="275"/>
                  <a:pt x="54" y="284"/>
                </a:cubicBezTo>
                <a:cubicBezTo>
                  <a:pt x="44" y="293"/>
                  <a:pt x="27" y="293"/>
                  <a:pt x="9" y="284"/>
                </a:cubicBezTo>
                <a:cubicBezTo>
                  <a:pt x="0" y="275"/>
                  <a:pt x="0" y="257"/>
                  <a:pt x="9" y="240"/>
                </a:cubicBezTo>
                <a:cubicBezTo>
                  <a:pt x="107" y="142"/>
                  <a:pt x="107" y="142"/>
                  <a:pt x="107" y="142"/>
                </a:cubicBezTo>
                <a:cubicBezTo>
                  <a:pt x="9" y="44"/>
                  <a:pt x="9" y="44"/>
                  <a:pt x="9" y="44"/>
                </a:cubicBezTo>
                <a:cubicBezTo>
                  <a:pt x="0" y="36"/>
                  <a:pt x="0" y="18"/>
                  <a:pt x="9" y="9"/>
                </a:cubicBezTo>
                <a:cubicBezTo>
                  <a:pt x="27" y="0"/>
                  <a:pt x="44" y="0"/>
                  <a:pt x="54" y="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6" name="Google Shape;2346;p7"/>
          <p:cNvSpPr/>
          <p:nvPr/>
        </p:nvSpPr>
        <p:spPr>
          <a:xfrm>
            <a:off x="5076825" y="1981200"/>
            <a:ext cx="77788" cy="130175"/>
          </a:xfrm>
          <a:custGeom>
            <a:rect b="b" l="l" r="r" t="t"/>
            <a:pathLst>
              <a:path extrusionOk="0" h="294" w="177">
                <a:moveTo>
                  <a:pt x="123" y="9"/>
                </a:moveTo>
                <a:lnTo>
                  <a:pt x="123" y="9"/>
                </a:lnTo>
                <a:cubicBezTo>
                  <a:pt x="114" y="18"/>
                  <a:pt x="8" y="125"/>
                  <a:pt x="8" y="125"/>
                </a:cubicBezTo>
                <a:cubicBezTo>
                  <a:pt x="8" y="134"/>
                  <a:pt x="0" y="142"/>
                  <a:pt x="0" y="142"/>
                </a:cubicBezTo>
                <a:cubicBezTo>
                  <a:pt x="0" y="151"/>
                  <a:pt x="8" y="160"/>
                  <a:pt x="8" y="169"/>
                </a:cubicBezTo>
                <a:cubicBezTo>
                  <a:pt x="8" y="169"/>
                  <a:pt x="114" y="275"/>
                  <a:pt x="123" y="284"/>
                </a:cubicBezTo>
                <a:cubicBezTo>
                  <a:pt x="132" y="293"/>
                  <a:pt x="150" y="293"/>
                  <a:pt x="167" y="284"/>
                </a:cubicBezTo>
                <a:cubicBezTo>
                  <a:pt x="176" y="275"/>
                  <a:pt x="176" y="257"/>
                  <a:pt x="167" y="240"/>
                </a:cubicBezTo>
                <a:cubicBezTo>
                  <a:pt x="70" y="142"/>
                  <a:pt x="70" y="142"/>
                  <a:pt x="70" y="142"/>
                </a:cubicBezTo>
                <a:cubicBezTo>
                  <a:pt x="167" y="44"/>
                  <a:pt x="167" y="44"/>
                  <a:pt x="167" y="44"/>
                </a:cubicBezTo>
                <a:cubicBezTo>
                  <a:pt x="176" y="36"/>
                  <a:pt x="176" y="18"/>
                  <a:pt x="167" y="9"/>
                </a:cubicBezTo>
                <a:cubicBezTo>
                  <a:pt x="150" y="0"/>
                  <a:pt x="132" y="0"/>
                  <a:pt x="123" y="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7"/>
          <p:cNvSpPr/>
          <p:nvPr/>
        </p:nvSpPr>
        <p:spPr>
          <a:xfrm>
            <a:off x="5011738" y="2427288"/>
            <a:ext cx="211137" cy="107950"/>
          </a:xfrm>
          <a:custGeom>
            <a:rect b="b" l="l" r="r" t="t"/>
            <a:pathLst>
              <a:path extrusionOk="0" h="248" w="479">
                <a:moveTo>
                  <a:pt x="363" y="247"/>
                </a:moveTo>
                <a:lnTo>
                  <a:pt x="363" y="168"/>
                </a:lnTo>
                <a:lnTo>
                  <a:pt x="0" y="168"/>
                </a:lnTo>
                <a:lnTo>
                  <a:pt x="0" y="79"/>
                </a:lnTo>
                <a:lnTo>
                  <a:pt x="363" y="79"/>
                </a:lnTo>
                <a:lnTo>
                  <a:pt x="363" y="0"/>
                </a:lnTo>
                <a:lnTo>
                  <a:pt x="478" y="124"/>
                </a:lnTo>
                <a:lnTo>
                  <a:pt x="363" y="24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7"/>
          <p:cNvSpPr/>
          <p:nvPr/>
        </p:nvSpPr>
        <p:spPr>
          <a:xfrm>
            <a:off x="3697288" y="2427288"/>
            <a:ext cx="211137" cy="107950"/>
          </a:xfrm>
          <a:custGeom>
            <a:rect b="b" l="l" r="r" t="t"/>
            <a:pathLst>
              <a:path extrusionOk="0" h="248" w="480">
                <a:moveTo>
                  <a:pt x="116" y="247"/>
                </a:moveTo>
                <a:lnTo>
                  <a:pt x="116" y="168"/>
                </a:lnTo>
                <a:lnTo>
                  <a:pt x="479" y="168"/>
                </a:lnTo>
                <a:lnTo>
                  <a:pt x="479" y="79"/>
                </a:lnTo>
                <a:lnTo>
                  <a:pt x="116" y="79"/>
                </a:lnTo>
                <a:lnTo>
                  <a:pt x="116" y="0"/>
                </a:lnTo>
                <a:lnTo>
                  <a:pt x="0" y="124"/>
                </a:lnTo>
                <a:lnTo>
                  <a:pt x="116" y="24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7"/>
          <p:cNvSpPr/>
          <p:nvPr/>
        </p:nvSpPr>
        <p:spPr>
          <a:xfrm>
            <a:off x="4186238" y="2376488"/>
            <a:ext cx="109537" cy="215900"/>
          </a:xfrm>
          <a:custGeom>
            <a:rect b="b" l="l" r="r" t="t"/>
            <a:pathLst>
              <a:path extrusionOk="0" h="489" w="249">
                <a:moveTo>
                  <a:pt x="248" y="363"/>
                </a:moveTo>
                <a:lnTo>
                  <a:pt x="169" y="363"/>
                </a:lnTo>
                <a:lnTo>
                  <a:pt x="169" y="0"/>
                </a:lnTo>
                <a:lnTo>
                  <a:pt x="79" y="0"/>
                </a:lnTo>
                <a:lnTo>
                  <a:pt x="79" y="363"/>
                </a:lnTo>
                <a:lnTo>
                  <a:pt x="0" y="363"/>
                </a:lnTo>
                <a:lnTo>
                  <a:pt x="124" y="488"/>
                </a:lnTo>
                <a:lnTo>
                  <a:pt x="248" y="363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7"/>
          <p:cNvSpPr/>
          <p:nvPr/>
        </p:nvSpPr>
        <p:spPr>
          <a:xfrm>
            <a:off x="4624388" y="2376488"/>
            <a:ext cx="109537" cy="215900"/>
          </a:xfrm>
          <a:custGeom>
            <a:rect b="b" l="l" r="r" t="t"/>
            <a:pathLst>
              <a:path extrusionOk="0" h="489" w="249">
                <a:moveTo>
                  <a:pt x="248" y="116"/>
                </a:moveTo>
                <a:lnTo>
                  <a:pt x="169" y="116"/>
                </a:lnTo>
                <a:lnTo>
                  <a:pt x="169" y="488"/>
                </a:lnTo>
                <a:lnTo>
                  <a:pt x="80" y="488"/>
                </a:lnTo>
                <a:lnTo>
                  <a:pt x="80" y="116"/>
                </a:lnTo>
                <a:lnTo>
                  <a:pt x="0" y="116"/>
                </a:lnTo>
                <a:lnTo>
                  <a:pt x="125" y="0"/>
                </a:lnTo>
                <a:lnTo>
                  <a:pt x="248" y="11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7"/>
          <p:cNvSpPr/>
          <p:nvPr/>
        </p:nvSpPr>
        <p:spPr>
          <a:xfrm>
            <a:off x="6769100" y="2820988"/>
            <a:ext cx="195263" cy="200025"/>
          </a:xfrm>
          <a:custGeom>
            <a:rect b="b" l="l" r="r" t="t"/>
            <a:pathLst>
              <a:path extrusionOk="0" h="454" w="444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7"/>
          <p:cNvSpPr/>
          <p:nvPr/>
        </p:nvSpPr>
        <p:spPr>
          <a:xfrm>
            <a:off x="5503863" y="2370138"/>
            <a:ext cx="100012" cy="220662"/>
          </a:xfrm>
          <a:custGeom>
            <a:rect b="b" l="l" r="r" t="t"/>
            <a:pathLst>
              <a:path extrusionOk="0" h="498" w="231">
                <a:moveTo>
                  <a:pt x="115" y="0"/>
                </a:moveTo>
                <a:lnTo>
                  <a:pt x="0" y="187"/>
                </a:lnTo>
                <a:lnTo>
                  <a:pt x="230" y="187"/>
                </a:lnTo>
                <a:lnTo>
                  <a:pt x="115" y="0"/>
                </a:lnTo>
                <a:close/>
                <a:moveTo>
                  <a:pt x="115" y="497"/>
                </a:moveTo>
                <a:lnTo>
                  <a:pt x="230" y="319"/>
                </a:lnTo>
                <a:lnTo>
                  <a:pt x="0" y="319"/>
                </a:lnTo>
                <a:lnTo>
                  <a:pt x="115" y="4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7"/>
          <p:cNvSpPr/>
          <p:nvPr/>
        </p:nvSpPr>
        <p:spPr>
          <a:xfrm>
            <a:off x="2825750" y="1504950"/>
            <a:ext cx="204788" cy="207963"/>
          </a:xfrm>
          <a:custGeom>
            <a:rect b="b" l="l" r="r" t="t"/>
            <a:pathLst>
              <a:path extrusionOk="0" h="470" w="462">
                <a:moveTo>
                  <a:pt x="425" y="354"/>
                </a:moveTo>
                <a:lnTo>
                  <a:pt x="425" y="354"/>
                </a:lnTo>
                <a:cubicBezTo>
                  <a:pt x="425" y="292"/>
                  <a:pt x="425" y="292"/>
                  <a:pt x="425" y="292"/>
                </a:cubicBezTo>
                <a:cubicBezTo>
                  <a:pt x="425" y="257"/>
                  <a:pt x="408" y="212"/>
                  <a:pt x="346" y="212"/>
                </a:cubicBezTo>
                <a:cubicBezTo>
                  <a:pt x="293" y="212"/>
                  <a:pt x="293" y="212"/>
                  <a:pt x="293" y="212"/>
                </a:cubicBezTo>
                <a:cubicBezTo>
                  <a:pt x="257" y="212"/>
                  <a:pt x="257" y="195"/>
                  <a:pt x="257" y="185"/>
                </a:cubicBezTo>
                <a:cubicBezTo>
                  <a:pt x="257" y="114"/>
                  <a:pt x="257" y="114"/>
                  <a:pt x="257" y="114"/>
                </a:cubicBezTo>
                <a:cubicBezTo>
                  <a:pt x="275" y="106"/>
                  <a:pt x="293" y="88"/>
                  <a:pt x="293" y="61"/>
                </a:cubicBezTo>
                <a:cubicBezTo>
                  <a:pt x="293" y="26"/>
                  <a:pt x="266" y="0"/>
                  <a:pt x="231" y="0"/>
                </a:cubicBezTo>
                <a:cubicBezTo>
                  <a:pt x="196" y="0"/>
                  <a:pt x="169" y="26"/>
                  <a:pt x="169" y="61"/>
                </a:cubicBezTo>
                <a:cubicBezTo>
                  <a:pt x="169" y="88"/>
                  <a:pt x="186" y="106"/>
                  <a:pt x="204" y="114"/>
                </a:cubicBezTo>
                <a:cubicBezTo>
                  <a:pt x="204" y="185"/>
                  <a:pt x="204" y="185"/>
                  <a:pt x="204" y="185"/>
                </a:cubicBezTo>
                <a:cubicBezTo>
                  <a:pt x="204" y="185"/>
                  <a:pt x="204" y="212"/>
                  <a:pt x="169" y="212"/>
                </a:cubicBezTo>
                <a:cubicBezTo>
                  <a:pt x="115" y="212"/>
                  <a:pt x="115" y="212"/>
                  <a:pt x="115" y="212"/>
                </a:cubicBezTo>
                <a:cubicBezTo>
                  <a:pt x="53" y="212"/>
                  <a:pt x="36" y="257"/>
                  <a:pt x="36" y="292"/>
                </a:cubicBezTo>
                <a:cubicBezTo>
                  <a:pt x="36" y="354"/>
                  <a:pt x="36" y="354"/>
                  <a:pt x="36" y="354"/>
                </a:cubicBezTo>
                <a:cubicBezTo>
                  <a:pt x="9" y="363"/>
                  <a:pt x="0" y="380"/>
                  <a:pt x="0" y="407"/>
                </a:cubicBezTo>
                <a:cubicBezTo>
                  <a:pt x="0" y="442"/>
                  <a:pt x="27" y="469"/>
                  <a:pt x="53" y="469"/>
                </a:cubicBezTo>
                <a:cubicBezTo>
                  <a:pt x="89" y="469"/>
                  <a:pt x="115" y="442"/>
                  <a:pt x="115" y="407"/>
                </a:cubicBezTo>
                <a:cubicBezTo>
                  <a:pt x="115" y="380"/>
                  <a:pt x="98" y="363"/>
                  <a:pt x="80" y="354"/>
                </a:cubicBezTo>
                <a:cubicBezTo>
                  <a:pt x="80" y="292"/>
                  <a:pt x="80" y="292"/>
                  <a:pt x="80" y="292"/>
                </a:cubicBezTo>
                <a:cubicBezTo>
                  <a:pt x="80" y="292"/>
                  <a:pt x="80" y="257"/>
                  <a:pt x="115" y="257"/>
                </a:cubicBezTo>
                <a:cubicBezTo>
                  <a:pt x="169" y="257"/>
                  <a:pt x="169" y="257"/>
                  <a:pt x="169" y="257"/>
                </a:cubicBezTo>
                <a:cubicBezTo>
                  <a:pt x="186" y="257"/>
                  <a:pt x="196" y="257"/>
                  <a:pt x="204" y="248"/>
                </a:cubicBezTo>
                <a:cubicBezTo>
                  <a:pt x="204" y="354"/>
                  <a:pt x="204" y="354"/>
                  <a:pt x="204" y="354"/>
                </a:cubicBezTo>
                <a:cubicBezTo>
                  <a:pt x="186" y="363"/>
                  <a:pt x="169" y="380"/>
                  <a:pt x="169" y="407"/>
                </a:cubicBezTo>
                <a:cubicBezTo>
                  <a:pt x="169" y="442"/>
                  <a:pt x="196" y="469"/>
                  <a:pt x="231" y="469"/>
                </a:cubicBezTo>
                <a:cubicBezTo>
                  <a:pt x="266" y="469"/>
                  <a:pt x="293" y="442"/>
                  <a:pt x="293" y="407"/>
                </a:cubicBezTo>
                <a:cubicBezTo>
                  <a:pt x="293" y="380"/>
                  <a:pt x="275" y="363"/>
                  <a:pt x="257" y="354"/>
                </a:cubicBezTo>
                <a:cubicBezTo>
                  <a:pt x="257" y="248"/>
                  <a:pt x="257" y="248"/>
                  <a:pt x="257" y="248"/>
                </a:cubicBezTo>
                <a:cubicBezTo>
                  <a:pt x="266" y="257"/>
                  <a:pt x="275" y="257"/>
                  <a:pt x="293" y="257"/>
                </a:cubicBezTo>
                <a:cubicBezTo>
                  <a:pt x="346" y="257"/>
                  <a:pt x="346" y="257"/>
                  <a:pt x="346" y="257"/>
                </a:cubicBezTo>
                <a:cubicBezTo>
                  <a:pt x="381" y="257"/>
                  <a:pt x="381" y="283"/>
                  <a:pt x="381" y="292"/>
                </a:cubicBezTo>
                <a:cubicBezTo>
                  <a:pt x="381" y="354"/>
                  <a:pt x="381" y="354"/>
                  <a:pt x="381" y="354"/>
                </a:cubicBezTo>
                <a:cubicBezTo>
                  <a:pt x="363" y="363"/>
                  <a:pt x="346" y="380"/>
                  <a:pt x="346" y="407"/>
                </a:cubicBezTo>
                <a:cubicBezTo>
                  <a:pt x="346" y="442"/>
                  <a:pt x="372" y="469"/>
                  <a:pt x="408" y="469"/>
                </a:cubicBezTo>
                <a:cubicBezTo>
                  <a:pt x="434" y="469"/>
                  <a:pt x="461" y="442"/>
                  <a:pt x="461" y="407"/>
                </a:cubicBezTo>
                <a:cubicBezTo>
                  <a:pt x="461" y="380"/>
                  <a:pt x="453" y="363"/>
                  <a:pt x="425" y="354"/>
                </a:cubicBezTo>
                <a:close/>
                <a:moveTo>
                  <a:pt x="89" y="407"/>
                </a:moveTo>
                <a:lnTo>
                  <a:pt x="89" y="407"/>
                </a:lnTo>
                <a:cubicBezTo>
                  <a:pt x="89" y="425"/>
                  <a:pt x="71" y="442"/>
                  <a:pt x="53" y="442"/>
                </a:cubicBezTo>
                <a:cubicBezTo>
                  <a:pt x="36" y="442"/>
                  <a:pt x="18" y="425"/>
                  <a:pt x="18" y="407"/>
                </a:cubicBezTo>
                <a:cubicBezTo>
                  <a:pt x="18" y="389"/>
                  <a:pt x="36" y="372"/>
                  <a:pt x="53" y="372"/>
                </a:cubicBezTo>
                <a:cubicBezTo>
                  <a:pt x="71" y="372"/>
                  <a:pt x="89" y="389"/>
                  <a:pt x="89" y="407"/>
                </a:cubicBezTo>
                <a:close/>
                <a:moveTo>
                  <a:pt x="196" y="61"/>
                </a:moveTo>
                <a:lnTo>
                  <a:pt x="196" y="61"/>
                </a:lnTo>
                <a:cubicBezTo>
                  <a:pt x="196" y="44"/>
                  <a:pt x="213" y="26"/>
                  <a:pt x="231" y="26"/>
                </a:cubicBezTo>
                <a:cubicBezTo>
                  <a:pt x="249" y="26"/>
                  <a:pt x="266" y="44"/>
                  <a:pt x="266" y="61"/>
                </a:cubicBezTo>
                <a:cubicBezTo>
                  <a:pt x="266" y="79"/>
                  <a:pt x="249" y="97"/>
                  <a:pt x="231" y="97"/>
                </a:cubicBezTo>
                <a:cubicBezTo>
                  <a:pt x="213" y="97"/>
                  <a:pt x="196" y="79"/>
                  <a:pt x="196" y="61"/>
                </a:cubicBezTo>
                <a:close/>
                <a:moveTo>
                  <a:pt x="266" y="407"/>
                </a:moveTo>
                <a:lnTo>
                  <a:pt x="266" y="407"/>
                </a:lnTo>
                <a:cubicBezTo>
                  <a:pt x="266" y="425"/>
                  <a:pt x="249" y="442"/>
                  <a:pt x="231" y="442"/>
                </a:cubicBezTo>
                <a:cubicBezTo>
                  <a:pt x="213" y="442"/>
                  <a:pt x="196" y="425"/>
                  <a:pt x="196" y="407"/>
                </a:cubicBezTo>
                <a:cubicBezTo>
                  <a:pt x="196" y="389"/>
                  <a:pt x="213" y="372"/>
                  <a:pt x="231" y="372"/>
                </a:cubicBezTo>
                <a:cubicBezTo>
                  <a:pt x="249" y="372"/>
                  <a:pt x="266" y="389"/>
                  <a:pt x="266" y="407"/>
                </a:cubicBezTo>
                <a:close/>
                <a:moveTo>
                  <a:pt x="408" y="442"/>
                </a:moveTo>
                <a:lnTo>
                  <a:pt x="408" y="442"/>
                </a:lnTo>
                <a:cubicBezTo>
                  <a:pt x="381" y="442"/>
                  <a:pt x="372" y="425"/>
                  <a:pt x="372" y="407"/>
                </a:cubicBezTo>
                <a:cubicBezTo>
                  <a:pt x="372" y="389"/>
                  <a:pt x="381" y="372"/>
                  <a:pt x="408" y="372"/>
                </a:cubicBezTo>
                <a:cubicBezTo>
                  <a:pt x="425" y="372"/>
                  <a:pt x="434" y="389"/>
                  <a:pt x="434" y="407"/>
                </a:cubicBezTo>
                <a:cubicBezTo>
                  <a:pt x="434" y="425"/>
                  <a:pt x="425" y="442"/>
                  <a:pt x="408" y="44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7"/>
          <p:cNvSpPr/>
          <p:nvPr/>
        </p:nvSpPr>
        <p:spPr>
          <a:xfrm>
            <a:off x="2419350" y="1517650"/>
            <a:ext cx="142875" cy="184150"/>
          </a:xfrm>
          <a:custGeom>
            <a:rect b="b" l="l" r="r" t="t"/>
            <a:pathLst>
              <a:path extrusionOk="0" h="417" w="320">
                <a:moveTo>
                  <a:pt x="319" y="62"/>
                </a:moveTo>
                <a:lnTo>
                  <a:pt x="319" y="62"/>
                </a:lnTo>
                <a:cubicBezTo>
                  <a:pt x="319" y="27"/>
                  <a:pt x="292" y="0"/>
                  <a:pt x="257" y="0"/>
                </a:cubicBezTo>
                <a:cubicBezTo>
                  <a:pt x="221" y="0"/>
                  <a:pt x="194" y="27"/>
                  <a:pt x="194" y="62"/>
                </a:cubicBezTo>
                <a:cubicBezTo>
                  <a:pt x="194" y="80"/>
                  <a:pt x="213" y="106"/>
                  <a:pt x="230" y="115"/>
                </a:cubicBezTo>
                <a:cubicBezTo>
                  <a:pt x="230" y="159"/>
                  <a:pt x="194" y="169"/>
                  <a:pt x="150" y="186"/>
                </a:cubicBezTo>
                <a:cubicBezTo>
                  <a:pt x="132" y="195"/>
                  <a:pt x="106" y="195"/>
                  <a:pt x="79" y="213"/>
                </a:cubicBezTo>
                <a:cubicBezTo>
                  <a:pt x="79" y="115"/>
                  <a:pt x="79" y="115"/>
                  <a:pt x="79" y="115"/>
                </a:cubicBezTo>
                <a:cubicBezTo>
                  <a:pt x="106" y="106"/>
                  <a:pt x="115" y="80"/>
                  <a:pt x="115" y="62"/>
                </a:cubicBezTo>
                <a:cubicBezTo>
                  <a:pt x="115" y="27"/>
                  <a:pt x="88" y="0"/>
                  <a:pt x="62" y="0"/>
                </a:cubicBezTo>
                <a:cubicBezTo>
                  <a:pt x="26" y="0"/>
                  <a:pt x="0" y="27"/>
                  <a:pt x="0" y="62"/>
                </a:cubicBezTo>
                <a:cubicBezTo>
                  <a:pt x="0" y="80"/>
                  <a:pt x="17" y="106"/>
                  <a:pt x="35" y="115"/>
                </a:cubicBezTo>
                <a:cubicBezTo>
                  <a:pt x="35" y="301"/>
                  <a:pt x="35" y="301"/>
                  <a:pt x="35" y="301"/>
                </a:cubicBezTo>
                <a:cubicBezTo>
                  <a:pt x="17" y="310"/>
                  <a:pt x="0" y="328"/>
                  <a:pt x="0" y="354"/>
                </a:cubicBezTo>
                <a:cubicBezTo>
                  <a:pt x="0" y="390"/>
                  <a:pt x="26" y="416"/>
                  <a:pt x="62" y="416"/>
                </a:cubicBezTo>
                <a:cubicBezTo>
                  <a:pt x="88" y="416"/>
                  <a:pt x="115" y="390"/>
                  <a:pt x="115" y="354"/>
                </a:cubicBezTo>
                <a:cubicBezTo>
                  <a:pt x="115" y="328"/>
                  <a:pt x="106" y="310"/>
                  <a:pt x="88" y="301"/>
                </a:cubicBezTo>
                <a:cubicBezTo>
                  <a:pt x="88" y="257"/>
                  <a:pt x="123" y="240"/>
                  <a:pt x="168" y="231"/>
                </a:cubicBezTo>
                <a:cubicBezTo>
                  <a:pt x="213" y="213"/>
                  <a:pt x="275" y="195"/>
                  <a:pt x="283" y="115"/>
                </a:cubicBezTo>
                <a:cubicBezTo>
                  <a:pt x="301" y="106"/>
                  <a:pt x="319" y="80"/>
                  <a:pt x="319" y="62"/>
                </a:cubicBezTo>
                <a:close/>
                <a:moveTo>
                  <a:pt x="26" y="62"/>
                </a:moveTo>
                <a:lnTo>
                  <a:pt x="26" y="62"/>
                </a:lnTo>
                <a:cubicBezTo>
                  <a:pt x="26" y="35"/>
                  <a:pt x="44" y="27"/>
                  <a:pt x="62" y="27"/>
                </a:cubicBezTo>
                <a:cubicBezTo>
                  <a:pt x="79" y="27"/>
                  <a:pt x="97" y="35"/>
                  <a:pt x="97" y="62"/>
                </a:cubicBezTo>
                <a:cubicBezTo>
                  <a:pt x="97" y="80"/>
                  <a:pt x="79" y="88"/>
                  <a:pt x="62" y="88"/>
                </a:cubicBezTo>
                <a:cubicBezTo>
                  <a:pt x="44" y="88"/>
                  <a:pt x="26" y="80"/>
                  <a:pt x="26" y="62"/>
                </a:cubicBezTo>
                <a:close/>
                <a:moveTo>
                  <a:pt x="62" y="390"/>
                </a:moveTo>
                <a:lnTo>
                  <a:pt x="62" y="390"/>
                </a:lnTo>
                <a:cubicBezTo>
                  <a:pt x="44" y="390"/>
                  <a:pt x="26" y="372"/>
                  <a:pt x="26" y="354"/>
                </a:cubicBezTo>
                <a:cubicBezTo>
                  <a:pt x="26" y="337"/>
                  <a:pt x="44" y="319"/>
                  <a:pt x="62" y="319"/>
                </a:cubicBezTo>
                <a:cubicBezTo>
                  <a:pt x="79" y="319"/>
                  <a:pt x="97" y="337"/>
                  <a:pt x="97" y="354"/>
                </a:cubicBezTo>
                <a:cubicBezTo>
                  <a:pt x="97" y="372"/>
                  <a:pt x="79" y="390"/>
                  <a:pt x="62" y="390"/>
                </a:cubicBezTo>
                <a:close/>
                <a:moveTo>
                  <a:pt x="257" y="88"/>
                </a:moveTo>
                <a:lnTo>
                  <a:pt x="257" y="88"/>
                </a:lnTo>
                <a:cubicBezTo>
                  <a:pt x="239" y="88"/>
                  <a:pt x="221" y="80"/>
                  <a:pt x="221" y="62"/>
                </a:cubicBezTo>
                <a:cubicBezTo>
                  <a:pt x="221" y="35"/>
                  <a:pt x="239" y="27"/>
                  <a:pt x="257" y="27"/>
                </a:cubicBezTo>
                <a:cubicBezTo>
                  <a:pt x="275" y="27"/>
                  <a:pt x="292" y="35"/>
                  <a:pt x="292" y="62"/>
                </a:cubicBezTo>
                <a:cubicBezTo>
                  <a:pt x="292" y="80"/>
                  <a:pt x="275" y="88"/>
                  <a:pt x="257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7"/>
          <p:cNvSpPr/>
          <p:nvPr/>
        </p:nvSpPr>
        <p:spPr>
          <a:xfrm>
            <a:off x="1982788" y="1504950"/>
            <a:ext cx="141287" cy="207963"/>
          </a:xfrm>
          <a:custGeom>
            <a:rect b="b" l="l" r="r" t="t"/>
            <a:pathLst>
              <a:path extrusionOk="0" h="470" w="320">
                <a:moveTo>
                  <a:pt x="258" y="345"/>
                </a:moveTo>
                <a:lnTo>
                  <a:pt x="258" y="345"/>
                </a:lnTo>
                <a:cubicBezTo>
                  <a:pt x="231" y="345"/>
                  <a:pt x="213" y="363"/>
                  <a:pt x="205" y="380"/>
                </a:cubicBezTo>
                <a:cubicBezTo>
                  <a:pt x="124" y="380"/>
                  <a:pt x="124" y="380"/>
                  <a:pt x="124" y="380"/>
                </a:cubicBezTo>
                <a:cubicBezTo>
                  <a:pt x="89" y="380"/>
                  <a:pt x="80" y="354"/>
                  <a:pt x="80" y="345"/>
                </a:cubicBezTo>
                <a:cubicBezTo>
                  <a:pt x="80" y="248"/>
                  <a:pt x="80" y="248"/>
                  <a:pt x="80" y="248"/>
                </a:cubicBezTo>
                <a:cubicBezTo>
                  <a:pt x="98" y="257"/>
                  <a:pt x="107" y="257"/>
                  <a:pt x="124" y="257"/>
                </a:cubicBezTo>
                <a:cubicBezTo>
                  <a:pt x="205" y="257"/>
                  <a:pt x="205" y="257"/>
                  <a:pt x="205" y="257"/>
                </a:cubicBezTo>
                <a:cubicBezTo>
                  <a:pt x="213" y="274"/>
                  <a:pt x="231" y="292"/>
                  <a:pt x="258" y="292"/>
                </a:cubicBezTo>
                <a:cubicBezTo>
                  <a:pt x="293" y="292"/>
                  <a:pt x="319" y="266"/>
                  <a:pt x="319" y="230"/>
                </a:cubicBezTo>
                <a:cubicBezTo>
                  <a:pt x="319" y="204"/>
                  <a:pt x="293" y="176"/>
                  <a:pt x="258" y="176"/>
                </a:cubicBezTo>
                <a:cubicBezTo>
                  <a:pt x="231" y="176"/>
                  <a:pt x="213" y="185"/>
                  <a:pt x="205" y="212"/>
                </a:cubicBezTo>
                <a:cubicBezTo>
                  <a:pt x="124" y="212"/>
                  <a:pt x="124" y="212"/>
                  <a:pt x="124" y="212"/>
                </a:cubicBezTo>
                <a:cubicBezTo>
                  <a:pt x="89" y="212"/>
                  <a:pt x="80" y="176"/>
                  <a:pt x="80" y="167"/>
                </a:cubicBezTo>
                <a:cubicBezTo>
                  <a:pt x="80" y="114"/>
                  <a:pt x="80" y="114"/>
                  <a:pt x="80" y="114"/>
                </a:cubicBezTo>
                <a:cubicBezTo>
                  <a:pt x="107" y="106"/>
                  <a:pt x="115" y="88"/>
                  <a:pt x="115" y="61"/>
                </a:cubicBezTo>
                <a:cubicBezTo>
                  <a:pt x="115" y="26"/>
                  <a:pt x="89" y="0"/>
                  <a:pt x="62" y="0"/>
                </a:cubicBezTo>
                <a:cubicBezTo>
                  <a:pt x="27" y="0"/>
                  <a:pt x="0" y="26"/>
                  <a:pt x="0" y="61"/>
                </a:cubicBezTo>
                <a:cubicBezTo>
                  <a:pt x="0" y="88"/>
                  <a:pt x="18" y="106"/>
                  <a:pt x="36" y="114"/>
                </a:cubicBezTo>
                <a:cubicBezTo>
                  <a:pt x="36" y="345"/>
                  <a:pt x="36" y="345"/>
                  <a:pt x="36" y="345"/>
                </a:cubicBezTo>
                <a:cubicBezTo>
                  <a:pt x="36" y="380"/>
                  <a:pt x="62" y="433"/>
                  <a:pt x="124" y="433"/>
                </a:cubicBezTo>
                <a:cubicBezTo>
                  <a:pt x="205" y="433"/>
                  <a:pt x="205" y="433"/>
                  <a:pt x="205" y="433"/>
                </a:cubicBezTo>
                <a:cubicBezTo>
                  <a:pt x="213" y="451"/>
                  <a:pt x="231" y="469"/>
                  <a:pt x="258" y="469"/>
                </a:cubicBezTo>
                <a:cubicBezTo>
                  <a:pt x="293" y="469"/>
                  <a:pt x="319" y="442"/>
                  <a:pt x="319" y="407"/>
                </a:cubicBezTo>
                <a:cubicBezTo>
                  <a:pt x="319" y="372"/>
                  <a:pt x="293" y="345"/>
                  <a:pt x="258" y="345"/>
                </a:cubicBezTo>
                <a:close/>
                <a:moveTo>
                  <a:pt x="258" y="195"/>
                </a:moveTo>
                <a:lnTo>
                  <a:pt x="258" y="195"/>
                </a:lnTo>
                <a:cubicBezTo>
                  <a:pt x="275" y="195"/>
                  <a:pt x="293" y="212"/>
                  <a:pt x="293" y="230"/>
                </a:cubicBezTo>
                <a:cubicBezTo>
                  <a:pt x="293" y="248"/>
                  <a:pt x="275" y="266"/>
                  <a:pt x="258" y="266"/>
                </a:cubicBezTo>
                <a:cubicBezTo>
                  <a:pt x="240" y="266"/>
                  <a:pt x="221" y="248"/>
                  <a:pt x="221" y="230"/>
                </a:cubicBezTo>
                <a:cubicBezTo>
                  <a:pt x="221" y="212"/>
                  <a:pt x="240" y="195"/>
                  <a:pt x="258" y="195"/>
                </a:cubicBezTo>
                <a:close/>
                <a:moveTo>
                  <a:pt x="27" y="61"/>
                </a:moveTo>
                <a:lnTo>
                  <a:pt x="27" y="61"/>
                </a:lnTo>
                <a:cubicBezTo>
                  <a:pt x="27" y="44"/>
                  <a:pt x="45" y="26"/>
                  <a:pt x="62" y="26"/>
                </a:cubicBezTo>
                <a:cubicBezTo>
                  <a:pt x="80" y="26"/>
                  <a:pt x="98" y="44"/>
                  <a:pt x="98" y="61"/>
                </a:cubicBezTo>
                <a:cubicBezTo>
                  <a:pt x="98" y="79"/>
                  <a:pt x="80" y="97"/>
                  <a:pt x="62" y="97"/>
                </a:cubicBezTo>
                <a:cubicBezTo>
                  <a:pt x="45" y="97"/>
                  <a:pt x="27" y="79"/>
                  <a:pt x="27" y="61"/>
                </a:cubicBezTo>
                <a:close/>
                <a:moveTo>
                  <a:pt x="258" y="442"/>
                </a:moveTo>
                <a:lnTo>
                  <a:pt x="258" y="442"/>
                </a:lnTo>
                <a:cubicBezTo>
                  <a:pt x="240" y="442"/>
                  <a:pt x="221" y="425"/>
                  <a:pt x="221" y="407"/>
                </a:cubicBezTo>
                <a:cubicBezTo>
                  <a:pt x="221" y="389"/>
                  <a:pt x="240" y="372"/>
                  <a:pt x="258" y="372"/>
                </a:cubicBezTo>
                <a:cubicBezTo>
                  <a:pt x="275" y="372"/>
                  <a:pt x="293" y="389"/>
                  <a:pt x="293" y="407"/>
                </a:cubicBezTo>
                <a:cubicBezTo>
                  <a:pt x="293" y="425"/>
                  <a:pt x="275" y="442"/>
                  <a:pt x="258" y="44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7"/>
          <p:cNvSpPr/>
          <p:nvPr/>
        </p:nvSpPr>
        <p:spPr>
          <a:xfrm>
            <a:off x="3340100" y="1517650"/>
            <a:ext cx="53975" cy="184150"/>
          </a:xfrm>
          <a:custGeom>
            <a:rect b="b" l="l" r="r" t="t"/>
            <a:pathLst>
              <a:path extrusionOk="0" h="417" w="125">
                <a:moveTo>
                  <a:pt x="89" y="301"/>
                </a:moveTo>
                <a:lnTo>
                  <a:pt x="89" y="301"/>
                </a:lnTo>
                <a:cubicBezTo>
                  <a:pt x="89" y="115"/>
                  <a:pt x="89" y="115"/>
                  <a:pt x="89" y="115"/>
                </a:cubicBezTo>
                <a:cubicBezTo>
                  <a:pt x="106" y="106"/>
                  <a:pt x="124" y="80"/>
                  <a:pt x="124" y="62"/>
                </a:cubicBezTo>
                <a:cubicBezTo>
                  <a:pt x="124" y="27"/>
                  <a:pt x="97" y="0"/>
                  <a:pt x="62" y="0"/>
                </a:cubicBezTo>
                <a:cubicBezTo>
                  <a:pt x="27" y="0"/>
                  <a:pt x="0" y="27"/>
                  <a:pt x="0" y="62"/>
                </a:cubicBezTo>
                <a:cubicBezTo>
                  <a:pt x="0" y="80"/>
                  <a:pt x="18" y="106"/>
                  <a:pt x="36" y="115"/>
                </a:cubicBezTo>
                <a:cubicBezTo>
                  <a:pt x="36" y="301"/>
                  <a:pt x="36" y="301"/>
                  <a:pt x="36" y="301"/>
                </a:cubicBezTo>
                <a:cubicBezTo>
                  <a:pt x="18" y="310"/>
                  <a:pt x="0" y="328"/>
                  <a:pt x="0" y="354"/>
                </a:cubicBezTo>
                <a:cubicBezTo>
                  <a:pt x="0" y="390"/>
                  <a:pt x="27" y="416"/>
                  <a:pt x="62" y="416"/>
                </a:cubicBezTo>
                <a:cubicBezTo>
                  <a:pt x="97" y="416"/>
                  <a:pt x="124" y="390"/>
                  <a:pt x="124" y="354"/>
                </a:cubicBezTo>
                <a:cubicBezTo>
                  <a:pt x="124" y="328"/>
                  <a:pt x="106" y="310"/>
                  <a:pt x="89" y="301"/>
                </a:cubicBezTo>
                <a:close/>
                <a:moveTo>
                  <a:pt x="27" y="62"/>
                </a:moveTo>
                <a:lnTo>
                  <a:pt x="27" y="62"/>
                </a:lnTo>
                <a:cubicBezTo>
                  <a:pt x="27" y="35"/>
                  <a:pt x="44" y="27"/>
                  <a:pt x="62" y="27"/>
                </a:cubicBezTo>
                <a:cubicBezTo>
                  <a:pt x="80" y="27"/>
                  <a:pt x="97" y="35"/>
                  <a:pt x="97" y="62"/>
                </a:cubicBezTo>
                <a:cubicBezTo>
                  <a:pt x="97" y="80"/>
                  <a:pt x="80" y="88"/>
                  <a:pt x="62" y="88"/>
                </a:cubicBezTo>
                <a:cubicBezTo>
                  <a:pt x="44" y="88"/>
                  <a:pt x="27" y="80"/>
                  <a:pt x="27" y="62"/>
                </a:cubicBezTo>
                <a:close/>
                <a:moveTo>
                  <a:pt x="62" y="390"/>
                </a:moveTo>
                <a:lnTo>
                  <a:pt x="62" y="390"/>
                </a:lnTo>
                <a:cubicBezTo>
                  <a:pt x="44" y="390"/>
                  <a:pt x="27" y="372"/>
                  <a:pt x="27" y="354"/>
                </a:cubicBezTo>
                <a:cubicBezTo>
                  <a:pt x="27" y="337"/>
                  <a:pt x="44" y="319"/>
                  <a:pt x="62" y="319"/>
                </a:cubicBezTo>
                <a:cubicBezTo>
                  <a:pt x="80" y="319"/>
                  <a:pt x="97" y="337"/>
                  <a:pt x="97" y="354"/>
                </a:cubicBezTo>
                <a:cubicBezTo>
                  <a:pt x="97" y="372"/>
                  <a:pt x="80" y="390"/>
                  <a:pt x="62" y="39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7"/>
          <p:cNvSpPr/>
          <p:nvPr/>
        </p:nvSpPr>
        <p:spPr>
          <a:xfrm>
            <a:off x="3733800" y="1517650"/>
            <a:ext cx="142875" cy="184150"/>
          </a:xfrm>
          <a:custGeom>
            <a:rect b="b" l="l" r="r" t="t"/>
            <a:pathLst>
              <a:path extrusionOk="0" h="417" w="320">
                <a:moveTo>
                  <a:pt x="115" y="62"/>
                </a:moveTo>
                <a:lnTo>
                  <a:pt x="115" y="62"/>
                </a:lnTo>
                <a:cubicBezTo>
                  <a:pt x="115" y="27"/>
                  <a:pt x="89" y="0"/>
                  <a:pt x="62" y="0"/>
                </a:cubicBezTo>
                <a:cubicBezTo>
                  <a:pt x="27" y="0"/>
                  <a:pt x="0" y="27"/>
                  <a:pt x="0" y="62"/>
                </a:cubicBezTo>
                <a:cubicBezTo>
                  <a:pt x="0" y="80"/>
                  <a:pt x="18" y="106"/>
                  <a:pt x="36" y="115"/>
                </a:cubicBezTo>
                <a:cubicBezTo>
                  <a:pt x="36" y="301"/>
                  <a:pt x="36" y="301"/>
                  <a:pt x="36" y="301"/>
                </a:cubicBezTo>
                <a:cubicBezTo>
                  <a:pt x="18" y="310"/>
                  <a:pt x="0" y="328"/>
                  <a:pt x="0" y="354"/>
                </a:cubicBezTo>
                <a:cubicBezTo>
                  <a:pt x="0" y="390"/>
                  <a:pt x="27" y="416"/>
                  <a:pt x="62" y="416"/>
                </a:cubicBezTo>
                <a:cubicBezTo>
                  <a:pt x="89" y="416"/>
                  <a:pt x="115" y="390"/>
                  <a:pt x="115" y="354"/>
                </a:cubicBezTo>
                <a:cubicBezTo>
                  <a:pt x="115" y="328"/>
                  <a:pt x="106" y="310"/>
                  <a:pt x="80" y="301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106" y="106"/>
                  <a:pt x="115" y="80"/>
                  <a:pt x="115" y="62"/>
                </a:cubicBezTo>
                <a:close/>
                <a:moveTo>
                  <a:pt x="98" y="354"/>
                </a:moveTo>
                <a:lnTo>
                  <a:pt x="98" y="354"/>
                </a:lnTo>
                <a:cubicBezTo>
                  <a:pt x="98" y="372"/>
                  <a:pt x="80" y="390"/>
                  <a:pt x="62" y="390"/>
                </a:cubicBezTo>
                <a:cubicBezTo>
                  <a:pt x="44" y="390"/>
                  <a:pt x="27" y="372"/>
                  <a:pt x="27" y="354"/>
                </a:cubicBezTo>
                <a:cubicBezTo>
                  <a:pt x="27" y="337"/>
                  <a:pt x="44" y="319"/>
                  <a:pt x="62" y="319"/>
                </a:cubicBezTo>
                <a:cubicBezTo>
                  <a:pt x="80" y="319"/>
                  <a:pt x="98" y="337"/>
                  <a:pt x="98" y="354"/>
                </a:cubicBezTo>
                <a:close/>
                <a:moveTo>
                  <a:pt x="62" y="88"/>
                </a:moveTo>
                <a:lnTo>
                  <a:pt x="62" y="88"/>
                </a:lnTo>
                <a:cubicBezTo>
                  <a:pt x="44" y="88"/>
                  <a:pt x="27" y="80"/>
                  <a:pt x="27" y="62"/>
                </a:cubicBezTo>
                <a:cubicBezTo>
                  <a:pt x="27" y="35"/>
                  <a:pt x="44" y="27"/>
                  <a:pt x="62" y="27"/>
                </a:cubicBezTo>
                <a:cubicBezTo>
                  <a:pt x="80" y="27"/>
                  <a:pt x="98" y="35"/>
                  <a:pt x="98" y="62"/>
                </a:cubicBezTo>
                <a:cubicBezTo>
                  <a:pt x="98" y="80"/>
                  <a:pt x="80" y="88"/>
                  <a:pt x="62" y="88"/>
                </a:cubicBezTo>
                <a:close/>
                <a:moveTo>
                  <a:pt x="284" y="301"/>
                </a:moveTo>
                <a:lnTo>
                  <a:pt x="284" y="301"/>
                </a:lnTo>
                <a:cubicBezTo>
                  <a:pt x="284" y="115"/>
                  <a:pt x="284" y="115"/>
                  <a:pt x="284" y="115"/>
                </a:cubicBezTo>
                <a:cubicBezTo>
                  <a:pt x="302" y="106"/>
                  <a:pt x="319" y="80"/>
                  <a:pt x="319" y="62"/>
                </a:cubicBezTo>
                <a:cubicBezTo>
                  <a:pt x="319" y="27"/>
                  <a:pt x="292" y="0"/>
                  <a:pt x="257" y="0"/>
                </a:cubicBezTo>
                <a:cubicBezTo>
                  <a:pt x="221" y="0"/>
                  <a:pt x="195" y="27"/>
                  <a:pt x="195" y="62"/>
                </a:cubicBezTo>
                <a:cubicBezTo>
                  <a:pt x="195" y="80"/>
                  <a:pt x="212" y="106"/>
                  <a:pt x="239" y="115"/>
                </a:cubicBezTo>
                <a:cubicBezTo>
                  <a:pt x="239" y="301"/>
                  <a:pt x="239" y="301"/>
                  <a:pt x="239" y="301"/>
                </a:cubicBezTo>
                <a:cubicBezTo>
                  <a:pt x="212" y="310"/>
                  <a:pt x="195" y="328"/>
                  <a:pt x="195" y="354"/>
                </a:cubicBezTo>
                <a:cubicBezTo>
                  <a:pt x="195" y="390"/>
                  <a:pt x="221" y="416"/>
                  <a:pt x="257" y="416"/>
                </a:cubicBezTo>
                <a:cubicBezTo>
                  <a:pt x="292" y="416"/>
                  <a:pt x="319" y="390"/>
                  <a:pt x="319" y="354"/>
                </a:cubicBezTo>
                <a:cubicBezTo>
                  <a:pt x="319" y="328"/>
                  <a:pt x="302" y="310"/>
                  <a:pt x="284" y="301"/>
                </a:cubicBezTo>
                <a:close/>
                <a:moveTo>
                  <a:pt x="221" y="62"/>
                </a:moveTo>
                <a:lnTo>
                  <a:pt x="221" y="62"/>
                </a:lnTo>
                <a:cubicBezTo>
                  <a:pt x="221" y="35"/>
                  <a:pt x="239" y="27"/>
                  <a:pt x="257" y="27"/>
                </a:cubicBezTo>
                <a:cubicBezTo>
                  <a:pt x="275" y="27"/>
                  <a:pt x="292" y="35"/>
                  <a:pt x="292" y="62"/>
                </a:cubicBezTo>
                <a:cubicBezTo>
                  <a:pt x="292" y="80"/>
                  <a:pt x="275" y="88"/>
                  <a:pt x="257" y="88"/>
                </a:cubicBezTo>
                <a:cubicBezTo>
                  <a:pt x="239" y="88"/>
                  <a:pt x="221" y="80"/>
                  <a:pt x="221" y="62"/>
                </a:cubicBezTo>
                <a:close/>
                <a:moveTo>
                  <a:pt x="257" y="390"/>
                </a:moveTo>
                <a:lnTo>
                  <a:pt x="257" y="390"/>
                </a:lnTo>
                <a:cubicBezTo>
                  <a:pt x="239" y="390"/>
                  <a:pt x="221" y="372"/>
                  <a:pt x="221" y="354"/>
                </a:cubicBezTo>
                <a:cubicBezTo>
                  <a:pt x="221" y="337"/>
                  <a:pt x="239" y="319"/>
                  <a:pt x="257" y="319"/>
                </a:cubicBezTo>
                <a:cubicBezTo>
                  <a:pt x="275" y="319"/>
                  <a:pt x="292" y="337"/>
                  <a:pt x="292" y="354"/>
                </a:cubicBezTo>
                <a:cubicBezTo>
                  <a:pt x="292" y="372"/>
                  <a:pt x="275" y="390"/>
                  <a:pt x="257" y="39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7"/>
          <p:cNvSpPr/>
          <p:nvPr/>
        </p:nvSpPr>
        <p:spPr>
          <a:xfrm>
            <a:off x="2001838" y="2387600"/>
            <a:ext cx="101600" cy="192088"/>
          </a:xfrm>
          <a:custGeom>
            <a:rect b="b" l="l" r="r" t="t"/>
            <a:pathLst>
              <a:path extrusionOk="0" h="435" w="231">
                <a:moveTo>
                  <a:pt x="221" y="399"/>
                </a:moveTo>
                <a:lnTo>
                  <a:pt x="221" y="399"/>
                </a:lnTo>
                <a:cubicBezTo>
                  <a:pt x="230" y="408"/>
                  <a:pt x="230" y="417"/>
                  <a:pt x="221" y="426"/>
                </a:cubicBezTo>
                <a:cubicBezTo>
                  <a:pt x="213" y="434"/>
                  <a:pt x="204" y="434"/>
                  <a:pt x="204" y="426"/>
                </a:cubicBezTo>
                <a:cubicBezTo>
                  <a:pt x="9" y="230"/>
                  <a:pt x="9" y="230"/>
                  <a:pt x="9" y="230"/>
                </a:cubicBezTo>
                <a:cubicBezTo>
                  <a:pt x="0" y="222"/>
                  <a:pt x="0" y="213"/>
                  <a:pt x="9" y="204"/>
                </a:cubicBezTo>
                <a:cubicBezTo>
                  <a:pt x="204" y="9"/>
                  <a:pt x="204" y="9"/>
                  <a:pt x="204" y="9"/>
                </a:cubicBezTo>
                <a:cubicBezTo>
                  <a:pt x="204" y="0"/>
                  <a:pt x="213" y="0"/>
                  <a:pt x="221" y="9"/>
                </a:cubicBezTo>
                <a:cubicBezTo>
                  <a:pt x="230" y="17"/>
                  <a:pt x="230" y="26"/>
                  <a:pt x="221" y="36"/>
                </a:cubicBezTo>
                <a:cubicBezTo>
                  <a:pt x="44" y="213"/>
                  <a:pt x="44" y="213"/>
                  <a:pt x="44" y="213"/>
                </a:cubicBezTo>
                <a:lnTo>
                  <a:pt x="221" y="399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7"/>
          <p:cNvSpPr/>
          <p:nvPr/>
        </p:nvSpPr>
        <p:spPr>
          <a:xfrm>
            <a:off x="6838950" y="1993900"/>
            <a:ext cx="58738" cy="100013"/>
          </a:xfrm>
          <a:custGeom>
            <a:rect b="b" l="l" r="r" t="t"/>
            <a:pathLst>
              <a:path extrusionOk="0" h="231" w="133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7"/>
          <p:cNvSpPr/>
          <p:nvPr/>
        </p:nvSpPr>
        <p:spPr>
          <a:xfrm>
            <a:off x="688975" y="2454275"/>
            <a:ext cx="103188" cy="58738"/>
          </a:xfrm>
          <a:custGeom>
            <a:rect b="b" l="l" r="r" t="t"/>
            <a:pathLst>
              <a:path extrusionOk="0" h="133" w="232">
                <a:moveTo>
                  <a:pt x="195" y="9"/>
                </a:moveTo>
                <a:lnTo>
                  <a:pt x="195" y="9"/>
                </a:lnTo>
                <a:cubicBezTo>
                  <a:pt x="204" y="0"/>
                  <a:pt x="213" y="0"/>
                  <a:pt x="222" y="9"/>
                </a:cubicBezTo>
                <a:cubicBezTo>
                  <a:pt x="231" y="9"/>
                  <a:pt x="231" y="26"/>
                  <a:pt x="222" y="26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125" y="132"/>
                  <a:pt x="107" y="132"/>
                  <a:pt x="107" y="124"/>
                </a:cubicBezTo>
                <a:cubicBezTo>
                  <a:pt x="9" y="26"/>
                  <a:pt x="9" y="26"/>
                  <a:pt x="9" y="26"/>
                </a:cubicBezTo>
                <a:cubicBezTo>
                  <a:pt x="0" y="26"/>
                  <a:pt x="0" y="9"/>
                  <a:pt x="9" y="9"/>
                </a:cubicBezTo>
                <a:cubicBezTo>
                  <a:pt x="9" y="0"/>
                  <a:pt x="27" y="0"/>
                  <a:pt x="27" y="9"/>
                </a:cubicBezTo>
                <a:cubicBezTo>
                  <a:pt x="116" y="79"/>
                  <a:pt x="116" y="79"/>
                  <a:pt x="116" y="79"/>
                </a:cubicBezTo>
                <a:lnTo>
                  <a:pt x="195" y="9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7"/>
          <p:cNvSpPr/>
          <p:nvPr/>
        </p:nvSpPr>
        <p:spPr>
          <a:xfrm>
            <a:off x="1127125" y="2454275"/>
            <a:ext cx="103188" cy="58738"/>
          </a:xfrm>
          <a:custGeom>
            <a:rect b="b" l="l" r="r" t="t"/>
            <a:pathLst>
              <a:path extrusionOk="0" h="133" w="232">
                <a:moveTo>
                  <a:pt x="28" y="124"/>
                </a:moveTo>
                <a:lnTo>
                  <a:pt x="28" y="124"/>
                </a:lnTo>
                <a:cubicBezTo>
                  <a:pt x="28" y="132"/>
                  <a:pt x="10" y="132"/>
                  <a:pt x="10" y="124"/>
                </a:cubicBezTo>
                <a:cubicBezTo>
                  <a:pt x="0" y="115"/>
                  <a:pt x="0" y="106"/>
                  <a:pt x="10" y="97"/>
                </a:cubicBezTo>
                <a:cubicBezTo>
                  <a:pt x="107" y="9"/>
                  <a:pt x="107" y="9"/>
                  <a:pt x="107" y="9"/>
                </a:cubicBezTo>
                <a:cubicBezTo>
                  <a:pt x="107" y="0"/>
                  <a:pt x="125" y="0"/>
                  <a:pt x="125" y="9"/>
                </a:cubicBezTo>
                <a:cubicBezTo>
                  <a:pt x="222" y="97"/>
                  <a:pt x="222" y="97"/>
                  <a:pt x="222" y="97"/>
                </a:cubicBezTo>
                <a:cubicBezTo>
                  <a:pt x="231" y="106"/>
                  <a:pt x="231" y="115"/>
                  <a:pt x="222" y="124"/>
                </a:cubicBezTo>
                <a:cubicBezTo>
                  <a:pt x="213" y="132"/>
                  <a:pt x="204" y="132"/>
                  <a:pt x="196" y="124"/>
                </a:cubicBezTo>
                <a:cubicBezTo>
                  <a:pt x="116" y="44"/>
                  <a:pt x="116" y="44"/>
                  <a:pt x="116" y="44"/>
                </a:cubicBezTo>
                <a:lnTo>
                  <a:pt x="28" y="12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7"/>
          <p:cNvSpPr/>
          <p:nvPr/>
        </p:nvSpPr>
        <p:spPr>
          <a:xfrm>
            <a:off x="1584325" y="2430463"/>
            <a:ext cx="57150" cy="103187"/>
          </a:xfrm>
          <a:custGeom>
            <a:rect b="b" l="l" r="r" t="t"/>
            <a:pathLst>
              <a:path extrusionOk="0" h="232" w="133">
                <a:moveTo>
                  <a:pt x="8" y="204"/>
                </a:moveTo>
                <a:lnTo>
                  <a:pt x="8" y="204"/>
                </a:lnTo>
                <a:cubicBezTo>
                  <a:pt x="0" y="213"/>
                  <a:pt x="0" y="222"/>
                  <a:pt x="8" y="231"/>
                </a:cubicBezTo>
                <a:cubicBezTo>
                  <a:pt x="17" y="231"/>
                  <a:pt x="26" y="231"/>
                  <a:pt x="35" y="231"/>
                </a:cubicBezTo>
                <a:cubicBezTo>
                  <a:pt x="132" y="133"/>
                  <a:pt x="132" y="133"/>
                  <a:pt x="132" y="133"/>
                </a:cubicBezTo>
                <a:cubicBezTo>
                  <a:pt x="132" y="125"/>
                  <a:pt x="132" y="116"/>
                  <a:pt x="132" y="107"/>
                </a:cubicBezTo>
                <a:cubicBezTo>
                  <a:pt x="35" y="10"/>
                  <a:pt x="35" y="10"/>
                  <a:pt x="35" y="10"/>
                </a:cubicBezTo>
                <a:cubicBezTo>
                  <a:pt x="26" y="0"/>
                  <a:pt x="17" y="0"/>
                  <a:pt x="8" y="10"/>
                </a:cubicBezTo>
                <a:cubicBezTo>
                  <a:pt x="0" y="18"/>
                  <a:pt x="0" y="27"/>
                  <a:pt x="8" y="36"/>
                </a:cubicBezTo>
                <a:cubicBezTo>
                  <a:pt x="88" y="116"/>
                  <a:pt x="88" y="116"/>
                  <a:pt x="88" y="116"/>
                </a:cubicBezTo>
                <a:lnTo>
                  <a:pt x="8" y="204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7"/>
          <p:cNvSpPr/>
          <p:nvPr/>
        </p:nvSpPr>
        <p:spPr>
          <a:xfrm>
            <a:off x="3314700" y="2387600"/>
            <a:ext cx="103188" cy="192088"/>
          </a:xfrm>
          <a:custGeom>
            <a:rect b="b" l="l" r="r" t="t"/>
            <a:pathLst>
              <a:path extrusionOk="0" h="435" w="232">
                <a:moveTo>
                  <a:pt x="10" y="399"/>
                </a:moveTo>
                <a:lnTo>
                  <a:pt x="10" y="399"/>
                </a:lnTo>
                <a:cubicBezTo>
                  <a:pt x="0" y="408"/>
                  <a:pt x="0" y="417"/>
                  <a:pt x="10" y="426"/>
                </a:cubicBezTo>
                <a:cubicBezTo>
                  <a:pt x="10" y="434"/>
                  <a:pt x="28" y="434"/>
                  <a:pt x="28" y="426"/>
                </a:cubicBezTo>
                <a:cubicBezTo>
                  <a:pt x="222" y="230"/>
                  <a:pt x="222" y="230"/>
                  <a:pt x="222" y="230"/>
                </a:cubicBezTo>
                <a:cubicBezTo>
                  <a:pt x="231" y="222"/>
                  <a:pt x="231" y="213"/>
                  <a:pt x="222" y="204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0"/>
                  <a:pt x="10" y="0"/>
                  <a:pt x="10" y="9"/>
                </a:cubicBezTo>
                <a:cubicBezTo>
                  <a:pt x="0" y="17"/>
                  <a:pt x="0" y="26"/>
                  <a:pt x="10" y="36"/>
                </a:cubicBezTo>
                <a:cubicBezTo>
                  <a:pt x="187" y="213"/>
                  <a:pt x="187" y="213"/>
                  <a:pt x="187" y="213"/>
                </a:cubicBezTo>
                <a:lnTo>
                  <a:pt x="10" y="399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7"/>
          <p:cNvSpPr/>
          <p:nvPr/>
        </p:nvSpPr>
        <p:spPr>
          <a:xfrm>
            <a:off x="2833688" y="2430463"/>
            <a:ext cx="188912" cy="103187"/>
          </a:xfrm>
          <a:custGeom>
            <a:rect b="b" l="l" r="r" t="t"/>
            <a:pathLst>
              <a:path extrusionOk="0" h="232" w="427">
                <a:moveTo>
                  <a:pt x="398" y="231"/>
                </a:moveTo>
                <a:lnTo>
                  <a:pt x="398" y="231"/>
                </a:lnTo>
                <a:lnTo>
                  <a:pt x="416" y="231"/>
                </a:lnTo>
                <a:cubicBezTo>
                  <a:pt x="426" y="222"/>
                  <a:pt x="426" y="213"/>
                  <a:pt x="416" y="204"/>
                </a:cubicBezTo>
                <a:cubicBezTo>
                  <a:pt x="222" y="10"/>
                  <a:pt x="222" y="10"/>
                  <a:pt x="222" y="10"/>
                </a:cubicBezTo>
                <a:cubicBezTo>
                  <a:pt x="222" y="0"/>
                  <a:pt x="204" y="0"/>
                  <a:pt x="204" y="10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13"/>
                  <a:pt x="0" y="222"/>
                  <a:pt x="0" y="231"/>
                </a:cubicBezTo>
                <a:cubicBezTo>
                  <a:pt x="9" y="231"/>
                  <a:pt x="18" y="231"/>
                  <a:pt x="26" y="231"/>
                </a:cubicBezTo>
                <a:cubicBezTo>
                  <a:pt x="213" y="54"/>
                  <a:pt x="213" y="54"/>
                  <a:pt x="213" y="54"/>
                </a:cubicBezTo>
                <a:lnTo>
                  <a:pt x="398" y="23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7"/>
          <p:cNvSpPr/>
          <p:nvPr/>
        </p:nvSpPr>
        <p:spPr>
          <a:xfrm>
            <a:off x="2397125" y="2430463"/>
            <a:ext cx="187325" cy="103187"/>
          </a:xfrm>
          <a:custGeom>
            <a:rect b="b" l="l" r="r" t="t"/>
            <a:pathLst>
              <a:path extrusionOk="0" h="232" w="426">
                <a:moveTo>
                  <a:pt x="26" y="10"/>
                </a:moveTo>
                <a:lnTo>
                  <a:pt x="26" y="10"/>
                </a:lnTo>
                <a:cubicBezTo>
                  <a:pt x="17" y="0"/>
                  <a:pt x="9" y="0"/>
                  <a:pt x="0" y="10"/>
                </a:cubicBezTo>
                <a:cubicBezTo>
                  <a:pt x="0" y="18"/>
                  <a:pt x="0" y="27"/>
                  <a:pt x="0" y="36"/>
                </a:cubicBezTo>
                <a:cubicBezTo>
                  <a:pt x="203" y="231"/>
                  <a:pt x="203" y="231"/>
                  <a:pt x="203" y="231"/>
                </a:cubicBezTo>
                <a:lnTo>
                  <a:pt x="221" y="231"/>
                </a:lnTo>
                <a:cubicBezTo>
                  <a:pt x="416" y="36"/>
                  <a:pt x="416" y="36"/>
                  <a:pt x="416" y="36"/>
                </a:cubicBezTo>
                <a:cubicBezTo>
                  <a:pt x="425" y="27"/>
                  <a:pt x="425" y="18"/>
                  <a:pt x="416" y="10"/>
                </a:cubicBezTo>
                <a:cubicBezTo>
                  <a:pt x="416" y="0"/>
                  <a:pt x="398" y="0"/>
                  <a:pt x="398" y="10"/>
                </a:cubicBezTo>
                <a:cubicBezTo>
                  <a:pt x="213" y="186"/>
                  <a:pt x="213" y="186"/>
                  <a:pt x="213" y="186"/>
                </a:cubicBezTo>
                <a:lnTo>
                  <a:pt x="26" y="1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7"/>
          <p:cNvSpPr/>
          <p:nvPr/>
        </p:nvSpPr>
        <p:spPr>
          <a:xfrm>
            <a:off x="2036763" y="2852738"/>
            <a:ext cx="33337" cy="30162"/>
          </a:xfrm>
          <a:custGeom>
            <a:rect b="b" l="l" r="r" t="t"/>
            <a:pathLst>
              <a:path extrusionOk="0" h="71" w="73">
                <a:moveTo>
                  <a:pt x="36" y="70"/>
                </a:moveTo>
                <a:lnTo>
                  <a:pt x="36" y="70"/>
                </a:lnTo>
                <a:cubicBezTo>
                  <a:pt x="53" y="70"/>
                  <a:pt x="72" y="53"/>
                  <a:pt x="72" y="35"/>
                </a:cubicBezTo>
                <a:cubicBezTo>
                  <a:pt x="72" y="9"/>
                  <a:pt x="53" y="0"/>
                  <a:pt x="36" y="0"/>
                </a:cubicBezTo>
                <a:cubicBezTo>
                  <a:pt x="9" y="0"/>
                  <a:pt x="0" y="9"/>
                  <a:pt x="0" y="35"/>
                </a:cubicBezTo>
                <a:cubicBezTo>
                  <a:pt x="0" y="53"/>
                  <a:pt x="9" y="70"/>
                  <a:pt x="36" y="7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7"/>
          <p:cNvSpPr/>
          <p:nvPr/>
        </p:nvSpPr>
        <p:spPr>
          <a:xfrm>
            <a:off x="2025650" y="2887663"/>
            <a:ext cx="53975" cy="103187"/>
          </a:xfrm>
          <a:custGeom>
            <a:rect b="b" l="l" r="r" t="t"/>
            <a:pathLst>
              <a:path extrusionOk="0" h="232" w="124">
                <a:moveTo>
                  <a:pt x="107" y="0"/>
                </a:moveTo>
                <a:lnTo>
                  <a:pt x="107" y="0"/>
                </a:lnTo>
                <a:cubicBezTo>
                  <a:pt x="9" y="0"/>
                  <a:pt x="9" y="0"/>
                  <a:pt x="9" y="0"/>
                </a:cubicBezTo>
                <a:cubicBezTo>
                  <a:pt x="9" y="0"/>
                  <a:pt x="9" y="0"/>
                  <a:pt x="0" y="0"/>
                </a:cubicBezTo>
                <a:cubicBezTo>
                  <a:pt x="0" y="9"/>
                  <a:pt x="0" y="9"/>
                  <a:pt x="0" y="18"/>
                </a:cubicBezTo>
                <a:cubicBezTo>
                  <a:pt x="0" y="115"/>
                  <a:pt x="0" y="115"/>
                  <a:pt x="0" y="115"/>
                </a:cubicBezTo>
                <a:cubicBezTo>
                  <a:pt x="26" y="115"/>
                  <a:pt x="26" y="115"/>
                  <a:pt x="26" y="115"/>
                </a:cubicBezTo>
                <a:cubicBezTo>
                  <a:pt x="26" y="231"/>
                  <a:pt x="26" y="231"/>
                  <a:pt x="26" y="231"/>
                </a:cubicBezTo>
                <a:cubicBezTo>
                  <a:pt x="98" y="231"/>
                  <a:pt x="98" y="231"/>
                  <a:pt x="98" y="231"/>
                </a:cubicBezTo>
                <a:cubicBezTo>
                  <a:pt x="98" y="115"/>
                  <a:pt x="98" y="115"/>
                  <a:pt x="98" y="115"/>
                </a:cubicBezTo>
                <a:cubicBezTo>
                  <a:pt x="123" y="115"/>
                  <a:pt x="123" y="115"/>
                  <a:pt x="123" y="115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3" y="9"/>
                  <a:pt x="123" y="9"/>
                  <a:pt x="123" y="0"/>
                </a:cubicBezTo>
                <a:cubicBezTo>
                  <a:pt x="115" y="0"/>
                  <a:pt x="115" y="0"/>
                  <a:pt x="10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7"/>
          <p:cNvSpPr/>
          <p:nvPr/>
        </p:nvSpPr>
        <p:spPr>
          <a:xfrm>
            <a:off x="1509713" y="2813050"/>
            <a:ext cx="212725" cy="212725"/>
          </a:xfrm>
          <a:custGeom>
            <a:rect b="b" l="l" r="r" t="t"/>
            <a:pathLst>
              <a:path extrusionOk="0" h="479" w="480">
                <a:moveTo>
                  <a:pt x="239" y="8"/>
                </a:moveTo>
                <a:lnTo>
                  <a:pt x="239" y="8"/>
                </a:lnTo>
                <a:cubicBezTo>
                  <a:pt x="107" y="8"/>
                  <a:pt x="0" y="115"/>
                  <a:pt x="0" y="248"/>
                </a:cubicBezTo>
                <a:cubicBezTo>
                  <a:pt x="0" y="381"/>
                  <a:pt x="107" y="478"/>
                  <a:pt x="239" y="478"/>
                </a:cubicBezTo>
                <a:cubicBezTo>
                  <a:pt x="372" y="478"/>
                  <a:pt x="479" y="372"/>
                  <a:pt x="479" y="239"/>
                </a:cubicBezTo>
                <a:cubicBezTo>
                  <a:pt x="479" y="106"/>
                  <a:pt x="363" y="0"/>
                  <a:pt x="239" y="8"/>
                </a:cubicBezTo>
                <a:close/>
                <a:moveTo>
                  <a:pt x="239" y="434"/>
                </a:moveTo>
                <a:lnTo>
                  <a:pt x="239" y="434"/>
                </a:lnTo>
                <a:cubicBezTo>
                  <a:pt x="133" y="434"/>
                  <a:pt x="53" y="346"/>
                  <a:pt x="53" y="248"/>
                </a:cubicBezTo>
                <a:cubicBezTo>
                  <a:pt x="53" y="142"/>
                  <a:pt x="133" y="53"/>
                  <a:pt x="239" y="53"/>
                </a:cubicBezTo>
                <a:cubicBezTo>
                  <a:pt x="337" y="53"/>
                  <a:pt x="426" y="133"/>
                  <a:pt x="426" y="239"/>
                </a:cubicBezTo>
                <a:cubicBezTo>
                  <a:pt x="426" y="346"/>
                  <a:pt x="346" y="425"/>
                  <a:pt x="239" y="434"/>
                </a:cubicBezTo>
                <a:close/>
                <a:moveTo>
                  <a:pt x="177" y="283"/>
                </a:moveTo>
                <a:lnTo>
                  <a:pt x="177" y="283"/>
                </a:lnTo>
                <a:cubicBezTo>
                  <a:pt x="169" y="283"/>
                  <a:pt x="160" y="283"/>
                  <a:pt x="160" y="274"/>
                </a:cubicBezTo>
                <a:cubicBezTo>
                  <a:pt x="151" y="265"/>
                  <a:pt x="151" y="257"/>
                  <a:pt x="151" y="239"/>
                </a:cubicBezTo>
                <a:cubicBezTo>
                  <a:pt x="151" y="212"/>
                  <a:pt x="160" y="204"/>
                  <a:pt x="177" y="204"/>
                </a:cubicBezTo>
                <a:cubicBezTo>
                  <a:pt x="186" y="204"/>
                  <a:pt x="186" y="204"/>
                  <a:pt x="195" y="204"/>
                </a:cubicBezTo>
                <a:cubicBezTo>
                  <a:pt x="195" y="212"/>
                  <a:pt x="204" y="212"/>
                  <a:pt x="204" y="221"/>
                </a:cubicBezTo>
                <a:cubicBezTo>
                  <a:pt x="239" y="204"/>
                  <a:pt x="239" y="204"/>
                  <a:pt x="239" y="204"/>
                </a:cubicBezTo>
                <a:cubicBezTo>
                  <a:pt x="222" y="186"/>
                  <a:pt x="204" y="168"/>
                  <a:pt x="177" y="168"/>
                </a:cubicBezTo>
                <a:cubicBezTo>
                  <a:pt x="160" y="168"/>
                  <a:pt x="142" y="177"/>
                  <a:pt x="124" y="195"/>
                </a:cubicBezTo>
                <a:cubicBezTo>
                  <a:pt x="116" y="204"/>
                  <a:pt x="107" y="221"/>
                  <a:pt x="107" y="239"/>
                </a:cubicBezTo>
                <a:cubicBezTo>
                  <a:pt x="107" y="265"/>
                  <a:pt x="116" y="283"/>
                  <a:pt x="124" y="292"/>
                </a:cubicBezTo>
                <a:cubicBezTo>
                  <a:pt x="142" y="310"/>
                  <a:pt x="160" y="310"/>
                  <a:pt x="177" y="310"/>
                </a:cubicBezTo>
                <a:cubicBezTo>
                  <a:pt x="186" y="310"/>
                  <a:pt x="204" y="310"/>
                  <a:pt x="213" y="301"/>
                </a:cubicBezTo>
                <a:cubicBezTo>
                  <a:pt x="222" y="301"/>
                  <a:pt x="230" y="292"/>
                  <a:pt x="239" y="274"/>
                </a:cubicBezTo>
                <a:cubicBezTo>
                  <a:pt x="213" y="265"/>
                  <a:pt x="213" y="265"/>
                  <a:pt x="213" y="265"/>
                </a:cubicBezTo>
                <a:cubicBezTo>
                  <a:pt x="204" y="274"/>
                  <a:pt x="195" y="283"/>
                  <a:pt x="177" y="283"/>
                </a:cubicBezTo>
                <a:close/>
                <a:moveTo>
                  <a:pt x="310" y="283"/>
                </a:moveTo>
                <a:lnTo>
                  <a:pt x="310" y="283"/>
                </a:lnTo>
                <a:cubicBezTo>
                  <a:pt x="301" y="283"/>
                  <a:pt x="292" y="283"/>
                  <a:pt x="292" y="274"/>
                </a:cubicBezTo>
                <a:cubicBezTo>
                  <a:pt x="284" y="265"/>
                  <a:pt x="284" y="257"/>
                  <a:pt x="284" y="239"/>
                </a:cubicBezTo>
                <a:cubicBezTo>
                  <a:pt x="284" y="212"/>
                  <a:pt x="292" y="204"/>
                  <a:pt x="310" y="204"/>
                </a:cubicBezTo>
                <a:cubicBezTo>
                  <a:pt x="319" y="204"/>
                  <a:pt x="319" y="204"/>
                  <a:pt x="328" y="204"/>
                </a:cubicBezTo>
                <a:cubicBezTo>
                  <a:pt x="328" y="212"/>
                  <a:pt x="337" y="212"/>
                  <a:pt x="337" y="221"/>
                </a:cubicBezTo>
                <a:cubicBezTo>
                  <a:pt x="372" y="204"/>
                  <a:pt x="372" y="204"/>
                  <a:pt x="372" y="204"/>
                </a:cubicBezTo>
                <a:cubicBezTo>
                  <a:pt x="355" y="186"/>
                  <a:pt x="337" y="168"/>
                  <a:pt x="310" y="168"/>
                </a:cubicBezTo>
                <a:cubicBezTo>
                  <a:pt x="292" y="168"/>
                  <a:pt x="275" y="177"/>
                  <a:pt x="257" y="195"/>
                </a:cubicBezTo>
                <a:cubicBezTo>
                  <a:pt x="248" y="204"/>
                  <a:pt x="239" y="221"/>
                  <a:pt x="239" y="239"/>
                </a:cubicBezTo>
                <a:cubicBezTo>
                  <a:pt x="239" y="265"/>
                  <a:pt x="248" y="283"/>
                  <a:pt x="257" y="292"/>
                </a:cubicBezTo>
                <a:cubicBezTo>
                  <a:pt x="275" y="310"/>
                  <a:pt x="292" y="310"/>
                  <a:pt x="310" y="310"/>
                </a:cubicBezTo>
                <a:cubicBezTo>
                  <a:pt x="319" y="310"/>
                  <a:pt x="337" y="310"/>
                  <a:pt x="346" y="301"/>
                </a:cubicBezTo>
                <a:cubicBezTo>
                  <a:pt x="355" y="301"/>
                  <a:pt x="363" y="292"/>
                  <a:pt x="372" y="274"/>
                </a:cubicBezTo>
                <a:cubicBezTo>
                  <a:pt x="337" y="265"/>
                  <a:pt x="337" y="265"/>
                  <a:pt x="337" y="265"/>
                </a:cubicBezTo>
                <a:cubicBezTo>
                  <a:pt x="337" y="274"/>
                  <a:pt x="328" y="283"/>
                  <a:pt x="310" y="2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7"/>
          <p:cNvSpPr/>
          <p:nvPr/>
        </p:nvSpPr>
        <p:spPr>
          <a:xfrm>
            <a:off x="701675" y="1069975"/>
            <a:ext cx="77788" cy="200025"/>
          </a:xfrm>
          <a:custGeom>
            <a:rect b="b" l="l" r="r" t="t"/>
            <a:pathLst>
              <a:path extrusionOk="0" h="454" w="178">
                <a:moveTo>
                  <a:pt x="151" y="0"/>
                </a:moveTo>
                <a:lnTo>
                  <a:pt x="151" y="0"/>
                </a:lnTo>
                <a:cubicBezTo>
                  <a:pt x="18" y="0"/>
                  <a:pt x="18" y="0"/>
                  <a:pt x="18" y="0"/>
                </a:cubicBezTo>
                <a:cubicBezTo>
                  <a:pt x="8" y="0"/>
                  <a:pt x="0" y="10"/>
                  <a:pt x="0" y="28"/>
                </a:cubicBezTo>
                <a:cubicBezTo>
                  <a:pt x="0" y="453"/>
                  <a:pt x="0" y="453"/>
                  <a:pt x="0" y="453"/>
                </a:cubicBezTo>
                <a:cubicBezTo>
                  <a:pt x="89" y="355"/>
                  <a:pt x="89" y="355"/>
                  <a:pt x="89" y="355"/>
                </a:cubicBezTo>
                <a:cubicBezTo>
                  <a:pt x="177" y="453"/>
                  <a:pt x="177" y="453"/>
                  <a:pt x="177" y="453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77" y="10"/>
                  <a:pt x="168" y="0"/>
                  <a:pt x="151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7"/>
          <p:cNvSpPr/>
          <p:nvPr/>
        </p:nvSpPr>
        <p:spPr>
          <a:xfrm>
            <a:off x="1517650" y="1069975"/>
            <a:ext cx="196850" cy="200025"/>
          </a:xfrm>
          <a:custGeom>
            <a:rect b="b" l="l" r="r" t="t"/>
            <a:pathLst>
              <a:path extrusionOk="0" h="454" w="444">
                <a:moveTo>
                  <a:pt x="168" y="284"/>
                </a:moveTo>
                <a:lnTo>
                  <a:pt x="168" y="284"/>
                </a:lnTo>
                <a:cubicBezTo>
                  <a:pt x="70" y="240"/>
                  <a:pt x="70" y="240"/>
                  <a:pt x="70" y="240"/>
                </a:cubicBezTo>
                <a:cubicBezTo>
                  <a:pt x="70" y="275"/>
                  <a:pt x="70" y="275"/>
                  <a:pt x="70" y="275"/>
                </a:cubicBezTo>
                <a:cubicBezTo>
                  <a:pt x="168" y="311"/>
                  <a:pt x="168" y="311"/>
                  <a:pt x="168" y="311"/>
                </a:cubicBezTo>
                <a:lnTo>
                  <a:pt x="168" y="284"/>
                </a:lnTo>
                <a:close/>
                <a:moveTo>
                  <a:pt x="168" y="178"/>
                </a:moveTo>
                <a:lnTo>
                  <a:pt x="168" y="178"/>
                </a:lnTo>
                <a:cubicBezTo>
                  <a:pt x="70" y="143"/>
                  <a:pt x="70" y="143"/>
                  <a:pt x="70" y="143"/>
                </a:cubicBezTo>
                <a:cubicBezTo>
                  <a:pt x="70" y="169"/>
                  <a:pt x="70" y="169"/>
                  <a:pt x="70" y="169"/>
                </a:cubicBezTo>
                <a:cubicBezTo>
                  <a:pt x="168" y="213"/>
                  <a:pt x="168" y="213"/>
                  <a:pt x="168" y="213"/>
                </a:cubicBezTo>
                <a:lnTo>
                  <a:pt x="168" y="178"/>
                </a:lnTo>
                <a:close/>
                <a:moveTo>
                  <a:pt x="434" y="10"/>
                </a:moveTo>
                <a:lnTo>
                  <a:pt x="434" y="10"/>
                </a:lnTo>
                <a:cubicBezTo>
                  <a:pt x="425" y="0"/>
                  <a:pt x="417" y="0"/>
                  <a:pt x="408" y="0"/>
                </a:cubicBezTo>
                <a:cubicBezTo>
                  <a:pt x="221" y="81"/>
                  <a:pt x="221" y="81"/>
                  <a:pt x="221" y="81"/>
                </a:cubicBezTo>
                <a:cubicBezTo>
                  <a:pt x="35" y="0"/>
                  <a:pt x="35" y="0"/>
                  <a:pt x="35" y="0"/>
                </a:cubicBezTo>
                <a:cubicBezTo>
                  <a:pt x="26" y="0"/>
                  <a:pt x="17" y="0"/>
                  <a:pt x="9" y="10"/>
                </a:cubicBezTo>
                <a:cubicBezTo>
                  <a:pt x="0" y="10"/>
                  <a:pt x="0" y="19"/>
                  <a:pt x="0" y="28"/>
                </a:cubicBezTo>
                <a:cubicBezTo>
                  <a:pt x="0" y="347"/>
                  <a:pt x="0" y="347"/>
                  <a:pt x="0" y="347"/>
                </a:cubicBezTo>
                <a:cubicBezTo>
                  <a:pt x="0" y="355"/>
                  <a:pt x="0" y="364"/>
                  <a:pt x="9" y="364"/>
                </a:cubicBezTo>
                <a:cubicBezTo>
                  <a:pt x="212" y="444"/>
                  <a:pt x="212" y="444"/>
                  <a:pt x="212" y="444"/>
                </a:cubicBezTo>
                <a:cubicBezTo>
                  <a:pt x="221" y="453"/>
                  <a:pt x="221" y="453"/>
                  <a:pt x="221" y="453"/>
                </a:cubicBezTo>
                <a:cubicBezTo>
                  <a:pt x="221" y="453"/>
                  <a:pt x="221" y="453"/>
                  <a:pt x="221" y="444"/>
                </a:cubicBezTo>
                <a:cubicBezTo>
                  <a:pt x="230" y="444"/>
                  <a:pt x="230" y="444"/>
                  <a:pt x="230" y="444"/>
                </a:cubicBezTo>
                <a:cubicBezTo>
                  <a:pt x="425" y="364"/>
                  <a:pt x="425" y="364"/>
                  <a:pt x="425" y="364"/>
                </a:cubicBezTo>
                <a:cubicBezTo>
                  <a:pt x="434" y="364"/>
                  <a:pt x="443" y="355"/>
                  <a:pt x="443" y="347"/>
                </a:cubicBezTo>
                <a:cubicBezTo>
                  <a:pt x="443" y="28"/>
                  <a:pt x="443" y="28"/>
                  <a:pt x="443" y="28"/>
                </a:cubicBezTo>
                <a:cubicBezTo>
                  <a:pt x="443" y="19"/>
                  <a:pt x="443" y="10"/>
                  <a:pt x="434" y="10"/>
                </a:cubicBezTo>
                <a:close/>
                <a:moveTo>
                  <a:pt x="195" y="400"/>
                </a:moveTo>
                <a:lnTo>
                  <a:pt x="195" y="400"/>
                </a:lnTo>
                <a:cubicBezTo>
                  <a:pt x="35" y="338"/>
                  <a:pt x="35" y="338"/>
                  <a:pt x="35" y="338"/>
                </a:cubicBezTo>
                <a:cubicBezTo>
                  <a:pt x="35" y="54"/>
                  <a:pt x="35" y="54"/>
                  <a:pt x="35" y="54"/>
                </a:cubicBezTo>
                <a:cubicBezTo>
                  <a:pt x="195" y="116"/>
                  <a:pt x="195" y="116"/>
                  <a:pt x="195" y="116"/>
                </a:cubicBezTo>
                <a:lnTo>
                  <a:pt x="195" y="400"/>
                </a:lnTo>
                <a:close/>
                <a:moveTo>
                  <a:pt x="408" y="338"/>
                </a:moveTo>
                <a:lnTo>
                  <a:pt x="408" y="338"/>
                </a:lnTo>
                <a:cubicBezTo>
                  <a:pt x="248" y="400"/>
                  <a:pt x="248" y="400"/>
                  <a:pt x="248" y="400"/>
                </a:cubicBezTo>
                <a:cubicBezTo>
                  <a:pt x="248" y="116"/>
                  <a:pt x="248" y="116"/>
                  <a:pt x="248" y="116"/>
                </a:cubicBezTo>
                <a:cubicBezTo>
                  <a:pt x="408" y="54"/>
                  <a:pt x="408" y="54"/>
                  <a:pt x="408" y="54"/>
                </a:cubicBezTo>
                <a:lnTo>
                  <a:pt x="408" y="338"/>
                </a:lnTo>
                <a:close/>
                <a:moveTo>
                  <a:pt x="372" y="240"/>
                </a:moveTo>
                <a:lnTo>
                  <a:pt x="372" y="240"/>
                </a:lnTo>
                <a:cubicBezTo>
                  <a:pt x="274" y="284"/>
                  <a:pt x="274" y="284"/>
                  <a:pt x="274" y="284"/>
                </a:cubicBezTo>
                <a:cubicBezTo>
                  <a:pt x="274" y="311"/>
                  <a:pt x="274" y="311"/>
                  <a:pt x="274" y="311"/>
                </a:cubicBezTo>
                <a:cubicBezTo>
                  <a:pt x="372" y="275"/>
                  <a:pt x="372" y="275"/>
                  <a:pt x="372" y="275"/>
                </a:cubicBezTo>
                <a:lnTo>
                  <a:pt x="372" y="240"/>
                </a:lnTo>
                <a:close/>
                <a:moveTo>
                  <a:pt x="372" y="143"/>
                </a:moveTo>
                <a:lnTo>
                  <a:pt x="372" y="143"/>
                </a:lnTo>
                <a:cubicBezTo>
                  <a:pt x="274" y="178"/>
                  <a:pt x="274" y="178"/>
                  <a:pt x="274" y="178"/>
                </a:cubicBezTo>
                <a:cubicBezTo>
                  <a:pt x="274" y="213"/>
                  <a:pt x="274" y="213"/>
                  <a:pt x="274" y="213"/>
                </a:cubicBezTo>
                <a:cubicBezTo>
                  <a:pt x="372" y="169"/>
                  <a:pt x="372" y="169"/>
                  <a:pt x="372" y="169"/>
                </a:cubicBezTo>
                <a:lnTo>
                  <a:pt x="372" y="1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7"/>
          <p:cNvSpPr/>
          <p:nvPr/>
        </p:nvSpPr>
        <p:spPr>
          <a:xfrm>
            <a:off x="1119188" y="1060450"/>
            <a:ext cx="115887" cy="217488"/>
          </a:xfrm>
          <a:custGeom>
            <a:rect b="b" l="l" r="r" t="t"/>
            <a:pathLst>
              <a:path extrusionOk="0" h="496" w="266">
                <a:moveTo>
                  <a:pt x="247" y="0"/>
                </a:moveTo>
                <a:lnTo>
                  <a:pt x="247" y="0"/>
                </a:lnTo>
                <a:cubicBezTo>
                  <a:pt x="141" y="0"/>
                  <a:pt x="141" y="0"/>
                  <a:pt x="141" y="0"/>
                </a:cubicBezTo>
                <a:cubicBezTo>
                  <a:pt x="123" y="0"/>
                  <a:pt x="123" y="17"/>
                  <a:pt x="123" y="25"/>
                </a:cubicBezTo>
                <a:cubicBezTo>
                  <a:pt x="167" y="25"/>
                  <a:pt x="167" y="25"/>
                  <a:pt x="167" y="25"/>
                </a:cubicBezTo>
                <a:cubicBezTo>
                  <a:pt x="185" y="25"/>
                  <a:pt x="194" y="35"/>
                  <a:pt x="194" y="53"/>
                </a:cubicBezTo>
                <a:cubicBezTo>
                  <a:pt x="194" y="363"/>
                  <a:pt x="194" y="363"/>
                  <a:pt x="194" y="363"/>
                </a:cubicBezTo>
                <a:cubicBezTo>
                  <a:pt x="265" y="451"/>
                  <a:pt x="265" y="451"/>
                  <a:pt x="265" y="451"/>
                </a:cubicBezTo>
                <a:cubicBezTo>
                  <a:pt x="265" y="25"/>
                  <a:pt x="265" y="25"/>
                  <a:pt x="265" y="25"/>
                </a:cubicBezTo>
                <a:cubicBezTo>
                  <a:pt x="265" y="17"/>
                  <a:pt x="256" y="0"/>
                  <a:pt x="247" y="0"/>
                </a:cubicBezTo>
                <a:close/>
                <a:moveTo>
                  <a:pt x="123" y="79"/>
                </a:moveTo>
                <a:lnTo>
                  <a:pt x="123" y="79"/>
                </a:lnTo>
                <a:cubicBezTo>
                  <a:pt x="16" y="79"/>
                  <a:pt x="16" y="79"/>
                  <a:pt x="16" y="79"/>
                </a:cubicBezTo>
                <a:cubicBezTo>
                  <a:pt x="0" y="79"/>
                  <a:pt x="0" y="88"/>
                  <a:pt x="0" y="106"/>
                </a:cubicBezTo>
                <a:cubicBezTo>
                  <a:pt x="0" y="495"/>
                  <a:pt x="0" y="495"/>
                  <a:pt x="0" y="495"/>
                </a:cubicBezTo>
                <a:cubicBezTo>
                  <a:pt x="70" y="407"/>
                  <a:pt x="70" y="407"/>
                  <a:pt x="70" y="407"/>
                </a:cubicBezTo>
                <a:cubicBezTo>
                  <a:pt x="141" y="495"/>
                  <a:pt x="141" y="495"/>
                  <a:pt x="141" y="495"/>
                </a:cubicBezTo>
                <a:cubicBezTo>
                  <a:pt x="141" y="106"/>
                  <a:pt x="141" y="106"/>
                  <a:pt x="141" y="106"/>
                </a:cubicBezTo>
                <a:cubicBezTo>
                  <a:pt x="141" y="88"/>
                  <a:pt x="132" y="79"/>
                  <a:pt x="123" y="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7"/>
          <p:cNvSpPr/>
          <p:nvPr/>
        </p:nvSpPr>
        <p:spPr>
          <a:xfrm>
            <a:off x="611188" y="1504950"/>
            <a:ext cx="231775" cy="236538"/>
          </a:xfrm>
          <a:custGeom>
            <a:rect b="b" l="l" r="r" t="t"/>
            <a:pathLst>
              <a:path extrusionOk="0" h="532" w="524">
                <a:moveTo>
                  <a:pt x="151" y="114"/>
                </a:moveTo>
                <a:lnTo>
                  <a:pt x="151" y="114"/>
                </a:lnTo>
                <a:cubicBezTo>
                  <a:pt x="124" y="141"/>
                  <a:pt x="0" y="319"/>
                  <a:pt x="106" y="425"/>
                </a:cubicBezTo>
                <a:cubicBezTo>
                  <a:pt x="212" y="531"/>
                  <a:pt x="390" y="407"/>
                  <a:pt x="417" y="380"/>
                </a:cubicBezTo>
                <a:cubicBezTo>
                  <a:pt x="443" y="354"/>
                  <a:pt x="408" y="266"/>
                  <a:pt x="337" y="195"/>
                </a:cubicBezTo>
                <a:cubicBezTo>
                  <a:pt x="266" y="123"/>
                  <a:pt x="177" y="88"/>
                  <a:pt x="151" y="114"/>
                </a:cubicBezTo>
                <a:close/>
                <a:moveTo>
                  <a:pt x="381" y="354"/>
                </a:moveTo>
                <a:lnTo>
                  <a:pt x="381" y="354"/>
                </a:lnTo>
                <a:cubicBezTo>
                  <a:pt x="372" y="363"/>
                  <a:pt x="311" y="345"/>
                  <a:pt x="248" y="283"/>
                </a:cubicBezTo>
                <a:cubicBezTo>
                  <a:pt x="186" y="221"/>
                  <a:pt x="168" y="159"/>
                  <a:pt x="177" y="150"/>
                </a:cubicBezTo>
                <a:cubicBezTo>
                  <a:pt x="186" y="141"/>
                  <a:pt x="248" y="159"/>
                  <a:pt x="311" y="221"/>
                </a:cubicBezTo>
                <a:cubicBezTo>
                  <a:pt x="372" y="283"/>
                  <a:pt x="390" y="345"/>
                  <a:pt x="381" y="354"/>
                </a:cubicBezTo>
                <a:close/>
                <a:moveTo>
                  <a:pt x="390" y="159"/>
                </a:moveTo>
                <a:lnTo>
                  <a:pt x="390" y="159"/>
                </a:lnTo>
                <a:cubicBezTo>
                  <a:pt x="390" y="159"/>
                  <a:pt x="399" y="159"/>
                  <a:pt x="408" y="150"/>
                </a:cubicBezTo>
                <a:cubicBezTo>
                  <a:pt x="452" y="106"/>
                  <a:pt x="452" y="106"/>
                  <a:pt x="452" y="106"/>
                </a:cubicBezTo>
                <a:cubicBezTo>
                  <a:pt x="461" y="97"/>
                  <a:pt x="461" y="79"/>
                  <a:pt x="452" y="70"/>
                </a:cubicBezTo>
                <a:cubicBezTo>
                  <a:pt x="443" y="61"/>
                  <a:pt x="425" y="61"/>
                  <a:pt x="417" y="70"/>
                </a:cubicBezTo>
                <a:cubicBezTo>
                  <a:pt x="372" y="114"/>
                  <a:pt x="372" y="114"/>
                  <a:pt x="372" y="114"/>
                </a:cubicBezTo>
                <a:cubicBezTo>
                  <a:pt x="355" y="123"/>
                  <a:pt x="355" y="141"/>
                  <a:pt x="372" y="150"/>
                </a:cubicBezTo>
                <a:cubicBezTo>
                  <a:pt x="372" y="159"/>
                  <a:pt x="381" y="159"/>
                  <a:pt x="390" y="159"/>
                </a:cubicBezTo>
                <a:close/>
                <a:moveTo>
                  <a:pt x="293" y="97"/>
                </a:moveTo>
                <a:lnTo>
                  <a:pt x="293" y="97"/>
                </a:lnTo>
                <a:cubicBezTo>
                  <a:pt x="302" y="97"/>
                  <a:pt x="302" y="97"/>
                  <a:pt x="311" y="97"/>
                </a:cubicBezTo>
                <a:cubicBezTo>
                  <a:pt x="319" y="97"/>
                  <a:pt x="328" y="97"/>
                  <a:pt x="328" y="88"/>
                </a:cubicBezTo>
                <a:cubicBezTo>
                  <a:pt x="355" y="35"/>
                  <a:pt x="355" y="35"/>
                  <a:pt x="355" y="35"/>
                </a:cubicBezTo>
                <a:cubicBezTo>
                  <a:pt x="364" y="26"/>
                  <a:pt x="364" y="8"/>
                  <a:pt x="346" y="8"/>
                </a:cubicBezTo>
                <a:cubicBezTo>
                  <a:pt x="337" y="0"/>
                  <a:pt x="319" y="0"/>
                  <a:pt x="311" y="17"/>
                </a:cubicBezTo>
                <a:cubicBezTo>
                  <a:pt x="284" y="61"/>
                  <a:pt x="284" y="61"/>
                  <a:pt x="284" y="61"/>
                </a:cubicBezTo>
                <a:cubicBezTo>
                  <a:pt x="284" y="70"/>
                  <a:pt x="284" y="88"/>
                  <a:pt x="293" y="97"/>
                </a:cubicBezTo>
                <a:close/>
                <a:moveTo>
                  <a:pt x="514" y="167"/>
                </a:moveTo>
                <a:lnTo>
                  <a:pt x="514" y="167"/>
                </a:lnTo>
                <a:cubicBezTo>
                  <a:pt x="505" y="159"/>
                  <a:pt x="496" y="159"/>
                  <a:pt x="478" y="159"/>
                </a:cubicBezTo>
                <a:cubicBezTo>
                  <a:pt x="434" y="185"/>
                  <a:pt x="434" y="185"/>
                  <a:pt x="434" y="185"/>
                </a:cubicBezTo>
                <a:cubicBezTo>
                  <a:pt x="417" y="195"/>
                  <a:pt x="417" y="212"/>
                  <a:pt x="425" y="221"/>
                </a:cubicBezTo>
                <a:cubicBezTo>
                  <a:pt x="425" y="230"/>
                  <a:pt x="434" y="239"/>
                  <a:pt x="443" y="239"/>
                </a:cubicBezTo>
                <a:cubicBezTo>
                  <a:pt x="452" y="239"/>
                  <a:pt x="452" y="230"/>
                  <a:pt x="461" y="230"/>
                </a:cubicBezTo>
                <a:cubicBezTo>
                  <a:pt x="505" y="204"/>
                  <a:pt x="505" y="204"/>
                  <a:pt x="505" y="204"/>
                </a:cubicBezTo>
                <a:cubicBezTo>
                  <a:pt x="514" y="195"/>
                  <a:pt x="523" y="185"/>
                  <a:pt x="514" y="16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7"/>
          <p:cNvSpPr/>
          <p:nvPr/>
        </p:nvSpPr>
        <p:spPr>
          <a:xfrm>
            <a:off x="1081088" y="1508125"/>
            <a:ext cx="195262" cy="195263"/>
          </a:xfrm>
          <a:custGeom>
            <a:rect b="b" l="l" r="r" t="t"/>
            <a:pathLst>
              <a:path extrusionOk="0" h="444" w="445">
                <a:moveTo>
                  <a:pt x="435" y="9"/>
                </a:moveTo>
                <a:lnTo>
                  <a:pt x="435" y="9"/>
                </a:lnTo>
                <a:cubicBezTo>
                  <a:pt x="425" y="0"/>
                  <a:pt x="408" y="0"/>
                  <a:pt x="400" y="9"/>
                </a:cubicBezTo>
                <a:cubicBezTo>
                  <a:pt x="9" y="399"/>
                  <a:pt x="9" y="399"/>
                  <a:pt x="9" y="399"/>
                </a:cubicBezTo>
                <a:cubicBezTo>
                  <a:pt x="0" y="408"/>
                  <a:pt x="0" y="425"/>
                  <a:pt x="9" y="434"/>
                </a:cubicBezTo>
                <a:cubicBezTo>
                  <a:pt x="18" y="443"/>
                  <a:pt x="18" y="443"/>
                  <a:pt x="27" y="443"/>
                </a:cubicBezTo>
                <a:cubicBezTo>
                  <a:pt x="36" y="443"/>
                  <a:pt x="36" y="443"/>
                  <a:pt x="45" y="434"/>
                </a:cubicBezTo>
                <a:cubicBezTo>
                  <a:pt x="435" y="45"/>
                  <a:pt x="435" y="45"/>
                  <a:pt x="435" y="45"/>
                </a:cubicBezTo>
                <a:cubicBezTo>
                  <a:pt x="444" y="36"/>
                  <a:pt x="444" y="27"/>
                  <a:pt x="435" y="9"/>
                </a:cubicBezTo>
                <a:close/>
                <a:moveTo>
                  <a:pt x="328" y="204"/>
                </a:moveTo>
                <a:lnTo>
                  <a:pt x="328" y="204"/>
                </a:lnTo>
                <a:cubicBezTo>
                  <a:pt x="363" y="249"/>
                  <a:pt x="372" y="293"/>
                  <a:pt x="363" y="302"/>
                </a:cubicBezTo>
                <a:cubicBezTo>
                  <a:pt x="355" y="302"/>
                  <a:pt x="319" y="293"/>
                  <a:pt x="266" y="258"/>
                </a:cubicBezTo>
                <a:cubicBezTo>
                  <a:pt x="134" y="399"/>
                  <a:pt x="134" y="399"/>
                  <a:pt x="134" y="399"/>
                </a:cubicBezTo>
                <a:cubicBezTo>
                  <a:pt x="240" y="443"/>
                  <a:pt x="372" y="346"/>
                  <a:pt x="400" y="319"/>
                </a:cubicBezTo>
                <a:cubicBezTo>
                  <a:pt x="417" y="302"/>
                  <a:pt x="400" y="240"/>
                  <a:pt x="346" y="177"/>
                </a:cubicBezTo>
                <a:lnTo>
                  <a:pt x="328" y="204"/>
                </a:lnTo>
                <a:close/>
                <a:moveTo>
                  <a:pt x="187" y="177"/>
                </a:moveTo>
                <a:lnTo>
                  <a:pt x="187" y="177"/>
                </a:lnTo>
                <a:cubicBezTo>
                  <a:pt x="160" y="133"/>
                  <a:pt x="151" y="98"/>
                  <a:pt x="160" y="89"/>
                </a:cubicBezTo>
                <a:cubicBezTo>
                  <a:pt x="160" y="89"/>
                  <a:pt x="196" y="98"/>
                  <a:pt x="240" y="124"/>
                </a:cubicBezTo>
                <a:cubicBezTo>
                  <a:pt x="266" y="98"/>
                  <a:pt x="266" y="98"/>
                  <a:pt x="266" y="98"/>
                </a:cubicBezTo>
                <a:cubicBezTo>
                  <a:pt x="204" y="53"/>
                  <a:pt x="160" y="36"/>
                  <a:pt x="134" y="62"/>
                </a:cubicBezTo>
                <a:cubicBezTo>
                  <a:pt x="106" y="80"/>
                  <a:pt x="27" y="204"/>
                  <a:pt x="53" y="311"/>
                </a:cubicBezTo>
                <a:lnTo>
                  <a:pt x="187" y="1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7"/>
          <p:cNvSpPr/>
          <p:nvPr/>
        </p:nvSpPr>
        <p:spPr>
          <a:xfrm>
            <a:off x="6764338" y="1112838"/>
            <a:ext cx="200025" cy="111125"/>
          </a:xfrm>
          <a:custGeom>
            <a:rect b="b" l="l" r="r" t="t"/>
            <a:pathLst>
              <a:path extrusionOk="0" h="250" w="453">
                <a:moveTo>
                  <a:pt x="452" y="213"/>
                </a:moveTo>
                <a:lnTo>
                  <a:pt x="452" y="213"/>
                </a:lnTo>
                <a:cubicBezTo>
                  <a:pt x="452" y="231"/>
                  <a:pt x="434" y="249"/>
                  <a:pt x="416" y="249"/>
                </a:cubicBezTo>
                <a:cubicBezTo>
                  <a:pt x="27" y="249"/>
                  <a:pt x="27" y="249"/>
                  <a:pt x="27" y="249"/>
                </a:cubicBezTo>
                <a:cubicBezTo>
                  <a:pt x="9" y="249"/>
                  <a:pt x="0" y="240"/>
                  <a:pt x="18" y="231"/>
                </a:cubicBezTo>
                <a:cubicBezTo>
                  <a:pt x="416" y="9"/>
                  <a:pt x="416" y="9"/>
                  <a:pt x="416" y="9"/>
                </a:cubicBezTo>
                <a:cubicBezTo>
                  <a:pt x="434" y="0"/>
                  <a:pt x="452" y="9"/>
                  <a:pt x="452" y="27"/>
                </a:cubicBezTo>
                <a:lnTo>
                  <a:pt x="452" y="213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7"/>
          <p:cNvSpPr/>
          <p:nvPr/>
        </p:nvSpPr>
        <p:spPr>
          <a:xfrm>
            <a:off x="2435225" y="1103313"/>
            <a:ext cx="109538" cy="138112"/>
          </a:xfrm>
          <a:custGeom>
            <a:rect b="b" l="l" r="r" t="t"/>
            <a:pathLst>
              <a:path extrusionOk="0" h="311" w="249">
                <a:moveTo>
                  <a:pt x="240" y="141"/>
                </a:moveTo>
                <a:lnTo>
                  <a:pt x="240" y="141"/>
                </a:lnTo>
                <a:cubicBezTo>
                  <a:pt x="27" y="9"/>
                  <a:pt x="27" y="9"/>
                  <a:pt x="27" y="9"/>
                </a:cubicBezTo>
                <a:cubicBezTo>
                  <a:pt x="9" y="0"/>
                  <a:pt x="0" y="9"/>
                  <a:pt x="0" y="26"/>
                </a:cubicBezTo>
                <a:cubicBezTo>
                  <a:pt x="0" y="283"/>
                  <a:pt x="0" y="283"/>
                  <a:pt x="0" y="283"/>
                </a:cubicBezTo>
                <a:cubicBezTo>
                  <a:pt x="0" y="301"/>
                  <a:pt x="9" y="310"/>
                  <a:pt x="27" y="301"/>
                </a:cubicBezTo>
                <a:cubicBezTo>
                  <a:pt x="240" y="168"/>
                  <a:pt x="240" y="168"/>
                  <a:pt x="240" y="168"/>
                </a:cubicBezTo>
                <a:cubicBezTo>
                  <a:pt x="240" y="168"/>
                  <a:pt x="248" y="159"/>
                  <a:pt x="248" y="150"/>
                </a:cubicBezTo>
                <a:lnTo>
                  <a:pt x="240" y="141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7"/>
          <p:cNvSpPr/>
          <p:nvPr/>
        </p:nvSpPr>
        <p:spPr>
          <a:xfrm>
            <a:off x="2947988" y="1095375"/>
            <a:ext cx="39687" cy="153988"/>
          </a:xfrm>
          <a:custGeom>
            <a:rect b="b" l="l" r="r" t="t"/>
            <a:pathLst>
              <a:path extrusionOk="0" h="347" w="89">
                <a:moveTo>
                  <a:pt x="44" y="0"/>
                </a:moveTo>
                <a:lnTo>
                  <a:pt x="44" y="0"/>
                </a:lnTo>
                <a:cubicBezTo>
                  <a:pt x="18" y="0"/>
                  <a:pt x="0" y="9"/>
                  <a:pt x="0" y="27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337"/>
                  <a:pt x="18" y="346"/>
                  <a:pt x="44" y="346"/>
                </a:cubicBezTo>
                <a:cubicBezTo>
                  <a:pt x="71" y="346"/>
                  <a:pt x="88" y="337"/>
                  <a:pt x="88" y="310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9"/>
                  <a:pt x="71" y="0"/>
                  <a:pt x="44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7"/>
          <p:cNvSpPr/>
          <p:nvPr/>
        </p:nvSpPr>
        <p:spPr>
          <a:xfrm>
            <a:off x="2870200" y="1095375"/>
            <a:ext cx="39688" cy="153988"/>
          </a:xfrm>
          <a:custGeom>
            <a:rect b="b" l="l" r="r" t="t"/>
            <a:pathLst>
              <a:path extrusionOk="0" h="347" w="89">
                <a:moveTo>
                  <a:pt x="44" y="0"/>
                </a:moveTo>
                <a:lnTo>
                  <a:pt x="44" y="0"/>
                </a:lnTo>
                <a:cubicBezTo>
                  <a:pt x="17" y="0"/>
                  <a:pt x="0" y="9"/>
                  <a:pt x="0" y="27"/>
                </a:cubicBezTo>
                <a:cubicBezTo>
                  <a:pt x="0" y="310"/>
                  <a:pt x="0" y="310"/>
                  <a:pt x="0" y="310"/>
                </a:cubicBezTo>
                <a:cubicBezTo>
                  <a:pt x="0" y="337"/>
                  <a:pt x="17" y="346"/>
                  <a:pt x="44" y="346"/>
                </a:cubicBezTo>
                <a:cubicBezTo>
                  <a:pt x="71" y="346"/>
                  <a:pt x="88" y="337"/>
                  <a:pt x="88" y="310"/>
                </a:cubicBezTo>
                <a:cubicBezTo>
                  <a:pt x="88" y="27"/>
                  <a:pt x="88" y="27"/>
                  <a:pt x="88" y="27"/>
                </a:cubicBezTo>
                <a:cubicBezTo>
                  <a:pt x="88" y="9"/>
                  <a:pt x="71" y="0"/>
                  <a:pt x="44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7"/>
          <p:cNvSpPr/>
          <p:nvPr/>
        </p:nvSpPr>
        <p:spPr>
          <a:xfrm>
            <a:off x="3286125" y="1095375"/>
            <a:ext cx="158750" cy="153988"/>
          </a:xfrm>
          <a:custGeom>
            <a:rect b="b" l="l" r="r" t="t"/>
            <a:pathLst>
              <a:path extrusionOk="0" h="347" w="356">
                <a:moveTo>
                  <a:pt x="177" y="0"/>
                </a:moveTo>
                <a:lnTo>
                  <a:pt x="177" y="0"/>
                </a:lnTo>
                <a:cubicBezTo>
                  <a:pt x="80" y="0"/>
                  <a:pt x="0" y="80"/>
                  <a:pt x="0" y="168"/>
                </a:cubicBezTo>
                <a:cubicBezTo>
                  <a:pt x="0" y="266"/>
                  <a:pt x="80" y="346"/>
                  <a:pt x="177" y="346"/>
                </a:cubicBezTo>
                <a:cubicBezTo>
                  <a:pt x="274" y="346"/>
                  <a:pt x="355" y="266"/>
                  <a:pt x="355" y="168"/>
                </a:cubicBezTo>
                <a:cubicBezTo>
                  <a:pt x="355" y="80"/>
                  <a:pt x="274" y="0"/>
                  <a:pt x="17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7"/>
          <p:cNvSpPr/>
          <p:nvPr/>
        </p:nvSpPr>
        <p:spPr>
          <a:xfrm>
            <a:off x="3738563" y="1106488"/>
            <a:ext cx="131762" cy="128587"/>
          </a:xfrm>
          <a:custGeom>
            <a:rect b="b" l="l" r="r" t="t"/>
            <a:pathLst>
              <a:path extrusionOk="0" h="293" w="302">
                <a:moveTo>
                  <a:pt x="266" y="0"/>
                </a:moveTo>
                <a:lnTo>
                  <a:pt x="266" y="0"/>
                </a:lnTo>
                <a:cubicBezTo>
                  <a:pt x="35" y="0"/>
                  <a:pt x="35" y="0"/>
                  <a:pt x="35" y="0"/>
                </a:cubicBezTo>
                <a:cubicBezTo>
                  <a:pt x="18" y="0"/>
                  <a:pt x="0" y="0"/>
                  <a:pt x="0" y="2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3"/>
                  <a:pt x="18" y="292"/>
                  <a:pt x="35" y="292"/>
                </a:cubicBezTo>
                <a:cubicBezTo>
                  <a:pt x="266" y="292"/>
                  <a:pt x="266" y="292"/>
                  <a:pt x="266" y="292"/>
                </a:cubicBezTo>
                <a:cubicBezTo>
                  <a:pt x="283" y="292"/>
                  <a:pt x="301" y="283"/>
                  <a:pt x="301" y="266"/>
                </a:cubicBezTo>
                <a:cubicBezTo>
                  <a:pt x="301" y="26"/>
                  <a:pt x="301" y="26"/>
                  <a:pt x="301" y="26"/>
                </a:cubicBezTo>
                <a:cubicBezTo>
                  <a:pt x="301" y="0"/>
                  <a:pt x="283" y="0"/>
                  <a:pt x="266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7"/>
          <p:cNvSpPr/>
          <p:nvPr/>
        </p:nvSpPr>
        <p:spPr>
          <a:xfrm>
            <a:off x="4144963" y="1106488"/>
            <a:ext cx="193675" cy="128587"/>
          </a:xfrm>
          <a:custGeom>
            <a:rect b="b" l="l" r="r" t="t"/>
            <a:pathLst>
              <a:path extrusionOk="0" h="293" w="443">
                <a:moveTo>
                  <a:pt x="434" y="132"/>
                </a:moveTo>
                <a:lnTo>
                  <a:pt x="434" y="132"/>
                </a:lnTo>
                <a:cubicBezTo>
                  <a:pt x="247" y="9"/>
                  <a:pt x="247" y="9"/>
                  <a:pt x="247" y="9"/>
                </a:cubicBezTo>
                <a:cubicBezTo>
                  <a:pt x="229" y="0"/>
                  <a:pt x="221" y="9"/>
                  <a:pt x="221" y="26"/>
                </a:cubicBezTo>
                <a:cubicBezTo>
                  <a:pt x="221" y="266"/>
                  <a:pt x="221" y="266"/>
                  <a:pt x="221" y="266"/>
                </a:cubicBezTo>
                <a:cubicBezTo>
                  <a:pt x="221" y="283"/>
                  <a:pt x="229" y="292"/>
                  <a:pt x="247" y="283"/>
                </a:cubicBezTo>
                <a:cubicBezTo>
                  <a:pt x="434" y="159"/>
                  <a:pt x="434" y="159"/>
                  <a:pt x="434" y="159"/>
                </a:cubicBezTo>
                <a:cubicBezTo>
                  <a:pt x="434" y="159"/>
                  <a:pt x="442" y="150"/>
                  <a:pt x="442" y="141"/>
                </a:cubicBezTo>
                <a:lnTo>
                  <a:pt x="434" y="132"/>
                </a:lnTo>
                <a:close/>
                <a:moveTo>
                  <a:pt x="203" y="132"/>
                </a:moveTo>
                <a:lnTo>
                  <a:pt x="203" y="132"/>
                </a:lnTo>
                <a:cubicBezTo>
                  <a:pt x="26" y="9"/>
                  <a:pt x="26" y="9"/>
                  <a:pt x="26" y="9"/>
                </a:cubicBezTo>
                <a:cubicBezTo>
                  <a:pt x="17" y="0"/>
                  <a:pt x="0" y="9"/>
                  <a:pt x="0" y="26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283"/>
                  <a:pt x="17" y="292"/>
                  <a:pt x="26" y="283"/>
                </a:cubicBezTo>
                <a:cubicBezTo>
                  <a:pt x="203" y="159"/>
                  <a:pt x="203" y="159"/>
                  <a:pt x="203" y="159"/>
                </a:cubicBezTo>
                <a:cubicBezTo>
                  <a:pt x="203" y="159"/>
                  <a:pt x="212" y="150"/>
                  <a:pt x="212" y="141"/>
                </a:cubicBezTo>
                <a:lnTo>
                  <a:pt x="203" y="1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7"/>
          <p:cNvSpPr/>
          <p:nvPr/>
        </p:nvSpPr>
        <p:spPr>
          <a:xfrm>
            <a:off x="4581525" y="1106488"/>
            <a:ext cx="196850" cy="128587"/>
          </a:xfrm>
          <a:custGeom>
            <a:rect b="b" l="l" r="r" t="t"/>
            <a:pathLst>
              <a:path extrusionOk="0" h="293" w="444">
                <a:moveTo>
                  <a:pt x="0" y="141"/>
                </a:moveTo>
                <a:lnTo>
                  <a:pt x="0" y="141"/>
                </a:lnTo>
                <a:cubicBezTo>
                  <a:pt x="0" y="150"/>
                  <a:pt x="9" y="159"/>
                  <a:pt x="9" y="159"/>
                </a:cubicBezTo>
                <a:cubicBezTo>
                  <a:pt x="195" y="283"/>
                  <a:pt x="195" y="283"/>
                  <a:pt x="195" y="283"/>
                </a:cubicBezTo>
                <a:cubicBezTo>
                  <a:pt x="212" y="292"/>
                  <a:pt x="222" y="283"/>
                  <a:pt x="222" y="266"/>
                </a:cubicBezTo>
                <a:cubicBezTo>
                  <a:pt x="222" y="26"/>
                  <a:pt x="222" y="26"/>
                  <a:pt x="222" y="26"/>
                </a:cubicBezTo>
                <a:cubicBezTo>
                  <a:pt x="222" y="9"/>
                  <a:pt x="212" y="0"/>
                  <a:pt x="195" y="9"/>
                </a:cubicBezTo>
                <a:cubicBezTo>
                  <a:pt x="9" y="132"/>
                  <a:pt x="9" y="132"/>
                  <a:pt x="9" y="132"/>
                </a:cubicBezTo>
                <a:lnTo>
                  <a:pt x="0" y="141"/>
                </a:lnTo>
                <a:close/>
                <a:moveTo>
                  <a:pt x="231" y="141"/>
                </a:moveTo>
                <a:lnTo>
                  <a:pt x="231" y="141"/>
                </a:lnTo>
                <a:cubicBezTo>
                  <a:pt x="231" y="150"/>
                  <a:pt x="239" y="159"/>
                  <a:pt x="239" y="159"/>
                </a:cubicBezTo>
                <a:cubicBezTo>
                  <a:pt x="416" y="283"/>
                  <a:pt x="416" y="283"/>
                  <a:pt x="416" y="283"/>
                </a:cubicBezTo>
                <a:cubicBezTo>
                  <a:pt x="425" y="292"/>
                  <a:pt x="443" y="283"/>
                  <a:pt x="443" y="266"/>
                </a:cubicBezTo>
                <a:cubicBezTo>
                  <a:pt x="443" y="26"/>
                  <a:pt x="443" y="26"/>
                  <a:pt x="443" y="26"/>
                </a:cubicBezTo>
                <a:cubicBezTo>
                  <a:pt x="443" y="9"/>
                  <a:pt x="425" y="0"/>
                  <a:pt x="416" y="9"/>
                </a:cubicBezTo>
                <a:cubicBezTo>
                  <a:pt x="239" y="132"/>
                  <a:pt x="239" y="132"/>
                  <a:pt x="239" y="132"/>
                </a:cubicBezTo>
                <a:lnTo>
                  <a:pt x="231" y="14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7"/>
          <p:cNvSpPr/>
          <p:nvPr/>
        </p:nvSpPr>
        <p:spPr>
          <a:xfrm>
            <a:off x="5049838" y="1106488"/>
            <a:ext cx="131762" cy="128587"/>
          </a:xfrm>
          <a:custGeom>
            <a:rect b="b" l="l" r="r" t="t"/>
            <a:pathLst>
              <a:path extrusionOk="0" h="293" w="302">
                <a:moveTo>
                  <a:pt x="89" y="141"/>
                </a:moveTo>
                <a:lnTo>
                  <a:pt x="89" y="141"/>
                </a:lnTo>
                <a:cubicBezTo>
                  <a:pt x="89" y="150"/>
                  <a:pt x="98" y="159"/>
                  <a:pt x="98" y="159"/>
                </a:cubicBezTo>
                <a:cubicBezTo>
                  <a:pt x="275" y="266"/>
                  <a:pt x="275" y="266"/>
                  <a:pt x="275" y="266"/>
                </a:cubicBezTo>
                <a:cubicBezTo>
                  <a:pt x="292" y="274"/>
                  <a:pt x="301" y="274"/>
                  <a:pt x="301" y="257"/>
                </a:cubicBezTo>
                <a:cubicBezTo>
                  <a:pt x="301" y="35"/>
                  <a:pt x="301" y="35"/>
                  <a:pt x="301" y="35"/>
                </a:cubicBezTo>
                <a:cubicBezTo>
                  <a:pt x="301" y="17"/>
                  <a:pt x="292" y="9"/>
                  <a:pt x="275" y="17"/>
                </a:cubicBezTo>
                <a:cubicBezTo>
                  <a:pt x="98" y="132"/>
                  <a:pt x="98" y="132"/>
                  <a:pt x="98" y="132"/>
                </a:cubicBezTo>
                <a:lnTo>
                  <a:pt x="89" y="141"/>
                </a:lnTo>
                <a:close/>
                <a:moveTo>
                  <a:pt x="0" y="26"/>
                </a:moveTo>
                <a:lnTo>
                  <a:pt x="0" y="26"/>
                </a:lnTo>
                <a:cubicBezTo>
                  <a:pt x="0" y="257"/>
                  <a:pt x="0" y="257"/>
                  <a:pt x="0" y="257"/>
                </a:cubicBezTo>
                <a:cubicBezTo>
                  <a:pt x="0" y="283"/>
                  <a:pt x="18" y="292"/>
                  <a:pt x="35" y="292"/>
                </a:cubicBezTo>
                <a:cubicBezTo>
                  <a:pt x="63" y="292"/>
                  <a:pt x="80" y="283"/>
                  <a:pt x="80" y="257"/>
                </a:cubicBezTo>
                <a:cubicBezTo>
                  <a:pt x="80" y="26"/>
                  <a:pt x="80" y="26"/>
                  <a:pt x="80" y="26"/>
                </a:cubicBezTo>
                <a:cubicBezTo>
                  <a:pt x="80" y="9"/>
                  <a:pt x="63" y="0"/>
                  <a:pt x="35" y="0"/>
                </a:cubicBezTo>
                <a:cubicBezTo>
                  <a:pt x="18" y="0"/>
                  <a:pt x="0" y="9"/>
                  <a:pt x="0" y="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7"/>
          <p:cNvSpPr/>
          <p:nvPr/>
        </p:nvSpPr>
        <p:spPr>
          <a:xfrm>
            <a:off x="5487988" y="1106488"/>
            <a:ext cx="133350" cy="128587"/>
          </a:xfrm>
          <a:custGeom>
            <a:rect b="b" l="l" r="r" t="t"/>
            <a:pathLst>
              <a:path extrusionOk="0" h="293" w="303">
                <a:moveTo>
                  <a:pt x="204" y="132"/>
                </a:moveTo>
                <a:lnTo>
                  <a:pt x="204" y="132"/>
                </a:lnTo>
                <a:cubicBezTo>
                  <a:pt x="27" y="17"/>
                  <a:pt x="27" y="17"/>
                  <a:pt x="27" y="17"/>
                </a:cubicBezTo>
                <a:cubicBezTo>
                  <a:pt x="10" y="9"/>
                  <a:pt x="0" y="17"/>
                  <a:pt x="0" y="35"/>
                </a:cubicBezTo>
                <a:cubicBezTo>
                  <a:pt x="0" y="257"/>
                  <a:pt x="0" y="257"/>
                  <a:pt x="0" y="257"/>
                </a:cubicBezTo>
                <a:cubicBezTo>
                  <a:pt x="0" y="274"/>
                  <a:pt x="10" y="274"/>
                  <a:pt x="27" y="266"/>
                </a:cubicBezTo>
                <a:cubicBezTo>
                  <a:pt x="204" y="159"/>
                  <a:pt x="204" y="159"/>
                  <a:pt x="204" y="159"/>
                </a:cubicBezTo>
                <a:cubicBezTo>
                  <a:pt x="204" y="159"/>
                  <a:pt x="213" y="150"/>
                  <a:pt x="213" y="141"/>
                </a:cubicBezTo>
                <a:lnTo>
                  <a:pt x="204" y="132"/>
                </a:lnTo>
                <a:close/>
                <a:moveTo>
                  <a:pt x="266" y="0"/>
                </a:moveTo>
                <a:lnTo>
                  <a:pt x="266" y="0"/>
                </a:lnTo>
                <a:cubicBezTo>
                  <a:pt x="240" y="0"/>
                  <a:pt x="222" y="9"/>
                  <a:pt x="222" y="26"/>
                </a:cubicBezTo>
                <a:cubicBezTo>
                  <a:pt x="222" y="257"/>
                  <a:pt x="222" y="257"/>
                  <a:pt x="222" y="257"/>
                </a:cubicBezTo>
                <a:cubicBezTo>
                  <a:pt x="222" y="283"/>
                  <a:pt x="240" y="292"/>
                  <a:pt x="266" y="292"/>
                </a:cubicBezTo>
                <a:cubicBezTo>
                  <a:pt x="284" y="292"/>
                  <a:pt x="302" y="283"/>
                  <a:pt x="302" y="257"/>
                </a:cubicBezTo>
                <a:cubicBezTo>
                  <a:pt x="302" y="26"/>
                  <a:pt x="302" y="26"/>
                  <a:pt x="302" y="26"/>
                </a:cubicBezTo>
                <a:cubicBezTo>
                  <a:pt x="302" y="9"/>
                  <a:pt x="284" y="0"/>
                  <a:pt x="2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7"/>
          <p:cNvSpPr/>
          <p:nvPr/>
        </p:nvSpPr>
        <p:spPr>
          <a:xfrm>
            <a:off x="5905500" y="1084263"/>
            <a:ext cx="173038" cy="169862"/>
          </a:xfrm>
          <a:custGeom>
            <a:rect b="b" l="l" r="r" t="t"/>
            <a:pathLst>
              <a:path extrusionOk="0" h="390" w="391">
                <a:moveTo>
                  <a:pt x="239" y="0"/>
                </a:moveTo>
                <a:lnTo>
                  <a:pt x="292" y="53"/>
                </a:lnTo>
                <a:lnTo>
                  <a:pt x="221" y="123"/>
                </a:lnTo>
                <a:lnTo>
                  <a:pt x="266" y="176"/>
                </a:lnTo>
                <a:lnTo>
                  <a:pt x="345" y="97"/>
                </a:lnTo>
                <a:lnTo>
                  <a:pt x="390" y="159"/>
                </a:lnTo>
                <a:lnTo>
                  <a:pt x="390" y="0"/>
                </a:lnTo>
                <a:lnTo>
                  <a:pt x="239" y="0"/>
                </a:lnTo>
                <a:close/>
                <a:moveTo>
                  <a:pt x="124" y="221"/>
                </a:moveTo>
                <a:lnTo>
                  <a:pt x="44" y="301"/>
                </a:lnTo>
                <a:lnTo>
                  <a:pt x="0" y="239"/>
                </a:lnTo>
                <a:lnTo>
                  <a:pt x="0" y="389"/>
                </a:lnTo>
                <a:lnTo>
                  <a:pt x="159" y="389"/>
                </a:lnTo>
                <a:lnTo>
                  <a:pt x="97" y="345"/>
                </a:lnTo>
                <a:lnTo>
                  <a:pt x="168" y="274"/>
                </a:lnTo>
                <a:lnTo>
                  <a:pt x="124" y="22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7"/>
          <p:cNvSpPr/>
          <p:nvPr/>
        </p:nvSpPr>
        <p:spPr>
          <a:xfrm>
            <a:off x="6330950" y="1069975"/>
            <a:ext cx="195263" cy="200025"/>
          </a:xfrm>
          <a:custGeom>
            <a:rect b="b" l="l" r="r" t="t"/>
            <a:pathLst>
              <a:path extrusionOk="0" h="454" w="443">
                <a:moveTo>
                  <a:pt x="79" y="329"/>
                </a:moveTo>
                <a:lnTo>
                  <a:pt x="0" y="400"/>
                </a:lnTo>
                <a:lnTo>
                  <a:pt x="44" y="453"/>
                </a:lnTo>
                <a:lnTo>
                  <a:pt x="123" y="373"/>
                </a:lnTo>
                <a:lnTo>
                  <a:pt x="168" y="426"/>
                </a:lnTo>
                <a:lnTo>
                  <a:pt x="168" y="275"/>
                </a:lnTo>
                <a:lnTo>
                  <a:pt x="26" y="275"/>
                </a:lnTo>
                <a:lnTo>
                  <a:pt x="79" y="329"/>
                </a:lnTo>
                <a:close/>
                <a:moveTo>
                  <a:pt x="442" y="54"/>
                </a:moveTo>
                <a:lnTo>
                  <a:pt x="398" y="0"/>
                </a:lnTo>
                <a:lnTo>
                  <a:pt x="328" y="81"/>
                </a:lnTo>
                <a:lnTo>
                  <a:pt x="275" y="28"/>
                </a:lnTo>
                <a:lnTo>
                  <a:pt x="275" y="169"/>
                </a:lnTo>
                <a:lnTo>
                  <a:pt x="416" y="169"/>
                </a:lnTo>
                <a:lnTo>
                  <a:pt x="372" y="125"/>
                </a:lnTo>
                <a:lnTo>
                  <a:pt x="442" y="5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7"/>
          <p:cNvSpPr/>
          <p:nvPr/>
        </p:nvSpPr>
        <p:spPr>
          <a:xfrm>
            <a:off x="1947863" y="2817813"/>
            <a:ext cx="211137" cy="207962"/>
          </a:xfrm>
          <a:custGeom>
            <a:rect b="b" l="l" r="r" t="t"/>
            <a:pathLst>
              <a:path extrusionOk="0" h="471" w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4" y="347"/>
                  <a:pt x="44" y="231"/>
                </a:cubicBezTo>
                <a:cubicBezTo>
                  <a:pt x="44" y="125"/>
                  <a:pt x="133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9" y="4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7"/>
          <p:cNvSpPr/>
          <p:nvPr/>
        </p:nvSpPr>
        <p:spPr>
          <a:xfrm>
            <a:off x="2384425" y="2817813"/>
            <a:ext cx="212725" cy="207962"/>
          </a:xfrm>
          <a:custGeom>
            <a:rect b="b" l="l" r="r" t="t"/>
            <a:pathLst>
              <a:path extrusionOk="0" h="471" w="479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53" y="169"/>
                </a:moveTo>
                <a:lnTo>
                  <a:pt x="53" y="169"/>
                </a:lnTo>
                <a:cubicBezTo>
                  <a:pt x="177" y="222"/>
                  <a:pt x="177" y="222"/>
                  <a:pt x="177" y="222"/>
                </a:cubicBezTo>
                <a:cubicBezTo>
                  <a:pt x="212" y="240"/>
                  <a:pt x="212" y="240"/>
                  <a:pt x="212" y="240"/>
                </a:cubicBezTo>
                <a:cubicBezTo>
                  <a:pt x="240" y="257"/>
                  <a:pt x="240" y="257"/>
                  <a:pt x="240" y="257"/>
                </a:cubicBezTo>
                <a:cubicBezTo>
                  <a:pt x="265" y="266"/>
                  <a:pt x="265" y="266"/>
                  <a:pt x="265" y="266"/>
                </a:cubicBezTo>
                <a:lnTo>
                  <a:pt x="274" y="275"/>
                </a:lnTo>
                <a:cubicBezTo>
                  <a:pt x="274" y="284"/>
                  <a:pt x="265" y="293"/>
                  <a:pt x="265" y="293"/>
                </a:cubicBezTo>
                <a:cubicBezTo>
                  <a:pt x="257" y="302"/>
                  <a:pt x="248" y="302"/>
                  <a:pt x="240" y="302"/>
                </a:cubicBezTo>
                <a:cubicBezTo>
                  <a:pt x="221" y="302"/>
                  <a:pt x="203" y="293"/>
                  <a:pt x="186" y="284"/>
                </a:cubicBezTo>
                <a:cubicBezTo>
                  <a:pt x="159" y="311"/>
                  <a:pt x="159" y="311"/>
                  <a:pt x="159" y="311"/>
                </a:cubicBezTo>
                <a:cubicBezTo>
                  <a:pt x="177" y="328"/>
                  <a:pt x="203" y="347"/>
                  <a:pt x="230" y="347"/>
                </a:cubicBezTo>
                <a:cubicBezTo>
                  <a:pt x="230" y="382"/>
                  <a:pt x="230" y="382"/>
                  <a:pt x="230" y="382"/>
                </a:cubicBezTo>
                <a:cubicBezTo>
                  <a:pt x="257" y="382"/>
                  <a:pt x="257" y="382"/>
                  <a:pt x="257" y="382"/>
                </a:cubicBezTo>
                <a:cubicBezTo>
                  <a:pt x="257" y="347"/>
                  <a:pt x="257" y="347"/>
                  <a:pt x="257" y="347"/>
                </a:cubicBezTo>
                <a:cubicBezTo>
                  <a:pt x="274" y="338"/>
                  <a:pt x="284" y="338"/>
                  <a:pt x="301" y="328"/>
                </a:cubicBezTo>
                <a:cubicBezTo>
                  <a:pt x="310" y="319"/>
                  <a:pt x="319" y="302"/>
                  <a:pt x="319" y="293"/>
                </a:cubicBezTo>
                <a:cubicBezTo>
                  <a:pt x="408" y="328"/>
                  <a:pt x="408" y="328"/>
                  <a:pt x="408" y="328"/>
                </a:cubicBezTo>
                <a:cubicBezTo>
                  <a:pt x="372" y="391"/>
                  <a:pt x="310" y="426"/>
                  <a:pt x="240" y="426"/>
                </a:cubicBezTo>
                <a:cubicBezTo>
                  <a:pt x="133" y="426"/>
                  <a:pt x="44" y="347"/>
                  <a:pt x="44" y="231"/>
                </a:cubicBezTo>
                <a:cubicBezTo>
                  <a:pt x="44" y="213"/>
                  <a:pt x="44" y="187"/>
                  <a:pt x="53" y="169"/>
                </a:cubicBezTo>
                <a:close/>
                <a:moveTo>
                  <a:pt x="310" y="231"/>
                </a:moveTo>
                <a:lnTo>
                  <a:pt x="310" y="231"/>
                </a:lnTo>
                <a:cubicBezTo>
                  <a:pt x="265" y="213"/>
                  <a:pt x="265" y="213"/>
                  <a:pt x="265" y="213"/>
                </a:cubicBezTo>
                <a:cubicBezTo>
                  <a:pt x="248" y="204"/>
                  <a:pt x="248" y="204"/>
                  <a:pt x="248" y="204"/>
                </a:cubicBezTo>
                <a:cubicBezTo>
                  <a:pt x="212" y="187"/>
                  <a:pt x="212" y="187"/>
                  <a:pt x="212" y="187"/>
                </a:cubicBezTo>
                <a:cubicBezTo>
                  <a:pt x="212" y="178"/>
                  <a:pt x="221" y="178"/>
                  <a:pt x="221" y="169"/>
                </a:cubicBezTo>
                <a:cubicBezTo>
                  <a:pt x="230" y="169"/>
                  <a:pt x="240" y="169"/>
                  <a:pt x="240" y="169"/>
                </a:cubicBezTo>
                <a:cubicBezTo>
                  <a:pt x="257" y="169"/>
                  <a:pt x="274" y="169"/>
                  <a:pt x="284" y="178"/>
                </a:cubicBezTo>
                <a:cubicBezTo>
                  <a:pt x="319" y="151"/>
                  <a:pt x="319" y="151"/>
                  <a:pt x="319" y="151"/>
                </a:cubicBezTo>
                <a:cubicBezTo>
                  <a:pt x="301" y="134"/>
                  <a:pt x="274" y="125"/>
                  <a:pt x="257" y="125"/>
                </a:cubicBezTo>
                <a:cubicBezTo>
                  <a:pt x="257" y="90"/>
                  <a:pt x="257" y="90"/>
                  <a:pt x="257" y="90"/>
                </a:cubicBezTo>
                <a:cubicBezTo>
                  <a:pt x="230" y="90"/>
                  <a:pt x="230" y="90"/>
                  <a:pt x="230" y="90"/>
                </a:cubicBezTo>
                <a:cubicBezTo>
                  <a:pt x="230" y="125"/>
                  <a:pt x="230" y="125"/>
                  <a:pt x="230" y="125"/>
                </a:cubicBezTo>
                <a:cubicBezTo>
                  <a:pt x="212" y="125"/>
                  <a:pt x="203" y="134"/>
                  <a:pt x="186" y="143"/>
                </a:cubicBezTo>
                <a:cubicBezTo>
                  <a:pt x="177" y="143"/>
                  <a:pt x="168" y="160"/>
                  <a:pt x="168" y="169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106" y="72"/>
                  <a:pt x="168" y="37"/>
                  <a:pt x="240" y="37"/>
                </a:cubicBezTo>
                <a:cubicBezTo>
                  <a:pt x="346" y="37"/>
                  <a:pt x="434" y="125"/>
                  <a:pt x="434" y="231"/>
                </a:cubicBezTo>
                <a:cubicBezTo>
                  <a:pt x="434" y="249"/>
                  <a:pt x="434" y="266"/>
                  <a:pt x="425" y="284"/>
                </a:cubicBezTo>
                <a:lnTo>
                  <a:pt x="310" y="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7"/>
          <p:cNvSpPr/>
          <p:nvPr/>
        </p:nvSpPr>
        <p:spPr>
          <a:xfrm>
            <a:off x="2822575" y="2817813"/>
            <a:ext cx="211138" cy="207962"/>
          </a:xfrm>
          <a:custGeom>
            <a:rect b="b" l="l" r="r" t="t"/>
            <a:pathLst>
              <a:path extrusionOk="0" h="471" w="480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53" y="169"/>
                </a:moveTo>
                <a:lnTo>
                  <a:pt x="53" y="169"/>
                </a:lnTo>
                <a:cubicBezTo>
                  <a:pt x="115" y="196"/>
                  <a:pt x="115" y="196"/>
                  <a:pt x="115" y="196"/>
                </a:cubicBezTo>
                <a:cubicBezTo>
                  <a:pt x="115" y="231"/>
                  <a:pt x="115" y="231"/>
                  <a:pt x="115" y="231"/>
                </a:cubicBezTo>
                <a:cubicBezTo>
                  <a:pt x="134" y="231"/>
                  <a:pt x="134" y="231"/>
                  <a:pt x="134" y="231"/>
                </a:cubicBezTo>
                <a:cubicBezTo>
                  <a:pt x="134" y="231"/>
                  <a:pt x="134" y="231"/>
                  <a:pt x="134" y="240"/>
                </a:cubicBezTo>
                <a:cubicBezTo>
                  <a:pt x="134" y="249"/>
                  <a:pt x="134" y="249"/>
                  <a:pt x="134" y="249"/>
                </a:cubicBezTo>
                <a:cubicBezTo>
                  <a:pt x="115" y="249"/>
                  <a:pt x="115" y="249"/>
                  <a:pt x="115" y="249"/>
                </a:cubicBezTo>
                <a:cubicBezTo>
                  <a:pt x="115" y="275"/>
                  <a:pt x="115" y="275"/>
                  <a:pt x="115" y="275"/>
                </a:cubicBezTo>
                <a:cubicBezTo>
                  <a:pt x="142" y="275"/>
                  <a:pt x="142" y="275"/>
                  <a:pt x="142" y="275"/>
                </a:cubicBezTo>
                <a:cubicBezTo>
                  <a:pt x="142" y="293"/>
                  <a:pt x="151" y="311"/>
                  <a:pt x="160" y="328"/>
                </a:cubicBezTo>
                <a:cubicBezTo>
                  <a:pt x="187" y="355"/>
                  <a:pt x="222" y="373"/>
                  <a:pt x="258" y="373"/>
                </a:cubicBezTo>
                <a:cubicBezTo>
                  <a:pt x="284" y="373"/>
                  <a:pt x="311" y="364"/>
                  <a:pt x="319" y="355"/>
                </a:cubicBezTo>
                <a:cubicBezTo>
                  <a:pt x="311" y="311"/>
                  <a:pt x="311" y="311"/>
                  <a:pt x="311" y="311"/>
                </a:cubicBezTo>
                <a:cubicBezTo>
                  <a:pt x="302" y="319"/>
                  <a:pt x="284" y="319"/>
                  <a:pt x="266" y="319"/>
                </a:cubicBezTo>
                <a:cubicBezTo>
                  <a:pt x="249" y="319"/>
                  <a:pt x="231" y="319"/>
                  <a:pt x="213" y="302"/>
                </a:cubicBezTo>
                <a:cubicBezTo>
                  <a:pt x="205" y="293"/>
                  <a:pt x="205" y="284"/>
                  <a:pt x="205" y="275"/>
                </a:cubicBezTo>
                <a:cubicBezTo>
                  <a:pt x="284" y="275"/>
                  <a:pt x="284" y="275"/>
                  <a:pt x="284" y="275"/>
                </a:cubicBezTo>
                <a:cubicBezTo>
                  <a:pt x="408" y="328"/>
                  <a:pt x="408" y="328"/>
                  <a:pt x="408" y="328"/>
                </a:cubicBezTo>
                <a:cubicBezTo>
                  <a:pt x="372" y="391"/>
                  <a:pt x="311" y="426"/>
                  <a:pt x="240" y="426"/>
                </a:cubicBezTo>
                <a:cubicBezTo>
                  <a:pt x="134" y="426"/>
                  <a:pt x="45" y="347"/>
                  <a:pt x="45" y="231"/>
                </a:cubicBezTo>
                <a:cubicBezTo>
                  <a:pt x="45" y="213"/>
                  <a:pt x="45" y="196"/>
                  <a:pt x="53" y="169"/>
                </a:cubicBezTo>
                <a:close/>
                <a:moveTo>
                  <a:pt x="302" y="231"/>
                </a:moveTo>
                <a:lnTo>
                  <a:pt x="302" y="231"/>
                </a:lnTo>
                <a:cubicBezTo>
                  <a:pt x="302" y="196"/>
                  <a:pt x="302" y="196"/>
                  <a:pt x="302" y="196"/>
                </a:cubicBezTo>
                <a:cubicBezTo>
                  <a:pt x="231" y="196"/>
                  <a:pt x="231" y="196"/>
                  <a:pt x="231" y="196"/>
                </a:cubicBezTo>
                <a:cubicBezTo>
                  <a:pt x="205" y="187"/>
                  <a:pt x="205" y="187"/>
                  <a:pt x="205" y="187"/>
                </a:cubicBezTo>
                <a:cubicBezTo>
                  <a:pt x="213" y="178"/>
                  <a:pt x="213" y="178"/>
                  <a:pt x="213" y="169"/>
                </a:cubicBezTo>
                <a:cubicBezTo>
                  <a:pt x="231" y="160"/>
                  <a:pt x="249" y="151"/>
                  <a:pt x="266" y="151"/>
                </a:cubicBezTo>
                <a:cubicBezTo>
                  <a:pt x="284" y="151"/>
                  <a:pt x="302" y="160"/>
                  <a:pt x="311" y="160"/>
                </a:cubicBezTo>
                <a:cubicBezTo>
                  <a:pt x="319" y="116"/>
                  <a:pt x="319" y="116"/>
                  <a:pt x="319" y="116"/>
                </a:cubicBezTo>
                <a:cubicBezTo>
                  <a:pt x="302" y="107"/>
                  <a:pt x="284" y="107"/>
                  <a:pt x="258" y="107"/>
                </a:cubicBezTo>
                <a:cubicBezTo>
                  <a:pt x="222" y="107"/>
                  <a:pt x="187" y="116"/>
                  <a:pt x="169" y="143"/>
                </a:cubicBezTo>
                <a:cubicBezTo>
                  <a:pt x="160" y="151"/>
                  <a:pt x="160" y="160"/>
                  <a:pt x="151" y="160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107" y="72"/>
                  <a:pt x="169" y="37"/>
                  <a:pt x="240" y="37"/>
                </a:cubicBezTo>
                <a:cubicBezTo>
                  <a:pt x="346" y="37"/>
                  <a:pt x="434" y="125"/>
                  <a:pt x="434" y="231"/>
                </a:cubicBezTo>
                <a:cubicBezTo>
                  <a:pt x="434" y="249"/>
                  <a:pt x="434" y="266"/>
                  <a:pt x="425" y="284"/>
                </a:cubicBezTo>
                <a:lnTo>
                  <a:pt x="302" y="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7"/>
          <p:cNvSpPr/>
          <p:nvPr/>
        </p:nvSpPr>
        <p:spPr>
          <a:xfrm>
            <a:off x="3259138" y="2817813"/>
            <a:ext cx="212725" cy="207962"/>
          </a:xfrm>
          <a:custGeom>
            <a:rect b="b" l="l" r="r" t="t"/>
            <a:pathLst>
              <a:path extrusionOk="0" h="471" w="480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53" y="178"/>
                </a:moveTo>
                <a:lnTo>
                  <a:pt x="53" y="178"/>
                </a:lnTo>
                <a:cubicBezTo>
                  <a:pt x="177" y="231"/>
                  <a:pt x="177" y="231"/>
                  <a:pt x="177" y="231"/>
                </a:cubicBezTo>
                <a:cubicBezTo>
                  <a:pt x="151" y="231"/>
                  <a:pt x="151" y="231"/>
                  <a:pt x="151" y="231"/>
                </a:cubicBezTo>
                <a:cubicBezTo>
                  <a:pt x="151" y="266"/>
                  <a:pt x="151" y="266"/>
                  <a:pt x="151" y="266"/>
                </a:cubicBezTo>
                <a:cubicBezTo>
                  <a:pt x="204" y="266"/>
                  <a:pt x="204" y="266"/>
                  <a:pt x="204" y="266"/>
                </a:cubicBezTo>
                <a:cubicBezTo>
                  <a:pt x="213" y="275"/>
                  <a:pt x="213" y="275"/>
                  <a:pt x="213" y="275"/>
                </a:cubicBezTo>
                <a:cubicBezTo>
                  <a:pt x="213" y="293"/>
                  <a:pt x="213" y="293"/>
                  <a:pt x="213" y="293"/>
                </a:cubicBezTo>
                <a:cubicBezTo>
                  <a:pt x="151" y="293"/>
                  <a:pt x="151" y="293"/>
                  <a:pt x="151" y="293"/>
                </a:cubicBezTo>
                <a:cubicBezTo>
                  <a:pt x="151" y="338"/>
                  <a:pt x="151" y="338"/>
                  <a:pt x="151" y="338"/>
                </a:cubicBezTo>
                <a:cubicBezTo>
                  <a:pt x="213" y="338"/>
                  <a:pt x="213" y="338"/>
                  <a:pt x="213" y="338"/>
                </a:cubicBezTo>
                <a:cubicBezTo>
                  <a:pt x="213" y="391"/>
                  <a:pt x="213" y="391"/>
                  <a:pt x="213" y="391"/>
                </a:cubicBezTo>
                <a:cubicBezTo>
                  <a:pt x="266" y="391"/>
                  <a:pt x="266" y="391"/>
                  <a:pt x="266" y="391"/>
                </a:cubicBezTo>
                <a:cubicBezTo>
                  <a:pt x="266" y="338"/>
                  <a:pt x="266" y="338"/>
                  <a:pt x="266" y="338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28" y="302"/>
                  <a:pt x="328" y="302"/>
                  <a:pt x="328" y="302"/>
                </a:cubicBezTo>
                <a:cubicBezTo>
                  <a:pt x="407" y="338"/>
                  <a:pt x="407" y="338"/>
                  <a:pt x="407" y="338"/>
                </a:cubicBezTo>
                <a:cubicBezTo>
                  <a:pt x="372" y="391"/>
                  <a:pt x="310" y="426"/>
                  <a:pt x="239" y="426"/>
                </a:cubicBezTo>
                <a:cubicBezTo>
                  <a:pt x="133" y="426"/>
                  <a:pt x="44" y="347"/>
                  <a:pt x="44" y="231"/>
                </a:cubicBezTo>
                <a:cubicBezTo>
                  <a:pt x="44" y="213"/>
                  <a:pt x="44" y="196"/>
                  <a:pt x="53" y="178"/>
                </a:cubicBezTo>
                <a:close/>
                <a:moveTo>
                  <a:pt x="266" y="293"/>
                </a:moveTo>
                <a:lnTo>
                  <a:pt x="266" y="293"/>
                </a:lnTo>
                <a:cubicBezTo>
                  <a:pt x="266" y="275"/>
                  <a:pt x="266" y="275"/>
                  <a:pt x="266" y="275"/>
                </a:cubicBezTo>
                <a:cubicBezTo>
                  <a:pt x="274" y="275"/>
                  <a:pt x="274" y="275"/>
                  <a:pt x="274" y="275"/>
                </a:cubicBezTo>
                <a:cubicBezTo>
                  <a:pt x="319" y="293"/>
                  <a:pt x="319" y="293"/>
                  <a:pt x="319" y="293"/>
                </a:cubicBezTo>
                <a:lnTo>
                  <a:pt x="266" y="293"/>
                </a:lnTo>
                <a:close/>
                <a:moveTo>
                  <a:pt x="328" y="249"/>
                </a:moveTo>
                <a:lnTo>
                  <a:pt x="328" y="249"/>
                </a:lnTo>
                <a:cubicBezTo>
                  <a:pt x="328" y="231"/>
                  <a:pt x="328" y="231"/>
                  <a:pt x="328" y="231"/>
                </a:cubicBezTo>
                <a:cubicBezTo>
                  <a:pt x="292" y="231"/>
                  <a:pt x="292" y="231"/>
                  <a:pt x="292" y="231"/>
                </a:cubicBezTo>
                <a:cubicBezTo>
                  <a:pt x="354" y="116"/>
                  <a:pt x="354" y="116"/>
                  <a:pt x="354" y="116"/>
                </a:cubicBezTo>
                <a:cubicBezTo>
                  <a:pt x="292" y="116"/>
                  <a:pt x="292" y="116"/>
                  <a:pt x="292" y="116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30" y="204"/>
                  <a:pt x="230" y="204"/>
                  <a:pt x="230" y="204"/>
                </a:cubicBezTo>
                <a:cubicBezTo>
                  <a:pt x="186" y="116"/>
                  <a:pt x="186" y="116"/>
                  <a:pt x="186" y="116"/>
                </a:cubicBezTo>
                <a:cubicBezTo>
                  <a:pt x="123" y="116"/>
                  <a:pt x="123" y="116"/>
                  <a:pt x="123" y="116"/>
                </a:cubicBezTo>
                <a:cubicBezTo>
                  <a:pt x="151" y="169"/>
                  <a:pt x="151" y="169"/>
                  <a:pt x="151" y="169"/>
                </a:cubicBezTo>
                <a:cubicBezTo>
                  <a:pt x="70" y="134"/>
                  <a:pt x="70" y="134"/>
                  <a:pt x="70" y="134"/>
                </a:cubicBezTo>
                <a:cubicBezTo>
                  <a:pt x="107" y="81"/>
                  <a:pt x="168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257"/>
                  <a:pt x="434" y="275"/>
                  <a:pt x="426" y="293"/>
                </a:cubicBezTo>
                <a:lnTo>
                  <a:pt x="328" y="24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7"/>
          <p:cNvSpPr/>
          <p:nvPr/>
        </p:nvSpPr>
        <p:spPr>
          <a:xfrm>
            <a:off x="3697288" y="2817813"/>
            <a:ext cx="211137" cy="207962"/>
          </a:xfrm>
          <a:custGeom>
            <a:rect b="b" l="l" r="r" t="t"/>
            <a:pathLst>
              <a:path extrusionOk="0" h="471" w="480">
                <a:moveTo>
                  <a:pt x="239" y="107"/>
                </a:moveTo>
                <a:lnTo>
                  <a:pt x="239" y="107"/>
                </a:lnTo>
                <a:cubicBezTo>
                  <a:pt x="213" y="107"/>
                  <a:pt x="186" y="116"/>
                  <a:pt x="169" y="134"/>
                </a:cubicBezTo>
                <a:cubicBezTo>
                  <a:pt x="151" y="151"/>
                  <a:pt x="142" y="169"/>
                  <a:pt x="133" y="204"/>
                </a:cubicBezTo>
                <a:cubicBezTo>
                  <a:pt x="116" y="204"/>
                  <a:pt x="116" y="204"/>
                  <a:pt x="116" y="204"/>
                </a:cubicBezTo>
                <a:cubicBezTo>
                  <a:pt x="160" y="249"/>
                  <a:pt x="160" y="249"/>
                  <a:pt x="160" y="249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195" y="204"/>
                  <a:pt x="195" y="204"/>
                  <a:pt x="195" y="204"/>
                </a:cubicBezTo>
                <a:cubicBezTo>
                  <a:pt x="195" y="169"/>
                  <a:pt x="213" y="160"/>
                  <a:pt x="248" y="160"/>
                </a:cubicBezTo>
                <a:cubicBezTo>
                  <a:pt x="266" y="160"/>
                  <a:pt x="275" y="169"/>
                  <a:pt x="284" y="178"/>
                </a:cubicBezTo>
                <a:cubicBezTo>
                  <a:pt x="292" y="196"/>
                  <a:pt x="301" y="213"/>
                  <a:pt x="301" y="240"/>
                </a:cubicBezTo>
                <a:cubicBezTo>
                  <a:pt x="301" y="257"/>
                  <a:pt x="292" y="275"/>
                  <a:pt x="284" y="293"/>
                </a:cubicBezTo>
                <a:cubicBezTo>
                  <a:pt x="275" y="311"/>
                  <a:pt x="257" y="319"/>
                  <a:pt x="248" y="319"/>
                </a:cubicBezTo>
                <a:cubicBezTo>
                  <a:pt x="213" y="319"/>
                  <a:pt x="195" y="302"/>
                  <a:pt x="195" y="275"/>
                </a:cubicBezTo>
                <a:cubicBezTo>
                  <a:pt x="133" y="275"/>
                  <a:pt x="133" y="275"/>
                  <a:pt x="133" y="275"/>
                </a:cubicBezTo>
                <a:cubicBezTo>
                  <a:pt x="133" y="302"/>
                  <a:pt x="151" y="328"/>
                  <a:pt x="169" y="338"/>
                </a:cubicBezTo>
                <a:cubicBezTo>
                  <a:pt x="186" y="355"/>
                  <a:pt x="213" y="364"/>
                  <a:pt x="239" y="364"/>
                </a:cubicBezTo>
                <a:cubicBezTo>
                  <a:pt x="275" y="364"/>
                  <a:pt x="301" y="355"/>
                  <a:pt x="328" y="328"/>
                </a:cubicBezTo>
                <a:cubicBezTo>
                  <a:pt x="346" y="302"/>
                  <a:pt x="364" y="275"/>
                  <a:pt x="364" y="240"/>
                </a:cubicBezTo>
                <a:cubicBezTo>
                  <a:pt x="364" y="204"/>
                  <a:pt x="346" y="169"/>
                  <a:pt x="328" y="143"/>
                </a:cubicBezTo>
                <a:cubicBezTo>
                  <a:pt x="301" y="125"/>
                  <a:pt x="275" y="107"/>
                  <a:pt x="239" y="107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5" y="347"/>
                  <a:pt x="45" y="231"/>
                </a:cubicBezTo>
                <a:cubicBezTo>
                  <a:pt x="45" y="125"/>
                  <a:pt x="133" y="37"/>
                  <a:pt x="239" y="37"/>
                </a:cubicBezTo>
                <a:cubicBezTo>
                  <a:pt x="346" y="37"/>
                  <a:pt x="435" y="125"/>
                  <a:pt x="435" y="231"/>
                </a:cubicBezTo>
                <a:cubicBezTo>
                  <a:pt x="435" y="347"/>
                  <a:pt x="346" y="426"/>
                  <a:pt x="239" y="4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7"/>
          <p:cNvSpPr/>
          <p:nvPr/>
        </p:nvSpPr>
        <p:spPr>
          <a:xfrm>
            <a:off x="4137025" y="2817813"/>
            <a:ext cx="211138" cy="207962"/>
          </a:xfrm>
          <a:custGeom>
            <a:rect b="b" l="l" r="r" t="t"/>
            <a:pathLst>
              <a:path extrusionOk="0" h="471" w="479">
                <a:moveTo>
                  <a:pt x="150" y="222"/>
                </a:moveTo>
                <a:lnTo>
                  <a:pt x="150" y="222"/>
                </a:lnTo>
                <a:cubicBezTo>
                  <a:pt x="328" y="222"/>
                  <a:pt x="328" y="222"/>
                  <a:pt x="328" y="222"/>
                </a:cubicBezTo>
                <a:cubicBezTo>
                  <a:pt x="328" y="178"/>
                  <a:pt x="328" y="178"/>
                  <a:pt x="328" y="178"/>
                </a:cubicBezTo>
                <a:cubicBezTo>
                  <a:pt x="150" y="178"/>
                  <a:pt x="150" y="178"/>
                  <a:pt x="150" y="178"/>
                </a:cubicBezTo>
                <a:lnTo>
                  <a:pt x="150" y="222"/>
                </a:lnTo>
                <a:close/>
                <a:moveTo>
                  <a:pt x="150" y="293"/>
                </a:moveTo>
                <a:lnTo>
                  <a:pt x="150" y="293"/>
                </a:lnTo>
                <a:cubicBezTo>
                  <a:pt x="328" y="293"/>
                  <a:pt x="328" y="293"/>
                  <a:pt x="328" y="293"/>
                </a:cubicBezTo>
                <a:cubicBezTo>
                  <a:pt x="328" y="257"/>
                  <a:pt x="328" y="257"/>
                  <a:pt x="328" y="257"/>
                </a:cubicBezTo>
                <a:cubicBezTo>
                  <a:pt x="150" y="257"/>
                  <a:pt x="150" y="257"/>
                  <a:pt x="150" y="257"/>
                </a:cubicBezTo>
                <a:lnTo>
                  <a:pt x="150" y="293"/>
                </a:lnTo>
                <a:close/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4" y="347"/>
                  <a:pt x="44" y="231"/>
                </a:cubicBezTo>
                <a:cubicBezTo>
                  <a:pt x="44" y="125"/>
                  <a:pt x="133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9" y="4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7"/>
          <p:cNvSpPr/>
          <p:nvPr/>
        </p:nvSpPr>
        <p:spPr>
          <a:xfrm>
            <a:off x="4573588" y="2817813"/>
            <a:ext cx="212725" cy="207962"/>
          </a:xfrm>
          <a:custGeom>
            <a:rect b="b" l="l" r="r" t="t"/>
            <a:pathLst>
              <a:path extrusionOk="0" h="471" w="479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53" y="169"/>
                </a:moveTo>
                <a:lnTo>
                  <a:pt x="53" y="169"/>
                </a:lnTo>
                <a:cubicBezTo>
                  <a:pt x="133" y="204"/>
                  <a:pt x="133" y="204"/>
                  <a:pt x="133" y="204"/>
                </a:cubicBezTo>
                <a:cubicBezTo>
                  <a:pt x="133" y="213"/>
                  <a:pt x="133" y="222"/>
                  <a:pt x="133" y="240"/>
                </a:cubicBezTo>
                <a:cubicBezTo>
                  <a:pt x="133" y="328"/>
                  <a:pt x="204" y="355"/>
                  <a:pt x="249" y="355"/>
                </a:cubicBezTo>
                <a:cubicBezTo>
                  <a:pt x="275" y="355"/>
                  <a:pt x="293" y="347"/>
                  <a:pt x="310" y="338"/>
                </a:cubicBezTo>
                <a:cubicBezTo>
                  <a:pt x="319" y="338"/>
                  <a:pt x="319" y="328"/>
                  <a:pt x="319" y="328"/>
                </a:cubicBezTo>
                <a:cubicBezTo>
                  <a:pt x="284" y="284"/>
                  <a:pt x="284" y="284"/>
                  <a:pt x="284" y="284"/>
                </a:cubicBezTo>
                <a:lnTo>
                  <a:pt x="284" y="293"/>
                </a:lnTo>
                <a:cubicBezTo>
                  <a:pt x="266" y="302"/>
                  <a:pt x="257" y="302"/>
                  <a:pt x="249" y="302"/>
                </a:cubicBezTo>
                <a:cubicBezTo>
                  <a:pt x="213" y="302"/>
                  <a:pt x="204" y="266"/>
                  <a:pt x="204" y="231"/>
                </a:cubicBezTo>
                <a:cubicBezTo>
                  <a:pt x="408" y="328"/>
                  <a:pt x="408" y="328"/>
                  <a:pt x="408" y="328"/>
                </a:cubicBezTo>
                <a:cubicBezTo>
                  <a:pt x="372" y="391"/>
                  <a:pt x="310" y="426"/>
                  <a:pt x="240" y="426"/>
                </a:cubicBezTo>
                <a:cubicBezTo>
                  <a:pt x="133" y="426"/>
                  <a:pt x="44" y="347"/>
                  <a:pt x="44" y="231"/>
                </a:cubicBezTo>
                <a:cubicBezTo>
                  <a:pt x="44" y="213"/>
                  <a:pt x="44" y="196"/>
                  <a:pt x="53" y="169"/>
                </a:cubicBezTo>
                <a:close/>
                <a:moveTo>
                  <a:pt x="213" y="187"/>
                </a:moveTo>
                <a:lnTo>
                  <a:pt x="213" y="187"/>
                </a:lnTo>
                <a:cubicBezTo>
                  <a:pt x="222" y="178"/>
                  <a:pt x="230" y="160"/>
                  <a:pt x="249" y="160"/>
                </a:cubicBezTo>
                <a:cubicBezTo>
                  <a:pt x="257" y="160"/>
                  <a:pt x="266" y="169"/>
                  <a:pt x="275" y="169"/>
                </a:cubicBezTo>
                <a:lnTo>
                  <a:pt x="284" y="178"/>
                </a:lnTo>
                <a:cubicBezTo>
                  <a:pt x="319" y="134"/>
                  <a:pt x="319" y="134"/>
                  <a:pt x="319" y="134"/>
                </a:cubicBezTo>
                <a:cubicBezTo>
                  <a:pt x="293" y="116"/>
                  <a:pt x="266" y="107"/>
                  <a:pt x="249" y="107"/>
                </a:cubicBezTo>
                <a:cubicBezTo>
                  <a:pt x="204" y="107"/>
                  <a:pt x="169" y="134"/>
                  <a:pt x="151" y="160"/>
                </a:cubicBezTo>
                <a:cubicBezTo>
                  <a:pt x="80" y="125"/>
                  <a:pt x="80" y="125"/>
                  <a:pt x="80" y="125"/>
                </a:cubicBezTo>
                <a:cubicBezTo>
                  <a:pt x="106" y="72"/>
                  <a:pt x="169" y="37"/>
                  <a:pt x="240" y="37"/>
                </a:cubicBezTo>
                <a:cubicBezTo>
                  <a:pt x="346" y="37"/>
                  <a:pt x="434" y="125"/>
                  <a:pt x="434" y="231"/>
                </a:cubicBezTo>
                <a:cubicBezTo>
                  <a:pt x="434" y="249"/>
                  <a:pt x="434" y="266"/>
                  <a:pt x="425" y="284"/>
                </a:cubicBezTo>
                <a:lnTo>
                  <a:pt x="213" y="18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7"/>
          <p:cNvSpPr/>
          <p:nvPr/>
        </p:nvSpPr>
        <p:spPr>
          <a:xfrm>
            <a:off x="5011738" y="2817813"/>
            <a:ext cx="211137" cy="207962"/>
          </a:xfrm>
          <a:custGeom>
            <a:rect b="b" l="l" r="r" t="t"/>
            <a:pathLst>
              <a:path extrusionOk="0" h="471" w="479">
                <a:moveTo>
                  <a:pt x="239" y="98"/>
                </a:moveTo>
                <a:lnTo>
                  <a:pt x="239" y="98"/>
                </a:lnTo>
                <a:cubicBezTo>
                  <a:pt x="159" y="98"/>
                  <a:pt x="142" y="169"/>
                  <a:pt x="142" y="231"/>
                </a:cubicBezTo>
                <a:cubicBezTo>
                  <a:pt x="142" y="293"/>
                  <a:pt x="159" y="373"/>
                  <a:pt x="239" y="373"/>
                </a:cubicBezTo>
                <a:cubicBezTo>
                  <a:pt x="318" y="373"/>
                  <a:pt x="336" y="293"/>
                  <a:pt x="336" y="231"/>
                </a:cubicBezTo>
                <a:cubicBezTo>
                  <a:pt x="336" y="169"/>
                  <a:pt x="318" y="98"/>
                  <a:pt x="239" y="98"/>
                </a:cubicBezTo>
                <a:close/>
                <a:moveTo>
                  <a:pt x="195" y="231"/>
                </a:moveTo>
                <a:lnTo>
                  <a:pt x="195" y="231"/>
                </a:lnTo>
                <a:cubicBezTo>
                  <a:pt x="195" y="204"/>
                  <a:pt x="195" y="151"/>
                  <a:pt x="239" y="151"/>
                </a:cubicBezTo>
                <a:lnTo>
                  <a:pt x="248" y="151"/>
                </a:lnTo>
                <a:cubicBezTo>
                  <a:pt x="257" y="151"/>
                  <a:pt x="257" y="160"/>
                  <a:pt x="248" y="169"/>
                </a:cubicBezTo>
                <a:cubicBezTo>
                  <a:pt x="195" y="266"/>
                  <a:pt x="195" y="266"/>
                  <a:pt x="195" y="266"/>
                </a:cubicBezTo>
                <a:cubicBezTo>
                  <a:pt x="195" y="257"/>
                  <a:pt x="195" y="240"/>
                  <a:pt x="195" y="231"/>
                </a:cubicBezTo>
                <a:close/>
                <a:moveTo>
                  <a:pt x="239" y="319"/>
                </a:moveTo>
                <a:lnTo>
                  <a:pt x="239" y="319"/>
                </a:lnTo>
                <a:lnTo>
                  <a:pt x="230" y="319"/>
                </a:lnTo>
                <a:cubicBezTo>
                  <a:pt x="221" y="311"/>
                  <a:pt x="212" y="311"/>
                  <a:pt x="221" y="293"/>
                </a:cubicBezTo>
                <a:cubicBezTo>
                  <a:pt x="274" y="196"/>
                  <a:pt x="274" y="196"/>
                  <a:pt x="274" y="196"/>
                </a:cubicBezTo>
                <a:cubicBezTo>
                  <a:pt x="283" y="204"/>
                  <a:pt x="283" y="222"/>
                  <a:pt x="283" y="231"/>
                </a:cubicBezTo>
                <a:cubicBezTo>
                  <a:pt x="283" y="266"/>
                  <a:pt x="283" y="319"/>
                  <a:pt x="239" y="319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2" y="426"/>
                  <a:pt x="44" y="347"/>
                  <a:pt x="44" y="231"/>
                </a:cubicBezTo>
                <a:cubicBezTo>
                  <a:pt x="44" y="125"/>
                  <a:pt x="132" y="37"/>
                  <a:pt x="239" y="37"/>
                </a:cubicBezTo>
                <a:cubicBezTo>
                  <a:pt x="345" y="37"/>
                  <a:pt x="433" y="125"/>
                  <a:pt x="433" y="231"/>
                </a:cubicBezTo>
                <a:cubicBezTo>
                  <a:pt x="433" y="347"/>
                  <a:pt x="345" y="426"/>
                  <a:pt x="239" y="4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7"/>
          <p:cNvSpPr/>
          <p:nvPr/>
        </p:nvSpPr>
        <p:spPr>
          <a:xfrm>
            <a:off x="5448300" y="2817813"/>
            <a:ext cx="212725" cy="207962"/>
          </a:xfrm>
          <a:custGeom>
            <a:rect b="b" l="l" r="r" t="t"/>
            <a:pathLst>
              <a:path extrusionOk="0" h="471" w="480">
                <a:moveTo>
                  <a:pt x="336" y="169"/>
                </a:moveTo>
                <a:lnTo>
                  <a:pt x="336" y="169"/>
                </a:lnTo>
                <a:cubicBezTo>
                  <a:pt x="283" y="169"/>
                  <a:pt x="283" y="169"/>
                  <a:pt x="283" y="169"/>
                </a:cubicBezTo>
                <a:cubicBezTo>
                  <a:pt x="283" y="116"/>
                  <a:pt x="283" y="116"/>
                  <a:pt x="283" y="116"/>
                </a:cubicBezTo>
                <a:cubicBezTo>
                  <a:pt x="283" y="107"/>
                  <a:pt x="283" y="107"/>
                  <a:pt x="283" y="107"/>
                </a:cubicBezTo>
                <a:cubicBezTo>
                  <a:pt x="275" y="107"/>
                  <a:pt x="275" y="98"/>
                  <a:pt x="275" y="98"/>
                </a:cubicBezTo>
                <a:cubicBezTo>
                  <a:pt x="142" y="98"/>
                  <a:pt x="142" y="98"/>
                  <a:pt x="142" y="98"/>
                </a:cubicBezTo>
                <a:cubicBezTo>
                  <a:pt x="133" y="98"/>
                  <a:pt x="133" y="107"/>
                  <a:pt x="133" y="107"/>
                </a:cubicBezTo>
                <a:cubicBezTo>
                  <a:pt x="133" y="107"/>
                  <a:pt x="133" y="107"/>
                  <a:pt x="133" y="116"/>
                </a:cubicBezTo>
                <a:cubicBezTo>
                  <a:pt x="133" y="293"/>
                  <a:pt x="133" y="293"/>
                  <a:pt x="133" y="293"/>
                </a:cubicBezTo>
                <a:cubicBezTo>
                  <a:pt x="133" y="293"/>
                  <a:pt x="133" y="293"/>
                  <a:pt x="133" y="302"/>
                </a:cubicBezTo>
                <a:lnTo>
                  <a:pt x="142" y="302"/>
                </a:lnTo>
                <a:cubicBezTo>
                  <a:pt x="195" y="302"/>
                  <a:pt x="195" y="302"/>
                  <a:pt x="195" y="302"/>
                </a:cubicBezTo>
                <a:cubicBezTo>
                  <a:pt x="195" y="355"/>
                  <a:pt x="195" y="355"/>
                  <a:pt x="195" y="355"/>
                </a:cubicBezTo>
                <a:lnTo>
                  <a:pt x="195" y="364"/>
                </a:lnTo>
                <a:cubicBezTo>
                  <a:pt x="204" y="364"/>
                  <a:pt x="204" y="364"/>
                  <a:pt x="204" y="364"/>
                </a:cubicBezTo>
                <a:cubicBezTo>
                  <a:pt x="336" y="364"/>
                  <a:pt x="336" y="364"/>
                  <a:pt x="336" y="364"/>
                </a:cubicBezTo>
                <a:lnTo>
                  <a:pt x="345" y="364"/>
                </a:lnTo>
                <a:lnTo>
                  <a:pt x="345" y="355"/>
                </a:lnTo>
                <a:cubicBezTo>
                  <a:pt x="345" y="178"/>
                  <a:pt x="345" y="178"/>
                  <a:pt x="345" y="178"/>
                </a:cubicBezTo>
                <a:lnTo>
                  <a:pt x="345" y="169"/>
                </a:lnTo>
                <a:lnTo>
                  <a:pt x="336" y="169"/>
                </a:lnTo>
                <a:close/>
                <a:moveTo>
                  <a:pt x="204" y="169"/>
                </a:moveTo>
                <a:lnTo>
                  <a:pt x="204" y="169"/>
                </a:lnTo>
                <a:cubicBezTo>
                  <a:pt x="204" y="169"/>
                  <a:pt x="204" y="169"/>
                  <a:pt x="195" y="169"/>
                </a:cubicBezTo>
                <a:lnTo>
                  <a:pt x="195" y="178"/>
                </a:lnTo>
                <a:cubicBezTo>
                  <a:pt x="195" y="275"/>
                  <a:pt x="195" y="275"/>
                  <a:pt x="195" y="275"/>
                </a:cubicBezTo>
                <a:cubicBezTo>
                  <a:pt x="151" y="275"/>
                  <a:pt x="151" y="275"/>
                  <a:pt x="151" y="275"/>
                </a:cubicBezTo>
                <a:cubicBezTo>
                  <a:pt x="151" y="125"/>
                  <a:pt x="151" y="125"/>
                  <a:pt x="151" y="125"/>
                </a:cubicBezTo>
                <a:cubicBezTo>
                  <a:pt x="257" y="125"/>
                  <a:pt x="257" y="125"/>
                  <a:pt x="257" y="125"/>
                </a:cubicBezTo>
                <a:cubicBezTo>
                  <a:pt x="257" y="169"/>
                  <a:pt x="257" y="169"/>
                  <a:pt x="257" y="169"/>
                </a:cubicBezTo>
                <a:lnTo>
                  <a:pt x="204" y="169"/>
                </a:lnTo>
                <a:close/>
                <a:moveTo>
                  <a:pt x="328" y="338"/>
                </a:moveTo>
                <a:lnTo>
                  <a:pt x="328" y="338"/>
                </a:lnTo>
                <a:cubicBezTo>
                  <a:pt x="222" y="338"/>
                  <a:pt x="222" y="338"/>
                  <a:pt x="222" y="338"/>
                </a:cubicBezTo>
                <a:cubicBezTo>
                  <a:pt x="222" y="196"/>
                  <a:pt x="222" y="196"/>
                  <a:pt x="222" y="196"/>
                </a:cubicBezTo>
                <a:cubicBezTo>
                  <a:pt x="328" y="196"/>
                  <a:pt x="328" y="196"/>
                  <a:pt x="328" y="196"/>
                </a:cubicBezTo>
                <a:lnTo>
                  <a:pt x="328" y="338"/>
                </a:ln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426"/>
                </a:moveTo>
                <a:lnTo>
                  <a:pt x="239" y="426"/>
                </a:lnTo>
                <a:cubicBezTo>
                  <a:pt x="133" y="426"/>
                  <a:pt x="44" y="347"/>
                  <a:pt x="44" y="231"/>
                </a:cubicBezTo>
                <a:cubicBezTo>
                  <a:pt x="44" y="125"/>
                  <a:pt x="133" y="37"/>
                  <a:pt x="239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9" y="4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7"/>
          <p:cNvSpPr/>
          <p:nvPr/>
        </p:nvSpPr>
        <p:spPr>
          <a:xfrm>
            <a:off x="5886450" y="2817813"/>
            <a:ext cx="211138" cy="207962"/>
          </a:xfrm>
          <a:custGeom>
            <a:rect b="b" l="l" r="r" t="t"/>
            <a:pathLst>
              <a:path extrusionOk="0" h="471" w="479">
                <a:moveTo>
                  <a:pt x="398" y="240"/>
                </a:moveTo>
                <a:lnTo>
                  <a:pt x="398" y="240"/>
                </a:lnTo>
                <a:cubicBezTo>
                  <a:pt x="345" y="222"/>
                  <a:pt x="345" y="222"/>
                  <a:pt x="345" y="222"/>
                </a:cubicBezTo>
                <a:cubicBezTo>
                  <a:pt x="345" y="160"/>
                  <a:pt x="345" y="160"/>
                  <a:pt x="345" y="160"/>
                </a:cubicBezTo>
                <a:cubicBezTo>
                  <a:pt x="203" y="98"/>
                  <a:pt x="203" y="98"/>
                  <a:pt x="203" y="98"/>
                </a:cubicBezTo>
                <a:cubicBezTo>
                  <a:pt x="141" y="125"/>
                  <a:pt x="141" y="125"/>
                  <a:pt x="141" y="125"/>
                </a:cubicBezTo>
                <a:cubicBezTo>
                  <a:pt x="141" y="196"/>
                  <a:pt x="141" y="196"/>
                  <a:pt x="141" y="196"/>
                </a:cubicBezTo>
                <a:cubicBezTo>
                  <a:pt x="79" y="222"/>
                  <a:pt x="79" y="222"/>
                  <a:pt x="79" y="222"/>
                </a:cubicBezTo>
                <a:cubicBezTo>
                  <a:pt x="79" y="284"/>
                  <a:pt x="79" y="284"/>
                  <a:pt x="79" y="284"/>
                </a:cubicBezTo>
                <a:cubicBezTo>
                  <a:pt x="141" y="311"/>
                  <a:pt x="141" y="311"/>
                  <a:pt x="141" y="311"/>
                </a:cubicBezTo>
                <a:cubicBezTo>
                  <a:pt x="203" y="284"/>
                  <a:pt x="203" y="284"/>
                  <a:pt x="203" y="284"/>
                </a:cubicBezTo>
                <a:cubicBezTo>
                  <a:pt x="328" y="338"/>
                  <a:pt x="328" y="338"/>
                  <a:pt x="328" y="338"/>
                </a:cubicBezTo>
                <a:cubicBezTo>
                  <a:pt x="336" y="338"/>
                  <a:pt x="336" y="338"/>
                  <a:pt x="336" y="338"/>
                </a:cubicBezTo>
                <a:cubicBezTo>
                  <a:pt x="398" y="311"/>
                  <a:pt x="398" y="311"/>
                  <a:pt x="398" y="311"/>
                </a:cubicBezTo>
                <a:cubicBezTo>
                  <a:pt x="398" y="240"/>
                  <a:pt x="398" y="240"/>
                  <a:pt x="398" y="240"/>
                </a:cubicBezTo>
                <a:close/>
                <a:moveTo>
                  <a:pt x="328" y="319"/>
                </a:moveTo>
                <a:lnTo>
                  <a:pt x="328" y="319"/>
                </a:lnTo>
                <a:cubicBezTo>
                  <a:pt x="221" y="275"/>
                  <a:pt x="221" y="275"/>
                  <a:pt x="221" y="275"/>
                </a:cubicBezTo>
                <a:cubicBezTo>
                  <a:pt x="221" y="231"/>
                  <a:pt x="221" y="231"/>
                  <a:pt x="221" y="231"/>
                </a:cubicBezTo>
                <a:cubicBezTo>
                  <a:pt x="328" y="275"/>
                  <a:pt x="328" y="275"/>
                  <a:pt x="328" y="275"/>
                </a:cubicBezTo>
                <a:lnTo>
                  <a:pt x="328" y="319"/>
                </a:lnTo>
                <a:close/>
                <a:moveTo>
                  <a:pt x="336" y="257"/>
                </a:moveTo>
                <a:lnTo>
                  <a:pt x="336" y="257"/>
                </a:lnTo>
                <a:cubicBezTo>
                  <a:pt x="300" y="249"/>
                  <a:pt x="300" y="249"/>
                  <a:pt x="300" y="249"/>
                </a:cubicBezTo>
                <a:cubicBezTo>
                  <a:pt x="336" y="231"/>
                  <a:pt x="336" y="231"/>
                  <a:pt x="336" y="231"/>
                </a:cubicBezTo>
                <a:cubicBezTo>
                  <a:pt x="372" y="249"/>
                  <a:pt x="372" y="249"/>
                  <a:pt x="372" y="249"/>
                </a:cubicBezTo>
                <a:lnTo>
                  <a:pt x="336" y="257"/>
                </a:lnTo>
                <a:close/>
                <a:moveTo>
                  <a:pt x="381" y="302"/>
                </a:moveTo>
                <a:lnTo>
                  <a:pt x="381" y="302"/>
                </a:lnTo>
                <a:cubicBezTo>
                  <a:pt x="345" y="319"/>
                  <a:pt x="345" y="319"/>
                  <a:pt x="345" y="319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381" y="257"/>
                  <a:pt x="381" y="257"/>
                  <a:pt x="381" y="257"/>
                </a:cubicBezTo>
                <a:lnTo>
                  <a:pt x="381" y="302"/>
                </a:lnTo>
                <a:close/>
                <a:moveTo>
                  <a:pt x="238" y="0"/>
                </a:moveTo>
                <a:lnTo>
                  <a:pt x="238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8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8" y="0"/>
                </a:cubicBezTo>
                <a:close/>
                <a:moveTo>
                  <a:pt x="238" y="426"/>
                </a:moveTo>
                <a:lnTo>
                  <a:pt x="238" y="426"/>
                </a:lnTo>
                <a:cubicBezTo>
                  <a:pt x="132" y="426"/>
                  <a:pt x="44" y="347"/>
                  <a:pt x="44" y="231"/>
                </a:cubicBezTo>
                <a:cubicBezTo>
                  <a:pt x="44" y="125"/>
                  <a:pt x="132" y="37"/>
                  <a:pt x="238" y="37"/>
                </a:cubicBezTo>
                <a:cubicBezTo>
                  <a:pt x="345" y="37"/>
                  <a:pt x="434" y="125"/>
                  <a:pt x="434" y="231"/>
                </a:cubicBezTo>
                <a:cubicBezTo>
                  <a:pt x="434" y="347"/>
                  <a:pt x="345" y="426"/>
                  <a:pt x="238" y="4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7"/>
          <p:cNvSpPr/>
          <p:nvPr/>
        </p:nvSpPr>
        <p:spPr>
          <a:xfrm>
            <a:off x="2008188" y="1095375"/>
            <a:ext cx="123825" cy="195263"/>
          </a:xfrm>
          <a:custGeom>
            <a:rect b="b" l="l" r="r" t="t"/>
            <a:pathLst>
              <a:path extrusionOk="0" h="452" w="285">
                <a:moveTo>
                  <a:pt x="240" y="35"/>
                </a:moveTo>
                <a:lnTo>
                  <a:pt x="240" y="35"/>
                </a:lnTo>
                <a:cubicBezTo>
                  <a:pt x="213" y="8"/>
                  <a:pt x="178" y="0"/>
                  <a:pt x="133" y="0"/>
                </a:cubicBezTo>
                <a:cubicBezTo>
                  <a:pt x="106" y="0"/>
                  <a:pt x="80" y="8"/>
                  <a:pt x="53" y="26"/>
                </a:cubicBezTo>
                <a:cubicBezTo>
                  <a:pt x="18" y="44"/>
                  <a:pt x="0" y="79"/>
                  <a:pt x="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23"/>
                  <a:pt x="89" y="106"/>
                  <a:pt x="97" y="88"/>
                </a:cubicBezTo>
                <a:cubicBezTo>
                  <a:pt x="106" y="79"/>
                  <a:pt x="115" y="70"/>
                  <a:pt x="142" y="70"/>
                </a:cubicBezTo>
                <a:cubicBezTo>
                  <a:pt x="159" y="70"/>
                  <a:pt x="178" y="79"/>
                  <a:pt x="187" y="88"/>
                </a:cubicBezTo>
                <a:cubicBezTo>
                  <a:pt x="195" y="97"/>
                  <a:pt x="195" y="114"/>
                  <a:pt x="195" y="123"/>
                </a:cubicBezTo>
                <a:cubicBezTo>
                  <a:pt x="195" y="141"/>
                  <a:pt x="195" y="151"/>
                  <a:pt x="187" y="159"/>
                </a:cubicBezTo>
                <a:cubicBezTo>
                  <a:pt x="178" y="167"/>
                  <a:pt x="178" y="167"/>
                  <a:pt x="168" y="176"/>
                </a:cubicBezTo>
                <a:cubicBezTo>
                  <a:pt x="168" y="176"/>
                  <a:pt x="124" y="204"/>
                  <a:pt x="106" y="230"/>
                </a:cubicBezTo>
                <a:cubicBezTo>
                  <a:pt x="97" y="239"/>
                  <a:pt x="89" y="265"/>
                  <a:pt x="89" y="292"/>
                </a:cubicBezTo>
                <a:cubicBezTo>
                  <a:pt x="89" y="292"/>
                  <a:pt x="89" y="301"/>
                  <a:pt x="97" y="301"/>
                </a:cubicBezTo>
                <a:cubicBezTo>
                  <a:pt x="106" y="301"/>
                  <a:pt x="159" y="301"/>
                  <a:pt x="159" y="301"/>
                </a:cubicBezTo>
                <a:cubicBezTo>
                  <a:pt x="168" y="301"/>
                  <a:pt x="168" y="292"/>
                  <a:pt x="168" y="292"/>
                </a:cubicBezTo>
                <a:cubicBezTo>
                  <a:pt x="168" y="283"/>
                  <a:pt x="168" y="274"/>
                  <a:pt x="178" y="265"/>
                </a:cubicBezTo>
                <a:cubicBezTo>
                  <a:pt x="178" y="257"/>
                  <a:pt x="187" y="248"/>
                  <a:pt x="195" y="239"/>
                </a:cubicBezTo>
                <a:cubicBezTo>
                  <a:pt x="222" y="221"/>
                  <a:pt x="222" y="221"/>
                  <a:pt x="222" y="221"/>
                </a:cubicBezTo>
                <a:cubicBezTo>
                  <a:pt x="240" y="204"/>
                  <a:pt x="257" y="195"/>
                  <a:pt x="266" y="186"/>
                </a:cubicBezTo>
                <a:cubicBezTo>
                  <a:pt x="275" y="167"/>
                  <a:pt x="284" y="151"/>
                  <a:pt x="284" y="123"/>
                </a:cubicBezTo>
                <a:cubicBezTo>
                  <a:pt x="284" y="79"/>
                  <a:pt x="275" y="53"/>
                  <a:pt x="240" y="35"/>
                </a:cubicBezTo>
                <a:close/>
                <a:moveTo>
                  <a:pt x="133" y="345"/>
                </a:moveTo>
                <a:lnTo>
                  <a:pt x="133" y="345"/>
                </a:lnTo>
                <a:cubicBezTo>
                  <a:pt x="106" y="345"/>
                  <a:pt x="80" y="363"/>
                  <a:pt x="80" y="398"/>
                </a:cubicBezTo>
                <a:cubicBezTo>
                  <a:pt x="80" y="425"/>
                  <a:pt x="106" y="442"/>
                  <a:pt x="133" y="451"/>
                </a:cubicBezTo>
                <a:cubicBezTo>
                  <a:pt x="159" y="451"/>
                  <a:pt x="187" y="425"/>
                  <a:pt x="187" y="398"/>
                </a:cubicBezTo>
                <a:cubicBezTo>
                  <a:pt x="187" y="372"/>
                  <a:pt x="168" y="345"/>
                  <a:pt x="133" y="34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7"/>
          <p:cNvSpPr/>
          <p:nvPr/>
        </p:nvSpPr>
        <p:spPr>
          <a:xfrm>
            <a:off x="8331200" y="2005013"/>
            <a:ext cx="198438" cy="174625"/>
          </a:xfrm>
          <a:custGeom>
            <a:rect b="b" l="l" r="r" t="t"/>
            <a:pathLst>
              <a:path extrusionOk="0" h="408" w="462">
                <a:moveTo>
                  <a:pt x="257" y="0"/>
                </a:moveTo>
                <a:lnTo>
                  <a:pt x="257" y="0"/>
                </a:lnTo>
                <a:cubicBezTo>
                  <a:pt x="150" y="0"/>
                  <a:pt x="62" y="88"/>
                  <a:pt x="62" y="195"/>
                </a:cubicBezTo>
                <a:cubicBezTo>
                  <a:pt x="0" y="195"/>
                  <a:pt x="0" y="195"/>
                  <a:pt x="0" y="195"/>
                </a:cubicBezTo>
                <a:cubicBezTo>
                  <a:pt x="89" y="301"/>
                  <a:pt x="89" y="301"/>
                  <a:pt x="89" y="301"/>
                </a:cubicBezTo>
                <a:cubicBezTo>
                  <a:pt x="177" y="195"/>
                  <a:pt x="177" y="195"/>
                  <a:pt x="177" y="195"/>
                </a:cubicBezTo>
                <a:cubicBezTo>
                  <a:pt x="106" y="195"/>
                  <a:pt x="106" y="195"/>
                  <a:pt x="106" y="195"/>
                </a:cubicBezTo>
                <a:cubicBezTo>
                  <a:pt x="115" y="116"/>
                  <a:pt x="177" y="44"/>
                  <a:pt x="257" y="44"/>
                </a:cubicBezTo>
                <a:cubicBezTo>
                  <a:pt x="346" y="44"/>
                  <a:pt x="416" y="116"/>
                  <a:pt x="416" y="204"/>
                </a:cubicBezTo>
                <a:cubicBezTo>
                  <a:pt x="416" y="283"/>
                  <a:pt x="346" y="354"/>
                  <a:pt x="257" y="354"/>
                </a:cubicBezTo>
                <a:cubicBezTo>
                  <a:pt x="231" y="354"/>
                  <a:pt x="195" y="345"/>
                  <a:pt x="169" y="328"/>
                </a:cubicBezTo>
                <a:cubicBezTo>
                  <a:pt x="133" y="363"/>
                  <a:pt x="133" y="363"/>
                  <a:pt x="133" y="363"/>
                </a:cubicBezTo>
                <a:cubicBezTo>
                  <a:pt x="169" y="390"/>
                  <a:pt x="213" y="407"/>
                  <a:pt x="257" y="407"/>
                </a:cubicBezTo>
                <a:cubicBezTo>
                  <a:pt x="372" y="407"/>
                  <a:pt x="461" y="310"/>
                  <a:pt x="461" y="204"/>
                </a:cubicBezTo>
                <a:cubicBezTo>
                  <a:pt x="461" y="88"/>
                  <a:pt x="372" y="0"/>
                  <a:pt x="257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7"/>
          <p:cNvSpPr/>
          <p:nvPr/>
        </p:nvSpPr>
        <p:spPr>
          <a:xfrm>
            <a:off x="7905750" y="1997075"/>
            <a:ext cx="198438" cy="176213"/>
          </a:xfrm>
          <a:custGeom>
            <a:rect b="b" l="l" r="r" t="t"/>
            <a:pathLst>
              <a:path extrusionOk="0" h="409" w="461">
                <a:moveTo>
                  <a:pt x="203" y="0"/>
                </a:moveTo>
                <a:lnTo>
                  <a:pt x="203" y="0"/>
                </a:lnTo>
                <a:cubicBezTo>
                  <a:pt x="310" y="0"/>
                  <a:pt x="398" y="89"/>
                  <a:pt x="398" y="204"/>
                </a:cubicBezTo>
                <a:cubicBezTo>
                  <a:pt x="460" y="204"/>
                  <a:pt x="460" y="204"/>
                  <a:pt x="460" y="204"/>
                </a:cubicBezTo>
                <a:cubicBezTo>
                  <a:pt x="372" y="301"/>
                  <a:pt x="372" y="301"/>
                  <a:pt x="372" y="301"/>
                </a:cubicBezTo>
                <a:cubicBezTo>
                  <a:pt x="284" y="204"/>
                  <a:pt x="284" y="204"/>
                  <a:pt x="284" y="204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45" y="115"/>
                  <a:pt x="284" y="53"/>
                  <a:pt x="203" y="53"/>
                </a:cubicBezTo>
                <a:cubicBezTo>
                  <a:pt x="115" y="53"/>
                  <a:pt x="44" y="124"/>
                  <a:pt x="44" y="204"/>
                </a:cubicBezTo>
                <a:cubicBezTo>
                  <a:pt x="44" y="293"/>
                  <a:pt x="115" y="363"/>
                  <a:pt x="203" y="363"/>
                </a:cubicBezTo>
                <a:cubicBezTo>
                  <a:pt x="230" y="363"/>
                  <a:pt x="266" y="346"/>
                  <a:pt x="292" y="328"/>
                </a:cubicBezTo>
                <a:cubicBezTo>
                  <a:pt x="328" y="363"/>
                  <a:pt x="328" y="363"/>
                  <a:pt x="328" y="363"/>
                </a:cubicBezTo>
                <a:cubicBezTo>
                  <a:pt x="292" y="390"/>
                  <a:pt x="248" y="408"/>
                  <a:pt x="203" y="408"/>
                </a:cubicBezTo>
                <a:cubicBezTo>
                  <a:pt x="88" y="408"/>
                  <a:pt x="0" y="319"/>
                  <a:pt x="0" y="204"/>
                </a:cubicBezTo>
                <a:cubicBezTo>
                  <a:pt x="0" y="97"/>
                  <a:pt x="88" y="0"/>
                  <a:pt x="203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7"/>
          <p:cNvSpPr/>
          <p:nvPr/>
        </p:nvSpPr>
        <p:spPr>
          <a:xfrm>
            <a:off x="2003425" y="3259138"/>
            <a:ext cx="153988" cy="106362"/>
          </a:xfrm>
          <a:custGeom>
            <a:rect b="b" l="l" r="r" t="t"/>
            <a:pathLst>
              <a:path extrusionOk="0" h="249" w="355">
                <a:moveTo>
                  <a:pt x="327" y="107"/>
                </a:moveTo>
                <a:lnTo>
                  <a:pt x="327" y="107"/>
                </a:lnTo>
                <a:cubicBezTo>
                  <a:pt x="26" y="107"/>
                  <a:pt x="26" y="107"/>
                  <a:pt x="26" y="107"/>
                </a:cubicBezTo>
                <a:cubicBezTo>
                  <a:pt x="17" y="107"/>
                  <a:pt x="0" y="116"/>
                  <a:pt x="0" y="125"/>
                </a:cubicBezTo>
                <a:cubicBezTo>
                  <a:pt x="0" y="142"/>
                  <a:pt x="17" y="151"/>
                  <a:pt x="26" y="151"/>
                </a:cubicBezTo>
                <a:cubicBezTo>
                  <a:pt x="327" y="151"/>
                  <a:pt x="327" y="151"/>
                  <a:pt x="327" y="151"/>
                </a:cubicBezTo>
                <a:cubicBezTo>
                  <a:pt x="336" y="151"/>
                  <a:pt x="354" y="142"/>
                  <a:pt x="354" y="125"/>
                </a:cubicBezTo>
                <a:cubicBezTo>
                  <a:pt x="354" y="116"/>
                  <a:pt x="336" y="107"/>
                  <a:pt x="327" y="107"/>
                </a:cubicBezTo>
                <a:close/>
                <a:moveTo>
                  <a:pt x="26" y="54"/>
                </a:moveTo>
                <a:lnTo>
                  <a:pt x="26" y="54"/>
                </a:lnTo>
                <a:cubicBezTo>
                  <a:pt x="327" y="54"/>
                  <a:pt x="327" y="54"/>
                  <a:pt x="327" y="54"/>
                </a:cubicBezTo>
                <a:cubicBezTo>
                  <a:pt x="336" y="54"/>
                  <a:pt x="354" y="44"/>
                  <a:pt x="354" y="27"/>
                </a:cubicBezTo>
                <a:cubicBezTo>
                  <a:pt x="354" y="18"/>
                  <a:pt x="336" y="0"/>
                  <a:pt x="327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17" y="0"/>
                  <a:pt x="0" y="18"/>
                  <a:pt x="0" y="27"/>
                </a:cubicBezTo>
                <a:cubicBezTo>
                  <a:pt x="0" y="44"/>
                  <a:pt x="17" y="54"/>
                  <a:pt x="26" y="54"/>
                </a:cubicBezTo>
                <a:close/>
                <a:moveTo>
                  <a:pt x="327" y="204"/>
                </a:moveTo>
                <a:lnTo>
                  <a:pt x="327" y="204"/>
                </a:lnTo>
                <a:cubicBezTo>
                  <a:pt x="26" y="204"/>
                  <a:pt x="26" y="204"/>
                  <a:pt x="26" y="204"/>
                </a:cubicBezTo>
                <a:cubicBezTo>
                  <a:pt x="17" y="204"/>
                  <a:pt x="0" y="213"/>
                  <a:pt x="0" y="231"/>
                </a:cubicBezTo>
                <a:cubicBezTo>
                  <a:pt x="0" y="239"/>
                  <a:pt x="17" y="248"/>
                  <a:pt x="26" y="248"/>
                </a:cubicBezTo>
                <a:cubicBezTo>
                  <a:pt x="327" y="248"/>
                  <a:pt x="327" y="248"/>
                  <a:pt x="327" y="248"/>
                </a:cubicBezTo>
                <a:cubicBezTo>
                  <a:pt x="336" y="248"/>
                  <a:pt x="354" y="239"/>
                  <a:pt x="354" y="231"/>
                </a:cubicBezTo>
                <a:cubicBezTo>
                  <a:pt x="354" y="213"/>
                  <a:pt x="336" y="204"/>
                  <a:pt x="327" y="2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7"/>
          <p:cNvSpPr/>
          <p:nvPr/>
        </p:nvSpPr>
        <p:spPr>
          <a:xfrm>
            <a:off x="1120775" y="3259138"/>
            <a:ext cx="214313" cy="106362"/>
          </a:xfrm>
          <a:custGeom>
            <a:rect b="b" l="l" r="r" t="t"/>
            <a:pathLst>
              <a:path extrusionOk="0" h="249" w="497">
                <a:moveTo>
                  <a:pt x="177" y="107"/>
                </a:moveTo>
                <a:lnTo>
                  <a:pt x="177" y="107"/>
                </a:lnTo>
                <a:cubicBezTo>
                  <a:pt x="26" y="107"/>
                  <a:pt x="26" y="107"/>
                  <a:pt x="26" y="107"/>
                </a:cubicBezTo>
                <a:cubicBezTo>
                  <a:pt x="9" y="107"/>
                  <a:pt x="0" y="116"/>
                  <a:pt x="0" y="125"/>
                </a:cubicBezTo>
                <a:cubicBezTo>
                  <a:pt x="0" y="142"/>
                  <a:pt x="9" y="151"/>
                  <a:pt x="26" y="151"/>
                </a:cubicBezTo>
                <a:cubicBezTo>
                  <a:pt x="177" y="151"/>
                  <a:pt x="177" y="151"/>
                  <a:pt x="177" y="151"/>
                </a:cubicBezTo>
                <a:cubicBezTo>
                  <a:pt x="186" y="151"/>
                  <a:pt x="195" y="142"/>
                  <a:pt x="195" y="125"/>
                </a:cubicBezTo>
                <a:cubicBezTo>
                  <a:pt x="195" y="116"/>
                  <a:pt x="186" y="107"/>
                  <a:pt x="177" y="107"/>
                </a:cubicBezTo>
                <a:close/>
                <a:moveTo>
                  <a:pt x="177" y="204"/>
                </a:moveTo>
                <a:lnTo>
                  <a:pt x="177" y="204"/>
                </a:lnTo>
                <a:cubicBezTo>
                  <a:pt x="26" y="204"/>
                  <a:pt x="26" y="204"/>
                  <a:pt x="26" y="204"/>
                </a:cubicBezTo>
                <a:cubicBezTo>
                  <a:pt x="9" y="204"/>
                  <a:pt x="0" y="213"/>
                  <a:pt x="0" y="231"/>
                </a:cubicBezTo>
                <a:cubicBezTo>
                  <a:pt x="0" y="239"/>
                  <a:pt x="9" y="248"/>
                  <a:pt x="26" y="248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186" y="248"/>
                  <a:pt x="195" y="239"/>
                  <a:pt x="195" y="231"/>
                </a:cubicBezTo>
                <a:cubicBezTo>
                  <a:pt x="195" y="213"/>
                  <a:pt x="186" y="204"/>
                  <a:pt x="177" y="204"/>
                </a:cubicBezTo>
                <a:close/>
                <a:moveTo>
                  <a:pt x="479" y="107"/>
                </a:moveTo>
                <a:lnTo>
                  <a:pt x="479" y="107"/>
                </a:lnTo>
                <a:cubicBezTo>
                  <a:pt x="398" y="107"/>
                  <a:pt x="398" y="107"/>
                  <a:pt x="398" y="107"/>
                </a:cubicBezTo>
                <a:cubicBezTo>
                  <a:pt x="398" y="18"/>
                  <a:pt x="398" y="18"/>
                  <a:pt x="398" y="18"/>
                </a:cubicBezTo>
                <a:cubicBezTo>
                  <a:pt x="398" y="0"/>
                  <a:pt x="389" y="0"/>
                  <a:pt x="372" y="0"/>
                </a:cubicBezTo>
                <a:cubicBezTo>
                  <a:pt x="354" y="0"/>
                  <a:pt x="345" y="0"/>
                  <a:pt x="345" y="18"/>
                </a:cubicBezTo>
                <a:cubicBezTo>
                  <a:pt x="345" y="107"/>
                  <a:pt x="345" y="107"/>
                  <a:pt x="345" y="107"/>
                </a:cubicBezTo>
                <a:cubicBezTo>
                  <a:pt x="266" y="107"/>
                  <a:pt x="266" y="107"/>
                  <a:pt x="266" y="107"/>
                </a:cubicBezTo>
                <a:cubicBezTo>
                  <a:pt x="248" y="107"/>
                  <a:pt x="248" y="116"/>
                  <a:pt x="248" y="125"/>
                </a:cubicBezTo>
                <a:cubicBezTo>
                  <a:pt x="248" y="142"/>
                  <a:pt x="248" y="151"/>
                  <a:pt x="266" y="151"/>
                </a:cubicBezTo>
                <a:cubicBezTo>
                  <a:pt x="345" y="151"/>
                  <a:pt x="345" y="151"/>
                  <a:pt x="345" y="151"/>
                </a:cubicBezTo>
                <a:cubicBezTo>
                  <a:pt x="345" y="239"/>
                  <a:pt x="345" y="239"/>
                  <a:pt x="345" y="239"/>
                </a:cubicBezTo>
                <a:cubicBezTo>
                  <a:pt x="345" y="248"/>
                  <a:pt x="354" y="248"/>
                  <a:pt x="372" y="248"/>
                </a:cubicBezTo>
                <a:cubicBezTo>
                  <a:pt x="389" y="248"/>
                  <a:pt x="398" y="248"/>
                  <a:pt x="398" y="239"/>
                </a:cubicBezTo>
                <a:cubicBezTo>
                  <a:pt x="398" y="151"/>
                  <a:pt x="398" y="151"/>
                  <a:pt x="398" y="151"/>
                </a:cubicBezTo>
                <a:cubicBezTo>
                  <a:pt x="479" y="151"/>
                  <a:pt x="479" y="151"/>
                  <a:pt x="479" y="151"/>
                </a:cubicBezTo>
                <a:cubicBezTo>
                  <a:pt x="496" y="151"/>
                  <a:pt x="496" y="142"/>
                  <a:pt x="496" y="125"/>
                </a:cubicBezTo>
                <a:cubicBezTo>
                  <a:pt x="496" y="116"/>
                  <a:pt x="496" y="107"/>
                  <a:pt x="479" y="107"/>
                </a:cubicBezTo>
                <a:close/>
                <a:moveTo>
                  <a:pt x="177" y="0"/>
                </a:moveTo>
                <a:lnTo>
                  <a:pt x="177" y="0"/>
                </a:lnTo>
                <a:cubicBezTo>
                  <a:pt x="26" y="0"/>
                  <a:pt x="26" y="0"/>
                  <a:pt x="26" y="0"/>
                </a:cubicBezTo>
                <a:cubicBezTo>
                  <a:pt x="9" y="0"/>
                  <a:pt x="0" y="18"/>
                  <a:pt x="0" y="27"/>
                </a:cubicBezTo>
                <a:cubicBezTo>
                  <a:pt x="0" y="44"/>
                  <a:pt x="9" y="54"/>
                  <a:pt x="26" y="54"/>
                </a:cubicBezTo>
                <a:cubicBezTo>
                  <a:pt x="177" y="54"/>
                  <a:pt x="177" y="54"/>
                  <a:pt x="177" y="54"/>
                </a:cubicBezTo>
                <a:cubicBezTo>
                  <a:pt x="186" y="54"/>
                  <a:pt x="195" y="44"/>
                  <a:pt x="195" y="27"/>
                </a:cubicBezTo>
                <a:cubicBezTo>
                  <a:pt x="195" y="18"/>
                  <a:pt x="186" y="0"/>
                  <a:pt x="1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7"/>
          <p:cNvSpPr/>
          <p:nvPr/>
        </p:nvSpPr>
        <p:spPr>
          <a:xfrm>
            <a:off x="1589088" y="3251200"/>
            <a:ext cx="130175" cy="125413"/>
          </a:xfrm>
          <a:custGeom>
            <a:rect b="b" l="l" r="r" t="t"/>
            <a:pathLst>
              <a:path extrusionOk="0" h="293" w="303">
                <a:moveTo>
                  <a:pt x="89" y="0"/>
                </a:moveTo>
                <a:lnTo>
                  <a:pt x="89" y="0"/>
                </a:lnTo>
                <a:cubicBezTo>
                  <a:pt x="45" y="0"/>
                  <a:pt x="45" y="0"/>
                  <a:pt x="45" y="0"/>
                </a:cubicBezTo>
                <a:cubicBezTo>
                  <a:pt x="19" y="0"/>
                  <a:pt x="0" y="8"/>
                  <a:pt x="0" y="35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6"/>
                  <a:pt x="19" y="124"/>
                  <a:pt x="45" y="124"/>
                </a:cubicBezTo>
                <a:cubicBezTo>
                  <a:pt x="89" y="124"/>
                  <a:pt x="89" y="124"/>
                  <a:pt x="89" y="124"/>
                </a:cubicBezTo>
                <a:cubicBezTo>
                  <a:pt x="116" y="124"/>
                  <a:pt x="125" y="106"/>
                  <a:pt x="125" y="80"/>
                </a:cubicBezTo>
                <a:cubicBezTo>
                  <a:pt x="125" y="35"/>
                  <a:pt x="125" y="35"/>
                  <a:pt x="125" y="35"/>
                </a:cubicBezTo>
                <a:cubicBezTo>
                  <a:pt x="125" y="8"/>
                  <a:pt x="116" y="0"/>
                  <a:pt x="89" y="0"/>
                </a:cubicBezTo>
                <a:close/>
                <a:moveTo>
                  <a:pt x="257" y="0"/>
                </a:moveTo>
                <a:lnTo>
                  <a:pt x="257" y="0"/>
                </a:lnTo>
                <a:cubicBezTo>
                  <a:pt x="213" y="0"/>
                  <a:pt x="213" y="0"/>
                  <a:pt x="213" y="0"/>
                </a:cubicBezTo>
                <a:cubicBezTo>
                  <a:pt x="187" y="0"/>
                  <a:pt x="178" y="8"/>
                  <a:pt x="178" y="35"/>
                </a:cubicBezTo>
                <a:cubicBezTo>
                  <a:pt x="178" y="80"/>
                  <a:pt x="178" y="80"/>
                  <a:pt x="178" y="80"/>
                </a:cubicBezTo>
                <a:cubicBezTo>
                  <a:pt x="178" y="106"/>
                  <a:pt x="187" y="124"/>
                  <a:pt x="213" y="124"/>
                </a:cubicBezTo>
                <a:cubicBezTo>
                  <a:pt x="257" y="124"/>
                  <a:pt x="257" y="124"/>
                  <a:pt x="257" y="124"/>
                </a:cubicBezTo>
                <a:cubicBezTo>
                  <a:pt x="284" y="124"/>
                  <a:pt x="302" y="106"/>
                  <a:pt x="302" y="80"/>
                </a:cubicBezTo>
                <a:cubicBezTo>
                  <a:pt x="302" y="35"/>
                  <a:pt x="302" y="35"/>
                  <a:pt x="302" y="35"/>
                </a:cubicBezTo>
                <a:cubicBezTo>
                  <a:pt x="302" y="8"/>
                  <a:pt x="284" y="0"/>
                  <a:pt x="257" y="0"/>
                </a:cubicBezTo>
                <a:close/>
                <a:moveTo>
                  <a:pt x="89" y="168"/>
                </a:moveTo>
                <a:lnTo>
                  <a:pt x="89" y="168"/>
                </a:lnTo>
                <a:cubicBezTo>
                  <a:pt x="45" y="168"/>
                  <a:pt x="45" y="168"/>
                  <a:pt x="45" y="168"/>
                </a:cubicBezTo>
                <a:cubicBezTo>
                  <a:pt x="19" y="168"/>
                  <a:pt x="0" y="186"/>
                  <a:pt x="0" y="212"/>
                </a:cubicBezTo>
                <a:cubicBezTo>
                  <a:pt x="0" y="256"/>
                  <a:pt x="0" y="256"/>
                  <a:pt x="0" y="256"/>
                </a:cubicBezTo>
                <a:cubicBezTo>
                  <a:pt x="0" y="283"/>
                  <a:pt x="19" y="292"/>
                  <a:pt x="45" y="292"/>
                </a:cubicBezTo>
                <a:cubicBezTo>
                  <a:pt x="89" y="292"/>
                  <a:pt x="89" y="292"/>
                  <a:pt x="89" y="292"/>
                </a:cubicBezTo>
                <a:cubicBezTo>
                  <a:pt x="116" y="292"/>
                  <a:pt x="125" y="283"/>
                  <a:pt x="125" y="256"/>
                </a:cubicBezTo>
                <a:cubicBezTo>
                  <a:pt x="125" y="212"/>
                  <a:pt x="125" y="212"/>
                  <a:pt x="125" y="212"/>
                </a:cubicBezTo>
                <a:cubicBezTo>
                  <a:pt x="125" y="186"/>
                  <a:pt x="116" y="168"/>
                  <a:pt x="89" y="168"/>
                </a:cubicBezTo>
                <a:close/>
                <a:moveTo>
                  <a:pt x="257" y="168"/>
                </a:moveTo>
                <a:lnTo>
                  <a:pt x="257" y="168"/>
                </a:lnTo>
                <a:cubicBezTo>
                  <a:pt x="213" y="168"/>
                  <a:pt x="213" y="168"/>
                  <a:pt x="213" y="168"/>
                </a:cubicBezTo>
                <a:cubicBezTo>
                  <a:pt x="187" y="168"/>
                  <a:pt x="178" y="186"/>
                  <a:pt x="178" y="212"/>
                </a:cubicBezTo>
                <a:cubicBezTo>
                  <a:pt x="178" y="256"/>
                  <a:pt x="178" y="256"/>
                  <a:pt x="178" y="256"/>
                </a:cubicBezTo>
                <a:cubicBezTo>
                  <a:pt x="178" y="283"/>
                  <a:pt x="187" y="292"/>
                  <a:pt x="213" y="292"/>
                </a:cubicBezTo>
                <a:cubicBezTo>
                  <a:pt x="257" y="292"/>
                  <a:pt x="257" y="292"/>
                  <a:pt x="257" y="292"/>
                </a:cubicBezTo>
                <a:cubicBezTo>
                  <a:pt x="284" y="292"/>
                  <a:pt x="302" y="283"/>
                  <a:pt x="302" y="256"/>
                </a:cubicBezTo>
                <a:cubicBezTo>
                  <a:pt x="302" y="212"/>
                  <a:pt x="302" y="212"/>
                  <a:pt x="302" y="212"/>
                </a:cubicBezTo>
                <a:cubicBezTo>
                  <a:pt x="302" y="186"/>
                  <a:pt x="284" y="168"/>
                  <a:pt x="257" y="1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7"/>
          <p:cNvSpPr/>
          <p:nvPr/>
        </p:nvSpPr>
        <p:spPr>
          <a:xfrm>
            <a:off x="2392363" y="3243263"/>
            <a:ext cx="182562" cy="103187"/>
          </a:xfrm>
          <a:custGeom>
            <a:rect b="b" l="l" r="r" t="t"/>
            <a:pathLst>
              <a:path extrusionOk="0" h="240" w="427">
                <a:moveTo>
                  <a:pt x="97" y="116"/>
                </a:moveTo>
                <a:lnTo>
                  <a:pt x="97" y="116"/>
                </a:lnTo>
                <a:cubicBezTo>
                  <a:pt x="355" y="116"/>
                  <a:pt x="355" y="116"/>
                  <a:pt x="355" y="116"/>
                </a:cubicBezTo>
                <a:cubicBezTo>
                  <a:pt x="355" y="239"/>
                  <a:pt x="355" y="239"/>
                  <a:pt x="355" y="239"/>
                </a:cubicBezTo>
                <a:cubicBezTo>
                  <a:pt x="426" y="239"/>
                  <a:pt x="426" y="239"/>
                  <a:pt x="426" y="239"/>
                </a:cubicBezTo>
                <a:cubicBezTo>
                  <a:pt x="426" y="98"/>
                  <a:pt x="426" y="98"/>
                  <a:pt x="426" y="98"/>
                </a:cubicBezTo>
                <a:cubicBezTo>
                  <a:pt x="426" y="71"/>
                  <a:pt x="400" y="45"/>
                  <a:pt x="372" y="45"/>
                </a:cubicBezTo>
                <a:cubicBezTo>
                  <a:pt x="97" y="45"/>
                  <a:pt x="97" y="45"/>
                  <a:pt x="97" y="45"/>
                </a:cubicBezTo>
                <a:cubicBezTo>
                  <a:pt x="97" y="0"/>
                  <a:pt x="97" y="0"/>
                  <a:pt x="97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97" y="160"/>
                  <a:pt x="97" y="160"/>
                  <a:pt x="97" y="160"/>
                </a:cubicBezTo>
                <a:lnTo>
                  <a:pt x="97" y="11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7"/>
          <p:cNvSpPr/>
          <p:nvPr/>
        </p:nvSpPr>
        <p:spPr>
          <a:xfrm>
            <a:off x="725488" y="3259138"/>
            <a:ext cx="153987" cy="106362"/>
          </a:xfrm>
          <a:custGeom>
            <a:rect b="b" l="l" r="r" t="t"/>
            <a:pathLst>
              <a:path extrusionOk="0" h="249" w="355">
                <a:moveTo>
                  <a:pt x="53" y="204"/>
                </a:moveTo>
                <a:lnTo>
                  <a:pt x="53" y="204"/>
                </a:lnTo>
                <a:cubicBezTo>
                  <a:pt x="27" y="204"/>
                  <a:pt x="27" y="204"/>
                  <a:pt x="27" y="204"/>
                </a:cubicBezTo>
                <a:cubicBezTo>
                  <a:pt x="18" y="204"/>
                  <a:pt x="0" y="213"/>
                  <a:pt x="0" y="231"/>
                </a:cubicBezTo>
                <a:cubicBezTo>
                  <a:pt x="0" y="239"/>
                  <a:pt x="18" y="248"/>
                  <a:pt x="27" y="248"/>
                </a:cubicBezTo>
                <a:cubicBezTo>
                  <a:pt x="53" y="248"/>
                  <a:pt x="53" y="248"/>
                  <a:pt x="53" y="248"/>
                </a:cubicBezTo>
                <a:cubicBezTo>
                  <a:pt x="71" y="248"/>
                  <a:pt x="80" y="239"/>
                  <a:pt x="80" y="231"/>
                </a:cubicBezTo>
                <a:cubicBezTo>
                  <a:pt x="80" y="213"/>
                  <a:pt x="71" y="204"/>
                  <a:pt x="53" y="204"/>
                </a:cubicBezTo>
                <a:close/>
                <a:moveTo>
                  <a:pt x="53" y="107"/>
                </a:moveTo>
                <a:lnTo>
                  <a:pt x="53" y="107"/>
                </a:lnTo>
                <a:cubicBezTo>
                  <a:pt x="27" y="107"/>
                  <a:pt x="27" y="107"/>
                  <a:pt x="27" y="107"/>
                </a:cubicBezTo>
                <a:cubicBezTo>
                  <a:pt x="18" y="107"/>
                  <a:pt x="0" y="116"/>
                  <a:pt x="0" y="125"/>
                </a:cubicBezTo>
                <a:cubicBezTo>
                  <a:pt x="0" y="142"/>
                  <a:pt x="18" y="151"/>
                  <a:pt x="27" y="151"/>
                </a:cubicBezTo>
                <a:cubicBezTo>
                  <a:pt x="53" y="151"/>
                  <a:pt x="53" y="151"/>
                  <a:pt x="53" y="151"/>
                </a:cubicBezTo>
                <a:cubicBezTo>
                  <a:pt x="71" y="151"/>
                  <a:pt x="80" y="142"/>
                  <a:pt x="80" y="125"/>
                </a:cubicBezTo>
                <a:cubicBezTo>
                  <a:pt x="80" y="116"/>
                  <a:pt x="71" y="107"/>
                  <a:pt x="53" y="107"/>
                </a:cubicBezTo>
                <a:close/>
                <a:moveTo>
                  <a:pt x="53" y="0"/>
                </a:moveTo>
                <a:lnTo>
                  <a:pt x="53" y="0"/>
                </a:lnTo>
                <a:cubicBezTo>
                  <a:pt x="27" y="0"/>
                  <a:pt x="27" y="0"/>
                  <a:pt x="27" y="0"/>
                </a:cubicBezTo>
                <a:cubicBezTo>
                  <a:pt x="18" y="0"/>
                  <a:pt x="0" y="18"/>
                  <a:pt x="0" y="27"/>
                </a:cubicBezTo>
                <a:cubicBezTo>
                  <a:pt x="0" y="44"/>
                  <a:pt x="18" y="54"/>
                  <a:pt x="27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71" y="54"/>
                  <a:pt x="80" y="44"/>
                  <a:pt x="80" y="27"/>
                </a:cubicBezTo>
                <a:cubicBezTo>
                  <a:pt x="80" y="18"/>
                  <a:pt x="71" y="0"/>
                  <a:pt x="53" y="0"/>
                </a:cubicBezTo>
                <a:close/>
                <a:moveTo>
                  <a:pt x="151" y="54"/>
                </a:moveTo>
                <a:lnTo>
                  <a:pt x="151" y="54"/>
                </a:lnTo>
                <a:cubicBezTo>
                  <a:pt x="328" y="54"/>
                  <a:pt x="328" y="54"/>
                  <a:pt x="328" y="54"/>
                </a:cubicBezTo>
                <a:cubicBezTo>
                  <a:pt x="337" y="54"/>
                  <a:pt x="354" y="44"/>
                  <a:pt x="354" y="27"/>
                </a:cubicBezTo>
                <a:cubicBezTo>
                  <a:pt x="354" y="18"/>
                  <a:pt x="337" y="0"/>
                  <a:pt x="328" y="0"/>
                </a:cubicBezTo>
                <a:cubicBezTo>
                  <a:pt x="151" y="0"/>
                  <a:pt x="151" y="0"/>
                  <a:pt x="151" y="0"/>
                </a:cubicBezTo>
                <a:cubicBezTo>
                  <a:pt x="142" y="0"/>
                  <a:pt x="124" y="18"/>
                  <a:pt x="124" y="27"/>
                </a:cubicBezTo>
                <a:cubicBezTo>
                  <a:pt x="124" y="44"/>
                  <a:pt x="142" y="54"/>
                  <a:pt x="151" y="54"/>
                </a:cubicBezTo>
                <a:close/>
                <a:moveTo>
                  <a:pt x="328" y="107"/>
                </a:moveTo>
                <a:lnTo>
                  <a:pt x="328" y="107"/>
                </a:lnTo>
                <a:cubicBezTo>
                  <a:pt x="151" y="107"/>
                  <a:pt x="151" y="107"/>
                  <a:pt x="151" y="107"/>
                </a:cubicBezTo>
                <a:cubicBezTo>
                  <a:pt x="142" y="107"/>
                  <a:pt x="124" y="116"/>
                  <a:pt x="124" y="125"/>
                </a:cubicBezTo>
                <a:cubicBezTo>
                  <a:pt x="124" y="142"/>
                  <a:pt x="142" y="151"/>
                  <a:pt x="151" y="151"/>
                </a:cubicBezTo>
                <a:cubicBezTo>
                  <a:pt x="328" y="151"/>
                  <a:pt x="328" y="151"/>
                  <a:pt x="328" y="151"/>
                </a:cubicBezTo>
                <a:cubicBezTo>
                  <a:pt x="337" y="151"/>
                  <a:pt x="354" y="142"/>
                  <a:pt x="354" y="125"/>
                </a:cubicBezTo>
                <a:cubicBezTo>
                  <a:pt x="354" y="116"/>
                  <a:pt x="337" y="107"/>
                  <a:pt x="328" y="107"/>
                </a:cubicBezTo>
                <a:close/>
                <a:moveTo>
                  <a:pt x="328" y="204"/>
                </a:moveTo>
                <a:lnTo>
                  <a:pt x="328" y="204"/>
                </a:lnTo>
                <a:cubicBezTo>
                  <a:pt x="151" y="204"/>
                  <a:pt x="151" y="204"/>
                  <a:pt x="151" y="204"/>
                </a:cubicBezTo>
                <a:cubicBezTo>
                  <a:pt x="142" y="204"/>
                  <a:pt x="124" y="213"/>
                  <a:pt x="124" y="231"/>
                </a:cubicBezTo>
                <a:cubicBezTo>
                  <a:pt x="124" y="239"/>
                  <a:pt x="142" y="248"/>
                  <a:pt x="151" y="248"/>
                </a:cubicBezTo>
                <a:cubicBezTo>
                  <a:pt x="328" y="248"/>
                  <a:pt x="328" y="248"/>
                  <a:pt x="328" y="248"/>
                </a:cubicBezTo>
                <a:cubicBezTo>
                  <a:pt x="337" y="248"/>
                  <a:pt x="354" y="239"/>
                  <a:pt x="354" y="231"/>
                </a:cubicBezTo>
                <a:cubicBezTo>
                  <a:pt x="354" y="213"/>
                  <a:pt x="337" y="204"/>
                  <a:pt x="328" y="2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7"/>
          <p:cNvSpPr/>
          <p:nvPr/>
        </p:nvSpPr>
        <p:spPr>
          <a:xfrm>
            <a:off x="5880100" y="2386013"/>
            <a:ext cx="190500" cy="174625"/>
          </a:xfrm>
          <a:custGeom>
            <a:rect b="b" l="l" r="r" t="t"/>
            <a:pathLst>
              <a:path extrusionOk="0" h="409" w="444">
                <a:moveTo>
                  <a:pt x="107" y="310"/>
                </a:moveTo>
                <a:lnTo>
                  <a:pt x="107" y="310"/>
                </a:lnTo>
                <a:cubicBezTo>
                  <a:pt x="54" y="248"/>
                  <a:pt x="54" y="159"/>
                  <a:pt x="115" y="97"/>
                </a:cubicBezTo>
                <a:cubicBezTo>
                  <a:pt x="142" y="71"/>
                  <a:pt x="168" y="62"/>
                  <a:pt x="195" y="53"/>
                </a:cubicBezTo>
                <a:cubicBezTo>
                  <a:pt x="195" y="0"/>
                  <a:pt x="195" y="0"/>
                  <a:pt x="195" y="0"/>
                </a:cubicBezTo>
                <a:cubicBezTo>
                  <a:pt x="151" y="9"/>
                  <a:pt x="115" y="27"/>
                  <a:pt x="80" y="62"/>
                </a:cubicBezTo>
                <a:cubicBezTo>
                  <a:pt x="0" y="142"/>
                  <a:pt x="0" y="266"/>
                  <a:pt x="71" y="346"/>
                </a:cubicBezTo>
                <a:cubicBezTo>
                  <a:pt x="36" y="390"/>
                  <a:pt x="36" y="390"/>
                  <a:pt x="36" y="390"/>
                </a:cubicBezTo>
                <a:cubicBezTo>
                  <a:pt x="168" y="399"/>
                  <a:pt x="168" y="399"/>
                  <a:pt x="168" y="399"/>
                </a:cubicBezTo>
                <a:cubicBezTo>
                  <a:pt x="168" y="257"/>
                  <a:pt x="168" y="257"/>
                  <a:pt x="168" y="257"/>
                </a:cubicBezTo>
                <a:lnTo>
                  <a:pt x="107" y="310"/>
                </a:lnTo>
                <a:close/>
                <a:moveTo>
                  <a:pt x="274" y="18"/>
                </a:moveTo>
                <a:lnTo>
                  <a:pt x="274" y="18"/>
                </a:lnTo>
                <a:cubicBezTo>
                  <a:pt x="274" y="159"/>
                  <a:pt x="274" y="159"/>
                  <a:pt x="274" y="159"/>
                </a:cubicBezTo>
                <a:cubicBezTo>
                  <a:pt x="337" y="97"/>
                  <a:pt x="337" y="97"/>
                  <a:pt x="337" y="97"/>
                </a:cubicBezTo>
                <a:cubicBezTo>
                  <a:pt x="390" y="159"/>
                  <a:pt x="390" y="257"/>
                  <a:pt x="328" y="319"/>
                </a:cubicBezTo>
                <a:cubicBezTo>
                  <a:pt x="311" y="337"/>
                  <a:pt x="274" y="355"/>
                  <a:pt x="248" y="355"/>
                </a:cubicBezTo>
                <a:cubicBezTo>
                  <a:pt x="248" y="408"/>
                  <a:pt x="248" y="408"/>
                  <a:pt x="248" y="408"/>
                </a:cubicBezTo>
                <a:cubicBezTo>
                  <a:pt x="293" y="408"/>
                  <a:pt x="337" y="381"/>
                  <a:pt x="364" y="355"/>
                </a:cubicBezTo>
                <a:cubicBezTo>
                  <a:pt x="443" y="275"/>
                  <a:pt x="443" y="142"/>
                  <a:pt x="372" y="62"/>
                </a:cubicBezTo>
                <a:cubicBezTo>
                  <a:pt x="417" y="18"/>
                  <a:pt x="417" y="18"/>
                  <a:pt x="417" y="18"/>
                </a:cubicBezTo>
                <a:lnTo>
                  <a:pt x="274" y="1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7"/>
          <p:cNvSpPr/>
          <p:nvPr/>
        </p:nvSpPr>
        <p:spPr>
          <a:xfrm>
            <a:off x="7897813" y="2867025"/>
            <a:ext cx="214312" cy="141288"/>
          </a:xfrm>
          <a:custGeom>
            <a:rect b="b" l="l" r="r" t="t"/>
            <a:pathLst>
              <a:path extrusionOk="0" h="329" w="497">
                <a:moveTo>
                  <a:pt x="381" y="88"/>
                </a:moveTo>
                <a:lnTo>
                  <a:pt x="381" y="88"/>
                </a:lnTo>
                <a:cubicBezTo>
                  <a:pt x="372" y="88"/>
                  <a:pt x="363" y="88"/>
                  <a:pt x="355" y="97"/>
                </a:cubicBezTo>
                <a:cubicBezTo>
                  <a:pt x="346" y="44"/>
                  <a:pt x="293" y="0"/>
                  <a:pt x="230" y="0"/>
                </a:cubicBezTo>
                <a:cubicBezTo>
                  <a:pt x="159" y="0"/>
                  <a:pt x="97" y="62"/>
                  <a:pt x="97" y="132"/>
                </a:cubicBezTo>
                <a:cubicBezTo>
                  <a:pt x="97" y="132"/>
                  <a:pt x="97" y="141"/>
                  <a:pt x="97" y="150"/>
                </a:cubicBezTo>
                <a:cubicBezTo>
                  <a:pt x="97" y="150"/>
                  <a:pt x="97" y="150"/>
                  <a:pt x="89" y="150"/>
                </a:cubicBezTo>
                <a:cubicBezTo>
                  <a:pt x="44" y="150"/>
                  <a:pt x="0" y="185"/>
                  <a:pt x="0" y="238"/>
                </a:cubicBezTo>
                <a:cubicBezTo>
                  <a:pt x="0" y="283"/>
                  <a:pt x="44" y="328"/>
                  <a:pt x="89" y="328"/>
                </a:cubicBezTo>
                <a:cubicBezTo>
                  <a:pt x="381" y="328"/>
                  <a:pt x="381" y="328"/>
                  <a:pt x="381" y="328"/>
                </a:cubicBezTo>
                <a:cubicBezTo>
                  <a:pt x="443" y="328"/>
                  <a:pt x="496" y="275"/>
                  <a:pt x="496" y="203"/>
                </a:cubicBezTo>
                <a:cubicBezTo>
                  <a:pt x="496" y="141"/>
                  <a:pt x="443" y="88"/>
                  <a:pt x="381" y="8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7"/>
          <p:cNvSpPr/>
          <p:nvPr/>
        </p:nvSpPr>
        <p:spPr>
          <a:xfrm>
            <a:off x="8323263" y="2867025"/>
            <a:ext cx="214312" cy="141288"/>
          </a:xfrm>
          <a:custGeom>
            <a:rect b="b" l="l" r="r" t="t"/>
            <a:pathLst>
              <a:path extrusionOk="0" h="329" w="498">
                <a:moveTo>
                  <a:pt x="381" y="88"/>
                </a:moveTo>
                <a:lnTo>
                  <a:pt x="381" y="88"/>
                </a:lnTo>
                <a:cubicBezTo>
                  <a:pt x="372" y="88"/>
                  <a:pt x="364" y="88"/>
                  <a:pt x="355" y="97"/>
                </a:cubicBezTo>
                <a:cubicBezTo>
                  <a:pt x="346" y="44"/>
                  <a:pt x="293" y="0"/>
                  <a:pt x="231" y="0"/>
                </a:cubicBezTo>
                <a:cubicBezTo>
                  <a:pt x="160" y="0"/>
                  <a:pt x="98" y="62"/>
                  <a:pt x="98" y="132"/>
                </a:cubicBezTo>
                <a:cubicBezTo>
                  <a:pt x="98" y="132"/>
                  <a:pt x="98" y="141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5"/>
                  <a:pt x="0" y="238"/>
                </a:cubicBezTo>
                <a:cubicBezTo>
                  <a:pt x="0" y="283"/>
                  <a:pt x="45" y="328"/>
                  <a:pt x="89" y="328"/>
                </a:cubicBezTo>
                <a:cubicBezTo>
                  <a:pt x="213" y="328"/>
                  <a:pt x="213" y="328"/>
                  <a:pt x="213" y="328"/>
                </a:cubicBezTo>
                <a:cubicBezTo>
                  <a:pt x="213" y="230"/>
                  <a:pt x="213" y="230"/>
                  <a:pt x="213" y="230"/>
                </a:cubicBezTo>
                <a:cubicBezTo>
                  <a:pt x="160" y="230"/>
                  <a:pt x="160" y="230"/>
                  <a:pt x="160" y="230"/>
                </a:cubicBezTo>
                <a:cubicBezTo>
                  <a:pt x="249" y="115"/>
                  <a:pt x="249" y="115"/>
                  <a:pt x="249" y="115"/>
                </a:cubicBezTo>
                <a:cubicBezTo>
                  <a:pt x="337" y="230"/>
                  <a:pt x="337" y="230"/>
                  <a:pt x="337" y="230"/>
                </a:cubicBezTo>
                <a:cubicBezTo>
                  <a:pt x="284" y="230"/>
                  <a:pt x="284" y="230"/>
                  <a:pt x="284" y="230"/>
                </a:cubicBezTo>
                <a:cubicBezTo>
                  <a:pt x="284" y="328"/>
                  <a:pt x="284" y="328"/>
                  <a:pt x="284" y="328"/>
                </a:cubicBezTo>
                <a:cubicBezTo>
                  <a:pt x="381" y="328"/>
                  <a:pt x="381" y="328"/>
                  <a:pt x="381" y="328"/>
                </a:cubicBezTo>
                <a:cubicBezTo>
                  <a:pt x="443" y="328"/>
                  <a:pt x="497" y="275"/>
                  <a:pt x="497" y="203"/>
                </a:cubicBezTo>
                <a:cubicBezTo>
                  <a:pt x="497" y="141"/>
                  <a:pt x="443" y="88"/>
                  <a:pt x="381" y="8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7"/>
          <p:cNvSpPr/>
          <p:nvPr/>
        </p:nvSpPr>
        <p:spPr>
          <a:xfrm>
            <a:off x="7927975" y="2414588"/>
            <a:ext cx="153988" cy="195262"/>
          </a:xfrm>
          <a:custGeom>
            <a:rect b="b" l="l" r="r" t="t"/>
            <a:pathLst>
              <a:path extrusionOk="0" h="453" w="355">
                <a:moveTo>
                  <a:pt x="106" y="248"/>
                </a:moveTo>
                <a:lnTo>
                  <a:pt x="106" y="248"/>
                </a:lnTo>
                <a:cubicBezTo>
                  <a:pt x="248" y="248"/>
                  <a:pt x="248" y="248"/>
                  <a:pt x="248" y="248"/>
                </a:cubicBezTo>
                <a:cubicBezTo>
                  <a:pt x="248" y="204"/>
                  <a:pt x="248" y="204"/>
                  <a:pt x="248" y="204"/>
                </a:cubicBezTo>
                <a:cubicBezTo>
                  <a:pt x="106" y="204"/>
                  <a:pt x="106" y="204"/>
                  <a:pt x="106" y="204"/>
                </a:cubicBezTo>
                <a:lnTo>
                  <a:pt x="106" y="248"/>
                </a:lnTo>
                <a:close/>
                <a:moveTo>
                  <a:pt x="301" y="0"/>
                </a:moveTo>
                <a:lnTo>
                  <a:pt x="301" y="0"/>
                </a:lnTo>
                <a:cubicBezTo>
                  <a:pt x="53" y="0"/>
                  <a:pt x="53" y="0"/>
                  <a:pt x="53" y="0"/>
                </a:cubicBezTo>
                <a:cubicBezTo>
                  <a:pt x="26" y="0"/>
                  <a:pt x="0" y="26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26" y="452"/>
                  <a:pt x="53" y="452"/>
                </a:cubicBezTo>
                <a:cubicBezTo>
                  <a:pt x="301" y="452"/>
                  <a:pt x="301" y="452"/>
                  <a:pt x="301" y="452"/>
                </a:cubicBezTo>
                <a:cubicBezTo>
                  <a:pt x="328" y="452"/>
                  <a:pt x="354" y="425"/>
                  <a:pt x="354" y="399"/>
                </a:cubicBezTo>
                <a:cubicBezTo>
                  <a:pt x="354" y="53"/>
                  <a:pt x="354" y="53"/>
                  <a:pt x="354" y="53"/>
                </a:cubicBezTo>
                <a:cubicBezTo>
                  <a:pt x="354" y="26"/>
                  <a:pt x="328" y="0"/>
                  <a:pt x="301" y="0"/>
                </a:cubicBezTo>
                <a:close/>
                <a:moveTo>
                  <a:pt x="301" y="399"/>
                </a:moveTo>
                <a:lnTo>
                  <a:pt x="301" y="399"/>
                </a:lnTo>
                <a:cubicBezTo>
                  <a:pt x="53" y="399"/>
                  <a:pt x="53" y="399"/>
                  <a:pt x="53" y="399"/>
                </a:cubicBezTo>
                <a:cubicBezTo>
                  <a:pt x="53" y="53"/>
                  <a:pt x="53" y="53"/>
                  <a:pt x="53" y="53"/>
                </a:cubicBezTo>
                <a:cubicBezTo>
                  <a:pt x="301" y="53"/>
                  <a:pt x="301" y="53"/>
                  <a:pt x="301" y="53"/>
                </a:cubicBezTo>
                <a:lnTo>
                  <a:pt x="301" y="399"/>
                </a:lnTo>
                <a:close/>
                <a:moveTo>
                  <a:pt x="248" y="106"/>
                </a:moveTo>
                <a:lnTo>
                  <a:pt x="248" y="106"/>
                </a:lnTo>
                <a:cubicBezTo>
                  <a:pt x="106" y="106"/>
                  <a:pt x="106" y="106"/>
                  <a:pt x="106" y="106"/>
                </a:cubicBezTo>
                <a:cubicBezTo>
                  <a:pt x="106" y="151"/>
                  <a:pt x="106" y="151"/>
                  <a:pt x="106" y="151"/>
                </a:cubicBezTo>
                <a:cubicBezTo>
                  <a:pt x="248" y="151"/>
                  <a:pt x="248" y="151"/>
                  <a:pt x="248" y="151"/>
                </a:cubicBezTo>
                <a:lnTo>
                  <a:pt x="248" y="106"/>
                </a:lnTo>
                <a:close/>
                <a:moveTo>
                  <a:pt x="248" y="301"/>
                </a:moveTo>
                <a:lnTo>
                  <a:pt x="248" y="301"/>
                </a:lnTo>
                <a:cubicBezTo>
                  <a:pt x="106" y="301"/>
                  <a:pt x="106" y="301"/>
                  <a:pt x="106" y="301"/>
                </a:cubicBezTo>
                <a:cubicBezTo>
                  <a:pt x="106" y="345"/>
                  <a:pt x="106" y="345"/>
                  <a:pt x="106" y="345"/>
                </a:cubicBezTo>
                <a:cubicBezTo>
                  <a:pt x="248" y="345"/>
                  <a:pt x="248" y="345"/>
                  <a:pt x="248" y="345"/>
                </a:cubicBezTo>
                <a:lnTo>
                  <a:pt x="248" y="30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7"/>
          <p:cNvSpPr/>
          <p:nvPr/>
        </p:nvSpPr>
        <p:spPr>
          <a:xfrm>
            <a:off x="1535113" y="1543050"/>
            <a:ext cx="214312" cy="171450"/>
          </a:xfrm>
          <a:custGeom>
            <a:rect b="b" l="l" r="r" t="t"/>
            <a:pathLst>
              <a:path extrusionOk="0" h="400" w="497">
                <a:moveTo>
                  <a:pt x="470" y="124"/>
                </a:moveTo>
                <a:lnTo>
                  <a:pt x="470" y="124"/>
                </a:lnTo>
                <a:cubicBezTo>
                  <a:pt x="26" y="124"/>
                  <a:pt x="26" y="124"/>
                  <a:pt x="26" y="124"/>
                </a:cubicBezTo>
                <a:cubicBezTo>
                  <a:pt x="0" y="124"/>
                  <a:pt x="0" y="133"/>
                  <a:pt x="0" y="151"/>
                </a:cubicBezTo>
                <a:cubicBezTo>
                  <a:pt x="18" y="372"/>
                  <a:pt x="18" y="372"/>
                  <a:pt x="18" y="372"/>
                </a:cubicBezTo>
                <a:cubicBezTo>
                  <a:pt x="18" y="381"/>
                  <a:pt x="26" y="399"/>
                  <a:pt x="44" y="399"/>
                </a:cubicBezTo>
                <a:cubicBezTo>
                  <a:pt x="452" y="399"/>
                  <a:pt x="452" y="399"/>
                  <a:pt x="452" y="399"/>
                </a:cubicBezTo>
                <a:cubicBezTo>
                  <a:pt x="470" y="399"/>
                  <a:pt x="470" y="381"/>
                  <a:pt x="479" y="372"/>
                </a:cubicBezTo>
                <a:cubicBezTo>
                  <a:pt x="496" y="151"/>
                  <a:pt x="496" y="151"/>
                  <a:pt x="496" y="151"/>
                </a:cubicBezTo>
                <a:cubicBezTo>
                  <a:pt x="496" y="133"/>
                  <a:pt x="496" y="124"/>
                  <a:pt x="470" y="124"/>
                </a:cubicBezTo>
                <a:close/>
                <a:moveTo>
                  <a:pt x="461" y="71"/>
                </a:moveTo>
                <a:lnTo>
                  <a:pt x="461" y="71"/>
                </a:lnTo>
                <a:cubicBezTo>
                  <a:pt x="452" y="62"/>
                  <a:pt x="443" y="53"/>
                  <a:pt x="426" y="53"/>
                </a:cubicBezTo>
                <a:cubicBezTo>
                  <a:pt x="257" y="53"/>
                  <a:pt x="257" y="53"/>
                  <a:pt x="257" y="53"/>
                </a:cubicBezTo>
                <a:cubicBezTo>
                  <a:pt x="239" y="53"/>
                  <a:pt x="222" y="44"/>
                  <a:pt x="213" y="36"/>
                </a:cubicBezTo>
                <a:cubicBezTo>
                  <a:pt x="204" y="18"/>
                  <a:pt x="204" y="18"/>
                  <a:pt x="204" y="18"/>
                </a:cubicBezTo>
                <a:cubicBezTo>
                  <a:pt x="186" y="8"/>
                  <a:pt x="169" y="0"/>
                  <a:pt x="160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62" y="0"/>
                  <a:pt x="53" y="8"/>
                  <a:pt x="44" y="27"/>
                </a:cubicBezTo>
                <a:cubicBezTo>
                  <a:pt x="44" y="89"/>
                  <a:pt x="44" y="89"/>
                  <a:pt x="44" y="89"/>
                </a:cubicBezTo>
                <a:cubicBezTo>
                  <a:pt x="461" y="89"/>
                  <a:pt x="461" y="89"/>
                  <a:pt x="461" y="89"/>
                </a:cubicBezTo>
                <a:lnTo>
                  <a:pt x="461" y="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7"/>
          <p:cNvSpPr/>
          <p:nvPr/>
        </p:nvSpPr>
        <p:spPr>
          <a:xfrm>
            <a:off x="4184650" y="1519238"/>
            <a:ext cx="214313" cy="171450"/>
          </a:xfrm>
          <a:custGeom>
            <a:rect b="b" l="l" r="r" t="t"/>
            <a:pathLst>
              <a:path extrusionOk="0" h="400" w="497">
                <a:moveTo>
                  <a:pt x="416" y="71"/>
                </a:moveTo>
                <a:lnTo>
                  <a:pt x="416" y="71"/>
                </a:lnTo>
                <a:cubicBezTo>
                  <a:pt x="416" y="53"/>
                  <a:pt x="398" y="53"/>
                  <a:pt x="398" y="53"/>
                </a:cubicBezTo>
                <a:cubicBezTo>
                  <a:pt x="97" y="53"/>
                  <a:pt x="97" y="53"/>
                  <a:pt x="97" y="53"/>
                </a:cubicBezTo>
                <a:cubicBezTo>
                  <a:pt x="97" y="53"/>
                  <a:pt x="71" y="53"/>
                  <a:pt x="71" y="71"/>
                </a:cubicBezTo>
                <a:cubicBezTo>
                  <a:pt x="71" y="98"/>
                  <a:pt x="71" y="98"/>
                  <a:pt x="71" y="98"/>
                </a:cubicBezTo>
                <a:cubicBezTo>
                  <a:pt x="416" y="98"/>
                  <a:pt x="416" y="98"/>
                  <a:pt x="416" y="98"/>
                </a:cubicBezTo>
                <a:lnTo>
                  <a:pt x="416" y="71"/>
                </a:lnTo>
                <a:close/>
                <a:moveTo>
                  <a:pt x="345" y="0"/>
                </a:moveTo>
                <a:lnTo>
                  <a:pt x="345" y="0"/>
                </a:lnTo>
                <a:cubicBezTo>
                  <a:pt x="150" y="0"/>
                  <a:pt x="150" y="0"/>
                  <a:pt x="150" y="0"/>
                </a:cubicBezTo>
                <a:cubicBezTo>
                  <a:pt x="150" y="0"/>
                  <a:pt x="124" y="0"/>
                  <a:pt x="124" y="27"/>
                </a:cubicBezTo>
                <a:cubicBezTo>
                  <a:pt x="372" y="27"/>
                  <a:pt x="372" y="27"/>
                  <a:pt x="372" y="27"/>
                </a:cubicBezTo>
                <a:cubicBezTo>
                  <a:pt x="372" y="0"/>
                  <a:pt x="345" y="0"/>
                  <a:pt x="345" y="0"/>
                </a:cubicBezTo>
                <a:close/>
                <a:moveTo>
                  <a:pt x="469" y="98"/>
                </a:moveTo>
                <a:lnTo>
                  <a:pt x="469" y="98"/>
                </a:lnTo>
                <a:cubicBezTo>
                  <a:pt x="451" y="80"/>
                  <a:pt x="451" y="80"/>
                  <a:pt x="451" y="80"/>
                </a:cubicBezTo>
                <a:cubicBezTo>
                  <a:pt x="451" y="124"/>
                  <a:pt x="451" y="124"/>
                  <a:pt x="451" y="124"/>
                </a:cubicBezTo>
                <a:cubicBezTo>
                  <a:pt x="44" y="124"/>
                  <a:pt x="44" y="124"/>
                  <a:pt x="44" y="124"/>
                </a:cubicBezTo>
                <a:cubicBezTo>
                  <a:pt x="44" y="80"/>
                  <a:pt x="44" y="80"/>
                  <a:pt x="44" y="80"/>
                </a:cubicBezTo>
                <a:cubicBezTo>
                  <a:pt x="44" y="80"/>
                  <a:pt x="44" y="80"/>
                  <a:pt x="26" y="98"/>
                </a:cubicBezTo>
                <a:cubicBezTo>
                  <a:pt x="8" y="115"/>
                  <a:pt x="0" y="115"/>
                  <a:pt x="8" y="151"/>
                </a:cubicBezTo>
                <a:cubicBezTo>
                  <a:pt x="8" y="177"/>
                  <a:pt x="44" y="346"/>
                  <a:pt x="44" y="372"/>
                </a:cubicBezTo>
                <a:cubicBezTo>
                  <a:pt x="53" y="399"/>
                  <a:pt x="71" y="399"/>
                  <a:pt x="71" y="399"/>
                </a:cubicBezTo>
                <a:cubicBezTo>
                  <a:pt x="416" y="399"/>
                  <a:pt x="416" y="399"/>
                  <a:pt x="416" y="399"/>
                </a:cubicBezTo>
                <a:cubicBezTo>
                  <a:pt x="416" y="399"/>
                  <a:pt x="443" y="399"/>
                  <a:pt x="451" y="372"/>
                </a:cubicBezTo>
                <a:cubicBezTo>
                  <a:pt x="451" y="346"/>
                  <a:pt x="487" y="177"/>
                  <a:pt x="487" y="151"/>
                </a:cubicBezTo>
                <a:cubicBezTo>
                  <a:pt x="496" y="115"/>
                  <a:pt x="487" y="115"/>
                  <a:pt x="469" y="98"/>
                </a:cubicBezTo>
                <a:close/>
                <a:moveTo>
                  <a:pt x="345" y="230"/>
                </a:moveTo>
                <a:lnTo>
                  <a:pt x="345" y="230"/>
                </a:lnTo>
                <a:cubicBezTo>
                  <a:pt x="345" y="230"/>
                  <a:pt x="345" y="257"/>
                  <a:pt x="319" y="257"/>
                </a:cubicBezTo>
                <a:cubicBezTo>
                  <a:pt x="177" y="257"/>
                  <a:pt x="177" y="257"/>
                  <a:pt x="177" y="257"/>
                </a:cubicBezTo>
                <a:cubicBezTo>
                  <a:pt x="150" y="257"/>
                  <a:pt x="150" y="230"/>
                  <a:pt x="150" y="230"/>
                </a:cubicBezTo>
                <a:cubicBezTo>
                  <a:pt x="150" y="186"/>
                  <a:pt x="150" y="186"/>
                  <a:pt x="150" y="186"/>
                </a:cubicBezTo>
                <a:cubicBezTo>
                  <a:pt x="186" y="186"/>
                  <a:pt x="186" y="186"/>
                  <a:pt x="186" y="186"/>
                </a:cubicBezTo>
                <a:cubicBezTo>
                  <a:pt x="186" y="221"/>
                  <a:pt x="186" y="221"/>
                  <a:pt x="186" y="221"/>
                </a:cubicBezTo>
                <a:cubicBezTo>
                  <a:pt x="309" y="221"/>
                  <a:pt x="309" y="221"/>
                  <a:pt x="309" y="221"/>
                </a:cubicBezTo>
                <a:cubicBezTo>
                  <a:pt x="309" y="186"/>
                  <a:pt x="309" y="186"/>
                  <a:pt x="309" y="186"/>
                </a:cubicBezTo>
                <a:cubicBezTo>
                  <a:pt x="345" y="186"/>
                  <a:pt x="345" y="186"/>
                  <a:pt x="345" y="186"/>
                </a:cubicBezTo>
                <a:lnTo>
                  <a:pt x="345" y="23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0" name="Google Shape;2410;p7"/>
          <p:cNvSpPr/>
          <p:nvPr/>
        </p:nvSpPr>
        <p:spPr>
          <a:xfrm>
            <a:off x="1062038" y="2779713"/>
            <a:ext cx="160337" cy="206375"/>
          </a:xfrm>
          <a:custGeom>
            <a:rect b="b" l="l" r="r" t="t"/>
            <a:pathLst>
              <a:path extrusionOk="0" h="480" w="373">
                <a:moveTo>
                  <a:pt x="18" y="187"/>
                </a:moveTo>
                <a:lnTo>
                  <a:pt x="18" y="187"/>
                </a:lnTo>
                <a:cubicBezTo>
                  <a:pt x="53" y="435"/>
                  <a:pt x="53" y="435"/>
                  <a:pt x="53" y="435"/>
                </a:cubicBezTo>
                <a:cubicBezTo>
                  <a:pt x="53" y="444"/>
                  <a:pt x="106" y="479"/>
                  <a:pt x="186" y="479"/>
                </a:cubicBezTo>
                <a:cubicBezTo>
                  <a:pt x="266" y="479"/>
                  <a:pt x="319" y="444"/>
                  <a:pt x="319" y="435"/>
                </a:cubicBezTo>
                <a:cubicBezTo>
                  <a:pt x="354" y="187"/>
                  <a:pt x="354" y="187"/>
                  <a:pt x="354" y="187"/>
                </a:cubicBezTo>
                <a:cubicBezTo>
                  <a:pt x="310" y="213"/>
                  <a:pt x="247" y="222"/>
                  <a:pt x="186" y="222"/>
                </a:cubicBezTo>
                <a:cubicBezTo>
                  <a:pt x="124" y="222"/>
                  <a:pt x="62" y="213"/>
                  <a:pt x="18" y="187"/>
                </a:cubicBezTo>
                <a:close/>
                <a:moveTo>
                  <a:pt x="266" y="45"/>
                </a:moveTo>
                <a:lnTo>
                  <a:pt x="266" y="45"/>
                </a:lnTo>
                <a:cubicBezTo>
                  <a:pt x="239" y="18"/>
                  <a:pt x="239" y="18"/>
                  <a:pt x="239" y="18"/>
                </a:cubicBezTo>
                <a:cubicBezTo>
                  <a:pt x="239" y="9"/>
                  <a:pt x="231" y="0"/>
                  <a:pt x="212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141" y="0"/>
                  <a:pt x="133" y="9"/>
                  <a:pt x="133" y="18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44" y="53"/>
                  <a:pt x="0" y="81"/>
                  <a:pt x="0" y="107"/>
                </a:cubicBezTo>
                <a:cubicBezTo>
                  <a:pt x="0" y="151"/>
                  <a:pt x="80" y="178"/>
                  <a:pt x="186" y="178"/>
                </a:cubicBezTo>
                <a:cubicBezTo>
                  <a:pt x="292" y="178"/>
                  <a:pt x="372" y="151"/>
                  <a:pt x="372" y="107"/>
                </a:cubicBezTo>
                <a:cubicBezTo>
                  <a:pt x="372" y="81"/>
                  <a:pt x="328" y="53"/>
                  <a:pt x="266" y="45"/>
                </a:cubicBezTo>
                <a:close/>
                <a:moveTo>
                  <a:pt x="239" y="98"/>
                </a:moveTo>
                <a:lnTo>
                  <a:pt x="239" y="98"/>
                </a:lnTo>
                <a:cubicBezTo>
                  <a:pt x="203" y="63"/>
                  <a:pt x="203" y="63"/>
                  <a:pt x="203" y="63"/>
                </a:cubicBezTo>
                <a:cubicBezTo>
                  <a:pt x="168" y="63"/>
                  <a:pt x="168" y="63"/>
                  <a:pt x="168" y="63"/>
                </a:cubicBezTo>
                <a:cubicBezTo>
                  <a:pt x="133" y="98"/>
                  <a:pt x="133" y="98"/>
                  <a:pt x="133" y="98"/>
                </a:cubicBezTo>
                <a:cubicBezTo>
                  <a:pt x="88" y="98"/>
                  <a:pt x="88" y="98"/>
                  <a:pt x="88" y="98"/>
                </a:cubicBezTo>
                <a:cubicBezTo>
                  <a:pt x="88" y="98"/>
                  <a:pt x="141" y="45"/>
                  <a:pt x="141" y="36"/>
                </a:cubicBezTo>
                <a:cubicBezTo>
                  <a:pt x="150" y="28"/>
                  <a:pt x="150" y="28"/>
                  <a:pt x="159" y="28"/>
                </a:cubicBezTo>
                <a:cubicBezTo>
                  <a:pt x="212" y="28"/>
                  <a:pt x="212" y="28"/>
                  <a:pt x="212" y="28"/>
                </a:cubicBezTo>
                <a:cubicBezTo>
                  <a:pt x="222" y="28"/>
                  <a:pt x="222" y="28"/>
                  <a:pt x="231" y="36"/>
                </a:cubicBezTo>
                <a:cubicBezTo>
                  <a:pt x="231" y="45"/>
                  <a:pt x="284" y="98"/>
                  <a:pt x="284" y="98"/>
                </a:cubicBezTo>
                <a:lnTo>
                  <a:pt x="239" y="9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p7"/>
          <p:cNvSpPr/>
          <p:nvPr/>
        </p:nvSpPr>
        <p:spPr>
          <a:xfrm>
            <a:off x="1570038" y="3654425"/>
            <a:ext cx="168275" cy="173038"/>
          </a:xfrm>
          <a:custGeom>
            <a:rect b="b" l="l" r="r" t="t"/>
            <a:pathLst>
              <a:path extrusionOk="0" h="400" w="391">
                <a:moveTo>
                  <a:pt x="328" y="0"/>
                </a:moveTo>
                <a:lnTo>
                  <a:pt x="328" y="0"/>
                </a:ln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18"/>
                  <a:pt x="0" y="53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72"/>
                  <a:pt x="18" y="399"/>
                  <a:pt x="44" y="399"/>
                </a:cubicBezTo>
                <a:cubicBezTo>
                  <a:pt x="346" y="399"/>
                  <a:pt x="346" y="399"/>
                  <a:pt x="346" y="399"/>
                </a:cubicBezTo>
                <a:cubicBezTo>
                  <a:pt x="373" y="399"/>
                  <a:pt x="390" y="372"/>
                  <a:pt x="390" y="346"/>
                </a:cubicBezTo>
                <a:cubicBezTo>
                  <a:pt x="390" y="80"/>
                  <a:pt x="390" y="80"/>
                  <a:pt x="390" y="80"/>
                </a:cubicBezTo>
                <a:lnTo>
                  <a:pt x="328" y="0"/>
                </a:lnTo>
                <a:close/>
                <a:moveTo>
                  <a:pt x="292" y="151"/>
                </a:moveTo>
                <a:lnTo>
                  <a:pt x="292" y="151"/>
                </a:lnTo>
                <a:cubicBezTo>
                  <a:pt x="292" y="159"/>
                  <a:pt x="284" y="177"/>
                  <a:pt x="266" y="177"/>
                </a:cubicBezTo>
                <a:cubicBezTo>
                  <a:pt x="124" y="177"/>
                  <a:pt x="124" y="177"/>
                  <a:pt x="124" y="177"/>
                </a:cubicBezTo>
                <a:cubicBezTo>
                  <a:pt x="107" y="177"/>
                  <a:pt x="98" y="159"/>
                  <a:pt x="98" y="151"/>
                </a:cubicBezTo>
                <a:cubicBezTo>
                  <a:pt x="98" y="27"/>
                  <a:pt x="98" y="27"/>
                  <a:pt x="98" y="27"/>
                </a:cubicBezTo>
                <a:cubicBezTo>
                  <a:pt x="292" y="27"/>
                  <a:pt x="292" y="27"/>
                  <a:pt x="292" y="27"/>
                </a:cubicBezTo>
                <a:lnTo>
                  <a:pt x="292" y="151"/>
                </a:lnTo>
                <a:close/>
                <a:moveTo>
                  <a:pt x="266" y="53"/>
                </a:moveTo>
                <a:lnTo>
                  <a:pt x="266" y="53"/>
                </a:lnTo>
                <a:cubicBezTo>
                  <a:pt x="222" y="53"/>
                  <a:pt x="222" y="53"/>
                  <a:pt x="222" y="53"/>
                </a:cubicBezTo>
                <a:cubicBezTo>
                  <a:pt x="222" y="151"/>
                  <a:pt x="222" y="151"/>
                  <a:pt x="222" y="151"/>
                </a:cubicBezTo>
                <a:cubicBezTo>
                  <a:pt x="266" y="151"/>
                  <a:pt x="266" y="151"/>
                  <a:pt x="266" y="151"/>
                </a:cubicBezTo>
                <a:lnTo>
                  <a:pt x="266" y="5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7"/>
          <p:cNvSpPr/>
          <p:nvPr/>
        </p:nvSpPr>
        <p:spPr>
          <a:xfrm>
            <a:off x="695325" y="3651250"/>
            <a:ext cx="214313" cy="179388"/>
          </a:xfrm>
          <a:custGeom>
            <a:rect b="b" l="l" r="r" t="t"/>
            <a:pathLst>
              <a:path extrusionOk="0" h="418" w="498">
                <a:moveTo>
                  <a:pt x="249" y="0"/>
                </a:moveTo>
                <a:lnTo>
                  <a:pt x="249" y="0"/>
                </a:lnTo>
                <a:cubicBezTo>
                  <a:pt x="115" y="115"/>
                  <a:pt x="115" y="115"/>
                  <a:pt x="115" y="115"/>
                </a:cubicBezTo>
                <a:cubicBezTo>
                  <a:pt x="204" y="115"/>
                  <a:pt x="204" y="115"/>
                  <a:pt x="204" y="115"/>
                </a:cubicBezTo>
                <a:cubicBezTo>
                  <a:pt x="204" y="248"/>
                  <a:pt x="204" y="248"/>
                  <a:pt x="204" y="248"/>
                </a:cubicBezTo>
                <a:cubicBezTo>
                  <a:pt x="293" y="248"/>
                  <a:pt x="293" y="248"/>
                  <a:pt x="293" y="248"/>
                </a:cubicBezTo>
                <a:cubicBezTo>
                  <a:pt x="293" y="115"/>
                  <a:pt x="293" y="115"/>
                  <a:pt x="293" y="115"/>
                </a:cubicBezTo>
                <a:cubicBezTo>
                  <a:pt x="381" y="115"/>
                  <a:pt x="381" y="115"/>
                  <a:pt x="381" y="115"/>
                </a:cubicBezTo>
                <a:lnTo>
                  <a:pt x="249" y="0"/>
                </a:lnTo>
                <a:close/>
                <a:moveTo>
                  <a:pt x="478" y="283"/>
                </a:moveTo>
                <a:lnTo>
                  <a:pt x="478" y="283"/>
                </a:lnTo>
                <a:cubicBezTo>
                  <a:pt x="399" y="230"/>
                  <a:pt x="399" y="230"/>
                  <a:pt x="399" y="230"/>
                </a:cubicBezTo>
                <a:cubicBezTo>
                  <a:pt x="355" y="230"/>
                  <a:pt x="355" y="230"/>
                  <a:pt x="355" y="230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346" y="292"/>
                  <a:pt x="346" y="292"/>
                  <a:pt x="346" y="292"/>
                </a:cubicBezTo>
                <a:cubicBezTo>
                  <a:pt x="346" y="292"/>
                  <a:pt x="346" y="292"/>
                  <a:pt x="346" y="301"/>
                </a:cubicBezTo>
                <a:cubicBezTo>
                  <a:pt x="319" y="355"/>
                  <a:pt x="319" y="355"/>
                  <a:pt x="319" y="355"/>
                </a:cubicBezTo>
                <a:cubicBezTo>
                  <a:pt x="178" y="355"/>
                  <a:pt x="178" y="355"/>
                  <a:pt x="178" y="355"/>
                </a:cubicBezTo>
                <a:cubicBezTo>
                  <a:pt x="151" y="301"/>
                  <a:pt x="151" y="301"/>
                  <a:pt x="151" y="301"/>
                </a:cubicBezTo>
                <a:cubicBezTo>
                  <a:pt x="151" y="292"/>
                  <a:pt x="151" y="292"/>
                  <a:pt x="151" y="292"/>
                </a:cubicBezTo>
                <a:cubicBezTo>
                  <a:pt x="62" y="292"/>
                  <a:pt x="62" y="292"/>
                  <a:pt x="62" y="292"/>
                </a:cubicBezTo>
                <a:cubicBezTo>
                  <a:pt x="142" y="230"/>
                  <a:pt x="142" y="230"/>
                  <a:pt x="142" y="230"/>
                </a:cubicBezTo>
                <a:cubicBezTo>
                  <a:pt x="98" y="230"/>
                  <a:pt x="98" y="230"/>
                  <a:pt x="98" y="230"/>
                </a:cubicBezTo>
                <a:cubicBezTo>
                  <a:pt x="18" y="283"/>
                  <a:pt x="18" y="283"/>
                  <a:pt x="18" y="283"/>
                </a:cubicBezTo>
                <a:cubicBezTo>
                  <a:pt x="9" y="292"/>
                  <a:pt x="0" y="301"/>
                  <a:pt x="0" y="320"/>
                </a:cubicBezTo>
                <a:cubicBezTo>
                  <a:pt x="18" y="399"/>
                  <a:pt x="18" y="399"/>
                  <a:pt x="18" y="399"/>
                </a:cubicBezTo>
                <a:cubicBezTo>
                  <a:pt x="18" y="408"/>
                  <a:pt x="36" y="417"/>
                  <a:pt x="45" y="417"/>
                </a:cubicBezTo>
                <a:cubicBezTo>
                  <a:pt x="452" y="417"/>
                  <a:pt x="452" y="417"/>
                  <a:pt x="452" y="417"/>
                </a:cubicBezTo>
                <a:cubicBezTo>
                  <a:pt x="461" y="417"/>
                  <a:pt x="478" y="408"/>
                  <a:pt x="478" y="399"/>
                </a:cubicBezTo>
                <a:cubicBezTo>
                  <a:pt x="497" y="320"/>
                  <a:pt x="497" y="320"/>
                  <a:pt x="497" y="320"/>
                </a:cubicBezTo>
                <a:cubicBezTo>
                  <a:pt x="497" y="301"/>
                  <a:pt x="487" y="292"/>
                  <a:pt x="478" y="28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7"/>
          <p:cNvSpPr/>
          <p:nvPr/>
        </p:nvSpPr>
        <p:spPr>
          <a:xfrm>
            <a:off x="1120775" y="3651250"/>
            <a:ext cx="214313" cy="179388"/>
          </a:xfrm>
          <a:custGeom>
            <a:rect b="b" l="l" r="r" t="t"/>
            <a:pathLst>
              <a:path extrusionOk="0" h="418" w="497">
                <a:moveTo>
                  <a:pt x="479" y="283"/>
                </a:moveTo>
                <a:lnTo>
                  <a:pt x="479" y="283"/>
                </a:lnTo>
                <a:cubicBezTo>
                  <a:pt x="398" y="230"/>
                  <a:pt x="398" y="230"/>
                  <a:pt x="398" y="230"/>
                </a:cubicBezTo>
                <a:cubicBezTo>
                  <a:pt x="354" y="230"/>
                  <a:pt x="354" y="230"/>
                  <a:pt x="354" y="230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345" y="292"/>
                  <a:pt x="345" y="292"/>
                  <a:pt x="345" y="292"/>
                </a:cubicBezTo>
                <a:cubicBezTo>
                  <a:pt x="345" y="292"/>
                  <a:pt x="345" y="292"/>
                  <a:pt x="345" y="301"/>
                </a:cubicBezTo>
                <a:cubicBezTo>
                  <a:pt x="319" y="355"/>
                  <a:pt x="319" y="355"/>
                  <a:pt x="319" y="355"/>
                </a:cubicBezTo>
                <a:cubicBezTo>
                  <a:pt x="177" y="355"/>
                  <a:pt x="177" y="355"/>
                  <a:pt x="177" y="355"/>
                </a:cubicBezTo>
                <a:cubicBezTo>
                  <a:pt x="151" y="301"/>
                  <a:pt x="151" y="301"/>
                  <a:pt x="151" y="301"/>
                </a:cubicBezTo>
                <a:cubicBezTo>
                  <a:pt x="151" y="292"/>
                  <a:pt x="151" y="292"/>
                  <a:pt x="151" y="292"/>
                </a:cubicBezTo>
                <a:cubicBezTo>
                  <a:pt x="62" y="292"/>
                  <a:pt x="62" y="292"/>
                  <a:pt x="62" y="292"/>
                </a:cubicBezTo>
                <a:cubicBezTo>
                  <a:pt x="141" y="230"/>
                  <a:pt x="141" y="230"/>
                  <a:pt x="141" y="230"/>
                </a:cubicBezTo>
                <a:cubicBezTo>
                  <a:pt x="97" y="230"/>
                  <a:pt x="97" y="230"/>
                  <a:pt x="97" y="230"/>
                </a:cubicBezTo>
                <a:cubicBezTo>
                  <a:pt x="17" y="283"/>
                  <a:pt x="17" y="283"/>
                  <a:pt x="17" y="283"/>
                </a:cubicBezTo>
                <a:cubicBezTo>
                  <a:pt x="9" y="292"/>
                  <a:pt x="0" y="301"/>
                  <a:pt x="0" y="320"/>
                </a:cubicBezTo>
                <a:cubicBezTo>
                  <a:pt x="17" y="399"/>
                  <a:pt x="17" y="399"/>
                  <a:pt x="17" y="399"/>
                </a:cubicBezTo>
                <a:cubicBezTo>
                  <a:pt x="17" y="408"/>
                  <a:pt x="35" y="417"/>
                  <a:pt x="44" y="417"/>
                </a:cubicBezTo>
                <a:cubicBezTo>
                  <a:pt x="451" y="417"/>
                  <a:pt x="451" y="417"/>
                  <a:pt x="451" y="417"/>
                </a:cubicBezTo>
                <a:cubicBezTo>
                  <a:pt x="460" y="417"/>
                  <a:pt x="479" y="408"/>
                  <a:pt x="479" y="399"/>
                </a:cubicBezTo>
                <a:cubicBezTo>
                  <a:pt x="496" y="320"/>
                  <a:pt x="496" y="320"/>
                  <a:pt x="496" y="320"/>
                </a:cubicBezTo>
                <a:cubicBezTo>
                  <a:pt x="496" y="301"/>
                  <a:pt x="487" y="292"/>
                  <a:pt x="479" y="283"/>
                </a:cubicBezTo>
                <a:close/>
                <a:moveTo>
                  <a:pt x="381" y="124"/>
                </a:moveTo>
                <a:lnTo>
                  <a:pt x="381" y="124"/>
                </a:lnTo>
                <a:cubicBezTo>
                  <a:pt x="292" y="124"/>
                  <a:pt x="292" y="124"/>
                  <a:pt x="292" y="124"/>
                </a:cubicBezTo>
                <a:cubicBezTo>
                  <a:pt x="292" y="0"/>
                  <a:pt x="292" y="0"/>
                  <a:pt x="292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204" y="124"/>
                  <a:pt x="204" y="124"/>
                  <a:pt x="204" y="124"/>
                </a:cubicBezTo>
                <a:cubicBezTo>
                  <a:pt x="115" y="124"/>
                  <a:pt x="115" y="124"/>
                  <a:pt x="115" y="124"/>
                </a:cubicBezTo>
                <a:cubicBezTo>
                  <a:pt x="248" y="248"/>
                  <a:pt x="248" y="248"/>
                  <a:pt x="248" y="248"/>
                </a:cubicBezTo>
                <a:lnTo>
                  <a:pt x="381" y="1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7"/>
          <p:cNvSpPr/>
          <p:nvPr/>
        </p:nvSpPr>
        <p:spPr>
          <a:xfrm>
            <a:off x="8353425" y="2414588"/>
            <a:ext cx="153988" cy="195262"/>
          </a:xfrm>
          <a:custGeom>
            <a:rect b="b" l="l" r="r" t="t"/>
            <a:pathLst>
              <a:path extrusionOk="0" h="453" w="355">
                <a:moveTo>
                  <a:pt x="301" y="0"/>
                </a:moveTo>
                <a:lnTo>
                  <a:pt x="301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6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27" y="452"/>
                  <a:pt x="53" y="452"/>
                </a:cubicBezTo>
                <a:cubicBezTo>
                  <a:pt x="301" y="452"/>
                  <a:pt x="301" y="452"/>
                  <a:pt x="301" y="452"/>
                </a:cubicBezTo>
                <a:cubicBezTo>
                  <a:pt x="328" y="452"/>
                  <a:pt x="354" y="425"/>
                  <a:pt x="354" y="399"/>
                </a:cubicBezTo>
                <a:cubicBezTo>
                  <a:pt x="354" y="53"/>
                  <a:pt x="354" y="53"/>
                  <a:pt x="354" y="53"/>
                </a:cubicBezTo>
                <a:cubicBezTo>
                  <a:pt x="354" y="26"/>
                  <a:pt x="328" y="0"/>
                  <a:pt x="301" y="0"/>
                </a:cubicBezTo>
                <a:close/>
                <a:moveTo>
                  <a:pt x="71" y="106"/>
                </a:moveTo>
                <a:lnTo>
                  <a:pt x="71" y="106"/>
                </a:lnTo>
                <a:cubicBezTo>
                  <a:pt x="284" y="106"/>
                  <a:pt x="284" y="106"/>
                  <a:pt x="284" y="106"/>
                </a:cubicBezTo>
                <a:cubicBezTo>
                  <a:pt x="284" y="151"/>
                  <a:pt x="284" y="151"/>
                  <a:pt x="284" y="151"/>
                </a:cubicBezTo>
                <a:cubicBezTo>
                  <a:pt x="71" y="151"/>
                  <a:pt x="71" y="151"/>
                  <a:pt x="71" y="151"/>
                </a:cubicBezTo>
                <a:lnTo>
                  <a:pt x="71" y="106"/>
                </a:lnTo>
                <a:close/>
                <a:moveTo>
                  <a:pt x="284" y="345"/>
                </a:moveTo>
                <a:lnTo>
                  <a:pt x="284" y="345"/>
                </a:lnTo>
                <a:cubicBezTo>
                  <a:pt x="71" y="345"/>
                  <a:pt x="71" y="345"/>
                  <a:pt x="71" y="345"/>
                </a:cubicBezTo>
                <a:cubicBezTo>
                  <a:pt x="71" y="301"/>
                  <a:pt x="71" y="301"/>
                  <a:pt x="71" y="301"/>
                </a:cubicBezTo>
                <a:cubicBezTo>
                  <a:pt x="284" y="301"/>
                  <a:pt x="284" y="301"/>
                  <a:pt x="284" y="301"/>
                </a:cubicBezTo>
                <a:lnTo>
                  <a:pt x="284" y="345"/>
                </a:lnTo>
                <a:close/>
                <a:moveTo>
                  <a:pt x="284" y="248"/>
                </a:moveTo>
                <a:lnTo>
                  <a:pt x="284" y="248"/>
                </a:lnTo>
                <a:cubicBezTo>
                  <a:pt x="71" y="248"/>
                  <a:pt x="71" y="248"/>
                  <a:pt x="71" y="248"/>
                </a:cubicBezTo>
                <a:cubicBezTo>
                  <a:pt x="71" y="204"/>
                  <a:pt x="71" y="204"/>
                  <a:pt x="71" y="204"/>
                </a:cubicBezTo>
                <a:cubicBezTo>
                  <a:pt x="284" y="204"/>
                  <a:pt x="284" y="204"/>
                  <a:pt x="284" y="204"/>
                </a:cubicBezTo>
                <a:lnTo>
                  <a:pt x="284" y="24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5" name="Google Shape;2415;p7"/>
          <p:cNvSpPr/>
          <p:nvPr/>
        </p:nvSpPr>
        <p:spPr>
          <a:xfrm>
            <a:off x="1984375" y="3657600"/>
            <a:ext cx="190500" cy="161925"/>
          </a:xfrm>
          <a:custGeom>
            <a:rect b="b" l="l" r="r" t="t"/>
            <a:pathLst>
              <a:path extrusionOk="0" h="374" w="444">
                <a:moveTo>
                  <a:pt x="434" y="213"/>
                </a:moveTo>
                <a:lnTo>
                  <a:pt x="434" y="213"/>
                </a:lnTo>
                <a:cubicBezTo>
                  <a:pt x="364" y="28"/>
                  <a:pt x="364" y="28"/>
                  <a:pt x="364" y="28"/>
                </a:cubicBezTo>
                <a:cubicBezTo>
                  <a:pt x="355" y="10"/>
                  <a:pt x="337" y="0"/>
                  <a:pt x="319" y="0"/>
                </a:cubicBezTo>
                <a:cubicBezTo>
                  <a:pt x="274" y="0"/>
                  <a:pt x="274" y="0"/>
                  <a:pt x="274" y="0"/>
                </a:cubicBezTo>
                <a:cubicBezTo>
                  <a:pt x="283" y="107"/>
                  <a:pt x="283" y="107"/>
                  <a:pt x="283" y="107"/>
                </a:cubicBezTo>
                <a:cubicBezTo>
                  <a:pt x="346" y="107"/>
                  <a:pt x="346" y="107"/>
                  <a:pt x="346" y="107"/>
                </a:cubicBezTo>
                <a:cubicBezTo>
                  <a:pt x="221" y="213"/>
                  <a:pt x="221" y="213"/>
                  <a:pt x="221" y="213"/>
                </a:cubicBezTo>
                <a:cubicBezTo>
                  <a:pt x="98" y="107"/>
                  <a:pt x="98" y="107"/>
                  <a:pt x="98" y="107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8" y="0"/>
                  <a:pt x="168" y="0"/>
                  <a:pt x="168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7" y="0"/>
                  <a:pt x="89" y="10"/>
                  <a:pt x="89" y="28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9"/>
                  <a:pt x="0" y="258"/>
                </a:cubicBezTo>
                <a:cubicBezTo>
                  <a:pt x="18" y="356"/>
                  <a:pt x="18" y="356"/>
                  <a:pt x="18" y="356"/>
                </a:cubicBezTo>
                <a:cubicBezTo>
                  <a:pt x="18" y="364"/>
                  <a:pt x="36" y="373"/>
                  <a:pt x="45" y="373"/>
                </a:cubicBezTo>
                <a:cubicBezTo>
                  <a:pt x="399" y="373"/>
                  <a:pt x="399" y="373"/>
                  <a:pt x="399" y="373"/>
                </a:cubicBezTo>
                <a:cubicBezTo>
                  <a:pt x="408" y="373"/>
                  <a:pt x="426" y="364"/>
                  <a:pt x="426" y="356"/>
                </a:cubicBezTo>
                <a:cubicBezTo>
                  <a:pt x="443" y="258"/>
                  <a:pt x="443" y="258"/>
                  <a:pt x="443" y="258"/>
                </a:cubicBezTo>
                <a:cubicBezTo>
                  <a:pt x="443" y="249"/>
                  <a:pt x="443" y="222"/>
                  <a:pt x="434" y="213"/>
                </a:cubicBezTo>
                <a:close/>
                <a:moveTo>
                  <a:pt x="408" y="275"/>
                </a:moveTo>
                <a:lnTo>
                  <a:pt x="408" y="275"/>
                </a:lnTo>
                <a:cubicBezTo>
                  <a:pt x="399" y="311"/>
                  <a:pt x="399" y="311"/>
                  <a:pt x="399" y="311"/>
                </a:cubicBezTo>
                <a:cubicBezTo>
                  <a:pt x="399" y="329"/>
                  <a:pt x="381" y="338"/>
                  <a:pt x="372" y="338"/>
                </a:cubicBezTo>
                <a:cubicBezTo>
                  <a:pt x="71" y="338"/>
                  <a:pt x="71" y="338"/>
                  <a:pt x="71" y="338"/>
                </a:cubicBezTo>
                <a:cubicBezTo>
                  <a:pt x="62" y="338"/>
                  <a:pt x="45" y="329"/>
                  <a:pt x="45" y="311"/>
                </a:cubicBezTo>
                <a:cubicBezTo>
                  <a:pt x="45" y="275"/>
                  <a:pt x="45" y="275"/>
                  <a:pt x="45" y="275"/>
                </a:cubicBezTo>
                <a:cubicBezTo>
                  <a:pt x="36" y="266"/>
                  <a:pt x="45" y="249"/>
                  <a:pt x="62" y="249"/>
                </a:cubicBezTo>
                <a:cubicBezTo>
                  <a:pt x="381" y="249"/>
                  <a:pt x="381" y="249"/>
                  <a:pt x="381" y="249"/>
                </a:cubicBezTo>
                <a:cubicBezTo>
                  <a:pt x="399" y="249"/>
                  <a:pt x="408" y="266"/>
                  <a:pt x="408" y="2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7"/>
          <p:cNvSpPr/>
          <p:nvPr/>
        </p:nvSpPr>
        <p:spPr>
          <a:xfrm>
            <a:off x="2803525" y="3221038"/>
            <a:ext cx="212725" cy="144462"/>
          </a:xfrm>
          <a:custGeom>
            <a:rect b="b" l="l" r="r" t="t"/>
            <a:pathLst>
              <a:path extrusionOk="0" h="337" w="497">
                <a:moveTo>
                  <a:pt x="345" y="53"/>
                </a:moveTo>
                <a:lnTo>
                  <a:pt x="97" y="53"/>
                </a:lnTo>
                <a:lnTo>
                  <a:pt x="97" y="0"/>
                </a:lnTo>
                <a:lnTo>
                  <a:pt x="0" y="88"/>
                </a:lnTo>
                <a:lnTo>
                  <a:pt x="97" y="169"/>
                </a:lnTo>
                <a:lnTo>
                  <a:pt x="97" y="124"/>
                </a:lnTo>
                <a:lnTo>
                  <a:pt x="345" y="124"/>
                </a:lnTo>
                <a:lnTo>
                  <a:pt x="345" y="53"/>
                </a:lnTo>
                <a:close/>
                <a:moveTo>
                  <a:pt x="496" y="257"/>
                </a:moveTo>
                <a:lnTo>
                  <a:pt x="398" y="177"/>
                </a:lnTo>
                <a:lnTo>
                  <a:pt x="398" y="222"/>
                </a:lnTo>
                <a:lnTo>
                  <a:pt x="150" y="222"/>
                </a:lnTo>
                <a:lnTo>
                  <a:pt x="150" y="292"/>
                </a:lnTo>
                <a:lnTo>
                  <a:pt x="398" y="292"/>
                </a:lnTo>
                <a:lnTo>
                  <a:pt x="398" y="336"/>
                </a:lnTo>
                <a:lnTo>
                  <a:pt x="496" y="2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7"/>
          <p:cNvSpPr/>
          <p:nvPr/>
        </p:nvSpPr>
        <p:spPr>
          <a:xfrm>
            <a:off x="7545388" y="1935163"/>
            <a:ext cx="212725" cy="212725"/>
          </a:xfrm>
          <a:custGeom>
            <a:rect b="b" l="l" r="r" t="t"/>
            <a:pathLst>
              <a:path extrusionOk="0" h="479" w="480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6"/>
                  <a:pt x="0" y="239"/>
                </a:cubicBezTo>
                <a:cubicBezTo>
                  <a:pt x="0" y="372"/>
                  <a:pt x="107" y="478"/>
                  <a:pt x="240" y="478"/>
                </a:cubicBezTo>
                <a:cubicBezTo>
                  <a:pt x="372" y="478"/>
                  <a:pt x="479" y="372"/>
                  <a:pt x="479" y="239"/>
                </a:cubicBezTo>
                <a:cubicBezTo>
                  <a:pt x="479" y="106"/>
                  <a:pt x="372" y="0"/>
                  <a:pt x="240" y="0"/>
                </a:cubicBezTo>
                <a:close/>
                <a:moveTo>
                  <a:pt x="364" y="115"/>
                </a:moveTo>
                <a:lnTo>
                  <a:pt x="364" y="115"/>
                </a:lnTo>
                <a:close/>
                <a:moveTo>
                  <a:pt x="62" y="239"/>
                </a:moveTo>
                <a:lnTo>
                  <a:pt x="62" y="239"/>
                </a:lnTo>
                <a:cubicBezTo>
                  <a:pt x="62" y="141"/>
                  <a:pt x="142" y="62"/>
                  <a:pt x="240" y="62"/>
                </a:cubicBezTo>
                <a:cubicBezTo>
                  <a:pt x="284" y="62"/>
                  <a:pt x="319" y="79"/>
                  <a:pt x="355" y="97"/>
                </a:cubicBezTo>
                <a:cubicBezTo>
                  <a:pt x="98" y="354"/>
                  <a:pt x="98" y="354"/>
                  <a:pt x="98" y="354"/>
                </a:cubicBezTo>
                <a:cubicBezTo>
                  <a:pt x="71" y="328"/>
                  <a:pt x="62" y="283"/>
                  <a:pt x="62" y="239"/>
                </a:cubicBezTo>
                <a:close/>
                <a:moveTo>
                  <a:pt x="107" y="372"/>
                </a:moveTo>
                <a:lnTo>
                  <a:pt x="107" y="372"/>
                </a:lnTo>
                <a:close/>
                <a:moveTo>
                  <a:pt x="240" y="425"/>
                </a:moveTo>
                <a:lnTo>
                  <a:pt x="240" y="425"/>
                </a:lnTo>
                <a:cubicBezTo>
                  <a:pt x="195" y="425"/>
                  <a:pt x="160" y="407"/>
                  <a:pt x="124" y="381"/>
                </a:cubicBezTo>
                <a:cubicBezTo>
                  <a:pt x="381" y="124"/>
                  <a:pt x="381" y="124"/>
                  <a:pt x="381" y="124"/>
                </a:cubicBezTo>
                <a:cubicBezTo>
                  <a:pt x="408" y="159"/>
                  <a:pt x="417" y="194"/>
                  <a:pt x="417" y="239"/>
                </a:cubicBezTo>
                <a:cubicBezTo>
                  <a:pt x="417" y="345"/>
                  <a:pt x="337" y="425"/>
                  <a:pt x="240" y="4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7"/>
          <p:cNvSpPr/>
          <p:nvPr/>
        </p:nvSpPr>
        <p:spPr>
          <a:xfrm>
            <a:off x="8315325" y="1039813"/>
            <a:ext cx="185738" cy="185737"/>
          </a:xfrm>
          <a:custGeom>
            <a:rect b="b" l="l" r="r" t="t"/>
            <a:pathLst>
              <a:path extrusionOk="0" h="417" w="418">
                <a:moveTo>
                  <a:pt x="204" y="0"/>
                </a:moveTo>
                <a:lnTo>
                  <a:pt x="204" y="0"/>
                </a:lnTo>
                <a:cubicBezTo>
                  <a:pt x="88" y="0"/>
                  <a:pt x="0" y="88"/>
                  <a:pt x="0" y="204"/>
                </a:cubicBezTo>
                <a:cubicBezTo>
                  <a:pt x="0" y="319"/>
                  <a:pt x="88" y="416"/>
                  <a:pt x="204" y="416"/>
                </a:cubicBezTo>
                <a:cubicBezTo>
                  <a:pt x="319" y="416"/>
                  <a:pt x="417" y="319"/>
                  <a:pt x="417" y="204"/>
                </a:cubicBezTo>
                <a:cubicBezTo>
                  <a:pt x="417" y="88"/>
                  <a:pt x="319" y="0"/>
                  <a:pt x="204" y="0"/>
                </a:cubicBezTo>
                <a:close/>
                <a:moveTo>
                  <a:pt x="230" y="230"/>
                </a:moveTo>
                <a:lnTo>
                  <a:pt x="230" y="230"/>
                </a:lnTo>
                <a:cubicBezTo>
                  <a:pt x="230" y="328"/>
                  <a:pt x="230" y="328"/>
                  <a:pt x="230" y="328"/>
                </a:cubicBezTo>
                <a:cubicBezTo>
                  <a:pt x="177" y="328"/>
                  <a:pt x="177" y="328"/>
                  <a:pt x="177" y="328"/>
                </a:cubicBezTo>
                <a:cubicBezTo>
                  <a:pt x="177" y="230"/>
                  <a:pt x="177" y="230"/>
                  <a:pt x="177" y="230"/>
                </a:cubicBezTo>
                <a:cubicBezTo>
                  <a:pt x="79" y="230"/>
                  <a:pt x="79" y="230"/>
                  <a:pt x="79" y="230"/>
                </a:cubicBezTo>
                <a:cubicBezTo>
                  <a:pt x="79" y="177"/>
                  <a:pt x="79" y="177"/>
                  <a:pt x="79" y="177"/>
                </a:cubicBezTo>
                <a:cubicBezTo>
                  <a:pt x="177" y="177"/>
                  <a:pt x="177" y="177"/>
                  <a:pt x="177" y="177"/>
                </a:cubicBezTo>
                <a:cubicBezTo>
                  <a:pt x="177" y="79"/>
                  <a:pt x="177" y="79"/>
                  <a:pt x="177" y="79"/>
                </a:cubicBezTo>
                <a:cubicBezTo>
                  <a:pt x="230" y="79"/>
                  <a:pt x="230" y="79"/>
                  <a:pt x="230" y="79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327" y="177"/>
                  <a:pt x="327" y="177"/>
                  <a:pt x="327" y="177"/>
                </a:cubicBezTo>
                <a:cubicBezTo>
                  <a:pt x="327" y="230"/>
                  <a:pt x="327" y="230"/>
                  <a:pt x="327" y="230"/>
                </a:cubicBezTo>
                <a:lnTo>
                  <a:pt x="230" y="23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7"/>
          <p:cNvSpPr/>
          <p:nvPr/>
        </p:nvSpPr>
        <p:spPr>
          <a:xfrm>
            <a:off x="7569200" y="1079500"/>
            <a:ext cx="165100" cy="169863"/>
          </a:xfrm>
          <a:custGeom>
            <a:rect b="b" l="l" r="r" t="t"/>
            <a:pathLst>
              <a:path extrusionOk="0" h="382" w="373">
                <a:moveTo>
                  <a:pt x="0" y="0"/>
                </a:moveTo>
                <a:lnTo>
                  <a:pt x="0" y="0"/>
                </a:lnTo>
                <a:cubicBezTo>
                  <a:pt x="0" y="62"/>
                  <a:pt x="0" y="62"/>
                  <a:pt x="0" y="62"/>
                </a:cubicBezTo>
                <a:cubicBezTo>
                  <a:pt x="178" y="62"/>
                  <a:pt x="319" y="204"/>
                  <a:pt x="319" y="381"/>
                </a:cubicBezTo>
                <a:cubicBezTo>
                  <a:pt x="372" y="381"/>
                  <a:pt x="372" y="381"/>
                  <a:pt x="372" y="381"/>
                </a:cubicBezTo>
                <a:cubicBezTo>
                  <a:pt x="372" y="168"/>
                  <a:pt x="205" y="0"/>
                  <a:pt x="0" y="0"/>
                </a:cubicBezTo>
                <a:close/>
                <a:moveTo>
                  <a:pt x="0" y="115"/>
                </a:moveTo>
                <a:lnTo>
                  <a:pt x="0" y="115"/>
                </a:lnTo>
                <a:cubicBezTo>
                  <a:pt x="0" y="177"/>
                  <a:pt x="0" y="177"/>
                  <a:pt x="0" y="177"/>
                </a:cubicBezTo>
                <a:cubicBezTo>
                  <a:pt x="107" y="177"/>
                  <a:pt x="196" y="266"/>
                  <a:pt x="196" y="381"/>
                </a:cubicBezTo>
                <a:cubicBezTo>
                  <a:pt x="258" y="381"/>
                  <a:pt x="258" y="381"/>
                  <a:pt x="258" y="381"/>
                </a:cubicBezTo>
                <a:cubicBezTo>
                  <a:pt x="258" y="230"/>
                  <a:pt x="142" y="115"/>
                  <a:pt x="0" y="115"/>
                </a:cubicBezTo>
                <a:close/>
                <a:moveTo>
                  <a:pt x="54" y="266"/>
                </a:moveTo>
                <a:lnTo>
                  <a:pt x="54" y="266"/>
                </a:lnTo>
                <a:cubicBezTo>
                  <a:pt x="27" y="266"/>
                  <a:pt x="0" y="293"/>
                  <a:pt x="0" y="319"/>
                </a:cubicBezTo>
                <a:cubicBezTo>
                  <a:pt x="0" y="355"/>
                  <a:pt x="27" y="381"/>
                  <a:pt x="54" y="381"/>
                </a:cubicBezTo>
                <a:cubicBezTo>
                  <a:pt x="89" y="381"/>
                  <a:pt x="107" y="355"/>
                  <a:pt x="107" y="319"/>
                </a:cubicBezTo>
                <a:cubicBezTo>
                  <a:pt x="107" y="293"/>
                  <a:pt x="89" y="266"/>
                  <a:pt x="54" y="2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7"/>
          <p:cNvSpPr/>
          <p:nvPr/>
        </p:nvSpPr>
        <p:spPr>
          <a:xfrm>
            <a:off x="7548563" y="2389188"/>
            <a:ext cx="206375" cy="182562"/>
          </a:xfrm>
          <a:custGeom>
            <a:rect b="b" l="l" r="r" t="t"/>
            <a:pathLst>
              <a:path extrusionOk="0" h="409" w="462">
                <a:moveTo>
                  <a:pt x="257" y="0"/>
                </a:moveTo>
                <a:lnTo>
                  <a:pt x="257" y="0"/>
                </a:lnTo>
                <a:cubicBezTo>
                  <a:pt x="151" y="0"/>
                  <a:pt x="62" y="89"/>
                  <a:pt x="62" y="205"/>
                </a:cubicBezTo>
                <a:cubicBezTo>
                  <a:pt x="0" y="205"/>
                  <a:pt x="0" y="205"/>
                  <a:pt x="0" y="205"/>
                </a:cubicBezTo>
                <a:cubicBezTo>
                  <a:pt x="89" y="302"/>
                  <a:pt x="89" y="302"/>
                  <a:pt x="89" y="302"/>
                </a:cubicBezTo>
                <a:cubicBezTo>
                  <a:pt x="178" y="205"/>
                  <a:pt x="178" y="205"/>
                  <a:pt x="178" y="205"/>
                </a:cubicBezTo>
                <a:cubicBezTo>
                  <a:pt x="106" y="205"/>
                  <a:pt x="106" y="205"/>
                  <a:pt x="106" y="205"/>
                </a:cubicBezTo>
                <a:cubicBezTo>
                  <a:pt x="115" y="124"/>
                  <a:pt x="178" y="53"/>
                  <a:pt x="257" y="53"/>
                </a:cubicBezTo>
                <a:cubicBezTo>
                  <a:pt x="346" y="53"/>
                  <a:pt x="416" y="124"/>
                  <a:pt x="416" y="205"/>
                </a:cubicBezTo>
                <a:cubicBezTo>
                  <a:pt x="416" y="293"/>
                  <a:pt x="346" y="364"/>
                  <a:pt x="257" y="364"/>
                </a:cubicBezTo>
                <a:cubicBezTo>
                  <a:pt x="231" y="364"/>
                  <a:pt x="196" y="346"/>
                  <a:pt x="169" y="328"/>
                </a:cubicBezTo>
                <a:cubicBezTo>
                  <a:pt x="133" y="364"/>
                  <a:pt x="133" y="364"/>
                  <a:pt x="133" y="364"/>
                </a:cubicBezTo>
                <a:cubicBezTo>
                  <a:pt x="169" y="391"/>
                  <a:pt x="213" y="408"/>
                  <a:pt x="257" y="408"/>
                </a:cubicBezTo>
                <a:cubicBezTo>
                  <a:pt x="372" y="408"/>
                  <a:pt x="461" y="319"/>
                  <a:pt x="461" y="205"/>
                </a:cubicBezTo>
                <a:cubicBezTo>
                  <a:pt x="461" y="98"/>
                  <a:pt x="372" y="0"/>
                  <a:pt x="257" y="0"/>
                </a:cubicBezTo>
                <a:close/>
                <a:moveTo>
                  <a:pt x="240" y="98"/>
                </a:moveTo>
                <a:lnTo>
                  <a:pt x="240" y="98"/>
                </a:lnTo>
                <a:cubicBezTo>
                  <a:pt x="240" y="213"/>
                  <a:pt x="240" y="213"/>
                  <a:pt x="240" y="213"/>
                </a:cubicBezTo>
                <a:cubicBezTo>
                  <a:pt x="319" y="293"/>
                  <a:pt x="319" y="293"/>
                  <a:pt x="319" y="293"/>
                </a:cubicBezTo>
                <a:cubicBezTo>
                  <a:pt x="346" y="266"/>
                  <a:pt x="346" y="266"/>
                  <a:pt x="346" y="266"/>
                </a:cubicBezTo>
                <a:cubicBezTo>
                  <a:pt x="275" y="205"/>
                  <a:pt x="275" y="205"/>
                  <a:pt x="275" y="205"/>
                </a:cubicBezTo>
                <a:cubicBezTo>
                  <a:pt x="275" y="98"/>
                  <a:pt x="275" y="98"/>
                  <a:pt x="275" y="98"/>
                </a:cubicBezTo>
                <a:lnTo>
                  <a:pt x="240" y="9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7"/>
          <p:cNvSpPr/>
          <p:nvPr/>
        </p:nvSpPr>
        <p:spPr>
          <a:xfrm>
            <a:off x="7553325" y="1503363"/>
            <a:ext cx="196850" cy="201612"/>
          </a:xfrm>
          <a:custGeom>
            <a:rect b="b" l="l" r="r" t="t"/>
            <a:pathLst>
              <a:path extrusionOk="0" h="453" w="445">
                <a:moveTo>
                  <a:pt x="399" y="0"/>
                </a:moveTo>
                <a:lnTo>
                  <a:pt x="399" y="0"/>
                </a:lnTo>
                <a:cubicBezTo>
                  <a:pt x="169" y="0"/>
                  <a:pt x="169" y="0"/>
                  <a:pt x="169" y="0"/>
                </a:cubicBezTo>
                <a:cubicBezTo>
                  <a:pt x="142" y="0"/>
                  <a:pt x="124" y="27"/>
                  <a:pt x="124" y="53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53"/>
                  <a:pt x="169" y="53"/>
                  <a:pt x="169" y="53"/>
                </a:cubicBezTo>
                <a:cubicBezTo>
                  <a:pt x="399" y="53"/>
                  <a:pt x="399" y="53"/>
                  <a:pt x="399" y="53"/>
                </a:cubicBezTo>
                <a:cubicBezTo>
                  <a:pt x="399" y="399"/>
                  <a:pt x="399" y="399"/>
                  <a:pt x="399" y="399"/>
                </a:cubicBezTo>
                <a:cubicBezTo>
                  <a:pt x="169" y="399"/>
                  <a:pt x="169" y="399"/>
                  <a:pt x="169" y="399"/>
                </a:cubicBezTo>
                <a:cubicBezTo>
                  <a:pt x="169" y="346"/>
                  <a:pt x="169" y="346"/>
                  <a:pt x="169" y="346"/>
                </a:cubicBezTo>
                <a:cubicBezTo>
                  <a:pt x="124" y="346"/>
                  <a:pt x="124" y="346"/>
                  <a:pt x="124" y="346"/>
                </a:cubicBezTo>
                <a:cubicBezTo>
                  <a:pt x="124" y="399"/>
                  <a:pt x="124" y="399"/>
                  <a:pt x="124" y="399"/>
                </a:cubicBezTo>
                <a:cubicBezTo>
                  <a:pt x="124" y="425"/>
                  <a:pt x="142" y="452"/>
                  <a:pt x="169" y="452"/>
                </a:cubicBezTo>
                <a:cubicBezTo>
                  <a:pt x="399" y="452"/>
                  <a:pt x="399" y="452"/>
                  <a:pt x="399" y="452"/>
                </a:cubicBezTo>
                <a:cubicBezTo>
                  <a:pt x="425" y="452"/>
                  <a:pt x="444" y="425"/>
                  <a:pt x="444" y="399"/>
                </a:cubicBezTo>
                <a:cubicBezTo>
                  <a:pt x="444" y="53"/>
                  <a:pt x="444" y="53"/>
                  <a:pt x="444" y="53"/>
                </a:cubicBezTo>
                <a:cubicBezTo>
                  <a:pt x="444" y="27"/>
                  <a:pt x="425" y="0"/>
                  <a:pt x="399" y="0"/>
                </a:cubicBezTo>
                <a:close/>
                <a:moveTo>
                  <a:pt x="222" y="337"/>
                </a:moveTo>
                <a:lnTo>
                  <a:pt x="222" y="337"/>
                </a:lnTo>
                <a:cubicBezTo>
                  <a:pt x="319" y="239"/>
                  <a:pt x="319" y="239"/>
                  <a:pt x="319" y="239"/>
                </a:cubicBezTo>
                <a:cubicBezTo>
                  <a:pt x="222" y="142"/>
                  <a:pt x="222" y="142"/>
                  <a:pt x="222" y="142"/>
                </a:cubicBezTo>
                <a:cubicBezTo>
                  <a:pt x="222" y="204"/>
                  <a:pt x="222" y="204"/>
                  <a:pt x="222" y="204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75"/>
                  <a:pt x="0" y="275"/>
                  <a:pt x="0" y="275"/>
                </a:cubicBezTo>
                <a:cubicBezTo>
                  <a:pt x="222" y="275"/>
                  <a:pt x="222" y="275"/>
                  <a:pt x="222" y="275"/>
                </a:cubicBezTo>
                <a:lnTo>
                  <a:pt x="222" y="3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7"/>
          <p:cNvSpPr/>
          <p:nvPr/>
        </p:nvSpPr>
        <p:spPr>
          <a:xfrm>
            <a:off x="7105650" y="1060450"/>
            <a:ext cx="212725" cy="209550"/>
          </a:xfrm>
          <a:custGeom>
            <a:rect b="b" l="l" r="r" t="t"/>
            <a:pathLst>
              <a:path extrusionOk="0" h="471" w="479">
                <a:moveTo>
                  <a:pt x="115" y="275"/>
                </a:moveTo>
                <a:lnTo>
                  <a:pt x="115" y="275"/>
                </a:lnTo>
                <a:cubicBezTo>
                  <a:pt x="203" y="364"/>
                  <a:pt x="203" y="364"/>
                  <a:pt x="203" y="364"/>
                </a:cubicBezTo>
                <a:cubicBezTo>
                  <a:pt x="363" y="196"/>
                  <a:pt x="363" y="196"/>
                  <a:pt x="363" y="196"/>
                </a:cubicBezTo>
                <a:cubicBezTo>
                  <a:pt x="274" y="107"/>
                  <a:pt x="274" y="107"/>
                  <a:pt x="274" y="107"/>
                </a:cubicBezTo>
                <a:lnTo>
                  <a:pt x="115" y="275"/>
                </a:lnTo>
                <a:close/>
                <a:moveTo>
                  <a:pt x="461" y="151"/>
                </a:moveTo>
                <a:lnTo>
                  <a:pt x="461" y="151"/>
                </a:lnTo>
                <a:cubicBezTo>
                  <a:pt x="425" y="116"/>
                  <a:pt x="425" y="116"/>
                  <a:pt x="425" y="116"/>
                </a:cubicBezTo>
                <a:cubicBezTo>
                  <a:pt x="416" y="116"/>
                  <a:pt x="408" y="116"/>
                  <a:pt x="399" y="116"/>
                </a:cubicBezTo>
                <a:cubicBezTo>
                  <a:pt x="372" y="116"/>
                  <a:pt x="355" y="98"/>
                  <a:pt x="355" y="72"/>
                </a:cubicBezTo>
                <a:cubicBezTo>
                  <a:pt x="355" y="63"/>
                  <a:pt x="355" y="54"/>
                  <a:pt x="363" y="45"/>
                </a:cubicBezTo>
                <a:cubicBezTo>
                  <a:pt x="319" y="9"/>
                  <a:pt x="319" y="9"/>
                  <a:pt x="319" y="9"/>
                </a:cubicBezTo>
                <a:cubicBezTo>
                  <a:pt x="310" y="0"/>
                  <a:pt x="293" y="0"/>
                  <a:pt x="284" y="9"/>
                </a:cubicBezTo>
                <a:cubicBezTo>
                  <a:pt x="9" y="284"/>
                  <a:pt x="9" y="284"/>
                  <a:pt x="9" y="284"/>
                </a:cubicBezTo>
                <a:cubicBezTo>
                  <a:pt x="0" y="293"/>
                  <a:pt x="0" y="311"/>
                  <a:pt x="9" y="319"/>
                </a:cubicBezTo>
                <a:cubicBezTo>
                  <a:pt x="53" y="355"/>
                  <a:pt x="53" y="355"/>
                  <a:pt x="53" y="355"/>
                </a:cubicBezTo>
                <a:cubicBezTo>
                  <a:pt x="53" y="347"/>
                  <a:pt x="62" y="347"/>
                  <a:pt x="71" y="347"/>
                </a:cubicBezTo>
                <a:cubicBezTo>
                  <a:pt x="106" y="347"/>
                  <a:pt x="124" y="373"/>
                  <a:pt x="124" y="400"/>
                </a:cubicBezTo>
                <a:cubicBezTo>
                  <a:pt x="124" y="409"/>
                  <a:pt x="124" y="417"/>
                  <a:pt x="115" y="426"/>
                </a:cubicBezTo>
                <a:cubicBezTo>
                  <a:pt x="159" y="462"/>
                  <a:pt x="159" y="462"/>
                  <a:pt x="159" y="462"/>
                </a:cubicBezTo>
                <a:cubicBezTo>
                  <a:pt x="168" y="470"/>
                  <a:pt x="186" y="470"/>
                  <a:pt x="195" y="462"/>
                </a:cubicBezTo>
                <a:cubicBezTo>
                  <a:pt x="461" y="187"/>
                  <a:pt x="461" y="187"/>
                  <a:pt x="461" y="187"/>
                </a:cubicBezTo>
                <a:cubicBezTo>
                  <a:pt x="478" y="178"/>
                  <a:pt x="478" y="160"/>
                  <a:pt x="461" y="151"/>
                </a:cubicBezTo>
                <a:close/>
                <a:moveTo>
                  <a:pt x="203" y="400"/>
                </a:moveTo>
                <a:lnTo>
                  <a:pt x="203" y="400"/>
                </a:lnTo>
                <a:cubicBezTo>
                  <a:pt x="71" y="275"/>
                  <a:pt x="71" y="275"/>
                  <a:pt x="71" y="275"/>
                </a:cubicBezTo>
                <a:cubicBezTo>
                  <a:pt x="274" y="72"/>
                  <a:pt x="274" y="72"/>
                  <a:pt x="274" y="72"/>
                </a:cubicBezTo>
                <a:cubicBezTo>
                  <a:pt x="399" y="196"/>
                  <a:pt x="399" y="196"/>
                  <a:pt x="399" y="196"/>
                </a:cubicBezTo>
                <a:lnTo>
                  <a:pt x="203" y="4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7"/>
          <p:cNvSpPr/>
          <p:nvPr/>
        </p:nvSpPr>
        <p:spPr>
          <a:xfrm>
            <a:off x="7893050" y="1100138"/>
            <a:ext cx="198438" cy="131762"/>
          </a:xfrm>
          <a:custGeom>
            <a:rect b="b" l="l" r="r" t="t"/>
            <a:pathLst>
              <a:path extrusionOk="0" h="302" w="445">
                <a:moveTo>
                  <a:pt x="416" y="0"/>
                </a:moveTo>
                <a:lnTo>
                  <a:pt x="416" y="0"/>
                </a:lnTo>
                <a:cubicBezTo>
                  <a:pt x="195" y="0"/>
                  <a:pt x="195" y="0"/>
                  <a:pt x="195" y="0"/>
                </a:cubicBezTo>
                <a:cubicBezTo>
                  <a:pt x="195" y="123"/>
                  <a:pt x="195" y="123"/>
                  <a:pt x="195" y="123"/>
                </a:cubicBezTo>
                <a:cubicBezTo>
                  <a:pt x="444" y="123"/>
                  <a:pt x="444" y="123"/>
                  <a:pt x="444" y="123"/>
                </a:cubicBezTo>
                <a:cubicBezTo>
                  <a:pt x="444" y="26"/>
                  <a:pt x="444" y="26"/>
                  <a:pt x="444" y="26"/>
                </a:cubicBezTo>
                <a:cubicBezTo>
                  <a:pt x="444" y="17"/>
                  <a:pt x="434" y="0"/>
                  <a:pt x="416" y="0"/>
                </a:cubicBezTo>
                <a:close/>
                <a:moveTo>
                  <a:pt x="0" y="274"/>
                </a:moveTo>
                <a:lnTo>
                  <a:pt x="0" y="274"/>
                </a:lnTo>
                <a:cubicBezTo>
                  <a:pt x="0" y="292"/>
                  <a:pt x="0" y="301"/>
                  <a:pt x="18" y="301"/>
                </a:cubicBezTo>
                <a:cubicBezTo>
                  <a:pt x="151" y="301"/>
                  <a:pt x="151" y="301"/>
                  <a:pt x="151" y="301"/>
                </a:cubicBezTo>
                <a:cubicBezTo>
                  <a:pt x="151" y="176"/>
                  <a:pt x="151" y="176"/>
                  <a:pt x="151" y="176"/>
                </a:cubicBezTo>
                <a:cubicBezTo>
                  <a:pt x="0" y="176"/>
                  <a:pt x="0" y="176"/>
                  <a:pt x="0" y="176"/>
                </a:cubicBezTo>
                <a:lnTo>
                  <a:pt x="0" y="274"/>
                </a:lnTo>
                <a:close/>
                <a:moveTo>
                  <a:pt x="195" y="301"/>
                </a:moveTo>
                <a:lnTo>
                  <a:pt x="195" y="301"/>
                </a:lnTo>
                <a:cubicBezTo>
                  <a:pt x="416" y="301"/>
                  <a:pt x="416" y="301"/>
                  <a:pt x="416" y="301"/>
                </a:cubicBezTo>
                <a:cubicBezTo>
                  <a:pt x="434" y="301"/>
                  <a:pt x="444" y="292"/>
                  <a:pt x="444" y="274"/>
                </a:cubicBezTo>
                <a:cubicBezTo>
                  <a:pt x="444" y="176"/>
                  <a:pt x="444" y="176"/>
                  <a:pt x="444" y="176"/>
                </a:cubicBezTo>
                <a:cubicBezTo>
                  <a:pt x="195" y="176"/>
                  <a:pt x="195" y="176"/>
                  <a:pt x="195" y="176"/>
                </a:cubicBezTo>
                <a:lnTo>
                  <a:pt x="195" y="301"/>
                </a:lnTo>
                <a:close/>
                <a:moveTo>
                  <a:pt x="0" y="26"/>
                </a:moveTo>
                <a:lnTo>
                  <a:pt x="0" y="26"/>
                </a:lnTo>
                <a:cubicBezTo>
                  <a:pt x="0" y="123"/>
                  <a:pt x="0" y="123"/>
                  <a:pt x="0" y="123"/>
                </a:cubicBezTo>
                <a:cubicBezTo>
                  <a:pt x="151" y="123"/>
                  <a:pt x="151" y="123"/>
                  <a:pt x="151" y="123"/>
                </a:cubicBezTo>
                <a:cubicBezTo>
                  <a:pt x="151" y="0"/>
                  <a:pt x="151" y="0"/>
                  <a:pt x="15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0" y="17"/>
                  <a:pt x="0" y="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7"/>
          <p:cNvSpPr/>
          <p:nvPr/>
        </p:nvSpPr>
        <p:spPr>
          <a:xfrm>
            <a:off x="7105650" y="2844800"/>
            <a:ext cx="212725" cy="152400"/>
          </a:xfrm>
          <a:custGeom>
            <a:rect b="b" l="l" r="r" t="t"/>
            <a:pathLst>
              <a:path extrusionOk="0" h="346" w="479">
                <a:moveTo>
                  <a:pt x="478" y="44"/>
                </a:moveTo>
                <a:lnTo>
                  <a:pt x="478" y="44"/>
                </a:lnTo>
                <a:cubicBezTo>
                  <a:pt x="478" y="17"/>
                  <a:pt x="478" y="17"/>
                  <a:pt x="478" y="17"/>
                </a:cubicBezTo>
                <a:cubicBezTo>
                  <a:pt x="478" y="9"/>
                  <a:pt x="469" y="0"/>
                  <a:pt x="46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9" y="0"/>
                  <a:pt x="0" y="9"/>
                  <a:pt x="0" y="17"/>
                </a:cubicBezTo>
                <a:cubicBezTo>
                  <a:pt x="0" y="44"/>
                  <a:pt x="0" y="44"/>
                  <a:pt x="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97"/>
                  <a:pt x="44" y="97"/>
                  <a:pt x="44" y="97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50"/>
                  <a:pt x="0" y="150"/>
                  <a:pt x="0" y="150"/>
                </a:cubicBezTo>
                <a:cubicBezTo>
                  <a:pt x="44" y="150"/>
                  <a:pt x="44" y="150"/>
                  <a:pt x="44" y="150"/>
                </a:cubicBezTo>
                <a:cubicBezTo>
                  <a:pt x="44" y="194"/>
                  <a:pt x="44" y="194"/>
                  <a:pt x="44" y="194"/>
                </a:cubicBezTo>
                <a:cubicBezTo>
                  <a:pt x="0" y="194"/>
                  <a:pt x="0" y="194"/>
                  <a:pt x="0" y="194"/>
                </a:cubicBezTo>
                <a:cubicBezTo>
                  <a:pt x="0" y="247"/>
                  <a:pt x="0" y="247"/>
                  <a:pt x="0" y="247"/>
                </a:cubicBezTo>
                <a:cubicBezTo>
                  <a:pt x="44" y="247"/>
                  <a:pt x="44" y="247"/>
                  <a:pt x="44" y="247"/>
                </a:cubicBezTo>
                <a:cubicBezTo>
                  <a:pt x="44" y="292"/>
                  <a:pt x="44" y="292"/>
                  <a:pt x="44" y="292"/>
                </a:cubicBezTo>
                <a:cubicBezTo>
                  <a:pt x="0" y="292"/>
                  <a:pt x="0" y="292"/>
                  <a:pt x="0" y="292"/>
                </a:cubicBezTo>
                <a:cubicBezTo>
                  <a:pt x="0" y="328"/>
                  <a:pt x="0" y="328"/>
                  <a:pt x="0" y="328"/>
                </a:cubicBezTo>
                <a:cubicBezTo>
                  <a:pt x="0" y="337"/>
                  <a:pt x="9" y="345"/>
                  <a:pt x="18" y="345"/>
                </a:cubicBezTo>
                <a:cubicBezTo>
                  <a:pt x="461" y="345"/>
                  <a:pt x="461" y="345"/>
                  <a:pt x="461" y="345"/>
                </a:cubicBezTo>
                <a:cubicBezTo>
                  <a:pt x="469" y="345"/>
                  <a:pt x="478" y="337"/>
                  <a:pt x="478" y="328"/>
                </a:cubicBezTo>
                <a:cubicBezTo>
                  <a:pt x="478" y="292"/>
                  <a:pt x="478" y="292"/>
                  <a:pt x="478" y="292"/>
                </a:cubicBezTo>
                <a:cubicBezTo>
                  <a:pt x="434" y="292"/>
                  <a:pt x="434" y="292"/>
                  <a:pt x="434" y="292"/>
                </a:cubicBezTo>
                <a:cubicBezTo>
                  <a:pt x="434" y="247"/>
                  <a:pt x="434" y="247"/>
                  <a:pt x="434" y="247"/>
                </a:cubicBezTo>
                <a:cubicBezTo>
                  <a:pt x="478" y="247"/>
                  <a:pt x="478" y="247"/>
                  <a:pt x="478" y="247"/>
                </a:cubicBezTo>
                <a:cubicBezTo>
                  <a:pt x="478" y="194"/>
                  <a:pt x="478" y="194"/>
                  <a:pt x="478" y="194"/>
                </a:cubicBezTo>
                <a:cubicBezTo>
                  <a:pt x="434" y="194"/>
                  <a:pt x="434" y="194"/>
                  <a:pt x="434" y="194"/>
                </a:cubicBezTo>
                <a:cubicBezTo>
                  <a:pt x="434" y="150"/>
                  <a:pt x="434" y="150"/>
                  <a:pt x="434" y="150"/>
                </a:cubicBezTo>
                <a:cubicBezTo>
                  <a:pt x="478" y="150"/>
                  <a:pt x="478" y="150"/>
                  <a:pt x="478" y="150"/>
                </a:cubicBezTo>
                <a:cubicBezTo>
                  <a:pt x="478" y="97"/>
                  <a:pt x="478" y="97"/>
                  <a:pt x="478" y="97"/>
                </a:cubicBezTo>
                <a:cubicBezTo>
                  <a:pt x="434" y="97"/>
                  <a:pt x="434" y="97"/>
                  <a:pt x="434" y="97"/>
                </a:cubicBezTo>
                <a:cubicBezTo>
                  <a:pt x="434" y="44"/>
                  <a:pt x="434" y="44"/>
                  <a:pt x="434" y="44"/>
                </a:cubicBezTo>
                <a:lnTo>
                  <a:pt x="478" y="44"/>
                </a:lnTo>
                <a:close/>
                <a:moveTo>
                  <a:pt x="186" y="247"/>
                </a:moveTo>
                <a:lnTo>
                  <a:pt x="186" y="247"/>
                </a:lnTo>
                <a:cubicBezTo>
                  <a:pt x="186" y="97"/>
                  <a:pt x="186" y="97"/>
                  <a:pt x="186" y="97"/>
                </a:cubicBezTo>
                <a:cubicBezTo>
                  <a:pt x="310" y="168"/>
                  <a:pt x="310" y="168"/>
                  <a:pt x="310" y="168"/>
                </a:cubicBezTo>
                <a:lnTo>
                  <a:pt x="186" y="2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7"/>
          <p:cNvSpPr/>
          <p:nvPr/>
        </p:nvSpPr>
        <p:spPr>
          <a:xfrm>
            <a:off x="7572375" y="2820988"/>
            <a:ext cx="158750" cy="201612"/>
          </a:xfrm>
          <a:custGeom>
            <a:rect b="b" l="l" r="r" t="t"/>
            <a:pathLst>
              <a:path extrusionOk="0" h="453" w="356">
                <a:moveTo>
                  <a:pt x="302" y="0"/>
                </a:moveTo>
                <a:lnTo>
                  <a:pt x="30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4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6"/>
                  <a:pt x="27" y="452"/>
                  <a:pt x="53" y="452"/>
                </a:cubicBezTo>
                <a:cubicBezTo>
                  <a:pt x="302" y="452"/>
                  <a:pt x="302" y="452"/>
                  <a:pt x="302" y="452"/>
                </a:cubicBezTo>
                <a:cubicBezTo>
                  <a:pt x="328" y="452"/>
                  <a:pt x="355" y="426"/>
                  <a:pt x="355" y="399"/>
                </a:cubicBezTo>
                <a:cubicBezTo>
                  <a:pt x="355" y="54"/>
                  <a:pt x="355" y="54"/>
                  <a:pt x="355" y="54"/>
                </a:cubicBezTo>
                <a:cubicBezTo>
                  <a:pt x="355" y="27"/>
                  <a:pt x="328" y="0"/>
                  <a:pt x="302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240" y="248"/>
                  <a:pt x="240" y="239"/>
                  <a:pt x="240" y="239"/>
                </a:cubicBezTo>
                <a:cubicBezTo>
                  <a:pt x="240" y="222"/>
                  <a:pt x="240" y="186"/>
                  <a:pt x="204" y="178"/>
                </a:cubicBezTo>
                <a:cubicBezTo>
                  <a:pt x="204" y="301"/>
                  <a:pt x="204" y="301"/>
                  <a:pt x="204" y="301"/>
                </a:cubicBezTo>
                <a:cubicBezTo>
                  <a:pt x="204" y="329"/>
                  <a:pt x="196" y="346"/>
                  <a:pt x="160" y="354"/>
                </a:cubicBezTo>
                <a:cubicBezTo>
                  <a:pt x="133" y="364"/>
                  <a:pt x="98" y="354"/>
                  <a:pt x="89" y="338"/>
                </a:cubicBezTo>
                <a:cubicBezTo>
                  <a:pt x="89" y="310"/>
                  <a:pt x="107" y="284"/>
                  <a:pt x="133" y="275"/>
                </a:cubicBezTo>
                <a:cubicBezTo>
                  <a:pt x="143" y="275"/>
                  <a:pt x="160" y="275"/>
                  <a:pt x="178" y="275"/>
                </a:cubicBezTo>
                <a:cubicBezTo>
                  <a:pt x="178" y="98"/>
                  <a:pt x="178" y="98"/>
                  <a:pt x="178" y="98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204" y="125"/>
                  <a:pt x="293" y="169"/>
                  <a:pt x="249" y="23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7"/>
          <p:cNvSpPr/>
          <p:nvPr/>
        </p:nvSpPr>
        <p:spPr>
          <a:xfrm>
            <a:off x="7113588" y="1503363"/>
            <a:ext cx="196850" cy="201612"/>
          </a:xfrm>
          <a:custGeom>
            <a:rect b="b" l="l" r="r" t="t"/>
            <a:pathLst>
              <a:path extrusionOk="0" h="453" w="444">
                <a:moveTo>
                  <a:pt x="247" y="399"/>
                </a:moveTo>
                <a:lnTo>
                  <a:pt x="247" y="399"/>
                </a:lnTo>
                <a:cubicBezTo>
                  <a:pt x="44" y="399"/>
                  <a:pt x="44" y="399"/>
                  <a:pt x="44" y="399"/>
                </a:cubicBezTo>
                <a:cubicBezTo>
                  <a:pt x="44" y="53"/>
                  <a:pt x="44" y="53"/>
                  <a:pt x="44" y="53"/>
                </a:cubicBezTo>
                <a:cubicBezTo>
                  <a:pt x="247" y="53"/>
                  <a:pt x="247" y="53"/>
                  <a:pt x="247" y="53"/>
                </a:cubicBezTo>
                <a:cubicBezTo>
                  <a:pt x="247" y="124"/>
                  <a:pt x="247" y="124"/>
                  <a:pt x="247" y="124"/>
                </a:cubicBezTo>
                <a:cubicBezTo>
                  <a:pt x="292" y="124"/>
                  <a:pt x="292" y="124"/>
                  <a:pt x="292" y="124"/>
                </a:cubicBezTo>
                <a:cubicBezTo>
                  <a:pt x="292" y="53"/>
                  <a:pt x="292" y="53"/>
                  <a:pt x="292" y="53"/>
                </a:cubicBezTo>
                <a:cubicBezTo>
                  <a:pt x="292" y="27"/>
                  <a:pt x="275" y="0"/>
                  <a:pt x="247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27"/>
                  <a:pt x="0" y="53"/>
                </a:cubicBezTo>
                <a:cubicBezTo>
                  <a:pt x="0" y="399"/>
                  <a:pt x="0" y="399"/>
                  <a:pt x="0" y="399"/>
                </a:cubicBezTo>
                <a:cubicBezTo>
                  <a:pt x="0" y="425"/>
                  <a:pt x="18" y="452"/>
                  <a:pt x="44" y="452"/>
                </a:cubicBezTo>
                <a:cubicBezTo>
                  <a:pt x="247" y="452"/>
                  <a:pt x="247" y="452"/>
                  <a:pt x="247" y="452"/>
                </a:cubicBezTo>
                <a:cubicBezTo>
                  <a:pt x="275" y="452"/>
                  <a:pt x="292" y="425"/>
                  <a:pt x="292" y="399"/>
                </a:cubicBezTo>
                <a:cubicBezTo>
                  <a:pt x="292" y="346"/>
                  <a:pt x="292" y="346"/>
                  <a:pt x="292" y="346"/>
                </a:cubicBezTo>
                <a:cubicBezTo>
                  <a:pt x="247" y="346"/>
                  <a:pt x="247" y="346"/>
                  <a:pt x="247" y="346"/>
                </a:cubicBezTo>
                <a:lnTo>
                  <a:pt x="247" y="399"/>
                </a:lnTo>
                <a:close/>
                <a:moveTo>
                  <a:pt x="443" y="239"/>
                </a:moveTo>
                <a:lnTo>
                  <a:pt x="443" y="239"/>
                </a:lnTo>
                <a:cubicBezTo>
                  <a:pt x="345" y="142"/>
                  <a:pt x="345" y="142"/>
                  <a:pt x="345" y="142"/>
                </a:cubicBezTo>
                <a:cubicBezTo>
                  <a:pt x="345" y="204"/>
                  <a:pt x="345" y="204"/>
                  <a:pt x="345" y="204"/>
                </a:cubicBezTo>
                <a:cubicBezTo>
                  <a:pt x="124" y="204"/>
                  <a:pt x="124" y="204"/>
                  <a:pt x="124" y="204"/>
                </a:cubicBezTo>
                <a:cubicBezTo>
                  <a:pt x="124" y="275"/>
                  <a:pt x="124" y="275"/>
                  <a:pt x="124" y="275"/>
                </a:cubicBezTo>
                <a:cubicBezTo>
                  <a:pt x="345" y="275"/>
                  <a:pt x="345" y="275"/>
                  <a:pt x="345" y="275"/>
                </a:cubicBezTo>
                <a:cubicBezTo>
                  <a:pt x="345" y="337"/>
                  <a:pt x="345" y="337"/>
                  <a:pt x="345" y="337"/>
                </a:cubicBezTo>
                <a:lnTo>
                  <a:pt x="443" y="23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7"/>
          <p:cNvSpPr/>
          <p:nvPr/>
        </p:nvSpPr>
        <p:spPr>
          <a:xfrm>
            <a:off x="7113588" y="2417763"/>
            <a:ext cx="196850" cy="128587"/>
          </a:xfrm>
          <a:custGeom>
            <a:rect b="b" l="l" r="r" t="t"/>
            <a:pathLst>
              <a:path extrusionOk="0" h="293" w="444">
                <a:moveTo>
                  <a:pt x="398" y="53"/>
                </a:moveTo>
                <a:lnTo>
                  <a:pt x="398" y="53"/>
                </a:lnTo>
                <a:cubicBezTo>
                  <a:pt x="301" y="53"/>
                  <a:pt x="301" y="53"/>
                  <a:pt x="301" y="53"/>
                </a:cubicBezTo>
                <a:cubicBezTo>
                  <a:pt x="301" y="124"/>
                  <a:pt x="301" y="124"/>
                  <a:pt x="301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221"/>
                  <a:pt x="372" y="221"/>
                  <a:pt x="372" y="221"/>
                </a:cubicBezTo>
                <a:cubicBezTo>
                  <a:pt x="71" y="221"/>
                  <a:pt x="71" y="221"/>
                  <a:pt x="71" y="221"/>
                </a:cubicBezTo>
                <a:cubicBezTo>
                  <a:pt x="71" y="124"/>
                  <a:pt x="71" y="124"/>
                  <a:pt x="71" y="124"/>
                </a:cubicBezTo>
                <a:cubicBezTo>
                  <a:pt x="168" y="124"/>
                  <a:pt x="168" y="124"/>
                  <a:pt x="168" y="124"/>
                </a:cubicBezTo>
                <a:cubicBezTo>
                  <a:pt x="168" y="177"/>
                  <a:pt x="168" y="177"/>
                  <a:pt x="168" y="177"/>
                </a:cubicBezTo>
                <a:cubicBezTo>
                  <a:pt x="275" y="89"/>
                  <a:pt x="275" y="89"/>
                  <a:pt x="275" y="89"/>
                </a:cubicBezTo>
                <a:cubicBezTo>
                  <a:pt x="168" y="0"/>
                  <a:pt x="168" y="0"/>
                  <a:pt x="168" y="0"/>
                </a:cubicBezTo>
                <a:cubicBezTo>
                  <a:pt x="168" y="53"/>
                  <a:pt x="168" y="53"/>
                  <a:pt x="168" y="53"/>
                </a:cubicBezTo>
                <a:cubicBezTo>
                  <a:pt x="44" y="53"/>
                  <a:pt x="44" y="53"/>
                  <a:pt x="44" y="53"/>
                </a:cubicBezTo>
                <a:cubicBezTo>
                  <a:pt x="18" y="53"/>
                  <a:pt x="0" y="71"/>
                  <a:pt x="0" y="97"/>
                </a:cubicBezTo>
                <a:cubicBezTo>
                  <a:pt x="0" y="248"/>
                  <a:pt x="0" y="248"/>
                  <a:pt x="0" y="248"/>
                </a:cubicBezTo>
                <a:cubicBezTo>
                  <a:pt x="0" y="274"/>
                  <a:pt x="18" y="292"/>
                  <a:pt x="44" y="292"/>
                </a:cubicBezTo>
                <a:cubicBezTo>
                  <a:pt x="398" y="292"/>
                  <a:pt x="398" y="292"/>
                  <a:pt x="398" y="292"/>
                </a:cubicBezTo>
                <a:cubicBezTo>
                  <a:pt x="425" y="292"/>
                  <a:pt x="443" y="274"/>
                  <a:pt x="443" y="248"/>
                </a:cubicBezTo>
                <a:cubicBezTo>
                  <a:pt x="443" y="97"/>
                  <a:pt x="443" y="97"/>
                  <a:pt x="443" y="97"/>
                </a:cubicBezTo>
                <a:cubicBezTo>
                  <a:pt x="443" y="71"/>
                  <a:pt x="425" y="53"/>
                  <a:pt x="398" y="5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7"/>
          <p:cNvSpPr/>
          <p:nvPr/>
        </p:nvSpPr>
        <p:spPr>
          <a:xfrm>
            <a:off x="8345488" y="1519238"/>
            <a:ext cx="173037" cy="176212"/>
          </a:xfrm>
          <a:custGeom>
            <a:rect b="b" l="l" r="r" t="t"/>
            <a:pathLst>
              <a:path extrusionOk="0" h="399" w="391">
                <a:moveTo>
                  <a:pt x="346" y="0"/>
                </a:moveTo>
                <a:lnTo>
                  <a:pt x="346" y="0"/>
                </a:ln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17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8" y="398"/>
                  <a:pt x="44" y="398"/>
                </a:cubicBezTo>
                <a:cubicBezTo>
                  <a:pt x="346" y="398"/>
                  <a:pt x="346" y="398"/>
                  <a:pt x="346" y="398"/>
                </a:cubicBezTo>
                <a:cubicBezTo>
                  <a:pt x="373" y="398"/>
                  <a:pt x="390" y="372"/>
                  <a:pt x="390" y="345"/>
                </a:cubicBezTo>
                <a:cubicBezTo>
                  <a:pt x="390" y="53"/>
                  <a:pt x="390" y="53"/>
                  <a:pt x="390" y="53"/>
                </a:cubicBezTo>
                <a:cubicBezTo>
                  <a:pt x="390" y="17"/>
                  <a:pt x="373" y="0"/>
                  <a:pt x="346" y="0"/>
                </a:cubicBezTo>
                <a:close/>
                <a:moveTo>
                  <a:pt x="319" y="221"/>
                </a:moveTo>
                <a:lnTo>
                  <a:pt x="319" y="221"/>
                </a:lnTo>
                <a:cubicBezTo>
                  <a:pt x="222" y="221"/>
                  <a:pt x="222" y="221"/>
                  <a:pt x="222" y="221"/>
                </a:cubicBezTo>
                <a:cubicBezTo>
                  <a:pt x="222" y="319"/>
                  <a:pt x="222" y="319"/>
                  <a:pt x="222" y="319"/>
                </a:cubicBezTo>
                <a:cubicBezTo>
                  <a:pt x="169" y="319"/>
                  <a:pt x="169" y="319"/>
                  <a:pt x="169" y="319"/>
                </a:cubicBezTo>
                <a:cubicBezTo>
                  <a:pt x="169" y="221"/>
                  <a:pt x="169" y="221"/>
                  <a:pt x="169" y="221"/>
                </a:cubicBezTo>
                <a:cubicBezTo>
                  <a:pt x="71" y="221"/>
                  <a:pt x="71" y="221"/>
                  <a:pt x="71" y="221"/>
                </a:cubicBezTo>
                <a:cubicBezTo>
                  <a:pt x="71" y="177"/>
                  <a:pt x="71" y="177"/>
                  <a:pt x="71" y="177"/>
                </a:cubicBezTo>
                <a:cubicBezTo>
                  <a:pt x="169" y="177"/>
                  <a:pt x="169" y="177"/>
                  <a:pt x="169" y="177"/>
                </a:cubicBezTo>
                <a:cubicBezTo>
                  <a:pt x="169" y="70"/>
                  <a:pt x="169" y="70"/>
                  <a:pt x="169" y="70"/>
                </a:cubicBezTo>
                <a:cubicBezTo>
                  <a:pt x="222" y="70"/>
                  <a:pt x="222" y="70"/>
                  <a:pt x="222" y="70"/>
                </a:cubicBezTo>
                <a:cubicBezTo>
                  <a:pt x="222" y="177"/>
                  <a:pt x="222" y="177"/>
                  <a:pt x="222" y="177"/>
                </a:cubicBezTo>
                <a:cubicBezTo>
                  <a:pt x="319" y="177"/>
                  <a:pt x="319" y="177"/>
                  <a:pt x="319" y="177"/>
                </a:cubicBezTo>
                <a:lnTo>
                  <a:pt x="319" y="22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7"/>
          <p:cNvSpPr/>
          <p:nvPr/>
        </p:nvSpPr>
        <p:spPr>
          <a:xfrm>
            <a:off x="7905750" y="1519238"/>
            <a:ext cx="171450" cy="176212"/>
          </a:xfrm>
          <a:custGeom>
            <a:rect b="b" l="l" r="r" t="t"/>
            <a:pathLst>
              <a:path extrusionOk="0" h="399" w="390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7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7" y="398"/>
                  <a:pt x="44" y="398"/>
                </a:cubicBezTo>
                <a:cubicBezTo>
                  <a:pt x="345" y="398"/>
                  <a:pt x="345" y="398"/>
                  <a:pt x="345" y="398"/>
                </a:cubicBezTo>
                <a:cubicBezTo>
                  <a:pt x="372" y="398"/>
                  <a:pt x="389" y="372"/>
                  <a:pt x="389" y="345"/>
                </a:cubicBezTo>
                <a:cubicBezTo>
                  <a:pt x="389" y="53"/>
                  <a:pt x="389" y="53"/>
                  <a:pt x="389" y="53"/>
                </a:cubicBezTo>
                <a:cubicBezTo>
                  <a:pt x="389" y="17"/>
                  <a:pt x="372" y="0"/>
                  <a:pt x="345" y="0"/>
                </a:cubicBezTo>
                <a:close/>
                <a:moveTo>
                  <a:pt x="319" y="221"/>
                </a:moveTo>
                <a:lnTo>
                  <a:pt x="319" y="221"/>
                </a:lnTo>
                <a:cubicBezTo>
                  <a:pt x="70" y="221"/>
                  <a:pt x="70" y="221"/>
                  <a:pt x="70" y="221"/>
                </a:cubicBezTo>
                <a:cubicBezTo>
                  <a:pt x="70" y="177"/>
                  <a:pt x="70" y="177"/>
                  <a:pt x="70" y="177"/>
                </a:cubicBezTo>
                <a:cubicBezTo>
                  <a:pt x="319" y="177"/>
                  <a:pt x="319" y="177"/>
                  <a:pt x="319" y="177"/>
                </a:cubicBezTo>
                <a:lnTo>
                  <a:pt x="319" y="22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7"/>
          <p:cNvSpPr/>
          <p:nvPr/>
        </p:nvSpPr>
        <p:spPr>
          <a:xfrm>
            <a:off x="7137400" y="1971675"/>
            <a:ext cx="173038" cy="176213"/>
          </a:xfrm>
          <a:custGeom>
            <a:rect b="b" l="l" r="r" t="t"/>
            <a:pathLst>
              <a:path extrusionOk="0" h="399" w="391">
                <a:moveTo>
                  <a:pt x="345" y="0"/>
                </a:moveTo>
                <a:lnTo>
                  <a:pt x="345" y="0"/>
                </a:lnTo>
                <a:cubicBezTo>
                  <a:pt x="44" y="0"/>
                  <a:pt x="44" y="0"/>
                  <a:pt x="44" y="0"/>
                </a:cubicBezTo>
                <a:cubicBezTo>
                  <a:pt x="18" y="0"/>
                  <a:pt x="0" y="17"/>
                  <a:pt x="0" y="53"/>
                </a:cubicBezTo>
                <a:cubicBezTo>
                  <a:pt x="0" y="345"/>
                  <a:pt x="0" y="345"/>
                  <a:pt x="0" y="345"/>
                </a:cubicBezTo>
                <a:cubicBezTo>
                  <a:pt x="0" y="372"/>
                  <a:pt x="18" y="398"/>
                  <a:pt x="44" y="398"/>
                </a:cubicBezTo>
                <a:cubicBezTo>
                  <a:pt x="345" y="398"/>
                  <a:pt x="345" y="398"/>
                  <a:pt x="345" y="398"/>
                </a:cubicBezTo>
                <a:cubicBezTo>
                  <a:pt x="372" y="398"/>
                  <a:pt x="390" y="372"/>
                  <a:pt x="390" y="345"/>
                </a:cubicBezTo>
                <a:cubicBezTo>
                  <a:pt x="390" y="53"/>
                  <a:pt x="390" y="53"/>
                  <a:pt x="390" y="53"/>
                </a:cubicBezTo>
                <a:cubicBezTo>
                  <a:pt x="390" y="17"/>
                  <a:pt x="372" y="0"/>
                  <a:pt x="345" y="0"/>
                </a:cubicBezTo>
                <a:close/>
                <a:moveTo>
                  <a:pt x="275" y="319"/>
                </a:moveTo>
                <a:lnTo>
                  <a:pt x="275" y="319"/>
                </a:lnTo>
                <a:cubicBezTo>
                  <a:pt x="194" y="239"/>
                  <a:pt x="194" y="239"/>
                  <a:pt x="194" y="239"/>
                </a:cubicBezTo>
                <a:cubicBezTo>
                  <a:pt x="115" y="319"/>
                  <a:pt x="115" y="319"/>
                  <a:pt x="115" y="319"/>
                </a:cubicBezTo>
                <a:cubicBezTo>
                  <a:pt x="80" y="275"/>
                  <a:pt x="80" y="275"/>
                  <a:pt x="80" y="275"/>
                </a:cubicBezTo>
                <a:cubicBezTo>
                  <a:pt x="150" y="195"/>
                  <a:pt x="150" y="195"/>
                  <a:pt x="150" y="195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115" y="79"/>
                  <a:pt x="115" y="79"/>
                  <a:pt x="115" y="79"/>
                </a:cubicBezTo>
                <a:cubicBezTo>
                  <a:pt x="194" y="150"/>
                  <a:pt x="194" y="150"/>
                  <a:pt x="194" y="150"/>
                </a:cubicBezTo>
                <a:cubicBezTo>
                  <a:pt x="275" y="79"/>
                  <a:pt x="275" y="79"/>
                  <a:pt x="275" y="79"/>
                </a:cubicBezTo>
                <a:cubicBezTo>
                  <a:pt x="310" y="124"/>
                  <a:pt x="310" y="124"/>
                  <a:pt x="310" y="124"/>
                </a:cubicBezTo>
                <a:cubicBezTo>
                  <a:pt x="239" y="195"/>
                  <a:pt x="239" y="195"/>
                  <a:pt x="239" y="195"/>
                </a:cubicBezTo>
                <a:cubicBezTo>
                  <a:pt x="310" y="275"/>
                  <a:pt x="310" y="275"/>
                  <a:pt x="310" y="275"/>
                </a:cubicBezTo>
                <a:lnTo>
                  <a:pt x="275" y="3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8"/>
          <p:cNvSpPr/>
          <p:nvPr/>
        </p:nvSpPr>
        <p:spPr>
          <a:xfrm>
            <a:off x="7685088" y="2716213"/>
            <a:ext cx="250825" cy="246062"/>
          </a:xfrm>
          <a:custGeom>
            <a:rect b="b" l="l" r="r" t="t"/>
            <a:pathLst>
              <a:path extrusionOk="0" h="453" w="461">
                <a:moveTo>
                  <a:pt x="275" y="0"/>
                </a:moveTo>
                <a:lnTo>
                  <a:pt x="275" y="0"/>
                </a:lnTo>
                <a:cubicBezTo>
                  <a:pt x="185" y="0"/>
                  <a:pt x="106" y="71"/>
                  <a:pt x="97" y="159"/>
                </a:cubicBezTo>
                <a:cubicBezTo>
                  <a:pt x="44" y="187"/>
                  <a:pt x="0" y="240"/>
                  <a:pt x="0" y="302"/>
                </a:cubicBezTo>
                <a:cubicBezTo>
                  <a:pt x="0" y="390"/>
                  <a:pt x="71" y="452"/>
                  <a:pt x="150" y="452"/>
                </a:cubicBezTo>
                <a:cubicBezTo>
                  <a:pt x="212" y="452"/>
                  <a:pt x="275" y="417"/>
                  <a:pt x="292" y="355"/>
                </a:cubicBezTo>
                <a:cubicBezTo>
                  <a:pt x="390" y="346"/>
                  <a:pt x="460" y="275"/>
                  <a:pt x="460" y="177"/>
                </a:cubicBezTo>
                <a:cubicBezTo>
                  <a:pt x="460" y="80"/>
                  <a:pt x="381" y="0"/>
                  <a:pt x="275" y="0"/>
                </a:cubicBezTo>
                <a:close/>
                <a:moveTo>
                  <a:pt x="150" y="408"/>
                </a:moveTo>
                <a:lnTo>
                  <a:pt x="150" y="408"/>
                </a:lnTo>
                <a:cubicBezTo>
                  <a:pt x="97" y="408"/>
                  <a:pt x="53" y="355"/>
                  <a:pt x="53" y="302"/>
                </a:cubicBezTo>
                <a:cubicBezTo>
                  <a:pt x="53" y="266"/>
                  <a:pt x="71" y="231"/>
                  <a:pt x="106" y="212"/>
                </a:cubicBezTo>
                <a:cubicBezTo>
                  <a:pt x="115" y="284"/>
                  <a:pt x="168" y="337"/>
                  <a:pt x="239" y="355"/>
                </a:cubicBezTo>
                <a:cubicBezTo>
                  <a:pt x="221" y="381"/>
                  <a:pt x="185" y="408"/>
                  <a:pt x="150" y="408"/>
                </a:cubicBezTo>
                <a:close/>
                <a:moveTo>
                  <a:pt x="150" y="204"/>
                </a:moveTo>
                <a:lnTo>
                  <a:pt x="150" y="204"/>
                </a:lnTo>
                <a:cubicBezTo>
                  <a:pt x="212" y="204"/>
                  <a:pt x="248" y="248"/>
                  <a:pt x="256" y="302"/>
                </a:cubicBezTo>
                <a:cubicBezTo>
                  <a:pt x="203" y="293"/>
                  <a:pt x="168" y="248"/>
                  <a:pt x="150" y="204"/>
                </a:cubicBezTo>
                <a:close/>
                <a:moveTo>
                  <a:pt x="301" y="302"/>
                </a:moveTo>
                <a:lnTo>
                  <a:pt x="301" y="302"/>
                </a:lnTo>
                <a:cubicBezTo>
                  <a:pt x="301" y="222"/>
                  <a:pt x="239" y="151"/>
                  <a:pt x="150" y="151"/>
                </a:cubicBezTo>
                <a:cubicBezTo>
                  <a:pt x="168" y="98"/>
                  <a:pt x="221" y="53"/>
                  <a:pt x="275" y="53"/>
                </a:cubicBezTo>
                <a:cubicBezTo>
                  <a:pt x="345" y="53"/>
                  <a:pt x="407" y="106"/>
                  <a:pt x="407" y="177"/>
                </a:cubicBezTo>
                <a:cubicBezTo>
                  <a:pt x="407" y="240"/>
                  <a:pt x="363" y="293"/>
                  <a:pt x="301" y="302"/>
                </a:cubicBezTo>
                <a:close/>
                <a:moveTo>
                  <a:pt x="53" y="106"/>
                </a:moveTo>
                <a:lnTo>
                  <a:pt x="53" y="106"/>
                </a:lnTo>
                <a:cubicBezTo>
                  <a:pt x="79" y="106"/>
                  <a:pt x="106" y="80"/>
                  <a:pt x="106" y="53"/>
                </a:cubicBezTo>
                <a:cubicBezTo>
                  <a:pt x="106" y="27"/>
                  <a:pt x="79" y="0"/>
                  <a:pt x="53" y="0"/>
                </a:cubicBezTo>
                <a:cubicBezTo>
                  <a:pt x="26" y="0"/>
                  <a:pt x="0" y="27"/>
                  <a:pt x="0" y="53"/>
                </a:cubicBezTo>
                <a:cubicBezTo>
                  <a:pt x="0" y="80"/>
                  <a:pt x="26" y="106"/>
                  <a:pt x="53" y="106"/>
                </a:cubicBezTo>
                <a:close/>
                <a:moveTo>
                  <a:pt x="53" y="27"/>
                </a:moveTo>
                <a:lnTo>
                  <a:pt x="53" y="27"/>
                </a:lnTo>
                <a:cubicBezTo>
                  <a:pt x="71" y="27"/>
                  <a:pt x="79" y="36"/>
                  <a:pt x="79" y="53"/>
                </a:cubicBezTo>
                <a:cubicBezTo>
                  <a:pt x="79" y="71"/>
                  <a:pt x="71" y="80"/>
                  <a:pt x="53" y="80"/>
                </a:cubicBezTo>
                <a:cubicBezTo>
                  <a:pt x="35" y="80"/>
                  <a:pt x="26" y="71"/>
                  <a:pt x="26" y="53"/>
                </a:cubicBezTo>
                <a:cubicBezTo>
                  <a:pt x="26" y="36"/>
                  <a:pt x="35" y="27"/>
                  <a:pt x="53" y="2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8"/>
          <p:cNvSpPr/>
          <p:nvPr/>
        </p:nvSpPr>
        <p:spPr>
          <a:xfrm>
            <a:off x="2846388" y="1630363"/>
            <a:ext cx="255587" cy="252412"/>
          </a:xfrm>
          <a:custGeom>
            <a:rect b="b" l="l" r="r" t="t"/>
            <a:pathLst>
              <a:path extrusionOk="0" h="463" w="470">
                <a:moveTo>
                  <a:pt x="443" y="143"/>
                </a:moveTo>
                <a:lnTo>
                  <a:pt x="443" y="143"/>
                </a:lnTo>
                <a:cubicBezTo>
                  <a:pt x="416" y="284"/>
                  <a:pt x="275" y="408"/>
                  <a:pt x="239" y="435"/>
                </a:cubicBezTo>
                <a:cubicBezTo>
                  <a:pt x="194" y="462"/>
                  <a:pt x="159" y="417"/>
                  <a:pt x="141" y="391"/>
                </a:cubicBezTo>
                <a:cubicBezTo>
                  <a:pt x="124" y="355"/>
                  <a:pt x="79" y="178"/>
                  <a:pt x="62" y="160"/>
                </a:cubicBezTo>
                <a:cubicBezTo>
                  <a:pt x="53" y="151"/>
                  <a:pt x="18" y="178"/>
                  <a:pt x="18" y="178"/>
                </a:cubicBezTo>
                <a:cubicBezTo>
                  <a:pt x="0" y="151"/>
                  <a:pt x="0" y="151"/>
                  <a:pt x="0" y="151"/>
                </a:cubicBezTo>
                <a:cubicBezTo>
                  <a:pt x="0" y="151"/>
                  <a:pt x="71" y="63"/>
                  <a:pt x="132" y="45"/>
                </a:cubicBezTo>
                <a:cubicBezTo>
                  <a:pt x="194" y="36"/>
                  <a:pt x="194" y="143"/>
                  <a:pt x="203" y="204"/>
                </a:cubicBezTo>
                <a:cubicBezTo>
                  <a:pt x="222" y="266"/>
                  <a:pt x="230" y="293"/>
                  <a:pt x="247" y="293"/>
                </a:cubicBezTo>
                <a:cubicBezTo>
                  <a:pt x="256" y="293"/>
                  <a:pt x="283" y="266"/>
                  <a:pt x="310" y="213"/>
                </a:cubicBezTo>
                <a:cubicBezTo>
                  <a:pt x="328" y="160"/>
                  <a:pt x="301" y="125"/>
                  <a:pt x="256" y="151"/>
                </a:cubicBezTo>
                <a:cubicBezTo>
                  <a:pt x="275" y="27"/>
                  <a:pt x="469" y="0"/>
                  <a:pt x="443" y="14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8"/>
          <p:cNvSpPr/>
          <p:nvPr/>
        </p:nvSpPr>
        <p:spPr>
          <a:xfrm>
            <a:off x="1771650" y="1709738"/>
            <a:ext cx="241300" cy="109537"/>
          </a:xfrm>
          <a:custGeom>
            <a:rect b="b" l="l" r="r" t="t"/>
            <a:pathLst>
              <a:path extrusionOk="0" h="205" w="444">
                <a:moveTo>
                  <a:pt x="98" y="204"/>
                </a:moveTo>
                <a:lnTo>
                  <a:pt x="98" y="204"/>
                </a:lnTo>
                <a:cubicBezTo>
                  <a:pt x="45" y="204"/>
                  <a:pt x="0" y="159"/>
                  <a:pt x="0" y="97"/>
                </a:cubicBezTo>
                <a:cubicBezTo>
                  <a:pt x="0" y="44"/>
                  <a:pt x="45" y="0"/>
                  <a:pt x="98" y="0"/>
                </a:cubicBezTo>
                <a:cubicBezTo>
                  <a:pt x="151" y="0"/>
                  <a:pt x="195" y="44"/>
                  <a:pt x="195" y="97"/>
                </a:cubicBezTo>
                <a:cubicBezTo>
                  <a:pt x="195" y="159"/>
                  <a:pt x="151" y="204"/>
                  <a:pt x="98" y="204"/>
                </a:cubicBezTo>
                <a:close/>
                <a:moveTo>
                  <a:pt x="345" y="204"/>
                </a:moveTo>
                <a:lnTo>
                  <a:pt x="345" y="204"/>
                </a:lnTo>
                <a:cubicBezTo>
                  <a:pt x="292" y="204"/>
                  <a:pt x="248" y="159"/>
                  <a:pt x="248" y="97"/>
                </a:cubicBezTo>
                <a:cubicBezTo>
                  <a:pt x="248" y="44"/>
                  <a:pt x="292" y="0"/>
                  <a:pt x="345" y="0"/>
                </a:cubicBezTo>
                <a:cubicBezTo>
                  <a:pt x="399" y="0"/>
                  <a:pt x="443" y="44"/>
                  <a:pt x="443" y="97"/>
                </a:cubicBezTo>
                <a:cubicBezTo>
                  <a:pt x="443" y="159"/>
                  <a:pt x="399" y="204"/>
                  <a:pt x="345" y="2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8"/>
          <p:cNvSpPr/>
          <p:nvPr/>
        </p:nvSpPr>
        <p:spPr>
          <a:xfrm>
            <a:off x="1771650" y="2182813"/>
            <a:ext cx="52388" cy="236537"/>
          </a:xfrm>
          <a:custGeom>
            <a:rect b="b" l="l" r="r" t="t"/>
            <a:pathLst>
              <a:path extrusionOk="0" h="435" w="99">
                <a:moveTo>
                  <a:pt x="98" y="44"/>
                </a:moveTo>
                <a:lnTo>
                  <a:pt x="98" y="44"/>
                </a:lnTo>
                <a:cubicBezTo>
                  <a:pt x="98" y="71"/>
                  <a:pt x="80" y="88"/>
                  <a:pt x="45" y="88"/>
                </a:cubicBezTo>
                <a:cubicBezTo>
                  <a:pt x="17" y="88"/>
                  <a:pt x="0" y="71"/>
                  <a:pt x="0" y="44"/>
                </a:cubicBezTo>
                <a:cubicBezTo>
                  <a:pt x="0" y="18"/>
                  <a:pt x="17" y="0"/>
                  <a:pt x="45" y="0"/>
                </a:cubicBezTo>
                <a:cubicBezTo>
                  <a:pt x="80" y="0"/>
                  <a:pt x="98" y="18"/>
                  <a:pt x="98" y="44"/>
                </a:cubicBezTo>
                <a:close/>
                <a:moveTo>
                  <a:pt x="0" y="434"/>
                </a:moveTo>
                <a:lnTo>
                  <a:pt x="0" y="434"/>
                </a:lnTo>
                <a:cubicBezTo>
                  <a:pt x="0" y="132"/>
                  <a:pt x="0" y="132"/>
                  <a:pt x="0" y="132"/>
                </a:cubicBezTo>
                <a:cubicBezTo>
                  <a:pt x="98" y="132"/>
                  <a:pt x="98" y="132"/>
                  <a:pt x="98" y="132"/>
                </a:cubicBezTo>
                <a:cubicBezTo>
                  <a:pt x="98" y="434"/>
                  <a:pt x="98" y="434"/>
                  <a:pt x="98" y="434"/>
                </a:cubicBezTo>
                <a:lnTo>
                  <a:pt x="0" y="4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8"/>
          <p:cNvSpPr/>
          <p:nvPr/>
        </p:nvSpPr>
        <p:spPr>
          <a:xfrm>
            <a:off x="1852613" y="2252663"/>
            <a:ext cx="157162" cy="169862"/>
          </a:xfrm>
          <a:custGeom>
            <a:rect b="b" l="l" r="r" t="t"/>
            <a:pathLst>
              <a:path extrusionOk="0" h="311" w="293">
                <a:moveTo>
                  <a:pt x="0" y="106"/>
                </a:moveTo>
                <a:lnTo>
                  <a:pt x="0" y="106"/>
                </a:lnTo>
                <a:cubicBezTo>
                  <a:pt x="0" y="62"/>
                  <a:pt x="0" y="35"/>
                  <a:pt x="0" y="8"/>
                </a:cubicBezTo>
                <a:cubicBezTo>
                  <a:pt x="79" y="8"/>
                  <a:pt x="79" y="8"/>
                  <a:pt x="79" y="8"/>
                </a:cubicBezTo>
                <a:cubicBezTo>
                  <a:pt x="88" y="44"/>
                  <a:pt x="88" y="44"/>
                  <a:pt x="88" y="44"/>
                </a:cubicBezTo>
                <a:cubicBezTo>
                  <a:pt x="97" y="26"/>
                  <a:pt x="132" y="0"/>
                  <a:pt x="186" y="0"/>
                </a:cubicBezTo>
                <a:cubicBezTo>
                  <a:pt x="248" y="0"/>
                  <a:pt x="292" y="44"/>
                  <a:pt x="292" y="132"/>
                </a:cubicBezTo>
                <a:cubicBezTo>
                  <a:pt x="292" y="310"/>
                  <a:pt x="292" y="310"/>
                  <a:pt x="292" y="310"/>
                </a:cubicBezTo>
                <a:cubicBezTo>
                  <a:pt x="194" y="310"/>
                  <a:pt x="194" y="310"/>
                  <a:pt x="194" y="310"/>
                </a:cubicBezTo>
                <a:cubicBezTo>
                  <a:pt x="194" y="141"/>
                  <a:pt x="194" y="141"/>
                  <a:pt x="194" y="141"/>
                </a:cubicBezTo>
                <a:cubicBezTo>
                  <a:pt x="194" y="106"/>
                  <a:pt x="186" y="79"/>
                  <a:pt x="150" y="79"/>
                </a:cubicBezTo>
                <a:cubicBezTo>
                  <a:pt x="123" y="79"/>
                  <a:pt x="106" y="97"/>
                  <a:pt x="97" y="115"/>
                </a:cubicBezTo>
                <a:cubicBezTo>
                  <a:pt x="97" y="115"/>
                  <a:pt x="97" y="124"/>
                  <a:pt x="97" y="132"/>
                </a:cubicBezTo>
                <a:cubicBezTo>
                  <a:pt x="97" y="310"/>
                  <a:pt x="97" y="310"/>
                  <a:pt x="97" y="310"/>
                </a:cubicBezTo>
                <a:cubicBezTo>
                  <a:pt x="0" y="310"/>
                  <a:pt x="0" y="310"/>
                  <a:pt x="0" y="310"/>
                </a:cubicBezTo>
                <a:lnTo>
                  <a:pt x="0" y="10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8"/>
          <p:cNvSpPr/>
          <p:nvPr/>
        </p:nvSpPr>
        <p:spPr>
          <a:xfrm>
            <a:off x="2298700" y="2173288"/>
            <a:ext cx="260350" cy="255587"/>
          </a:xfrm>
          <a:custGeom>
            <a:rect b="b" l="l" r="r" t="t"/>
            <a:pathLst>
              <a:path extrusionOk="0" h="471" w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39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338"/>
                </a:moveTo>
                <a:lnTo>
                  <a:pt x="177" y="338"/>
                </a:lnTo>
                <a:cubicBezTo>
                  <a:pt x="133" y="338"/>
                  <a:pt x="133" y="338"/>
                  <a:pt x="133" y="338"/>
                </a:cubicBezTo>
                <a:cubicBezTo>
                  <a:pt x="133" y="178"/>
                  <a:pt x="133" y="178"/>
                  <a:pt x="133" y="178"/>
                </a:cubicBezTo>
                <a:cubicBezTo>
                  <a:pt x="177" y="178"/>
                  <a:pt x="177" y="178"/>
                  <a:pt x="177" y="178"/>
                </a:cubicBezTo>
                <a:lnTo>
                  <a:pt x="177" y="338"/>
                </a:lnTo>
                <a:close/>
                <a:moveTo>
                  <a:pt x="159" y="160"/>
                </a:moveTo>
                <a:lnTo>
                  <a:pt x="159" y="160"/>
                </a:lnTo>
                <a:cubicBezTo>
                  <a:pt x="141" y="160"/>
                  <a:pt x="133" y="151"/>
                  <a:pt x="133" y="134"/>
                </a:cubicBezTo>
                <a:cubicBezTo>
                  <a:pt x="133" y="125"/>
                  <a:pt x="141" y="107"/>
                  <a:pt x="159" y="107"/>
                </a:cubicBezTo>
                <a:cubicBezTo>
                  <a:pt x="168" y="107"/>
                  <a:pt x="177" y="125"/>
                  <a:pt x="186" y="134"/>
                </a:cubicBezTo>
                <a:cubicBezTo>
                  <a:pt x="186" y="151"/>
                  <a:pt x="168" y="160"/>
                  <a:pt x="159" y="160"/>
                </a:cubicBezTo>
                <a:close/>
                <a:moveTo>
                  <a:pt x="354" y="338"/>
                </a:moveTo>
                <a:lnTo>
                  <a:pt x="354" y="338"/>
                </a:lnTo>
                <a:cubicBezTo>
                  <a:pt x="310" y="338"/>
                  <a:pt x="310" y="338"/>
                  <a:pt x="310" y="338"/>
                </a:cubicBezTo>
                <a:cubicBezTo>
                  <a:pt x="310" y="249"/>
                  <a:pt x="310" y="249"/>
                  <a:pt x="310" y="249"/>
                </a:cubicBezTo>
                <a:cubicBezTo>
                  <a:pt x="310" y="231"/>
                  <a:pt x="300" y="213"/>
                  <a:pt x="284" y="213"/>
                </a:cubicBezTo>
                <a:cubicBezTo>
                  <a:pt x="275" y="213"/>
                  <a:pt x="265" y="222"/>
                  <a:pt x="256" y="231"/>
                </a:cubicBezTo>
                <a:lnTo>
                  <a:pt x="256" y="240"/>
                </a:lnTo>
                <a:cubicBezTo>
                  <a:pt x="256" y="338"/>
                  <a:pt x="256" y="338"/>
                  <a:pt x="256" y="338"/>
                </a:cubicBezTo>
                <a:cubicBezTo>
                  <a:pt x="212" y="338"/>
                  <a:pt x="212" y="338"/>
                  <a:pt x="212" y="338"/>
                </a:cubicBezTo>
                <a:cubicBezTo>
                  <a:pt x="212" y="231"/>
                  <a:pt x="212" y="231"/>
                  <a:pt x="212" y="231"/>
                </a:cubicBezTo>
                <a:cubicBezTo>
                  <a:pt x="212" y="205"/>
                  <a:pt x="212" y="196"/>
                  <a:pt x="203" y="178"/>
                </a:cubicBezTo>
                <a:cubicBezTo>
                  <a:pt x="247" y="178"/>
                  <a:pt x="247" y="178"/>
                  <a:pt x="247" y="178"/>
                </a:cubicBezTo>
                <a:cubicBezTo>
                  <a:pt x="247" y="196"/>
                  <a:pt x="247" y="196"/>
                  <a:pt x="247" y="196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187"/>
                  <a:pt x="275" y="178"/>
                  <a:pt x="300" y="178"/>
                </a:cubicBezTo>
                <a:cubicBezTo>
                  <a:pt x="337" y="178"/>
                  <a:pt x="354" y="196"/>
                  <a:pt x="354" y="240"/>
                </a:cubicBezTo>
                <a:lnTo>
                  <a:pt x="354" y="3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8"/>
          <p:cNvSpPr/>
          <p:nvPr/>
        </p:nvSpPr>
        <p:spPr>
          <a:xfrm>
            <a:off x="1223963" y="2716213"/>
            <a:ext cx="260350" cy="246062"/>
          </a:xfrm>
          <a:custGeom>
            <a:rect b="b" l="l" r="r" t="t"/>
            <a:pathLst>
              <a:path extrusionOk="0" h="453" w="480">
                <a:moveTo>
                  <a:pt x="142" y="0"/>
                </a:moveTo>
                <a:lnTo>
                  <a:pt x="142" y="0"/>
                </a:lnTo>
                <a:cubicBezTo>
                  <a:pt x="0" y="89"/>
                  <a:pt x="0" y="89"/>
                  <a:pt x="0" y="89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239" y="80"/>
                  <a:pt x="239" y="80"/>
                  <a:pt x="239" y="80"/>
                </a:cubicBezTo>
                <a:lnTo>
                  <a:pt x="142" y="0"/>
                </a:lnTo>
                <a:close/>
                <a:moveTo>
                  <a:pt x="327" y="372"/>
                </a:moveTo>
                <a:lnTo>
                  <a:pt x="327" y="372"/>
                </a:lnTo>
                <a:cubicBezTo>
                  <a:pt x="319" y="372"/>
                  <a:pt x="319" y="372"/>
                  <a:pt x="319" y="372"/>
                </a:cubicBezTo>
                <a:cubicBezTo>
                  <a:pt x="239" y="310"/>
                  <a:pt x="239" y="310"/>
                  <a:pt x="239" y="310"/>
                </a:cubicBezTo>
                <a:cubicBezTo>
                  <a:pt x="159" y="372"/>
                  <a:pt x="159" y="372"/>
                  <a:pt x="159" y="372"/>
                </a:cubicBezTo>
                <a:cubicBezTo>
                  <a:pt x="159" y="372"/>
                  <a:pt x="159" y="372"/>
                  <a:pt x="151" y="372"/>
                </a:cubicBezTo>
                <a:cubicBezTo>
                  <a:pt x="88" y="337"/>
                  <a:pt x="88" y="337"/>
                  <a:pt x="88" y="337"/>
                </a:cubicBezTo>
                <a:cubicBezTo>
                  <a:pt x="88" y="355"/>
                  <a:pt x="88" y="355"/>
                  <a:pt x="88" y="355"/>
                </a:cubicBezTo>
                <a:cubicBezTo>
                  <a:pt x="239" y="452"/>
                  <a:pt x="239" y="452"/>
                  <a:pt x="239" y="452"/>
                </a:cubicBezTo>
                <a:cubicBezTo>
                  <a:pt x="389" y="355"/>
                  <a:pt x="389" y="355"/>
                  <a:pt x="389" y="355"/>
                </a:cubicBezTo>
                <a:cubicBezTo>
                  <a:pt x="389" y="337"/>
                  <a:pt x="389" y="337"/>
                  <a:pt x="389" y="337"/>
                </a:cubicBezTo>
                <a:cubicBezTo>
                  <a:pt x="327" y="372"/>
                  <a:pt x="327" y="372"/>
                  <a:pt x="327" y="372"/>
                </a:cubicBezTo>
                <a:close/>
                <a:moveTo>
                  <a:pt x="479" y="89"/>
                </a:moveTo>
                <a:lnTo>
                  <a:pt x="479" y="89"/>
                </a:lnTo>
                <a:cubicBezTo>
                  <a:pt x="336" y="0"/>
                  <a:pt x="336" y="0"/>
                  <a:pt x="336" y="0"/>
                </a:cubicBezTo>
                <a:cubicBezTo>
                  <a:pt x="239" y="80"/>
                  <a:pt x="239" y="80"/>
                  <a:pt x="239" y="80"/>
                </a:cubicBezTo>
                <a:cubicBezTo>
                  <a:pt x="380" y="168"/>
                  <a:pt x="380" y="168"/>
                  <a:pt x="380" y="168"/>
                </a:cubicBezTo>
                <a:lnTo>
                  <a:pt x="479" y="89"/>
                </a:lnTo>
                <a:close/>
                <a:moveTo>
                  <a:pt x="239" y="257"/>
                </a:moveTo>
                <a:lnTo>
                  <a:pt x="239" y="257"/>
                </a:lnTo>
                <a:cubicBezTo>
                  <a:pt x="327" y="328"/>
                  <a:pt x="327" y="328"/>
                  <a:pt x="327" y="328"/>
                </a:cubicBezTo>
                <a:cubicBezTo>
                  <a:pt x="470" y="240"/>
                  <a:pt x="470" y="240"/>
                  <a:pt x="470" y="240"/>
                </a:cubicBezTo>
                <a:cubicBezTo>
                  <a:pt x="380" y="168"/>
                  <a:pt x="380" y="168"/>
                  <a:pt x="380" y="168"/>
                </a:cubicBezTo>
                <a:lnTo>
                  <a:pt x="239" y="257"/>
                </a:lnTo>
                <a:close/>
                <a:moveTo>
                  <a:pt x="151" y="328"/>
                </a:moveTo>
                <a:lnTo>
                  <a:pt x="151" y="328"/>
                </a:lnTo>
                <a:cubicBezTo>
                  <a:pt x="239" y="257"/>
                  <a:pt x="239" y="257"/>
                  <a:pt x="239" y="257"/>
                </a:cubicBezTo>
                <a:cubicBezTo>
                  <a:pt x="98" y="168"/>
                  <a:pt x="98" y="168"/>
                  <a:pt x="98" y="168"/>
                </a:cubicBezTo>
                <a:cubicBezTo>
                  <a:pt x="8" y="240"/>
                  <a:pt x="8" y="240"/>
                  <a:pt x="8" y="240"/>
                </a:cubicBezTo>
                <a:lnTo>
                  <a:pt x="151" y="32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8"/>
          <p:cNvSpPr/>
          <p:nvPr/>
        </p:nvSpPr>
        <p:spPr>
          <a:xfrm>
            <a:off x="7704138" y="1620838"/>
            <a:ext cx="217487" cy="276225"/>
          </a:xfrm>
          <a:custGeom>
            <a:rect b="b" l="l" r="r" t="t"/>
            <a:pathLst>
              <a:path extrusionOk="0" h="506" w="400">
                <a:moveTo>
                  <a:pt x="160" y="336"/>
                </a:moveTo>
                <a:lnTo>
                  <a:pt x="160" y="336"/>
                </a:lnTo>
                <a:cubicBezTo>
                  <a:pt x="150" y="408"/>
                  <a:pt x="133" y="479"/>
                  <a:pt x="89" y="505"/>
                </a:cubicBezTo>
                <a:cubicBezTo>
                  <a:pt x="71" y="408"/>
                  <a:pt x="106" y="327"/>
                  <a:pt x="124" y="248"/>
                </a:cubicBezTo>
                <a:cubicBezTo>
                  <a:pt x="97" y="195"/>
                  <a:pt x="124" y="97"/>
                  <a:pt x="186" y="124"/>
                </a:cubicBezTo>
                <a:cubicBezTo>
                  <a:pt x="257" y="151"/>
                  <a:pt x="124" y="301"/>
                  <a:pt x="213" y="319"/>
                </a:cubicBezTo>
                <a:cubicBezTo>
                  <a:pt x="310" y="336"/>
                  <a:pt x="355" y="151"/>
                  <a:pt x="293" y="97"/>
                </a:cubicBezTo>
                <a:cubicBezTo>
                  <a:pt x="204" y="8"/>
                  <a:pt x="36" y="89"/>
                  <a:pt x="62" y="213"/>
                </a:cubicBezTo>
                <a:cubicBezTo>
                  <a:pt x="62" y="248"/>
                  <a:pt x="97" y="257"/>
                  <a:pt x="71" y="301"/>
                </a:cubicBezTo>
                <a:cubicBezTo>
                  <a:pt x="18" y="283"/>
                  <a:pt x="0" y="239"/>
                  <a:pt x="0" y="186"/>
                </a:cubicBezTo>
                <a:cubicBezTo>
                  <a:pt x="9" y="89"/>
                  <a:pt x="89" y="26"/>
                  <a:pt x="168" y="17"/>
                </a:cubicBezTo>
                <a:cubicBezTo>
                  <a:pt x="275" y="0"/>
                  <a:pt x="372" y="53"/>
                  <a:pt x="390" y="151"/>
                </a:cubicBezTo>
                <a:cubicBezTo>
                  <a:pt x="399" y="257"/>
                  <a:pt x="337" y="380"/>
                  <a:pt x="231" y="372"/>
                </a:cubicBezTo>
                <a:cubicBezTo>
                  <a:pt x="195" y="372"/>
                  <a:pt x="186" y="354"/>
                  <a:pt x="160" y="33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8"/>
          <p:cNvSpPr/>
          <p:nvPr/>
        </p:nvSpPr>
        <p:spPr>
          <a:xfrm>
            <a:off x="8218488" y="1635125"/>
            <a:ext cx="260350" cy="257175"/>
          </a:xfrm>
          <a:custGeom>
            <a:rect b="b" l="l" r="r" t="t"/>
            <a:pathLst>
              <a:path extrusionOk="0" h="471" w="479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40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257" y="293"/>
                </a:moveTo>
                <a:lnTo>
                  <a:pt x="257" y="293"/>
                </a:lnTo>
                <a:cubicBezTo>
                  <a:pt x="240" y="293"/>
                  <a:pt x="231" y="284"/>
                  <a:pt x="222" y="275"/>
                </a:cubicBezTo>
                <a:cubicBezTo>
                  <a:pt x="213" y="310"/>
                  <a:pt x="204" y="346"/>
                  <a:pt x="186" y="363"/>
                </a:cubicBezTo>
                <a:cubicBezTo>
                  <a:pt x="178" y="310"/>
                  <a:pt x="195" y="266"/>
                  <a:pt x="204" y="231"/>
                </a:cubicBezTo>
                <a:cubicBezTo>
                  <a:pt x="186" y="204"/>
                  <a:pt x="204" y="151"/>
                  <a:pt x="240" y="169"/>
                </a:cubicBezTo>
                <a:cubicBezTo>
                  <a:pt x="275" y="178"/>
                  <a:pt x="204" y="257"/>
                  <a:pt x="249" y="266"/>
                </a:cubicBezTo>
                <a:cubicBezTo>
                  <a:pt x="302" y="275"/>
                  <a:pt x="319" y="178"/>
                  <a:pt x="284" y="151"/>
                </a:cubicBezTo>
                <a:cubicBezTo>
                  <a:pt x="249" y="107"/>
                  <a:pt x="159" y="151"/>
                  <a:pt x="169" y="213"/>
                </a:cubicBezTo>
                <a:cubicBezTo>
                  <a:pt x="178" y="231"/>
                  <a:pt x="186" y="231"/>
                  <a:pt x="178" y="257"/>
                </a:cubicBezTo>
                <a:cubicBezTo>
                  <a:pt x="151" y="248"/>
                  <a:pt x="142" y="222"/>
                  <a:pt x="142" y="195"/>
                </a:cubicBezTo>
                <a:cubicBezTo>
                  <a:pt x="142" y="151"/>
                  <a:pt x="186" y="116"/>
                  <a:pt x="231" y="107"/>
                </a:cubicBezTo>
                <a:cubicBezTo>
                  <a:pt x="284" y="107"/>
                  <a:pt x="328" y="134"/>
                  <a:pt x="337" y="178"/>
                </a:cubicBezTo>
                <a:cubicBezTo>
                  <a:pt x="346" y="231"/>
                  <a:pt x="310" y="293"/>
                  <a:pt x="257" y="29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8"/>
          <p:cNvSpPr/>
          <p:nvPr/>
        </p:nvSpPr>
        <p:spPr>
          <a:xfrm>
            <a:off x="3917950" y="2716213"/>
            <a:ext cx="250825" cy="246062"/>
          </a:xfrm>
          <a:custGeom>
            <a:rect b="b" l="l" r="r" t="t"/>
            <a:pathLst>
              <a:path extrusionOk="0" h="453" w="462">
                <a:moveTo>
                  <a:pt x="195" y="0"/>
                </a:moveTo>
                <a:lnTo>
                  <a:pt x="195" y="0"/>
                </a:lnTo>
                <a:cubicBezTo>
                  <a:pt x="79" y="18"/>
                  <a:pt x="0" y="106"/>
                  <a:pt x="0" y="222"/>
                </a:cubicBezTo>
                <a:cubicBezTo>
                  <a:pt x="0" y="284"/>
                  <a:pt x="26" y="328"/>
                  <a:pt x="53" y="372"/>
                </a:cubicBezTo>
                <a:cubicBezTo>
                  <a:pt x="133" y="337"/>
                  <a:pt x="195" y="248"/>
                  <a:pt x="195" y="142"/>
                </a:cubicBezTo>
                <a:lnTo>
                  <a:pt x="195" y="0"/>
                </a:lnTo>
                <a:close/>
                <a:moveTo>
                  <a:pt x="230" y="284"/>
                </a:moveTo>
                <a:lnTo>
                  <a:pt x="230" y="284"/>
                </a:lnTo>
                <a:cubicBezTo>
                  <a:pt x="212" y="337"/>
                  <a:pt x="177" y="390"/>
                  <a:pt x="124" y="425"/>
                </a:cubicBezTo>
                <a:cubicBezTo>
                  <a:pt x="151" y="443"/>
                  <a:pt x="186" y="452"/>
                  <a:pt x="230" y="452"/>
                </a:cubicBezTo>
                <a:cubicBezTo>
                  <a:pt x="265" y="452"/>
                  <a:pt x="310" y="443"/>
                  <a:pt x="336" y="425"/>
                </a:cubicBezTo>
                <a:cubicBezTo>
                  <a:pt x="283" y="390"/>
                  <a:pt x="248" y="337"/>
                  <a:pt x="230" y="284"/>
                </a:cubicBezTo>
                <a:close/>
                <a:moveTo>
                  <a:pt x="265" y="142"/>
                </a:moveTo>
                <a:lnTo>
                  <a:pt x="265" y="142"/>
                </a:lnTo>
                <a:cubicBezTo>
                  <a:pt x="265" y="248"/>
                  <a:pt x="327" y="328"/>
                  <a:pt x="408" y="372"/>
                </a:cubicBezTo>
                <a:cubicBezTo>
                  <a:pt x="434" y="328"/>
                  <a:pt x="461" y="284"/>
                  <a:pt x="461" y="222"/>
                </a:cubicBezTo>
                <a:cubicBezTo>
                  <a:pt x="461" y="106"/>
                  <a:pt x="372" y="18"/>
                  <a:pt x="265" y="0"/>
                </a:cubicBezTo>
                <a:lnTo>
                  <a:pt x="265" y="1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8"/>
          <p:cNvSpPr/>
          <p:nvPr/>
        </p:nvSpPr>
        <p:spPr>
          <a:xfrm>
            <a:off x="6070600" y="2197100"/>
            <a:ext cx="260350" cy="207963"/>
          </a:xfrm>
          <a:custGeom>
            <a:rect b="b" l="l" r="r" t="t"/>
            <a:pathLst>
              <a:path extrusionOk="0" h="382" w="480">
                <a:moveTo>
                  <a:pt x="381" y="168"/>
                </a:moveTo>
                <a:lnTo>
                  <a:pt x="381" y="168"/>
                </a:lnTo>
                <a:cubicBezTo>
                  <a:pt x="443" y="151"/>
                  <a:pt x="479" y="89"/>
                  <a:pt x="453" y="80"/>
                </a:cubicBezTo>
                <a:cubicBezTo>
                  <a:pt x="390" y="80"/>
                  <a:pt x="337" y="53"/>
                  <a:pt x="302" y="27"/>
                </a:cubicBezTo>
                <a:cubicBezTo>
                  <a:pt x="293" y="27"/>
                  <a:pt x="293" y="27"/>
                  <a:pt x="284" y="18"/>
                </a:cubicBezTo>
                <a:cubicBezTo>
                  <a:pt x="284" y="160"/>
                  <a:pt x="284" y="160"/>
                  <a:pt x="284" y="160"/>
                </a:cubicBezTo>
                <a:cubicBezTo>
                  <a:pt x="284" y="213"/>
                  <a:pt x="257" y="248"/>
                  <a:pt x="222" y="266"/>
                </a:cubicBezTo>
                <a:cubicBezTo>
                  <a:pt x="178" y="283"/>
                  <a:pt x="124" y="275"/>
                  <a:pt x="106" y="230"/>
                </a:cubicBezTo>
                <a:cubicBezTo>
                  <a:pt x="90" y="195"/>
                  <a:pt x="115" y="142"/>
                  <a:pt x="160" y="115"/>
                </a:cubicBezTo>
                <a:cubicBezTo>
                  <a:pt x="187" y="106"/>
                  <a:pt x="213" y="106"/>
                  <a:pt x="240" y="115"/>
                </a:cubicBezTo>
                <a:cubicBezTo>
                  <a:pt x="240" y="0"/>
                  <a:pt x="240" y="0"/>
                  <a:pt x="240" y="0"/>
                </a:cubicBezTo>
                <a:cubicBezTo>
                  <a:pt x="222" y="0"/>
                  <a:pt x="213" y="0"/>
                  <a:pt x="196" y="0"/>
                </a:cubicBezTo>
                <a:cubicBezTo>
                  <a:pt x="90" y="0"/>
                  <a:pt x="0" y="80"/>
                  <a:pt x="0" y="186"/>
                </a:cubicBezTo>
                <a:cubicBezTo>
                  <a:pt x="0" y="293"/>
                  <a:pt x="90" y="381"/>
                  <a:pt x="196" y="381"/>
                </a:cubicBezTo>
                <a:cubicBezTo>
                  <a:pt x="302" y="381"/>
                  <a:pt x="381" y="293"/>
                  <a:pt x="381" y="186"/>
                </a:cubicBezTo>
                <a:cubicBezTo>
                  <a:pt x="381" y="177"/>
                  <a:pt x="381" y="168"/>
                  <a:pt x="381" y="16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8"/>
          <p:cNvSpPr/>
          <p:nvPr/>
        </p:nvSpPr>
        <p:spPr>
          <a:xfrm>
            <a:off x="6604000" y="2173288"/>
            <a:ext cx="260350" cy="255587"/>
          </a:xfrm>
          <a:custGeom>
            <a:rect b="b" l="l" r="r" t="t"/>
            <a:pathLst>
              <a:path extrusionOk="0" h="471" w="480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28" y="222"/>
                </a:moveTo>
                <a:lnTo>
                  <a:pt x="328" y="222"/>
                </a:lnTo>
                <a:lnTo>
                  <a:pt x="328" y="231"/>
                </a:lnTo>
                <a:cubicBezTo>
                  <a:pt x="328" y="293"/>
                  <a:pt x="283" y="328"/>
                  <a:pt x="230" y="328"/>
                </a:cubicBezTo>
                <a:cubicBezTo>
                  <a:pt x="177" y="328"/>
                  <a:pt x="133" y="293"/>
                  <a:pt x="133" y="231"/>
                </a:cubicBezTo>
                <a:cubicBezTo>
                  <a:pt x="133" y="178"/>
                  <a:pt x="177" y="134"/>
                  <a:pt x="230" y="134"/>
                </a:cubicBezTo>
                <a:cubicBezTo>
                  <a:pt x="239" y="134"/>
                  <a:pt x="248" y="134"/>
                  <a:pt x="248" y="143"/>
                </a:cubicBezTo>
                <a:cubicBezTo>
                  <a:pt x="248" y="196"/>
                  <a:pt x="248" y="196"/>
                  <a:pt x="248" y="196"/>
                </a:cubicBezTo>
                <a:cubicBezTo>
                  <a:pt x="239" y="187"/>
                  <a:pt x="222" y="196"/>
                  <a:pt x="213" y="196"/>
                </a:cubicBezTo>
                <a:cubicBezTo>
                  <a:pt x="186" y="213"/>
                  <a:pt x="177" y="231"/>
                  <a:pt x="186" y="258"/>
                </a:cubicBezTo>
                <a:cubicBezTo>
                  <a:pt x="195" y="275"/>
                  <a:pt x="222" y="284"/>
                  <a:pt x="248" y="275"/>
                </a:cubicBezTo>
                <a:cubicBezTo>
                  <a:pt x="257" y="267"/>
                  <a:pt x="275" y="249"/>
                  <a:pt x="275" y="222"/>
                </a:cubicBezTo>
                <a:cubicBezTo>
                  <a:pt x="275" y="151"/>
                  <a:pt x="275" y="151"/>
                  <a:pt x="275" y="151"/>
                </a:cubicBezTo>
                <a:lnTo>
                  <a:pt x="283" y="151"/>
                </a:lnTo>
                <a:cubicBezTo>
                  <a:pt x="301" y="160"/>
                  <a:pt x="328" y="178"/>
                  <a:pt x="354" y="178"/>
                </a:cubicBezTo>
                <a:cubicBezTo>
                  <a:pt x="372" y="178"/>
                  <a:pt x="354" y="213"/>
                  <a:pt x="328" y="2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8"/>
          <p:cNvSpPr/>
          <p:nvPr/>
        </p:nvSpPr>
        <p:spPr>
          <a:xfrm>
            <a:off x="1790700" y="2716213"/>
            <a:ext cx="222250" cy="246062"/>
          </a:xfrm>
          <a:custGeom>
            <a:rect b="b" l="l" r="r" t="t"/>
            <a:pathLst>
              <a:path extrusionOk="0" h="453" w="409">
                <a:moveTo>
                  <a:pt x="364" y="80"/>
                </a:moveTo>
                <a:lnTo>
                  <a:pt x="364" y="80"/>
                </a:lnTo>
                <a:cubicBezTo>
                  <a:pt x="364" y="53"/>
                  <a:pt x="329" y="53"/>
                  <a:pt x="329" y="53"/>
                </a:cubicBezTo>
                <a:cubicBezTo>
                  <a:pt x="222" y="45"/>
                  <a:pt x="222" y="45"/>
                  <a:pt x="222" y="45"/>
                </a:cubicBezTo>
                <a:cubicBezTo>
                  <a:pt x="222" y="45"/>
                  <a:pt x="222" y="18"/>
                  <a:pt x="204" y="9"/>
                </a:cubicBezTo>
                <a:cubicBezTo>
                  <a:pt x="177" y="0"/>
                  <a:pt x="160" y="0"/>
                  <a:pt x="142" y="0"/>
                </a:cubicBezTo>
                <a:cubicBezTo>
                  <a:pt x="124" y="0"/>
                  <a:pt x="124" y="27"/>
                  <a:pt x="124" y="45"/>
                </a:cubicBezTo>
                <a:cubicBezTo>
                  <a:pt x="124" y="62"/>
                  <a:pt x="124" y="89"/>
                  <a:pt x="124" y="98"/>
                </a:cubicBezTo>
                <a:cubicBezTo>
                  <a:pt x="124" y="124"/>
                  <a:pt x="116" y="133"/>
                  <a:pt x="80" y="133"/>
                </a:cubicBezTo>
                <a:cubicBezTo>
                  <a:pt x="27" y="133"/>
                  <a:pt x="27" y="133"/>
                  <a:pt x="27" y="133"/>
                </a:cubicBezTo>
                <a:cubicBezTo>
                  <a:pt x="10" y="133"/>
                  <a:pt x="0" y="133"/>
                  <a:pt x="0" y="151"/>
                </a:cubicBezTo>
                <a:cubicBezTo>
                  <a:pt x="0" y="159"/>
                  <a:pt x="18" y="275"/>
                  <a:pt x="45" y="302"/>
                </a:cubicBezTo>
                <a:cubicBezTo>
                  <a:pt x="63" y="310"/>
                  <a:pt x="151" y="319"/>
                  <a:pt x="169" y="319"/>
                </a:cubicBezTo>
                <a:cubicBezTo>
                  <a:pt x="186" y="319"/>
                  <a:pt x="177" y="266"/>
                  <a:pt x="186" y="266"/>
                </a:cubicBezTo>
                <a:cubicBezTo>
                  <a:pt x="195" y="266"/>
                  <a:pt x="195" y="302"/>
                  <a:pt x="231" y="310"/>
                </a:cubicBezTo>
                <a:cubicBezTo>
                  <a:pt x="257" y="310"/>
                  <a:pt x="302" y="310"/>
                  <a:pt x="302" y="337"/>
                </a:cubicBezTo>
                <a:cubicBezTo>
                  <a:pt x="302" y="363"/>
                  <a:pt x="310" y="399"/>
                  <a:pt x="293" y="399"/>
                </a:cubicBezTo>
                <a:cubicBezTo>
                  <a:pt x="248" y="408"/>
                  <a:pt x="248" y="408"/>
                  <a:pt x="248" y="408"/>
                </a:cubicBezTo>
                <a:cubicBezTo>
                  <a:pt x="213" y="399"/>
                  <a:pt x="222" y="372"/>
                  <a:pt x="239" y="372"/>
                </a:cubicBezTo>
                <a:cubicBezTo>
                  <a:pt x="248" y="372"/>
                  <a:pt x="257" y="372"/>
                  <a:pt x="257" y="372"/>
                </a:cubicBezTo>
                <a:cubicBezTo>
                  <a:pt x="257" y="337"/>
                  <a:pt x="257" y="337"/>
                  <a:pt x="257" y="337"/>
                </a:cubicBezTo>
                <a:cubicBezTo>
                  <a:pt x="257" y="337"/>
                  <a:pt x="195" y="328"/>
                  <a:pt x="186" y="372"/>
                </a:cubicBezTo>
                <a:cubicBezTo>
                  <a:pt x="186" y="417"/>
                  <a:pt x="195" y="434"/>
                  <a:pt x="195" y="434"/>
                </a:cubicBezTo>
                <a:cubicBezTo>
                  <a:pt x="204" y="443"/>
                  <a:pt x="213" y="452"/>
                  <a:pt x="293" y="452"/>
                </a:cubicBezTo>
                <a:cubicBezTo>
                  <a:pt x="408" y="452"/>
                  <a:pt x="364" y="115"/>
                  <a:pt x="364" y="80"/>
                </a:cubicBezTo>
                <a:close/>
                <a:moveTo>
                  <a:pt x="319" y="231"/>
                </a:moveTo>
                <a:lnTo>
                  <a:pt x="319" y="231"/>
                </a:lnTo>
                <a:cubicBezTo>
                  <a:pt x="319" y="240"/>
                  <a:pt x="302" y="222"/>
                  <a:pt x="284" y="222"/>
                </a:cubicBezTo>
                <a:cubicBezTo>
                  <a:pt x="266" y="222"/>
                  <a:pt x="248" y="231"/>
                  <a:pt x="248" y="231"/>
                </a:cubicBezTo>
                <a:cubicBezTo>
                  <a:pt x="239" y="222"/>
                  <a:pt x="248" y="177"/>
                  <a:pt x="284" y="177"/>
                </a:cubicBezTo>
                <a:cubicBezTo>
                  <a:pt x="310" y="177"/>
                  <a:pt x="329" y="231"/>
                  <a:pt x="319" y="2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8"/>
          <p:cNvSpPr/>
          <p:nvPr/>
        </p:nvSpPr>
        <p:spPr>
          <a:xfrm>
            <a:off x="1790700" y="2720975"/>
            <a:ext cx="42863" cy="42863"/>
          </a:xfrm>
          <a:custGeom>
            <a:rect b="b" l="l" r="r" t="t"/>
            <a:pathLst>
              <a:path extrusionOk="0" h="81" w="81">
                <a:moveTo>
                  <a:pt x="80" y="71"/>
                </a:moveTo>
                <a:lnTo>
                  <a:pt x="80" y="71"/>
                </a:lnTo>
                <a:cubicBezTo>
                  <a:pt x="80" y="62"/>
                  <a:pt x="80" y="0"/>
                  <a:pt x="8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0"/>
                  <a:pt x="54" y="80"/>
                  <a:pt x="71" y="80"/>
                </a:cubicBezTo>
                <a:cubicBezTo>
                  <a:pt x="80" y="80"/>
                  <a:pt x="80" y="80"/>
                  <a:pt x="80" y="7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8"/>
          <p:cNvSpPr/>
          <p:nvPr/>
        </p:nvSpPr>
        <p:spPr>
          <a:xfrm>
            <a:off x="3375025" y="1635125"/>
            <a:ext cx="260350" cy="257175"/>
          </a:xfrm>
          <a:custGeom>
            <a:rect b="b" l="l" r="r" t="t"/>
            <a:pathLst>
              <a:path extrusionOk="0" h="471" w="480"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40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346" y="187"/>
                </a:moveTo>
                <a:lnTo>
                  <a:pt x="346" y="187"/>
                </a:lnTo>
                <a:cubicBezTo>
                  <a:pt x="337" y="257"/>
                  <a:pt x="266" y="319"/>
                  <a:pt x="249" y="338"/>
                </a:cubicBezTo>
                <a:cubicBezTo>
                  <a:pt x="222" y="346"/>
                  <a:pt x="205" y="328"/>
                  <a:pt x="195" y="319"/>
                </a:cubicBezTo>
                <a:cubicBezTo>
                  <a:pt x="187" y="301"/>
                  <a:pt x="169" y="204"/>
                  <a:pt x="160" y="195"/>
                </a:cubicBezTo>
                <a:cubicBezTo>
                  <a:pt x="151" y="195"/>
                  <a:pt x="134" y="204"/>
                  <a:pt x="134" y="204"/>
                </a:cubicBezTo>
                <a:cubicBezTo>
                  <a:pt x="124" y="195"/>
                  <a:pt x="124" y="195"/>
                  <a:pt x="124" y="195"/>
                </a:cubicBezTo>
                <a:cubicBezTo>
                  <a:pt x="124" y="195"/>
                  <a:pt x="160" y="151"/>
                  <a:pt x="195" y="142"/>
                </a:cubicBezTo>
                <a:cubicBezTo>
                  <a:pt x="222" y="134"/>
                  <a:pt x="222" y="187"/>
                  <a:pt x="231" y="222"/>
                </a:cubicBezTo>
                <a:cubicBezTo>
                  <a:pt x="240" y="248"/>
                  <a:pt x="240" y="266"/>
                  <a:pt x="249" y="266"/>
                </a:cubicBezTo>
                <a:cubicBezTo>
                  <a:pt x="258" y="266"/>
                  <a:pt x="266" y="248"/>
                  <a:pt x="284" y="222"/>
                </a:cubicBezTo>
                <a:cubicBezTo>
                  <a:pt x="293" y="204"/>
                  <a:pt x="275" y="178"/>
                  <a:pt x="258" y="195"/>
                </a:cubicBezTo>
                <a:cubicBezTo>
                  <a:pt x="266" y="134"/>
                  <a:pt x="364" y="116"/>
                  <a:pt x="346" y="18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8"/>
          <p:cNvSpPr/>
          <p:nvPr/>
        </p:nvSpPr>
        <p:spPr>
          <a:xfrm>
            <a:off x="2298700" y="1635125"/>
            <a:ext cx="260350" cy="257175"/>
          </a:xfrm>
          <a:custGeom>
            <a:rect b="b" l="l" r="r" t="t"/>
            <a:pathLst>
              <a:path extrusionOk="0" h="471" w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39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177" y="284"/>
                </a:moveTo>
                <a:lnTo>
                  <a:pt x="177" y="284"/>
                </a:lnTo>
                <a:cubicBezTo>
                  <a:pt x="150" y="284"/>
                  <a:pt x="124" y="266"/>
                  <a:pt x="124" y="231"/>
                </a:cubicBezTo>
                <a:cubicBezTo>
                  <a:pt x="124" y="204"/>
                  <a:pt x="150" y="187"/>
                  <a:pt x="177" y="187"/>
                </a:cubicBezTo>
                <a:cubicBezTo>
                  <a:pt x="203" y="187"/>
                  <a:pt x="221" y="204"/>
                  <a:pt x="221" y="231"/>
                </a:cubicBezTo>
                <a:cubicBezTo>
                  <a:pt x="221" y="266"/>
                  <a:pt x="203" y="284"/>
                  <a:pt x="177" y="284"/>
                </a:cubicBezTo>
                <a:close/>
                <a:moveTo>
                  <a:pt x="300" y="284"/>
                </a:moveTo>
                <a:lnTo>
                  <a:pt x="300" y="284"/>
                </a:lnTo>
                <a:cubicBezTo>
                  <a:pt x="275" y="284"/>
                  <a:pt x="256" y="266"/>
                  <a:pt x="256" y="231"/>
                </a:cubicBezTo>
                <a:cubicBezTo>
                  <a:pt x="256" y="204"/>
                  <a:pt x="275" y="187"/>
                  <a:pt x="300" y="187"/>
                </a:cubicBezTo>
                <a:cubicBezTo>
                  <a:pt x="328" y="187"/>
                  <a:pt x="354" y="204"/>
                  <a:pt x="354" y="231"/>
                </a:cubicBezTo>
                <a:cubicBezTo>
                  <a:pt x="354" y="266"/>
                  <a:pt x="328" y="284"/>
                  <a:pt x="300" y="2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p8"/>
          <p:cNvSpPr/>
          <p:nvPr/>
        </p:nvSpPr>
        <p:spPr>
          <a:xfrm>
            <a:off x="2322513" y="2730500"/>
            <a:ext cx="212725" cy="214313"/>
          </a:xfrm>
          <a:custGeom>
            <a:rect b="b" l="l" r="r" t="t"/>
            <a:pathLst>
              <a:path extrusionOk="0" h="399" w="391">
                <a:moveTo>
                  <a:pt x="89" y="160"/>
                </a:moveTo>
                <a:lnTo>
                  <a:pt x="89" y="160"/>
                </a:lnTo>
                <a:cubicBezTo>
                  <a:pt x="89" y="124"/>
                  <a:pt x="97" y="97"/>
                  <a:pt x="133" y="88"/>
                </a:cubicBezTo>
                <a:cubicBezTo>
                  <a:pt x="142" y="88"/>
                  <a:pt x="168" y="88"/>
                  <a:pt x="186" y="88"/>
                </a:cubicBezTo>
                <a:cubicBezTo>
                  <a:pt x="186" y="150"/>
                  <a:pt x="186" y="150"/>
                  <a:pt x="186" y="150"/>
                </a:cubicBezTo>
                <a:cubicBezTo>
                  <a:pt x="186" y="160"/>
                  <a:pt x="195" y="160"/>
                  <a:pt x="195" y="160"/>
                </a:cubicBezTo>
                <a:cubicBezTo>
                  <a:pt x="195" y="160"/>
                  <a:pt x="195" y="160"/>
                  <a:pt x="195" y="150"/>
                </a:cubicBezTo>
                <a:cubicBezTo>
                  <a:pt x="354" y="0"/>
                  <a:pt x="354" y="0"/>
                  <a:pt x="354" y="0"/>
                </a:cubicBezTo>
                <a:cubicBezTo>
                  <a:pt x="248" y="0"/>
                  <a:pt x="248" y="0"/>
                  <a:pt x="248" y="0"/>
                </a:cubicBezTo>
                <a:cubicBezTo>
                  <a:pt x="133" y="0"/>
                  <a:pt x="133" y="0"/>
                  <a:pt x="133" y="0"/>
                </a:cubicBezTo>
                <a:cubicBezTo>
                  <a:pt x="44" y="0"/>
                  <a:pt x="0" y="53"/>
                  <a:pt x="0" y="150"/>
                </a:cubicBezTo>
                <a:cubicBezTo>
                  <a:pt x="0" y="354"/>
                  <a:pt x="0" y="354"/>
                  <a:pt x="0" y="354"/>
                </a:cubicBezTo>
                <a:cubicBezTo>
                  <a:pt x="89" y="266"/>
                  <a:pt x="89" y="266"/>
                  <a:pt x="89" y="266"/>
                </a:cubicBezTo>
                <a:lnTo>
                  <a:pt x="89" y="160"/>
                </a:lnTo>
                <a:close/>
                <a:moveTo>
                  <a:pt x="301" y="132"/>
                </a:moveTo>
                <a:lnTo>
                  <a:pt x="301" y="132"/>
                </a:lnTo>
                <a:cubicBezTo>
                  <a:pt x="301" y="239"/>
                  <a:pt x="301" y="239"/>
                  <a:pt x="301" y="239"/>
                </a:cubicBezTo>
                <a:cubicBezTo>
                  <a:pt x="301" y="275"/>
                  <a:pt x="293" y="301"/>
                  <a:pt x="256" y="310"/>
                </a:cubicBezTo>
                <a:cubicBezTo>
                  <a:pt x="248" y="310"/>
                  <a:pt x="221" y="310"/>
                  <a:pt x="203" y="310"/>
                </a:cubicBezTo>
                <a:cubicBezTo>
                  <a:pt x="203" y="248"/>
                  <a:pt x="203" y="248"/>
                  <a:pt x="203" y="248"/>
                </a:cubicBezTo>
                <a:cubicBezTo>
                  <a:pt x="203" y="239"/>
                  <a:pt x="195" y="239"/>
                  <a:pt x="195" y="239"/>
                </a:cubicBezTo>
                <a:cubicBezTo>
                  <a:pt x="35" y="398"/>
                  <a:pt x="35" y="398"/>
                  <a:pt x="35" y="398"/>
                </a:cubicBezTo>
                <a:cubicBezTo>
                  <a:pt x="142" y="398"/>
                  <a:pt x="142" y="398"/>
                  <a:pt x="142" y="398"/>
                </a:cubicBezTo>
                <a:cubicBezTo>
                  <a:pt x="256" y="398"/>
                  <a:pt x="256" y="398"/>
                  <a:pt x="256" y="398"/>
                </a:cubicBezTo>
                <a:cubicBezTo>
                  <a:pt x="346" y="398"/>
                  <a:pt x="390" y="345"/>
                  <a:pt x="390" y="248"/>
                </a:cubicBezTo>
                <a:cubicBezTo>
                  <a:pt x="390" y="44"/>
                  <a:pt x="390" y="44"/>
                  <a:pt x="390" y="44"/>
                </a:cubicBezTo>
                <a:lnTo>
                  <a:pt x="301" y="1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8"/>
          <p:cNvSpPr/>
          <p:nvPr/>
        </p:nvSpPr>
        <p:spPr>
          <a:xfrm>
            <a:off x="8208963" y="2173288"/>
            <a:ext cx="266700" cy="269875"/>
          </a:xfrm>
          <a:custGeom>
            <a:rect b="b" l="l" r="r" t="t"/>
            <a:pathLst>
              <a:path extrusionOk="0" h="498" w="496">
                <a:moveTo>
                  <a:pt x="433" y="311"/>
                </a:moveTo>
                <a:lnTo>
                  <a:pt x="433" y="311"/>
                </a:lnTo>
                <a:cubicBezTo>
                  <a:pt x="416" y="293"/>
                  <a:pt x="389" y="293"/>
                  <a:pt x="372" y="320"/>
                </a:cubicBezTo>
                <a:cubicBezTo>
                  <a:pt x="363" y="338"/>
                  <a:pt x="266" y="453"/>
                  <a:pt x="106" y="409"/>
                </a:cubicBezTo>
                <a:cubicBezTo>
                  <a:pt x="115" y="409"/>
                  <a:pt x="123" y="417"/>
                  <a:pt x="123" y="417"/>
                </a:cubicBezTo>
                <a:cubicBezTo>
                  <a:pt x="230" y="497"/>
                  <a:pt x="372" y="470"/>
                  <a:pt x="442" y="364"/>
                </a:cubicBezTo>
                <a:cubicBezTo>
                  <a:pt x="460" y="347"/>
                  <a:pt x="451" y="320"/>
                  <a:pt x="433" y="311"/>
                </a:cubicBezTo>
                <a:close/>
                <a:moveTo>
                  <a:pt x="132" y="293"/>
                </a:moveTo>
                <a:lnTo>
                  <a:pt x="132" y="293"/>
                </a:lnTo>
                <a:cubicBezTo>
                  <a:pt x="115" y="275"/>
                  <a:pt x="62" y="134"/>
                  <a:pt x="186" y="19"/>
                </a:cubicBezTo>
                <a:cubicBezTo>
                  <a:pt x="176" y="19"/>
                  <a:pt x="168" y="28"/>
                  <a:pt x="159" y="28"/>
                </a:cubicBezTo>
                <a:cubicBezTo>
                  <a:pt x="44" y="81"/>
                  <a:pt x="0" y="213"/>
                  <a:pt x="53" y="328"/>
                </a:cubicBezTo>
                <a:cubicBezTo>
                  <a:pt x="62" y="356"/>
                  <a:pt x="88" y="356"/>
                  <a:pt x="106" y="347"/>
                </a:cubicBezTo>
                <a:cubicBezTo>
                  <a:pt x="123" y="338"/>
                  <a:pt x="141" y="320"/>
                  <a:pt x="132" y="293"/>
                </a:cubicBezTo>
                <a:close/>
                <a:moveTo>
                  <a:pt x="274" y="9"/>
                </a:moveTo>
                <a:lnTo>
                  <a:pt x="274" y="9"/>
                </a:lnTo>
                <a:cubicBezTo>
                  <a:pt x="257" y="0"/>
                  <a:pt x="239" y="19"/>
                  <a:pt x="239" y="45"/>
                </a:cubicBezTo>
                <a:cubicBezTo>
                  <a:pt x="230" y="72"/>
                  <a:pt x="248" y="90"/>
                  <a:pt x="274" y="90"/>
                </a:cubicBezTo>
                <a:cubicBezTo>
                  <a:pt x="292" y="98"/>
                  <a:pt x="442" y="116"/>
                  <a:pt x="478" y="275"/>
                </a:cubicBezTo>
                <a:cubicBezTo>
                  <a:pt x="487" y="267"/>
                  <a:pt x="487" y="267"/>
                  <a:pt x="487" y="258"/>
                </a:cubicBezTo>
                <a:cubicBezTo>
                  <a:pt x="495" y="134"/>
                  <a:pt x="407" y="19"/>
                  <a:pt x="274" y="9"/>
                </a:cubicBezTo>
                <a:close/>
                <a:moveTo>
                  <a:pt x="176" y="249"/>
                </a:moveTo>
                <a:lnTo>
                  <a:pt x="176" y="249"/>
                </a:lnTo>
                <a:cubicBezTo>
                  <a:pt x="176" y="267"/>
                  <a:pt x="176" y="275"/>
                  <a:pt x="176" y="284"/>
                </a:cubicBezTo>
                <a:cubicBezTo>
                  <a:pt x="186" y="284"/>
                  <a:pt x="186" y="275"/>
                  <a:pt x="195" y="267"/>
                </a:cubicBezTo>
                <a:cubicBezTo>
                  <a:pt x="195" y="275"/>
                  <a:pt x="203" y="284"/>
                  <a:pt x="203" y="293"/>
                </a:cubicBezTo>
                <a:lnTo>
                  <a:pt x="195" y="303"/>
                </a:lnTo>
                <a:cubicBezTo>
                  <a:pt x="195" y="311"/>
                  <a:pt x="212" y="320"/>
                  <a:pt x="221" y="320"/>
                </a:cubicBezTo>
                <a:cubicBezTo>
                  <a:pt x="239" y="320"/>
                  <a:pt x="257" y="320"/>
                  <a:pt x="257" y="311"/>
                </a:cubicBezTo>
                <a:cubicBezTo>
                  <a:pt x="266" y="320"/>
                  <a:pt x="274" y="320"/>
                  <a:pt x="292" y="320"/>
                </a:cubicBezTo>
                <a:cubicBezTo>
                  <a:pt x="310" y="320"/>
                  <a:pt x="319" y="311"/>
                  <a:pt x="319" y="303"/>
                </a:cubicBezTo>
                <a:cubicBezTo>
                  <a:pt x="319" y="303"/>
                  <a:pt x="319" y="293"/>
                  <a:pt x="310" y="293"/>
                </a:cubicBezTo>
                <a:cubicBezTo>
                  <a:pt x="319" y="284"/>
                  <a:pt x="319" y="275"/>
                  <a:pt x="319" y="267"/>
                </a:cubicBezTo>
                <a:cubicBezTo>
                  <a:pt x="327" y="275"/>
                  <a:pt x="336" y="284"/>
                  <a:pt x="336" y="284"/>
                </a:cubicBezTo>
                <a:cubicBezTo>
                  <a:pt x="345" y="275"/>
                  <a:pt x="345" y="267"/>
                  <a:pt x="336" y="249"/>
                </a:cubicBezTo>
                <a:cubicBezTo>
                  <a:pt x="327" y="240"/>
                  <a:pt x="319" y="231"/>
                  <a:pt x="319" y="222"/>
                </a:cubicBezTo>
                <a:cubicBezTo>
                  <a:pt x="319" y="222"/>
                  <a:pt x="319" y="213"/>
                  <a:pt x="310" y="213"/>
                </a:cubicBezTo>
                <a:cubicBezTo>
                  <a:pt x="310" y="205"/>
                  <a:pt x="310" y="205"/>
                  <a:pt x="310" y="205"/>
                </a:cubicBezTo>
                <a:cubicBezTo>
                  <a:pt x="310" y="169"/>
                  <a:pt x="292" y="151"/>
                  <a:pt x="257" y="151"/>
                </a:cubicBezTo>
                <a:cubicBezTo>
                  <a:pt x="221" y="151"/>
                  <a:pt x="203" y="169"/>
                  <a:pt x="203" y="205"/>
                </a:cubicBezTo>
                <a:cubicBezTo>
                  <a:pt x="203" y="205"/>
                  <a:pt x="203" y="205"/>
                  <a:pt x="203" y="213"/>
                </a:cubicBezTo>
                <a:lnTo>
                  <a:pt x="195" y="222"/>
                </a:lnTo>
                <a:cubicBezTo>
                  <a:pt x="195" y="231"/>
                  <a:pt x="186" y="240"/>
                  <a:pt x="176" y="24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8"/>
          <p:cNvSpPr/>
          <p:nvPr/>
        </p:nvSpPr>
        <p:spPr>
          <a:xfrm>
            <a:off x="6594475" y="2701925"/>
            <a:ext cx="279400" cy="265113"/>
          </a:xfrm>
          <a:custGeom>
            <a:rect b="b" l="l" r="r" t="t"/>
            <a:pathLst>
              <a:path extrusionOk="0" h="488" w="515">
                <a:moveTo>
                  <a:pt x="248" y="434"/>
                </a:moveTo>
                <a:lnTo>
                  <a:pt x="248" y="434"/>
                </a:lnTo>
                <a:cubicBezTo>
                  <a:pt x="266" y="434"/>
                  <a:pt x="266" y="434"/>
                  <a:pt x="266" y="434"/>
                </a:cubicBezTo>
                <a:cubicBezTo>
                  <a:pt x="266" y="487"/>
                  <a:pt x="266" y="487"/>
                  <a:pt x="266" y="487"/>
                </a:cubicBezTo>
                <a:cubicBezTo>
                  <a:pt x="435" y="469"/>
                  <a:pt x="514" y="310"/>
                  <a:pt x="505" y="194"/>
                </a:cubicBezTo>
                <a:cubicBezTo>
                  <a:pt x="488" y="79"/>
                  <a:pt x="372" y="0"/>
                  <a:pt x="231" y="17"/>
                </a:cubicBezTo>
                <a:cubicBezTo>
                  <a:pt x="97" y="35"/>
                  <a:pt x="0" y="141"/>
                  <a:pt x="9" y="257"/>
                </a:cubicBezTo>
                <a:cubicBezTo>
                  <a:pt x="27" y="354"/>
                  <a:pt x="125" y="434"/>
                  <a:pt x="248" y="434"/>
                </a:cubicBezTo>
                <a:close/>
                <a:moveTo>
                  <a:pt x="399" y="319"/>
                </a:moveTo>
                <a:lnTo>
                  <a:pt x="399" y="319"/>
                </a:lnTo>
                <a:cubicBezTo>
                  <a:pt x="354" y="319"/>
                  <a:pt x="354" y="319"/>
                  <a:pt x="354" y="319"/>
                </a:cubicBezTo>
                <a:cubicBezTo>
                  <a:pt x="354" y="203"/>
                  <a:pt x="354" y="203"/>
                  <a:pt x="354" y="203"/>
                </a:cubicBezTo>
                <a:cubicBezTo>
                  <a:pt x="354" y="194"/>
                  <a:pt x="354" y="185"/>
                  <a:pt x="354" y="185"/>
                </a:cubicBezTo>
                <a:lnTo>
                  <a:pt x="346" y="177"/>
                </a:lnTo>
                <a:cubicBezTo>
                  <a:pt x="346" y="177"/>
                  <a:pt x="346" y="168"/>
                  <a:pt x="337" y="168"/>
                </a:cubicBezTo>
                <a:lnTo>
                  <a:pt x="328" y="168"/>
                </a:lnTo>
                <a:cubicBezTo>
                  <a:pt x="310" y="168"/>
                  <a:pt x="301" y="168"/>
                  <a:pt x="293" y="177"/>
                </a:cubicBezTo>
                <a:cubicBezTo>
                  <a:pt x="284" y="185"/>
                  <a:pt x="284" y="194"/>
                  <a:pt x="284" y="203"/>
                </a:cubicBezTo>
                <a:cubicBezTo>
                  <a:pt x="284" y="319"/>
                  <a:pt x="284" y="319"/>
                  <a:pt x="284" y="319"/>
                </a:cubicBezTo>
                <a:cubicBezTo>
                  <a:pt x="240" y="319"/>
                  <a:pt x="240" y="319"/>
                  <a:pt x="240" y="319"/>
                </a:cubicBezTo>
                <a:cubicBezTo>
                  <a:pt x="240" y="203"/>
                  <a:pt x="240" y="203"/>
                  <a:pt x="240" y="203"/>
                </a:cubicBezTo>
                <a:cubicBezTo>
                  <a:pt x="240" y="194"/>
                  <a:pt x="240" y="185"/>
                  <a:pt x="240" y="185"/>
                </a:cubicBezTo>
                <a:cubicBezTo>
                  <a:pt x="231" y="185"/>
                  <a:pt x="231" y="177"/>
                  <a:pt x="231" y="177"/>
                </a:cubicBezTo>
                <a:cubicBezTo>
                  <a:pt x="231" y="177"/>
                  <a:pt x="231" y="168"/>
                  <a:pt x="222" y="168"/>
                </a:cubicBezTo>
                <a:lnTo>
                  <a:pt x="213" y="168"/>
                </a:lnTo>
                <a:cubicBezTo>
                  <a:pt x="204" y="168"/>
                  <a:pt x="195" y="168"/>
                  <a:pt x="186" y="168"/>
                </a:cubicBezTo>
                <a:cubicBezTo>
                  <a:pt x="186" y="177"/>
                  <a:pt x="178" y="177"/>
                  <a:pt x="178" y="185"/>
                </a:cubicBezTo>
                <a:cubicBezTo>
                  <a:pt x="169" y="185"/>
                  <a:pt x="169" y="194"/>
                  <a:pt x="169" y="194"/>
                </a:cubicBezTo>
                <a:cubicBezTo>
                  <a:pt x="169" y="203"/>
                  <a:pt x="169" y="203"/>
                  <a:pt x="169" y="203"/>
                </a:cubicBezTo>
                <a:cubicBezTo>
                  <a:pt x="169" y="319"/>
                  <a:pt x="169" y="319"/>
                  <a:pt x="169" y="319"/>
                </a:cubicBezTo>
                <a:cubicBezTo>
                  <a:pt x="125" y="319"/>
                  <a:pt x="125" y="319"/>
                  <a:pt x="125" y="319"/>
                </a:cubicBezTo>
                <a:cubicBezTo>
                  <a:pt x="125" y="132"/>
                  <a:pt x="125" y="132"/>
                  <a:pt x="125" y="132"/>
                </a:cubicBezTo>
                <a:cubicBezTo>
                  <a:pt x="169" y="132"/>
                  <a:pt x="169" y="132"/>
                  <a:pt x="169" y="132"/>
                </a:cubicBezTo>
                <a:cubicBezTo>
                  <a:pt x="169" y="150"/>
                  <a:pt x="169" y="150"/>
                  <a:pt x="169" y="150"/>
                </a:cubicBezTo>
                <a:cubicBezTo>
                  <a:pt x="178" y="132"/>
                  <a:pt x="195" y="124"/>
                  <a:pt x="222" y="124"/>
                </a:cubicBezTo>
                <a:cubicBezTo>
                  <a:pt x="231" y="124"/>
                  <a:pt x="240" y="132"/>
                  <a:pt x="257" y="132"/>
                </a:cubicBezTo>
                <a:cubicBezTo>
                  <a:pt x="257" y="141"/>
                  <a:pt x="266" y="141"/>
                  <a:pt x="275" y="150"/>
                </a:cubicBezTo>
                <a:cubicBezTo>
                  <a:pt x="275" y="141"/>
                  <a:pt x="284" y="141"/>
                  <a:pt x="293" y="132"/>
                </a:cubicBezTo>
                <a:cubicBezTo>
                  <a:pt x="301" y="132"/>
                  <a:pt x="319" y="124"/>
                  <a:pt x="328" y="124"/>
                </a:cubicBezTo>
                <a:cubicBezTo>
                  <a:pt x="337" y="124"/>
                  <a:pt x="346" y="132"/>
                  <a:pt x="354" y="132"/>
                </a:cubicBezTo>
                <a:cubicBezTo>
                  <a:pt x="363" y="132"/>
                  <a:pt x="372" y="132"/>
                  <a:pt x="381" y="141"/>
                </a:cubicBezTo>
                <a:cubicBezTo>
                  <a:pt x="381" y="141"/>
                  <a:pt x="390" y="150"/>
                  <a:pt x="390" y="159"/>
                </a:cubicBezTo>
                <a:cubicBezTo>
                  <a:pt x="399" y="168"/>
                  <a:pt x="399" y="177"/>
                  <a:pt x="399" y="185"/>
                </a:cubicBezTo>
                <a:lnTo>
                  <a:pt x="399" y="3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8"/>
          <p:cNvSpPr/>
          <p:nvPr/>
        </p:nvSpPr>
        <p:spPr>
          <a:xfrm>
            <a:off x="2841625" y="2711450"/>
            <a:ext cx="250825" cy="255588"/>
          </a:xfrm>
          <a:custGeom>
            <a:rect b="b" l="l" r="r" t="t"/>
            <a:pathLst>
              <a:path extrusionOk="0" h="471" w="461">
                <a:moveTo>
                  <a:pt x="443" y="284"/>
                </a:moveTo>
                <a:lnTo>
                  <a:pt x="443" y="284"/>
                </a:lnTo>
                <a:cubicBezTo>
                  <a:pt x="452" y="266"/>
                  <a:pt x="452" y="257"/>
                  <a:pt x="452" y="240"/>
                </a:cubicBezTo>
                <a:cubicBezTo>
                  <a:pt x="452" y="115"/>
                  <a:pt x="354" y="9"/>
                  <a:pt x="231" y="9"/>
                </a:cubicBezTo>
                <a:cubicBezTo>
                  <a:pt x="221" y="9"/>
                  <a:pt x="203" y="18"/>
                  <a:pt x="194" y="18"/>
                </a:cubicBezTo>
                <a:cubicBezTo>
                  <a:pt x="177" y="0"/>
                  <a:pt x="150" y="0"/>
                  <a:pt x="124" y="0"/>
                </a:cubicBezTo>
                <a:cubicBezTo>
                  <a:pt x="62" y="0"/>
                  <a:pt x="0" y="54"/>
                  <a:pt x="0" y="124"/>
                </a:cubicBezTo>
                <a:cubicBezTo>
                  <a:pt x="0" y="151"/>
                  <a:pt x="9" y="168"/>
                  <a:pt x="18" y="196"/>
                </a:cubicBezTo>
                <a:cubicBezTo>
                  <a:pt x="18" y="204"/>
                  <a:pt x="18" y="221"/>
                  <a:pt x="18" y="240"/>
                </a:cubicBezTo>
                <a:cubicBezTo>
                  <a:pt x="18" y="364"/>
                  <a:pt x="115" y="461"/>
                  <a:pt x="231" y="461"/>
                </a:cubicBezTo>
                <a:cubicBezTo>
                  <a:pt x="248" y="461"/>
                  <a:pt x="256" y="461"/>
                  <a:pt x="275" y="461"/>
                </a:cubicBezTo>
                <a:cubicBezTo>
                  <a:pt x="292" y="470"/>
                  <a:pt x="310" y="470"/>
                  <a:pt x="328" y="470"/>
                </a:cubicBezTo>
                <a:cubicBezTo>
                  <a:pt x="399" y="470"/>
                  <a:pt x="460" y="417"/>
                  <a:pt x="460" y="346"/>
                </a:cubicBezTo>
                <a:cubicBezTo>
                  <a:pt x="460" y="319"/>
                  <a:pt x="452" y="302"/>
                  <a:pt x="443" y="284"/>
                </a:cubicBezTo>
                <a:close/>
                <a:moveTo>
                  <a:pt x="346" y="346"/>
                </a:moveTo>
                <a:lnTo>
                  <a:pt x="346" y="346"/>
                </a:lnTo>
                <a:cubicBezTo>
                  <a:pt x="337" y="355"/>
                  <a:pt x="319" y="372"/>
                  <a:pt x="301" y="381"/>
                </a:cubicBezTo>
                <a:cubicBezTo>
                  <a:pt x="284" y="390"/>
                  <a:pt x="256" y="390"/>
                  <a:pt x="231" y="390"/>
                </a:cubicBezTo>
                <a:cubicBezTo>
                  <a:pt x="203" y="390"/>
                  <a:pt x="177" y="381"/>
                  <a:pt x="150" y="372"/>
                </a:cubicBezTo>
                <a:cubicBezTo>
                  <a:pt x="141" y="364"/>
                  <a:pt x="124" y="355"/>
                  <a:pt x="115" y="337"/>
                </a:cubicBezTo>
                <a:cubicBezTo>
                  <a:pt x="106" y="328"/>
                  <a:pt x="106" y="311"/>
                  <a:pt x="106" y="302"/>
                </a:cubicBezTo>
                <a:cubicBezTo>
                  <a:pt x="106" y="293"/>
                  <a:pt x="106" y="284"/>
                  <a:pt x="115" y="284"/>
                </a:cubicBezTo>
                <a:cubicBezTo>
                  <a:pt x="115" y="275"/>
                  <a:pt x="124" y="275"/>
                  <a:pt x="133" y="275"/>
                </a:cubicBezTo>
                <a:cubicBezTo>
                  <a:pt x="141" y="275"/>
                  <a:pt x="150" y="275"/>
                  <a:pt x="150" y="275"/>
                </a:cubicBezTo>
                <a:cubicBezTo>
                  <a:pt x="159" y="284"/>
                  <a:pt x="168" y="293"/>
                  <a:pt x="168" y="293"/>
                </a:cubicBezTo>
                <a:cubicBezTo>
                  <a:pt x="168" y="311"/>
                  <a:pt x="177" y="311"/>
                  <a:pt x="177" y="319"/>
                </a:cubicBezTo>
                <a:cubicBezTo>
                  <a:pt x="186" y="328"/>
                  <a:pt x="194" y="328"/>
                  <a:pt x="194" y="337"/>
                </a:cubicBezTo>
                <a:cubicBezTo>
                  <a:pt x="203" y="337"/>
                  <a:pt x="212" y="337"/>
                  <a:pt x="231" y="337"/>
                </a:cubicBezTo>
                <a:cubicBezTo>
                  <a:pt x="248" y="337"/>
                  <a:pt x="265" y="337"/>
                  <a:pt x="275" y="328"/>
                </a:cubicBezTo>
                <a:cubicBezTo>
                  <a:pt x="284" y="319"/>
                  <a:pt x="292" y="311"/>
                  <a:pt x="292" y="302"/>
                </a:cubicBezTo>
                <a:cubicBezTo>
                  <a:pt x="292" y="293"/>
                  <a:pt x="284" y="284"/>
                  <a:pt x="284" y="275"/>
                </a:cubicBezTo>
                <a:cubicBezTo>
                  <a:pt x="275" y="275"/>
                  <a:pt x="265" y="266"/>
                  <a:pt x="256" y="266"/>
                </a:cubicBezTo>
                <a:cubicBezTo>
                  <a:pt x="248" y="266"/>
                  <a:pt x="239" y="257"/>
                  <a:pt x="221" y="257"/>
                </a:cubicBezTo>
                <a:cubicBezTo>
                  <a:pt x="194" y="249"/>
                  <a:pt x="177" y="249"/>
                  <a:pt x="159" y="240"/>
                </a:cubicBezTo>
                <a:cubicBezTo>
                  <a:pt x="141" y="231"/>
                  <a:pt x="133" y="221"/>
                  <a:pt x="124" y="213"/>
                </a:cubicBezTo>
                <a:cubicBezTo>
                  <a:pt x="115" y="196"/>
                  <a:pt x="106" y="186"/>
                  <a:pt x="106" y="168"/>
                </a:cubicBezTo>
                <a:cubicBezTo>
                  <a:pt x="106" y="151"/>
                  <a:pt x="115" y="133"/>
                  <a:pt x="124" y="115"/>
                </a:cubicBezTo>
                <a:cubicBezTo>
                  <a:pt x="133" y="107"/>
                  <a:pt x="150" y="98"/>
                  <a:pt x="168" y="89"/>
                </a:cubicBezTo>
                <a:cubicBezTo>
                  <a:pt x="186" y="80"/>
                  <a:pt x="203" y="80"/>
                  <a:pt x="231" y="80"/>
                </a:cubicBezTo>
                <a:cubicBezTo>
                  <a:pt x="248" y="80"/>
                  <a:pt x="265" y="80"/>
                  <a:pt x="284" y="89"/>
                </a:cubicBezTo>
                <a:cubicBezTo>
                  <a:pt x="292" y="89"/>
                  <a:pt x="310" y="98"/>
                  <a:pt x="319" y="107"/>
                </a:cubicBezTo>
                <a:cubicBezTo>
                  <a:pt x="328" y="115"/>
                  <a:pt x="337" y="124"/>
                  <a:pt x="337" y="133"/>
                </a:cubicBezTo>
                <a:cubicBezTo>
                  <a:pt x="346" y="142"/>
                  <a:pt x="346" y="142"/>
                  <a:pt x="346" y="151"/>
                </a:cubicBezTo>
                <a:cubicBezTo>
                  <a:pt x="346" y="160"/>
                  <a:pt x="346" y="168"/>
                  <a:pt x="337" y="177"/>
                </a:cubicBezTo>
                <a:cubicBezTo>
                  <a:pt x="328" y="186"/>
                  <a:pt x="319" y="186"/>
                  <a:pt x="310" y="186"/>
                </a:cubicBezTo>
                <a:cubicBezTo>
                  <a:pt x="310" y="186"/>
                  <a:pt x="301" y="186"/>
                  <a:pt x="292" y="177"/>
                </a:cubicBezTo>
                <a:cubicBezTo>
                  <a:pt x="292" y="177"/>
                  <a:pt x="284" y="168"/>
                  <a:pt x="284" y="160"/>
                </a:cubicBezTo>
                <a:cubicBezTo>
                  <a:pt x="275" y="151"/>
                  <a:pt x="275" y="142"/>
                  <a:pt x="265" y="133"/>
                </a:cubicBezTo>
                <a:cubicBezTo>
                  <a:pt x="256" y="133"/>
                  <a:pt x="239" y="124"/>
                  <a:pt x="231" y="124"/>
                </a:cubicBezTo>
                <a:cubicBezTo>
                  <a:pt x="212" y="124"/>
                  <a:pt x="194" y="133"/>
                  <a:pt x="186" y="142"/>
                </a:cubicBezTo>
                <a:cubicBezTo>
                  <a:pt x="177" y="142"/>
                  <a:pt x="177" y="151"/>
                  <a:pt x="177" y="160"/>
                </a:cubicBezTo>
                <a:cubicBezTo>
                  <a:pt x="177" y="168"/>
                  <a:pt x="177" y="168"/>
                  <a:pt x="177" y="168"/>
                </a:cubicBezTo>
                <a:cubicBezTo>
                  <a:pt x="186" y="177"/>
                  <a:pt x="186" y="177"/>
                  <a:pt x="194" y="186"/>
                </a:cubicBezTo>
                <a:cubicBezTo>
                  <a:pt x="194" y="186"/>
                  <a:pt x="203" y="186"/>
                  <a:pt x="212" y="186"/>
                </a:cubicBezTo>
                <a:cubicBezTo>
                  <a:pt x="212" y="196"/>
                  <a:pt x="231" y="196"/>
                  <a:pt x="239" y="196"/>
                </a:cubicBezTo>
                <a:cubicBezTo>
                  <a:pt x="256" y="204"/>
                  <a:pt x="275" y="204"/>
                  <a:pt x="292" y="213"/>
                </a:cubicBezTo>
                <a:cubicBezTo>
                  <a:pt x="301" y="213"/>
                  <a:pt x="319" y="221"/>
                  <a:pt x="328" y="231"/>
                </a:cubicBezTo>
                <a:cubicBezTo>
                  <a:pt x="337" y="231"/>
                  <a:pt x="346" y="240"/>
                  <a:pt x="354" y="257"/>
                </a:cubicBezTo>
                <a:cubicBezTo>
                  <a:pt x="354" y="266"/>
                  <a:pt x="363" y="275"/>
                  <a:pt x="363" y="293"/>
                </a:cubicBezTo>
                <a:cubicBezTo>
                  <a:pt x="363" y="311"/>
                  <a:pt x="354" y="328"/>
                  <a:pt x="346" y="3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8"/>
          <p:cNvSpPr/>
          <p:nvPr/>
        </p:nvSpPr>
        <p:spPr>
          <a:xfrm>
            <a:off x="5534025" y="2716213"/>
            <a:ext cx="250825" cy="246062"/>
          </a:xfrm>
          <a:custGeom>
            <a:rect b="b" l="l" r="r" t="t"/>
            <a:pathLst>
              <a:path extrusionOk="0" h="453" w="461">
                <a:moveTo>
                  <a:pt x="124" y="27"/>
                </a:moveTo>
                <a:lnTo>
                  <a:pt x="124" y="27"/>
                </a:lnTo>
                <a:cubicBezTo>
                  <a:pt x="53" y="62"/>
                  <a:pt x="0" y="142"/>
                  <a:pt x="0" y="222"/>
                </a:cubicBezTo>
                <a:cubicBezTo>
                  <a:pt x="0" y="240"/>
                  <a:pt x="0" y="257"/>
                  <a:pt x="9" y="275"/>
                </a:cubicBezTo>
                <a:cubicBezTo>
                  <a:pt x="204" y="98"/>
                  <a:pt x="204" y="98"/>
                  <a:pt x="204" y="98"/>
                </a:cubicBezTo>
                <a:cubicBezTo>
                  <a:pt x="186" y="71"/>
                  <a:pt x="124" y="27"/>
                  <a:pt x="124" y="27"/>
                </a:cubicBezTo>
                <a:close/>
                <a:moveTo>
                  <a:pt x="328" y="18"/>
                </a:moveTo>
                <a:lnTo>
                  <a:pt x="328" y="18"/>
                </a:lnTo>
                <a:cubicBezTo>
                  <a:pt x="293" y="0"/>
                  <a:pt x="266" y="0"/>
                  <a:pt x="231" y="0"/>
                </a:cubicBezTo>
                <a:cubicBezTo>
                  <a:pt x="204" y="0"/>
                  <a:pt x="186" y="0"/>
                  <a:pt x="160" y="9"/>
                </a:cubicBezTo>
                <a:cubicBezTo>
                  <a:pt x="328" y="159"/>
                  <a:pt x="328" y="159"/>
                  <a:pt x="328" y="159"/>
                </a:cubicBezTo>
                <a:lnTo>
                  <a:pt x="328" y="18"/>
                </a:lnTo>
                <a:close/>
                <a:moveTo>
                  <a:pt x="363" y="36"/>
                </a:moveTo>
                <a:lnTo>
                  <a:pt x="363" y="36"/>
                </a:lnTo>
                <a:cubicBezTo>
                  <a:pt x="363" y="302"/>
                  <a:pt x="363" y="302"/>
                  <a:pt x="363" y="302"/>
                </a:cubicBezTo>
                <a:cubicBezTo>
                  <a:pt x="443" y="302"/>
                  <a:pt x="443" y="302"/>
                  <a:pt x="443" y="302"/>
                </a:cubicBezTo>
                <a:cubicBezTo>
                  <a:pt x="452" y="275"/>
                  <a:pt x="460" y="248"/>
                  <a:pt x="460" y="222"/>
                </a:cubicBezTo>
                <a:cubicBezTo>
                  <a:pt x="460" y="151"/>
                  <a:pt x="416" y="80"/>
                  <a:pt x="363" y="36"/>
                </a:cubicBezTo>
                <a:close/>
                <a:moveTo>
                  <a:pt x="18" y="310"/>
                </a:moveTo>
                <a:lnTo>
                  <a:pt x="18" y="310"/>
                </a:lnTo>
                <a:cubicBezTo>
                  <a:pt x="35" y="355"/>
                  <a:pt x="62" y="390"/>
                  <a:pt x="106" y="417"/>
                </a:cubicBezTo>
                <a:cubicBezTo>
                  <a:pt x="106" y="231"/>
                  <a:pt x="106" y="231"/>
                  <a:pt x="106" y="231"/>
                </a:cubicBezTo>
                <a:cubicBezTo>
                  <a:pt x="53" y="284"/>
                  <a:pt x="53" y="284"/>
                  <a:pt x="53" y="284"/>
                </a:cubicBezTo>
                <a:cubicBezTo>
                  <a:pt x="35" y="293"/>
                  <a:pt x="18" y="310"/>
                  <a:pt x="18" y="310"/>
                </a:cubicBezTo>
                <a:close/>
                <a:moveTo>
                  <a:pt x="133" y="434"/>
                </a:moveTo>
                <a:lnTo>
                  <a:pt x="133" y="434"/>
                </a:lnTo>
                <a:cubicBezTo>
                  <a:pt x="160" y="443"/>
                  <a:pt x="186" y="452"/>
                  <a:pt x="213" y="452"/>
                </a:cubicBezTo>
                <a:cubicBezTo>
                  <a:pt x="248" y="452"/>
                  <a:pt x="248" y="452"/>
                  <a:pt x="248" y="452"/>
                </a:cubicBezTo>
                <a:cubicBezTo>
                  <a:pt x="328" y="443"/>
                  <a:pt x="390" y="399"/>
                  <a:pt x="434" y="337"/>
                </a:cubicBezTo>
                <a:cubicBezTo>
                  <a:pt x="133" y="337"/>
                  <a:pt x="133" y="337"/>
                  <a:pt x="133" y="337"/>
                </a:cubicBezTo>
                <a:lnTo>
                  <a:pt x="133" y="4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8"/>
          <p:cNvSpPr/>
          <p:nvPr/>
        </p:nvSpPr>
        <p:spPr>
          <a:xfrm>
            <a:off x="4986338" y="2225675"/>
            <a:ext cx="269875" cy="150813"/>
          </a:xfrm>
          <a:custGeom>
            <a:rect b="b" l="l" r="r" t="t"/>
            <a:pathLst>
              <a:path extrusionOk="0" h="276" w="497">
                <a:moveTo>
                  <a:pt x="195" y="205"/>
                </a:moveTo>
                <a:lnTo>
                  <a:pt x="195" y="205"/>
                </a:lnTo>
                <a:cubicBezTo>
                  <a:pt x="186" y="213"/>
                  <a:pt x="168" y="230"/>
                  <a:pt x="133" y="230"/>
                </a:cubicBezTo>
                <a:cubicBezTo>
                  <a:pt x="89" y="230"/>
                  <a:pt x="53" y="195"/>
                  <a:pt x="53" y="142"/>
                </a:cubicBezTo>
                <a:cubicBezTo>
                  <a:pt x="53" y="71"/>
                  <a:pt x="97" y="45"/>
                  <a:pt x="133" y="45"/>
                </a:cubicBezTo>
                <a:cubicBezTo>
                  <a:pt x="186" y="45"/>
                  <a:pt x="195" y="80"/>
                  <a:pt x="212" y="115"/>
                </a:cubicBezTo>
                <a:cubicBezTo>
                  <a:pt x="230" y="177"/>
                  <a:pt x="230" y="177"/>
                  <a:pt x="230" y="177"/>
                </a:cubicBezTo>
                <a:cubicBezTo>
                  <a:pt x="248" y="230"/>
                  <a:pt x="284" y="275"/>
                  <a:pt x="381" y="275"/>
                </a:cubicBezTo>
                <a:cubicBezTo>
                  <a:pt x="452" y="275"/>
                  <a:pt x="496" y="258"/>
                  <a:pt x="496" y="195"/>
                </a:cubicBezTo>
                <a:cubicBezTo>
                  <a:pt x="496" y="151"/>
                  <a:pt x="469" y="124"/>
                  <a:pt x="425" y="115"/>
                </a:cubicBezTo>
                <a:cubicBezTo>
                  <a:pt x="381" y="107"/>
                  <a:pt x="381" y="107"/>
                  <a:pt x="381" y="107"/>
                </a:cubicBezTo>
                <a:cubicBezTo>
                  <a:pt x="363" y="98"/>
                  <a:pt x="354" y="89"/>
                  <a:pt x="354" y="71"/>
                </a:cubicBezTo>
                <a:cubicBezTo>
                  <a:pt x="354" y="53"/>
                  <a:pt x="363" y="45"/>
                  <a:pt x="390" y="45"/>
                </a:cubicBezTo>
                <a:cubicBezTo>
                  <a:pt x="416" y="45"/>
                  <a:pt x="434" y="53"/>
                  <a:pt x="434" y="80"/>
                </a:cubicBezTo>
                <a:cubicBezTo>
                  <a:pt x="496" y="71"/>
                  <a:pt x="496" y="71"/>
                  <a:pt x="496" y="71"/>
                </a:cubicBezTo>
                <a:cubicBezTo>
                  <a:pt x="487" y="18"/>
                  <a:pt x="452" y="0"/>
                  <a:pt x="399" y="0"/>
                </a:cubicBezTo>
                <a:cubicBezTo>
                  <a:pt x="346" y="0"/>
                  <a:pt x="293" y="18"/>
                  <a:pt x="293" y="80"/>
                </a:cubicBezTo>
                <a:cubicBezTo>
                  <a:pt x="293" y="115"/>
                  <a:pt x="309" y="142"/>
                  <a:pt x="363" y="151"/>
                </a:cubicBezTo>
                <a:cubicBezTo>
                  <a:pt x="399" y="160"/>
                  <a:pt x="399" y="160"/>
                  <a:pt x="399" y="160"/>
                </a:cubicBezTo>
                <a:cubicBezTo>
                  <a:pt x="425" y="169"/>
                  <a:pt x="434" y="186"/>
                  <a:pt x="434" y="195"/>
                </a:cubicBezTo>
                <a:cubicBezTo>
                  <a:pt x="434" y="222"/>
                  <a:pt x="416" y="230"/>
                  <a:pt x="381" y="230"/>
                </a:cubicBezTo>
                <a:cubicBezTo>
                  <a:pt x="319" y="230"/>
                  <a:pt x="293" y="195"/>
                  <a:pt x="284" y="160"/>
                </a:cubicBezTo>
                <a:cubicBezTo>
                  <a:pt x="256" y="98"/>
                  <a:pt x="256" y="98"/>
                  <a:pt x="256" y="98"/>
                </a:cubicBezTo>
                <a:cubicBezTo>
                  <a:pt x="239" y="27"/>
                  <a:pt x="212" y="0"/>
                  <a:pt x="133" y="0"/>
                </a:cubicBezTo>
                <a:cubicBezTo>
                  <a:pt x="62" y="0"/>
                  <a:pt x="0" y="53"/>
                  <a:pt x="0" y="142"/>
                </a:cubicBezTo>
                <a:cubicBezTo>
                  <a:pt x="0" y="230"/>
                  <a:pt x="62" y="275"/>
                  <a:pt x="133" y="275"/>
                </a:cubicBezTo>
                <a:cubicBezTo>
                  <a:pt x="177" y="275"/>
                  <a:pt x="203" y="258"/>
                  <a:pt x="212" y="249"/>
                </a:cubicBezTo>
                <a:lnTo>
                  <a:pt x="195" y="205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8"/>
          <p:cNvSpPr/>
          <p:nvPr/>
        </p:nvSpPr>
        <p:spPr>
          <a:xfrm>
            <a:off x="5529263" y="2173288"/>
            <a:ext cx="260350" cy="255587"/>
          </a:xfrm>
          <a:custGeom>
            <a:rect b="b" l="l" r="r" t="t"/>
            <a:pathLst>
              <a:path extrusionOk="0" h="471" w="479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4"/>
                  <a:pt x="106" y="470"/>
                  <a:pt x="240" y="470"/>
                </a:cubicBezTo>
                <a:cubicBezTo>
                  <a:pt x="372" y="470"/>
                  <a:pt x="478" y="364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302" y="303"/>
                </a:moveTo>
                <a:lnTo>
                  <a:pt x="302" y="303"/>
                </a:lnTo>
                <a:cubicBezTo>
                  <a:pt x="257" y="303"/>
                  <a:pt x="240" y="284"/>
                  <a:pt x="230" y="258"/>
                </a:cubicBezTo>
                <a:cubicBezTo>
                  <a:pt x="222" y="222"/>
                  <a:pt x="222" y="222"/>
                  <a:pt x="222" y="222"/>
                </a:cubicBezTo>
                <a:cubicBezTo>
                  <a:pt x="213" y="205"/>
                  <a:pt x="204" y="187"/>
                  <a:pt x="186" y="187"/>
                </a:cubicBezTo>
                <a:cubicBezTo>
                  <a:pt x="169" y="187"/>
                  <a:pt x="142" y="205"/>
                  <a:pt x="142" y="240"/>
                </a:cubicBezTo>
                <a:cubicBezTo>
                  <a:pt x="142" y="267"/>
                  <a:pt x="159" y="284"/>
                  <a:pt x="177" y="284"/>
                </a:cubicBezTo>
                <a:cubicBezTo>
                  <a:pt x="195" y="284"/>
                  <a:pt x="204" y="275"/>
                  <a:pt x="213" y="267"/>
                </a:cubicBezTo>
                <a:cubicBezTo>
                  <a:pt x="222" y="293"/>
                  <a:pt x="222" y="293"/>
                  <a:pt x="222" y="293"/>
                </a:cubicBezTo>
                <a:cubicBezTo>
                  <a:pt x="213" y="293"/>
                  <a:pt x="204" y="303"/>
                  <a:pt x="177" y="303"/>
                </a:cubicBezTo>
                <a:cubicBezTo>
                  <a:pt x="151" y="303"/>
                  <a:pt x="115" y="284"/>
                  <a:pt x="115" y="240"/>
                </a:cubicBezTo>
                <a:cubicBezTo>
                  <a:pt x="115" y="196"/>
                  <a:pt x="151" y="160"/>
                  <a:pt x="177" y="160"/>
                </a:cubicBezTo>
                <a:cubicBezTo>
                  <a:pt x="222" y="160"/>
                  <a:pt x="230" y="178"/>
                  <a:pt x="249" y="213"/>
                </a:cubicBezTo>
                <a:cubicBezTo>
                  <a:pt x="257" y="249"/>
                  <a:pt x="257" y="249"/>
                  <a:pt x="257" y="249"/>
                </a:cubicBezTo>
                <a:cubicBezTo>
                  <a:pt x="266" y="267"/>
                  <a:pt x="275" y="284"/>
                  <a:pt x="310" y="284"/>
                </a:cubicBezTo>
                <a:cubicBezTo>
                  <a:pt x="328" y="284"/>
                  <a:pt x="337" y="275"/>
                  <a:pt x="337" y="267"/>
                </a:cubicBezTo>
                <a:cubicBezTo>
                  <a:pt x="337" y="258"/>
                  <a:pt x="328" y="249"/>
                  <a:pt x="319" y="249"/>
                </a:cubicBezTo>
                <a:cubicBezTo>
                  <a:pt x="293" y="240"/>
                  <a:pt x="293" y="240"/>
                  <a:pt x="293" y="240"/>
                </a:cubicBezTo>
                <a:cubicBezTo>
                  <a:pt x="275" y="240"/>
                  <a:pt x="266" y="222"/>
                  <a:pt x="266" y="205"/>
                </a:cubicBezTo>
                <a:cubicBezTo>
                  <a:pt x="266" y="178"/>
                  <a:pt x="293" y="160"/>
                  <a:pt x="319" y="160"/>
                </a:cubicBezTo>
                <a:cubicBezTo>
                  <a:pt x="346" y="160"/>
                  <a:pt x="363" y="178"/>
                  <a:pt x="363" y="205"/>
                </a:cubicBezTo>
                <a:cubicBezTo>
                  <a:pt x="337" y="205"/>
                  <a:pt x="337" y="205"/>
                  <a:pt x="337" y="205"/>
                </a:cubicBezTo>
                <a:cubicBezTo>
                  <a:pt x="337" y="196"/>
                  <a:pt x="328" y="187"/>
                  <a:pt x="310" y="187"/>
                </a:cubicBezTo>
                <a:cubicBezTo>
                  <a:pt x="302" y="187"/>
                  <a:pt x="293" y="196"/>
                  <a:pt x="293" y="205"/>
                </a:cubicBezTo>
                <a:cubicBezTo>
                  <a:pt x="293" y="213"/>
                  <a:pt x="293" y="213"/>
                  <a:pt x="310" y="222"/>
                </a:cubicBezTo>
                <a:cubicBezTo>
                  <a:pt x="328" y="222"/>
                  <a:pt x="328" y="222"/>
                  <a:pt x="328" y="222"/>
                </a:cubicBezTo>
                <a:cubicBezTo>
                  <a:pt x="355" y="231"/>
                  <a:pt x="363" y="240"/>
                  <a:pt x="363" y="267"/>
                </a:cubicBezTo>
                <a:cubicBezTo>
                  <a:pt x="363" y="293"/>
                  <a:pt x="337" y="303"/>
                  <a:pt x="302" y="3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8"/>
          <p:cNvSpPr/>
          <p:nvPr/>
        </p:nvSpPr>
        <p:spPr>
          <a:xfrm>
            <a:off x="3908425" y="2197100"/>
            <a:ext cx="269875" cy="207963"/>
          </a:xfrm>
          <a:custGeom>
            <a:rect b="b" l="l" r="r" t="t"/>
            <a:pathLst>
              <a:path extrusionOk="0" h="382" w="497">
                <a:moveTo>
                  <a:pt x="275" y="142"/>
                </a:moveTo>
                <a:lnTo>
                  <a:pt x="275" y="142"/>
                </a:lnTo>
                <a:cubicBezTo>
                  <a:pt x="310" y="160"/>
                  <a:pt x="310" y="160"/>
                  <a:pt x="310" y="160"/>
                </a:cubicBezTo>
                <a:cubicBezTo>
                  <a:pt x="354" y="142"/>
                  <a:pt x="354" y="142"/>
                  <a:pt x="354" y="142"/>
                </a:cubicBezTo>
                <a:cubicBezTo>
                  <a:pt x="354" y="115"/>
                  <a:pt x="354" y="115"/>
                  <a:pt x="354" y="115"/>
                </a:cubicBezTo>
                <a:cubicBezTo>
                  <a:pt x="354" y="53"/>
                  <a:pt x="310" y="0"/>
                  <a:pt x="248" y="0"/>
                </a:cubicBezTo>
                <a:cubicBezTo>
                  <a:pt x="186" y="0"/>
                  <a:pt x="132" y="53"/>
                  <a:pt x="132" y="115"/>
                </a:cubicBezTo>
                <a:cubicBezTo>
                  <a:pt x="132" y="266"/>
                  <a:pt x="132" y="266"/>
                  <a:pt x="132" y="266"/>
                </a:cubicBezTo>
                <a:cubicBezTo>
                  <a:pt x="132" y="283"/>
                  <a:pt x="124" y="293"/>
                  <a:pt x="107" y="293"/>
                </a:cubicBezTo>
                <a:cubicBezTo>
                  <a:pt x="97" y="293"/>
                  <a:pt x="88" y="283"/>
                  <a:pt x="88" y="266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0" y="204"/>
                  <a:pt x="0" y="204"/>
                  <a:pt x="0" y="204"/>
                </a:cubicBezTo>
                <a:cubicBezTo>
                  <a:pt x="0" y="266"/>
                  <a:pt x="0" y="266"/>
                  <a:pt x="0" y="266"/>
                </a:cubicBezTo>
                <a:cubicBezTo>
                  <a:pt x="0" y="328"/>
                  <a:pt x="53" y="381"/>
                  <a:pt x="107" y="381"/>
                </a:cubicBezTo>
                <a:cubicBezTo>
                  <a:pt x="169" y="381"/>
                  <a:pt x="222" y="328"/>
                  <a:pt x="222" y="266"/>
                </a:cubicBezTo>
                <a:cubicBezTo>
                  <a:pt x="222" y="115"/>
                  <a:pt x="222" y="115"/>
                  <a:pt x="222" y="115"/>
                </a:cubicBezTo>
                <a:cubicBezTo>
                  <a:pt x="222" y="98"/>
                  <a:pt x="230" y="89"/>
                  <a:pt x="248" y="89"/>
                </a:cubicBezTo>
                <a:cubicBezTo>
                  <a:pt x="266" y="89"/>
                  <a:pt x="275" y="98"/>
                  <a:pt x="275" y="115"/>
                </a:cubicBezTo>
                <a:lnTo>
                  <a:pt x="275" y="142"/>
                </a:lnTo>
                <a:close/>
                <a:moveTo>
                  <a:pt x="407" y="204"/>
                </a:moveTo>
                <a:lnTo>
                  <a:pt x="407" y="204"/>
                </a:lnTo>
                <a:cubicBezTo>
                  <a:pt x="407" y="266"/>
                  <a:pt x="407" y="266"/>
                  <a:pt x="407" y="266"/>
                </a:cubicBezTo>
                <a:cubicBezTo>
                  <a:pt x="407" y="283"/>
                  <a:pt x="399" y="293"/>
                  <a:pt x="381" y="293"/>
                </a:cubicBezTo>
                <a:cubicBezTo>
                  <a:pt x="372" y="293"/>
                  <a:pt x="354" y="283"/>
                  <a:pt x="354" y="266"/>
                </a:cubicBezTo>
                <a:cubicBezTo>
                  <a:pt x="354" y="204"/>
                  <a:pt x="354" y="204"/>
                  <a:pt x="354" y="204"/>
                </a:cubicBezTo>
                <a:cubicBezTo>
                  <a:pt x="310" y="222"/>
                  <a:pt x="310" y="222"/>
                  <a:pt x="310" y="222"/>
                </a:cubicBezTo>
                <a:cubicBezTo>
                  <a:pt x="275" y="204"/>
                  <a:pt x="275" y="204"/>
                  <a:pt x="275" y="204"/>
                </a:cubicBezTo>
                <a:cubicBezTo>
                  <a:pt x="275" y="266"/>
                  <a:pt x="275" y="266"/>
                  <a:pt x="275" y="266"/>
                </a:cubicBezTo>
                <a:cubicBezTo>
                  <a:pt x="275" y="328"/>
                  <a:pt x="328" y="381"/>
                  <a:pt x="381" y="381"/>
                </a:cubicBezTo>
                <a:cubicBezTo>
                  <a:pt x="443" y="381"/>
                  <a:pt x="496" y="328"/>
                  <a:pt x="496" y="266"/>
                </a:cubicBezTo>
                <a:cubicBezTo>
                  <a:pt x="496" y="204"/>
                  <a:pt x="496" y="204"/>
                  <a:pt x="496" y="204"/>
                </a:cubicBezTo>
                <a:lnTo>
                  <a:pt x="407" y="20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8"/>
          <p:cNvSpPr/>
          <p:nvPr/>
        </p:nvSpPr>
        <p:spPr>
          <a:xfrm>
            <a:off x="2841625" y="2178050"/>
            <a:ext cx="250825" cy="246063"/>
          </a:xfrm>
          <a:custGeom>
            <a:rect b="b" l="l" r="r" t="t"/>
            <a:pathLst>
              <a:path extrusionOk="0" h="454" w="461">
                <a:moveTo>
                  <a:pt x="221" y="160"/>
                </a:moveTo>
                <a:lnTo>
                  <a:pt x="221" y="160"/>
                </a:lnTo>
                <a:cubicBezTo>
                  <a:pt x="186" y="98"/>
                  <a:pt x="150" y="54"/>
                  <a:pt x="150" y="54"/>
                </a:cubicBezTo>
                <a:cubicBezTo>
                  <a:pt x="88" y="72"/>
                  <a:pt x="53" y="125"/>
                  <a:pt x="35" y="187"/>
                </a:cubicBezTo>
                <a:cubicBezTo>
                  <a:pt x="44" y="187"/>
                  <a:pt x="124" y="187"/>
                  <a:pt x="221" y="160"/>
                </a:cubicBezTo>
                <a:close/>
                <a:moveTo>
                  <a:pt x="239" y="231"/>
                </a:moveTo>
                <a:lnTo>
                  <a:pt x="239" y="231"/>
                </a:lnTo>
                <a:cubicBezTo>
                  <a:pt x="248" y="222"/>
                  <a:pt x="248" y="222"/>
                  <a:pt x="248" y="222"/>
                </a:cubicBezTo>
                <a:cubicBezTo>
                  <a:pt x="248" y="213"/>
                  <a:pt x="239" y="204"/>
                  <a:pt x="239" y="196"/>
                </a:cubicBezTo>
                <a:cubicBezTo>
                  <a:pt x="133" y="222"/>
                  <a:pt x="35" y="222"/>
                  <a:pt x="35" y="222"/>
                </a:cubicBezTo>
                <a:cubicBezTo>
                  <a:pt x="35" y="275"/>
                  <a:pt x="53" y="319"/>
                  <a:pt x="88" y="355"/>
                </a:cubicBezTo>
                <a:cubicBezTo>
                  <a:pt x="88" y="355"/>
                  <a:pt x="141" y="258"/>
                  <a:pt x="239" y="231"/>
                </a:cubicBezTo>
                <a:close/>
                <a:moveTo>
                  <a:pt x="106" y="382"/>
                </a:moveTo>
                <a:lnTo>
                  <a:pt x="106" y="382"/>
                </a:lnTo>
                <a:cubicBezTo>
                  <a:pt x="106" y="382"/>
                  <a:pt x="106" y="382"/>
                  <a:pt x="106" y="373"/>
                </a:cubicBezTo>
                <a:cubicBezTo>
                  <a:pt x="106" y="382"/>
                  <a:pt x="106" y="382"/>
                  <a:pt x="106" y="382"/>
                </a:cubicBezTo>
                <a:close/>
                <a:moveTo>
                  <a:pt x="186" y="36"/>
                </a:moveTo>
                <a:lnTo>
                  <a:pt x="186" y="36"/>
                </a:lnTo>
                <a:close/>
                <a:moveTo>
                  <a:pt x="354" y="81"/>
                </a:moveTo>
                <a:lnTo>
                  <a:pt x="354" y="81"/>
                </a:lnTo>
                <a:cubicBezTo>
                  <a:pt x="328" y="45"/>
                  <a:pt x="284" y="28"/>
                  <a:pt x="231" y="28"/>
                </a:cubicBezTo>
                <a:cubicBezTo>
                  <a:pt x="212" y="28"/>
                  <a:pt x="194" y="36"/>
                  <a:pt x="186" y="36"/>
                </a:cubicBezTo>
                <a:cubicBezTo>
                  <a:pt x="186" y="36"/>
                  <a:pt x="221" y="89"/>
                  <a:pt x="256" y="151"/>
                </a:cubicBezTo>
                <a:cubicBezTo>
                  <a:pt x="328" y="125"/>
                  <a:pt x="354" y="81"/>
                  <a:pt x="354" y="81"/>
                </a:cubicBezTo>
                <a:close/>
                <a:moveTo>
                  <a:pt x="231" y="453"/>
                </a:moveTo>
                <a:lnTo>
                  <a:pt x="231" y="453"/>
                </a:lnTo>
                <a:cubicBezTo>
                  <a:pt x="106" y="453"/>
                  <a:pt x="0" y="355"/>
                  <a:pt x="0" y="222"/>
                </a:cubicBezTo>
                <a:cubicBezTo>
                  <a:pt x="0" y="98"/>
                  <a:pt x="106" y="0"/>
                  <a:pt x="231" y="0"/>
                </a:cubicBezTo>
                <a:cubicBezTo>
                  <a:pt x="354" y="0"/>
                  <a:pt x="460" y="98"/>
                  <a:pt x="460" y="222"/>
                </a:cubicBezTo>
                <a:cubicBezTo>
                  <a:pt x="460" y="355"/>
                  <a:pt x="354" y="453"/>
                  <a:pt x="231" y="453"/>
                </a:cubicBezTo>
                <a:close/>
                <a:moveTo>
                  <a:pt x="265" y="258"/>
                </a:moveTo>
                <a:lnTo>
                  <a:pt x="265" y="258"/>
                </a:lnTo>
                <a:cubicBezTo>
                  <a:pt x="150" y="302"/>
                  <a:pt x="115" y="382"/>
                  <a:pt x="106" y="382"/>
                </a:cubicBezTo>
                <a:cubicBezTo>
                  <a:pt x="141" y="408"/>
                  <a:pt x="186" y="417"/>
                  <a:pt x="231" y="417"/>
                </a:cubicBezTo>
                <a:cubicBezTo>
                  <a:pt x="256" y="417"/>
                  <a:pt x="284" y="417"/>
                  <a:pt x="310" y="408"/>
                </a:cubicBezTo>
                <a:cubicBezTo>
                  <a:pt x="301" y="391"/>
                  <a:pt x="292" y="329"/>
                  <a:pt x="265" y="258"/>
                </a:cubicBezTo>
                <a:close/>
                <a:moveTo>
                  <a:pt x="275" y="178"/>
                </a:moveTo>
                <a:lnTo>
                  <a:pt x="275" y="178"/>
                </a:lnTo>
                <a:cubicBezTo>
                  <a:pt x="275" y="187"/>
                  <a:pt x="284" y="196"/>
                  <a:pt x="284" y="204"/>
                </a:cubicBezTo>
                <a:cubicBezTo>
                  <a:pt x="284" y="213"/>
                  <a:pt x="284" y="213"/>
                  <a:pt x="292" y="213"/>
                </a:cubicBezTo>
                <a:cubicBezTo>
                  <a:pt x="354" y="213"/>
                  <a:pt x="425" y="222"/>
                  <a:pt x="425" y="222"/>
                </a:cubicBezTo>
                <a:cubicBezTo>
                  <a:pt x="425" y="178"/>
                  <a:pt x="407" y="134"/>
                  <a:pt x="381" y="98"/>
                </a:cubicBezTo>
                <a:cubicBezTo>
                  <a:pt x="381" y="107"/>
                  <a:pt x="346" y="151"/>
                  <a:pt x="275" y="178"/>
                </a:cubicBezTo>
                <a:close/>
                <a:moveTo>
                  <a:pt x="301" y="249"/>
                </a:moveTo>
                <a:lnTo>
                  <a:pt x="301" y="249"/>
                </a:lnTo>
                <a:cubicBezTo>
                  <a:pt x="328" y="319"/>
                  <a:pt x="337" y="373"/>
                  <a:pt x="337" y="391"/>
                </a:cubicBezTo>
                <a:cubicBezTo>
                  <a:pt x="381" y="355"/>
                  <a:pt x="416" y="311"/>
                  <a:pt x="425" y="258"/>
                </a:cubicBezTo>
                <a:cubicBezTo>
                  <a:pt x="416" y="258"/>
                  <a:pt x="363" y="240"/>
                  <a:pt x="301" y="24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8"/>
          <p:cNvSpPr/>
          <p:nvPr/>
        </p:nvSpPr>
        <p:spPr>
          <a:xfrm>
            <a:off x="7137400" y="2749550"/>
            <a:ext cx="279400" cy="184150"/>
          </a:xfrm>
          <a:custGeom>
            <a:rect b="b" l="l" r="r" t="t"/>
            <a:pathLst>
              <a:path extrusionOk="0" h="338" w="514">
                <a:moveTo>
                  <a:pt x="203" y="142"/>
                </a:moveTo>
                <a:lnTo>
                  <a:pt x="203" y="142"/>
                </a:lnTo>
                <a:cubicBezTo>
                  <a:pt x="203" y="142"/>
                  <a:pt x="247" y="142"/>
                  <a:pt x="247" y="89"/>
                </a:cubicBezTo>
                <a:cubicBezTo>
                  <a:pt x="247" y="27"/>
                  <a:pt x="212" y="0"/>
                  <a:pt x="15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9"/>
                  <a:pt x="0" y="319"/>
                  <a:pt x="0" y="319"/>
                </a:cubicBezTo>
                <a:cubicBezTo>
                  <a:pt x="159" y="319"/>
                  <a:pt x="159" y="319"/>
                  <a:pt x="159" y="319"/>
                </a:cubicBezTo>
                <a:cubicBezTo>
                  <a:pt x="159" y="319"/>
                  <a:pt x="256" y="328"/>
                  <a:pt x="256" y="222"/>
                </a:cubicBezTo>
                <a:cubicBezTo>
                  <a:pt x="256" y="222"/>
                  <a:pt x="265" y="142"/>
                  <a:pt x="203" y="142"/>
                </a:cubicBezTo>
                <a:close/>
                <a:moveTo>
                  <a:pt x="71" y="53"/>
                </a:moveTo>
                <a:lnTo>
                  <a:pt x="71" y="53"/>
                </a:lnTo>
                <a:cubicBezTo>
                  <a:pt x="159" y="53"/>
                  <a:pt x="159" y="53"/>
                  <a:pt x="159" y="53"/>
                </a:cubicBezTo>
                <a:cubicBezTo>
                  <a:pt x="159" y="53"/>
                  <a:pt x="186" y="53"/>
                  <a:pt x="186" y="89"/>
                </a:cubicBezTo>
                <a:cubicBezTo>
                  <a:pt x="186" y="125"/>
                  <a:pt x="168" y="125"/>
                  <a:pt x="150" y="125"/>
                </a:cubicBezTo>
                <a:cubicBezTo>
                  <a:pt x="71" y="125"/>
                  <a:pt x="71" y="125"/>
                  <a:pt x="71" y="125"/>
                </a:cubicBezTo>
                <a:lnTo>
                  <a:pt x="71" y="53"/>
                </a:lnTo>
                <a:close/>
                <a:moveTo>
                  <a:pt x="159" y="266"/>
                </a:moveTo>
                <a:lnTo>
                  <a:pt x="159" y="266"/>
                </a:lnTo>
                <a:cubicBezTo>
                  <a:pt x="71" y="266"/>
                  <a:pt x="71" y="266"/>
                  <a:pt x="71" y="266"/>
                </a:cubicBezTo>
                <a:cubicBezTo>
                  <a:pt x="71" y="178"/>
                  <a:pt x="71" y="178"/>
                  <a:pt x="71" y="178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59" y="178"/>
                  <a:pt x="194" y="178"/>
                  <a:pt x="194" y="222"/>
                </a:cubicBezTo>
                <a:cubicBezTo>
                  <a:pt x="194" y="257"/>
                  <a:pt x="168" y="266"/>
                  <a:pt x="159" y="266"/>
                </a:cubicBezTo>
                <a:close/>
                <a:moveTo>
                  <a:pt x="390" y="80"/>
                </a:moveTo>
                <a:lnTo>
                  <a:pt x="390" y="80"/>
                </a:lnTo>
                <a:cubicBezTo>
                  <a:pt x="265" y="80"/>
                  <a:pt x="265" y="204"/>
                  <a:pt x="265" y="204"/>
                </a:cubicBezTo>
                <a:cubicBezTo>
                  <a:pt x="265" y="204"/>
                  <a:pt x="265" y="328"/>
                  <a:pt x="390" y="328"/>
                </a:cubicBezTo>
                <a:cubicBezTo>
                  <a:pt x="390" y="328"/>
                  <a:pt x="496" y="337"/>
                  <a:pt x="496" y="240"/>
                </a:cubicBezTo>
                <a:cubicBezTo>
                  <a:pt x="443" y="240"/>
                  <a:pt x="443" y="240"/>
                  <a:pt x="443" y="240"/>
                </a:cubicBezTo>
                <a:cubicBezTo>
                  <a:pt x="443" y="240"/>
                  <a:pt x="443" y="275"/>
                  <a:pt x="390" y="275"/>
                </a:cubicBezTo>
                <a:cubicBezTo>
                  <a:pt x="390" y="275"/>
                  <a:pt x="337" y="284"/>
                  <a:pt x="337" y="222"/>
                </a:cubicBezTo>
                <a:cubicBezTo>
                  <a:pt x="496" y="222"/>
                  <a:pt x="496" y="222"/>
                  <a:pt x="496" y="222"/>
                </a:cubicBezTo>
                <a:cubicBezTo>
                  <a:pt x="496" y="222"/>
                  <a:pt x="513" y="80"/>
                  <a:pt x="390" y="80"/>
                </a:cubicBezTo>
                <a:close/>
                <a:moveTo>
                  <a:pt x="434" y="178"/>
                </a:moveTo>
                <a:lnTo>
                  <a:pt x="434" y="178"/>
                </a:lnTo>
                <a:cubicBezTo>
                  <a:pt x="337" y="178"/>
                  <a:pt x="337" y="178"/>
                  <a:pt x="337" y="178"/>
                </a:cubicBezTo>
                <a:cubicBezTo>
                  <a:pt x="337" y="178"/>
                  <a:pt x="345" y="125"/>
                  <a:pt x="390" y="125"/>
                </a:cubicBezTo>
                <a:cubicBezTo>
                  <a:pt x="434" y="125"/>
                  <a:pt x="434" y="178"/>
                  <a:pt x="434" y="178"/>
                </a:cubicBezTo>
                <a:close/>
                <a:moveTo>
                  <a:pt x="452" y="18"/>
                </a:moveTo>
                <a:lnTo>
                  <a:pt x="452" y="18"/>
                </a:lnTo>
                <a:cubicBezTo>
                  <a:pt x="319" y="18"/>
                  <a:pt x="319" y="18"/>
                  <a:pt x="319" y="18"/>
                </a:cubicBezTo>
                <a:cubicBezTo>
                  <a:pt x="319" y="62"/>
                  <a:pt x="319" y="62"/>
                  <a:pt x="319" y="62"/>
                </a:cubicBezTo>
                <a:cubicBezTo>
                  <a:pt x="452" y="62"/>
                  <a:pt x="452" y="62"/>
                  <a:pt x="452" y="62"/>
                </a:cubicBezTo>
                <a:lnTo>
                  <a:pt x="452" y="1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8"/>
          <p:cNvSpPr/>
          <p:nvPr/>
        </p:nvSpPr>
        <p:spPr>
          <a:xfrm>
            <a:off x="738188" y="2178050"/>
            <a:ext cx="152400" cy="246063"/>
          </a:xfrm>
          <a:custGeom>
            <a:rect b="b" l="l" r="r" t="t"/>
            <a:pathLst>
              <a:path extrusionOk="0" h="454" w="284">
                <a:moveTo>
                  <a:pt x="283" y="426"/>
                </a:moveTo>
                <a:lnTo>
                  <a:pt x="283" y="426"/>
                </a:lnTo>
                <a:cubicBezTo>
                  <a:pt x="257" y="435"/>
                  <a:pt x="239" y="444"/>
                  <a:pt x="230" y="453"/>
                </a:cubicBezTo>
                <a:cubicBezTo>
                  <a:pt x="213" y="453"/>
                  <a:pt x="195" y="453"/>
                  <a:pt x="177" y="453"/>
                </a:cubicBezTo>
                <a:cubicBezTo>
                  <a:pt x="160" y="453"/>
                  <a:pt x="142" y="453"/>
                  <a:pt x="124" y="444"/>
                </a:cubicBezTo>
                <a:cubicBezTo>
                  <a:pt x="106" y="444"/>
                  <a:pt x="88" y="435"/>
                  <a:pt x="80" y="426"/>
                </a:cubicBezTo>
                <a:cubicBezTo>
                  <a:pt x="71" y="417"/>
                  <a:pt x="61" y="400"/>
                  <a:pt x="61" y="391"/>
                </a:cubicBezTo>
                <a:cubicBezTo>
                  <a:pt x="53" y="382"/>
                  <a:pt x="53" y="364"/>
                  <a:pt x="53" y="347"/>
                </a:cubicBezTo>
                <a:cubicBezTo>
                  <a:pt x="53" y="187"/>
                  <a:pt x="53" y="187"/>
                  <a:pt x="53" y="187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116"/>
                  <a:pt x="0" y="116"/>
                  <a:pt x="0" y="116"/>
                </a:cubicBezTo>
                <a:cubicBezTo>
                  <a:pt x="17" y="116"/>
                  <a:pt x="35" y="107"/>
                  <a:pt x="44" y="98"/>
                </a:cubicBezTo>
                <a:cubicBezTo>
                  <a:pt x="61" y="81"/>
                  <a:pt x="71" y="72"/>
                  <a:pt x="80" y="54"/>
                </a:cubicBezTo>
                <a:cubicBezTo>
                  <a:pt x="88" y="36"/>
                  <a:pt x="88" y="19"/>
                  <a:pt x="97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116"/>
                  <a:pt x="160" y="116"/>
                  <a:pt x="160" y="116"/>
                </a:cubicBezTo>
                <a:cubicBezTo>
                  <a:pt x="266" y="116"/>
                  <a:pt x="266" y="116"/>
                  <a:pt x="266" y="116"/>
                </a:cubicBezTo>
                <a:cubicBezTo>
                  <a:pt x="266" y="187"/>
                  <a:pt x="266" y="187"/>
                  <a:pt x="266" y="187"/>
                </a:cubicBezTo>
                <a:cubicBezTo>
                  <a:pt x="160" y="187"/>
                  <a:pt x="160" y="187"/>
                  <a:pt x="160" y="187"/>
                </a:cubicBezTo>
                <a:cubicBezTo>
                  <a:pt x="160" y="302"/>
                  <a:pt x="160" y="302"/>
                  <a:pt x="160" y="302"/>
                </a:cubicBezTo>
                <a:cubicBezTo>
                  <a:pt x="160" y="329"/>
                  <a:pt x="160" y="347"/>
                  <a:pt x="160" y="355"/>
                </a:cubicBezTo>
                <a:cubicBezTo>
                  <a:pt x="168" y="364"/>
                  <a:pt x="168" y="364"/>
                  <a:pt x="177" y="373"/>
                </a:cubicBezTo>
                <a:cubicBezTo>
                  <a:pt x="186" y="373"/>
                  <a:pt x="195" y="382"/>
                  <a:pt x="213" y="382"/>
                </a:cubicBezTo>
                <a:cubicBezTo>
                  <a:pt x="230" y="382"/>
                  <a:pt x="257" y="373"/>
                  <a:pt x="283" y="355"/>
                </a:cubicBezTo>
                <a:lnTo>
                  <a:pt x="283" y="426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8"/>
          <p:cNvSpPr/>
          <p:nvPr/>
        </p:nvSpPr>
        <p:spPr>
          <a:xfrm>
            <a:off x="1223963" y="2173288"/>
            <a:ext cx="260350" cy="255587"/>
          </a:xfrm>
          <a:custGeom>
            <a:rect b="b" l="l" r="r" t="t"/>
            <a:pathLst>
              <a:path extrusionOk="0" h="471" w="480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01" y="338"/>
                </a:moveTo>
                <a:lnTo>
                  <a:pt x="301" y="338"/>
                </a:lnTo>
                <a:cubicBezTo>
                  <a:pt x="292" y="347"/>
                  <a:pt x="283" y="347"/>
                  <a:pt x="274" y="347"/>
                </a:cubicBezTo>
                <a:cubicBezTo>
                  <a:pt x="266" y="347"/>
                  <a:pt x="257" y="347"/>
                  <a:pt x="248" y="347"/>
                </a:cubicBezTo>
                <a:cubicBezTo>
                  <a:pt x="239" y="347"/>
                  <a:pt x="230" y="347"/>
                  <a:pt x="221" y="347"/>
                </a:cubicBezTo>
                <a:cubicBezTo>
                  <a:pt x="213" y="347"/>
                  <a:pt x="204" y="338"/>
                  <a:pt x="204" y="338"/>
                </a:cubicBezTo>
                <a:cubicBezTo>
                  <a:pt x="195" y="328"/>
                  <a:pt x="195" y="328"/>
                  <a:pt x="186" y="320"/>
                </a:cubicBezTo>
                <a:cubicBezTo>
                  <a:pt x="186" y="311"/>
                  <a:pt x="186" y="303"/>
                  <a:pt x="186" y="293"/>
                </a:cubicBezTo>
                <a:cubicBezTo>
                  <a:pt x="186" y="213"/>
                  <a:pt x="186" y="213"/>
                  <a:pt x="186" y="213"/>
                </a:cubicBezTo>
                <a:cubicBezTo>
                  <a:pt x="159" y="213"/>
                  <a:pt x="159" y="213"/>
                  <a:pt x="159" y="213"/>
                </a:cubicBezTo>
                <a:cubicBezTo>
                  <a:pt x="159" y="178"/>
                  <a:pt x="159" y="178"/>
                  <a:pt x="159" y="178"/>
                </a:cubicBezTo>
                <a:cubicBezTo>
                  <a:pt x="168" y="178"/>
                  <a:pt x="177" y="178"/>
                  <a:pt x="186" y="169"/>
                </a:cubicBezTo>
                <a:cubicBezTo>
                  <a:pt x="195" y="160"/>
                  <a:pt x="195" y="160"/>
                  <a:pt x="204" y="151"/>
                </a:cubicBezTo>
                <a:cubicBezTo>
                  <a:pt x="204" y="143"/>
                  <a:pt x="204" y="134"/>
                  <a:pt x="213" y="116"/>
                </a:cubicBezTo>
                <a:cubicBezTo>
                  <a:pt x="239" y="116"/>
                  <a:pt x="239" y="116"/>
                  <a:pt x="239" y="116"/>
                </a:cubicBezTo>
                <a:cubicBezTo>
                  <a:pt x="239" y="178"/>
                  <a:pt x="239" y="178"/>
                  <a:pt x="239" y="178"/>
                </a:cubicBezTo>
                <a:cubicBezTo>
                  <a:pt x="292" y="178"/>
                  <a:pt x="292" y="178"/>
                  <a:pt x="292" y="178"/>
                </a:cubicBezTo>
                <a:cubicBezTo>
                  <a:pt x="292" y="213"/>
                  <a:pt x="292" y="213"/>
                  <a:pt x="292" y="213"/>
                </a:cubicBezTo>
                <a:cubicBezTo>
                  <a:pt x="239" y="213"/>
                  <a:pt x="239" y="213"/>
                  <a:pt x="239" y="213"/>
                </a:cubicBezTo>
                <a:cubicBezTo>
                  <a:pt x="239" y="275"/>
                  <a:pt x="239" y="275"/>
                  <a:pt x="239" y="275"/>
                </a:cubicBezTo>
                <a:cubicBezTo>
                  <a:pt x="239" y="284"/>
                  <a:pt x="239" y="293"/>
                  <a:pt x="239" y="303"/>
                </a:cubicBezTo>
                <a:cubicBezTo>
                  <a:pt x="248" y="303"/>
                  <a:pt x="248" y="303"/>
                  <a:pt x="248" y="311"/>
                </a:cubicBezTo>
                <a:cubicBezTo>
                  <a:pt x="257" y="311"/>
                  <a:pt x="266" y="311"/>
                  <a:pt x="266" y="311"/>
                </a:cubicBezTo>
                <a:cubicBezTo>
                  <a:pt x="283" y="311"/>
                  <a:pt x="292" y="311"/>
                  <a:pt x="301" y="303"/>
                </a:cubicBezTo>
                <a:lnTo>
                  <a:pt x="301" y="3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8"/>
          <p:cNvSpPr/>
          <p:nvPr/>
        </p:nvSpPr>
        <p:spPr>
          <a:xfrm>
            <a:off x="690563" y="1660525"/>
            <a:ext cx="250825" cy="206375"/>
          </a:xfrm>
          <a:custGeom>
            <a:rect b="b" l="l" r="r" t="t"/>
            <a:pathLst>
              <a:path extrusionOk="0" h="383" w="462">
                <a:moveTo>
                  <a:pt x="310" y="222"/>
                </a:moveTo>
                <a:lnTo>
                  <a:pt x="310" y="222"/>
                </a:lnTo>
                <a:cubicBezTo>
                  <a:pt x="293" y="222"/>
                  <a:pt x="275" y="240"/>
                  <a:pt x="275" y="266"/>
                </a:cubicBezTo>
                <a:cubicBezTo>
                  <a:pt x="275" y="294"/>
                  <a:pt x="293" y="310"/>
                  <a:pt x="310" y="310"/>
                </a:cubicBezTo>
                <a:cubicBezTo>
                  <a:pt x="328" y="310"/>
                  <a:pt x="337" y="294"/>
                  <a:pt x="337" y="266"/>
                </a:cubicBezTo>
                <a:cubicBezTo>
                  <a:pt x="337" y="240"/>
                  <a:pt x="328" y="222"/>
                  <a:pt x="310" y="222"/>
                </a:cubicBezTo>
                <a:close/>
                <a:moveTo>
                  <a:pt x="416" y="107"/>
                </a:moveTo>
                <a:lnTo>
                  <a:pt x="416" y="107"/>
                </a:lnTo>
                <a:cubicBezTo>
                  <a:pt x="425" y="98"/>
                  <a:pt x="425" y="45"/>
                  <a:pt x="408" y="0"/>
                </a:cubicBezTo>
                <a:cubicBezTo>
                  <a:pt x="408" y="0"/>
                  <a:pt x="363" y="0"/>
                  <a:pt x="293" y="45"/>
                </a:cubicBezTo>
                <a:cubicBezTo>
                  <a:pt x="275" y="45"/>
                  <a:pt x="257" y="45"/>
                  <a:pt x="231" y="45"/>
                </a:cubicBezTo>
                <a:cubicBezTo>
                  <a:pt x="204" y="45"/>
                  <a:pt x="177" y="45"/>
                  <a:pt x="169" y="45"/>
                </a:cubicBezTo>
                <a:cubicBezTo>
                  <a:pt x="97" y="0"/>
                  <a:pt x="53" y="0"/>
                  <a:pt x="53" y="0"/>
                </a:cubicBezTo>
                <a:cubicBezTo>
                  <a:pt x="36" y="45"/>
                  <a:pt x="36" y="98"/>
                  <a:pt x="36" y="107"/>
                </a:cubicBezTo>
                <a:cubicBezTo>
                  <a:pt x="18" y="134"/>
                  <a:pt x="0" y="160"/>
                  <a:pt x="0" y="204"/>
                </a:cubicBezTo>
                <a:cubicBezTo>
                  <a:pt x="0" y="382"/>
                  <a:pt x="150" y="382"/>
                  <a:pt x="186" y="382"/>
                </a:cubicBezTo>
                <a:cubicBezTo>
                  <a:pt x="195" y="382"/>
                  <a:pt x="213" y="382"/>
                  <a:pt x="231" y="382"/>
                </a:cubicBezTo>
                <a:cubicBezTo>
                  <a:pt x="249" y="382"/>
                  <a:pt x="266" y="382"/>
                  <a:pt x="275" y="382"/>
                </a:cubicBezTo>
                <a:cubicBezTo>
                  <a:pt x="310" y="382"/>
                  <a:pt x="461" y="382"/>
                  <a:pt x="461" y="204"/>
                </a:cubicBezTo>
                <a:cubicBezTo>
                  <a:pt x="461" y="160"/>
                  <a:pt x="443" y="134"/>
                  <a:pt x="416" y="107"/>
                </a:cubicBezTo>
                <a:close/>
                <a:moveTo>
                  <a:pt x="231" y="364"/>
                </a:moveTo>
                <a:lnTo>
                  <a:pt x="231" y="364"/>
                </a:lnTo>
                <a:cubicBezTo>
                  <a:pt x="133" y="364"/>
                  <a:pt x="62" y="355"/>
                  <a:pt x="62" y="257"/>
                </a:cubicBezTo>
                <a:cubicBezTo>
                  <a:pt x="62" y="240"/>
                  <a:pt x="71" y="213"/>
                  <a:pt x="89" y="204"/>
                </a:cubicBezTo>
                <a:cubicBezTo>
                  <a:pt x="115" y="169"/>
                  <a:pt x="169" y="187"/>
                  <a:pt x="231" y="187"/>
                </a:cubicBezTo>
                <a:cubicBezTo>
                  <a:pt x="293" y="187"/>
                  <a:pt x="337" y="169"/>
                  <a:pt x="372" y="204"/>
                </a:cubicBezTo>
                <a:cubicBezTo>
                  <a:pt x="390" y="213"/>
                  <a:pt x="399" y="240"/>
                  <a:pt x="399" y="257"/>
                </a:cubicBezTo>
                <a:cubicBezTo>
                  <a:pt x="399" y="355"/>
                  <a:pt x="328" y="364"/>
                  <a:pt x="231" y="364"/>
                </a:cubicBezTo>
                <a:close/>
                <a:moveTo>
                  <a:pt x="150" y="222"/>
                </a:moveTo>
                <a:lnTo>
                  <a:pt x="150" y="222"/>
                </a:lnTo>
                <a:cubicBezTo>
                  <a:pt x="133" y="222"/>
                  <a:pt x="115" y="240"/>
                  <a:pt x="115" y="266"/>
                </a:cubicBezTo>
                <a:cubicBezTo>
                  <a:pt x="115" y="294"/>
                  <a:pt x="133" y="310"/>
                  <a:pt x="150" y="310"/>
                </a:cubicBezTo>
                <a:cubicBezTo>
                  <a:pt x="169" y="310"/>
                  <a:pt x="186" y="294"/>
                  <a:pt x="186" y="266"/>
                </a:cubicBezTo>
                <a:cubicBezTo>
                  <a:pt x="186" y="240"/>
                  <a:pt x="169" y="222"/>
                  <a:pt x="150" y="2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8"/>
          <p:cNvSpPr/>
          <p:nvPr/>
        </p:nvSpPr>
        <p:spPr>
          <a:xfrm>
            <a:off x="1223963" y="1635125"/>
            <a:ext cx="260350" cy="257175"/>
          </a:xfrm>
          <a:custGeom>
            <a:rect b="b" l="l" r="r" t="t"/>
            <a:pathLst>
              <a:path extrusionOk="0" h="471" w="480">
                <a:moveTo>
                  <a:pt x="239" y="231"/>
                </a:moveTo>
                <a:lnTo>
                  <a:pt x="239" y="231"/>
                </a:lnTo>
                <a:cubicBezTo>
                  <a:pt x="213" y="231"/>
                  <a:pt x="186" y="222"/>
                  <a:pt x="168" y="240"/>
                </a:cubicBezTo>
                <a:cubicBezTo>
                  <a:pt x="159" y="248"/>
                  <a:pt x="151" y="257"/>
                  <a:pt x="151" y="266"/>
                </a:cubicBezTo>
                <a:cubicBezTo>
                  <a:pt x="151" y="319"/>
                  <a:pt x="195" y="319"/>
                  <a:pt x="239" y="319"/>
                </a:cubicBezTo>
                <a:cubicBezTo>
                  <a:pt x="283" y="319"/>
                  <a:pt x="319" y="319"/>
                  <a:pt x="319" y="266"/>
                </a:cubicBezTo>
                <a:cubicBezTo>
                  <a:pt x="319" y="257"/>
                  <a:pt x="319" y="248"/>
                  <a:pt x="310" y="240"/>
                </a:cubicBezTo>
                <a:cubicBezTo>
                  <a:pt x="292" y="222"/>
                  <a:pt x="266" y="231"/>
                  <a:pt x="239" y="231"/>
                </a:cubicBezTo>
                <a:close/>
                <a:moveTo>
                  <a:pt x="195" y="293"/>
                </a:moveTo>
                <a:lnTo>
                  <a:pt x="195" y="293"/>
                </a:lnTo>
                <a:cubicBezTo>
                  <a:pt x="186" y="293"/>
                  <a:pt x="186" y="284"/>
                  <a:pt x="186" y="275"/>
                </a:cubicBezTo>
                <a:cubicBezTo>
                  <a:pt x="186" y="257"/>
                  <a:pt x="186" y="248"/>
                  <a:pt x="195" y="248"/>
                </a:cubicBezTo>
                <a:cubicBezTo>
                  <a:pt x="204" y="248"/>
                  <a:pt x="213" y="257"/>
                  <a:pt x="213" y="275"/>
                </a:cubicBezTo>
                <a:cubicBezTo>
                  <a:pt x="213" y="284"/>
                  <a:pt x="204" y="293"/>
                  <a:pt x="195" y="293"/>
                </a:cubicBezTo>
                <a:close/>
                <a:moveTo>
                  <a:pt x="274" y="293"/>
                </a:moveTo>
                <a:lnTo>
                  <a:pt x="274" y="293"/>
                </a:lnTo>
                <a:cubicBezTo>
                  <a:pt x="266" y="293"/>
                  <a:pt x="266" y="284"/>
                  <a:pt x="266" y="275"/>
                </a:cubicBezTo>
                <a:cubicBezTo>
                  <a:pt x="266" y="257"/>
                  <a:pt x="266" y="248"/>
                  <a:pt x="274" y="248"/>
                </a:cubicBezTo>
                <a:cubicBezTo>
                  <a:pt x="283" y="248"/>
                  <a:pt x="292" y="257"/>
                  <a:pt x="292" y="275"/>
                </a:cubicBezTo>
                <a:cubicBezTo>
                  <a:pt x="292" y="284"/>
                  <a:pt x="283" y="293"/>
                  <a:pt x="274" y="293"/>
                </a:cubicBezTo>
                <a:close/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39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57" y="328"/>
                </a:moveTo>
                <a:lnTo>
                  <a:pt x="257" y="328"/>
                </a:lnTo>
                <a:cubicBezTo>
                  <a:pt x="257" y="328"/>
                  <a:pt x="248" y="328"/>
                  <a:pt x="239" y="328"/>
                </a:cubicBezTo>
                <a:cubicBezTo>
                  <a:pt x="230" y="328"/>
                  <a:pt x="221" y="328"/>
                  <a:pt x="213" y="328"/>
                </a:cubicBezTo>
                <a:cubicBezTo>
                  <a:pt x="195" y="328"/>
                  <a:pt x="123" y="328"/>
                  <a:pt x="123" y="240"/>
                </a:cubicBezTo>
                <a:cubicBezTo>
                  <a:pt x="123" y="222"/>
                  <a:pt x="133" y="204"/>
                  <a:pt x="142" y="195"/>
                </a:cubicBezTo>
                <a:cubicBezTo>
                  <a:pt x="142" y="187"/>
                  <a:pt x="142" y="160"/>
                  <a:pt x="151" y="134"/>
                </a:cubicBezTo>
                <a:cubicBezTo>
                  <a:pt x="151" y="134"/>
                  <a:pt x="168" y="142"/>
                  <a:pt x="204" y="160"/>
                </a:cubicBezTo>
                <a:cubicBezTo>
                  <a:pt x="213" y="160"/>
                  <a:pt x="230" y="160"/>
                  <a:pt x="239" y="160"/>
                </a:cubicBezTo>
                <a:cubicBezTo>
                  <a:pt x="248" y="160"/>
                  <a:pt x="266" y="160"/>
                  <a:pt x="266" y="160"/>
                </a:cubicBezTo>
                <a:cubicBezTo>
                  <a:pt x="301" y="142"/>
                  <a:pt x="327" y="134"/>
                  <a:pt x="327" y="134"/>
                </a:cubicBezTo>
                <a:cubicBezTo>
                  <a:pt x="336" y="160"/>
                  <a:pt x="336" y="187"/>
                  <a:pt x="336" y="195"/>
                </a:cubicBezTo>
                <a:cubicBezTo>
                  <a:pt x="345" y="204"/>
                  <a:pt x="354" y="222"/>
                  <a:pt x="354" y="240"/>
                </a:cubicBezTo>
                <a:cubicBezTo>
                  <a:pt x="354" y="328"/>
                  <a:pt x="274" y="328"/>
                  <a:pt x="257" y="32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8"/>
          <p:cNvSpPr/>
          <p:nvPr/>
        </p:nvSpPr>
        <p:spPr>
          <a:xfrm>
            <a:off x="6613525" y="1644650"/>
            <a:ext cx="241300" cy="238125"/>
          </a:xfrm>
          <a:custGeom>
            <a:rect b="b" l="l" r="r" t="t"/>
            <a:pathLst>
              <a:path extrusionOk="0" h="436" w="445">
                <a:moveTo>
                  <a:pt x="27" y="107"/>
                </a:moveTo>
                <a:lnTo>
                  <a:pt x="27" y="107"/>
                </a:lnTo>
                <a:cubicBezTo>
                  <a:pt x="27" y="142"/>
                  <a:pt x="36" y="169"/>
                  <a:pt x="62" y="186"/>
                </a:cubicBezTo>
                <a:cubicBezTo>
                  <a:pt x="81" y="195"/>
                  <a:pt x="107" y="204"/>
                  <a:pt x="116" y="204"/>
                </a:cubicBezTo>
                <a:lnTo>
                  <a:pt x="125" y="204"/>
                </a:lnTo>
                <a:cubicBezTo>
                  <a:pt x="125" y="204"/>
                  <a:pt x="116" y="222"/>
                  <a:pt x="134" y="248"/>
                </a:cubicBezTo>
                <a:cubicBezTo>
                  <a:pt x="107" y="248"/>
                  <a:pt x="0" y="257"/>
                  <a:pt x="0" y="345"/>
                </a:cubicBezTo>
                <a:cubicBezTo>
                  <a:pt x="0" y="435"/>
                  <a:pt x="98" y="435"/>
                  <a:pt x="116" y="435"/>
                </a:cubicBezTo>
                <a:cubicBezTo>
                  <a:pt x="116" y="435"/>
                  <a:pt x="116" y="435"/>
                  <a:pt x="125" y="435"/>
                </a:cubicBezTo>
                <a:cubicBezTo>
                  <a:pt x="134" y="435"/>
                  <a:pt x="169" y="435"/>
                  <a:pt x="196" y="417"/>
                </a:cubicBezTo>
                <a:cubicBezTo>
                  <a:pt x="231" y="399"/>
                  <a:pt x="249" y="364"/>
                  <a:pt x="249" y="320"/>
                </a:cubicBezTo>
                <a:cubicBezTo>
                  <a:pt x="249" y="275"/>
                  <a:pt x="222" y="248"/>
                  <a:pt x="205" y="230"/>
                </a:cubicBezTo>
                <a:cubicBezTo>
                  <a:pt x="187" y="222"/>
                  <a:pt x="178" y="213"/>
                  <a:pt x="178" y="204"/>
                </a:cubicBezTo>
                <a:cubicBezTo>
                  <a:pt x="178" y="195"/>
                  <a:pt x="187" y="186"/>
                  <a:pt x="196" y="177"/>
                </a:cubicBezTo>
                <a:cubicBezTo>
                  <a:pt x="213" y="160"/>
                  <a:pt x="231" y="142"/>
                  <a:pt x="231" y="98"/>
                </a:cubicBezTo>
                <a:cubicBezTo>
                  <a:pt x="231" y="62"/>
                  <a:pt x="222" y="36"/>
                  <a:pt x="196" y="18"/>
                </a:cubicBezTo>
                <a:lnTo>
                  <a:pt x="213" y="18"/>
                </a:lnTo>
                <a:cubicBezTo>
                  <a:pt x="231" y="18"/>
                  <a:pt x="249" y="9"/>
                  <a:pt x="249" y="0"/>
                </a:cubicBezTo>
                <a:cubicBezTo>
                  <a:pt x="143" y="0"/>
                  <a:pt x="143" y="0"/>
                  <a:pt x="143" y="0"/>
                </a:cubicBezTo>
                <a:cubicBezTo>
                  <a:pt x="134" y="0"/>
                  <a:pt x="27" y="0"/>
                  <a:pt x="27" y="107"/>
                </a:cubicBezTo>
                <a:close/>
                <a:moveTo>
                  <a:pt x="205" y="328"/>
                </a:moveTo>
                <a:lnTo>
                  <a:pt x="205" y="328"/>
                </a:lnTo>
                <a:cubicBezTo>
                  <a:pt x="213" y="364"/>
                  <a:pt x="178" y="390"/>
                  <a:pt x="134" y="390"/>
                </a:cubicBezTo>
                <a:cubicBezTo>
                  <a:pt x="90" y="399"/>
                  <a:pt x="54" y="381"/>
                  <a:pt x="54" y="345"/>
                </a:cubicBezTo>
                <a:cubicBezTo>
                  <a:pt x="45" y="328"/>
                  <a:pt x="54" y="310"/>
                  <a:pt x="71" y="292"/>
                </a:cubicBezTo>
                <a:cubicBezTo>
                  <a:pt x="90" y="283"/>
                  <a:pt x="107" y="275"/>
                  <a:pt x="125" y="275"/>
                </a:cubicBezTo>
                <a:cubicBezTo>
                  <a:pt x="134" y="275"/>
                  <a:pt x="134" y="275"/>
                  <a:pt x="134" y="275"/>
                </a:cubicBezTo>
                <a:cubicBezTo>
                  <a:pt x="178" y="275"/>
                  <a:pt x="205" y="301"/>
                  <a:pt x="205" y="328"/>
                </a:cubicBezTo>
                <a:close/>
                <a:moveTo>
                  <a:pt x="178" y="80"/>
                </a:moveTo>
                <a:lnTo>
                  <a:pt x="178" y="80"/>
                </a:lnTo>
                <a:cubicBezTo>
                  <a:pt x="187" y="124"/>
                  <a:pt x="169" y="160"/>
                  <a:pt x="143" y="169"/>
                </a:cubicBezTo>
                <a:cubicBezTo>
                  <a:pt x="143" y="169"/>
                  <a:pt x="143" y="169"/>
                  <a:pt x="134" y="169"/>
                </a:cubicBezTo>
                <a:cubicBezTo>
                  <a:pt x="107" y="169"/>
                  <a:pt x="90" y="151"/>
                  <a:pt x="81" y="116"/>
                </a:cubicBezTo>
                <a:cubicBezTo>
                  <a:pt x="71" y="98"/>
                  <a:pt x="71" y="80"/>
                  <a:pt x="81" y="62"/>
                </a:cubicBezTo>
                <a:cubicBezTo>
                  <a:pt x="81" y="45"/>
                  <a:pt x="98" y="36"/>
                  <a:pt x="107" y="26"/>
                </a:cubicBezTo>
                <a:lnTo>
                  <a:pt x="116" y="26"/>
                </a:lnTo>
                <a:cubicBezTo>
                  <a:pt x="151" y="26"/>
                  <a:pt x="169" y="45"/>
                  <a:pt x="178" y="80"/>
                </a:cubicBezTo>
                <a:close/>
                <a:moveTo>
                  <a:pt x="373" y="169"/>
                </a:moveTo>
                <a:lnTo>
                  <a:pt x="373" y="169"/>
                </a:lnTo>
                <a:cubicBezTo>
                  <a:pt x="373" y="98"/>
                  <a:pt x="373" y="98"/>
                  <a:pt x="373" y="98"/>
                </a:cubicBezTo>
                <a:cubicBezTo>
                  <a:pt x="319" y="98"/>
                  <a:pt x="319" y="98"/>
                  <a:pt x="319" y="98"/>
                </a:cubicBezTo>
                <a:cubicBezTo>
                  <a:pt x="319" y="169"/>
                  <a:pt x="319" y="169"/>
                  <a:pt x="319" y="169"/>
                </a:cubicBezTo>
                <a:cubicBezTo>
                  <a:pt x="249" y="169"/>
                  <a:pt x="249" y="169"/>
                  <a:pt x="249" y="169"/>
                </a:cubicBezTo>
                <a:cubicBezTo>
                  <a:pt x="249" y="213"/>
                  <a:pt x="249" y="213"/>
                  <a:pt x="249" y="213"/>
                </a:cubicBezTo>
                <a:cubicBezTo>
                  <a:pt x="319" y="213"/>
                  <a:pt x="319" y="213"/>
                  <a:pt x="319" y="213"/>
                </a:cubicBezTo>
                <a:cubicBezTo>
                  <a:pt x="319" y="292"/>
                  <a:pt x="319" y="292"/>
                  <a:pt x="319" y="292"/>
                </a:cubicBezTo>
                <a:cubicBezTo>
                  <a:pt x="373" y="292"/>
                  <a:pt x="373" y="292"/>
                  <a:pt x="373" y="292"/>
                </a:cubicBezTo>
                <a:cubicBezTo>
                  <a:pt x="373" y="213"/>
                  <a:pt x="373" y="213"/>
                  <a:pt x="373" y="213"/>
                </a:cubicBezTo>
                <a:cubicBezTo>
                  <a:pt x="444" y="213"/>
                  <a:pt x="444" y="213"/>
                  <a:pt x="444" y="213"/>
                </a:cubicBezTo>
                <a:cubicBezTo>
                  <a:pt x="444" y="169"/>
                  <a:pt x="444" y="169"/>
                  <a:pt x="444" y="169"/>
                </a:cubicBezTo>
                <a:lnTo>
                  <a:pt x="373" y="16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8"/>
          <p:cNvSpPr/>
          <p:nvPr/>
        </p:nvSpPr>
        <p:spPr>
          <a:xfrm>
            <a:off x="5053013" y="1639888"/>
            <a:ext cx="133350" cy="247650"/>
          </a:xfrm>
          <a:custGeom>
            <a:rect b="b" l="l" r="r" t="t"/>
            <a:pathLst>
              <a:path extrusionOk="0" h="453" w="249">
                <a:moveTo>
                  <a:pt x="248" y="80"/>
                </a:moveTo>
                <a:lnTo>
                  <a:pt x="248" y="80"/>
                </a:lnTo>
                <a:cubicBezTo>
                  <a:pt x="177" y="80"/>
                  <a:pt x="177" y="80"/>
                  <a:pt x="177" y="80"/>
                </a:cubicBezTo>
                <a:cubicBezTo>
                  <a:pt x="169" y="80"/>
                  <a:pt x="160" y="89"/>
                  <a:pt x="160" y="107"/>
                </a:cubicBezTo>
                <a:cubicBezTo>
                  <a:pt x="160" y="160"/>
                  <a:pt x="160" y="160"/>
                  <a:pt x="160" y="160"/>
                </a:cubicBezTo>
                <a:cubicBezTo>
                  <a:pt x="248" y="160"/>
                  <a:pt x="248" y="160"/>
                  <a:pt x="248" y="160"/>
                </a:cubicBezTo>
                <a:cubicBezTo>
                  <a:pt x="248" y="231"/>
                  <a:pt x="248" y="231"/>
                  <a:pt x="248" y="231"/>
                </a:cubicBezTo>
                <a:cubicBezTo>
                  <a:pt x="160" y="231"/>
                  <a:pt x="160" y="231"/>
                  <a:pt x="160" y="231"/>
                </a:cubicBezTo>
                <a:cubicBezTo>
                  <a:pt x="160" y="452"/>
                  <a:pt x="160" y="452"/>
                  <a:pt x="160" y="452"/>
                </a:cubicBezTo>
                <a:cubicBezTo>
                  <a:pt x="79" y="452"/>
                  <a:pt x="79" y="452"/>
                  <a:pt x="79" y="452"/>
                </a:cubicBezTo>
                <a:cubicBezTo>
                  <a:pt x="79" y="231"/>
                  <a:pt x="79" y="231"/>
                  <a:pt x="79" y="231"/>
                </a:cubicBezTo>
                <a:cubicBezTo>
                  <a:pt x="0" y="231"/>
                  <a:pt x="0" y="231"/>
                  <a:pt x="0" y="231"/>
                </a:cubicBezTo>
                <a:cubicBezTo>
                  <a:pt x="0" y="160"/>
                  <a:pt x="0" y="160"/>
                  <a:pt x="0" y="160"/>
                </a:cubicBezTo>
                <a:cubicBezTo>
                  <a:pt x="79" y="160"/>
                  <a:pt x="79" y="160"/>
                  <a:pt x="79" y="160"/>
                </a:cubicBezTo>
                <a:cubicBezTo>
                  <a:pt x="79" y="116"/>
                  <a:pt x="79" y="116"/>
                  <a:pt x="79" y="116"/>
                </a:cubicBezTo>
                <a:cubicBezTo>
                  <a:pt x="79" y="54"/>
                  <a:pt x="115" y="0"/>
                  <a:pt x="177" y="0"/>
                </a:cubicBezTo>
                <a:cubicBezTo>
                  <a:pt x="248" y="0"/>
                  <a:pt x="248" y="0"/>
                  <a:pt x="248" y="0"/>
                </a:cubicBezTo>
                <a:lnTo>
                  <a:pt x="248" y="8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8"/>
          <p:cNvSpPr/>
          <p:nvPr/>
        </p:nvSpPr>
        <p:spPr>
          <a:xfrm>
            <a:off x="4449763" y="2173288"/>
            <a:ext cx="261937" cy="255587"/>
          </a:xfrm>
          <a:custGeom>
            <a:rect b="b" l="l" r="r" t="t"/>
            <a:pathLst>
              <a:path extrusionOk="0" h="471" w="480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39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239" y="178"/>
                </a:moveTo>
                <a:lnTo>
                  <a:pt x="239" y="178"/>
                </a:lnTo>
                <a:cubicBezTo>
                  <a:pt x="231" y="178"/>
                  <a:pt x="231" y="187"/>
                  <a:pt x="231" y="196"/>
                </a:cubicBezTo>
                <a:cubicBezTo>
                  <a:pt x="231" y="275"/>
                  <a:pt x="231" y="275"/>
                  <a:pt x="231" y="275"/>
                </a:cubicBezTo>
                <a:cubicBezTo>
                  <a:pt x="231" y="303"/>
                  <a:pt x="204" y="328"/>
                  <a:pt x="169" y="328"/>
                </a:cubicBezTo>
                <a:cubicBezTo>
                  <a:pt x="142" y="328"/>
                  <a:pt x="116" y="303"/>
                  <a:pt x="116" y="275"/>
                </a:cubicBezTo>
                <a:cubicBezTo>
                  <a:pt x="116" y="240"/>
                  <a:pt x="116" y="240"/>
                  <a:pt x="116" y="240"/>
                </a:cubicBezTo>
                <a:cubicBezTo>
                  <a:pt x="160" y="240"/>
                  <a:pt x="160" y="240"/>
                  <a:pt x="160" y="240"/>
                </a:cubicBezTo>
                <a:cubicBezTo>
                  <a:pt x="160" y="275"/>
                  <a:pt x="160" y="275"/>
                  <a:pt x="160" y="275"/>
                </a:cubicBezTo>
                <a:cubicBezTo>
                  <a:pt x="160" y="275"/>
                  <a:pt x="160" y="284"/>
                  <a:pt x="169" y="284"/>
                </a:cubicBezTo>
                <a:cubicBezTo>
                  <a:pt x="178" y="284"/>
                  <a:pt x="186" y="275"/>
                  <a:pt x="186" y="275"/>
                </a:cubicBezTo>
                <a:cubicBezTo>
                  <a:pt x="186" y="196"/>
                  <a:pt x="186" y="196"/>
                  <a:pt x="186" y="196"/>
                </a:cubicBezTo>
                <a:cubicBezTo>
                  <a:pt x="186" y="160"/>
                  <a:pt x="213" y="134"/>
                  <a:pt x="239" y="134"/>
                </a:cubicBezTo>
                <a:cubicBezTo>
                  <a:pt x="275" y="134"/>
                  <a:pt x="292" y="160"/>
                  <a:pt x="292" y="196"/>
                </a:cubicBezTo>
                <a:cubicBezTo>
                  <a:pt x="292" y="205"/>
                  <a:pt x="292" y="205"/>
                  <a:pt x="292" y="205"/>
                </a:cubicBezTo>
                <a:cubicBezTo>
                  <a:pt x="266" y="213"/>
                  <a:pt x="266" y="213"/>
                  <a:pt x="266" y="213"/>
                </a:cubicBezTo>
                <a:cubicBezTo>
                  <a:pt x="257" y="205"/>
                  <a:pt x="257" y="205"/>
                  <a:pt x="257" y="205"/>
                </a:cubicBezTo>
                <a:cubicBezTo>
                  <a:pt x="257" y="196"/>
                  <a:pt x="257" y="196"/>
                  <a:pt x="257" y="196"/>
                </a:cubicBezTo>
                <a:cubicBezTo>
                  <a:pt x="257" y="187"/>
                  <a:pt x="248" y="178"/>
                  <a:pt x="239" y="178"/>
                </a:cubicBezTo>
                <a:close/>
                <a:moveTo>
                  <a:pt x="364" y="275"/>
                </a:moveTo>
                <a:lnTo>
                  <a:pt x="364" y="275"/>
                </a:lnTo>
                <a:cubicBezTo>
                  <a:pt x="364" y="303"/>
                  <a:pt x="337" y="328"/>
                  <a:pt x="311" y="328"/>
                </a:cubicBezTo>
                <a:cubicBezTo>
                  <a:pt x="275" y="328"/>
                  <a:pt x="257" y="303"/>
                  <a:pt x="257" y="275"/>
                </a:cubicBezTo>
                <a:cubicBezTo>
                  <a:pt x="257" y="240"/>
                  <a:pt x="257" y="240"/>
                  <a:pt x="257" y="240"/>
                </a:cubicBezTo>
                <a:cubicBezTo>
                  <a:pt x="266" y="249"/>
                  <a:pt x="266" y="249"/>
                  <a:pt x="266" y="249"/>
                </a:cubicBezTo>
                <a:cubicBezTo>
                  <a:pt x="292" y="240"/>
                  <a:pt x="292" y="240"/>
                  <a:pt x="292" y="240"/>
                </a:cubicBezTo>
                <a:cubicBezTo>
                  <a:pt x="292" y="275"/>
                  <a:pt x="292" y="275"/>
                  <a:pt x="292" y="275"/>
                </a:cubicBezTo>
                <a:cubicBezTo>
                  <a:pt x="292" y="275"/>
                  <a:pt x="301" y="284"/>
                  <a:pt x="311" y="284"/>
                </a:cubicBezTo>
                <a:cubicBezTo>
                  <a:pt x="319" y="284"/>
                  <a:pt x="319" y="275"/>
                  <a:pt x="319" y="275"/>
                </a:cubicBezTo>
                <a:cubicBezTo>
                  <a:pt x="319" y="240"/>
                  <a:pt x="319" y="240"/>
                  <a:pt x="319" y="240"/>
                </a:cubicBezTo>
                <a:cubicBezTo>
                  <a:pt x="364" y="240"/>
                  <a:pt x="364" y="240"/>
                  <a:pt x="364" y="240"/>
                </a:cubicBezTo>
                <a:lnTo>
                  <a:pt x="364" y="27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8"/>
          <p:cNvSpPr/>
          <p:nvPr/>
        </p:nvSpPr>
        <p:spPr>
          <a:xfrm>
            <a:off x="3375025" y="2173288"/>
            <a:ext cx="260350" cy="255587"/>
          </a:xfrm>
          <a:custGeom>
            <a:rect b="b" l="l" r="r" t="t"/>
            <a:pathLst>
              <a:path extrusionOk="0" h="471" w="480">
                <a:moveTo>
                  <a:pt x="249" y="231"/>
                </a:moveTo>
                <a:lnTo>
                  <a:pt x="249" y="231"/>
                </a:lnTo>
                <a:lnTo>
                  <a:pt x="240" y="222"/>
                </a:lnTo>
                <a:cubicBezTo>
                  <a:pt x="195" y="231"/>
                  <a:pt x="151" y="231"/>
                  <a:pt x="142" y="231"/>
                </a:cubicBezTo>
                <a:cubicBezTo>
                  <a:pt x="142" y="258"/>
                  <a:pt x="151" y="284"/>
                  <a:pt x="169" y="303"/>
                </a:cubicBezTo>
                <a:cubicBezTo>
                  <a:pt x="169" y="293"/>
                  <a:pt x="195" y="249"/>
                  <a:pt x="249" y="231"/>
                </a:cubicBezTo>
                <a:close/>
                <a:moveTo>
                  <a:pt x="302" y="160"/>
                </a:moveTo>
                <a:lnTo>
                  <a:pt x="302" y="160"/>
                </a:lnTo>
                <a:cubicBezTo>
                  <a:pt x="284" y="143"/>
                  <a:pt x="266" y="134"/>
                  <a:pt x="240" y="134"/>
                </a:cubicBezTo>
                <a:cubicBezTo>
                  <a:pt x="231" y="134"/>
                  <a:pt x="222" y="143"/>
                  <a:pt x="222" y="143"/>
                </a:cubicBezTo>
                <a:cubicBezTo>
                  <a:pt x="222" y="143"/>
                  <a:pt x="240" y="169"/>
                  <a:pt x="258" y="196"/>
                </a:cubicBezTo>
                <a:cubicBezTo>
                  <a:pt x="284" y="187"/>
                  <a:pt x="302" y="169"/>
                  <a:pt x="302" y="160"/>
                </a:cubicBezTo>
                <a:close/>
                <a:moveTo>
                  <a:pt x="178" y="311"/>
                </a:moveTo>
                <a:lnTo>
                  <a:pt x="178" y="311"/>
                </a:lnTo>
                <a:cubicBezTo>
                  <a:pt x="195" y="328"/>
                  <a:pt x="222" y="328"/>
                  <a:pt x="240" y="328"/>
                </a:cubicBezTo>
                <a:cubicBezTo>
                  <a:pt x="249" y="328"/>
                  <a:pt x="266" y="328"/>
                  <a:pt x="275" y="328"/>
                </a:cubicBezTo>
                <a:cubicBezTo>
                  <a:pt x="275" y="311"/>
                  <a:pt x="266" y="284"/>
                  <a:pt x="258" y="249"/>
                </a:cubicBezTo>
                <a:cubicBezTo>
                  <a:pt x="205" y="267"/>
                  <a:pt x="187" y="303"/>
                  <a:pt x="178" y="311"/>
                </a:cubicBezTo>
                <a:close/>
                <a:moveTo>
                  <a:pt x="231" y="205"/>
                </a:moveTo>
                <a:lnTo>
                  <a:pt x="231" y="205"/>
                </a:lnTo>
                <a:cubicBezTo>
                  <a:pt x="213" y="178"/>
                  <a:pt x="205" y="151"/>
                  <a:pt x="195" y="151"/>
                </a:cubicBezTo>
                <a:cubicBezTo>
                  <a:pt x="169" y="160"/>
                  <a:pt x="151" y="187"/>
                  <a:pt x="142" y="213"/>
                </a:cubicBezTo>
                <a:cubicBezTo>
                  <a:pt x="151" y="213"/>
                  <a:pt x="187" y="213"/>
                  <a:pt x="231" y="205"/>
                </a:cubicBezTo>
                <a:close/>
                <a:moveTo>
                  <a:pt x="275" y="249"/>
                </a:moveTo>
                <a:lnTo>
                  <a:pt x="275" y="249"/>
                </a:lnTo>
                <a:cubicBezTo>
                  <a:pt x="284" y="275"/>
                  <a:pt x="293" y="303"/>
                  <a:pt x="293" y="311"/>
                </a:cubicBezTo>
                <a:cubicBezTo>
                  <a:pt x="319" y="303"/>
                  <a:pt x="328" y="275"/>
                  <a:pt x="337" y="249"/>
                </a:cubicBezTo>
                <a:cubicBezTo>
                  <a:pt x="328" y="249"/>
                  <a:pt x="319" y="249"/>
                  <a:pt x="293" y="249"/>
                </a:cubicBezTo>
                <a:cubicBezTo>
                  <a:pt x="293" y="249"/>
                  <a:pt x="284" y="249"/>
                  <a:pt x="275" y="249"/>
                </a:cubicBezTo>
                <a:close/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240" y="356"/>
                </a:moveTo>
                <a:lnTo>
                  <a:pt x="240" y="356"/>
                </a:lnTo>
                <a:cubicBezTo>
                  <a:pt x="178" y="356"/>
                  <a:pt x="124" y="303"/>
                  <a:pt x="124" y="231"/>
                </a:cubicBezTo>
                <a:cubicBezTo>
                  <a:pt x="124" y="169"/>
                  <a:pt x="178" y="116"/>
                  <a:pt x="240" y="116"/>
                </a:cubicBezTo>
                <a:cubicBezTo>
                  <a:pt x="302" y="116"/>
                  <a:pt x="355" y="169"/>
                  <a:pt x="355" y="231"/>
                </a:cubicBezTo>
                <a:cubicBezTo>
                  <a:pt x="355" y="303"/>
                  <a:pt x="302" y="356"/>
                  <a:pt x="240" y="356"/>
                </a:cubicBezTo>
                <a:close/>
                <a:moveTo>
                  <a:pt x="266" y="213"/>
                </a:moveTo>
                <a:lnTo>
                  <a:pt x="266" y="213"/>
                </a:lnTo>
                <a:lnTo>
                  <a:pt x="266" y="222"/>
                </a:lnTo>
                <a:lnTo>
                  <a:pt x="266" y="231"/>
                </a:lnTo>
                <a:cubicBezTo>
                  <a:pt x="275" y="231"/>
                  <a:pt x="284" y="231"/>
                  <a:pt x="293" y="231"/>
                </a:cubicBezTo>
                <a:cubicBezTo>
                  <a:pt x="311" y="231"/>
                  <a:pt x="328" y="231"/>
                  <a:pt x="337" y="231"/>
                </a:cubicBezTo>
                <a:cubicBezTo>
                  <a:pt x="337" y="213"/>
                  <a:pt x="328" y="187"/>
                  <a:pt x="319" y="178"/>
                </a:cubicBezTo>
                <a:cubicBezTo>
                  <a:pt x="311" y="178"/>
                  <a:pt x="293" y="196"/>
                  <a:pt x="266" y="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8"/>
          <p:cNvSpPr/>
          <p:nvPr/>
        </p:nvSpPr>
        <p:spPr>
          <a:xfrm>
            <a:off x="7142163" y="1635125"/>
            <a:ext cx="260350" cy="257175"/>
          </a:xfrm>
          <a:custGeom>
            <a:rect b="b" l="l" r="r" t="t"/>
            <a:pathLst>
              <a:path extrusionOk="0" h="471" w="479">
                <a:moveTo>
                  <a:pt x="212" y="169"/>
                </a:moveTo>
                <a:lnTo>
                  <a:pt x="212" y="169"/>
                </a:lnTo>
                <a:cubicBezTo>
                  <a:pt x="212" y="142"/>
                  <a:pt x="203" y="142"/>
                  <a:pt x="185" y="142"/>
                </a:cubicBezTo>
                <a:cubicBezTo>
                  <a:pt x="185" y="142"/>
                  <a:pt x="185" y="142"/>
                  <a:pt x="177" y="142"/>
                </a:cubicBezTo>
                <a:cubicBezTo>
                  <a:pt x="177" y="142"/>
                  <a:pt x="168" y="151"/>
                  <a:pt x="168" y="160"/>
                </a:cubicBezTo>
                <a:cubicBezTo>
                  <a:pt x="159" y="160"/>
                  <a:pt x="159" y="169"/>
                  <a:pt x="168" y="187"/>
                </a:cubicBezTo>
                <a:cubicBezTo>
                  <a:pt x="168" y="195"/>
                  <a:pt x="185" y="213"/>
                  <a:pt x="194" y="213"/>
                </a:cubicBezTo>
                <a:cubicBezTo>
                  <a:pt x="194" y="213"/>
                  <a:pt x="194" y="213"/>
                  <a:pt x="203" y="213"/>
                </a:cubicBezTo>
                <a:cubicBezTo>
                  <a:pt x="212" y="204"/>
                  <a:pt x="221" y="187"/>
                  <a:pt x="212" y="169"/>
                </a:cubicBezTo>
                <a:close/>
                <a:moveTo>
                  <a:pt x="238" y="0"/>
                </a:moveTo>
                <a:lnTo>
                  <a:pt x="238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38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38" y="0"/>
                </a:cubicBezTo>
                <a:close/>
                <a:moveTo>
                  <a:pt x="221" y="338"/>
                </a:moveTo>
                <a:lnTo>
                  <a:pt x="221" y="338"/>
                </a:lnTo>
                <a:cubicBezTo>
                  <a:pt x="212" y="346"/>
                  <a:pt x="194" y="346"/>
                  <a:pt x="185" y="346"/>
                </a:cubicBezTo>
                <a:cubicBezTo>
                  <a:pt x="177" y="346"/>
                  <a:pt x="124" y="346"/>
                  <a:pt x="124" y="301"/>
                </a:cubicBezTo>
                <a:cubicBezTo>
                  <a:pt x="124" y="257"/>
                  <a:pt x="177" y="248"/>
                  <a:pt x="194" y="248"/>
                </a:cubicBezTo>
                <a:cubicBezTo>
                  <a:pt x="185" y="240"/>
                  <a:pt x="185" y="231"/>
                  <a:pt x="185" y="231"/>
                </a:cubicBezTo>
                <a:cubicBezTo>
                  <a:pt x="177" y="231"/>
                  <a:pt x="168" y="222"/>
                  <a:pt x="159" y="222"/>
                </a:cubicBezTo>
                <a:cubicBezTo>
                  <a:pt x="141" y="213"/>
                  <a:pt x="141" y="195"/>
                  <a:pt x="141" y="178"/>
                </a:cubicBezTo>
                <a:cubicBezTo>
                  <a:pt x="141" y="125"/>
                  <a:pt x="194" y="125"/>
                  <a:pt x="194" y="125"/>
                </a:cubicBezTo>
                <a:cubicBezTo>
                  <a:pt x="256" y="125"/>
                  <a:pt x="256" y="125"/>
                  <a:pt x="256" y="125"/>
                </a:cubicBezTo>
                <a:cubicBezTo>
                  <a:pt x="256" y="134"/>
                  <a:pt x="238" y="134"/>
                  <a:pt x="238" y="134"/>
                </a:cubicBezTo>
                <a:cubicBezTo>
                  <a:pt x="230" y="134"/>
                  <a:pt x="230" y="134"/>
                  <a:pt x="221" y="134"/>
                </a:cubicBezTo>
                <a:cubicBezTo>
                  <a:pt x="238" y="142"/>
                  <a:pt x="238" y="160"/>
                  <a:pt x="238" y="178"/>
                </a:cubicBezTo>
                <a:cubicBezTo>
                  <a:pt x="238" y="195"/>
                  <a:pt x="230" y="204"/>
                  <a:pt x="230" y="213"/>
                </a:cubicBezTo>
                <a:cubicBezTo>
                  <a:pt x="221" y="222"/>
                  <a:pt x="212" y="222"/>
                  <a:pt x="212" y="231"/>
                </a:cubicBezTo>
                <a:cubicBezTo>
                  <a:pt x="212" y="231"/>
                  <a:pt x="221" y="240"/>
                  <a:pt x="230" y="240"/>
                </a:cubicBezTo>
                <a:cubicBezTo>
                  <a:pt x="238" y="248"/>
                  <a:pt x="256" y="266"/>
                  <a:pt x="256" y="284"/>
                </a:cubicBezTo>
                <a:cubicBezTo>
                  <a:pt x="256" y="310"/>
                  <a:pt x="247" y="328"/>
                  <a:pt x="221" y="338"/>
                </a:cubicBezTo>
                <a:close/>
                <a:moveTo>
                  <a:pt x="354" y="231"/>
                </a:moveTo>
                <a:lnTo>
                  <a:pt x="354" y="231"/>
                </a:lnTo>
                <a:cubicBezTo>
                  <a:pt x="310" y="231"/>
                  <a:pt x="310" y="231"/>
                  <a:pt x="310" y="231"/>
                </a:cubicBezTo>
                <a:cubicBezTo>
                  <a:pt x="310" y="275"/>
                  <a:pt x="310" y="275"/>
                  <a:pt x="310" y="275"/>
                </a:cubicBezTo>
                <a:cubicBezTo>
                  <a:pt x="291" y="275"/>
                  <a:pt x="291" y="275"/>
                  <a:pt x="291" y="275"/>
                </a:cubicBezTo>
                <a:cubicBezTo>
                  <a:pt x="291" y="231"/>
                  <a:pt x="291" y="231"/>
                  <a:pt x="291" y="231"/>
                </a:cubicBezTo>
                <a:cubicBezTo>
                  <a:pt x="256" y="231"/>
                  <a:pt x="256" y="231"/>
                  <a:pt x="256" y="231"/>
                </a:cubicBezTo>
                <a:cubicBezTo>
                  <a:pt x="256" y="213"/>
                  <a:pt x="256" y="213"/>
                  <a:pt x="256" y="213"/>
                </a:cubicBezTo>
                <a:cubicBezTo>
                  <a:pt x="291" y="213"/>
                  <a:pt x="291" y="213"/>
                  <a:pt x="291" y="213"/>
                </a:cubicBezTo>
                <a:cubicBezTo>
                  <a:pt x="291" y="169"/>
                  <a:pt x="291" y="169"/>
                  <a:pt x="291" y="169"/>
                </a:cubicBezTo>
                <a:cubicBezTo>
                  <a:pt x="310" y="169"/>
                  <a:pt x="310" y="169"/>
                  <a:pt x="310" y="169"/>
                </a:cubicBezTo>
                <a:cubicBezTo>
                  <a:pt x="310" y="213"/>
                  <a:pt x="310" y="213"/>
                  <a:pt x="310" y="213"/>
                </a:cubicBezTo>
                <a:cubicBezTo>
                  <a:pt x="354" y="213"/>
                  <a:pt x="354" y="213"/>
                  <a:pt x="354" y="213"/>
                </a:cubicBezTo>
                <a:lnTo>
                  <a:pt x="354" y="231"/>
                </a:lnTo>
                <a:close/>
                <a:moveTo>
                  <a:pt x="194" y="266"/>
                </a:moveTo>
                <a:lnTo>
                  <a:pt x="194" y="266"/>
                </a:lnTo>
                <a:cubicBezTo>
                  <a:pt x="177" y="266"/>
                  <a:pt x="168" y="266"/>
                  <a:pt x="159" y="275"/>
                </a:cubicBezTo>
                <a:cubicBezTo>
                  <a:pt x="159" y="284"/>
                  <a:pt x="150" y="293"/>
                  <a:pt x="150" y="301"/>
                </a:cubicBezTo>
                <a:cubicBezTo>
                  <a:pt x="150" y="319"/>
                  <a:pt x="168" y="328"/>
                  <a:pt x="194" y="328"/>
                </a:cubicBezTo>
                <a:cubicBezTo>
                  <a:pt x="221" y="319"/>
                  <a:pt x="230" y="310"/>
                  <a:pt x="230" y="293"/>
                </a:cubicBezTo>
                <a:cubicBezTo>
                  <a:pt x="230" y="275"/>
                  <a:pt x="212" y="266"/>
                  <a:pt x="194" y="2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8"/>
          <p:cNvSpPr/>
          <p:nvPr/>
        </p:nvSpPr>
        <p:spPr>
          <a:xfrm>
            <a:off x="5529263" y="1635125"/>
            <a:ext cx="260350" cy="257175"/>
          </a:xfrm>
          <a:custGeom>
            <a:rect b="b" l="l" r="r" t="t"/>
            <a:pathLst>
              <a:path extrusionOk="0" h="471" w="479">
                <a:moveTo>
                  <a:pt x="240" y="0"/>
                </a:moveTo>
                <a:lnTo>
                  <a:pt x="240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363"/>
                  <a:pt x="106" y="470"/>
                  <a:pt x="240" y="470"/>
                </a:cubicBezTo>
                <a:cubicBezTo>
                  <a:pt x="372" y="470"/>
                  <a:pt x="478" y="363"/>
                  <a:pt x="478" y="231"/>
                </a:cubicBezTo>
                <a:cubicBezTo>
                  <a:pt x="478" y="107"/>
                  <a:pt x="372" y="0"/>
                  <a:pt x="240" y="0"/>
                </a:cubicBezTo>
                <a:close/>
                <a:moveTo>
                  <a:pt x="293" y="160"/>
                </a:moveTo>
                <a:lnTo>
                  <a:pt x="293" y="160"/>
                </a:lnTo>
                <a:cubicBezTo>
                  <a:pt x="257" y="160"/>
                  <a:pt x="257" y="160"/>
                  <a:pt x="257" y="160"/>
                </a:cubicBezTo>
                <a:cubicBezTo>
                  <a:pt x="257" y="160"/>
                  <a:pt x="249" y="169"/>
                  <a:pt x="249" y="178"/>
                </a:cubicBezTo>
                <a:cubicBezTo>
                  <a:pt x="249" y="195"/>
                  <a:pt x="249" y="195"/>
                  <a:pt x="249" y="195"/>
                </a:cubicBezTo>
                <a:cubicBezTo>
                  <a:pt x="293" y="195"/>
                  <a:pt x="293" y="195"/>
                  <a:pt x="293" y="195"/>
                </a:cubicBezTo>
                <a:cubicBezTo>
                  <a:pt x="293" y="240"/>
                  <a:pt x="293" y="240"/>
                  <a:pt x="293" y="240"/>
                </a:cubicBezTo>
                <a:cubicBezTo>
                  <a:pt x="249" y="240"/>
                  <a:pt x="249" y="240"/>
                  <a:pt x="249" y="240"/>
                </a:cubicBezTo>
                <a:cubicBezTo>
                  <a:pt x="249" y="346"/>
                  <a:pt x="249" y="346"/>
                  <a:pt x="249" y="346"/>
                </a:cubicBezTo>
                <a:cubicBezTo>
                  <a:pt x="213" y="346"/>
                  <a:pt x="213" y="346"/>
                  <a:pt x="213" y="346"/>
                </a:cubicBezTo>
                <a:cubicBezTo>
                  <a:pt x="213" y="240"/>
                  <a:pt x="213" y="240"/>
                  <a:pt x="213" y="240"/>
                </a:cubicBezTo>
                <a:cubicBezTo>
                  <a:pt x="169" y="240"/>
                  <a:pt x="169" y="240"/>
                  <a:pt x="169" y="240"/>
                </a:cubicBezTo>
                <a:cubicBezTo>
                  <a:pt x="169" y="195"/>
                  <a:pt x="169" y="195"/>
                  <a:pt x="169" y="195"/>
                </a:cubicBezTo>
                <a:cubicBezTo>
                  <a:pt x="213" y="195"/>
                  <a:pt x="213" y="195"/>
                  <a:pt x="213" y="195"/>
                </a:cubicBezTo>
                <a:cubicBezTo>
                  <a:pt x="213" y="178"/>
                  <a:pt x="213" y="178"/>
                  <a:pt x="213" y="178"/>
                </a:cubicBezTo>
                <a:cubicBezTo>
                  <a:pt x="213" y="151"/>
                  <a:pt x="230" y="125"/>
                  <a:pt x="257" y="125"/>
                </a:cubicBezTo>
                <a:cubicBezTo>
                  <a:pt x="293" y="125"/>
                  <a:pt x="293" y="125"/>
                  <a:pt x="293" y="125"/>
                </a:cubicBezTo>
                <a:lnTo>
                  <a:pt x="293" y="16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8"/>
          <p:cNvSpPr/>
          <p:nvPr/>
        </p:nvSpPr>
        <p:spPr>
          <a:xfrm>
            <a:off x="7151688" y="2182813"/>
            <a:ext cx="241300" cy="236537"/>
          </a:xfrm>
          <a:custGeom>
            <a:rect b="b" l="l" r="r" t="t"/>
            <a:pathLst>
              <a:path extrusionOk="0" h="435" w="444">
                <a:moveTo>
                  <a:pt x="221" y="0"/>
                </a:moveTo>
                <a:lnTo>
                  <a:pt x="221" y="0"/>
                </a:lnTo>
                <a:cubicBezTo>
                  <a:pt x="98" y="0"/>
                  <a:pt x="0" y="97"/>
                  <a:pt x="0" y="212"/>
                </a:cubicBezTo>
                <a:cubicBezTo>
                  <a:pt x="0" y="274"/>
                  <a:pt x="27" y="319"/>
                  <a:pt x="62" y="363"/>
                </a:cubicBezTo>
                <a:cubicBezTo>
                  <a:pt x="89" y="328"/>
                  <a:pt x="142" y="309"/>
                  <a:pt x="195" y="309"/>
                </a:cubicBezTo>
                <a:cubicBezTo>
                  <a:pt x="258" y="309"/>
                  <a:pt x="319" y="345"/>
                  <a:pt x="346" y="398"/>
                </a:cubicBezTo>
                <a:cubicBezTo>
                  <a:pt x="408" y="354"/>
                  <a:pt x="443" y="292"/>
                  <a:pt x="443" y="212"/>
                </a:cubicBezTo>
                <a:cubicBezTo>
                  <a:pt x="443" y="97"/>
                  <a:pt x="346" y="0"/>
                  <a:pt x="221" y="0"/>
                </a:cubicBezTo>
                <a:close/>
                <a:moveTo>
                  <a:pt x="328" y="292"/>
                </a:moveTo>
                <a:lnTo>
                  <a:pt x="328" y="292"/>
                </a:lnTo>
                <a:cubicBezTo>
                  <a:pt x="328" y="301"/>
                  <a:pt x="319" y="301"/>
                  <a:pt x="311" y="301"/>
                </a:cubicBezTo>
                <a:cubicBezTo>
                  <a:pt x="258" y="265"/>
                  <a:pt x="195" y="256"/>
                  <a:pt x="124" y="274"/>
                </a:cubicBezTo>
                <a:cubicBezTo>
                  <a:pt x="115" y="284"/>
                  <a:pt x="107" y="274"/>
                  <a:pt x="107" y="265"/>
                </a:cubicBezTo>
                <a:cubicBezTo>
                  <a:pt x="107" y="256"/>
                  <a:pt x="107" y="256"/>
                  <a:pt x="115" y="248"/>
                </a:cubicBezTo>
                <a:cubicBezTo>
                  <a:pt x="195" y="230"/>
                  <a:pt x="266" y="239"/>
                  <a:pt x="328" y="274"/>
                </a:cubicBezTo>
                <a:cubicBezTo>
                  <a:pt x="328" y="284"/>
                  <a:pt x="337" y="284"/>
                  <a:pt x="328" y="292"/>
                </a:cubicBezTo>
                <a:close/>
                <a:moveTo>
                  <a:pt x="355" y="230"/>
                </a:moveTo>
                <a:lnTo>
                  <a:pt x="355" y="230"/>
                </a:lnTo>
                <a:cubicBezTo>
                  <a:pt x="355" y="239"/>
                  <a:pt x="337" y="239"/>
                  <a:pt x="337" y="239"/>
                </a:cubicBezTo>
                <a:cubicBezTo>
                  <a:pt x="274" y="203"/>
                  <a:pt x="186" y="194"/>
                  <a:pt x="115" y="212"/>
                </a:cubicBezTo>
                <a:cubicBezTo>
                  <a:pt x="107" y="212"/>
                  <a:pt x="98" y="212"/>
                  <a:pt x="98" y="203"/>
                </a:cubicBezTo>
                <a:cubicBezTo>
                  <a:pt x="98" y="194"/>
                  <a:pt x="98" y="186"/>
                  <a:pt x="107" y="177"/>
                </a:cubicBezTo>
                <a:cubicBezTo>
                  <a:pt x="186" y="159"/>
                  <a:pt x="283" y="168"/>
                  <a:pt x="346" y="212"/>
                </a:cubicBezTo>
                <a:cubicBezTo>
                  <a:pt x="355" y="212"/>
                  <a:pt x="364" y="221"/>
                  <a:pt x="355" y="230"/>
                </a:cubicBezTo>
                <a:close/>
                <a:moveTo>
                  <a:pt x="355" y="168"/>
                </a:moveTo>
                <a:lnTo>
                  <a:pt x="355" y="168"/>
                </a:lnTo>
                <a:cubicBezTo>
                  <a:pt x="293" y="124"/>
                  <a:pt x="177" y="124"/>
                  <a:pt x="107" y="141"/>
                </a:cubicBezTo>
                <a:cubicBezTo>
                  <a:pt x="98" y="150"/>
                  <a:pt x="89" y="141"/>
                  <a:pt x="80" y="132"/>
                </a:cubicBezTo>
                <a:cubicBezTo>
                  <a:pt x="80" y="115"/>
                  <a:pt x="89" y="106"/>
                  <a:pt x="98" y="106"/>
                </a:cubicBezTo>
                <a:cubicBezTo>
                  <a:pt x="168" y="79"/>
                  <a:pt x="302" y="88"/>
                  <a:pt x="381" y="132"/>
                </a:cubicBezTo>
                <a:cubicBezTo>
                  <a:pt x="390" y="141"/>
                  <a:pt x="390" y="150"/>
                  <a:pt x="381" y="159"/>
                </a:cubicBezTo>
                <a:cubicBezTo>
                  <a:pt x="381" y="168"/>
                  <a:pt x="364" y="177"/>
                  <a:pt x="355" y="168"/>
                </a:cubicBezTo>
                <a:close/>
                <a:moveTo>
                  <a:pt x="195" y="372"/>
                </a:moveTo>
                <a:lnTo>
                  <a:pt x="195" y="372"/>
                </a:lnTo>
                <a:cubicBezTo>
                  <a:pt x="160" y="372"/>
                  <a:pt x="133" y="381"/>
                  <a:pt x="115" y="407"/>
                </a:cubicBezTo>
                <a:cubicBezTo>
                  <a:pt x="151" y="425"/>
                  <a:pt x="186" y="434"/>
                  <a:pt x="221" y="434"/>
                </a:cubicBezTo>
                <a:cubicBezTo>
                  <a:pt x="239" y="434"/>
                  <a:pt x="258" y="434"/>
                  <a:pt x="274" y="425"/>
                </a:cubicBezTo>
                <a:cubicBezTo>
                  <a:pt x="258" y="390"/>
                  <a:pt x="230" y="372"/>
                  <a:pt x="195" y="3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8"/>
          <p:cNvSpPr/>
          <p:nvPr/>
        </p:nvSpPr>
        <p:spPr>
          <a:xfrm>
            <a:off x="7680325" y="2173288"/>
            <a:ext cx="260350" cy="255587"/>
          </a:xfrm>
          <a:custGeom>
            <a:rect b="b" l="l" r="r" t="t"/>
            <a:pathLst>
              <a:path extrusionOk="0" h="471" w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7"/>
                  <a:pt x="0" y="231"/>
                </a:cubicBezTo>
                <a:cubicBezTo>
                  <a:pt x="0" y="293"/>
                  <a:pt x="27" y="347"/>
                  <a:pt x="62" y="391"/>
                </a:cubicBezTo>
                <a:cubicBezTo>
                  <a:pt x="97" y="356"/>
                  <a:pt x="150" y="338"/>
                  <a:pt x="204" y="338"/>
                </a:cubicBezTo>
                <a:cubicBezTo>
                  <a:pt x="284" y="338"/>
                  <a:pt x="346" y="373"/>
                  <a:pt x="372" y="435"/>
                </a:cubicBezTo>
                <a:cubicBezTo>
                  <a:pt x="434" y="391"/>
                  <a:pt x="478" y="320"/>
                  <a:pt x="478" y="231"/>
                </a:cubicBezTo>
                <a:cubicBezTo>
                  <a:pt x="478" y="107"/>
                  <a:pt x="372" y="0"/>
                  <a:pt x="239" y="0"/>
                </a:cubicBezTo>
                <a:close/>
                <a:moveTo>
                  <a:pt x="354" y="320"/>
                </a:moveTo>
                <a:lnTo>
                  <a:pt x="354" y="320"/>
                </a:lnTo>
                <a:cubicBezTo>
                  <a:pt x="354" y="328"/>
                  <a:pt x="346" y="328"/>
                  <a:pt x="337" y="328"/>
                </a:cubicBezTo>
                <a:cubicBezTo>
                  <a:pt x="284" y="293"/>
                  <a:pt x="212" y="284"/>
                  <a:pt x="133" y="303"/>
                </a:cubicBezTo>
                <a:cubicBezTo>
                  <a:pt x="124" y="303"/>
                  <a:pt x="115" y="303"/>
                  <a:pt x="115" y="293"/>
                </a:cubicBezTo>
                <a:cubicBezTo>
                  <a:pt x="115" y="284"/>
                  <a:pt x="115" y="275"/>
                  <a:pt x="124" y="275"/>
                </a:cubicBezTo>
                <a:cubicBezTo>
                  <a:pt x="212" y="249"/>
                  <a:pt x="293" y="258"/>
                  <a:pt x="354" y="303"/>
                </a:cubicBezTo>
                <a:cubicBezTo>
                  <a:pt x="354" y="303"/>
                  <a:pt x="363" y="311"/>
                  <a:pt x="354" y="320"/>
                </a:cubicBezTo>
                <a:close/>
                <a:moveTo>
                  <a:pt x="381" y="249"/>
                </a:moveTo>
                <a:lnTo>
                  <a:pt x="381" y="249"/>
                </a:lnTo>
                <a:cubicBezTo>
                  <a:pt x="381" y="258"/>
                  <a:pt x="372" y="267"/>
                  <a:pt x="363" y="258"/>
                </a:cubicBezTo>
                <a:cubicBezTo>
                  <a:pt x="301" y="222"/>
                  <a:pt x="204" y="205"/>
                  <a:pt x="124" y="231"/>
                </a:cubicBezTo>
                <a:cubicBezTo>
                  <a:pt x="115" y="231"/>
                  <a:pt x="106" y="231"/>
                  <a:pt x="106" y="222"/>
                </a:cubicBezTo>
                <a:cubicBezTo>
                  <a:pt x="97" y="205"/>
                  <a:pt x="106" y="196"/>
                  <a:pt x="115" y="196"/>
                </a:cubicBezTo>
                <a:cubicBezTo>
                  <a:pt x="204" y="169"/>
                  <a:pt x="310" y="187"/>
                  <a:pt x="381" y="231"/>
                </a:cubicBezTo>
                <a:cubicBezTo>
                  <a:pt x="390" y="231"/>
                  <a:pt x="390" y="240"/>
                  <a:pt x="381" y="249"/>
                </a:cubicBezTo>
                <a:close/>
                <a:moveTo>
                  <a:pt x="390" y="178"/>
                </a:moveTo>
                <a:lnTo>
                  <a:pt x="390" y="178"/>
                </a:lnTo>
                <a:cubicBezTo>
                  <a:pt x="310" y="134"/>
                  <a:pt x="186" y="134"/>
                  <a:pt x="115" y="151"/>
                </a:cubicBezTo>
                <a:cubicBezTo>
                  <a:pt x="106" y="160"/>
                  <a:pt x="88" y="151"/>
                  <a:pt x="88" y="143"/>
                </a:cubicBezTo>
                <a:cubicBezTo>
                  <a:pt x="80" y="125"/>
                  <a:pt x="88" y="116"/>
                  <a:pt x="106" y="116"/>
                </a:cubicBezTo>
                <a:cubicBezTo>
                  <a:pt x="186" y="90"/>
                  <a:pt x="319" y="90"/>
                  <a:pt x="407" y="143"/>
                </a:cubicBezTo>
                <a:cubicBezTo>
                  <a:pt x="416" y="151"/>
                  <a:pt x="425" y="160"/>
                  <a:pt x="416" y="178"/>
                </a:cubicBezTo>
                <a:cubicBezTo>
                  <a:pt x="407" y="187"/>
                  <a:pt x="399" y="187"/>
                  <a:pt x="390" y="178"/>
                </a:cubicBezTo>
                <a:close/>
                <a:moveTo>
                  <a:pt x="204" y="409"/>
                </a:moveTo>
                <a:lnTo>
                  <a:pt x="204" y="409"/>
                </a:lnTo>
                <a:cubicBezTo>
                  <a:pt x="177" y="409"/>
                  <a:pt x="141" y="417"/>
                  <a:pt x="124" y="444"/>
                </a:cubicBezTo>
                <a:cubicBezTo>
                  <a:pt x="159" y="462"/>
                  <a:pt x="194" y="470"/>
                  <a:pt x="239" y="470"/>
                </a:cubicBezTo>
                <a:cubicBezTo>
                  <a:pt x="257" y="470"/>
                  <a:pt x="284" y="470"/>
                  <a:pt x="301" y="462"/>
                </a:cubicBezTo>
                <a:cubicBezTo>
                  <a:pt x="284" y="426"/>
                  <a:pt x="248" y="409"/>
                  <a:pt x="204" y="4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8"/>
          <p:cNvSpPr/>
          <p:nvPr/>
        </p:nvSpPr>
        <p:spPr>
          <a:xfrm>
            <a:off x="5005388" y="2720975"/>
            <a:ext cx="231775" cy="236538"/>
          </a:xfrm>
          <a:custGeom>
            <a:rect b="b" l="l" r="r" t="t"/>
            <a:pathLst>
              <a:path extrusionOk="0" h="435" w="426">
                <a:moveTo>
                  <a:pt x="380" y="89"/>
                </a:moveTo>
                <a:lnTo>
                  <a:pt x="380" y="89"/>
                </a:lnTo>
                <a:cubicBezTo>
                  <a:pt x="389" y="97"/>
                  <a:pt x="389" y="115"/>
                  <a:pt x="389" y="133"/>
                </a:cubicBezTo>
                <a:cubicBezTo>
                  <a:pt x="389" y="178"/>
                  <a:pt x="372" y="213"/>
                  <a:pt x="336" y="239"/>
                </a:cubicBezTo>
                <a:cubicBezTo>
                  <a:pt x="301" y="266"/>
                  <a:pt x="248" y="284"/>
                  <a:pt x="185" y="284"/>
                </a:cubicBezTo>
                <a:cubicBezTo>
                  <a:pt x="167" y="284"/>
                  <a:pt x="167" y="284"/>
                  <a:pt x="167" y="284"/>
                </a:cubicBezTo>
                <a:cubicBezTo>
                  <a:pt x="159" y="284"/>
                  <a:pt x="150" y="293"/>
                  <a:pt x="141" y="301"/>
                </a:cubicBezTo>
                <a:cubicBezTo>
                  <a:pt x="123" y="381"/>
                  <a:pt x="123" y="381"/>
                  <a:pt x="123" y="381"/>
                </a:cubicBezTo>
                <a:cubicBezTo>
                  <a:pt x="123" y="390"/>
                  <a:pt x="114" y="399"/>
                  <a:pt x="106" y="399"/>
                </a:cubicBezTo>
                <a:cubicBezTo>
                  <a:pt x="70" y="399"/>
                  <a:pt x="70" y="399"/>
                  <a:pt x="70" y="399"/>
                </a:cubicBezTo>
                <a:cubicBezTo>
                  <a:pt x="61" y="408"/>
                  <a:pt x="61" y="408"/>
                  <a:pt x="61" y="408"/>
                </a:cubicBezTo>
                <a:cubicBezTo>
                  <a:pt x="61" y="416"/>
                  <a:pt x="70" y="434"/>
                  <a:pt x="79" y="434"/>
                </a:cubicBezTo>
                <a:cubicBezTo>
                  <a:pt x="132" y="434"/>
                  <a:pt x="132" y="434"/>
                  <a:pt x="132" y="434"/>
                </a:cubicBezTo>
                <a:cubicBezTo>
                  <a:pt x="150" y="434"/>
                  <a:pt x="159" y="416"/>
                  <a:pt x="159" y="408"/>
                </a:cubicBezTo>
                <a:cubicBezTo>
                  <a:pt x="176" y="328"/>
                  <a:pt x="176" y="328"/>
                  <a:pt x="176" y="328"/>
                </a:cubicBezTo>
                <a:cubicBezTo>
                  <a:pt x="185" y="319"/>
                  <a:pt x="194" y="310"/>
                  <a:pt x="203" y="310"/>
                </a:cubicBezTo>
                <a:cubicBezTo>
                  <a:pt x="220" y="310"/>
                  <a:pt x="220" y="310"/>
                  <a:pt x="220" y="310"/>
                </a:cubicBezTo>
                <a:cubicBezTo>
                  <a:pt x="283" y="310"/>
                  <a:pt x="336" y="301"/>
                  <a:pt x="372" y="275"/>
                </a:cubicBezTo>
                <a:cubicBezTo>
                  <a:pt x="407" y="248"/>
                  <a:pt x="425" y="213"/>
                  <a:pt x="425" y="168"/>
                </a:cubicBezTo>
                <a:cubicBezTo>
                  <a:pt x="425" y="150"/>
                  <a:pt x="425" y="133"/>
                  <a:pt x="416" y="124"/>
                </a:cubicBezTo>
                <a:cubicBezTo>
                  <a:pt x="407" y="106"/>
                  <a:pt x="398" y="97"/>
                  <a:pt x="389" y="89"/>
                </a:cubicBezTo>
                <a:cubicBezTo>
                  <a:pt x="380" y="89"/>
                  <a:pt x="380" y="89"/>
                  <a:pt x="380" y="89"/>
                </a:cubicBezTo>
                <a:close/>
                <a:moveTo>
                  <a:pt x="97" y="346"/>
                </a:moveTo>
                <a:lnTo>
                  <a:pt x="97" y="346"/>
                </a:lnTo>
                <a:cubicBezTo>
                  <a:pt x="114" y="266"/>
                  <a:pt x="114" y="266"/>
                  <a:pt x="114" y="266"/>
                </a:cubicBezTo>
                <a:cubicBezTo>
                  <a:pt x="114" y="257"/>
                  <a:pt x="123" y="248"/>
                  <a:pt x="141" y="248"/>
                </a:cubicBezTo>
                <a:cubicBezTo>
                  <a:pt x="150" y="248"/>
                  <a:pt x="150" y="248"/>
                  <a:pt x="150" y="248"/>
                </a:cubicBezTo>
                <a:cubicBezTo>
                  <a:pt x="220" y="248"/>
                  <a:pt x="265" y="231"/>
                  <a:pt x="301" y="203"/>
                </a:cubicBezTo>
                <a:cubicBezTo>
                  <a:pt x="345" y="178"/>
                  <a:pt x="363" y="142"/>
                  <a:pt x="363" y="106"/>
                </a:cubicBezTo>
                <a:cubicBezTo>
                  <a:pt x="363" y="80"/>
                  <a:pt x="354" y="71"/>
                  <a:pt x="345" y="53"/>
                </a:cubicBezTo>
                <a:cubicBezTo>
                  <a:pt x="345" y="44"/>
                  <a:pt x="336" y="36"/>
                  <a:pt x="318" y="27"/>
                </a:cubicBezTo>
                <a:cubicBezTo>
                  <a:pt x="310" y="18"/>
                  <a:pt x="292" y="9"/>
                  <a:pt x="273" y="9"/>
                </a:cubicBezTo>
                <a:cubicBezTo>
                  <a:pt x="257" y="9"/>
                  <a:pt x="238" y="0"/>
                  <a:pt x="212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79" y="9"/>
                  <a:pt x="70" y="27"/>
                </a:cubicBezTo>
                <a:cubicBezTo>
                  <a:pt x="0" y="346"/>
                  <a:pt x="0" y="346"/>
                  <a:pt x="0" y="346"/>
                </a:cubicBezTo>
                <a:cubicBezTo>
                  <a:pt x="0" y="354"/>
                  <a:pt x="0" y="363"/>
                  <a:pt x="17" y="363"/>
                </a:cubicBezTo>
                <a:cubicBezTo>
                  <a:pt x="70" y="363"/>
                  <a:pt x="70" y="363"/>
                  <a:pt x="70" y="363"/>
                </a:cubicBezTo>
                <a:cubicBezTo>
                  <a:pt x="79" y="363"/>
                  <a:pt x="88" y="354"/>
                  <a:pt x="97" y="346"/>
                </a:cubicBezTo>
                <a:close/>
                <a:moveTo>
                  <a:pt x="141" y="159"/>
                </a:moveTo>
                <a:lnTo>
                  <a:pt x="141" y="159"/>
                </a:lnTo>
                <a:cubicBezTo>
                  <a:pt x="150" y="89"/>
                  <a:pt x="150" y="89"/>
                  <a:pt x="150" y="89"/>
                </a:cubicBezTo>
                <a:cubicBezTo>
                  <a:pt x="159" y="80"/>
                  <a:pt x="167" y="71"/>
                  <a:pt x="176" y="71"/>
                </a:cubicBezTo>
                <a:cubicBezTo>
                  <a:pt x="194" y="71"/>
                  <a:pt x="194" y="71"/>
                  <a:pt x="194" y="71"/>
                </a:cubicBezTo>
                <a:cubicBezTo>
                  <a:pt x="220" y="71"/>
                  <a:pt x="229" y="71"/>
                  <a:pt x="238" y="80"/>
                </a:cubicBezTo>
                <a:cubicBezTo>
                  <a:pt x="257" y="89"/>
                  <a:pt x="257" y="97"/>
                  <a:pt x="257" y="115"/>
                </a:cubicBezTo>
                <a:cubicBezTo>
                  <a:pt x="257" y="133"/>
                  <a:pt x="248" y="150"/>
                  <a:pt x="229" y="159"/>
                </a:cubicBezTo>
                <a:cubicBezTo>
                  <a:pt x="220" y="168"/>
                  <a:pt x="194" y="178"/>
                  <a:pt x="167" y="178"/>
                </a:cubicBezTo>
                <a:cubicBezTo>
                  <a:pt x="150" y="178"/>
                  <a:pt x="150" y="178"/>
                  <a:pt x="150" y="178"/>
                </a:cubicBezTo>
                <a:cubicBezTo>
                  <a:pt x="141" y="178"/>
                  <a:pt x="132" y="168"/>
                  <a:pt x="141" y="1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8"/>
          <p:cNvSpPr/>
          <p:nvPr/>
        </p:nvSpPr>
        <p:spPr>
          <a:xfrm>
            <a:off x="6061075" y="2778125"/>
            <a:ext cx="269875" cy="122238"/>
          </a:xfrm>
          <a:custGeom>
            <a:rect b="b" l="l" r="r" t="t"/>
            <a:pathLst>
              <a:path extrusionOk="0" h="223" w="497">
                <a:moveTo>
                  <a:pt x="17" y="195"/>
                </a:moveTo>
                <a:lnTo>
                  <a:pt x="17" y="195"/>
                </a:lnTo>
                <a:cubicBezTo>
                  <a:pt x="26" y="160"/>
                  <a:pt x="26" y="160"/>
                  <a:pt x="26" y="160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17" y="125"/>
                  <a:pt x="17" y="125"/>
                  <a:pt x="9" y="125"/>
                </a:cubicBezTo>
                <a:cubicBezTo>
                  <a:pt x="0" y="160"/>
                  <a:pt x="0" y="160"/>
                  <a:pt x="0" y="160"/>
                </a:cubicBezTo>
                <a:cubicBezTo>
                  <a:pt x="9" y="195"/>
                  <a:pt x="9" y="195"/>
                  <a:pt x="9" y="195"/>
                </a:cubicBezTo>
                <a:cubicBezTo>
                  <a:pt x="17" y="195"/>
                  <a:pt x="17" y="195"/>
                  <a:pt x="17" y="195"/>
                </a:cubicBezTo>
                <a:close/>
                <a:moveTo>
                  <a:pt x="70" y="213"/>
                </a:moveTo>
                <a:lnTo>
                  <a:pt x="70" y="213"/>
                </a:lnTo>
                <a:cubicBezTo>
                  <a:pt x="70" y="160"/>
                  <a:pt x="70" y="160"/>
                  <a:pt x="70" y="160"/>
                </a:cubicBezTo>
                <a:cubicBezTo>
                  <a:pt x="70" y="80"/>
                  <a:pt x="70" y="80"/>
                  <a:pt x="70" y="80"/>
                </a:cubicBezTo>
                <a:lnTo>
                  <a:pt x="62" y="72"/>
                </a:lnTo>
                <a:lnTo>
                  <a:pt x="53" y="80"/>
                </a:lnTo>
                <a:cubicBezTo>
                  <a:pt x="53" y="160"/>
                  <a:pt x="53" y="160"/>
                  <a:pt x="53" y="160"/>
                </a:cubicBezTo>
                <a:cubicBezTo>
                  <a:pt x="53" y="213"/>
                  <a:pt x="53" y="213"/>
                  <a:pt x="53" y="213"/>
                </a:cubicBezTo>
                <a:cubicBezTo>
                  <a:pt x="53" y="222"/>
                  <a:pt x="62" y="222"/>
                  <a:pt x="62" y="222"/>
                </a:cubicBezTo>
                <a:cubicBezTo>
                  <a:pt x="62" y="222"/>
                  <a:pt x="70" y="222"/>
                  <a:pt x="70" y="213"/>
                </a:cubicBezTo>
                <a:close/>
                <a:moveTo>
                  <a:pt x="115" y="213"/>
                </a:moveTo>
                <a:lnTo>
                  <a:pt x="115" y="213"/>
                </a:lnTo>
                <a:cubicBezTo>
                  <a:pt x="123" y="160"/>
                  <a:pt x="123" y="160"/>
                  <a:pt x="123" y="160"/>
                </a:cubicBezTo>
                <a:cubicBezTo>
                  <a:pt x="115" y="53"/>
                  <a:pt x="115" y="53"/>
                  <a:pt x="115" y="53"/>
                </a:cubicBezTo>
                <a:cubicBezTo>
                  <a:pt x="115" y="44"/>
                  <a:pt x="115" y="44"/>
                  <a:pt x="115" y="44"/>
                </a:cubicBezTo>
                <a:cubicBezTo>
                  <a:pt x="107" y="44"/>
                  <a:pt x="107" y="44"/>
                  <a:pt x="107" y="53"/>
                </a:cubicBezTo>
                <a:cubicBezTo>
                  <a:pt x="97" y="160"/>
                  <a:pt x="97" y="160"/>
                  <a:pt x="97" y="160"/>
                </a:cubicBezTo>
                <a:cubicBezTo>
                  <a:pt x="107" y="213"/>
                  <a:pt x="107" y="213"/>
                  <a:pt x="107" y="213"/>
                </a:cubicBezTo>
                <a:cubicBezTo>
                  <a:pt x="107" y="213"/>
                  <a:pt x="107" y="222"/>
                  <a:pt x="115" y="222"/>
                </a:cubicBezTo>
                <a:lnTo>
                  <a:pt x="115" y="213"/>
                </a:lnTo>
                <a:close/>
                <a:moveTo>
                  <a:pt x="168" y="213"/>
                </a:moveTo>
                <a:lnTo>
                  <a:pt x="168" y="213"/>
                </a:lnTo>
                <a:cubicBezTo>
                  <a:pt x="177" y="160"/>
                  <a:pt x="177" y="160"/>
                  <a:pt x="177" y="160"/>
                </a:cubicBezTo>
                <a:cubicBezTo>
                  <a:pt x="168" y="53"/>
                  <a:pt x="168" y="53"/>
                  <a:pt x="168" y="53"/>
                </a:cubicBezTo>
                <a:cubicBezTo>
                  <a:pt x="168" y="44"/>
                  <a:pt x="168" y="44"/>
                  <a:pt x="160" y="44"/>
                </a:cubicBezTo>
                <a:cubicBezTo>
                  <a:pt x="160" y="44"/>
                  <a:pt x="151" y="44"/>
                  <a:pt x="151" y="53"/>
                </a:cubicBezTo>
                <a:cubicBezTo>
                  <a:pt x="151" y="160"/>
                  <a:pt x="151" y="160"/>
                  <a:pt x="151" y="160"/>
                </a:cubicBezTo>
                <a:cubicBezTo>
                  <a:pt x="151" y="213"/>
                  <a:pt x="151" y="213"/>
                  <a:pt x="151" y="213"/>
                </a:cubicBezTo>
                <a:lnTo>
                  <a:pt x="160" y="222"/>
                </a:lnTo>
                <a:cubicBezTo>
                  <a:pt x="168" y="222"/>
                  <a:pt x="168" y="213"/>
                  <a:pt x="168" y="213"/>
                </a:cubicBezTo>
                <a:close/>
                <a:moveTo>
                  <a:pt x="221" y="213"/>
                </a:moveTo>
                <a:lnTo>
                  <a:pt x="221" y="213"/>
                </a:lnTo>
                <a:cubicBezTo>
                  <a:pt x="221" y="160"/>
                  <a:pt x="221" y="160"/>
                  <a:pt x="221" y="160"/>
                </a:cubicBezTo>
                <a:cubicBezTo>
                  <a:pt x="221" y="36"/>
                  <a:pt x="221" y="36"/>
                  <a:pt x="221" y="36"/>
                </a:cubicBezTo>
                <a:cubicBezTo>
                  <a:pt x="221" y="27"/>
                  <a:pt x="213" y="27"/>
                  <a:pt x="213" y="27"/>
                </a:cubicBezTo>
                <a:cubicBezTo>
                  <a:pt x="204" y="27"/>
                  <a:pt x="204" y="27"/>
                  <a:pt x="204" y="36"/>
                </a:cubicBezTo>
                <a:cubicBezTo>
                  <a:pt x="195" y="160"/>
                  <a:pt x="195" y="160"/>
                  <a:pt x="195" y="160"/>
                </a:cubicBezTo>
                <a:lnTo>
                  <a:pt x="204" y="213"/>
                </a:lnTo>
                <a:cubicBezTo>
                  <a:pt x="204" y="213"/>
                  <a:pt x="204" y="222"/>
                  <a:pt x="213" y="222"/>
                </a:cubicBezTo>
                <a:lnTo>
                  <a:pt x="221" y="213"/>
                </a:lnTo>
                <a:close/>
                <a:moveTo>
                  <a:pt x="257" y="222"/>
                </a:moveTo>
                <a:lnTo>
                  <a:pt x="257" y="222"/>
                </a:lnTo>
                <a:lnTo>
                  <a:pt x="434" y="222"/>
                </a:lnTo>
                <a:cubicBezTo>
                  <a:pt x="470" y="222"/>
                  <a:pt x="496" y="195"/>
                  <a:pt x="496" y="160"/>
                </a:cubicBezTo>
                <a:cubicBezTo>
                  <a:pt x="496" y="125"/>
                  <a:pt x="470" y="97"/>
                  <a:pt x="434" y="97"/>
                </a:cubicBezTo>
                <a:cubicBezTo>
                  <a:pt x="425" y="97"/>
                  <a:pt x="416" y="97"/>
                  <a:pt x="407" y="97"/>
                </a:cubicBezTo>
                <a:cubicBezTo>
                  <a:pt x="398" y="44"/>
                  <a:pt x="354" y="0"/>
                  <a:pt x="292" y="0"/>
                </a:cubicBezTo>
                <a:cubicBezTo>
                  <a:pt x="283" y="0"/>
                  <a:pt x="266" y="0"/>
                  <a:pt x="257" y="9"/>
                </a:cubicBezTo>
                <a:cubicBezTo>
                  <a:pt x="248" y="9"/>
                  <a:pt x="248" y="9"/>
                  <a:pt x="248" y="18"/>
                </a:cubicBezTo>
                <a:cubicBezTo>
                  <a:pt x="248" y="213"/>
                  <a:pt x="248" y="213"/>
                  <a:pt x="248" y="213"/>
                </a:cubicBezTo>
                <a:cubicBezTo>
                  <a:pt x="248" y="213"/>
                  <a:pt x="248" y="222"/>
                  <a:pt x="257" y="22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8"/>
          <p:cNvSpPr/>
          <p:nvPr/>
        </p:nvSpPr>
        <p:spPr>
          <a:xfrm>
            <a:off x="8218488" y="2711450"/>
            <a:ext cx="260350" cy="255588"/>
          </a:xfrm>
          <a:custGeom>
            <a:rect b="b" l="l" r="r" t="t"/>
            <a:pathLst>
              <a:path extrusionOk="0" h="471" w="479">
                <a:moveTo>
                  <a:pt x="266" y="257"/>
                </a:moveTo>
                <a:lnTo>
                  <a:pt x="266" y="257"/>
                </a:lnTo>
                <a:cubicBezTo>
                  <a:pt x="257" y="257"/>
                  <a:pt x="249" y="257"/>
                  <a:pt x="240" y="257"/>
                </a:cubicBezTo>
                <a:cubicBezTo>
                  <a:pt x="213" y="257"/>
                  <a:pt x="213" y="257"/>
                  <a:pt x="213" y="257"/>
                </a:cubicBezTo>
                <a:cubicBezTo>
                  <a:pt x="213" y="311"/>
                  <a:pt x="213" y="311"/>
                  <a:pt x="213" y="311"/>
                </a:cubicBezTo>
                <a:cubicBezTo>
                  <a:pt x="240" y="311"/>
                  <a:pt x="240" y="311"/>
                  <a:pt x="240" y="311"/>
                </a:cubicBezTo>
                <a:cubicBezTo>
                  <a:pt x="249" y="311"/>
                  <a:pt x="257" y="311"/>
                  <a:pt x="266" y="311"/>
                </a:cubicBezTo>
                <a:cubicBezTo>
                  <a:pt x="275" y="302"/>
                  <a:pt x="275" y="293"/>
                  <a:pt x="275" y="284"/>
                </a:cubicBezTo>
                <a:cubicBezTo>
                  <a:pt x="275" y="275"/>
                  <a:pt x="275" y="266"/>
                  <a:pt x="266" y="257"/>
                </a:cubicBezTo>
                <a:close/>
                <a:moveTo>
                  <a:pt x="257" y="213"/>
                </a:moveTo>
                <a:lnTo>
                  <a:pt x="257" y="213"/>
                </a:lnTo>
                <a:cubicBezTo>
                  <a:pt x="257" y="204"/>
                  <a:pt x="266" y="196"/>
                  <a:pt x="266" y="186"/>
                </a:cubicBezTo>
                <a:cubicBezTo>
                  <a:pt x="266" y="177"/>
                  <a:pt x="257" y="168"/>
                  <a:pt x="257" y="168"/>
                </a:cubicBezTo>
                <a:cubicBezTo>
                  <a:pt x="249" y="160"/>
                  <a:pt x="231" y="160"/>
                  <a:pt x="222" y="160"/>
                </a:cubicBezTo>
                <a:cubicBezTo>
                  <a:pt x="213" y="160"/>
                  <a:pt x="213" y="160"/>
                  <a:pt x="213" y="160"/>
                </a:cubicBezTo>
                <a:cubicBezTo>
                  <a:pt x="213" y="213"/>
                  <a:pt x="213" y="213"/>
                  <a:pt x="213" y="213"/>
                </a:cubicBezTo>
                <a:cubicBezTo>
                  <a:pt x="231" y="213"/>
                  <a:pt x="231" y="213"/>
                  <a:pt x="231" y="213"/>
                </a:cubicBezTo>
                <a:cubicBezTo>
                  <a:pt x="240" y="213"/>
                  <a:pt x="249" y="213"/>
                  <a:pt x="257" y="213"/>
                </a:cubicBezTo>
                <a:close/>
                <a:moveTo>
                  <a:pt x="390" y="0"/>
                </a:moveTo>
                <a:lnTo>
                  <a:pt x="390" y="0"/>
                </a:lnTo>
                <a:cubicBezTo>
                  <a:pt x="89" y="0"/>
                  <a:pt x="89" y="0"/>
                  <a:pt x="89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390"/>
                  <a:pt x="0" y="390"/>
                  <a:pt x="0" y="390"/>
                </a:cubicBezTo>
                <a:cubicBezTo>
                  <a:pt x="0" y="434"/>
                  <a:pt x="36" y="470"/>
                  <a:pt x="89" y="470"/>
                </a:cubicBezTo>
                <a:cubicBezTo>
                  <a:pt x="390" y="470"/>
                  <a:pt x="390" y="470"/>
                  <a:pt x="390" y="470"/>
                </a:cubicBezTo>
                <a:cubicBezTo>
                  <a:pt x="443" y="470"/>
                  <a:pt x="478" y="434"/>
                  <a:pt x="478" y="390"/>
                </a:cubicBezTo>
                <a:cubicBezTo>
                  <a:pt x="478" y="80"/>
                  <a:pt x="478" y="80"/>
                  <a:pt x="478" y="80"/>
                </a:cubicBezTo>
                <a:cubicBezTo>
                  <a:pt x="478" y="36"/>
                  <a:pt x="443" y="0"/>
                  <a:pt x="390" y="0"/>
                </a:cubicBezTo>
                <a:close/>
                <a:moveTo>
                  <a:pt x="249" y="355"/>
                </a:moveTo>
                <a:lnTo>
                  <a:pt x="249" y="355"/>
                </a:lnTo>
                <a:cubicBezTo>
                  <a:pt x="159" y="355"/>
                  <a:pt x="159" y="355"/>
                  <a:pt x="159" y="355"/>
                </a:cubicBezTo>
                <a:cubicBezTo>
                  <a:pt x="159" y="124"/>
                  <a:pt x="159" y="124"/>
                  <a:pt x="159" y="124"/>
                </a:cubicBezTo>
                <a:cubicBezTo>
                  <a:pt x="266" y="124"/>
                  <a:pt x="266" y="124"/>
                  <a:pt x="266" y="124"/>
                </a:cubicBezTo>
                <a:cubicBezTo>
                  <a:pt x="293" y="124"/>
                  <a:pt x="319" y="142"/>
                  <a:pt x="319" y="177"/>
                </a:cubicBezTo>
                <a:cubicBezTo>
                  <a:pt x="319" y="204"/>
                  <a:pt x="310" y="221"/>
                  <a:pt x="284" y="221"/>
                </a:cubicBezTo>
                <a:cubicBezTo>
                  <a:pt x="284" y="231"/>
                  <a:pt x="284" y="231"/>
                  <a:pt x="284" y="231"/>
                </a:cubicBezTo>
                <a:cubicBezTo>
                  <a:pt x="319" y="231"/>
                  <a:pt x="337" y="249"/>
                  <a:pt x="337" y="284"/>
                </a:cubicBezTo>
                <a:cubicBezTo>
                  <a:pt x="337" y="319"/>
                  <a:pt x="310" y="355"/>
                  <a:pt x="249" y="35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8"/>
          <p:cNvSpPr/>
          <p:nvPr/>
        </p:nvSpPr>
        <p:spPr>
          <a:xfrm>
            <a:off x="3917950" y="1660525"/>
            <a:ext cx="250825" cy="201613"/>
          </a:xfrm>
          <a:custGeom>
            <a:rect b="b" l="l" r="r" t="t"/>
            <a:pathLst>
              <a:path extrusionOk="0" h="374" w="462">
                <a:moveTo>
                  <a:pt x="461" y="45"/>
                </a:moveTo>
                <a:lnTo>
                  <a:pt x="461" y="45"/>
                </a:lnTo>
                <a:cubicBezTo>
                  <a:pt x="443" y="54"/>
                  <a:pt x="425" y="63"/>
                  <a:pt x="408" y="63"/>
                </a:cubicBezTo>
                <a:cubicBezTo>
                  <a:pt x="425" y="54"/>
                  <a:pt x="443" y="36"/>
                  <a:pt x="443" y="10"/>
                </a:cubicBezTo>
                <a:cubicBezTo>
                  <a:pt x="425" y="19"/>
                  <a:pt x="408" y="27"/>
                  <a:pt x="389" y="36"/>
                </a:cubicBezTo>
                <a:cubicBezTo>
                  <a:pt x="372" y="19"/>
                  <a:pt x="345" y="0"/>
                  <a:pt x="319" y="0"/>
                </a:cubicBezTo>
                <a:cubicBezTo>
                  <a:pt x="265" y="0"/>
                  <a:pt x="221" y="45"/>
                  <a:pt x="221" y="98"/>
                </a:cubicBezTo>
                <a:cubicBezTo>
                  <a:pt x="221" y="107"/>
                  <a:pt x="221" y="116"/>
                  <a:pt x="230" y="116"/>
                </a:cubicBezTo>
                <a:cubicBezTo>
                  <a:pt x="151" y="116"/>
                  <a:pt x="79" y="81"/>
                  <a:pt x="35" y="19"/>
                </a:cubicBezTo>
                <a:cubicBezTo>
                  <a:pt x="26" y="36"/>
                  <a:pt x="17" y="54"/>
                  <a:pt x="17" y="72"/>
                </a:cubicBezTo>
                <a:cubicBezTo>
                  <a:pt x="17" y="98"/>
                  <a:pt x="35" y="134"/>
                  <a:pt x="61" y="151"/>
                </a:cubicBezTo>
                <a:cubicBezTo>
                  <a:pt x="44" y="143"/>
                  <a:pt x="35" y="143"/>
                  <a:pt x="17" y="134"/>
                </a:cubicBezTo>
                <a:cubicBezTo>
                  <a:pt x="17" y="178"/>
                  <a:pt x="53" y="222"/>
                  <a:pt x="98" y="231"/>
                </a:cubicBezTo>
                <a:cubicBezTo>
                  <a:pt x="89" y="231"/>
                  <a:pt x="79" y="231"/>
                  <a:pt x="70" y="231"/>
                </a:cubicBezTo>
                <a:cubicBezTo>
                  <a:pt x="61" y="231"/>
                  <a:pt x="61" y="231"/>
                  <a:pt x="53" y="231"/>
                </a:cubicBezTo>
                <a:cubicBezTo>
                  <a:pt x="61" y="266"/>
                  <a:pt x="98" y="294"/>
                  <a:pt x="142" y="294"/>
                </a:cubicBezTo>
                <a:cubicBezTo>
                  <a:pt x="106" y="319"/>
                  <a:pt x="70" y="338"/>
                  <a:pt x="26" y="338"/>
                </a:cubicBezTo>
                <a:cubicBezTo>
                  <a:pt x="17" y="338"/>
                  <a:pt x="8" y="338"/>
                  <a:pt x="0" y="338"/>
                </a:cubicBezTo>
                <a:cubicBezTo>
                  <a:pt x="44" y="364"/>
                  <a:pt x="89" y="373"/>
                  <a:pt x="142" y="373"/>
                </a:cubicBezTo>
                <a:cubicBezTo>
                  <a:pt x="319" y="373"/>
                  <a:pt x="408" y="231"/>
                  <a:pt x="408" y="107"/>
                </a:cubicBezTo>
                <a:lnTo>
                  <a:pt x="408" y="98"/>
                </a:lnTo>
                <a:cubicBezTo>
                  <a:pt x="434" y="81"/>
                  <a:pt x="443" y="72"/>
                  <a:pt x="461" y="4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8"/>
          <p:cNvSpPr/>
          <p:nvPr/>
        </p:nvSpPr>
        <p:spPr>
          <a:xfrm>
            <a:off x="4449763" y="1635125"/>
            <a:ext cx="261937" cy="257175"/>
          </a:xfrm>
          <a:custGeom>
            <a:rect b="b" l="l" r="r" t="t"/>
            <a:pathLst>
              <a:path extrusionOk="0" h="471" w="480">
                <a:moveTo>
                  <a:pt x="239" y="0"/>
                </a:moveTo>
                <a:lnTo>
                  <a:pt x="239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3"/>
                  <a:pt x="107" y="470"/>
                  <a:pt x="239" y="470"/>
                </a:cubicBezTo>
                <a:cubicBezTo>
                  <a:pt x="372" y="470"/>
                  <a:pt x="479" y="363"/>
                  <a:pt x="479" y="231"/>
                </a:cubicBezTo>
                <a:cubicBezTo>
                  <a:pt x="479" y="107"/>
                  <a:pt x="372" y="0"/>
                  <a:pt x="239" y="0"/>
                </a:cubicBezTo>
                <a:close/>
                <a:moveTo>
                  <a:pt x="337" y="195"/>
                </a:moveTo>
                <a:lnTo>
                  <a:pt x="337" y="195"/>
                </a:lnTo>
                <a:cubicBezTo>
                  <a:pt x="337" y="257"/>
                  <a:pt x="292" y="328"/>
                  <a:pt x="204" y="328"/>
                </a:cubicBezTo>
                <a:cubicBezTo>
                  <a:pt x="178" y="328"/>
                  <a:pt x="151" y="319"/>
                  <a:pt x="133" y="310"/>
                </a:cubicBezTo>
                <a:lnTo>
                  <a:pt x="142" y="310"/>
                </a:lnTo>
                <a:cubicBezTo>
                  <a:pt x="160" y="310"/>
                  <a:pt x="186" y="301"/>
                  <a:pt x="204" y="293"/>
                </a:cubicBezTo>
                <a:cubicBezTo>
                  <a:pt x="178" y="293"/>
                  <a:pt x="160" y="275"/>
                  <a:pt x="160" y="257"/>
                </a:cubicBezTo>
                <a:cubicBezTo>
                  <a:pt x="160" y="257"/>
                  <a:pt x="160" y="257"/>
                  <a:pt x="169" y="257"/>
                </a:cubicBezTo>
                <a:lnTo>
                  <a:pt x="178" y="257"/>
                </a:lnTo>
                <a:cubicBezTo>
                  <a:pt x="160" y="248"/>
                  <a:pt x="142" y="231"/>
                  <a:pt x="142" y="213"/>
                </a:cubicBezTo>
                <a:cubicBezTo>
                  <a:pt x="142" y="213"/>
                  <a:pt x="151" y="213"/>
                  <a:pt x="160" y="213"/>
                </a:cubicBezTo>
                <a:cubicBezTo>
                  <a:pt x="151" y="204"/>
                  <a:pt x="142" y="195"/>
                  <a:pt x="142" y="178"/>
                </a:cubicBezTo>
                <a:cubicBezTo>
                  <a:pt x="142" y="169"/>
                  <a:pt x="142" y="160"/>
                  <a:pt x="151" y="151"/>
                </a:cubicBezTo>
                <a:cubicBezTo>
                  <a:pt x="169" y="178"/>
                  <a:pt x="204" y="204"/>
                  <a:pt x="239" y="204"/>
                </a:cubicBezTo>
                <a:cubicBezTo>
                  <a:pt x="239" y="195"/>
                  <a:pt x="239" y="195"/>
                  <a:pt x="239" y="195"/>
                </a:cubicBezTo>
                <a:cubicBezTo>
                  <a:pt x="239" y="169"/>
                  <a:pt x="266" y="142"/>
                  <a:pt x="292" y="142"/>
                </a:cubicBezTo>
                <a:cubicBezTo>
                  <a:pt x="301" y="142"/>
                  <a:pt x="319" y="151"/>
                  <a:pt x="319" y="160"/>
                </a:cubicBezTo>
                <a:cubicBezTo>
                  <a:pt x="337" y="160"/>
                  <a:pt x="346" y="151"/>
                  <a:pt x="355" y="151"/>
                </a:cubicBezTo>
                <a:cubicBezTo>
                  <a:pt x="346" y="160"/>
                  <a:pt x="346" y="169"/>
                  <a:pt x="337" y="178"/>
                </a:cubicBezTo>
                <a:cubicBezTo>
                  <a:pt x="346" y="178"/>
                  <a:pt x="355" y="169"/>
                  <a:pt x="364" y="169"/>
                </a:cubicBezTo>
                <a:cubicBezTo>
                  <a:pt x="355" y="178"/>
                  <a:pt x="346" y="187"/>
                  <a:pt x="337" y="19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8"/>
          <p:cNvSpPr/>
          <p:nvPr/>
        </p:nvSpPr>
        <p:spPr>
          <a:xfrm>
            <a:off x="700088" y="2720975"/>
            <a:ext cx="231775" cy="236538"/>
          </a:xfrm>
          <a:custGeom>
            <a:rect b="b" l="l" r="r" t="t"/>
            <a:pathLst>
              <a:path extrusionOk="0" h="435" w="426">
                <a:moveTo>
                  <a:pt x="345" y="213"/>
                </a:moveTo>
                <a:lnTo>
                  <a:pt x="345" y="213"/>
                </a:lnTo>
                <a:cubicBezTo>
                  <a:pt x="345" y="284"/>
                  <a:pt x="284" y="346"/>
                  <a:pt x="213" y="346"/>
                </a:cubicBezTo>
                <a:cubicBezTo>
                  <a:pt x="142" y="346"/>
                  <a:pt x="79" y="284"/>
                  <a:pt x="79" y="213"/>
                </a:cubicBezTo>
                <a:cubicBezTo>
                  <a:pt x="79" y="203"/>
                  <a:pt x="88" y="203"/>
                  <a:pt x="88" y="195"/>
                </a:cubicBezTo>
                <a:cubicBezTo>
                  <a:pt x="0" y="195"/>
                  <a:pt x="0" y="195"/>
                  <a:pt x="0" y="195"/>
                </a:cubicBezTo>
                <a:cubicBezTo>
                  <a:pt x="0" y="363"/>
                  <a:pt x="0" y="363"/>
                  <a:pt x="0" y="363"/>
                </a:cubicBezTo>
                <a:cubicBezTo>
                  <a:pt x="0" y="399"/>
                  <a:pt x="26" y="434"/>
                  <a:pt x="62" y="434"/>
                </a:cubicBezTo>
                <a:cubicBezTo>
                  <a:pt x="363" y="434"/>
                  <a:pt x="363" y="434"/>
                  <a:pt x="363" y="434"/>
                </a:cubicBezTo>
                <a:cubicBezTo>
                  <a:pt x="398" y="434"/>
                  <a:pt x="425" y="399"/>
                  <a:pt x="425" y="363"/>
                </a:cubicBezTo>
                <a:cubicBezTo>
                  <a:pt x="425" y="195"/>
                  <a:pt x="425" y="195"/>
                  <a:pt x="425" y="195"/>
                </a:cubicBezTo>
                <a:cubicBezTo>
                  <a:pt x="337" y="195"/>
                  <a:pt x="337" y="195"/>
                  <a:pt x="337" y="195"/>
                </a:cubicBezTo>
                <a:cubicBezTo>
                  <a:pt x="337" y="203"/>
                  <a:pt x="345" y="203"/>
                  <a:pt x="345" y="213"/>
                </a:cubicBezTo>
                <a:close/>
                <a:moveTo>
                  <a:pt x="363" y="0"/>
                </a:moveTo>
                <a:lnTo>
                  <a:pt x="363" y="0"/>
                </a:lnTo>
                <a:cubicBezTo>
                  <a:pt x="62" y="0"/>
                  <a:pt x="62" y="0"/>
                  <a:pt x="62" y="0"/>
                </a:cubicBezTo>
                <a:cubicBezTo>
                  <a:pt x="26" y="0"/>
                  <a:pt x="0" y="36"/>
                  <a:pt x="0" y="71"/>
                </a:cubicBezTo>
                <a:cubicBezTo>
                  <a:pt x="0" y="142"/>
                  <a:pt x="0" y="142"/>
                  <a:pt x="0" y="142"/>
                </a:cubicBezTo>
                <a:cubicBezTo>
                  <a:pt x="106" y="142"/>
                  <a:pt x="106" y="142"/>
                  <a:pt x="106" y="142"/>
                </a:cubicBezTo>
                <a:cubicBezTo>
                  <a:pt x="132" y="106"/>
                  <a:pt x="168" y="89"/>
                  <a:pt x="213" y="89"/>
                </a:cubicBezTo>
                <a:cubicBezTo>
                  <a:pt x="257" y="89"/>
                  <a:pt x="292" y="106"/>
                  <a:pt x="319" y="142"/>
                </a:cubicBezTo>
                <a:cubicBezTo>
                  <a:pt x="425" y="142"/>
                  <a:pt x="425" y="142"/>
                  <a:pt x="425" y="142"/>
                </a:cubicBezTo>
                <a:cubicBezTo>
                  <a:pt x="425" y="71"/>
                  <a:pt x="425" y="71"/>
                  <a:pt x="425" y="71"/>
                </a:cubicBezTo>
                <a:cubicBezTo>
                  <a:pt x="425" y="36"/>
                  <a:pt x="398" y="0"/>
                  <a:pt x="363" y="0"/>
                </a:cubicBezTo>
                <a:close/>
                <a:moveTo>
                  <a:pt x="390" y="89"/>
                </a:moveTo>
                <a:lnTo>
                  <a:pt x="390" y="89"/>
                </a:lnTo>
                <a:cubicBezTo>
                  <a:pt x="390" y="89"/>
                  <a:pt x="390" y="97"/>
                  <a:pt x="381" y="97"/>
                </a:cubicBezTo>
                <a:cubicBezTo>
                  <a:pt x="345" y="97"/>
                  <a:pt x="345" y="97"/>
                  <a:pt x="345" y="97"/>
                </a:cubicBezTo>
                <a:cubicBezTo>
                  <a:pt x="337" y="97"/>
                  <a:pt x="328" y="89"/>
                  <a:pt x="328" y="89"/>
                </a:cubicBezTo>
                <a:cubicBezTo>
                  <a:pt x="328" y="53"/>
                  <a:pt x="328" y="53"/>
                  <a:pt x="328" y="53"/>
                </a:cubicBezTo>
                <a:cubicBezTo>
                  <a:pt x="328" y="44"/>
                  <a:pt x="337" y="36"/>
                  <a:pt x="345" y="36"/>
                </a:cubicBezTo>
                <a:cubicBezTo>
                  <a:pt x="381" y="36"/>
                  <a:pt x="381" y="36"/>
                  <a:pt x="381" y="36"/>
                </a:cubicBezTo>
                <a:cubicBezTo>
                  <a:pt x="390" y="36"/>
                  <a:pt x="390" y="44"/>
                  <a:pt x="390" y="53"/>
                </a:cubicBezTo>
                <a:lnTo>
                  <a:pt x="390" y="89"/>
                </a:lnTo>
                <a:close/>
                <a:moveTo>
                  <a:pt x="292" y="213"/>
                </a:moveTo>
                <a:lnTo>
                  <a:pt x="292" y="213"/>
                </a:lnTo>
                <a:cubicBezTo>
                  <a:pt x="292" y="168"/>
                  <a:pt x="257" y="133"/>
                  <a:pt x="213" y="133"/>
                </a:cubicBezTo>
                <a:cubicBezTo>
                  <a:pt x="168" y="133"/>
                  <a:pt x="132" y="168"/>
                  <a:pt x="132" y="213"/>
                </a:cubicBezTo>
                <a:cubicBezTo>
                  <a:pt x="132" y="257"/>
                  <a:pt x="168" y="293"/>
                  <a:pt x="213" y="293"/>
                </a:cubicBezTo>
                <a:cubicBezTo>
                  <a:pt x="257" y="293"/>
                  <a:pt x="292" y="257"/>
                  <a:pt x="292" y="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8"/>
          <p:cNvSpPr/>
          <p:nvPr/>
        </p:nvSpPr>
        <p:spPr>
          <a:xfrm>
            <a:off x="6080125" y="1649413"/>
            <a:ext cx="231775" cy="233362"/>
          </a:xfrm>
          <a:custGeom>
            <a:rect b="b" l="l" r="r" t="t"/>
            <a:pathLst>
              <a:path extrusionOk="0" h="427" w="426">
                <a:moveTo>
                  <a:pt x="372" y="0"/>
                </a:moveTo>
                <a:lnTo>
                  <a:pt x="372" y="0"/>
                </a:lnTo>
                <a:cubicBezTo>
                  <a:pt x="53" y="0"/>
                  <a:pt x="53" y="0"/>
                  <a:pt x="53" y="0"/>
                </a:cubicBezTo>
                <a:cubicBezTo>
                  <a:pt x="27" y="0"/>
                  <a:pt x="0" y="27"/>
                  <a:pt x="0" y="53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99"/>
                  <a:pt x="27" y="426"/>
                  <a:pt x="53" y="426"/>
                </a:cubicBezTo>
                <a:cubicBezTo>
                  <a:pt x="213" y="426"/>
                  <a:pt x="213" y="426"/>
                  <a:pt x="213" y="426"/>
                </a:cubicBezTo>
                <a:cubicBezTo>
                  <a:pt x="213" y="274"/>
                  <a:pt x="213" y="274"/>
                  <a:pt x="213" y="274"/>
                </a:cubicBezTo>
                <a:cubicBezTo>
                  <a:pt x="160" y="274"/>
                  <a:pt x="160" y="274"/>
                  <a:pt x="160" y="27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213" y="168"/>
                  <a:pt x="213" y="168"/>
                  <a:pt x="213" y="168"/>
                </a:cubicBezTo>
                <a:cubicBezTo>
                  <a:pt x="213" y="124"/>
                  <a:pt x="257" y="80"/>
                  <a:pt x="301" y="80"/>
                </a:cubicBezTo>
                <a:cubicBezTo>
                  <a:pt x="346" y="80"/>
                  <a:pt x="346" y="80"/>
                  <a:pt x="346" y="80"/>
                </a:cubicBezTo>
                <a:cubicBezTo>
                  <a:pt x="346" y="160"/>
                  <a:pt x="346" y="160"/>
                  <a:pt x="346" y="160"/>
                </a:cubicBezTo>
                <a:cubicBezTo>
                  <a:pt x="310" y="160"/>
                  <a:pt x="310" y="160"/>
                  <a:pt x="310" y="160"/>
                </a:cubicBezTo>
                <a:cubicBezTo>
                  <a:pt x="292" y="160"/>
                  <a:pt x="292" y="160"/>
                  <a:pt x="292" y="168"/>
                </a:cubicBezTo>
                <a:cubicBezTo>
                  <a:pt x="292" y="204"/>
                  <a:pt x="292" y="204"/>
                  <a:pt x="292" y="204"/>
                </a:cubicBezTo>
                <a:cubicBezTo>
                  <a:pt x="346" y="204"/>
                  <a:pt x="346" y="204"/>
                  <a:pt x="346" y="204"/>
                </a:cubicBezTo>
                <a:cubicBezTo>
                  <a:pt x="346" y="274"/>
                  <a:pt x="346" y="274"/>
                  <a:pt x="346" y="274"/>
                </a:cubicBezTo>
                <a:cubicBezTo>
                  <a:pt x="292" y="274"/>
                  <a:pt x="292" y="274"/>
                  <a:pt x="292" y="274"/>
                </a:cubicBezTo>
                <a:cubicBezTo>
                  <a:pt x="292" y="426"/>
                  <a:pt x="292" y="426"/>
                  <a:pt x="292" y="426"/>
                </a:cubicBezTo>
                <a:cubicBezTo>
                  <a:pt x="372" y="426"/>
                  <a:pt x="372" y="426"/>
                  <a:pt x="372" y="426"/>
                </a:cubicBezTo>
                <a:cubicBezTo>
                  <a:pt x="399" y="426"/>
                  <a:pt x="425" y="399"/>
                  <a:pt x="425" y="372"/>
                </a:cubicBezTo>
                <a:cubicBezTo>
                  <a:pt x="425" y="53"/>
                  <a:pt x="425" y="53"/>
                  <a:pt x="425" y="53"/>
                </a:cubicBezTo>
                <a:cubicBezTo>
                  <a:pt x="425" y="27"/>
                  <a:pt x="399" y="0"/>
                  <a:pt x="372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8"/>
          <p:cNvSpPr/>
          <p:nvPr/>
        </p:nvSpPr>
        <p:spPr>
          <a:xfrm>
            <a:off x="3375025" y="2711450"/>
            <a:ext cx="260350" cy="255588"/>
          </a:xfrm>
          <a:custGeom>
            <a:rect b="b" l="l" r="r" t="t"/>
            <a:pathLst>
              <a:path extrusionOk="0" h="471" w="480">
                <a:moveTo>
                  <a:pt x="293" y="231"/>
                </a:moveTo>
                <a:lnTo>
                  <a:pt x="293" y="231"/>
                </a:lnTo>
                <a:cubicBezTo>
                  <a:pt x="284" y="231"/>
                  <a:pt x="284" y="221"/>
                  <a:pt x="275" y="221"/>
                </a:cubicBezTo>
                <a:cubicBezTo>
                  <a:pt x="266" y="221"/>
                  <a:pt x="258" y="213"/>
                  <a:pt x="249" y="213"/>
                </a:cubicBezTo>
                <a:cubicBezTo>
                  <a:pt x="240" y="213"/>
                  <a:pt x="231" y="213"/>
                  <a:pt x="231" y="213"/>
                </a:cubicBezTo>
                <a:cubicBezTo>
                  <a:pt x="222" y="204"/>
                  <a:pt x="222" y="204"/>
                  <a:pt x="222" y="204"/>
                </a:cubicBezTo>
                <a:cubicBezTo>
                  <a:pt x="213" y="204"/>
                  <a:pt x="213" y="204"/>
                  <a:pt x="213" y="204"/>
                </a:cubicBezTo>
                <a:cubicBezTo>
                  <a:pt x="213" y="196"/>
                  <a:pt x="213" y="196"/>
                  <a:pt x="213" y="196"/>
                </a:cubicBezTo>
                <a:cubicBezTo>
                  <a:pt x="213" y="186"/>
                  <a:pt x="213" y="186"/>
                  <a:pt x="213" y="177"/>
                </a:cubicBezTo>
                <a:cubicBezTo>
                  <a:pt x="222" y="177"/>
                  <a:pt x="231" y="177"/>
                  <a:pt x="240" y="177"/>
                </a:cubicBezTo>
                <a:cubicBezTo>
                  <a:pt x="249" y="177"/>
                  <a:pt x="258" y="177"/>
                  <a:pt x="258" y="177"/>
                </a:cubicBezTo>
                <a:cubicBezTo>
                  <a:pt x="266" y="186"/>
                  <a:pt x="266" y="186"/>
                  <a:pt x="266" y="196"/>
                </a:cubicBezTo>
                <a:cubicBezTo>
                  <a:pt x="275" y="196"/>
                  <a:pt x="275" y="204"/>
                  <a:pt x="275" y="204"/>
                </a:cubicBezTo>
                <a:lnTo>
                  <a:pt x="284" y="204"/>
                </a:lnTo>
                <a:cubicBezTo>
                  <a:pt x="293" y="204"/>
                  <a:pt x="293" y="204"/>
                  <a:pt x="302" y="204"/>
                </a:cubicBezTo>
                <a:cubicBezTo>
                  <a:pt x="302" y="196"/>
                  <a:pt x="302" y="196"/>
                  <a:pt x="302" y="186"/>
                </a:cubicBezTo>
                <a:lnTo>
                  <a:pt x="302" y="177"/>
                </a:lnTo>
                <a:cubicBezTo>
                  <a:pt x="302" y="168"/>
                  <a:pt x="293" y="168"/>
                  <a:pt x="293" y="160"/>
                </a:cubicBezTo>
                <a:cubicBezTo>
                  <a:pt x="284" y="160"/>
                  <a:pt x="275" y="151"/>
                  <a:pt x="266" y="151"/>
                </a:cubicBezTo>
                <a:cubicBezTo>
                  <a:pt x="258" y="151"/>
                  <a:pt x="249" y="151"/>
                  <a:pt x="240" y="151"/>
                </a:cubicBezTo>
                <a:cubicBezTo>
                  <a:pt x="222" y="151"/>
                  <a:pt x="213" y="151"/>
                  <a:pt x="205" y="151"/>
                </a:cubicBezTo>
                <a:cubicBezTo>
                  <a:pt x="195" y="160"/>
                  <a:pt x="187" y="160"/>
                  <a:pt x="178" y="168"/>
                </a:cubicBezTo>
                <a:cubicBezTo>
                  <a:pt x="178" y="177"/>
                  <a:pt x="169" y="186"/>
                  <a:pt x="169" y="196"/>
                </a:cubicBezTo>
                <a:cubicBezTo>
                  <a:pt x="169" y="204"/>
                  <a:pt x="178" y="213"/>
                  <a:pt x="178" y="221"/>
                </a:cubicBezTo>
                <a:cubicBezTo>
                  <a:pt x="187" y="231"/>
                  <a:pt x="195" y="231"/>
                  <a:pt x="205" y="240"/>
                </a:cubicBezTo>
                <a:cubicBezTo>
                  <a:pt x="213" y="240"/>
                  <a:pt x="222" y="240"/>
                  <a:pt x="231" y="249"/>
                </a:cubicBezTo>
                <a:cubicBezTo>
                  <a:pt x="240" y="249"/>
                  <a:pt x="249" y="249"/>
                  <a:pt x="258" y="249"/>
                </a:cubicBezTo>
                <a:cubicBezTo>
                  <a:pt x="258" y="257"/>
                  <a:pt x="266" y="257"/>
                  <a:pt x="266" y="257"/>
                </a:cubicBezTo>
                <a:cubicBezTo>
                  <a:pt x="275" y="266"/>
                  <a:pt x="275" y="266"/>
                  <a:pt x="275" y="275"/>
                </a:cubicBezTo>
                <a:lnTo>
                  <a:pt x="266" y="284"/>
                </a:lnTo>
                <a:cubicBezTo>
                  <a:pt x="258" y="293"/>
                  <a:pt x="249" y="293"/>
                  <a:pt x="240" y="293"/>
                </a:cubicBezTo>
                <a:cubicBezTo>
                  <a:pt x="231" y="293"/>
                  <a:pt x="222" y="293"/>
                  <a:pt x="222" y="293"/>
                </a:cubicBezTo>
                <a:cubicBezTo>
                  <a:pt x="213" y="284"/>
                  <a:pt x="213" y="284"/>
                  <a:pt x="213" y="284"/>
                </a:cubicBezTo>
                <a:cubicBezTo>
                  <a:pt x="213" y="275"/>
                  <a:pt x="205" y="275"/>
                  <a:pt x="205" y="266"/>
                </a:cubicBezTo>
                <a:cubicBezTo>
                  <a:pt x="205" y="266"/>
                  <a:pt x="205" y="257"/>
                  <a:pt x="195" y="257"/>
                </a:cubicBezTo>
                <a:lnTo>
                  <a:pt x="187" y="257"/>
                </a:lnTo>
                <a:cubicBezTo>
                  <a:pt x="178" y="257"/>
                  <a:pt x="178" y="257"/>
                  <a:pt x="178" y="257"/>
                </a:cubicBezTo>
                <a:cubicBezTo>
                  <a:pt x="169" y="266"/>
                  <a:pt x="169" y="266"/>
                  <a:pt x="169" y="275"/>
                </a:cubicBezTo>
                <a:cubicBezTo>
                  <a:pt x="169" y="275"/>
                  <a:pt x="169" y="284"/>
                  <a:pt x="178" y="293"/>
                </a:cubicBezTo>
                <a:cubicBezTo>
                  <a:pt x="178" y="302"/>
                  <a:pt x="187" y="311"/>
                  <a:pt x="195" y="311"/>
                </a:cubicBezTo>
                <a:cubicBezTo>
                  <a:pt x="205" y="319"/>
                  <a:pt x="222" y="319"/>
                  <a:pt x="240" y="319"/>
                </a:cubicBezTo>
                <a:cubicBezTo>
                  <a:pt x="258" y="319"/>
                  <a:pt x="266" y="319"/>
                  <a:pt x="275" y="319"/>
                </a:cubicBezTo>
                <a:cubicBezTo>
                  <a:pt x="293" y="311"/>
                  <a:pt x="302" y="302"/>
                  <a:pt x="302" y="293"/>
                </a:cubicBezTo>
                <a:cubicBezTo>
                  <a:pt x="311" y="284"/>
                  <a:pt x="311" y="275"/>
                  <a:pt x="311" y="266"/>
                </a:cubicBezTo>
                <a:cubicBezTo>
                  <a:pt x="311" y="257"/>
                  <a:pt x="311" y="249"/>
                  <a:pt x="311" y="249"/>
                </a:cubicBezTo>
                <a:cubicBezTo>
                  <a:pt x="302" y="240"/>
                  <a:pt x="302" y="231"/>
                  <a:pt x="293" y="231"/>
                </a:cubicBezTo>
                <a:close/>
                <a:moveTo>
                  <a:pt x="240" y="0"/>
                </a:moveTo>
                <a:lnTo>
                  <a:pt x="240" y="0"/>
                </a:lnTo>
                <a:cubicBezTo>
                  <a:pt x="107" y="0"/>
                  <a:pt x="0" y="107"/>
                  <a:pt x="0" y="231"/>
                </a:cubicBezTo>
                <a:cubicBezTo>
                  <a:pt x="0" y="364"/>
                  <a:pt x="107" y="470"/>
                  <a:pt x="240" y="470"/>
                </a:cubicBezTo>
                <a:cubicBezTo>
                  <a:pt x="372" y="470"/>
                  <a:pt x="479" y="364"/>
                  <a:pt x="479" y="231"/>
                </a:cubicBezTo>
                <a:cubicBezTo>
                  <a:pt x="479" y="107"/>
                  <a:pt x="372" y="0"/>
                  <a:pt x="240" y="0"/>
                </a:cubicBezTo>
                <a:close/>
                <a:moveTo>
                  <a:pt x="293" y="364"/>
                </a:moveTo>
                <a:lnTo>
                  <a:pt x="293" y="364"/>
                </a:lnTo>
                <a:cubicBezTo>
                  <a:pt x="284" y="364"/>
                  <a:pt x="275" y="364"/>
                  <a:pt x="266" y="364"/>
                </a:cubicBezTo>
                <a:cubicBezTo>
                  <a:pt x="258" y="364"/>
                  <a:pt x="249" y="364"/>
                  <a:pt x="240" y="364"/>
                </a:cubicBezTo>
                <a:cubicBezTo>
                  <a:pt x="178" y="364"/>
                  <a:pt x="115" y="302"/>
                  <a:pt x="115" y="240"/>
                </a:cubicBezTo>
                <a:cubicBezTo>
                  <a:pt x="115" y="231"/>
                  <a:pt x="115" y="221"/>
                  <a:pt x="124" y="213"/>
                </a:cubicBezTo>
                <a:cubicBezTo>
                  <a:pt x="115" y="204"/>
                  <a:pt x="115" y="186"/>
                  <a:pt x="115" y="177"/>
                </a:cubicBezTo>
                <a:cubicBezTo>
                  <a:pt x="115" y="133"/>
                  <a:pt x="142" y="98"/>
                  <a:pt x="187" y="98"/>
                </a:cubicBezTo>
                <a:cubicBezTo>
                  <a:pt x="195" y="98"/>
                  <a:pt x="213" y="107"/>
                  <a:pt x="222" y="115"/>
                </a:cubicBezTo>
                <a:cubicBezTo>
                  <a:pt x="231" y="107"/>
                  <a:pt x="231" y="107"/>
                  <a:pt x="240" y="107"/>
                </a:cubicBezTo>
                <a:cubicBezTo>
                  <a:pt x="311" y="107"/>
                  <a:pt x="364" y="168"/>
                  <a:pt x="364" y="240"/>
                </a:cubicBezTo>
                <a:cubicBezTo>
                  <a:pt x="364" y="249"/>
                  <a:pt x="364" y="257"/>
                  <a:pt x="364" y="266"/>
                </a:cubicBezTo>
                <a:cubicBezTo>
                  <a:pt x="364" y="275"/>
                  <a:pt x="364" y="284"/>
                  <a:pt x="364" y="293"/>
                </a:cubicBezTo>
                <a:cubicBezTo>
                  <a:pt x="364" y="337"/>
                  <a:pt x="337" y="364"/>
                  <a:pt x="293" y="36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8"/>
          <p:cNvSpPr/>
          <p:nvPr/>
        </p:nvSpPr>
        <p:spPr>
          <a:xfrm>
            <a:off x="4448175" y="2720975"/>
            <a:ext cx="269875" cy="236538"/>
          </a:xfrm>
          <a:custGeom>
            <a:rect b="b" l="l" r="r" t="t"/>
            <a:pathLst>
              <a:path extrusionOk="0" h="435" w="497">
                <a:moveTo>
                  <a:pt x="363" y="222"/>
                </a:moveTo>
                <a:lnTo>
                  <a:pt x="363" y="222"/>
                </a:lnTo>
                <a:cubicBezTo>
                  <a:pt x="354" y="213"/>
                  <a:pt x="354" y="213"/>
                  <a:pt x="354" y="203"/>
                </a:cubicBezTo>
                <a:cubicBezTo>
                  <a:pt x="363" y="186"/>
                  <a:pt x="363" y="168"/>
                  <a:pt x="354" y="159"/>
                </a:cubicBezTo>
                <a:cubicBezTo>
                  <a:pt x="336" y="133"/>
                  <a:pt x="300" y="133"/>
                  <a:pt x="247" y="159"/>
                </a:cubicBezTo>
                <a:cubicBezTo>
                  <a:pt x="247" y="159"/>
                  <a:pt x="230" y="159"/>
                  <a:pt x="239" y="150"/>
                </a:cubicBezTo>
                <a:cubicBezTo>
                  <a:pt x="247" y="124"/>
                  <a:pt x="239" y="106"/>
                  <a:pt x="230" y="89"/>
                </a:cubicBezTo>
                <a:cubicBezTo>
                  <a:pt x="203" y="62"/>
                  <a:pt x="132" y="97"/>
                  <a:pt x="71" y="159"/>
                </a:cubicBezTo>
                <a:cubicBezTo>
                  <a:pt x="26" y="203"/>
                  <a:pt x="0" y="248"/>
                  <a:pt x="0" y="293"/>
                </a:cubicBezTo>
                <a:cubicBezTo>
                  <a:pt x="0" y="372"/>
                  <a:pt x="106" y="434"/>
                  <a:pt x="203" y="434"/>
                </a:cubicBezTo>
                <a:cubicBezTo>
                  <a:pt x="336" y="434"/>
                  <a:pt x="425" y="346"/>
                  <a:pt x="425" y="284"/>
                </a:cubicBezTo>
                <a:cubicBezTo>
                  <a:pt x="425" y="248"/>
                  <a:pt x="390" y="231"/>
                  <a:pt x="363" y="222"/>
                </a:cubicBezTo>
                <a:close/>
                <a:moveTo>
                  <a:pt x="203" y="390"/>
                </a:moveTo>
                <a:lnTo>
                  <a:pt x="203" y="390"/>
                </a:lnTo>
                <a:cubicBezTo>
                  <a:pt x="124" y="399"/>
                  <a:pt x="53" y="363"/>
                  <a:pt x="53" y="310"/>
                </a:cubicBezTo>
                <a:cubicBezTo>
                  <a:pt x="44" y="257"/>
                  <a:pt x="106" y="213"/>
                  <a:pt x="186" y="203"/>
                </a:cubicBezTo>
                <a:cubicBezTo>
                  <a:pt x="265" y="195"/>
                  <a:pt x="336" y="231"/>
                  <a:pt x="336" y="284"/>
                </a:cubicBezTo>
                <a:cubicBezTo>
                  <a:pt x="345" y="337"/>
                  <a:pt x="283" y="381"/>
                  <a:pt x="203" y="390"/>
                </a:cubicBezTo>
                <a:close/>
                <a:moveTo>
                  <a:pt x="496" y="150"/>
                </a:moveTo>
                <a:lnTo>
                  <a:pt x="496" y="150"/>
                </a:lnTo>
                <a:cubicBezTo>
                  <a:pt x="496" y="71"/>
                  <a:pt x="425" y="0"/>
                  <a:pt x="345" y="0"/>
                </a:cubicBezTo>
                <a:cubicBezTo>
                  <a:pt x="336" y="0"/>
                  <a:pt x="327" y="9"/>
                  <a:pt x="327" y="18"/>
                </a:cubicBezTo>
                <a:cubicBezTo>
                  <a:pt x="327" y="27"/>
                  <a:pt x="336" y="36"/>
                  <a:pt x="345" y="36"/>
                </a:cubicBezTo>
                <a:cubicBezTo>
                  <a:pt x="407" y="36"/>
                  <a:pt x="460" y="89"/>
                  <a:pt x="460" y="150"/>
                </a:cubicBezTo>
                <a:cubicBezTo>
                  <a:pt x="460" y="159"/>
                  <a:pt x="469" y="168"/>
                  <a:pt x="478" y="168"/>
                </a:cubicBezTo>
                <a:cubicBezTo>
                  <a:pt x="487" y="168"/>
                  <a:pt x="496" y="159"/>
                  <a:pt x="496" y="150"/>
                </a:cubicBezTo>
                <a:close/>
                <a:moveTo>
                  <a:pt x="425" y="150"/>
                </a:moveTo>
                <a:lnTo>
                  <a:pt x="425" y="150"/>
                </a:lnTo>
                <a:cubicBezTo>
                  <a:pt x="416" y="106"/>
                  <a:pt x="390" y="80"/>
                  <a:pt x="345" y="71"/>
                </a:cubicBezTo>
                <a:cubicBezTo>
                  <a:pt x="336" y="71"/>
                  <a:pt x="327" y="80"/>
                  <a:pt x="327" y="89"/>
                </a:cubicBezTo>
                <a:cubicBezTo>
                  <a:pt x="327" y="97"/>
                  <a:pt x="327" y="106"/>
                  <a:pt x="345" y="106"/>
                </a:cubicBezTo>
                <a:cubicBezTo>
                  <a:pt x="363" y="115"/>
                  <a:pt x="390" y="133"/>
                  <a:pt x="390" y="159"/>
                </a:cubicBezTo>
                <a:cubicBezTo>
                  <a:pt x="390" y="168"/>
                  <a:pt x="398" y="168"/>
                  <a:pt x="416" y="168"/>
                </a:cubicBezTo>
                <a:cubicBezTo>
                  <a:pt x="425" y="168"/>
                  <a:pt x="425" y="159"/>
                  <a:pt x="425" y="150"/>
                </a:cubicBezTo>
                <a:close/>
                <a:moveTo>
                  <a:pt x="159" y="257"/>
                </a:moveTo>
                <a:lnTo>
                  <a:pt x="159" y="257"/>
                </a:lnTo>
                <a:cubicBezTo>
                  <a:pt x="132" y="257"/>
                  <a:pt x="106" y="284"/>
                  <a:pt x="115" y="310"/>
                </a:cubicBezTo>
                <a:cubicBezTo>
                  <a:pt x="124" y="337"/>
                  <a:pt x="150" y="354"/>
                  <a:pt x="186" y="354"/>
                </a:cubicBezTo>
                <a:cubicBezTo>
                  <a:pt x="212" y="346"/>
                  <a:pt x="239" y="319"/>
                  <a:pt x="230" y="293"/>
                </a:cubicBezTo>
                <a:cubicBezTo>
                  <a:pt x="221" y="266"/>
                  <a:pt x="194" y="248"/>
                  <a:pt x="159" y="2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8"/>
          <p:cNvSpPr/>
          <p:nvPr/>
        </p:nvSpPr>
        <p:spPr>
          <a:xfrm>
            <a:off x="685800" y="3284538"/>
            <a:ext cx="179388" cy="227012"/>
          </a:xfrm>
          <a:custGeom>
            <a:rect b="b" l="l" r="r" t="t"/>
            <a:pathLst>
              <a:path extrusionOk="0" h="418" w="329">
                <a:moveTo>
                  <a:pt x="213" y="213"/>
                </a:moveTo>
                <a:lnTo>
                  <a:pt x="213" y="213"/>
                </a:lnTo>
                <a:cubicBezTo>
                  <a:pt x="151" y="186"/>
                  <a:pt x="98" y="151"/>
                  <a:pt x="98" y="88"/>
                </a:cubicBezTo>
                <a:cubicBezTo>
                  <a:pt x="98" y="61"/>
                  <a:pt x="98" y="26"/>
                  <a:pt x="124" y="0"/>
                </a:cubicBezTo>
                <a:cubicBezTo>
                  <a:pt x="36" y="26"/>
                  <a:pt x="36" y="26"/>
                  <a:pt x="36" y="26"/>
                </a:cubicBezTo>
                <a:cubicBezTo>
                  <a:pt x="18" y="26"/>
                  <a:pt x="0" y="44"/>
                  <a:pt x="9" y="61"/>
                </a:cubicBezTo>
                <a:cubicBezTo>
                  <a:pt x="80" y="389"/>
                  <a:pt x="80" y="389"/>
                  <a:pt x="80" y="389"/>
                </a:cubicBezTo>
                <a:cubicBezTo>
                  <a:pt x="89" y="407"/>
                  <a:pt x="106" y="417"/>
                  <a:pt x="124" y="407"/>
                </a:cubicBezTo>
                <a:cubicBezTo>
                  <a:pt x="169" y="398"/>
                  <a:pt x="169" y="398"/>
                  <a:pt x="169" y="398"/>
                </a:cubicBezTo>
                <a:cubicBezTo>
                  <a:pt x="151" y="398"/>
                  <a:pt x="124" y="389"/>
                  <a:pt x="98" y="372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3" y="292"/>
                  <a:pt x="178" y="327"/>
                  <a:pt x="240" y="327"/>
                </a:cubicBezTo>
                <a:cubicBezTo>
                  <a:pt x="302" y="327"/>
                  <a:pt x="328" y="257"/>
                  <a:pt x="213" y="21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8"/>
          <p:cNvSpPr/>
          <p:nvPr/>
        </p:nvSpPr>
        <p:spPr>
          <a:xfrm>
            <a:off x="771525" y="3255963"/>
            <a:ext cx="174625" cy="222250"/>
          </a:xfrm>
          <a:custGeom>
            <a:rect b="b" l="l" r="r" t="t"/>
            <a:pathLst>
              <a:path extrusionOk="0" h="408" w="320">
                <a:moveTo>
                  <a:pt x="311" y="345"/>
                </a:moveTo>
                <a:lnTo>
                  <a:pt x="311" y="345"/>
                </a:lnTo>
                <a:cubicBezTo>
                  <a:pt x="240" y="26"/>
                  <a:pt x="240" y="26"/>
                  <a:pt x="240" y="26"/>
                </a:cubicBezTo>
                <a:cubicBezTo>
                  <a:pt x="231" y="8"/>
                  <a:pt x="213" y="0"/>
                  <a:pt x="196" y="0"/>
                </a:cubicBezTo>
                <a:cubicBezTo>
                  <a:pt x="125" y="17"/>
                  <a:pt x="125" y="17"/>
                  <a:pt x="125" y="17"/>
                </a:cubicBezTo>
                <a:cubicBezTo>
                  <a:pt x="143" y="17"/>
                  <a:pt x="178" y="26"/>
                  <a:pt x="213" y="44"/>
                </a:cubicBezTo>
                <a:cubicBezTo>
                  <a:pt x="187" y="123"/>
                  <a:pt x="187" y="123"/>
                  <a:pt x="187" y="123"/>
                </a:cubicBezTo>
                <a:cubicBezTo>
                  <a:pt x="187" y="123"/>
                  <a:pt x="160" y="97"/>
                  <a:pt x="99" y="97"/>
                </a:cubicBezTo>
                <a:cubicBezTo>
                  <a:pt x="36" y="88"/>
                  <a:pt x="0" y="159"/>
                  <a:pt x="125" y="195"/>
                </a:cubicBezTo>
                <a:cubicBezTo>
                  <a:pt x="213" y="230"/>
                  <a:pt x="240" y="283"/>
                  <a:pt x="240" y="336"/>
                </a:cubicBezTo>
                <a:cubicBezTo>
                  <a:pt x="240" y="363"/>
                  <a:pt x="231" y="389"/>
                  <a:pt x="222" y="407"/>
                </a:cubicBezTo>
                <a:cubicBezTo>
                  <a:pt x="284" y="389"/>
                  <a:pt x="284" y="389"/>
                  <a:pt x="284" y="389"/>
                </a:cubicBezTo>
                <a:cubicBezTo>
                  <a:pt x="302" y="380"/>
                  <a:pt x="319" y="363"/>
                  <a:pt x="311" y="34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7125" lIns="34275" spcFirstLastPara="1" rIns="34275" wrap="square" tIns="17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9" name="Google Shape;2489;p9"/>
          <p:cNvGrpSpPr/>
          <p:nvPr/>
        </p:nvGrpSpPr>
        <p:grpSpPr>
          <a:xfrm>
            <a:off x="424753" y="963612"/>
            <a:ext cx="405003" cy="401466"/>
            <a:chOff x="-6350" y="1208088"/>
            <a:chExt cx="363538" cy="360363"/>
          </a:xfrm>
        </p:grpSpPr>
        <p:sp>
          <p:nvSpPr>
            <p:cNvPr id="2490" name="Google Shape;2490;p9"/>
            <p:cNvSpPr/>
            <p:nvPr/>
          </p:nvSpPr>
          <p:spPr>
            <a:xfrm>
              <a:off x="-6350" y="1208088"/>
              <a:ext cx="363538" cy="360363"/>
            </a:xfrm>
            <a:custGeom>
              <a:rect b="b" l="l" r="r" t="t"/>
              <a:pathLst>
                <a:path extrusionOk="0" h="123" w="124">
                  <a:moveTo>
                    <a:pt x="121" y="41"/>
                  </a:moveTo>
                  <a:cubicBezTo>
                    <a:pt x="83" y="2"/>
                    <a:pt x="83" y="2"/>
                    <a:pt x="83" y="2"/>
                  </a:cubicBezTo>
                  <a:cubicBezTo>
                    <a:pt x="81" y="0"/>
                    <a:pt x="78" y="0"/>
                    <a:pt x="76" y="0"/>
                  </a:cubicBezTo>
                  <a:cubicBezTo>
                    <a:pt x="74" y="1"/>
                    <a:pt x="73" y="1"/>
                    <a:pt x="72" y="2"/>
                  </a:cubicBezTo>
                  <a:cubicBezTo>
                    <a:pt x="71" y="3"/>
                    <a:pt x="71" y="4"/>
                    <a:pt x="70" y="6"/>
                  </a:cubicBezTo>
                  <a:cubicBezTo>
                    <a:pt x="69" y="11"/>
                    <a:pt x="66" y="16"/>
                    <a:pt x="61" y="21"/>
                  </a:cubicBezTo>
                  <a:cubicBezTo>
                    <a:pt x="55" y="26"/>
                    <a:pt x="47" y="31"/>
                    <a:pt x="39" y="36"/>
                  </a:cubicBezTo>
                  <a:cubicBezTo>
                    <a:pt x="31" y="41"/>
                    <a:pt x="22" y="46"/>
                    <a:pt x="14" y="53"/>
                  </a:cubicBezTo>
                  <a:cubicBezTo>
                    <a:pt x="8" y="60"/>
                    <a:pt x="4" y="67"/>
                    <a:pt x="1" y="75"/>
                  </a:cubicBezTo>
                  <a:cubicBezTo>
                    <a:pt x="0" y="77"/>
                    <a:pt x="1" y="80"/>
                    <a:pt x="3" y="82"/>
                  </a:cubicBezTo>
                  <a:cubicBezTo>
                    <a:pt x="42" y="121"/>
                    <a:pt x="42" y="121"/>
                    <a:pt x="42" y="121"/>
                  </a:cubicBezTo>
                  <a:cubicBezTo>
                    <a:pt x="43" y="123"/>
                    <a:pt x="46" y="123"/>
                    <a:pt x="49" y="123"/>
                  </a:cubicBezTo>
                  <a:cubicBezTo>
                    <a:pt x="50" y="122"/>
                    <a:pt x="51" y="122"/>
                    <a:pt x="52" y="121"/>
                  </a:cubicBezTo>
                  <a:cubicBezTo>
                    <a:pt x="53" y="120"/>
                    <a:pt x="54" y="119"/>
                    <a:pt x="54" y="117"/>
                  </a:cubicBezTo>
                  <a:cubicBezTo>
                    <a:pt x="56" y="112"/>
                    <a:pt x="59" y="107"/>
                    <a:pt x="63" y="103"/>
                  </a:cubicBezTo>
                  <a:cubicBezTo>
                    <a:pt x="69" y="97"/>
                    <a:pt x="77" y="92"/>
                    <a:pt x="85" y="87"/>
                  </a:cubicBezTo>
                  <a:cubicBezTo>
                    <a:pt x="94" y="82"/>
                    <a:pt x="103" y="77"/>
                    <a:pt x="110" y="70"/>
                  </a:cubicBezTo>
                  <a:cubicBezTo>
                    <a:pt x="117" y="63"/>
                    <a:pt x="121" y="57"/>
                    <a:pt x="123" y="48"/>
                  </a:cubicBezTo>
                  <a:cubicBezTo>
                    <a:pt x="124" y="46"/>
                    <a:pt x="123" y="43"/>
                    <a:pt x="121" y="41"/>
                  </a:cubicBezTo>
                  <a:close/>
                  <a:moveTo>
                    <a:pt x="47" y="115"/>
                  </a:moveTo>
                  <a:cubicBezTo>
                    <a:pt x="34" y="103"/>
                    <a:pt x="21" y="90"/>
                    <a:pt x="9" y="77"/>
                  </a:cubicBezTo>
                  <a:cubicBezTo>
                    <a:pt x="20" y="42"/>
                    <a:pt x="67" y="43"/>
                    <a:pt x="78" y="8"/>
                  </a:cubicBezTo>
                  <a:cubicBezTo>
                    <a:pt x="90" y="21"/>
                    <a:pt x="103" y="33"/>
                    <a:pt x="116" y="46"/>
                  </a:cubicBezTo>
                  <a:cubicBezTo>
                    <a:pt x="105" y="81"/>
                    <a:pt x="58" y="80"/>
                    <a:pt x="47" y="115"/>
                  </a:cubicBezTo>
                  <a:close/>
                  <a:moveTo>
                    <a:pt x="47" y="115"/>
                  </a:moveTo>
                  <a:cubicBezTo>
                    <a:pt x="47" y="115"/>
                    <a:pt x="47" y="115"/>
                    <a:pt x="47" y="1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1" name="Google Shape;2491;p9"/>
            <p:cNvSpPr/>
            <p:nvPr/>
          </p:nvSpPr>
          <p:spPr>
            <a:xfrm>
              <a:off x="125413" y="1336676"/>
              <a:ext cx="100013" cy="100013"/>
            </a:xfrm>
            <a:custGeom>
              <a:rect b="b" l="l" r="r" t="t"/>
              <a:pathLst>
                <a:path extrusionOk="0" h="34" w="34">
                  <a:moveTo>
                    <a:pt x="31" y="13"/>
                  </a:moveTo>
                  <a:cubicBezTo>
                    <a:pt x="30" y="12"/>
                    <a:pt x="28" y="12"/>
                    <a:pt x="27" y="11"/>
                  </a:cubicBezTo>
                  <a:cubicBezTo>
                    <a:pt x="26" y="11"/>
                    <a:pt x="25" y="11"/>
                    <a:pt x="23" y="11"/>
                  </a:cubicBezTo>
                  <a:cubicBezTo>
                    <a:pt x="22" y="11"/>
                    <a:pt x="21" y="11"/>
                    <a:pt x="20" y="12"/>
                  </a:cubicBezTo>
                  <a:cubicBezTo>
                    <a:pt x="18" y="12"/>
                    <a:pt x="17" y="13"/>
                    <a:pt x="16" y="13"/>
                  </a:cubicBezTo>
                  <a:cubicBezTo>
                    <a:pt x="14" y="11"/>
                    <a:pt x="12" y="9"/>
                    <a:pt x="9" y="6"/>
                  </a:cubicBezTo>
                  <a:cubicBezTo>
                    <a:pt x="10" y="6"/>
                    <a:pt x="11" y="5"/>
                    <a:pt x="12" y="5"/>
                  </a:cubicBezTo>
                  <a:cubicBezTo>
                    <a:pt x="13" y="5"/>
                    <a:pt x="14" y="5"/>
                    <a:pt x="15" y="5"/>
                  </a:cubicBezTo>
                  <a:cubicBezTo>
                    <a:pt x="16" y="6"/>
                    <a:pt x="16" y="6"/>
                    <a:pt x="17" y="6"/>
                  </a:cubicBezTo>
                  <a:cubicBezTo>
                    <a:pt x="18" y="6"/>
                    <a:pt x="18" y="6"/>
                    <a:pt x="19" y="5"/>
                  </a:cubicBezTo>
                  <a:cubicBezTo>
                    <a:pt x="19" y="5"/>
                    <a:pt x="20" y="4"/>
                    <a:pt x="20" y="4"/>
                  </a:cubicBezTo>
                  <a:cubicBezTo>
                    <a:pt x="20" y="3"/>
                    <a:pt x="19" y="2"/>
                    <a:pt x="19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3" y="0"/>
                    <a:pt x="12" y="0"/>
                  </a:cubicBezTo>
                  <a:cubicBezTo>
                    <a:pt x="11" y="0"/>
                    <a:pt x="10" y="1"/>
                    <a:pt x="9" y="1"/>
                  </a:cubicBezTo>
                  <a:cubicBezTo>
                    <a:pt x="8" y="2"/>
                    <a:pt x="7" y="2"/>
                    <a:pt x="6" y="3"/>
                  </a:cubicBezTo>
                  <a:cubicBezTo>
                    <a:pt x="6" y="3"/>
                    <a:pt x="6" y="3"/>
                    <a:pt x="5" y="2"/>
                  </a:cubicBezTo>
                  <a:cubicBezTo>
                    <a:pt x="5" y="2"/>
                    <a:pt x="5" y="2"/>
                    <a:pt x="4" y="2"/>
                  </a:cubicBezTo>
                  <a:cubicBezTo>
                    <a:pt x="4" y="2"/>
                    <a:pt x="4" y="2"/>
                    <a:pt x="3" y="3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4"/>
                    <a:pt x="3" y="4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6"/>
                    <a:pt x="2" y="8"/>
                    <a:pt x="2" y="9"/>
                  </a:cubicBezTo>
                  <a:cubicBezTo>
                    <a:pt x="1" y="11"/>
                    <a:pt x="1" y="12"/>
                    <a:pt x="1" y="13"/>
                  </a:cubicBezTo>
                  <a:cubicBezTo>
                    <a:pt x="0" y="15"/>
                    <a:pt x="1" y="16"/>
                    <a:pt x="1" y="17"/>
                  </a:cubicBezTo>
                  <a:cubicBezTo>
                    <a:pt x="1" y="18"/>
                    <a:pt x="2" y="19"/>
                    <a:pt x="3" y="20"/>
                  </a:cubicBezTo>
                  <a:cubicBezTo>
                    <a:pt x="5" y="21"/>
                    <a:pt x="7" y="22"/>
                    <a:pt x="10" y="22"/>
                  </a:cubicBezTo>
                  <a:cubicBezTo>
                    <a:pt x="12" y="22"/>
                    <a:pt x="15" y="21"/>
                    <a:pt x="18" y="20"/>
                  </a:cubicBezTo>
                  <a:cubicBezTo>
                    <a:pt x="20" y="22"/>
                    <a:pt x="22" y="25"/>
                    <a:pt x="24" y="27"/>
                  </a:cubicBezTo>
                  <a:cubicBezTo>
                    <a:pt x="24" y="28"/>
                    <a:pt x="23" y="28"/>
                    <a:pt x="22" y="29"/>
                  </a:cubicBezTo>
                  <a:cubicBezTo>
                    <a:pt x="21" y="29"/>
                    <a:pt x="21" y="29"/>
                    <a:pt x="20" y="29"/>
                  </a:cubicBezTo>
                  <a:cubicBezTo>
                    <a:pt x="19" y="28"/>
                    <a:pt x="19" y="28"/>
                    <a:pt x="18" y="28"/>
                  </a:cubicBezTo>
                  <a:cubicBezTo>
                    <a:pt x="18" y="27"/>
                    <a:pt x="17" y="27"/>
                    <a:pt x="17" y="27"/>
                  </a:cubicBezTo>
                  <a:cubicBezTo>
                    <a:pt x="16" y="27"/>
                    <a:pt x="16" y="26"/>
                    <a:pt x="15" y="26"/>
                  </a:cubicBezTo>
                  <a:cubicBezTo>
                    <a:pt x="15" y="26"/>
                    <a:pt x="14" y="27"/>
                    <a:pt x="14" y="27"/>
                  </a:cubicBezTo>
                  <a:cubicBezTo>
                    <a:pt x="13" y="28"/>
                    <a:pt x="13" y="28"/>
                    <a:pt x="13" y="29"/>
                  </a:cubicBezTo>
                  <a:cubicBezTo>
                    <a:pt x="13" y="30"/>
                    <a:pt x="13" y="31"/>
                    <a:pt x="14" y="31"/>
                  </a:cubicBezTo>
                  <a:cubicBezTo>
                    <a:pt x="14" y="32"/>
                    <a:pt x="15" y="33"/>
                    <a:pt x="16" y="33"/>
                  </a:cubicBezTo>
                  <a:cubicBezTo>
                    <a:pt x="17" y="34"/>
                    <a:pt x="18" y="34"/>
                    <a:pt x="20" y="34"/>
                  </a:cubicBezTo>
                  <a:cubicBezTo>
                    <a:pt x="21" y="34"/>
                    <a:pt x="22" y="34"/>
                    <a:pt x="24" y="33"/>
                  </a:cubicBezTo>
                  <a:cubicBezTo>
                    <a:pt x="25" y="33"/>
                    <a:pt x="26" y="32"/>
                    <a:pt x="28" y="31"/>
                  </a:cubicBezTo>
                  <a:cubicBezTo>
                    <a:pt x="28" y="31"/>
                    <a:pt x="29" y="32"/>
                    <a:pt x="30" y="32"/>
                  </a:cubicBezTo>
                  <a:cubicBezTo>
                    <a:pt x="30" y="33"/>
                    <a:pt x="30" y="33"/>
                    <a:pt x="31" y="33"/>
                  </a:cubicBezTo>
                  <a:cubicBezTo>
                    <a:pt x="31" y="33"/>
                    <a:pt x="32" y="33"/>
                    <a:pt x="32" y="32"/>
                  </a:cubicBezTo>
                  <a:cubicBezTo>
                    <a:pt x="32" y="32"/>
                    <a:pt x="32" y="31"/>
                    <a:pt x="32" y="31"/>
                  </a:cubicBezTo>
                  <a:cubicBezTo>
                    <a:pt x="32" y="31"/>
                    <a:pt x="32" y="30"/>
                    <a:pt x="32" y="30"/>
                  </a:cubicBezTo>
                  <a:cubicBezTo>
                    <a:pt x="31" y="30"/>
                    <a:pt x="30" y="29"/>
                    <a:pt x="30" y="28"/>
                  </a:cubicBezTo>
                  <a:cubicBezTo>
                    <a:pt x="31" y="27"/>
                    <a:pt x="32" y="26"/>
                    <a:pt x="32" y="24"/>
                  </a:cubicBezTo>
                  <a:cubicBezTo>
                    <a:pt x="33" y="23"/>
                    <a:pt x="34" y="21"/>
                    <a:pt x="34" y="20"/>
                  </a:cubicBezTo>
                  <a:cubicBezTo>
                    <a:pt x="34" y="19"/>
                    <a:pt x="34" y="17"/>
                    <a:pt x="33" y="16"/>
                  </a:cubicBezTo>
                  <a:cubicBezTo>
                    <a:pt x="33" y="15"/>
                    <a:pt x="32" y="14"/>
                    <a:pt x="31" y="13"/>
                  </a:cubicBezTo>
                  <a:close/>
                  <a:moveTo>
                    <a:pt x="10" y="16"/>
                  </a:moveTo>
                  <a:cubicBezTo>
                    <a:pt x="8" y="16"/>
                    <a:pt x="7" y="16"/>
                    <a:pt x="7" y="15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2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7" y="10"/>
                    <a:pt x="7" y="9"/>
                    <a:pt x="8" y="8"/>
                  </a:cubicBezTo>
                  <a:cubicBezTo>
                    <a:pt x="9" y="10"/>
                    <a:pt x="11" y="12"/>
                    <a:pt x="13" y="15"/>
                  </a:cubicBezTo>
                  <a:cubicBezTo>
                    <a:pt x="12" y="15"/>
                    <a:pt x="11" y="16"/>
                    <a:pt x="10" y="16"/>
                  </a:cubicBezTo>
                  <a:close/>
                  <a:moveTo>
                    <a:pt x="28" y="24"/>
                  </a:moveTo>
                  <a:cubicBezTo>
                    <a:pt x="27" y="24"/>
                    <a:pt x="27" y="25"/>
                    <a:pt x="26" y="25"/>
                  </a:cubicBezTo>
                  <a:cubicBezTo>
                    <a:pt x="24" y="23"/>
                    <a:pt x="22" y="21"/>
                    <a:pt x="20" y="18"/>
                  </a:cubicBezTo>
                  <a:cubicBezTo>
                    <a:pt x="21" y="18"/>
                    <a:pt x="21" y="18"/>
                    <a:pt x="22" y="18"/>
                  </a:cubicBezTo>
                  <a:cubicBezTo>
                    <a:pt x="22" y="17"/>
                    <a:pt x="23" y="17"/>
                    <a:pt x="24" y="17"/>
                  </a:cubicBezTo>
                  <a:cubicBezTo>
                    <a:pt x="24" y="17"/>
                    <a:pt x="25" y="17"/>
                    <a:pt x="25" y="17"/>
                  </a:cubicBezTo>
                  <a:cubicBezTo>
                    <a:pt x="26" y="17"/>
                    <a:pt x="27" y="18"/>
                    <a:pt x="27" y="18"/>
                  </a:cubicBezTo>
                  <a:cubicBezTo>
                    <a:pt x="28" y="19"/>
                    <a:pt x="28" y="19"/>
                    <a:pt x="28" y="20"/>
                  </a:cubicBezTo>
                  <a:cubicBezTo>
                    <a:pt x="28" y="20"/>
                    <a:pt x="28" y="21"/>
                    <a:pt x="28" y="22"/>
                  </a:cubicBezTo>
                  <a:cubicBezTo>
                    <a:pt x="28" y="22"/>
                    <a:pt x="28" y="23"/>
                    <a:pt x="28" y="24"/>
                  </a:cubicBezTo>
                  <a:close/>
                  <a:moveTo>
                    <a:pt x="28" y="24"/>
                  </a:moveTo>
                  <a:cubicBezTo>
                    <a:pt x="28" y="24"/>
                    <a:pt x="28" y="24"/>
                    <a:pt x="28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9"/>
            <p:cNvSpPr/>
            <p:nvPr/>
          </p:nvSpPr>
          <p:spPr>
            <a:xfrm>
              <a:off x="117475" y="1457326"/>
              <a:ext cx="55563" cy="55563"/>
            </a:xfrm>
            <a:custGeom>
              <a:rect b="b" l="l" r="r" t="t"/>
              <a:pathLst>
                <a:path extrusionOk="0" h="19" w="19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3" y="2"/>
                    <a:pt x="11" y="4"/>
                    <a:pt x="8" y="6"/>
                  </a:cubicBezTo>
                  <a:cubicBezTo>
                    <a:pt x="6" y="8"/>
                    <a:pt x="4" y="10"/>
                    <a:pt x="3" y="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0" y="18"/>
                    <a:pt x="1" y="19"/>
                  </a:cubicBezTo>
                  <a:cubicBezTo>
                    <a:pt x="1" y="19"/>
                    <a:pt x="2" y="19"/>
                    <a:pt x="3" y="19"/>
                  </a:cubicBezTo>
                  <a:cubicBezTo>
                    <a:pt x="3" y="19"/>
                    <a:pt x="3" y="18"/>
                    <a:pt x="4" y="18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3"/>
                    <a:pt x="9" y="11"/>
                    <a:pt x="11" y="9"/>
                  </a:cubicBezTo>
                  <a:cubicBezTo>
                    <a:pt x="13" y="7"/>
                    <a:pt x="15" y="5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2"/>
                    <a:pt x="19" y="1"/>
                    <a:pt x="18" y="0"/>
                  </a:cubicBezTo>
                  <a:cubicBezTo>
                    <a:pt x="17" y="0"/>
                    <a:pt x="16" y="0"/>
                    <a:pt x="15" y="0"/>
                  </a:cubicBezTo>
                  <a:close/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9"/>
            <p:cNvSpPr/>
            <p:nvPr/>
          </p:nvSpPr>
          <p:spPr>
            <a:xfrm>
              <a:off x="180975" y="1263651"/>
              <a:ext cx="55563" cy="58738"/>
            </a:xfrm>
            <a:custGeom>
              <a:rect b="b" l="l" r="r" t="t"/>
              <a:pathLst>
                <a:path extrusionOk="0" h="20" w="19">
                  <a:moveTo>
                    <a:pt x="7" y="11"/>
                  </a:moveTo>
                  <a:cubicBezTo>
                    <a:pt x="5" y="13"/>
                    <a:pt x="3" y="15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0" y="17"/>
                    <a:pt x="0" y="19"/>
                    <a:pt x="1" y="19"/>
                  </a:cubicBezTo>
                  <a:cubicBezTo>
                    <a:pt x="1" y="20"/>
                    <a:pt x="2" y="20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6" y="18"/>
                    <a:pt x="8" y="16"/>
                    <a:pt x="10" y="13"/>
                  </a:cubicBezTo>
                  <a:cubicBezTo>
                    <a:pt x="12" y="11"/>
                    <a:pt x="14" y="9"/>
                    <a:pt x="16" y="7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3"/>
                    <a:pt x="19" y="1"/>
                    <a:pt x="18" y="1"/>
                  </a:cubicBezTo>
                  <a:cubicBezTo>
                    <a:pt x="17" y="0"/>
                    <a:pt x="16" y="0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7"/>
                    <a:pt x="9" y="9"/>
                    <a:pt x="7" y="11"/>
                  </a:cubicBezTo>
                  <a:close/>
                  <a:moveTo>
                    <a:pt x="7" y="11"/>
                  </a:moveTo>
                  <a:cubicBezTo>
                    <a:pt x="7" y="11"/>
                    <a:pt x="7" y="11"/>
                    <a:pt x="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4" name="Google Shape;2494;p9"/>
          <p:cNvGrpSpPr/>
          <p:nvPr/>
        </p:nvGrpSpPr>
        <p:grpSpPr>
          <a:xfrm>
            <a:off x="1198584" y="967149"/>
            <a:ext cx="300657" cy="401466"/>
            <a:chOff x="754063" y="1211263"/>
            <a:chExt cx="269875" cy="360363"/>
          </a:xfrm>
        </p:grpSpPr>
        <p:sp>
          <p:nvSpPr>
            <p:cNvPr id="2495" name="Google Shape;2495;p9"/>
            <p:cNvSpPr/>
            <p:nvPr/>
          </p:nvSpPr>
          <p:spPr>
            <a:xfrm>
              <a:off x="754063" y="1211263"/>
              <a:ext cx="269875" cy="360363"/>
            </a:xfrm>
            <a:custGeom>
              <a:rect b="b" l="l" r="r" t="t"/>
              <a:pathLst>
                <a:path extrusionOk="0" h="123" w="92">
                  <a:moveTo>
                    <a:pt x="80" y="50"/>
                  </a:moveTo>
                  <a:cubicBezTo>
                    <a:pt x="80" y="35"/>
                    <a:pt x="80" y="35"/>
                    <a:pt x="80" y="35"/>
                  </a:cubicBezTo>
                  <a:cubicBezTo>
                    <a:pt x="80" y="16"/>
                    <a:pt x="65" y="0"/>
                    <a:pt x="46" y="0"/>
                  </a:cubicBezTo>
                  <a:cubicBezTo>
                    <a:pt x="27" y="0"/>
                    <a:pt x="11" y="16"/>
                    <a:pt x="11" y="35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5" y="50"/>
                    <a:pt x="0" y="55"/>
                    <a:pt x="0" y="61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107"/>
                    <a:pt x="15" y="123"/>
                    <a:pt x="34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76" y="123"/>
                    <a:pt x="92" y="107"/>
                    <a:pt x="92" y="88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2" y="55"/>
                    <a:pt x="87" y="50"/>
                    <a:pt x="80" y="50"/>
                  </a:cubicBezTo>
                  <a:close/>
                  <a:moveTo>
                    <a:pt x="19" y="35"/>
                  </a:moveTo>
                  <a:cubicBezTo>
                    <a:pt x="19" y="20"/>
                    <a:pt x="31" y="8"/>
                    <a:pt x="46" y="8"/>
                  </a:cubicBezTo>
                  <a:cubicBezTo>
                    <a:pt x="61" y="8"/>
                    <a:pt x="73" y="20"/>
                    <a:pt x="73" y="35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5" y="24"/>
                    <a:pt x="56" y="15"/>
                    <a:pt x="46" y="15"/>
                  </a:cubicBezTo>
                  <a:cubicBezTo>
                    <a:pt x="35" y="15"/>
                    <a:pt x="27" y="24"/>
                    <a:pt x="27" y="35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19" y="50"/>
                    <a:pt x="19" y="50"/>
                    <a:pt x="19" y="50"/>
                  </a:cubicBezTo>
                  <a:lnTo>
                    <a:pt x="19" y="35"/>
                  </a:lnTo>
                  <a:close/>
                  <a:moveTo>
                    <a:pt x="61" y="35"/>
                  </a:moveTo>
                  <a:cubicBezTo>
                    <a:pt x="61" y="50"/>
                    <a:pt x="61" y="50"/>
                    <a:pt x="61" y="5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26"/>
                    <a:pt x="37" y="19"/>
                    <a:pt x="46" y="19"/>
                  </a:cubicBezTo>
                  <a:cubicBezTo>
                    <a:pt x="54" y="19"/>
                    <a:pt x="61" y="26"/>
                    <a:pt x="61" y="35"/>
                  </a:cubicBezTo>
                  <a:close/>
                  <a:moveTo>
                    <a:pt x="84" y="73"/>
                  </a:moveTo>
                  <a:cubicBezTo>
                    <a:pt x="84" y="88"/>
                    <a:pt x="84" y="88"/>
                    <a:pt x="84" y="88"/>
                  </a:cubicBezTo>
                  <a:cubicBezTo>
                    <a:pt x="84" y="103"/>
                    <a:pt x="72" y="115"/>
                    <a:pt x="57" y="115"/>
                  </a:cubicBezTo>
                  <a:cubicBezTo>
                    <a:pt x="34" y="115"/>
                    <a:pt x="34" y="115"/>
                    <a:pt x="34" y="115"/>
                  </a:cubicBezTo>
                  <a:cubicBezTo>
                    <a:pt x="20" y="115"/>
                    <a:pt x="8" y="103"/>
                    <a:pt x="8" y="88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59"/>
                    <a:pt x="9" y="58"/>
                    <a:pt x="11" y="5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3" y="58"/>
                    <a:pt x="84" y="59"/>
                    <a:pt x="84" y="61"/>
                  </a:cubicBezTo>
                  <a:lnTo>
                    <a:pt x="84" y="73"/>
                  </a:lnTo>
                  <a:close/>
                  <a:moveTo>
                    <a:pt x="84" y="73"/>
                  </a:moveTo>
                  <a:cubicBezTo>
                    <a:pt x="84" y="73"/>
                    <a:pt x="84" y="73"/>
                    <a:pt x="84" y="7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6" name="Google Shape;2496;p9"/>
            <p:cNvSpPr/>
            <p:nvPr/>
          </p:nvSpPr>
          <p:spPr>
            <a:xfrm>
              <a:off x="865188" y="1425576"/>
              <a:ext cx="47625" cy="66675"/>
            </a:xfrm>
            <a:custGeom>
              <a:rect b="b" l="l" r="r" t="t"/>
              <a:pathLst>
                <a:path extrusionOk="0" h="23" w="16">
                  <a:moveTo>
                    <a:pt x="8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10"/>
                    <a:pt x="1" y="14"/>
                    <a:pt x="3" y="18"/>
                  </a:cubicBezTo>
                  <a:cubicBezTo>
                    <a:pt x="4" y="21"/>
                    <a:pt x="5" y="23"/>
                    <a:pt x="8" y="23"/>
                  </a:cubicBezTo>
                  <a:cubicBezTo>
                    <a:pt x="11" y="23"/>
                    <a:pt x="12" y="21"/>
                    <a:pt x="13" y="18"/>
                  </a:cubicBezTo>
                  <a:cubicBezTo>
                    <a:pt x="14" y="14"/>
                    <a:pt x="16" y="10"/>
                    <a:pt x="16" y="8"/>
                  </a:cubicBezTo>
                  <a:cubicBezTo>
                    <a:pt x="16" y="3"/>
                    <a:pt x="12" y="0"/>
                    <a:pt x="8" y="0"/>
                  </a:cubicBez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7" name="Google Shape;2497;p9"/>
          <p:cNvSpPr/>
          <p:nvPr/>
        </p:nvSpPr>
        <p:spPr>
          <a:xfrm>
            <a:off x="3433763" y="2674938"/>
            <a:ext cx="350837" cy="401637"/>
          </a:xfrm>
          <a:custGeom>
            <a:rect b="b" l="l" r="r" t="t"/>
            <a:pathLst>
              <a:path extrusionOk="0" h="123" w="108">
                <a:moveTo>
                  <a:pt x="101" y="19"/>
                </a:moveTo>
                <a:cubicBezTo>
                  <a:pt x="96" y="5"/>
                  <a:pt x="96" y="5"/>
                  <a:pt x="96" y="5"/>
                </a:cubicBezTo>
                <a:cubicBezTo>
                  <a:pt x="95" y="2"/>
                  <a:pt x="92" y="0"/>
                  <a:pt x="89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6" y="0"/>
                  <a:pt x="13" y="2"/>
                  <a:pt x="12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4" y="20"/>
                  <a:pt x="0" y="23"/>
                  <a:pt x="0" y="27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43"/>
                  <a:pt x="4" y="46"/>
                  <a:pt x="8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7"/>
                  <a:pt x="12" y="47"/>
                  <a:pt x="12" y="47"/>
                </a:cubicBezTo>
                <a:cubicBezTo>
                  <a:pt x="20" y="116"/>
                  <a:pt x="20" y="116"/>
                  <a:pt x="20" y="116"/>
                </a:cubicBezTo>
                <a:cubicBezTo>
                  <a:pt x="20" y="120"/>
                  <a:pt x="23" y="123"/>
                  <a:pt x="27" y="123"/>
                </a:cubicBezTo>
                <a:cubicBezTo>
                  <a:pt x="81" y="123"/>
                  <a:pt x="81" y="123"/>
                  <a:pt x="81" y="123"/>
                </a:cubicBezTo>
                <a:cubicBezTo>
                  <a:pt x="85" y="123"/>
                  <a:pt x="88" y="120"/>
                  <a:pt x="89" y="116"/>
                </a:cubicBezTo>
                <a:cubicBezTo>
                  <a:pt x="96" y="47"/>
                  <a:pt x="96" y="47"/>
                  <a:pt x="96" y="47"/>
                </a:cubicBezTo>
                <a:cubicBezTo>
                  <a:pt x="96" y="46"/>
                  <a:pt x="96" y="46"/>
                  <a:pt x="96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04" y="46"/>
                  <a:pt x="108" y="43"/>
                  <a:pt x="108" y="39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3"/>
                  <a:pt x="105" y="20"/>
                  <a:pt x="101" y="19"/>
                </a:cubicBezTo>
                <a:close/>
                <a:moveTo>
                  <a:pt x="20" y="8"/>
                </a:moveTo>
                <a:cubicBezTo>
                  <a:pt x="89" y="8"/>
                  <a:pt x="89" y="8"/>
                  <a:pt x="89" y="8"/>
                </a:cubicBezTo>
                <a:cubicBezTo>
                  <a:pt x="92" y="19"/>
                  <a:pt x="92" y="19"/>
                  <a:pt x="92" y="19"/>
                </a:cubicBezTo>
                <a:cubicBezTo>
                  <a:pt x="16" y="19"/>
                  <a:pt x="16" y="19"/>
                  <a:pt x="16" y="19"/>
                </a:cubicBezTo>
                <a:lnTo>
                  <a:pt x="20" y="8"/>
                </a:lnTo>
                <a:close/>
                <a:moveTo>
                  <a:pt x="81" y="115"/>
                </a:moveTo>
                <a:cubicBezTo>
                  <a:pt x="27" y="115"/>
                  <a:pt x="27" y="115"/>
                  <a:pt x="27" y="115"/>
                </a:cubicBezTo>
                <a:cubicBezTo>
                  <a:pt x="26" y="104"/>
                  <a:pt x="26" y="104"/>
                  <a:pt x="26" y="104"/>
                </a:cubicBezTo>
                <a:cubicBezTo>
                  <a:pt x="82" y="104"/>
                  <a:pt x="82" y="104"/>
                  <a:pt x="82" y="104"/>
                </a:cubicBezTo>
                <a:lnTo>
                  <a:pt x="81" y="115"/>
                </a:lnTo>
                <a:close/>
                <a:moveTo>
                  <a:pt x="83" y="100"/>
                </a:moveTo>
                <a:cubicBezTo>
                  <a:pt x="26" y="100"/>
                  <a:pt x="26" y="100"/>
                  <a:pt x="26" y="100"/>
                </a:cubicBezTo>
                <a:cubicBezTo>
                  <a:pt x="21" y="62"/>
                  <a:pt x="21" y="62"/>
                  <a:pt x="21" y="62"/>
                </a:cubicBezTo>
                <a:cubicBezTo>
                  <a:pt x="87" y="62"/>
                  <a:pt x="87" y="62"/>
                  <a:pt x="87" y="62"/>
                </a:cubicBezTo>
                <a:lnTo>
                  <a:pt x="83" y="100"/>
                </a:lnTo>
                <a:close/>
                <a:moveTo>
                  <a:pt x="87" y="58"/>
                </a:moveTo>
                <a:cubicBezTo>
                  <a:pt x="21" y="58"/>
                  <a:pt x="21" y="58"/>
                  <a:pt x="21" y="58"/>
                </a:cubicBezTo>
                <a:cubicBezTo>
                  <a:pt x="20" y="46"/>
                  <a:pt x="20" y="46"/>
                  <a:pt x="20" y="46"/>
                </a:cubicBezTo>
                <a:cubicBezTo>
                  <a:pt x="89" y="46"/>
                  <a:pt x="89" y="46"/>
                  <a:pt x="89" y="46"/>
                </a:cubicBezTo>
                <a:lnTo>
                  <a:pt x="87" y="58"/>
                </a:lnTo>
                <a:close/>
                <a:moveTo>
                  <a:pt x="100" y="39"/>
                </a:moveTo>
                <a:cubicBezTo>
                  <a:pt x="8" y="39"/>
                  <a:pt x="8" y="39"/>
                  <a:pt x="8" y="39"/>
                </a:cubicBezTo>
                <a:cubicBezTo>
                  <a:pt x="8" y="27"/>
                  <a:pt x="8" y="27"/>
                  <a:pt x="8" y="27"/>
                </a:cubicBezTo>
                <a:cubicBezTo>
                  <a:pt x="100" y="27"/>
                  <a:pt x="100" y="27"/>
                  <a:pt x="100" y="27"/>
                </a:cubicBezTo>
                <a:lnTo>
                  <a:pt x="100" y="39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8" name="Google Shape;2498;p9"/>
          <p:cNvGrpSpPr/>
          <p:nvPr/>
        </p:nvGrpSpPr>
        <p:grpSpPr>
          <a:xfrm>
            <a:off x="1868068" y="963612"/>
            <a:ext cx="286508" cy="401466"/>
            <a:chOff x="1597025" y="1208088"/>
            <a:chExt cx="257175" cy="360363"/>
          </a:xfrm>
        </p:grpSpPr>
        <p:sp>
          <p:nvSpPr>
            <p:cNvPr id="2499" name="Google Shape;2499;p9"/>
            <p:cNvSpPr/>
            <p:nvPr/>
          </p:nvSpPr>
          <p:spPr>
            <a:xfrm>
              <a:off x="1597025" y="1208088"/>
              <a:ext cx="257175" cy="360363"/>
            </a:xfrm>
            <a:custGeom>
              <a:rect b="b" l="l" r="r" t="t"/>
              <a:pathLst>
                <a:path extrusionOk="0" h="123" w="88">
                  <a:moveTo>
                    <a:pt x="65" y="35"/>
                  </a:moveTo>
                  <a:cubicBezTo>
                    <a:pt x="65" y="45"/>
                    <a:pt x="57" y="54"/>
                    <a:pt x="57" y="54"/>
                  </a:cubicBezTo>
                  <a:cubicBezTo>
                    <a:pt x="57" y="35"/>
                    <a:pt x="42" y="19"/>
                    <a:pt x="42" y="19"/>
                  </a:cubicBezTo>
                  <a:cubicBezTo>
                    <a:pt x="42" y="19"/>
                    <a:pt x="42" y="31"/>
                    <a:pt x="34" y="42"/>
                  </a:cubicBezTo>
                  <a:cubicBezTo>
                    <a:pt x="27" y="15"/>
                    <a:pt x="4" y="0"/>
                    <a:pt x="4" y="0"/>
                  </a:cubicBezTo>
                  <a:cubicBezTo>
                    <a:pt x="15" y="42"/>
                    <a:pt x="0" y="57"/>
                    <a:pt x="0" y="88"/>
                  </a:cubicBezTo>
                  <a:cubicBezTo>
                    <a:pt x="0" y="106"/>
                    <a:pt x="15" y="123"/>
                    <a:pt x="38" y="123"/>
                  </a:cubicBezTo>
                  <a:cubicBezTo>
                    <a:pt x="73" y="123"/>
                    <a:pt x="79" y="110"/>
                    <a:pt x="83" y="96"/>
                  </a:cubicBezTo>
                  <a:cubicBezTo>
                    <a:pt x="88" y="77"/>
                    <a:pt x="80" y="54"/>
                    <a:pt x="65" y="35"/>
                  </a:cubicBezTo>
                  <a:close/>
                  <a:moveTo>
                    <a:pt x="75" y="94"/>
                  </a:moveTo>
                  <a:cubicBezTo>
                    <a:pt x="73" y="104"/>
                    <a:pt x="70" y="115"/>
                    <a:pt x="38" y="115"/>
                  </a:cubicBezTo>
                  <a:cubicBezTo>
                    <a:pt x="19" y="115"/>
                    <a:pt x="7" y="101"/>
                    <a:pt x="7" y="88"/>
                  </a:cubicBezTo>
                  <a:cubicBezTo>
                    <a:pt x="7" y="78"/>
                    <a:pt x="9" y="69"/>
                    <a:pt x="11" y="60"/>
                  </a:cubicBezTo>
                  <a:cubicBezTo>
                    <a:pt x="14" y="49"/>
                    <a:pt x="16" y="37"/>
                    <a:pt x="15" y="22"/>
                  </a:cubicBezTo>
                  <a:cubicBezTo>
                    <a:pt x="27" y="39"/>
                    <a:pt x="31" y="60"/>
                    <a:pt x="31" y="60"/>
                  </a:cubicBezTo>
                  <a:cubicBezTo>
                    <a:pt x="31" y="60"/>
                    <a:pt x="42" y="45"/>
                    <a:pt x="45" y="38"/>
                  </a:cubicBezTo>
                  <a:cubicBezTo>
                    <a:pt x="48" y="42"/>
                    <a:pt x="50" y="58"/>
                    <a:pt x="50" y="73"/>
                  </a:cubicBezTo>
                  <a:cubicBezTo>
                    <a:pt x="50" y="73"/>
                    <a:pt x="60" y="65"/>
                    <a:pt x="67" y="52"/>
                  </a:cubicBezTo>
                  <a:cubicBezTo>
                    <a:pt x="76" y="66"/>
                    <a:pt x="78" y="82"/>
                    <a:pt x="75" y="94"/>
                  </a:cubicBezTo>
                  <a:close/>
                  <a:moveTo>
                    <a:pt x="75" y="94"/>
                  </a:moveTo>
                  <a:cubicBezTo>
                    <a:pt x="75" y="94"/>
                    <a:pt x="75" y="94"/>
                    <a:pt x="75" y="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0" name="Google Shape;2500;p9"/>
            <p:cNvSpPr/>
            <p:nvPr/>
          </p:nvSpPr>
          <p:spPr>
            <a:xfrm>
              <a:off x="1638300" y="1363663"/>
              <a:ext cx="160338" cy="128588"/>
            </a:xfrm>
            <a:custGeom>
              <a:rect b="b" l="l" r="r" t="t"/>
              <a:pathLst>
                <a:path extrusionOk="0" h="44" w="55">
                  <a:moveTo>
                    <a:pt x="53" y="12"/>
                  </a:moveTo>
                  <a:cubicBezTo>
                    <a:pt x="49" y="15"/>
                    <a:pt x="49" y="15"/>
                    <a:pt x="49" y="15"/>
                  </a:cubicBezTo>
                  <a:cubicBezTo>
                    <a:pt x="45" y="20"/>
                    <a:pt x="42" y="25"/>
                    <a:pt x="31" y="30"/>
                  </a:cubicBezTo>
                  <a:cubicBezTo>
                    <a:pt x="30" y="25"/>
                    <a:pt x="29" y="20"/>
                    <a:pt x="29" y="13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1" y="19"/>
                    <a:pt x="19" y="21"/>
                    <a:pt x="17" y="25"/>
                  </a:cubicBezTo>
                  <a:cubicBezTo>
                    <a:pt x="13" y="16"/>
                    <a:pt x="10" y="10"/>
                    <a:pt x="8" y="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2" y="13"/>
                    <a:pt x="0" y="20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3" y="40"/>
                    <a:pt x="4" y="39"/>
                    <a:pt x="4" y="38"/>
                  </a:cubicBezTo>
                  <a:cubicBezTo>
                    <a:pt x="4" y="24"/>
                    <a:pt x="5" y="17"/>
                    <a:pt x="7" y="11"/>
                  </a:cubicBezTo>
                  <a:cubicBezTo>
                    <a:pt x="9" y="16"/>
                    <a:pt x="11" y="22"/>
                    <a:pt x="15" y="29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21" y="25"/>
                    <a:pt x="23" y="22"/>
                    <a:pt x="25" y="19"/>
                  </a:cubicBezTo>
                  <a:cubicBezTo>
                    <a:pt x="26" y="25"/>
                    <a:pt x="27" y="29"/>
                    <a:pt x="28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41" y="29"/>
                    <a:pt x="46" y="25"/>
                    <a:pt x="50" y="20"/>
                  </a:cubicBezTo>
                  <a:cubicBezTo>
                    <a:pt x="51" y="28"/>
                    <a:pt x="50" y="35"/>
                    <a:pt x="48" y="41"/>
                  </a:cubicBezTo>
                  <a:cubicBezTo>
                    <a:pt x="47" y="42"/>
                    <a:pt x="48" y="43"/>
                    <a:pt x="49" y="43"/>
                  </a:cubicBezTo>
                  <a:cubicBezTo>
                    <a:pt x="49" y="43"/>
                    <a:pt x="49" y="44"/>
                    <a:pt x="49" y="44"/>
                  </a:cubicBezTo>
                  <a:cubicBezTo>
                    <a:pt x="50" y="44"/>
                    <a:pt x="51" y="43"/>
                    <a:pt x="51" y="42"/>
                  </a:cubicBezTo>
                  <a:cubicBezTo>
                    <a:pt x="54" y="35"/>
                    <a:pt x="55" y="24"/>
                    <a:pt x="53" y="16"/>
                  </a:cubicBezTo>
                  <a:lnTo>
                    <a:pt x="53" y="12"/>
                  </a:lnTo>
                  <a:close/>
                  <a:moveTo>
                    <a:pt x="53" y="12"/>
                  </a:moveTo>
                  <a:cubicBezTo>
                    <a:pt x="53" y="12"/>
                    <a:pt x="53" y="12"/>
                    <a:pt x="53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1" name="Google Shape;2501;p9"/>
          <p:cNvGrpSpPr/>
          <p:nvPr/>
        </p:nvGrpSpPr>
        <p:grpSpPr>
          <a:xfrm>
            <a:off x="2523404" y="979530"/>
            <a:ext cx="401466" cy="376706"/>
            <a:chOff x="2270125" y="1222376"/>
            <a:chExt cx="360363" cy="338138"/>
          </a:xfrm>
        </p:grpSpPr>
        <p:sp>
          <p:nvSpPr>
            <p:cNvPr id="2502" name="Google Shape;2502;p9"/>
            <p:cNvSpPr/>
            <p:nvPr/>
          </p:nvSpPr>
          <p:spPr>
            <a:xfrm>
              <a:off x="2270125" y="1222376"/>
              <a:ext cx="360363" cy="338138"/>
            </a:xfrm>
            <a:custGeom>
              <a:rect b="b" l="l" r="r" t="t"/>
              <a:pathLst>
                <a:path extrusionOk="0" h="115" w="123">
                  <a:moveTo>
                    <a:pt x="120" y="25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6" y="1"/>
                    <a:pt x="94" y="0"/>
                    <a:pt x="9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0"/>
                    <a:pt x="5" y="115"/>
                    <a:pt x="11" y="115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8" y="115"/>
                    <a:pt x="123" y="110"/>
                    <a:pt x="123" y="104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29"/>
                    <a:pt x="122" y="27"/>
                    <a:pt x="120" y="25"/>
                  </a:cubicBezTo>
                  <a:close/>
                  <a:moveTo>
                    <a:pt x="115" y="104"/>
                  </a:moveTo>
                  <a:cubicBezTo>
                    <a:pt x="115" y="106"/>
                    <a:pt x="113" y="107"/>
                    <a:pt x="111" y="107"/>
                  </a:cubicBezTo>
                  <a:cubicBezTo>
                    <a:pt x="11" y="107"/>
                    <a:pt x="11" y="107"/>
                    <a:pt x="11" y="107"/>
                  </a:cubicBezTo>
                  <a:cubicBezTo>
                    <a:pt x="9" y="107"/>
                    <a:pt x="8" y="106"/>
                    <a:pt x="8" y="104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23"/>
                    <a:pt x="88" y="23"/>
                    <a:pt x="88" y="23"/>
                  </a:cubicBezTo>
                  <a:cubicBezTo>
                    <a:pt x="88" y="29"/>
                    <a:pt x="93" y="34"/>
                    <a:pt x="100" y="34"/>
                  </a:cubicBezTo>
                  <a:cubicBezTo>
                    <a:pt x="115" y="34"/>
                    <a:pt x="115" y="34"/>
                    <a:pt x="115" y="34"/>
                  </a:cubicBezTo>
                  <a:lnTo>
                    <a:pt x="115" y="104"/>
                  </a:lnTo>
                  <a:close/>
                  <a:moveTo>
                    <a:pt x="103" y="31"/>
                  </a:moveTo>
                  <a:cubicBezTo>
                    <a:pt x="100" y="31"/>
                    <a:pt x="100" y="31"/>
                    <a:pt x="100" y="31"/>
                  </a:cubicBezTo>
                  <a:cubicBezTo>
                    <a:pt x="95" y="31"/>
                    <a:pt x="92" y="27"/>
                    <a:pt x="92" y="23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03" y="31"/>
                  </a:lnTo>
                  <a:close/>
                  <a:moveTo>
                    <a:pt x="103" y="31"/>
                  </a:moveTo>
                  <a:cubicBezTo>
                    <a:pt x="103" y="31"/>
                    <a:pt x="103" y="31"/>
                    <a:pt x="103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3" name="Google Shape;2503;p9"/>
            <p:cNvSpPr/>
            <p:nvPr/>
          </p:nvSpPr>
          <p:spPr>
            <a:xfrm>
              <a:off x="2436813" y="1290638"/>
              <a:ext cx="66675" cy="11113"/>
            </a:xfrm>
            <a:custGeom>
              <a:rect b="b" l="l" r="r" t="t"/>
              <a:pathLst>
                <a:path extrusionOk="0" h="4" w="23">
                  <a:moveTo>
                    <a:pt x="2" y="4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3" y="3"/>
                    <a:pt x="23" y="2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4" name="Google Shape;2504;p9"/>
            <p:cNvSpPr/>
            <p:nvPr/>
          </p:nvSpPr>
          <p:spPr>
            <a:xfrm>
              <a:off x="2436813" y="1322388"/>
              <a:ext cx="66675" cy="12700"/>
            </a:xfrm>
            <a:custGeom>
              <a:rect b="b" l="l" r="r" t="t"/>
              <a:pathLst>
                <a:path extrusionOk="0" h="4" w="23">
                  <a:moveTo>
                    <a:pt x="2" y="4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3" y="3"/>
                    <a:pt x="23" y="2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5" name="Google Shape;2505;p9"/>
            <p:cNvSpPr/>
            <p:nvPr/>
          </p:nvSpPr>
          <p:spPr>
            <a:xfrm>
              <a:off x="2436813" y="1357313"/>
              <a:ext cx="146050" cy="12700"/>
            </a:xfrm>
            <a:custGeom>
              <a:rect b="b" l="l" r="r" t="t"/>
              <a:pathLst>
                <a:path extrusionOk="0" h="4" w="50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9" y="4"/>
                    <a:pt x="50" y="3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6" name="Google Shape;2506;p9"/>
            <p:cNvSpPr/>
            <p:nvPr/>
          </p:nvSpPr>
          <p:spPr>
            <a:xfrm>
              <a:off x="2314575" y="1425576"/>
              <a:ext cx="268288" cy="11113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9"/>
            <p:cNvSpPr/>
            <p:nvPr/>
          </p:nvSpPr>
          <p:spPr>
            <a:xfrm>
              <a:off x="2314575" y="1460501"/>
              <a:ext cx="268288" cy="9525"/>
            </a:xfrm>
            <a:custGeom>
              <a:rect b="b" l="l" r="r" t="t"/>
              <a:pathLst>
                <a:path extrusionOk="0" h="3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90" y="3"/>
                    <a:pt x="90" y="3"/>
                    <a:pt x="90" y="3"/>
                  </a:cubicBezTo>
                  <a:cubicBezTo>
                    <a:pt x="91" y="3"/>
                    <a:pt x="92" y="2"/>
                    <a:pt x="92" y="1"/>
                  </a:cubicBezTo>
                  <a:cubicBezTo>
                    <a:pt x="92" y="0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9"/>
            <p:cNvSpPr/>
            <p:nvPr/>
          </p:nvSpPr>
          <p:spPr>
            <a:xfrm>
              <a:off x="2314575" y="1492251"/>
              <a:ext cx="268288" cy="12700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9" name="Google Shape;2509;p9"/>
            <p:cNvSpPr/>
            <p:nvPr/>
          </p:nvSpPr>
          <p:spPr>
            <a:xfrm>
              <a:off x="2314575" y="1390651"/>
              <a:ext cx="268288" cy="11113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0" name="Google Shape;2510;p9"/>
            <p:cNvSpPr/>
            <p:nvPr/>
          </p:nvSpPr>
          <p:spPr>
            <a:xfrm>
              <a:off x="2314575" y="1277938"/>
              <a:ext cx="101600" cy="92075"/>
            </a:xfrm>
            <a:custGeom>
              <a:rect b="b" l="l" r="r" t="t"/>
              <a:pathLst>
                <a:path extrusionOk="0" h="31" w="35">
                  <a:moveTo>
                    <a:pt x="4" y="31"/>
                  </a:moveTo>
                  <a:cubicBezTo>
                    <a:pt x="31" y="31"/>
                    <a:pt x="31" y="31"/>
                    <a:pt x="31" y="31"/>
                  </a:cubicBezTo>
                  <a:cubicBezTo>
                    <a:pt x="33" y="31"/>
                    <a:pt x="35" y="29"/>
                    <a:pt x="35" y="27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1"/>
                    <a:pt x="4" y="31"/>
                  </a:cubicBezTo>
                  <a:close/>
                  <a:moveTo>
                    <a:pt x="8" y="8"/>
                  </a:moveTo>
                  <a:cubicBezTo>
                    <a:pt x="27" y="8"/>
                    <a:pt x="27" y="8"/>
                    <a:pt x="27" y="8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8" y="23"/>
                    <a:pt x="8" y="23"/>
                    <a:pt x="8" y="23"/>
                  </a:cubicBezTo>
                  <a:lnTo>
                    <a:pt x="8" y="8"/>
                  </a:ln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1" name="Google Shape;2511;p9"/>
          <p:cNvGrpSpPr/>
          <p:nvPr/>
        </p:nvGrpSpPr>
        <p:grpSpPr>
          <a:xfrm>
            <a:off x="3293698" y="967149"/>
            <a:ext cx="396160" cy="401466"/>
            <a:chOff x="3036888" y="1211263"/>
            <a:chExt cx="355600" cy="360363"/>
          </a:xfrm>
        </p:grpSpPr>
        <p:sp>
          <p:nvSpPr>
            <p:cNvPr id="2512" name="Google Shape;2512;p9"/>
            <p:cNvSpPr/>
            <p:nvPr/>
          </p:nvSpPr>
          <p:spPr>
            <a:xfrm>
              <a:off x="3036888" y="1211263"/>
              <a:ext cx="355600" cy="360363"/>
            </a:xfrm>
            <a:custGeom>
              <a:rect b="b" l="l" r="r" t="t"/>
              <a:pathLst>
                <a:path extrusionOk="0" h="123" w="122">
                  <a:moveTo>
                    <a:pt x="111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0" y="0"/>
                    <a:pt x="15" y="5"/>
                    <a:pt x="15" y="12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5" y="19"/>
                    <a:pt x="0" y="24"/>
                    <a:pt x="0" y="3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6"/>
                    <a:pt x="7" y="123"/>
                    <a:pt x="15" y="123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16" y="123"/>
                    <a:pt x="122" y="116"/>
                    <a:pt x="122" y="107"/>
                  </a:cubicBezTo>
                  <a:cubicBezTo>
                    <a:pt x="122" y="12"/>
                    <a:pt x="122" y="12"/>
                    <a:pt x="122" y="12"/>
                  </a:cubicBezTo>
                  <a:cubicBezTo>
                    <a:pt x="122" y="5"/>
                    <a:pt x="117" y="0"/>
                    <a:pt x="111" y="0"/>
                  </a:cubicBezTo>
                  <a:close/>
                  <a:moveTo>
                    <a:pt x="115" y="107"/>
                  </a:moveTo>
                  <a:cubicBezTo>
                    <a:pt x="115" y="112"/>
                    <a:pt x="111" y="115"/>
                    <a:pt x="107" y="115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11" y="115"/>
                    <a:pt x="7" y="112"/>
                    <a:pt x="7" y="107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9"/>
                    <a:pt x="9" y="27"/>
                    <a:pt x="11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6"/>
                    <a:pt x="17" y="107"/>
                    <a:pt x="19" y="107"/>
                  </a:cubicBezTo>
                  <a:cubicBezTo>
                    <a:pt x="21" y="107"/>
                    <a:pt x="23" y="106"/>
                    <a:pt x="23" y="104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9"/>
                    <a:pt x="24" y="8"/>
                    <a:pt x="27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3" y="8"/>
                    <a:pt x="115" y="9"/>
                    <a:pt x="115" y="12"/>
                  </a:cubicBezTo>
                  <a:lnTo>
                    <a:pt x="115" y="107"/>
                  </a:lnTo>
                  <a:close/>
                  <a:moveTo>
                    <a:pt x="115" y="107"/>
                  </a:moveTo>
                  <a:cubicBezTo>
                    <a:pt x="115" y="107"/>
                    <a:pt x="115" y="107"/>
                    <a:pt x="115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9"/>
            <p:cNvSpPr/>
            <p:nvPr/>
          </p:nvSpPr>
          <p:spPr>
            <a:xfrm>
              <a:off x="3249613" y="1346201"/>
              <a:ext cx="100013" cy="11113"/>
            </a:xfrm>
            <a:custGeom>
              <a:rect b="b" l="l" r="r" t="t"/>
              <a:pathLst>
                <a:path extrusionOk="0" h="4" w="34">
                  <a:moveTo>
                    <a:pt x="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9"/>
            <p:cNvSpPr/>
            <p:nvPr/>
          </p:nvSpPr>
          <p:spPr>
            <a:xfrm>
              <a:off x="3249613" y="1314451"/>
              <a:ext cx="100013" cy="7938"/>
            </a:xfrm>
            <a:custGeom>
              <a:rect b="b" l="l" r="r" t="t"/>
              <a:pathLst>
                <a:path extrusionOk="0" h="3" w="34">
                  <a:moveTo>
                    <a:pt x="1" y="3"/>
                  </a:moveTo>
                  <a:cubicBezTo>
                    <a:pt x="32" y="3"/>
                    <a:pt x="32" y="3"/>
                    <a:pt x="32" y="3"/>
                  </a:cubicBezTo>
                  <a:cubicBezTo>
                    <a:pt x="33" y="3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lose/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9"/>
            <p:cNvSpPr/>
            <p:nvPr/>
          </p:nvSpPr>
          <p:spPr>
            <a:xfrm>
              <a:off x="3249613" y="1277938"/>
              <a:ext cx="100013" cy="12700"/>
            </a:xfrm>
            <a:custGeom>
              <a:rect b="b" l="l" r="r" t="t"/>
              <a:pathLst>
                <a:path extrusionOk="0" h="4" w="34">
                  <a:moveTo>
                    <a:pt x="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6" name="Google Shape;2516;p9"/>
            <p:cNvSpPr/>
            <p:nvPr/>
          </p:nvSpPr>
          <p:spPr>
            <a:xfrm>
              <a:off x="3124200" y="1516063"/>
              <a:ext cx="101600" cy="11113"/>
            </a:xfrm>
            <a:custGeom>
              <a:rect b="b" l="l" r="r" t="t"/>
              <a:pathLst>
                <a:path extrusionOk="0" h="4" w="35">
                  <a:moveTo>
                    <a:pt x="3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4"/>
                    <a:pt x="35" y="3"/>
                    <a:pt x="35" y="2"/>
                  </a:cubicBezTo>
                  <a:cubicBezTo>
                    <a:pt x="35" y="1"/>
                    <a:pt x="34" y="0"/>
                    <a:pt x="33" y="0"/>
                  </a:cubicBezTo>
                  <a:close/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9"/>
            <p:cNvSpPr/>
            <p:nvPr/>
          </p:nvSpPr>
          <p:spPr>
            <a:xfrm>
              <a:off x="3124200" y="1481138"/>
              <a:ext cx="101600" cy="11113"/>
            </a:xfrm>
            <a:custGeom>
              <a:rect b="b" l="l" r="r" t="t"/>
              <a:pathLst>
                <a:path extrusionOk="0" h="4" w="35">
                  <a:moveTo>
                    <a:pt x="3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4"/>
                    <a:pt x="35" y="3"/>
                    <a:pt x="35" y="2"/>
                  </a:cubicBezTo>
                  <a:cubicBezTo>
                    <a:pt x="35" y="1"/>
                    <a:pt x="34" y="0"/>
                    <a:pt x="33" y="0"/>
                  </a:cubicBezTo>
                  <a:close/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8" name="Google Shape;2518;p9"/>
            <p:cNvSpPr/>
            <p:nvPr/>
          </p:nvSpPr>
          <p:spPr>
            <a:xfrm>
              <a:off x="3124200" y="1449388"/>
              <a:ext cx="101600" cy="11113"/>
            </a:xfrm>
            <a:custGeom>
              <a:rect b="b" l="l" r="r" t="t"/>
              <a:pathLst>
                <a:path extrusionOk="0" h="4" w="35">
                  <a:moveTo>
                    <a:pt x="3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4"/>
                    <a:pt x="35" y="3"/>
                    <a:pt x="35" y="2"/>
                  </a:cubicBezTo>
                  <a:cubicBezTo>
                    <a:pt x="35" y="1"/>
                    <a:pt x="34" y="0"/>
                    <a:pt x="33" y="0"/>
                  </a:cubicBezTo>
                  <a:close/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9" name="Google Shape;2519;p9"/>
            <p:cNvSpPr/>
            <p:nvPr/>
          </p:nvSpPr>
          <p:spPr>
            <a:xfrm>
              <a:off x="3249613" y="1516063"/>
              <a:ext cx="100013" cy="11113"/>
            </a:xfrm>
            <a:custGeom>
              <a:rect b="b" l="l" r="r" t="t"/>
              <a:pathLst>
                <a:path extrusionOk="0" h="4" w="34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0" name="Google Shape;2520;p9"/>
            <p:cNvSpPr/>
            <p:nvPr/>
          </p:nvSpPr>
          <p:spPr>
            <a:xfrm>
              <a:off x="3249613" y="1481138"/>
              <a:ext cx="100013" cy="11113"/>
            </a:xfrm>
            <a:custGeom>
              <a:rect b="b" l="l" r="r" t="t"/>
              <a:pathLst>
                <a:path extrusionOk="0" h="4" w="34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1" name="Google Shape;2521;p9"/>
            <p:cNvSpPr/>
            <p:nvPr/>
          </p:nvSpPr>
          <p:spPr>
            <a:xfrm>
              <a:off x="3249613" y="1449388"/>
              <a:ext cx="100013" cy="11113"/>
            </a:xfrm>
            <a:custGeom>
              <a:rect b="b" l="l" r="r" t="t"/>
              <a:pathLst>
                <a:path extrusionOk="0" h="4" w="34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  <a:moveTo>
                    <a:pt x="32" y="0"/>
                  </a:move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2" name="Google Shape;2522;p9"/>
            <p:cNvSpPr/>
            <p:nvPr/>
          </p:nvSpPr>
          <p:spPr>
            <a:xfrm>
              <a:off x="3124200" y="1381126"/>
              <a:ext cx="225425" cy="12700"/>
            </a:xfrm>
            <a:custGeom>
              <a:rect b="b" l="l" r="r" t="t"/>
              <a:pathLst>
                <a:path extrusionOk="0" h="4" w="77">
                  <a:moveTo>
                    <a:pt x="75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6" y="4"/>
                    <a:pt x="77" y="3"/>
                    <a:pt x="77" y="2"/>
                  </a:cubicBezTo>
                  <a:cubicBezTo>
                    <a:pt x="77" y="1"/>
                    <a:pt x="76" y="0"/>
                    <a:pt x="75" y="0"/>
                  </a:cubicBezTo>
                  <a:close/>
                  <a:moveTo>
                    <a:pt x="75" y="0"/>
                  </a:moveTo>
                  <a:cubicBezTo>
                    <a:pt x="75" y="0"/>
                    <a:pt x="75" y="0"/>
                    <a:pt x="7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3" name="Google Shape;2523;p9"/>
            <p:cNvSpPr/>
            <p:nvPr/>
          </p:nvSpPr>
          <p:spPr>
            <a:xfrm>
              <a:off x="3124200" y="1412876"/>
              <a:ext cx="225425" cy="12700"/>
            </a:xfrm>
            <a:custGeom>
              <a:rect b="b" l="l" r="r" t="t"/>
              <a:pathLst>
                <a:path extrusionOk="0" h="4" w="77">
                  <a:moveTo>
                    <a:pt x="75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6" y="4"/>
                    <a:pt x="77" y="3"/>
                    <a:pt x="77" y="2"/>
                  </a:cubicBezTo>
                  <a:cubicBezTo>
                    <a:pt x="77" y="1"/>
                    <a:pt x="76" y="0"/>
                    <a:pt x="75" y="0"/>
                  </a:cubicBezTo>
                  <a:close/>
                  <a:moveTo>
                    <a:pt x="75" y="0"/>
                  </a:moveTo>
                  <a:cubicBezTo>
                    <a:pt x="75" y="0"/>
                    <a:pt x="75" y="0"/>
                    <a:pt x="7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4" name="Google Shape;2524;p9"/>
            <p:cNvSpPr/>
            <p:nvPr/>
          </p:nvSpPr>
          <p:spPr>
            <a:xfrm>
              <a:off x="3124200" y="1255713"/>
              <a:ext cx="101600" cy="101600"/>
            </a:xfrm>
            <a:custGeom>
              <a:rect b="b" l="l" r="r" t="t"/>
              <a:pathLst>
                <a:path extrusionOk="0" h="35" w="35">
                  <a:moveTo>
                    <a:pt x="4" y="35"/>
                  </a:moveTo>
                  <a:cubicBezTo>
                    <a:pt x="31" y="35"/>
                    <a:pt x="31" y="35"/>
                    <a:pt x="31" y="35"/>
                  </a:cubicBezTo>
                  <a:cubicBezTo>
                    <a:pt x="33" y="35"/>
                    <a:pt x="35" y="33"/>
                    <a:pt x="35" y="31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3"/>
                    <a:pt x="2" y="35"/>
                    <a:pt x="4" y="35"/>
                  </a:cubicBezTo>
                  <a:close/>
                  <a:moveTo>
                    <a:pt x="8" y="8"/>
                  </a:moveTo>
                  <a:cubicBezTo>
                    <a:pt x="27" y="8"/>
                    <a:pt x="27" y="8"/>
                    <a:pt x="27" y="8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8" y="27"/>
                    <a:pt x="8" y="27"/>
                    <a:pt x="8" y="27"/>
                  </a:cubicBezTo>
                  <a:lnTo>
                    <a:pt x="8" y="8"/>
                  </a:ln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5" name="Google Shape;2525;p9"/>
          <p:cNvSpPr/>
          <p:nvPr/>
        </p:nvSpPr>
        <p:spPr>
          <a:xfrm>
            <a:off x="3232150" y="3694113"/>
            <a:ext cx="420688" cy="385762"/>
          </a:xfrm>
          <a:custGeom>
            <a:rect b="b" l="l" r="r" t="t"/>
            <a:pathLst>
              <a:path extrusionOk="0" h="118" w="129">
                <a:moveTo>
                  <a:pt x="116" y="14"/>
                </a:moveTo>
                <a:cubicBezTo>
                  <a:pt x="102" y="0"/>
                  <a:pt x="80" y="0"/>
                  <a:pt x="67" y="14"/>
                </a:cubicBezTo>
                <a:cubicBezTo>
                  <a:pt x="11" y="69"/>
                  <a:pt x="11" y="69"/>
                  <a:pt x="11" y="69"/>
                </a:cubicBezTo>
                <a:cubicBezTo>
                  <a:pt x="0" y="80"/>
                  <a:pt x="0" y="97"/>
                  <a:pt x="11" y="107"/>
                </a:cubicBezTo>
                <a:cubicBezTo>
                  <a:pt x="21" y="118"/>
                  <a:pt x="38" y="118"/>
                  <a:pt x="49" y="107"/>
                </a:cubicBezTo>
                <a:cubicBezTo>
                  <a:pt x="105" y="52"/>
                  <a:pt x="105" y="52"/>
                  <a:pt x="105" y="52"/>
                </a:cubicBezTo>
                <a:cubicBezTo>
                  <a:pt x="112" y="44"/>
                  <a:pt x="112" y="32"/>
                  <a:pt x="105" y="25"/>
                </a:cubicBezTo>
                <a:cubicBezTo>
                  <a:pt x="97" y="17"/>
                  <a:pt x="85" y="17"/>
                  <a:pt x="78" y="25"/>
                </a:cubicBezTo>
                <a:cubicBezTo>
                  <a:pt x="36" y="67"/>
                  <a:pt x="36" y="67"/>
                  <a:pt x="36" y="67"/>
                </a:cubicBezTo>
                <a:cubicBezTo>
                  <a:pt x="34" y="68"/>
                  <a:pt x="34" y="71"/>
                  <a:pt x="36" y="72"/>
                </a:cubicBezTo>
                <a:cubicBezTo>
                  <a:pt x="37" y="74"/>
                  <a:pt x="39" y="74"/>
                  <a:pt x="41" y="72"/>
                </a:cubicBezTo>
                <a:cubicBezTo>
                  <a:pt x="83" y="30"/>
                  <a:pt x="83" y="30"/>
                  <a:pt x="83" y="30"/>
                </a:cubicBezTo>
                <a:cubicBezTo>
                  <a:pt x="88" y="26"/>
                  <a:pt x="95" y="26"/>
                  <a:pt x="99" y="30"/>
                </a:cubicBezTo>
                <a:cubicBezTo>
                  <a:pt x="104" y="35"/>
                  <a:pt x="104" y="42"/>
                  <a:pt x="99" y="46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36" y="109"/>
                  <a:pt x="24" y="109"/>
                  <a:pt x="16" y="102"/>
                </a:cubicBezTo>
                <a:cubicBezTo>
                  <a:pt x="9" y="94"/>
                  <a:pt x="9" y="82"/>
                  <a:pt x="16" y="75"/>
                </a:cubicBezTo>
                <a:cubicBezTo>
                  <a:pt x="72" y="20"/>
                  <a:pt x="72" y="20"/>
                  <a:pt x="72" y="20"/>
                </a:cubicBezTo>
                <a:cubicBezTo>
                  <a:pt x="82" y="9"/>
                  <a:pt x="99" y="9"/>
                  <a:pt x="110" y="20"/>
                </a:cubicBezTo>
                <a:cubicBezTo>
                  <a:pt x="120" y="30"/>
                  <a:pt x="120" y="47"/>
                  <a:pt x="110" y="58"/>
                </a:cubicBezTo>
                <a:cubicBezTo>
                  <a:pt x="68" y="99"/>
                  <a:pt x="68" y="99"/>
                  <a:pt x="68" y="99"/>
                </a:cubicBezTo>
                <a:cubicBezTo>
                  <a:pt x="67" y="101"/>
                  <a:pt x="67" y="103"/>
                  <a:pt x="68" y="105"/>
                </a:cubicBezTo>
                <a:cubicBezTo>
                  <a:pt x="70" y="106"/>
                  <a:pt x="72" y="106"/>
                  <a:pt x="73" y="105"/>
                </a:cubicBezTo>
                <a:cubicBezTo>
                  <a:pt x="116" y="63"/>
                  <a:pt x="116" y="63"/>
                  <a:pt x="116" y="63"/>
                </a:cubicBezTo>
                <a:cubicBezTo>
                  <a:pt x="129" y="49"/>
                  <a:pt x="129" y="27"/>
                  <a:pt x="116" y="14"/>
                </a:cubicBezTo>
                <a:close/>
                <a:moveTo>
                  <a:pt x="116" y="14"/>
                </a:moveTo>
                <a:cubicBezTo>
                  <a:pt x="116" y="14"/>
                  <a:pt x="116" y="14"/>
                  <a:pt x="116" y="1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9"/>
          <p:cNvSpPr/>
          <p:nvPr/>
        </p:nvSpPr>
        <p:spPr>
          <a:xfrm>
            <a:off x="4059238" y="966788"/>
            <a:ext cx="274637" cy="401637"/>
          </a:xfrm>
          <a:custGeom>
            <a:rect b="b" l="l" r="r" t="t"/>
            <a:pathLst>
              <a:path extrusionOk="0" h="123" w="85">
                <a:moveTo>
                  <a:pt x="38" y="109"/>
                </a:moveTo>
                <a:cubicBezTo>
                  <a:pt x="38" y="108"/>
                  <a:pt x="39" y="107"/>
                  <a:pt x="40" y="107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5" y="107"/>
                  <a:pt x="46" y="108"/>
                  <a:pt x="46" y="109"/>
                </a:cubicBezTo>
                <a:cubicBezTo>
                  <a:pt x="46" y="110"/>
                  <a:pt x="45" y="111"/>
                  <a:pt x="44" y="111"/>
                </a:cubicBezTo>
                <a:cubicBezTo>
                  <a:pt x="40" y="111"/>
                  <a:pt x="40" y="111"/>
                  <a:pt x="40" y="111"/>
                </a:cubicBezTo>
                <a:cubicBezTo>
                  <a:pt x="39" y="111"/>
                  <a:pt x="38" y="110"/>
                  <a:pt x="38" y="109"/>
                </a:cubicBezTo>
                <a:close/>
                <a:moveTo>
                  <a:pt x="48" y="12"/>
                </a:moveTo>
                <a:cubicBezTo>
                  <a:pt x="37" y="12"/>
                  <a:pt x="37" y="12"/>
                  <a:pt x="37" y="12"/>
                </a:cubicBezTo>
                <a:cubicBezTo>
                  <a:pt x="36" y="12"/>
                  <a:pt x="35" y="12"/>
                  <a:pt x="35" y="14"/>
                </a:cubicBezTo>
                <a:cubicBezTo>
                  <a:pt x="35" y="15"/>
                  <a:pt x="36" y="15"/>
                  <a:pt x="37" y="15"/>
                </a:cubicBezTo>
                <a:cubicBezTo>
                  <a:pt x="48" y="15"/>
                  <a:pt x="48" y="15"/>
                  <a:pt x="48" y="15"/>
                </a:cubicBezTo>
                <a:cubicBezTo>
                  <a:pt x="49" y="15"/>
                  <a:pt x="50" y="15"/>
                  <a:pt x="50" y="14"/>
                </a:cubicBezTo>
                <a:cubicBezTo>
                  <a:pt x="50" y="12"/>
                  <a:pt x="49" y="12"/>
                  <a:pt x="48" y="12"/>
                </a:cubicBezTo>
                <a:close/>
                <a:moveTo>
                  <a:pt x="85" y="12"/>
                </a:moveTo>
                <a:cubicBezTo>
                  <a:pt x="85" y="111"/>
                  <a:pt x="85" y="111"/>
                  <a:pt x="85" y="111"/>
                </a:cubicBezTo>
                <a:cubicBezTo>
                  <a:pt x="85" y="118"/>
                  <a:pt x="79" y="123"/>
                  <a:pt x="73" y="123"/>
                </a:cubicBezTo>
                <a:cubicBezTo>
                  <a:pt x="12" y="123"/>
                  <a:pt x="12" y="123"/>
                  <a:pt x="12" y="123"/>
                </a:cubicBezTo>
                <a:cubicBezTo>
                  <a:pt x="5" y="123"/>
                  <a:pt x="0" y="118"/>
                  <a:pt x="0" y="11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9" y="0"/>
                  <a:pt x="85" y="5"/>
                  <a:pt x="85" y="12"/>
                </a:cubicBezTo>
                <a:close/>
                <a:moveTo>
                  <a:pt x="77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8" y="111"/>
                  <a:pt x="8" y="111"/>
                  <a:pt x="8" y="111"/>
                </a:cubicBezTo>
                <a:cubicBezTo>
                  <a:pt x="8" y="113"/>
                  <a:pt x="10" y="115"/>
                  <a:pt x="12" y="115"/>
                </a:cubicBezTo>
                <a:cubicBezTo>
                  <a:pt x="73" y="115"/>
                  <a:pt x="73" y="115"/>
                  <a:pt x="73" y="115"/>
                </a:cubicBezTo>
                <a:cubicBezTo>
                  <a:pt x="75" y="115"/>
                  <a:pt x="77" y="113"/>
                  <a:pt x="77" y="111"/>
                </a:cubicBezTo>
                <a:lnTo>
                  <a:pt x="77" y="104"/>
                </a:lnTo>
                <a:close/>
                <a:moveTo>
                  <a:pt x="77" y="23"/>
                </a:moveTo>
                <a:cubicBezTo>
                  <a:pt x="8" y="23"/>
                  <a:pt x="8" y="23"/>
                  <a:pt x="8" y="23"/>
                </a:cubicBezTo>
                <a:cubicBezTo>
                  <a:pt x="8" y="100"/>
                  <a:pt x="8" y="100"/>
                  <a:pt x="8" y="100"/>
                </a:cubicBezTo>
                <a:cubicBezTo>
                  <a:pt x="77" y="100"/>
                  <a:pt x="77" y="100"/>
                  <a:pt x="77" y="100"/>
                </a:cubicBezTo>
                <a:lnTo>
                  <a:pt x="77" y="23"/>
                </a:lnTo>
                <a:close/>
                <a:moveTo>
                  <a:pt x="77" y="12"/>
                </a:moveTo>
                <a:cubicBezTo>
                  <a:pt x="77" y="9"/>
                  <a:pt x="75" y="8"/>
                  <a:pt x="73" y="8"/>
                </a:cubicBezTo>
                <a:cubicBezTo>
                  <a:pt x="12" y="8"/>
                  <a:pt x="12" y="8"/>
                  <a:pt x="12" y="8"/>
                </a:cubicBezTo>
                <a:cubicBezTo>
                  <a:pt x="10" y="8"/>
                  <a:pt x="8" y="9"/>
                  <a:pt x="8" y="12"/>
                </a:cubicBezTo>
                <a:cubicBezTo>
                  <a:pt x="8" y="19"/>
                  <a:pt x="8" y="19"/>
                  <a:pt x="8" y="19"/>
                </a:cubicBezTo>
                <a:cubicBezTo>
                  <a:pt x="77" y="19"/>
                  <a:pt x="77" y="19"/>
                  <a:pt x="77" y="19"/>
                </a:cubicBezTo>
                <a:lnTo>
                  <a:pt x="77" y="12"/>
                </a:lnTo>
                <a:close/>
                <a:moveTo>
                  <a:pt x="77" y="12"/>
                </a:moveTo>
                <a:cubicBezTo>
                  <a:pt x="77" y="12"/>
                  <a:pt x="77" y="12"/>
                  <a:pt x="77" y="1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7" name="Google Shape;2527;p9"/>
          <p:cNvGrpSpPr/>
          <p:nvPr/>
        </p:nvGrpSpPr>
        <p:grpSpPr>
          <a:xfrm>
            <a:off x="4703410" y="967149"/>
            <a:ext cx="272360" cy="401466"/>
            <a:chOff x="4914900" y="1211263"/>
            <a:chExt cx="244475" cy="360363"/>
          </a:xfrm>
        </p:grpSpPr>
        <p:sp>
          <p:nvSpPr>
            <p:cNvPr id="2528" name="Google Shape;2528;p9"/>
            <p:cNvSpPr/>
            <p:nvPr/>
          </p:nvSpPr>
          <p:spPr>
            <a:xfrm>
              <a:off x="5013325" y="1314451"/>
              <a:ext cx="23813" cy="20638"/>
            </a:xfrm>
            <a:custGeom>
              <a:rect b="b" l="l" r="r" t="t"/>
              <a:pathLst>
                <a:path extrusionOk="0" h="7" w="8">
                  <a:moveTo>
                    <a:pt x="8" y="3"/>
                  </a:moveTo>
                  <a:cubicBezTo>
                    <a:pt x="8" y="6"/>
                    <a:pt x="6" y="7"/>
                    <a:pt x="4" y="7"/>
                  </a:cubicBezTo>
                  <a:cubicBezTo>
                    <a:pt x="2" y="7"/>
                    <a:pt x="0" y="6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1"/>
                    <a:pt x="8" y="3"/>
                  </a:cubicBezTo>
                  <a:close/>
                  <a:moveTo>
                    <a:pt x="8" y="3"/>
                  </a:moveTo>
                  <a:cubicBezTo>
                    <a:pt x="8" y="3"/>
                    <a:pt x="8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9"/>
            <p:cNvSpPr/>
            <p:nvPr/>
          </p:nvSpPr>
          <p:spPr>
            <a:xfrm>
              <a:off x="5013325" y="1449388"/>
              <a:ext cx="23813" cy="20638"/>
            </a:xfrm>
            <a:custGeom>
              <a:rect b="b" l="l" r="r" t="t"/>
              <a:pathLst>
                <a:path extrusionOk="0" h="7" w="8">
                  <a:moveTo>
                    <a:pt x="8" y="4"/>
                  </a:moveTo>
                  <a:cubicBezTo>
                    <a:pt x="8" y="6"/>
                    <a:pt x="6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9"/>
            <p:cNvSpPr/>
            <p:nvPr/>
          </p:nvSpPr>
          <p:spPr>
            <a:xfrm>
              <a:off x="4946650" y="1381126"/>
              <a:ext cx="23813" cy="20638"/>
            </a:xfrm>
            <a:custGeom>
              <a:rect b="b" l="l" r="r" t="t"/>
              <a:pathLst>
                <a:path extrusionOk="0" h="7" w="8">
                  <a:moveTo>
                    <a:pt x="8" y="3"/>
                  </a:moveTo>
                  <a:cubicBezTo>
                    <a:pt x="8" y="6"/>
                    <a:pt x="6" y="7"/>
                    <a:pt x="4" y="7"/>
                  </a:cubicBezTo>
                  <a:cubicBezTo>
                    <a:pt x="2" y="7"/>
                    <a:pt x="0" y="6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1"/>
                    <a:pt x="8" y="3"/>
                  </a:cubicBezTo>
                  <a:close/>
                  <a:moveTo>
                    <a:pt x="8" y="3"/>
                  </a:moveTo>
                  <a:cubicBezTo>
                    <a:pt x="8" y="3"/>
                    <a:pt x="8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9"/>
            <p:cNvSpPr/>
            <p:nvPr/>
          </p:nvSpPr>
          <p:spPr>
            <a:xfrm>
              <a:off x="5081588" y="1381126"/>
              <a:ext cx="22225" cy="20638"/>
            </a:xfrm>
            <a:custGeom>
              <a:rect b="b" l="l" r="r" t="t"/>
              <a:pathLst>
                <a:path extrusionOk="0" h="7" w="8">
                  <a:moveTo>
                    <a:pt x="8" y="3"/>
                  </a:moveTo>
                  <a:cubicBezTo>
                    <a:pt x="8" y="6"/>
                    <a:pt x="6" y="7"/>
                    <a:pt x="4" y="7"/>
                  </a:cubicBezTo>
                  <a:cubicBezTo>
                    <a:pt x="2" y="7"/>
                    <a:pt x="0" y="6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1"/>
                    <a:pt x="8" y="3"/>
                  </a:cubicBezTo>
                  <a:close/>
                  <a:moveTo>
                    <a:pt x="8" y="3"/>
                  </a:moveTo>
                  <a:cubicBezTo>
                    <a:pt x="8" y="3"/>
                    <a:pt x="8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9"/>
            <p:cNvSpPr/>
            <p:nvPr/>
          </p:nvSpPr>
          <p:spPr>
            <a:xfrm>
              <a:off x="4967288" y="1428751"/>
              <a:ext cx="20638" cy="22225"/>
            </a:xfrm>
            <a:custGeom>
              <a:rect b="b" l="l" r="r" t="t"/>
              <a:pathLst>
                <a:path extrusionOk="0" h="8" w="7">
                  <a:moveTo>
                    <a:pt x="7" y="4"/>
                  </a:moveTo>
                  <a:cubicBezTo>
                    <a:pt x="7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9"/>
            <p:cNvSpPr/>
            <p:nvPr/>
          </p:nvSpPr>
          <p:spPr>
            <a:xfrm>
              <a:off x="4967288" y="1331913"/>
              <a:ext cx="20638" cy="23813"/>
            </a:xfrm>
            <a:custGeom>
              <a:rect b="b" l="l" r="r" t="t"/>
              <a:pathLst>
                <a:path extrusionOk="0" h="8" w="7">
                  <a:moveTo>
                    <a:pt x="7" y="4"/>
                  </a:moveTo>
                  <a:cubicBezTo>
                    <a:pt x="7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9"/>
            <p:cNvSpPr/>
            <p:nvPr/>
          </p:nvSpPr>
          <p:spPr>
            <a:xfrm>
              <a:off x="5060950" y="1428751"/>
              <a:ext cx="22225" cy="22225"/>
            </a:xfrm>
            <a:custGeom>
              <a:rect b="b" l="l" r="r" t="t"/>
              <a:pathLst>
                <a:path extrusionOk="0" h="8" w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9"/>
            <p:cNvSpPr/>
            <p:nvPr/>
          </p:nvSpPr>
          <p:spPr>
            <a:xfrm>
              <a:off x="4914900" y="1211263"/>
              <a:ext cx="244475" cy="360363"/>
            </a:xfrm>
            <a:custGeom>
              <a:rect b="b" l="l" r="r" t="t"/>
              <a:pathLst>
                <a:path extrusionOk="0" h="123" w="84">
                  <a:moveTo>
                    <a:pt x="76" y="54"/>
                  </a:moveTo>
                  <a:cubicBezTo>
                    <a:pt x="76" y="54"/>
                    <a:pt x="76" y="54"/>
                    <a:pt x="76" y="54"/>
                  </a:cubicBezTo>
                  <a:cubicBezTo>
                    <a:pt x="74" y="47"/>
                    <a:pt x="71" y="41"/>
                    <a:pt x="67" y="3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3"/>
                    <a:pt x="57" y="0"/>
                    <a:pt x="5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6" y="3"/>
                    <a:pt x="15" y="6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4" y="42"/>
                    <a:pt x="0" y="51"/>
                    <a:pt x="0" y="61"/>
                  </a:cubicBezTo>
                  <a:cubicBezTo>
                    <a:pt x="0" y="71"/>
                    <a:pt x="3" y="80"/>
                    <a:pt x="10" y="8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6" y="120"/>
                    <a:pt x="19" y="123"/>
                    <a:pt x="23" y="123"/>
                  </a:cubicBezTo>
                  <a:cubicBezTo>
                    <a:pt x="53" y="123"/>
                    <a:pt x="53" y="123"/>
                    <a:pt x="53" y="123"/>
                  </a:cubicBezTo>
                  <a:cubicBezTo>
                    <a:pt x="57" y="123"/>
                    <a:pt x="60" y="120"/>
                    <a:pt x="61" y="11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82"/>
                    <a:pt x="74" y="76"/>
                    <a:pt x="76" y="69"/>
                  </a:cubicBezTo>
                  <a:cubicBezTo>
                    <a:pt x="76" y="69"/>
                    <a:pt x="76" y="69"/>
                    <a:pt x="76" y="69"/>
                  </a:cubicBezTo>
                  <a:cubicBezTo>
                    <a:pt x="81" y="69"/>
                    <a:pt x="84" y="66"/>
                    <a:pt x="84" y="61"/>
                  </a:cubicBezTo>
                  <a:cubicBezTo>
                    <a:pt x="84" y="57"/>
                    <a:pt x="81" y="54"/>
                    <a:pt x="76" y="54"/>
                  </a:cubicBezTo>
                  <a:close/>
                  <a:moveTo>
                    <a:pt x="23" y="8"/>
                  </a:moveTo>
                  <a:cubicBezTo>
                    <a:pt x="54" y="8"/>
                    <a:pt x="54" y="8"/>
                    <a:pt x="54" y="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2" y="25"/>
                    <a:pt x="45" y="23"/>
                    <a:pt x="38" y="23"/>
                  </a:cubicBezTo>
                  <a:cubicBezTo>
                    <a:pt x="31" y="23"/>
                    <a:pt x="25" y="25"/>
                    <a:pt x="19" y="28"/>
                  </a:cubicBezTo>
                  <a:lnTo>
                    <a:pt x="23" y="8"/>
                  </a:lnTo>
                  <a:close/>
                  <a:moveTo>
                    <a:pt x="53" y="115"/>
                  </a:moveTo>
                  <a:cubicBezTo>
                    <a:pt x="23" y="115"/>
                    <a:pt x="23" y="115"/>
                    <a:pt x="23" y="115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24" y="98"/>
                    <a:pt x="31" y="100"/>
                    <a:pt x="38" y="100"/>
                  </a:cubicBezTo>
                  <a:cubicBezTo>
                    <a:pt x="45" y="100"/>
                    <a:pt x="51" y="98"/>
                    <a:pt x="57" y="95"/>
                  </a:cubicBezTo>
                  <a:lnTo>
                    <a:pt x="53" y="115"/>
                  </a:lnTo>
                  <a:close/>
                  <a:moveTo>
                    <a:pt x="38" y="92"/>
                  </a:moveTo>
                  <a:cubicBezTo>
                    <a:pt x="21" y="92"/>
                    <a:pt x="7" y="78"/>
                    <a:pt x="7" y="61"/>
                  </a:cubicBezTo>
                  <a:cubicBezTo>
                    <a:pt x="7" y="45"/>
                    <a:pt x="21" y="31"/>
                    <a:pt x="38" y="31"/>
                  </a:cubicBezTo>
                  <a:cubicBezTo>
                    <a:pt x="55" y="31"/>
                    <a:pt x="69" y="45"/>
                    <a:pt x="69" y="61"/>
                  </a:cubicBezTo>
                  <a:cubicBezTo>
                    <a:pt x="69" y="78"/>
                    <a:pt x="55" y="92"/>
                    <a:pt x="38" y="92"/>
                  </a:cubicBezTo>
                  <a:close/>
                  <a:moveTo>
                    <a:pt x="38" y="92"/>
                  </a:moveTo>
                  <a:cubicBezTo>
                    <a:pt x="38" y="92"/>
                    <a:pt x="38" y="92"/>
                    <a:pt x="38" y="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9"/>
            <p:cNvSpPr/>
            <p:nvPr/>
          </p:nvSpPr>
          <p:spPr>
            <a:xfrm>
              <a:off x="5013325" y="1335088"/>
              <a:ext cx="68263" cy="66675"/>
            </a:xfrm>
            <a:custGeom>
              <a:rect b="b" l="l" r="r" t="t"/>
              <a:pathLst>
                <a:path extrusionOk="0" h="23" w="23">
                  <a:moveTo>
                    <a:pt x="23" y="0"/>
                  </a:moveTo>
                  <a:cubicBezTo>
                    <a:pt x="22" y="0"/>
                    <a:pt x="22" y="0"/>
                    <a:pt x="21" y="0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0" y="18"/>
                    <a:pt x="0" y="20"/>
                  </a:cubicBezTo>
                  <a:cubicBezTo>
                    <a:pt x="0" y="21"/>
                    <a:pt x="0" y="21"/>
                    <a:pt x="1" y="22"/>
                  </a:cubicBezTo>
                  <a:cubicBezTo>
                    <a:pt x="2" y="23"/>
                    <a:pt x="3" y="23"/>
                    <a:pt x="4" y="23"/>
                  </a:cubicBezTo>
                  <a:cubicBezTo>
                    <a:pt x="5" y="23"/>
                    <a:pt x="6" y="23"/>
                    <a:pt x="7" y="22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1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7" name="Google Shape;2537;p9"/>
          <p:cNvSpPr/>
          <p:nvPr/>
        </p:nvSpPr>
        <p:spPr>
          <a:xfrm>
            <a:off x="5345113" y="1022350"/>
            <a:ext cx="401637" cy="292100"/>
          </a:xfrm>
          <a:custGeom>
            <a:rect b="b" l="l" r="r" t="t"/>
            <a:pathLst>
              <a:path extrusionOk="0" h="89" w="123">
                <a:moveTo>
                  <a:pt x="100" y="32"/>
                </a:moveTo>
                <a:cubicBezTo>
                  <a:pt x="98" y="14"/>
                  <a:pt x="83" y="0"/>
                  <a:pt x="65" y="0"/>
                </a:cubicBezTo>
                <a:cubicBezTo>
                  <a:pt x="51" y="0"/>
                  <a:pt x="40" y="9"/>
                  <a:pt x="34" y="20"/>
                </a:cubicBezTo>
                <a:cubicBezTo>
                  <a:pt x="32" y="20"/>
                  <a:pt x="31" y="20"/>
                  <a:pt x="29" y="20"/>
                </a:cubicBezTo>
                <a:cubicBezTo>
                  <a:pt x="19" y="20"/>
                  <a:pt x="12" y="27"/>
                  <a:pt x="12" y="37"/>
                </a:cubicBezTo>
                <a:cubicBezTo>
                  <a:pt x="12" y="39"/>
                  <a:pt x="12" y="40"/>
                  <a:pt x="13" y="42"/>
                </a:cubicBezTo>
                <a:cubicBezTo>
                  <a:pt x="5" y="47"/>
                  <a:pt x="0" y="54"/>
                  <a:pt x="0" y="64"/>
                </a:cubicBezTo>
                <a:cubicBezTo>
                  <a:pt x="0" y="77"/>
                  <a:pt x="11" y="89"/>
                  <a:pt x="25" y="89"/>
                </a:cubicBezTo>
                <a:cubicBezTo>
                  <a:pt x="94" y="89"/>
                  <a:pt x="94" y="89"/>
                  <a:pt x="94" y="89"/>
                </a:cubicBezTo>
                <a:cubicBezTo>
                  <a:pt x="110" y="89"/>
                  <a:pt x="123" y="76"/>
                  <a:pt x="123" y="60"/>
                </a:cubicBezTo>
                <a:cubicBezTo>
                  <a:pt x="123" y="46"/>
                  <a:pt x="113" y="34"/>
                  <a:pt x="100" y="32"/>
                </a:cubicBezTo>
                <a:close/>
                <a:moveTo>
                  <a:pt x="94" y="81"/>
                </a:moveTo>
                <a:cubicBezTo>
                  <a:pt x="94" y="81"/>
                  <a:pt x="94" y="81"/>
                  <a:pt x="94" y="81"/>
                </a:cubicBezTo>
                <a:cubicBezTo>
                  <a:pt x="25" y="81"/>
                  <a:pt x="25" y="81"/>
                  <a:pt x="25" y="81"/>
                </a:cubicBezTo>
                <a:cubicBezTo>
                  <a:pt x="16" y="81"/>
                  <a:pt x="8" y="73"/>
                  <a:pt x="8" y="64"/>
                </a:cubicBezTo>
                <a:cubicBezTo>
                  <a:pt x="8" y="58"/>
                  <a:pt x="11" y="52"/>
                  <a:pt x="16" y="49"/>
                </a:cubicBezTo>
                <a:cubicBezTo>
                  <a:pt x="22" y="46"/>
                  <a:pt x="22" y="45"/>
                  <a:pt x="20" y="40"/>
                </a:cubicBezTo>
                <a:cubicBezTo>
                  <a:pt x="20" y="39"/>
                  <a:pt x="19" y="38"/>
                  <a:pt x="19" y="37"/>
                </a:cubicBezTo>
                <a:cubicBezTo>
                  <a:pt x="19" y="32"/>
                  <a:pt x="24" y="27"/>
                  <a:pt x="29" y="27"/>
                </a:cubicBezTo>
                <a:cubicBezTo>
                  <a:pt x="29" y="27"/>
                  <a:pt x="31" y="27"/>
                  <a:pt x="34" y="28"/>
                </a:cubicBezTo>
                <a:cubicBezTo>
                  <a:pt x="39" y="30"/>
                  <a:pt x="39" y="28"/>
                  <a:pt x="41" y="24"/>
                </a:cubicBezTo>
                <a:cubicBezTo>
                  <a:pt x="46" y="14"/>
                  <a:pt x="55" y="8"/>
                  <a:pt x="65" y="8"/>
                </a:cubicBezTo>
                <a:cubicBezTo>
                  <a:pt x="79" y="8"/>
                  <a:pt x="91" y="18"/>
                  <a:pt x="92" y="32"/>
                </a:cubicBezTo>
                <a:cubicBezTo>
                  <a:pt x="92" y="38"/>
                  <a:pt x="92" y="38"/>
                  <a:pt x="98" y="39"/>
                </a:cubicBezTo>
                <a:cubicBezTo>
                  <a:pt x="108" y="41"/>
                  <a:pt x="115" y="50"/>
                  <a:pt x="115" y="60"/>
                </a:cubicBezTo>
                <a:cubicBezTo>
                  <a:pt x="115" y="71"/>
                  <a:pt x="106" y="81"/>
                  <a:pt x="94" y="81"/>
                </a:cubicBezTo>
                <a:close/>
                <a:moveTo>
                  <a:pt x="94" y="81"/>
                </a:moveTo>
                <a:cubicBezTo>
                  <a:pt x="94" y="81"/>
                  <a:pt x="94" y="81"/>
                  <a:pt x="94" y="8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9"/>
          <p:cNvSpPr/>
          <p:nvPr/>
        </p:nvSpPr>
        <p:spPr>
          <a:xfrm>
            <a:off x="6115050" y="993775"/>
            <a:ext cx="401638" cy="347663"/>
          </a:xfrm>
          <a:custGeom>
            <a:rect b="b" l="l" r="r" t="t"/>
            <a:pathLst>
              <a:path extrusionOk="0" h="107" w="123">
                <a:moveTo>
                  <a:pt x="123" y="100"/>
                </a:moveTo>
                <a:cubicBezTo>
                  <a:pt x="123" y="104"/>
                  <a:pt x="119" y="107"/>
                  <a:pt x="115" y="107"/>
                </a:cubicBezTo>
                <a:cubicBezTo>
                  <a:pt x="111" y="107"/>
                  <a:pt x="107" y="104"/>
                  <a:pt x="107" y="100"/>
                </a:cubicBezTo>
                <a:cubicBezTo>
                  <a:pt x="107" y="95"/>
                  <a:pt x="111" y="84"/>
                  <a:pt x="115" y="84"/>
                </a:cubicBezTo>
                <a:cubicBezTo>
                  <a:pt x="119" y="84"/>
                  <a:pt x="123" y="95"/>
                  <a:pt x="123" y="100"/>
                </a:cubicBezTo>
                <a:close/>
                <a:moveTo>
                  <a:pt x="111" y="42"/>
                </a:moveTo>
                <a:cubicBezTo>
                  <a:pt x="111" y="77"/>
                  <a:pt x="111" y="77"/>
                  <a:pt x="111" y="77"/>
                </a:cubicBezTo>
                <a:cubicBezTo>
                  <a:pt x="111" y="79"/>
                  <a:pt x="113" y="80"/>
                  <a:pt x="115" y="80"/>
                </a:cubicBezTo>
                <a:cubicBezTo>
                  <a:pt x="117" y="80"/>
                  <a:pt x="119" y="79"/>
                  <a:pt x="119" y="77"/>
                </a:cubicBezTo>
                <a:cubicBezTo>
                  <a:pt x="119" y="42"/>
                  <a:pt x="119" y="42"/>
                  <a:pt x="119" y="42"/>
                </a:cubicBezTo>
                <a:cubicBezTo>
                  <a:pt x="119" y="40"/>
                  <a:pt x="117" y="38"/>
                  <a:pt x="115" y="38"/>
                </a:cubicBezTo>
                <a:cubicBezTo>
                  <a:pt x="113" y="38"/>
                  <a:pt x="111" y="40"/>
                  <a:pt x="111" y="42"/>
                </a:cubicBezTo>
                <a:close/>
                <a:moveTo>
                  <a:pt x="114" y="34"/>
                </a:moveTo>
                <a:cubicBezTo>
                  <a:pt x="104" y="36"/>
                  <a:pt x="104" y="36"/>
                  <a:pt x="104" y="36"/>
                </a:cubicBezTo>
                <a:cubicBezTo>
                  <a:pt x="104" y="69"/>
                  <a:pt x="104" y="69"/>
                  <a:pt x="104" y="69"/>
                </a:cubicBezTo>
                <a:cubicBezTo>
                  <a:pt x="104" y="79"/>
                  <a:pt x="92" y="88"/>
                  <a:pt x="61" y="88"/>
                </a:cubicBezTo>
                <a:cubicBezTo>
                  <a:pt x="31" y="88"/>
                  <a:pt x="19" y="79"/>
                  <a:pt x="19" y="69"/>
                </a:cubicBezTo>
                <a:cubicBezTo>
                  <a:pt x="19" y="36"/>
                  <a:pt x="19" y="36"/>
                  <a:pt x="19" y="36"/>
                </a:cubicBezTo>
                <a:cubicBezTo>
                  <a:pt x="9" y="34"/>
                  <a:pt x="9" y="34"/>
                  <a:pt x="9" y="34"/>
                </a:cubicBezTo>
                <a:cubicBezTo>
                  <a:pt x="4" y="33"/>
                  <a:pt x="0" y="28"/>
                  <a:pt x="0" y="23"/>
                </a:cubicBezTo>
                <a:cubicBezTo>
                  <a:pt x="0" y="17"/>
                  <a:pt x="4" y="13"/>
                  <a:pt x="9" y="12"/>
                </a:cubicBezTo>
                <a:cubicBezTo>
                  <a:pt x="59" y="0"/>
                  <a:pt x="59" y="0"/>
                  <a:pt x="59" y="0"/>
                </a:cubicBezTo>
                <a:cubicBezTo>
                  <a:pt x="60" y="0"/>
                  <a:pt x="61" y="0"/>
                  <a:pt x="61" y="0"/>
                </a:cubicBezTo>
                <a:cubicBezTo>
                  <a:pt x="62" y="0"/>
                  <a:pt x="63" y="0"/>
                  <a:pt x="64" y="0"/>
                </a:cubicBezTo>
                <a:cubicBezTo>
                  <a:pt x="114" y="12"/>
                  <a:pt x="114" y="12"/>
                  <a:pt x="114" y="12"/>
                </a:cubicBezTo>
                <a:cubicBezTo>
                  <a:pt x="119" y="13"/>
                  <a:pt x="123" y="17"/>
                  <a:pt x="123" y="23"/>
                </a:cubicBezTo>
                <a:cubicBezTo>
                  <a:pt x="123" y="28"/>
                  <a:pt x="119" y="33"/>
                  <a:pt x="114" y="34"/>
                </a:cubicBezTo>
                <a:close/>
                <a:moveTo>
                  <a:pt x="96" y="38"/>
                </a:moveTo>
                <a:cubicBezTo>
                  <a:pt x="64" y="46"/>
                  <a:pt x="64" y="46"/>
                  <a:pt x="64" y="46"/>
                </a:cubicBezTo>
                <a:cubicBezTo>
                  <a:pt x="63" y="46"/>
                  <a:pt x="62" y="46"/>
                  <a:pt x="61" y="46"/>
                </a:cubicBezTo>
                <a:cubicBezTo>
                  <a:pt x="61" y="46"/>
                  <a:pt x="60" y="46"/>
                  <a:pt x="59" y="46"/>
                </a:cubicBezTo>
                <a:cubicBezTo>
                  <a:pt x="27" y="38"/>
                  <a:pt x="27" y="38"/>
                  <a:pt x="27" y="38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3"/>
                  <a:pt x="38" y="80"/>
                  <a:pt x="61" y="80"/>
                </a:cubicBezTo>
                <a:cubicBezTo>
                  <a:pt x="84" y="80"/>
                  <a:pt x="96" y="73"/>
                  <a:pt x="96" y="69"/>
                </a:cubicBezTo>
                <a:lnTo>
                  <a:pt x="96" y="38"/>
                </a:lnTo>
                <a:close/>
                <a:moveTo>
                  <a:pt x="112" y="27"/>
                </a:moveTo>
                <a:cubicBezTo>
                  <a:pt x="114" y="26"/>
                  <a:pt x="115" y="25"/>
                  <a:pt x="115" y="23"/>
                </a:cubicBezTo>
                <a:cubicBezTo>
                  <a:pt x="115" y="21"/>
                  <a:pt x="114" y="19"/>
                  <a:pt x="112" y="19"/>
                </a:cubicBezTo>
                <a:cubicBezTo>
                  <a:pt x="62" y="8"/>
                  <a:pt x="62" y="8"/>
                  <a:pt x="62" y="8"/>
                </a:cubicBezTo>
                <a:cubicBezTo>
                  <a:pt x="61" y="7"/>
                  <a:pt x="61" y="7"/>
                  <a:pt x="61" y="7"/>
                </a:cubicBezTo>
                <a:cubicBezTo>
                  <a:pt x="61" y="8"/>
                  <a:pt x="61" y="8"/>
                  <a:pt x="61" y="8"/>
                </a:cubicBezTo>
                <a:cubicBezTo>
                  <a:pt x="11" y="19"/>
                  <a:pt x="11" y="19"/>
                  <a:pt x="11" y="19"/>
                </a:cubicBezTo>
                <a:cubicBezTo>
                  <a:pt x="9" y="19"/>
                  <a:pt x="8" y="21"/>
                  <a:pt x="8" y="23"/>
                </a:cubicBezTo>
                <a:cubicBezTo>
                  <a:pt x="8" y="25"/>
                  <a:pt x="9" y="26"/>
                  <a:pt x="11" y="27"/>
                </a:cubicBezTo>
                <a:cubicBezTo>
                  <a:pt x="61" y="38"/>
                  <a:pt x="61" y="38"/>
                  <a:pt x="61" y="38"/>
                </a:cubicBezTo>
                <a:cubicBezTo>
                  <a:pt x="61" y="38"/>
                  <a:pt x="61" y="38"/>
                  <a:pt x="61" y="38"/>
                </a:cubicBezTo>
                <a:cubicBezTo>
                  <a:pt x="62" y="38"/>
                  <a:pt x="62" y="38"/>
                  <a:pt x="62" y="38"/>
                </a:cubicBezTo>
                <a:lnTo>
                  <a:pt x="112" y="27"/>
                </a:lnTo>
                <a:close/>
                <a:moveTo>
                  <a:pt x="112" y="27"/>
                </a:moveTo>
                <a:cubicBezTo>
                  <a:pt x="112" y="27"/>
                  <a:pt x="112" y="27"/>
                  <a:pt x="112" y="2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9"/>
          <p:cNvSpPr/>
          <p:nvPr/>
        </p:nvSpPr>
        <p:spPr>
          <a:xfrm>
            <a:off x="6884988" y="979488"/>
            <a:ext cx="374650" cy="373062"/>
          </a:xfrm>
          <a:custGeom>
            <a:rect b="b" l="l" r="r" t="t"/>
            <a:pathLst>
              <a:path extrusionOk="0" h="114" w="115">
                <a:moveTo>
                  <a:pt x="111" y="101"/>
                </a:moveTo>
                <a:cubicBezTo>
                  <a:pt x="110" y="101"/>
                  <a:pt x="97" y="92"/>
                  <a:pt x="78" y="88"/>
                </a:cubicBezTo>
                <a:cubicBezTo>
                  <a:pt x="85" y="79"/>
                  <a:pt x="90" y="67"/>
                  <a:pt x="92" y="59"/>
                </a:cubicBezTo>
                <a:cubicBezTo>
                  <a:pt x="94" y="48"/>
                  <a:pt x="93" y="26"/>
                  <a:pt x="83" y="12"/>
                </a:cubicBezTo>
                <a:cubicBezTo>
                  <a:pt x="76" y="4"/>
                  <a:pt x="68" y="0"/>
                  <a:pt x="57" y="0"/>
                </a:cubicBezTo>
                <a:cubicBezTo>
                  <a:pt x="47" y="0"/>
                  <a:pt x="38" y="4"/>
                  <a:pt x="32" y="12"/>
                </a:cubicBezTo>
                <a:cubicBezTo>
                  <a:pt x="21" y="26"/>
                  <a:pt x="20" y="48"/>
                  <a:pt x="23" y="59"/>
                </a:cubicBezTo>
                <a:cubicBezTo>
                  <a:pt x="25" y="67"/>
                  <a:pt x="29" y="79"/>
                  <a:pt x="36" y="88"/>
                </a:cubicBezTo>
                <a:cubicBezTo>
                  <a:pt x="17" y="92"/>
                  <a:pt x="4" y="101"/>
                  <a:pt x="3" y="101"/>
                </a:cubicBezTo>
                <a:cubicBezTo>
                  <a:pt x="1" y="103"/>
                  <a:pt x="0" y="106"/>
                  <a:pt x="1" y="109"/>
                </a:cubicBezTo>
                <a:cubicBezTo>
                  <a:pt x="1" y="112"/>
                  <a:pt x="4" y="114"/>
                  <a:pt x="7" y="114"/>
                </a:cubicBezTo>
                <a:cubicBezTo>
                  <a:pt x="107" y="114"/>
                  <a:pt x="107" y="114"/>
                  <a:pt x="107" y="114"/>
                </a:cubicBezTo>
                <a:cubicBezTo>
                  <a:pt x="110" y="114"/>
                  <a:pt x="113" y="112"/>
                  <a:pt x="114" y="109"/>
                </a:cubicBezTo>
                <a:cubicBezTo>
                  <a:pt x="115" y="106"/>
                  <a:pt x="114" y="103"/>
                  <a:pt x="111" y="101"/>
                </a:cubicBezTo>
                <a:close/>
                <a:moveTo>
                  <a:pt x="29" y="38"/>
                </a:moveTo>
                <a:cubicBezTo>
                  <a:pt x="31" y="23"/>
                  <a:pt x="40" y="7"/>
                  <a:pt x="57" y="7"/>
                </a:cubicBezTo>
                <a:cubicBezTo>
                  <a:pt x="75" y="7"/>
                  <a:pt x="83" y="23"/>
                  <a:pt x="85" y="38"/>
                </a:cubicBezTo>
                <a:cubicBezTo>
                  <a:pt x="87" y="54"/>
                  <a:pt x="82" y="71"/>
                  <a:pt x="72" y="83"/>
                </a:cubicBezTo>
                <a:cubicBezTo>
                  <a:pt x="71" y="85"/>
                  <a:pt x="71" y="85"/>
                  <a:pt x="71" y="85"/>
                </a:cubicBezTo>
                <a:cubicBezTo>
                  <a:pt x="63" y="95"/>
                  <a:pt x="52" y="95"/>
                  <a:pt x="43" y="85"/>
                </a:cubicBezTo>
                <a:cubicBezTo>
                  <a:pt x="42" y="83"/>
                  <a:pt x="42" y="83"/>
                  <a:pt x="42" y="83"/>
                </a:cubicBezTo>
                <a:cubicBezTo>
                  <a:pt x="32" y="71"/>
                  <a:pt x="27" y="54"/>
                  <a:pt x="29" y="38"/>
                </a:cubicBezTo>
                <a:close/>
                <a:moveTo>
                  <a:pt x="7" y="107"/>
                </a:moveTo>
                <a:cubicBezTo>
                  <a:pt x="8" y="107"/>
                  <a:pt x="20" y="99"/>
                  <a:pt x="38" y="95"/>
                </a:cubicBezTo>
                <a:cubicBezTo>
                  <a:pt x="47" y="93"/>
                  <a:pt x="47" y="93"/>
                  <a:pt x="47" y="93"/>
                </a:cubicBezTo>
                <a:cubicBezTo>
                  <a:pt x="50" y="95"/>
                  <a:pt x="53" y="96"/>
                  <a:pt x="57" y="96"/>
                </a:cubicBezTo>
                <a:cubicBezTo>
                  <a:pt x="61" y="96"/>
                  <a:pt x="65" y="95"/>
                  <a:pt x="68" y="93"/>
                </a:cubicBezTo>
                <a:cubicBezTo>
                  <a:pt x="77" y="95"/>
                  <a:pt x="77" y="95"/>
                  <a:pt x="77" y="95"/>
                </a:cubicBezTo>
                <a:cubicBezTo>
                  <a:pt x="94" y="99"/>
                  <a:pt x="107" y="106"/>
                  <a:pt x="107" y="107"/>
                </a:cubicBezTo>
                <a:lnTo>
                  <a:pt x="7" y="107"/>
                </a:lnTo>
                <a:close/>
                <a:moveTo>
                  <a:pt x="7" y="107"/>
                </a:moveTo>
                <a:cubicBezTo>
                  <a:pt x="7" y="107"/>
                  <a:pt x="7" y="107"/>
                  <a:pt x="7" y="10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9"/>
          <p:cNvSpPr/>
          <p:nvPr/>
        </p:nvSpPr>
        <p:spPr>
          <a:xfrm>
            <a:off x="7629525" y="974725"/>
            <a:ext cx="403225" cy="385763"/>
          </a:xfrm>
          <a:custGeom>
            <a:rect b="b" l="l" r="r" t="t"/>
            <a:pathLst>
              <a:path extrusionOk="0" h="118" w="124">
                <a:moveTo>
                  <a:pt x="122" y="44"/>
                </a:moveTo>
                <a:cubicBezTo>
                  <a:pt x="121" y="41"/>
                  <a:pt x="119" y="39"/>
                  <a:pt x="115" y="38"/>
                </a:cubicBezTo>
                <a:cubicBezTo>
                  <a:pt x="83" y="33"/>
                  <a:pt x="83" y="33"/>
                  <a:pt x="83" y="33"/>
                </a:cubicBezTo>
                <a:cubicBezTo>
                  <a:pt x="70" y="5"/>
                  <a:pt x="70" y="5"/>
                  <a:pt x="70" y="5"/>
                </a:cubicBezTo>
                <a:cubicBezTo>
                  <a:pt x="68" y="1"/>
                  <a:pt x="65" y="0"/>
                  <a:pt x="62" y="0"/>
                </a:cubicBezTo>
                <a:cubicBezTo>
                  <a:pt x="58" y="0"/>
                  <a:pt x="55" y="1"/>
                  <a:pt x="54" y="5"/>
                </a:cubicBezTo>
                <a:cubicBezTo>
                  <a:pt x="40" y="33"/>
                  <a:pt x="40" y="33"/>
                  <a:pt x="40" y="33"/>
                </a:cubicBezTo>
                <a:cubicBezTo>
                  <a:pt x="8" y="38"/>
                  <a:pt x="8" y="38"/>
                  <a:pt x="8" y="38"/>
                </a:cubicBezTo>
                <a:cubicBezTo>
                  <a:pt x="4" y="39"/>
                  <a:pt x="2" y="41"/>
                  <a:pt x="1" y="44"/>
                </a:cubicBezTo>
                <a:cubicBezTo>
                  <a:pt x="0" y="47"/>
                  <a:pt x="0" y="50"/>
                  <a:pt x="3" y="53"/>
                </a:cubicBezTo>
                <a:cubicBezTo>
                  <a:pt x="26" y="76"/>
                  <a:pt x="26" y="76"/>
                  <a:pt x="26" y="76"/>
                </a:cubicBezTo>
                <a:cubicBezTo>
                  <a:pt x="21" y="108"/>
                  <a:pt x="21" y="108"/>
                  <a:pt x="21" y="108"/>
                </a:cubicBezTo>
                <a:cubicBezTo>
                  <a:pt x="20" y="112"/>
                  <a:pt x="22" y="115"/>
                  <a:pt x="24" y="117"/>
                </a:cubicBezTo>
                <a:cubicBezTo>
                  <a:pt x="26" y="118"/>
                  <a:pt x="28" y="118"/>
                  <a:pt x="29" y="118"/>
                </a:cubicBezTo>
                <a:cubicBezTo>
                  <a:pt x="31" y="118"/>
                  <a:pt x="32" y="118"/>
                  <a:pt x="34" y="117"/>
                </a:cubicBezTo>
                <a:cubicBezTo>
                  <a:pt x="62" y="102"/>
                  <a:pt x="62" y="102"/>
                  <a:pt x="62" y="102"/>
                </a:cubicBezTo>
                <a:cubicBezTo>
                  <a:pt x="89" y="117"/>
                  <a:pt x="89" y="117"/>
                  <a:pt x="89" y="117"/>
                </a:cubicBezTo>
                <a:cubicBezTo>
                  <a:pt x="91" y="118"/>
                  <a:pt x="92" y="118"/>
                  <a:pt x="94" y="118"/>
                </a:cubicBezTo>
                <a:cubicBezTo>
                  <a:pt x="96" y="118"/>
                  <a:pt x="97" y="118"/>
                  <a:pt x="99" y="117"/>
                </a:cubicBezTo>
                <a:cubicBezTo>
                  <a:pt x="102" y="115"/>
                  <a:pt x="103" y="112"/>
                  <a:pt x="102" y="108"/>
                </a:cubicBezTo>
                <a:cubicBezTo>
                  <a:pt x="97" y="76"/>
                  <a:pt x="97" y="76"/>
                  <a:pt x="97" y="76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3" y="50"/>
                  <a:pt x="124" y="47"/>
                  <a:pt x="122" y="44"/>
                </a:cubicBezTo>
                <a:close/>
                <a:moveTo>
                  <a:pt x="91" y="70"/>
                </a:moveTo>
                <a:cubicBezTo>
                  <a:pt x="89" y="72"/>
                  <a:pt x="88" y="75"/>
                  <a:pt x="88" y="77"/>
                </a:cubicBezTo>
                <a:cubicBezTo>
                  <a:pt x="94" y="110"/>
                  <a:pt x="94" y="110"/>
                  <a:pt x="94" y="110"/>
                </a:cubicBezTo>
                <a:cubicBezTo>
                  <a:pt x="66" y="95"/>
                  <a:pt x="66" y="95"/>
                  <a:pt x="66" y="95"/>
                </a:cubicBezTo>
                <a:cubicBezTo>
                  <a:pt x="65" y="94"/>
                  <a:pt x="63" y="94"/>
                  <a:pt x="62" y="94"/>
                </a:cubicBezTo>
                <a:cubicBezTo>
                  <a:pt x="60" y="94"/>
                  <a:pt x="59" y="94"/>
                  <a:pt x="57" y="95"/>
                </a:cubicBezTo>
                <a:cubicBezTo>
                  <a:pt x="29" y="110"/>
                  <a:pt x="29" y="110"/>
                  <a:pt x="29" y="110"/>
                </a:cubicBezTo>
                <a:cubicBezTo>
                  <a:pt x="35" y="77"/>
                  <a:pt x="35" y="77"/>
                  <a:pt x="35" y="77"/>
                </a:cubicBezTo>
                <a:cubicBezTo>
                  <a:pt x="35" y="75"/>
                  <a:pt x="34" y="72"/>
                  <a:pt x="32" y="70"/>
                </a:cubicBezTo>
                <a:cubicBezTo>
                  <a:pt x="9" y="47"/>
                  <a:pt x="9" y="47"/>
                  <a:pt x="9" y="47"/>
                </a:cubicBezTo>
                <a:cubicBezTo>
                  <a:pt x="41" y="42"/>
                  <a:pt x="41" y="42"/>
                  <a:pt x="41" y="42"/>
                </a:cubicBezTo>
                <a:cubicBezTo>
                  <a:pt x="44" y="41"/>
                  <a:pt x="46" y="40"/>
                  <a:pt x="48" y="37"/>
                </a:cubicBezTo>
                <a:cubicBezTo>
                  <a:pt x="62" y="8"/>
                  <a:pt x="62" y="8"/>
                  <a:pt x="62" y="8"/>
                </a:cubicBezTo>
                <a:cubicBezTo>
                  <a:pt x="75" y="37"/>
                  <a:pt x="75" y="37"/>
                  <a:pt x="75" y="37"/>
                </a:cubicBezTo>
                <a:cubicBezTo>
                  <a:pt x="77" y="40"/>
                  <a:pt x="79" y="41"/>
                  <a:pt x="82" y="42"/>
                </a:cubicBezTo>
                <a:cubicBezTo>
                  <a:pt x="114" y="47"/>
                  <a:pt x="114" y="47"/>
                  <a:pt x="114" y="47"/>
                </a:cubicBezTo>
                <a:lnTo>
                  <a:pt x="91" y="70"/>
                </a:lnTo>
                <a:close/>
                <a:moveTo>
                  <a:pt x="91" y="70"/>
                </a:moveTo>
                <a:cubicBezTo>
                  <a:pt x="91" y="70"/>
                  <a:pt x="91" y="70"/>
                  <a:pt x="91" y="7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1" name="Google Shape;2541;p9"/>
          <p:cNvGrpSpPr/>
          <p:nvPr/>
        </p:nvGrpSpPr>
        <p:grpSpPr>
          <a:xfrm>
            <a:off x="8401012" y="993678"/>
            <a:ext cx="401466" cy="348409"/>
            <a:chOff x="8783638" y="1235076"/>
            <a:chExt cx="360363" cy="312738"/>
          </a:xfrm>
        </p:grpSpPr>
        <p:sp>
          <p:nvSpPr>
            <p:cNvPr id="2542" name="Google Shape;2542;p9"/>
            <p:cNvSpPr/>
            <p:nvPr/>
          </p:nvSpPr>
          <p:spPr>
            <a:xfrm>
              <a:off x="8842375" y="1290638"/>
              <a:ext cx="128588" cy="84138"/>
            </a:xfrm>
            <a:custGeom>
              <a:rect b="b" l="l" r="r" t="t"/>
              <a:pathLst>
                <a:path extrusionOk="0" h="29" w="44">
                  <a:moveTo>
                    <a:pt x="42" y="0"/>
                  </a:moveTo>
                  <a:cubicBezTo>
                    <a:pt x="19" y="0"/>
                    <a:pt x="0" y="12"/>
                    <a:pt x="0" y="27"/>
                  </a:cubicBezTo>
                  <a:cubicBezTo>
                    <a:pt x="0" y="28"/>
                    <a:pt x="0" y="29"/>
                    <a:pt x="1" y="29"/>
                  </a:cubicBezTo>
                  <a:cubicBezTo>
                    <a:pt x="3" y="29"/>
                    <a:pt x="3" y="28"/>
                    <a:pt x="3" y="27"/>
                  </a:cubicBezTo>
                  <a:cubicBezTo>
                    <a:pt x="3" y="15"/>
                    <a:pt x="21" y="4"/>
                    <a:pt x="42" y="4"/>
                  </a:cubicBezTo>
                  <a:cubicBezTo>
                    <a:pt x="43" y="4"/>
                    <a:pt x="44" y="3"/>
                    <a:pt x="44" y="2"/>
                  </a:cubicBezTo>
                  <a:cubicBezTo>
                    <a:pt x="44" y="1"/>
                    <a:pt x="43" y="0"/>
                    <a:pt x="42" y="0"/>
                  </a:cubicBezTo>
                  <a:close/>
                  <a:moveTo>
                    <a:pt x="42" y="0"/>
                  </a:moveTo>
                  <a:cubicBezTo>
                    <a:pt x="42" y="0"/>
                    <a:pt x="42" y="0"/>
                    <a:pt x="4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9"/>
            <p:cNvSpPr/>
            <p:nvPr/>
          </p:nvSpPr>
          <p:spPr>
            <a:xfrm>
              <a:off x="8783638" y="1235076"/>
              <a:ext cx="360363" cy="312738"/>
            </a:xfrm>
            <a:custGeom>
              <a:rect b="b" l="l" r="r" t="t"/>
              <a:pathLst>
                <a:path extrusionOk="0" h="107" w="123">
                  <a:moveTo>
                    <a:pt x="62" y="0"/>
                  </a:moveTo>
                  <a:cubicBezTo>
                    <a:pt x="28" y="0"/>
                    <a:pt x="0" y="20"/>
                    <a:pt x="0" y="46"/>
                  </a:cubicBezTo>
                  <a:cubicBezTo>
                    <a:pt x="0" y="62"/>
                    <a:pt x="11" y="76"/>
                    <a:pt x="27" y="84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91"/>
                    <a:pt x="22" y="98"/>
                    <a:pt x="20" y="102"/>
                  </a:cubicBezTo>
                  <a:cubicBezTo>
                    <a:pt x="20" y="103"/>
                    <a:pt x="20" y="103"/>
                    <a:pt x="20" y="104"/>
                  </a:cubicBezTo>
                  <a:cubicBezTo>
                    <a:pt x="20" y="106"/>
                    <a:pt x="21" y="107"/>
                    <a:pt x="23" y="107"/>
                  </a:cubicBezTo>
                  <a:cubicBezTo>
                    <a:pt x="23" y="107"/>
                    <a:pt x="24" y="107"/>
                    <a:pt x="24" y="107"/>
                  </a:cubicBezTo>
                  <a:cubicBezTo>
                    <a:pt x="36" y="105"/>
                    <a:pt x="47" y="94"/>
                    <a:pt x="50" y="91"/>
                  </a:cubicBezTo>
                  <a:cubicBezTo>
                    <a:pt x="54" y="92"/>
                    <a:pt x="58" y="92"/>
                    <a:pt x="62" y="92"/>
                  </a:cubicBezTo>
                  <a:cubicBezTo>
                    <a:pt x="96" y="92"/>
                    <a:pt x="123" y="71"/>
                    <a:pt x="123" y="46"/>
                  </a:cubicBezTo>
                  <a:cubicBezTo>
                    <a:pt x="123" y="20"/>
                    <a:pt x="96" y="0"/>
                    <a:pt x="62" y="0"/>
                  </a:cubicBezTo>
                  <a:close/>
                  <a:moveTo>
                    <a:pt x="62" y="84"/>
                  </a:moveTo>
                  <a:cubicBezTo>
                    <a:pt x="58" y="84"/>
                    <a:pt x="55" y="84"/>
                    <a:pt x="51" y="83"/>
                  </a:cubicBezTo>
                  <a:cubicBezTo>
                    <a:pt x="51" y="83"/>
                    <a:pt x="50" y="83"/>
                    <a:pt x="50" y="83"/>
                  </a:cubicBezTo>
                  <a:cubicBezTo>
                    <a:pt x="48" y="83"/>
                    <a:pt x="45" y="84"/>
                    <a:pt x="44" y="86"/>
                  </a:cubicBezTo>
                  <a:cubicBezTo>
                    <a:pt x="42" y="88"/>
                    <a:pt x="38" y="93"/>
                    <a:pt x="32" y="96"/>
                  </a:cubicBezTo>
                  <a:cubicBezTo>
                    <a:pt x="34" y="92"/>
                    <a:pt x="35" y="89"/>
                    <a:pt x="35" y="85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5" y="81"/>
                    <a:pt x="33" y="78"/>
                    <a:pt x="31" y="77"/>
                  </a:cubicBezTo>
                  <a:cubicBezTo>
                    <a:pt x="17" y="70"/>
                    <a:pt x="8" y="58"/>
                    <a:pt x="8" y="46"/>
                  </a:cubicBezTo>
                  <a:cubicBezTo>
                    <a:pt x="8" y="25"/>
                    <a:pt x="32" y="7"/>
                    <a:pt x="62" y="7"/>
                  </a:cubicBezTo>
                  <a:cubicBezTo>
                    <a:pt x="91" y="7"/>
                    <a:pt x="115" y="25"/>
                    <a:pt x="115" y="46"/>
                  </a:cubicBezTo>
                  <a:cubicBezTo>
                    <a:pt x="115" y="67"/>
                    <a:pt x="91" y="84"/>
                    <a:pt x="62" y="84"/>
                  </a:cubicBezTo>
                  <a:close/>
                  <a:moveTo>
                    <a:pt x="62" y="84"/>
                  </a:moveTo>
                  <a:cubicBezTo>
                    <a:pt x="62" y="84"/>
                    <a:pt x="62" y="84"/>
                    <a:pt x="62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4" name="Google Shape;2544;p9"/>
          <p:cNvSpPr/>
          <p:nvPr/>
        </p:nvSpPr>
        <p:spPr>
          <a:xfrm>
            <a:off x="7758113" y="3694113"/>
            <a:ext cx="349250" cy="401637"/>
          </a:xfrm>
          <a:custGeom>
            <a:rect b="b" l="l" r="r" t="t"/>
            <a:pathLst>
              <a:path extrusionOk="0" h="123" w="107">
                <a:moveTo>
                  <a:pt x="53" y="0"/>
                </a:moveTo>
                <a:cubicBezTo>
                  <a:pt x="27" y="0"/>
                  <a:pt x="0" y="8"/>
                  <a:pt x="0" y="25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15"/>
                  <a:pt x="27" y="123"/>
                  <a:pt x="53" y="123"/>
                </a:cubicBezTo>
                <a:cubicBezTo>
                  <a:pt x="79" y="123"/>
                  <a:pt x="107" y="115"/>
                  <a:pt x="107" y="98"/>
                </a:cubicBezTo>
                <a:cubicBezTo>
                  <a:pt x="107" y="25"/>
                  <a:pt x="107" y="25"/>
                  <a:pt x="107" y="25"/>
                </a:cubicBezTo>
                <a:cubicBezTo>
                  <a:pt x="107" y="8"/>
                  <a:pt x="79" y="0"/>
                  <a:pt x="53" y="0"/>
                </a:cubicBezTo>
                <a:close/>
                <a:moveTo>
                  <a:pt x="99" y="98"/>
                </a:moveTo>
                <a:cubicBezTo>
                  <a:pt x="99" y="107"/>
                  <a:pt x="79" y="115"/>
                  <a:pt x="53" y="115"/>
                </a:cubicBezTo>
                <a:cubicBezTo>
                  <a:pt x="28" y="115"/>
                  <a:pt x="7" y="107"/>
                  <a:pt x="7" y="98"/>
                </a:cubicBezTo>
                <a:cubicBezTo>
                  <a:pt x="7" y="83"/>
                  <a:pt x="7" y="83"/>
                  <a:pt x="7" y="83"/>
                </a:cubicBezTo>
                <a:cubicBezTo>
                  <a:pt x="15" y="92"/>
                  <a:pt x="34" y="96"/>
                  <a:pt x="53" y="96"/>
                </a:cubicBezTo>
                <a:cubicBezTo>
                  <a:pt x="72" y="96"/>
                  <a:pt x="91" y="92"/>
                  <a:pt x="99" y="83"/>
                </a:cubicBezTo>
                <a:lnTo>
                  <a:pt x="99" y="98"/>
                </a:lnTo>
                <a:close/>
                <a:moveTo>
                  <a:pt x="99" y="75"/>
                </a:moveTo>
                <a:cubicBezTo>
                  <a:pt x="99" y="75"/>
                  <a:pt x="99" y="75"/>
                  <a:pt x="99" y="75"/>
                </a:cubicBezTo>
                <a:cubicBezTo>
                  <a:pt x="99" y="75"/>
                  <a:pt x="99" y="75"/>
                  <a:pt x="99" y="75"/>
                </a:cubicBezTo>
                <a:cubicBezTo>
                  <a:pt x="99" y="84"/>
                  <a:pt x="79" y="92"/>
                  <a:pt x="53" y="92"/>
                </a:cubicBezTo>
                <a:cubicBezTo>
                  <a:pt x="28" y="92"/>
                  <a:pt x="7" y="84"/>
                  <a:pt x="7" y="75"/>
                </a:cubicBezTo>
                <a:cubicBezTo>
                  <a:pt x="7" y="75"/>
                  <a:pt x="7" y="75"/>
                  <a:pt x="7" y="75"/>
                </a:cubicBezTo>
                <a:cubicBezTo>
                  <a:pt x="7" y="60"/>
                  <a:pt x="7" y="60"/>
                  <a:pt x="7" y="60"/>
                </a:cubicBezTo>
                <a:cubicBezTo>
                  <a:pt x="15" y="69"/>
                  <a:pt x="34" y="73"/>
                  <a:pt x="53" y="73"/>
                </a:cubicBezTo>
                <a:cubicBezTo>
                  <a:pt x="72" y="73"/>
                  <a:pt x="91" y="69"/>
                  <a:pt x="99" y="60"/>
                </a:cubicBezTo>
                <a:lnTo>
                  <a:pt x="99" y="75"/>
                </a:lnTo>
                <a:close/>
                <a:moveTo>
                  <a:pt x="99" y="52"/>
                </a:moveTo>
                <a:cubicBezTo>
                  <a:pt x="99" y="52"/>
                  <a:pt x="99" y="52"/>
                  <a:pt x="99" y="52"/>
                </a:cubicBezTo>
                <a:cubicBezTo>
                  <a:pt x="99" y="52"/>
                  <a:pt x="99" y="52"/>
                  <a:pt x="99" y="52"/>
                </a:cubicBezTo>
                <a:cubicBezTo>
                  <a:pt x="99" y="61"/>
                  <a:pt x="79" y="69"/>
                  <a:pt x="53" y="69"/>
                </a:cubicBezTo>
                <a:cubicBezTo>
                  <a:pt x="28" y="69"/>
                  <a:pt x="7" y="61"/>
                  <a:pt x="7" y="52"/>
                </a:cubicBezTo>
                <a:cubicBezTo>
                  <a:pt x="7" y="52"/>
                  <a:pt x="7" y="52"/>
                  <a:pt x="7" y="52"/>
                </a:cubicBezTo>
                <a:cubicBezTo>
                  <a:pt x="7" y="39"/>
                  <a:pt x="7" y="39"/>
                  <a:pt x="7" y="39"/>
                </a:cubicBezTo>
                <a:cubicBezTo>
                  <a:pt x="17" y="46"/>
                  <a:pt x="36" y="50"/>
                  <a:pt x="53" y="50"/>
                </a:cubicBezTo>
                <a:cubicBezTo>
                  <a:pt x="71" y="50"/>
                  <a:pt x="89" y="46"/>
                  <a:pt x="99" y="39"/>
                </a:cubicBezTo>
                <a:lnTo>
                  <a:pt x="99" y="52"/>
                </a:lnTo>
                <a:close/>
                <a:moveTo>
                  <a:pt x="53" y="42"/>
                </a:moveTo>
                <a:cubicBezTo>
                  <a:pt x="28" y="42"/>
                  <a:pt x="7" y="34"/>
                  <a:pt x="7" y="25"/>
                </a:cubicBezTo>
                <a:cubicBezTo>
                  <a:pt x="7" y="15"/>
                  <a:pt x="28" y="8"/>
                  <a:pt x="53" y="8"/>
                </a:cubicBezTo>
                <a:cubicBezTo>
                  <a:pt x="79" y="8"/>
                  <a:pt x="99" y="15"/>
                  <a:pt x="99" y="25"/>
                </a:cubicBezTo>
                <a:cubicBezTo>
                  <a:pt x="99" y="34"/>
                  <a:pt x="79" y="42"/>
                  <a:pt x="53" y="42"/>
                </a:cubicBezTo>
                <a:close/>
                <a:moveTo>
                  <a:pt x="53" y="42"/>
                </a:moveTo>
                <a:cubicBezTo>
                  <a:pt x="53" y="42"/>
                  <a:pt x="53" y="42"/>
                  <a:pt x="53" y="4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5" name="Google Shape;2545;p9"/>
          <p:cNvGrpSpPr/>
          <p:nvPr/>
        </p:nvGrpSpPr>
        <p:grpSpPr>
          <a:xfrm>
            <a:off x="7438313" y="3858760"/>
            <a:ext cx="26529" cy="175089"/>
            <a:chOff x="8175625" y="3716338"/>
            <a:chExt cx="23813" cy="157163"/>
          </a:xfrm>
        </p:grpSpPr>
        <p:sp>
          <p:nvSpPr>
            <p:cNvPr id="2546" name="Google Shape;2546;p9"/>
            <p:cNvSpPr/>
            <p:nvPr/>
          </p:nvSpPr>
          <p:spPr>
            <a:xfrm>
              <a:off x="8175625" y="3849688"/>
              <a:ext cx="23813" cy="23813"/>
            </a:xfrm>
            <a:custGeom>
              <a:rect b="b" l="l" r="r" t="t"/>
              <a:pathLst>
                <a:path extrusionOk="0" h="8" w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9"/>
            <p:cNvSpPr/>
            <p:nvPr/>
          </p:nvSpPr>
          <p:spPr>
            <a:xfrm>
              <a:off x="8175625" y="3783013"/>
              <a:ext cx="23813" cy="23813"/>
            </a:xfrm>
            <a:custGeom>
              <a:rect b="b" l="l" r="r" t="t"/>
              <a:pathLst>
                <a:path extrusionOk="0" h="8" w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9"/>
            <p:cNvSpPr/>
            <p:nvPr/>
          </p:nvSpPr>
          <p:spPr>
            <a:xfrm>
              <a:off x="8175625" y="3716338"/>
              <a:ext cx="23813" cy="22225"/>
            </a:xfrm>
            <a:custGeom>
              <a:rect b="b" l="l" r="r" t="t"/>
              <a:pathLst>
                <a:path extrusionOk="0" h="8" w="8">
                  <a:moveTo>
                    <a:pt x="8" y="4"/>
                  </a:moveTo>
                  <a:cubicBezTo>
                    <a:pt x="8" y="6"/>
                    <a:pt x="6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9" name="Google Shape;2549;p9"/>
          <p:cNvGrpSpPr/>
          <p:nvPr/>
        </p:nvGrpSpPr>
        <p:grpSpPr>
          <a:xfrm>
            <a:off x="6029941" y="3704895"/>
            <a:ext cx="422689" cy="366095"/>
            <a:chOff x="6362700" y="3578226"/>
            <a:chExt cx="379413" cy="328613"/>
          </a:xfrm>
        </p:grpSpPr>
        <p:sp>
          <p:nvSpPr>
            <p:cNvPr id="2550" name="Google Shape;2550;p9"/>
            <p:cNvSpPr/>
            <p:nvPr/>
          </p:nvSpPr>
          <p:spPr>
            <a:xfrm>
              <a:off x="6362700" y="3578226"/>
              <a:ext cx="379413" cy="328613"/>
            </a:xfrm>
            <a:custGeom>
              <a:rect b="b" l="l" r="r" t="t"/>
              <a:pathLst>
                <a:path extrusionOk="0" h="112" w="130">
                  <a:moveTo>
                    <a:pt x="115" y="14"/>
                  </a:moveTo>
                  <a:cubicBezTo>
                    <a:pt x="101" y="0"/>
                    <a:pt x="79" y="0"/>
                    <a:pt x="65" y="13"/>
                  </a:cubicBezTo>
                  <a:cubicBezTo>
                    <a:pt x="50" y="0"/>
                    <a:pt x="28" y="0"/>
                    <a:pt x="14" y="14"/>
                  </a:cubicBezTo>
                  <a:cubicBezTo>
                    <a:pt x="0" y="28"/>
                    <a:pt x="0" y="51"/>
                    <a:pt x="14" y="65"/>
                  </a:cubicBezTo>
                  <a:cubicBezTo>
                    <a:pt x="18" y="69"/>
                    <a:pt x="56" y="107"/>
                    <a:pt x="56" y="107"/>
                  </a:cubicBezTo>
                  <a:cubicBezTo>
                    <a:pt x="61" y="112"/>
                    <a:pt x="68" y="112"/>
                    <a:pt x="73" y="107"/>
                  </a:cubicBezTo>
                  <a:cubicBezTo>
                    <a:pt x="73" y="107"/>
                    <a:pt x="115" y="66"/>
                    <a:pt x="115" y="65"/>
                  </a:cubicBezTo>
                  <a:cubicBezTo>
                    <a:pt x="130" y="51"/>
                    <a:pt x="130" y="28"/>
                    <a:pt x="115" y="14"/>
                  </a:cubicBezTo>
                  <a:close/>
                  <a:moveTo>
                    <a:pt x="110" y="60"/>
                  </a:moveTo>
                  <a:cubicBezTo>
                    <a:pt x="67" y="102"/>
                    <a:pt x="67" y="102"/>
                    <a:pt x="67" y="102"/>
                  </a:cubicBezTo>
                  <a:cubicBezTo>
                    <a:pt x="66" y="103"/>
                    <a:pt x="63" y="103"/>
                    <a:pt x="62" y="102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8" y="49"/>
                    <a:pt x="8" y="30"/>
                    <a:pt x="20" y="19"/>
                  </a:cubicBezTo>
                  <a:cubicBezTo>
                    <a:pt x="30" y="8"/>
                    <a:pt x="48" y="8"/>
                    <a:pt x="59" y="18"/>
                  </a:cubicBezTo>
                  <a:cubicBezTo>
                    <a:pt x="65" y="23"/>
                    <a:pt x="65" y="23"/>
                    <a:pt x="65" y="23"/>
                  </a:cubicBezTo>
                  <a:cubicBezTo>
                    <a:pt x="70" y="18"/>
                    <a:pt x="70" y="18"/>
                    <a:pt x="70" y="18"/>
                  </a:cubicBezTo>
                  <a:cubicBezTo>
                    <a:pt x="81" y="8"/>
                    <a:pt x="99" y="8"/>
                    <a:pt x="110" y="19"/>
                  </a:cubicBezTo>
                  <a:cubicBezTo>
                    <a:pt x="121" y="30"/>
                    <a:pt x="121" y="49"/>
                    <a:pt x="110" y="60"/>
                  </a:cubicBezTo>
                  <a:close/>
                  <a:moveTo>
                    <a:pt x="110" y="60"/>
                  </a:moveTo>
                  <a:cubicBezTo>
                    <a:pt x="110" y="60"/>
                    <a:pt x="110" y="60"/>
                    <a:pt x="110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9"/>
            <p:cNvSpPr/>
            <p:nvPr/>
          </p:nvSpPr>
          <p:spPr>
            <a:xfrm>
              <a:off x="6426200" y="3641726"/>
              <a:ext cx="55563" cy="55563"/>
            </a:xfrm>
            <a:custGeom>
              <a:rect b="b" l="l" r="r" t="t"/>
              <a:pathLst>
                <a:path extrusionOk="0" h="19" w="19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3" y="19"/>
                    <a:pt x="4" y="18"/>
                    <a:pt x="4" y="17"/>
                  </a:cubicBezTo>
                  <a:cubicBezTo>
                    <a:pt x="4" y="10"/>
                    <a:pt x="10" y="4"/>
                    <a:pt x="17" y="4"/>
                  </a:cubicBezTo>
                  <a:cubicBezTo>
                    <a:pt x="18" y="4"/>
                    <a:pt x="19" y="3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2" name="Google Shape;2552;p9"/>
          <p:cNvGrpSpPr/>
          <p:nvPr/>
        </p:nvGrpSpPr>
        <p:grpSpPr>
          <a:xfrm>
            <a:off x="463662" y="1757701"/>
            <a:ext cx="397929" cy="374937"/>
            <a:chOff x="0" y="1920876"/>
            <a:chExt cx="357188" cy="336550"/>
          </a:xfrm>
        </p:grpSpPr>
        <p:sp>
          <p:nvSpPr>
            <p:cNvPr id="2553" name="Google Shape;2553;p9"/>
            <p:cNvSpPr/>
            <p:nvPr/>
          </p:nvSpPr>
          <p:spPr>
            <a:xfrm>
              <a:off x="0" y="1920876"/>
              <a:ext cx="357188" cy="336550"/>
            </a:xfrm>
            <a:custGeom>
              <a:rect b="b" l="l" r="r" t="t"/>
              <a:pathLst>
                <a:path extrusionOk="0" h="115" w="122">
                  <a:moveTo>
                    <a:pt x="120" y="25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6" y="0"/>
                    <a:pt x="94" y="0"/>
                    <a:pt x="9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10"/>
                    <a:pt x="5" y="115"/>
                    <a:pt x="11" y="115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7" y="115"/>
                    <a:pt x="122" y="110"/>
                    <a:pt x="122" y="103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28"/>
                    <a:pt x="122" y="26"/>
                    <a:pt x="120" y="25"/>
                  </a:cubicBezTo>
                  <a:close/>
                  <a:moveTo>
                    <a:pt x="115" y="103"/>
                  </a:moveTo>
                  <a:cubicBezTo>
                    <a:pt x="115" y="105"/>
                    <a:pt x="113" y="107"/>
                    <a:pt x="111" y="107"/>
                  </a:cubicBezTo>
                  <a:cubicBezTo>
                    <a:pt x="11" y="107"/>
                    <a:pt x="11" y="107"/>
                    <a:pt x="11" y="107"/>
                  </a:cubicBezTo>
                  <a:cubicBezTo>
                    <a:pt x="9" y="107"/>
                    <a:pt x="7" y="105"/>
                    <a:pt x="7" y="103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9"/>
                    <a:pt x="9" y="7"/>
                    <a:pt x="11" y="7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23"/>
                    <a:pt x="88" y="23"/>
                    <a:pt x="88" y="23"/>
                  </a:cubicBezTo>
                  <a:cubicBezTo>
                    <a:pt x="88" y="29"/>
                    <a:pt x="93" y="34"/>
                    <a:pt x="99" y="34"/>
                  </a:cubicBezTo>
                  <a:cubicBezTo>
                    <a:pt x="115" y="34"/>
                    <a:pt x="115" y="34"/>
                    <a:pt x="115" y="34"/>
                  </a:cubicBezTo>
                  <a:lnTo>
                    <a:pt x="115" y="103"/>
                  </a:lnTo>
                  <a:close/>
                  <a:moveTo>
                    <a:pt x="103" y="30"/>
                  </a:moveTo>
                  <a:cubicBezTo>
                    <a:pt x="99" y="30"/>
                    <a:pt x="99" y="30"/>
                    <a:pt x="99" y="30"/>
                  </a:cubicBezTo>
                  <a:cubicBezTo>
                    <a:pt x="95" y="30"/>
                    <a:pt x="92" y="27"/>
                    <a:pt x="92" y="23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115" y="30"/>
                    <a:pt x="115" y="30"/>
                    <a:pt x="115" y="30"/>
                  </a:cubicBezTo>
                  <a:lnTo>
                    <a:pt x="103" y="30"/>
                  </a:lnTo>
                  <a:close/>
                  <a:moveTo>
                    <a:pt x="103" y="30"/>
                  </a:moveTo>
                  <a:cubicBezTo>
                    <a:pt x="103" y="30"/>
                    <a:pt x="103" y="30"/>
                    <a:pt x="103" y="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9"/>
            <p:cNvSpPr/>
            <p:nvPr/>
          </p:nvSpPr>
          <p:spPr>
            <a:xfrm>
              <a:off x="166688" y="1989138"/>
              <a:ext cx="66675" cy="11113"/>
            </a:xfrm>
            <a:custGeom>
              <a:rect b="b" l="l" r="r" t="t"/>
              <a:pathLst>
                <a:path extrusionOk="0" h="4" w="23">
                  <a:moveTo>
                    <a:pt x="2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2" y="4"/>
                    <a:pt x="23" y="3"/>
                    <a:pt x="23" y="2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9"/>
            <p:cNvSpPr/>
            <p:nvPr/>
          </p:nvSpPr>
          <p:spPr>
            <a:xfrm>
              <a:off x="166688" y="2020888"/>
              <a:ext cx="66675" cy="11113"/>
            </a:xfrm>
            <a:custGeom>
              <a:rect b="b" l="l" r="r" t="t"/>
              <a:pathLst>
                <a:path extrusionOk="0" h="4" w="23">
                  <a:moveTo>
                    <a:pt x="2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2" y="4"/>
                    <a:pt x="23" y="3"/>
                    <a:pt x="23" y="2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9"/>
            <p:cNvSpPr/>
            <p:nvPr/>
          </p:nvSpPr>
          <p:spPr>
            <a:xfrm>
              <a:off x="166688" y="2055813"/>
              <a:ext cx="146050" cy="11113"/>
            </a:xfrm>
            <a:custGeom>
              <a:rect b="b" l="l" r="r" t="t"/>
              <a:pathLst>
                <a:path extrusionOk="0" h="4" w="50">
                  <a:moveTo>
                    <a:pt x="0" y="2"/>
                  </a:moveTo>
                  <a:cubicBezTo>
                    <a:pt x="0" y="3"/>
                    <a:pt x="1" y="4"/>
                    <a:pt x="2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9" y="4"/>
                    <a:pt x="50" y="3"/>
                    <a:pt x="50" y="2"/>
                  </a:cubicBezTo>
                  <a:cubicBezTo>
                    <a:pt x="50" y="1"/>
                    <a:pt x="49" y="0"/>
                    <a:pt x="4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lose/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9"/>
            <p:cNvSpPr/>
            <p:nvPr/>
          </p:nvSpPr>
          <p:spPr>
            <a:xfrm>
              <a:off x="44450" y="2122488"/>
              <a:ext cx="268288" cy="12700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9"/>
            <p:cNvSpPr/>
            <p:nvPr/>
          </p:nvSpPr>
          <p:spPr>
            <a:xfrm>
              <a:off x="44450" y="2155826"/>
              <a:ext cx="268288" cy="11113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9"/>
            <p:cNvSpPr/>
            <p:nvPr/>
          </p:nvSpPr>
          <p:spPr>
            <a:xfrm>
              <a:off x="44450" y="2190751"/>
              <a:ext cx="268288" cy="11113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9"/>
            <p:cNvSpPr/>
            <p:nvPr/>
          </p:nvSpPr>
          <p:spPr>
            <a:xfrm>
              <a:off x="44450" y="2087563"/>
              <a:ext cx="268288" cy="12700"/>
            </a:xfrm>
            <a:custGeom>
              <a:rect b="b" l="l" r="r" t="t"/>
              <a:pathLst>
                <a:path extrusionOk="0" h="4" w="92">
                  <a:moveTo>
                    <a:pt x="9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1" y="4"/>
                    <a:pt x="92" y="3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lose/>
                  <a:moveTo>
                    <a:pt x="90" y="0"/>
                  </a:move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9"/>
            <p:cNvSpPr/>
            <p:nvPr/>
          </p:nvSpPr>
          <p:spPr>
            <a:xfrm>
              <a:off x="44450" y="1976438"/>
              <a:ext cx="101600" cy="90488"/>
            </a:xfrm>
            <a:custGeom>
              <a:rect b="b" l="l" r="r" t="t"/>
              <a:pathLst>
                <a:path extrusionOk="0" h="31" w="35">
                  <a:moveTo>
                    <a:pt x="4" y="31"/>
                  </a:moveTo>
                  <a:cubicBezTo>
                    <a:pt x="31" y="31"/>
                    <a:pt x="31" y="31"/>
                    <a:pt x="31" y="31"/>
                  </a:cubicBezTo>
                  <a:cubicBezTo>
                    <a:pt x="33" y="31"/>
                    <a:pt x="35" y="29"/>
                    <a:pt x="35" y="27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1"/>
                    <a:pt x="4" y="31"/>
                  </a:cubicBezTo>
                  <a:close/>
                  <a:moveTo>
                    <a:pt x="8" y="8"/>
                  </a:moveTo>
                  <a:cubicBezTo>
                    <a:pt x="27" y="8"/>
                    <a:pt x="27" y="8"/>
                    <a:pt x="27" y="8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8" y="23"/>
                    <a:pt x="8" y="23"/>
                    <a:pt x="8" y="23"/>
                  </a:cubicBezTo>
                  <a:lnTo>
                    <a:pt x="8" y="8"/>
                  </a:ln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2" name="Google Shape;2562;p9"/>
          <p:cNvGrpSpPr/>
          <p:nvPr/>
        </p:nvGrpSpPr>
        <p:grpSpPr>
          <a:xfrm>
            <a:off x="1191509" y="1745320"/>
            <a:ext cx="399697" cy="401466"/>
            <a:chOff x="711200" y="1909763"/>
            <a:chExt cx="358775" cy="360363"/>
          </a:xfrm>
        </p:grpSpPr>
        <p:sp>
          <p:nvSpPr>
            <p:cNvPr id="2563" name="Google Shape;2563;p9"/>
            <p:cNvSpPr/>
            <p:nvPr/>
          </p:nvSpPr>
          <p:spPr>
            <a:xfrm>
              <a:off x="711200" y="2044701"/>
              <a:ext cx="358775" cy="225425"/>
            </a:xfrm>
            <a:custGeom>
              <a:rect b="b" l="l" r="r" t="t"/>
              <a:pathLst>
                <a:path extrusionOk="0" h="77" w="123">
                  <a:moveTo>
                    <a:pt x="113" y="34"/>
                  </a:moveTo>
                  <a:cubicBezTo>
                    <a:pt x="102" y="34"/>
                    <a:pt x="102" y="34"/>
                    <a:pt x="102" y="34"/>
                  </a:cubicBezTo>
                  <a:cubicBezTo>
                    <a:pt x="102" y="33"/>
                    <a:pt x="102" y="33"/>
                    <a:pt x="102" y="32"/>
                  </a:cubicBezTo>
                  <a:cubicBezTo>
                    <a:pt x="120" y="22"/>
                    <a:pt x="120" y="22"/>
                    <a:pt x="120" y="22"/>
                  </a:cubicBezTo>
                  <a:cubicBezTo>
                    <a:pt x="122" y="22"/>
                    <a:pt x="123" y="19"/>
                    <a:pt x="122" y="17"/>
                  </a:cubicBezTo>
                  <a:cubicBezTo>
                    <a:pt x="121" y="15"/>
                    <a:pt x="119" y="15"/>
                    <a:pt x="117" y="16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2" y="10"/>
                    <a:pt x="78" y="0"/>
                    <a:pt x="61" y="0"/>
                  </a:cubicBezTo>
                  <a:cubicBezTo>
                    <a:pt x="40" y="0"/>
                    <a:pt x="23" y="15"/>
                    <a:pt x="1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4" y="34"/>
                    <a:pt x="0" y="39"/>
                    <a:pt x="0" y="44"/>
                  </a:cubicBezTo>
                  <a:cubicBezTo>
                    <a:pt x="0" y="46"/>
                    <a:pt x="0" y="48"/>
                    <a:pt x="1" y="49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5" y="72"/>
                    <a:pt x="19" y="77"/>
                    <a:pt x="24" y="77"/>
                  </a:cubicBezTo>
                  <a:cubicBezTo>
                    <a:pt x="97" y="77"/>
                    <a:pt x="97" y="77"/>
                    <a:pt x="97" y="77"/>
                  </a:cubicBezTo>
                  <a:cubicBezTo>
                    <a:pt x="103" y="77"/>
                    <a:pt x="107" y="72"/>
                    <a:pt x="107" y="67"/>
                  </a:cubicBezTo>
                  <a:cubicBezTo>
                    <a:pt x="107" y="64"/>
                    <a:pt x="107" y="64"/>
                    <a:pt x="107" y="64"/>
                  </a:cubicBezTo>
                  <a:cubicBezTo>
                    <a:pt x="120" y="49"/>
                    <a:pt x="120" y="49"/>
                    <a:pt x="120" y="49"/>
                  </a:cubicBezTo>
                  <a:cubicBezTo>
                    <a:pt x="122" y="48"/>
                    <a:pt x="122" y="46"/>
                    <a:pt x="122" y="44"/>
                  </a:cubicBezTo>
                  <a:cubicBezTo>
                    <a:pt x="122" y="39"/>
                    <a:pt x="118" y="34"/>
                    <a:pt x="113" y="34"/>
                  </a:cubicBezTo>
                  <a:close/>
                  <a:moveTo>
                    <a:pt x="98" y="34"/>
                  </a:moveTo>
                  <a:cubicBezTo>
                    <a:pt x="96" y="34"/>
                    <a:pt x="96" y="34"/>
                    <a:pt x="96" y="34"/>
                  </a:cubicBezTo>
                  <a:cubicBezTo>
                    <a:pt x="98" y="33"/>
                    <a:pt x="98" y="33"/>
                    <a:pt x="98" y="33"/>
                  </a:cubicBezTo>
                  <a:cubicBezTo>
                    <a:pt x="98" y="34"/>
                    <a:pt x="98" y="34"/>
                    <a:pt x="98" y="34"/>
                  </a:cubicBezTo>
                  <a:close/>
                  <a:moveTo>
                    <a:pt x="61" y="4"/>
                  </a:moveTo>
                  <a:cubicBezTo>
                    <a:pt x="76" y="4"/>
                    <a:pt x="90" y="13"/>
                    <a:pt x="96" y="26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87" y="16"/>
                    <a:pt x="75" y="8"/>
                    <a:pt x="61" y="8"/>
                  </a:cubicBezTo>
                  <a:cubicBezTo>
                    <a:pt x="44" y="8"/>
                    <a:pt x="31" y="19"/>
                    <a:pt x="27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7" y="17"/>
                    <a:pt x="42" y="4"/>
                    <a:pt x="61" y="4"/>
                  </a:cubicBezTo>
                  <a:close/>
                  <a:moveTo>
                    <a:pt x="78" y="34"/>
                  </a:moveTo>
                  <a:cubicBezTo>
                    <a:pt x="75" y="28"/>
                    <a:pt x="69" y="23"/>
                    <a:pt x="61" y="23"/>
                  </a:cubicBezTo>
                  <a:cubicBezTo>
                    <a:pt x="53" y="23"/>
                    <a:pt x="46" y="28"/>
                    <a:pt x="43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2" y="25"/>
                    <a:pt x="51" y="19"/>
                    <a:pt x="61" y="19"/>
                  </a:cubicBezTo>
                  <a:cubicBezTo>
                    <a:pt x="70" y="19"/>
                    <a:pt x="78" y="25"/>
                    <a:pt x="82" y="33"/>
                  </a:cubicBezTo>
                  <a:cubicBezTo>
                    <a:pt x="79" y="34"/>
                    <a:pt x="79" y="34"/>
                    <a:pt x="79" y="34"/>
                  </a:cubicBezTo>
                  <a:lnTo>
                    <a:pt x="78" y="34"/>
                  </a:lnTo>
                  <a:close/>
                  <a:moveTo>
                    <a:pt x="61" y="31"/>
                  </a:moveTo>
                  <a:cubicBezTo>
                    <a:pt x="57" y="31"/>
                    <a:pt x="54" y="32"/>
                    <a:pt x="52" y="34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50" y="30"/>
                    <a:pt x="55" y="27"/>
                    <a:pt x="61" y="27"/>
                  </a:cubicBezTo>
                  <a:cubicBezTo>
                    <a:pt x="67" y="27"/>
                    <a:pt x="71" y="30"/>
                    <a:pt x="74" y="34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67" y="32"/>
                    <a:pt x="64" y="31"/>
                    <a:pt x="61" y="31"/>
                  </a:cubicBezTo>
                  <a:close/>
                  <a:moveTo>
                    <a:pt x="61" y="15"/>
                  </a:moveTo>
                  <a:cubicBezTo>
                    <a:pt x="49" y="15"/>
                    <a:pt x="38" y="23"/>
                    <a:pt x="35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5" y="21"/>
                    <a:pt x="47" y="11"/>
                    <a:pt x="61" y="11"/>
                  </a:cubicBezTo>
                  <a:cubicBezTo>
                    <a:pt x="73" y="11"/>
                    <a:pt x="84" y="19"/>
                    <a:pt x="89" y="30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1" y="22"/>
                    <a:pt x="72" y="15"/>
                    <a:pt x="61" y="15"/>
                  </a:cubicBezTo>
                  <a:close/>
                  <a:moveTo>
                    <a:pt x="99" y="61"/>
                  </a:moveTo>
                  <a:cubicBezTo>
                    <a:pt x="99" y="67"/>
                    <a:pt x="99" y="67"/>
                    <a:pt x="99" y="67"/>
                  </a:cubicBezTo>
                  <a:cubicBezTo>
                    <a:pt x="99" y="68"/>
                    <a:pt x="98" y="69"/>
                    <a:pt x="97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3" y="69"/>
                    <a:pt x="23" y="68"/>
                    <a:pt x="23" y="67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3"/>
                    <a:pt x="8" y="42"/>
                    <a:pt x="9" y="42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14" y="42"/>
                    <a:pt x="115" y="43"/>
                    <a:pt x="115" y="44"/>
                  </a:cubicBezTo>
                  <a:lnTo>
                    <a:pt x="99" y="61"/>
                  </a:lnTo>
                  <a:close/>
                  <a:moveTo>
                    <a:pt x="99" y="61"/>
                  </a:moveTo>
                  <a:cubicBezTo>
                    <a:pt x="99" y="61"/>
                    <a:pt x="99" y="61"/>
                    <a:pt x="99" y="6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9"/>
            <p:cNvSpPr/>
            <p:nvPr/>
          </p:nvSpPr>
          <p:spPr>
            <a:xfrm>
              <a:off x="792163" y="1958976"/>
              <a:ext cx="33338" cy="85725"/>
            </a:xfrm>
            <a:custGeom>
              <a:rect b="b" l="l" r="r" t="t"/>
              <a:pathLst>
                <a:path extrusionOk="0" h="29" w="11">
                  <a:moveTo>
                    <a:pt x="2" y="28"/>
                  </a:move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3" y="29"/>
                    <a:pt x="4" y="29"/>
                  </a:cubicBezTo>
                  <a:cubicBezTo>
                    <a:pt x="5" y="29"/>
                    <a:pt x="6" y="28"/>
                    <a:pt x="6" y="27"/>
                  </a:cubicBezTo>
                  <a:cubicBezTo>
                    <a:pt x="6" y="27"/>
                    <a:pt x="6" y="27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4" y="23"/>
                    <a:pt x="6" y="19"/>
                    <a:pt x="7" y="15"/>
                  </a:cubicBezTo>
                  <a:cubicBezTo>
                    <a:pt x="9" y="11"/>
                    <a:pt x="11" y="6"/>
                    <a:pt x="9" y="1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6" y="0"/>
                    <a:pt x="5" y="1"/>
                    <a:pt x="5" y="2"/>
                  </a:cubicBezTo>
                  <a:cubicBezTo>
                    <a:pt x="5" y="2"/>
                    <a:pt x="5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7" y="6"/>
                    <a:pt x="6" y="10"/>
                    <a:pt x="4" y="14"/>
                  </a:cubicBezTo>
                  <a:cubicBezTo>
                    <a:pt x="2" y="18"/>
                    <a:pt x="0" y="23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lose/>
                  <a:moveTo>
                    <a:pt x="2" y="28"/>
                  </a:moveTo>
                  <a:cubicBezTo>
                    <a:pt x="2" y="28"/>
                    <a:pt x="2" y="28"/>
                    <a:pt x="2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9"/>
            <p:cNvSpPr/>
            <p:nvPr/>
          </p:nvSpPr>
          <p:spPr>
            <a:xfrm>
              <a:off x="930275" y="1958976"/>
              <a:ext cx="31750" cy="82550"/>
            </a:xfrm>
            <a:custGeom>
              <a:rect b="b" l="l" r="r" t="t"/>
              <a:pathLst>
                <a:path extrusionOk="0" h="28" w="11">
                  <a:moveTo>
                    <a:pt x="2" y="27"/>
                  </a:move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8"/>
                    <a:pt x="3" y="28"/>
                    <a:pt x="4" y="28"/>
                  </a:cubicBezTo>
                  <a:cubicBezTo>
                    <a:pt x="5" y="28"/>
                    <a:pt x="5" y="27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2"/>
                    <a:pt x="5" y="19"/>
                    <a:pt x="7" y="15"/>
                  </a:cubicBezTo>
                  <a:cubicBezTo>
                    <a:pt x="9" y="10"/>
                    <a:pt x="11" y="6"/>
                    <a:pt x="9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6" y="0"/>
                    <a:pt x="5" y="0"/>
                    <a:pt x="5" y="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6"/>
                    <a:pt x="5" y="9"/>
                    <a:pt x="4" y="13"/>
                  </a:cubicBezTo>
                  <a:cubicBezTo>
                    <a:pt x="2" y="18"/>
                    <a:pt x="0" y="22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lose/>
                  <a:moveTo>
                    <a:pt x="2" y="27"/>
                  </a:moveTo>
                  <a:cubicBezTo>
                    <a:pt x="2" y="27"/>
                    <a:pt x="2" y="27"/>
                    <a:pt x="2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9"/>
            <p:cNvSpPr/>
            <p:nvPr/>
          </p:nvSpPr>
          <p:spPr>
            <a:xfrm>
              <a:off x="871538" y="1909763"/>
              <a:ext cx="31750" cy="84138"/>
            </a:xfrm>
            <a:custGeom>
              <a:rect b="b" l="l" r="r" t="t"/>
              <a:pathLst>
                <a:path extrusionOk="0" h="29" w="11">
                  <a:moveTo>
                    <a:pt x="2" y="27"/>
                  </a:move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3" y="29"/>
                    <a:pt x="4" y="29"/>
                  </a:cubicBezTo>
                  <a:cubicBezTo>
                    <a:pt x="5" y="29"/>
                    <a:pt x="6" y="28"/>
                    <a:pt x="6" y="27"/>
                  </a:cubicBezTo>
                  <a:cubicBezTo>
                    <a:pt x="6" y="27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4" y="23"/>
                    <a:pt x="6" y="19"/>
                    <a:pt x="7" y="15"/>
                  </a:cubicBezTo>
                  <a:cubicBezTo>
                    <a:pt x="9" y="11"/>
                    <a:pt x="11" y="6"/>
                    <a:pt x="9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5" y="1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6"/>
                    <a:pt x="6" y="10"/>
                    <a:pt x="4" y="14"/>
                  </a:cubicBezTo>
                  <a:cubicBezTo>
                    <a:pt x="2" y="18"/>
                    <a:pt x="0" y="23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lose/>
                  <a:moveTo>
                    <a:pt x="2" y="27"/>
                  </a:moveTo>
                  <a:cubicBezTo>
                    <a:pt x="2" y="27"/>
                    <a:pt x="2" y="27"/>
                    <a:pt x="2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7" name="Google Shape;2567;p9"/>
          <p:cNvSpPr/>
          <p:nvPr/>
        </p:nvSpPr>
        <p:spPr>
          <a:xfrm>
            <a:off x="1920875" y="1741488"/>
            <a:ext cx="401638" cy="401637"/>
          </a:xfrm>
          <a:custGeom>
            <a:rect b="b" l="l" r="r" t="t"/>
            <a:pathLst>
              <a:path extrusionOk="0" h="123" w="123">
                <a:moveTo>
                  <a:pt x="121" y="1"/>
                </a:moveTo>
                <a:cubicBezTo>
                  <a:pt x="120" y="0"/>
                  <a:pt x="119" y="0"/>
                  <a:pt x="119" y="0"/>
                </a:cubicBezTo>
                <a:cubicBezTo>
                  <a:pt x="118" y="0"/>
                  <a:pt x="117" y="0"/>
                  <a:pt x="117" y="1"/>
                </a:cubicBezTo>
                <a:cubicBezTo>
                  <a:pt x="2" y="77"/>
                  <a:pt x="2" y="77"/>
                  <a:pt x="2" y="77"/>
                </a:cubicBezTo>
                <a:cubicBezTo>
                  <a:pt x="0" y="78"/>
                  <a:pt x="0" y="79"/>
                  <a:pt x="0" y="81"/>
                </a:cubicBezTo>
                <a:cubicBezTo>
                  <a:pt x="0" y="82"/>
                  <a:pt x="1" y="83"/>
                  <a:pt x="2" y="84"/>
                </a:cubicBezTo>
                <a:cubicBezTo>
                  <a:pt x="32" y="96"/>
                  <a:pt x="32" y="96"/>
                  <a:pt x="32" y="96"/>
                </a:cubicBezTo>
                <a:cubicBezTo>
                  <a:pt x="46" y="121"/>
                  <a:pt x="46" y="121"/>
                  <a:pt x="46" y="121"/>
                </a:cubicBezTo>
                <a:cubicBezTo>
                  <a:pt x="47" y="122"/>
                  <a:pt x="48" y="123"/>
                  <a:pt x="50" y="123"/>
                </a:cubicBezTo>
                <a:cubicBezTo>
                  <a:pt x="50" y="123"/>
                  <a:pt x="50" y="123"/>
                  <a:pt x="50" y="123"/>
                </a:cubicBezTo>
                <a:cubicBezTo>
                  <a:pt x="51" y="123"/>
                  <a:pt x="52" y="122"/>
                  <a:pt x="53" y="121"/>
                </a:cubicBezTo>
                <a:cubicBezTo>
                  <a:pt x="61" y="107"/>
                  <a:pt x="61" y="107"/>
                  <a:pt x="61" y="107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9" y="123"/>
                  <a:pt x="99" y="123"/>
                  <a:pt x="100" y="123"/>
                </a:cubicBezTo>
                <a:cubicBezTo>
                  <a:pt x="100" y="123"/>
                  <a:pt x="101" y="122"/>
                  <a:pt x="101" y="122"/>
                </a:cubicBezTo>
                <a:cubicBezTo>
                  <a:pt x="102" y="122"/>
                  <a:pt x="103" y="121"/>
                  <a:pt x="103" y="119"/>
                </a:cubicBezTo>
                <a:cubicBezTo>
                  <a:pt x="123" y="4"/>
                  <a:pt x="123" y="4"/>
                  <a:pt x="123" y="4"/>
                </a:cubicBezTo>
                <a:cubicBezTo>
                  <a:pt x="123" y="3"/>
                  <a:pt x="122" y="1"/>
                  <a:pt x="121" y="1"/>
                </a:cubicBezTo>
                <a:close/>
                <a:moveTo>
                  <a:pt x="12" y="80"/>
                </a:moveTo>
                <a:cubicBezTo>
                  <a:pt x="101" y="20"/>
                  <a:pt x="101" y="20"/>
                  <a:pt x="101" y="20"/>
                </a:cubicBezTo>
                <a:cubicBezTo>
                  <a:pt x="36" y="89"/>
                  <a:pt x="36" y="89"/>
                  <a:pt x="36" y="89"/>
                </a:cubicBezTo>
                <a:cubicBezTo>
                  <a:pt x="36" y="89"/>
                  <a:pt x="35" y="89"/>
                  <a:pt x="35" y="89"/>
                </a:cubicBezTo>
                <a:lnTo>
                  <a:pt x="12" y="80"/>
                </a:lnTo>
                <a:close/>
                <a:moveTo>
                  <a:pt x="39" y="92"/>
                </a:moveTo>
                <a:cubicBezTo>
                  <a:pt x="39" y="92"/>
                  <a:pt x="39" y="92"/>
                  <a:pt x="39" y="92"/>
                </a:cubicBezTo>
                <a:cubicBezTo>
                  <a:pt x="112" y="14"/>
                  <a:pt x="112" y="14"/>
                  <a:pt x="112" y="14"/>
                </a:cubicBezTo>
                <a:cubicBezTo>
                  <a:pt x="50" y="111"/>
                  <a:pt x="50" y="111"/>
                  <a:pt x="50" y="111"/>
                </a:cubicBezTo>
                <a:lnTo>
                  <a:pt x="39" y="92"/>
                </a:lnTo>
                <a:close/>
                <a:moveTo>
                  <a:pt x="97" y="113"/>
                </a:moveTo>
                <a:cubicBezTo>
                  <a:pt x="64" y="100"/>
                  <a:pt x="64" y="100"/>
                  <a:pt x="64" y="100"/>
                </a:cubicBezTo>
                <a:cubicBezTo>
                  <a:pt x="63" y="100"/>
                  <a:pt x="62" y="100"/>
                  <a:pt x="61" y="100"/>
                </a:cubicBezTo>
                <a:cubicBezTo>
                  <a:pt x="112" y="22"/>
                  <a:pt x="112" y="22"/>
                  <a:pt x="112" y="22"/>
                </a:cubicBezTo>
                <a:lnTo>
                  <a:pt x="97" y="113"/>
                </a:lnTo>
                <a:close/>
                <a:moveTo>
                  <a:pt x="97" y="113"/>
                </a:moveTo>
                <a:cubicBezTo>
                  <a:pt x="97" y="113"/>
                  <a:pt x="97" y="113"/>
                  <a:pt x="97" y="11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8" name="Google Shape;2568;p9"/>
          <p:cNvGrpSpPr/>
          <p:nvPr/>
        </p:nvGrpSpPr>
        <p:grpSpPr>
          <a:xfrm>
            <a:off x="2652510" y="1745320"/>
            <a:ext cx="374937" cy="401466"/>
            <a:chOff x="2281238" y="1909763"/>
            <a:chExt cx="336550" cy="360363"/>
          </a:xfrm>
        </p:grpSpPr>
        <p:sp>
          <p:nvSpPr>
            <p:cNvPr id="2569" name="Google Shape;2569;p9"/>
            <p:cNvSpPr/>
            <p:nvPr/>
          </p:nvSpPr>
          <p:spPr>
            <a:xfrm>
              <a:off x="2281238" y="1909763"/>
              <a:ext cx="336550" cy="360363"/>
            </a:xfrm>
            <a:custGeom>
              <a:rect b="b" l="l" r="r" t="t"/>
              <a:pathLst>
                <a:path extrusionOk="0" h="123" w="115">
                  <a:moveTo>
                    <a:pt x="9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16"/>
                    <a:pt x="7" y="123"/>
                    <a:pt x="15" y="12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108" y="123"/>
                    <a:pt x="115" y="116"/>
                    <a:pt x="115" y="107"/>
                  </a:cubicBezTo>
                  <a:cubicBezTo>
                    <a:pt x="115" y="15"/>
                    <a:pt x="115" y="15"/>
                    <a:pt x="115" y="15"/>
                  </a:cubicBezTo>
                  <a:cubicBezTo>
                    <a:pt x="115" y="7"/>
                    <a:pt x="108" y="0"/>
                    <a:pt x="99" y="0"/>
                  </a:cubicBezTo>
                  <a:close/>
                  <a:moveTo>
                    <a:pt x="107" y="107"/>
                  </a:moveTo>
                  <a:cubicBezTo>
                    <a:pt x="107" y="111"/>
                    <a:pt x="104" y="115"/>
                    <a:pt x="99" y="115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11" y="115"/>
                    <a:pt x="7" y="111"/>
                    <a:pt x="7" y="107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1"/>
                    <a:pt x="11" y="8"/>
                    <a:pt x="15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104" y="8"/>
                    <a:pt x="107" y="11"/>
                    <a:pt x="107" y="15"/>
                  </a:cubicBezTo>
                  <a:lnTo>
                    <a:pt x="107" y="107"/>
                  </a:lnTo>
                  <a:close/>
                  <a:moveTo>
                    <a:pt x="107" y="107"/>
                  </a:moveTo>
                  <a:cubicBezTo>
                    <a:pt x="107" y="107"/>
                    <a:pt x="107" y="107"/>
                    <a:pt x="107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9"/>
            <p:cNvSpPr/>
            <p:nvPr/>
          </p:nvSpPr>
          <p:spPr>
            <a:xfrm>
              <a:off x="2325688" y="1952626"/>
              <a:ext cx="246063" cy="227013"/>
            </a:xfrm>
            <a:custGeom>
              <a:rect b="b" l="l" r="r" t="t"/>
              <a:pathLst>
                <a:path extrusionOk="0" h="77" w="84">
                  <a:moveTo>
                    <a:pt x="8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5"/>
                    <a:pt x="2" y="77"/>
                    <a:pt x="4" y="77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3" y="77"/>
                    <a:pt x="84" y="75"/>
                    <a:pt x="84" y="73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2"/>
                    <a:pt x="83" y="0"/>
                    <a:pt x="81" y="0"/>
                  </a:cubicBezTo>
                  <a:close/>
                  <a:moveTo>
                    <a:pt x="81" y="4"/>
                  </a:moveTo>
                  <a:cubicBezTo>
                    <a:pt x="81" y="57"/>
                    <a:pt x="81" y="57"/>
                    <a:pt x="81" y="57"/>
                  </a:cubicBezTo>
                  <a:cubicBezTo>
                    <a:pt x="68" y="44"/>
                    <a:pt x="68" y="44"/>
                    <a:pt x="68" y="44"/>
                  </a:cubicBezTo>
                  <a:cubicBezTo>
                    <a:pt x="67" y="43"/>
                    <a:pt x="66" y="42"/>
                    <a:pt x="65" y="42"/>
                  </a:cubicBezTo>
                  <a:cubicBezTo>
                    <a:pt x="64" y="42"/>
                    <a:pt x="63" y="43"/>
                    <a:pt x="62" y="44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1" y="20"/>
                    <a:pt x="20" y="19"/>
                    <a:pt x="19" y="19"/>
                  </a:cubicBezTo>
                  <a:cubicBezTo>
                    <a:pt x="18" y="19"/>
                    <a:pt x="17" y="20"/>
                    <a:pt x="16" y="21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1" y="4"/>
                  </a:lnTo>
                  <a:close/>
                  <a:moveTo>
                    <a:pt x="4" y="41"/>
                  </a:moveTo>
                  <a:cubicBezTo>
                    <a:pt x="19" y="23"/>
                    <a:pt x="19" y="23"/>
                    <a:pt x="19" y="23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4" y="73"/>
                    <a:pt x="4" y="73"/>
                    <a:pt x="4" y="73"/>
                  </a:cubicBezTo>
                  <a:lnTo>
                    <a:pt x="4" y="41"/>
                  </a:lnTo>
                  <a:close/>
                  <a:moveTo>
                    <a:pt x="68" y="73"/>
                  </a:moveTo>
                  <a:cubicBezTo>
                    <a:pt x="55" y="58"/>
                    <a:pt x="55" y="58"/>
                    <a:pt x="55" y="58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1" y="73"/>
                    <a:pt x="81" y="73"/>
                    <a:pt x="81" y="73"/>
                  </a:cubicBezTo>
                  <a:lnTo>
                    <a:pt x="68" y="73"/>
                  </a:lnTo>
                  <a:close/>
                  <a:moveTo>
                    <a:pt x="68" y="73"/>
                  </a:moveTo>
                  <a:cubicBezTo>
                    <a:pt x="68" y="73"/>
                    <a:pt x="68" y="73"/>
                    <a:pt x="68" y="7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9"/>
            <p:cNvSpPr/>
            <p:nvPr/>
          </p:nvSpPr>
          <p:spPr>
            <a:xfrm>
              <a:off x="2460625" y="1989138"/>
              <a:ext cx="66675" cy="66675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18" y="23"/>
                    <a:pt x="23" y="18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  <a:moveTo>
                    <a:pt x="12" y="4"/>
                  </a:moveTo>
                  <a:cubicBezTo>
                    <a:pt x="16" y="4"/>
                    <a:pt x="19" y="7"/>
                    <a:pt x="19" y="11"/>
                  </a:cubicBezTo>
                  <a:cubicBezTo>
                    <a:pt x="19" y="15"/>
                    <a:pt x="16" y="19"/>
                    <a:pt x="12" y="19"/>
                  </a:cubicBezTo>
                  <a:cubicBezTo>
                    <a:pt x="7" y="19"/>
                    <a:pt x="4" y="15"/>
                    <a:pt x="4" y="11"/>
                  </a:cubicBezTo>
                  <a:cubicBezTo>
                    <a:pt x="4" y="7"/>
                    <a:pt x="7" y="4"/>
                    <a:pt x="12" y="4"/>
                  </a:cubicBezTo>
                  <a:close/>
                  <a:moveTo>
                    <a:pt x="12" y="4"/>
                  </a:moveTo>
                  <a:cubicBezTo>
                    <a:pt x="12" y="4"/>
                    <a:pt x="12" y="4"/>
                    <a:pt x="1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2" name="Google Shape;2572;p9"/>
          <p:cNvGrpSpPr/>
          <p:nvPr/>
        </p:nvGrpSpPr>
        <p:grpSpPr>
          <a:xfrm>
            <a:off x="3357366" y="1745320"/>
            <a:ext cx="396160" cy="401466"/>
            <a:chOff x="3036888" y="1909763"/>
            <a:chExt cx="355600" cy="360363"/>
          </a:xfrm>
        </p:grpSpPr>
        <p:sp>
          <p:nvSpPr>
            <p:cNvPr id="2573" name="Google Shape;2573;p9"/>
            <p:cNvSpPr/>
            <p:nvPr/>
          </p:nvSpPr>
          <p:spPr>
            <a:xfrm>
              <a:off x="3036888" y="1909763"/>
              <a:ext cx="355600" cy="360363"/>
            </a:xfrm>
            <a:custGeom>
              <a:rect b="b" l="l" r="r" t="t"/>
              <a:pathLst>
                <a:path extrusionOk="0" h="123" w="122">
                  <a:moveTo>
                    <a:pt x="84" y="0"/>
                  </a:moveTo>
                  <a:cubicBezTo>
                    <a:pt x="63" y="0"/>
                    <a:pt x="46" y="17"/>
                    <a:pt x="46" y="38"/>
                  </a:cubicBezTo>
                  <a:cubicBezTo>
                    <a:pt x="46" y="43"/>
                    <a:pt x="47" y="48"/>
                    <a:pt x="48" y="52"/>
                  </a:cubicBezTo>
                  <a:cubicBezTo>
                    <a:pt x="2" y="99"/>
                    <a:pt x="2" y="99"/>
                    <a:pt x="2" y="99"/>
                  </a:cubicBezTo>
                  <a:cubicBezTo>
                    <a:pt x="1" y="100"/>
                    <a:pt x="0" y="101"/>
                    <a:pt x="0" y="10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9"/>
                    <a:pt x="3" y="123"/>
                    <a:pt x="7" y="123"/>
                  </a:cubicBezTo>
                  <a:cubicBezTo>
                    <a:pt x="19" y="123"/>
                    <a:pt x="19" y="123"/>
                    <a:pt x="19" y="123"/>
                  </a:cubicBezTo>
                  <a:cubicBezTo>
                    <a:pt x="21" y="123"/>
                    <a:pt x="22" y="122"/>
                    <a:pt x="24" y="120"/>
                  </a:cubicBezTo>
                  <a:cubicBezTo>
                    <a:pt x="29" y="115"/>
                    <a:pt x="29" y="115"/>
                    <a:pt x="29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42" y="115"/>
                    <a:pt x="46" y="111"/>
                    <a:pt x="46" y="107"/>
                  </a:cubicBezTo>
                  <a:cubicBezTo>
                    <a:pt x="46" y="100"/>
                    <a:pt x="46" y="100"/>
                    <a:pt x="46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8" y="100"/>
                    <a:pt x="61" y="96"/>
                    <a:pt x="61" y="92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4" y="76"/>
                    <a:pt x="79" y="77"/>
                    <a:pt x="84" y="77"/>
                  </a:cubicBezTo>
                  <a:cubicBezTo>
                    <a:pt x="105" y="77"/>
                    <a:pt x="122" y="59"/>
                    <a:pt x="122" y="38"/>
                  </a:cubicBezTo>
                  <a:cubicBezTo>
                    <a:pt x="122" y="17"/>
                    <a:pt x="105" y="0"/>
                    <a:pt x="84" y="0"/>
                  </a:cubicBezTo>
                  <a:close/>
                  <a:moveTo>
                    <a:pt x="84" y="69"/>
                  </a:moveTo>
                  <a:cubicBezTo>
                    <a:pt x="78" y="69"/>
                    <a:pt x="73" y="67"/>
                    <a:pt x="69" y="65"/>
                  </a:cubicBezTo>
                  <a:cubicBezTo>
                    <a:pt x="67" y="66"/>
                    <a:pt x="67" y="66"/>
                    <a:pt x="67" y="66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56" y="77"/>
                    <a:pt x="56" y="77"/>
                    <a:pt x="56" y="77"/>
                  </a:cubicBezTo>
                  <a:cubicBezTo>
                    <a:pt x="54" y="79"/>
                    <a:pt x="53" y="81"/>
                    <a:pt x="53" y="83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1" y="92"/>
                    <a:pt x="38" y="95"/>
                    <a:pt x="38" y="100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29" y="107"/>
                    <a:pt x="29" y="107"/>
                    <a:pt x="29" y="107"/>
                  </a:cubicBezTo>
                  <a:cubicBezTo>
                    <a:pt x="27" y="107"/>
                    <a:pt x="25" y="108"/>
                    <a:pt x="24" y="109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7" y="104"/>
                    <a:pt x="7" y="104"/>
                    <a:pt x="7" y="104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5" y="49"/>
                    <a:pt x="53" y="44"/>
                    <a:pt x="53" y="38"/>
                  </a:cubicBezTo>
                  <a:cubicBezTo>
                    <a:pt x="53" y="21"/>
                    <a:pt x="67" y="7"/>
                    <a:pt x="84" y="7"/>
                  </a:cubicBezTo>
                  <a:cubicBezTo>
                    <a:pt x="101" y="7"/>
                    <a:pt x="115" y="21"/>
                    <a:pt x="115" y="38"/>
                  </a:cubicBezTo>
                  <a:cubicBezTo>
                    <a:pt x="115" y="55"/>
                    <a:pt x="101" y="69"/>
                    <a:pt x="84" y="69"/>
                  </a:cubicBezTo>
                  <a:close/>
                  <a:moveTo>
                    <a:pt x="84" y="69"/>
                  </a:moveTo>
                  <a:cubicBezTo>
                    <a:pt x="84" y="69"/>
                    <a:pt x="84" y="69"/>
                    <a:pt x="84" y="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9"/>
            <p:cNvSpPr/>
            <p:nvPr/>
          </p:nvSpPr>
          <p:spPr>
            <a:xfrm>
              <a:off x="3259138" y="1952626"/>
              <a:ext cx="90488" cy="92075"/>
            </a:xfrm>
            <a:custGeom>
              <a:rect b="b" l="l" r="r" t="t"/>
              <a:pathLst>
                <a:path extrusionOk="0" h="31" w="31">
                  <a:moveTo>
                    <a:pt x="30" y="16"/>
                  </a:moveTo>
                  <a:cubicBezTo>
                    <a:pt x="26" y="10"/>
                    <a:pt x="21" y="5"/>
                    <a:pt x="15" y="1"/>
                  </a:cubicBezTo>
                  <a:cubicBezTo>
                    <a:pt x="14" y="0"/>
                    <a:pt x="13" y="0"/>
                    <a:pt x="11" y="0"/>
                  </a:cubicBezTo>
                  <a:cubicBezTo>
                    <a:pt x="6" y="2"/>
                    <a:pt x="2" y="6"/>
                    <a:pt x="1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5" y="21"/>
                    <a:pt x="11" y="26"/>
                    <a:pt x="17" y="30"/>
                  </a:cubicBezTo>
                  <a:cubicBezTo>
                    <a:pt x="18" y="31"/>
                    <a:pt x="19" y="31"/>
                    <a:pt x="20" y="31"/>
                  </a:cubicBezTo>
                  <a:cubicBezTo>
                    <a:pt x="25" y="29"/>
                    <a:pt x="29" y="25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8"/>
                    <a:pt x="31" y="17"/>
                    <a:pt x="30" y="16"/>
                  </a:cubicBezTo>
                  <a:close/>
                  <a:moveTo>
                    <a:pt x="19" y="27"/>
                  </a:moveTo>
                  <a:cubicBezTo>
                    <a:pt x="13" y="23"/>
                    <a:pt x="8" y="18"/>
                    <a:pt x="4" y="13"/>
                  </a:cubicBezTo>
                  <a:cubicBezTo>
                    <a:pt x="6" y="8"/>
                    <a:pt x="8" y="6"/>
                    <a:pt x="13" y="4"/>
                  </a:cubicBezTo>
                  <a:cubicBezTo>
                    <a:pt x="18" y="8"/>
                    <a:pt x="23" y="13"/>
                    <a:pt x="27" y="19"/>
                  </a:cubicBezTo>
                  <a:cubicBezTo>
                    <a:pt x="26" y="23"/>
                    <a:pt x="23" y="26"/>
                    <a:pt x="19" y="27"/>
                  </a:cubicBezTo>
                  <a:close/>
                  <a:moveTo>
                    <a:pt x="19" y="27"/>
                  </a:moveTo>
                  <a:cubicBezTo>
                    <a:pt x="19" y="27"/>
                    <a:pt x="19" y="27"/>
                    <a:pt x="19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5" name="Google Shape;2575;p9"/>
          <p:cNvGrpSpPr/>
          <p:nvPr/>
        </p:nvGrpSpPr>
        <p:grpSpPr>
          <a:xfrm>
            <a:off x="4083445" y="1745320"/>
            <a:ext cx="275897" cy="401466"/>
            <a:chOff x="4075113" y="1909763"/>
            <a:chExt cx="247650" cy="360363"/>
          </a:xfrm>
        </p:grpSpPr>
        <p:sp>
          <p:nvSpPr>
            <p:cNvPr id="2576" name="Google Shape;2576;p9"/>
            <p:cNvSpPr/>
            <p:nvPr/>
          </p:nvSpPr>
          <p:spPr>
            <a:xfrm>
              <a:off x="4075113" y="1909763"/>
              <a:ext cx="247650" cy="360363"/>
            </a:xfrm>
            <a:custGeom>
              <a:rect b="b" l="l" r="r" t="t"/>
              <a:pathLst>
                <a:path extrusionOk="0" h="123" w="85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9"/>
            <p:cNvSpPr/>
            <p:nvPr/>
          </p:nvSpPr>
          <p:spPr>
            <a:xfrm>
              <a:off x="4130675" y="1965326"/>
              <a:ext cx="73025" cy="73025"/>
            </a:xfrm>
            <a:custGeom>
              <a:rect b="b" l="l" r="r" t="t"/>
              <a:pathLst>
                <a:path extrusionOk="0" h="25" w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8" name="Google Shape;2578;p9"/>
          <p:cNvSpPr/>
          <p:nvPr/>
        </p:nvSpPr>
        <p:spPr>
          <a:xfrm>
            <a:off x="4689475" y="1765300"/>
            <a:ext cx="403225" cy="347663"/>
          </a:xfrm>
          <a:custGeom>
            <a:rect b="b" l="l" r="r" t="t"/>
            <a:pathLst>
              <a:path extrusionOk="0" h="107" w="124">
                <a:moveTo>
                  <a:pt x="120" y="17"/>
                </a:moveTo>
                <a:cubicBezTo>
                  <a:pt x="101" y="2"/>
                  <a:pt x="101" y="2"/>
                  <a:pt x="101" y="2"/>
                </a:cubicBezTo>
                <a:cubicBezTo>
                  <a:pt x="100" y="1"/>
                  <a:pt x="98" y="0"/>
                  <a:pt x="9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4" y="17"/>
                  <a:pt x="4" y="17"/>
                  <a:pt x="4" y="17"/>
                </a:cubicBezTo>
                <a:cubicBezTo>
                  <a:pt x="1" y="19"/>
                  <a:pt x="0" y="22"/>
                  <a:pt x="1" y="26"/>
                </a:cubicBezTo>
                <a:cubicBezTo>
                  <a:pt x="9" y="49"/>
                  <a:pt x="9" y="49"/>
                  <a:pt x="9" y="49"/>
                </a:cubicBezTo>
                <a:cubicBezTo>
                  <a:pt x="9" y="51"/>
                  <a:pt x="11" y="53"/>
                  <a:pt x="13" y="53"/>
                </a:cubicBezTo>
                <a:cubicBezTo>
                  <a:pt x="14" y="54"/>
                  <a:pt x="15" y="54"/>
                  <a:pt x="16" y="54"/>
                </a:cubicBezTo>
                <a:cubicBezTo>
                  <a:pt x="17" y="54"/>
                  <a:pt x="19" y="53"/>
                  <a:pt x="20" y="53"/>
                </a:cubicBezTo>
                <a:cubicBezTo>
                  <a:pt x="20" y="100"/>
                  <a:pt x="20" y="100"/>
                  <a:pt x="20" y="100"/>
                </a:cubicBezTo>
                <a:cubicBezTo>
                  <a:pt x="20" y="104"/>
                  <a:pt x="23" y="107"/>
                  <a:pt x="27" y="107"/>
                </a:cubicBezTo>
                <a:cubicBezTo>
                  <a:pt x="97" y="107"/>
                  <a:pt x="97" y="107"/>
                  <a:pt x="97" y="107"/>
                </a:cubicBezTo>
                <a:cubicBezTo>
                  <a:pt x="101" y="107"/>
                  <a:pt x="104" y="104"/>
                  <a:pt x="104" y="100"/>
                </a:cubicBezTo>
                <a:cubicBezTo>
                  <a:pt x="104" y="53"/>
                  <a:pt x="104" y="53"/>
                  <a:pt x="104" y="53"/>
                </a:cubicBezTo>
                <a:cubicBezTo>
                  <a:pt x="105" y="53"/>
                  <a:pt x="107" y="54"/>
                  <a:pt x="108" y="54"/>
                </a:cubicBezTo>
                <a:cubicBezTo>
                  <a:pt x="109" y="54"/>
                  <a:pt x="110" y="54"/>
                  <a:pt x="111" y="53"/>
                </a:cubicBezTo>
                <a:cubicBezTo>
                  <a:pt x="113" y="53"/>
                  <a:pt x="115" y="51"/>
                  <a:pt x="115" y="49"/>
                </a:cubicBezTo>
                <a:cubicBezTo>
                  <a:pt x="123" y="26"/>
                  <a:pt x="123" y="26"/>
                  <a:pt x="123" y="26"/>
                </a:cubicBezTo>
                <a:cubicBezTo>
                  <a:pt x="124" y="22"/>
                  <a:pt x="123" y="19"/>
                  <a:pt x="120" y="17"/>
                </a:cubicBezTo>
                <a:close/>
                <a:moveTo>
                  <a:pt x="76" y="8"/>
                </a:moveTo>
                <a:cubicBezTo>
                  <a:pt x="74" y="12"/>
                  <a:pt x="69" y="15"/>
                  <a:pt x="62" y="15"/>
                </a:cubicBezTo>
                <a:cubicBezTo>
                  <a:pt x="55" y="15"/>
                  <a:pt x="50" y="12"/>
                  <a:pt x="48" y="8"/>
                </a:cubicBezTo>
                <a:lnTo>
                  <a:pt x="76" y="8"/>
                </a:lnTo>
                <a:close/>
                <a:moveTo>
                  <a:pt x="108" y="46"/>
                </a:moveTo>
                <a:cubicBezTo>
                  <a:pt x="97" y="38"/>
                  <a:pt x="97" y="38"/>
                  <a:pt x="97" y="38"/>
                </a:cubicBezTo>
                <a:cubicBezTo>
                  <a:pt x="97" y="100"/>
                  <a:pt x="97" y="100"/>
                  <a:pt x="97" y="100"/>
                </a:cubicBezTo>
                <a:cubicBezTo>
                  <a:pt x="27" y="100"/>
                  <a:pt x="27" y="100"/>
                  <a:pt x="27" y="100"/>
                </a:cubicBezTo>
                <a:cubicBezTo>
                  <a:pt x="27" y="38"/>
                  <a:pt x="27" y="38"/>
                  <a:pt x="27" y="38"/>
                </a:cubicBezTo>
                <a:cubicBezTo>
                  <a:pt x="16" y="46"/>
                  <a:pt x="16" y="46"/>
                  <a:pt x="16" y="46"/>
                </a:cubicBezTo>
                <a:cubicBezTo>
                  <a:pt x="8" y="23"/>
                  <a:pt x="8" y="23"/>
                  <a:pt x="8" y="23"/>
                </a:cubicBezTo>
                <a:cubicBezTo>
                  <a:pt x="27" y="8"/>
                  <a:pt x="27" y="8"/>
                  <a:pt x="27" y="8"/>
                </a:cubicBezTo>
                <a:cubicBezTo>
                  <a:pt x="44" y="8"/>
                  <a:pt x="44" y="8"/>
                  <a:pt x="44" y="8"/>
                </a:cubicBezTo>
                <a:cubicBezTo>
                  <a:pt x="46" y="14"/>
                  <a:pt x="53" y="19"/>
                  <a:pt x="62" y="19"/>
                </a:cubicBezTo>
                <a:cubicBezTo>
                  <a:pt x="71" y="19"/>
                  <a:pt x="78" y="14"/>
                  <a:pt x="80" y="8"/>
                </a:cubicBezTo>
                <a:cubicBezTo>
                  <a:pt x="97" y="8"/>
                  <a:pt x="97" y="8"/>
                  <a:pt x="97" y="8"/>
                </a:cubicBezTo>
                <a:cubicBezTo>
                  <a:pt x="116" y="23"/>
                  <a:pt x="116" y="23"/>
                  <a:pt x="116" y="23"/>
                </a:cubicBezTo>
                <a:lnTo>
                  <a:pt x="108" y="46"/>
                </a:lnTo>
                <a:close/>
                <a:moveTo>
                  <a:pt x="108" y="46"/>
                </a:moveTo>
                <a:cubicBezTo>
                  <a:pt x="108" y="46"/>
                  <a:pt x="108" y="46"/>
                  <a:pt x="108" y="4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9" name="Google Shape;2579;p9"/>
          <p:cNvGrpSpPr/>
          <p:nvPr/>
        </p:nvGrpSpPr>
        <p:grpSpPr>
          <a:xfrm>
            <a:off x="5422414" y="1715255"/>
            <a:ext cx="452754" cy="454523"/>
            <a:chOff x="5530850" y="1882776"/>
            <a:chExt cx="406400" cy="407988"/>
          </a:xfrm>
        </p:grpSpPr>
        <p:sp>
          <p:nvSpPr>
            <p:cNvPr id="2580" name="Google Shape;2580;p9"/>
            <p:cNvSpPr/>
            <p:nvPr/>
          </p:nvSpPr>
          <p:spPr>
            <a:xfrm>
              <a:off x="5530850" y="1882776"/>
              <a:ext cx="406400" cy="407988"/>
            </a:xfrm>
            <a:custGeom>
              <a:rect b="b" l="l" r="r" t="t"/>
              <a:pathLst>
                <a:path extrusionOk="0" h="139" w="139">
                  <a:moveTo>
                    <a:pt x="93" y="12"/>
                  </a:moveTo>
                  <a:cubicBezTo>
                    <a:pt x="61" y="0"/>
                    <a:pt x="25" y="15"/>
                    <a:pt x="13" y="46"/>
                  </a:cubicBezTo>
                  <a:cubicBezTo>
                    <a:pt x="0" y="78"/>
                    <a:pt x="16" y="114"/>
                    <a:pt x="47" y="126"/>
                  </a:cubicBezTo>
                  <a:cubicBezTo>
                    <a:pt x="78" y="139"/>
                    <a:pt x="114" y="124"/>
                    <a:pt x="127" y="92"/>
                  </a:cubicBezTo>
                  <a:cubicBezTo>
                    <a:pt x="139" y="61"/>
                    <a:pt x="124" y="25"/>
                    <a:pt x="93" y="12"/>
                  </a:cubicBezTo>
                  <a:close/>
                  <a:moveTo>
                    <a:pt x="50" y="119"/>
                  </a:moveTo>
                  <a:cubicBezTo>
                    <a:pt x="22" y="108"/>
                    <a:pt x="9" y="77"/>
                    <a:pt x="20" y="49"/>
                  </a:cubicBezTo>
                  <a:cubicBezTo>
                    <a:pt x="31" y="22"/>
                    <a:pt x="62" y="8"/>
                    <a:pt x="90" y="19"/>
                  </a:cubicBezTo>
                  <a:cubicBezTo>
                    <a:pt x="117" y="30"/>
                    <a:pt x="131" y="62"/>
                    <a:pt x="120" y="89"/>
                  </a:cubicBezTo>
                  <a:cubicBezTo>
                    <a:pt x="109" y="117"/>
                    <a:pt x="77" y="130"/>
                    <a:pt x="50" y="119"/>
                  </a:cubicBezTo>
                  <a:close/>
                  <a:moveTo>
                    <a:pt x="50" y="119"/>
                  </a:moveTo>
                  <a:cubicBezTo>
                    <a:pt x="50" y="119"/>
                    <a:pt x="50" y="119"/>
                    <a:pt x="50" y="1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9"/>
            <p:cNvSpPr/>
            <p:nvPr/>
          </p:nvSpPr>
          <p:spPr>
            <a:xfrm>
              <a:off x="5710238" y="2062163"/>
              <a:ext cx="49213" cy="49213"/>
            </a:xfrm>
            <a:custGeom>
              <a:rect b="b" l="l" r="r" t="t"/>
              <a:pathLst>
                <a:path extrusionOk="0" h="17" w="17">
                  <a:moveTo>
                    <a:pt x="12" y="1"/>
                  </a:moveTo>
                  <a:cubicBezTo>
                    <a:pt x="8" y="0"/>
                    <a:pt x="3" y="1"/>
                    <a:pt x="2" y="5"/>
                  </a:cubicBezTo>
                  <a:cubicBezTo>
                    <a:pt x="0" y="9"/>
                    <a:pt x="2" y="14"/>
                    <a:pt x="6" y="15"/>
                  </a:cubicBezTo>
                  <a:cubicBezTo>
                    <a:pt x="10" y="17"/>
                    <a:pt x="14" y="15"/>
                    <a:pt x="16" y="11"/>
                  </a:cubicBezTo>
                  <a:cubicBezTo>
                    <a:pt x="17" y="7"/>
                    <a:pt x="16" y="3"/>
                    <a:pt x="12" y="1"/>
                  </a:cubicBezTo>
                  <a:close/>
                  <a:moveTo>
                    <a:pt x="7" y="12"/>
                  </a:moveTo>
                  <a:cubicBezTo>
                    <a:pt x="5" y="11"/>
                    <a:pt x="4" y="9"/>
                    <a:pt x="5" y="7"/>
                  </a:cubicBezTo>
                  <a:cubicBezTo>
                    <a:pt x="6" y="5"/>
                    <a:pt x="8" y="4"/>
                    <a:pt x="10" y="5"/>
                  </a:cubicBezTo>
                  <a:cubicBezTo>
                    <a:pt x="12" y="5"/>
                    <a:pt x="13" y="8"/>
                    <a:pt x="12" y="10"/>
                  </a:cubicBezTo>
                  <a:cubicBezTo>
                    <a:pt x="12" y="12"/>
                    <a:pt x="9" y="13"/>
                    <a:pt x="7" y="12"/>
                  </a:cubicBezTo>
                  <a:close/>
                  <a:moveTo>
                    <a:pt x="7" y="12"/>
                  </a:moveTo>
                  <a:cubicBezTo>
                    <a:pt x="7" y="12"/>
                    <a:pt x="7" y="12"/>
                    <a:pt x="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9"/>
            <p:cNvSpPr/>
            <p:nvPr/>
          </p:nvSpPr>
          <p:spPr>
            <a:xfrm>
              <a:off x="5659438" y="2008188"/>
              <a:ext cx="152400" cy="152400"/>
            </a:xfrm>
            <a:custGeom>
              <a:rect b="b" l="l" r="r" t="t"/>
              <a:pathLst>
                <a:path extrusionOk="0" h="52" w="52">
                  <a:moveTo>
                    <a:pt x="34" y="5"/>
                  </a:moveTo>
                  <a:cubicBezTo>
                    <a:pt x="23" y="0"/>
                    <a:pt x="9" y="6"/>
                    <a:pt x="4" y="18"/>
                  </a:cubicBezTo>
                  <a:cubicBezTo>
                    <a:pt x="0" y="30"/>
                    <a:pt x="5" y="43"/>
                    <a:pt x="17" y="48"/>
                  </a:cubicBezTo>
                  <a:cubicBezTo>
                    <a:pt x="29" y="52"/>
                    <a:pt x="42" y="47"/>
                    <a:pt x="47" y="35"/>
                  </a:cubicBezTo>
                  <a:cubicBezTo>
                    <a:pt x="52" y="23"/>
                    <a:pt x="46" y="10"/>
                    <a:pt x="34" y="5"/>
                  </a:cubicBezTo>
                  <a:close/>
                  <a:moveTo>
                    <a:pt x="20" y="41"/>
                  </a:moveTo>
                  <a:cubicBezTo>
                    <a:pt x="12" y="37"/>
                    <a:pt x="8" y="28"/>
                    <a:pt x="12" y="21"/>
                  </a:cubicBezTo>
                  <a:cubicBezTo>
                    <a:pt x="15" y="13"/>
                    <a:pt x="24" y="9"/>
                    <a:pt x="31" y="12"/>
                  </a:cubicBezTo>
                  <a:cubicBezTo>
                    <a:pt x="39" y="15"/>
                    <a:pt x="43" y="24"/>
                    <a:pt x="40" y="32"/>
                  </a:cubicBezTo>
                  <a:cubicBezTo>
                    <a:pt x="37" y="40"/>
                    <a:pt x="28" y="44"/>
                    <a:pt x="20" y="41"/>
                  </a:cubicBezTo>
                  <a:close/>
                  <a:moveTo>
                    <a:pt x="20" y="41"/>
                  </a:moveTo>
                  <a:cubicBezTo>
                    <a:pt x="20" y="41"/>
                    <a:pt x="20" y="41"/>
                    <a:pt x="2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9"/>
            <p:cNvSpPr/>
            <p:nvPr/>
          </p:nvSpPr>
          <p:spPr>
            <a:xfrm>
              <a:off x="5762625" y="2111376"/>
              <a:ext cx="58738" cy="58738"/>
            </a:xfrm>
            <a:custGeom>
              <a:rect b="b" l="l" r="r" t="t"/>
              <a:pathLst>
                <a:path extrusionOk="0" h="20" w="20">
                  <a:moveTo>
                    <a:pt x="19" y="3"/>
                  </a:moveTo>
                  <a:cubicBezTo>
                    <a:pt x="20" y="2"/>
                    <a:pt x="19" y="1"/>
                    <a:pt x="18" y="0"/>
                  </a:cubicBezTo>
                  <a:cubicBezTo>
                    <a:pt x="17" y="0"/>
                    <a:pt x="16" y="0"/>
                    <a:pt x="16" y="1"/>
                  </a:cubicBezTo>
                  <a:cubicBezTo>
                    <a:pt x="13" y="8"/>
                    <a:pt x="8" y="13"/>
                    <a:pt x="1" y="16"/>
                  </a:cubicBezTo>
                  <a:cubicBezTo>
                    <a:pt x="0" y="16"/>
                    <a:pt x="0" y="17"/>
                    <a:pt x="0" y="18"/>
                  </a:cubicBezTo>
                  <a:cubicBezTo>
                    <a:pt x="1" y="19"/>
                    <a:pt x="2" y="20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0" y="16"/>
                    <a:pt x="16" y="10"/>
                    <a:pt x="19" y="3"/>
                  </a:cubicBezTo>
                  <a:close/>
                  <a:moveTo>
                    <a:pt x="19" y="3"/>
                  </a:moveTo>
                  <a:cubicBezTo>
                    <a:pt x="19" y="3"/>
                    <a:pt x="19" y="3"/>
                    <a:pt x="1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9"/>
            <p:cNvSpPr/>
            <p:nvPr/>
          </p:nvSpPr>
          <p:spPr>
            <a:xfrm>
              <a:off x="5780088" y="2125663"/>
              <a:ext cx="82550" cy="85725"/>
            </a:xfrm>
            <a:custGeom>
              <a:rect b="b" l="l" r="r" t="t"/>
              <a:pathLst>
                <a:path extrusionOk="0" h="29" w="28">
                  <a:moveTo>
                    <a:pt x="26" y="1"/>
                  </a:moveTo>
                  <a:cubicBezTo>
                    <a:pt x="25" y="0"/>
                    <a:pt x="24" y="1"/>
                    <a:pt x="24" y="2"/>
                  </a:cubicBezTo>
                  <a:cubicBezTo>
                    <a:pt x="20" y="13"/>
                    <a:pt x="11" y="21"/>
                    <a:pt x="1" y="25"/>
                  </a:cubicBezTo>
                  <a:cubicBezTo>
                    <a:pt x="0" y="25"/>
                    <a:pt x="0" y="27"/>
                    <a:pt x="0" y="28"/>
                  </a:cubicBezTo>
                  <a:cubicBezTo>
                    <a:pt x="1" y="29"/>
                    <a:pt x="2" y="29"/>
                    <a:pt x="3" y="29"/>
                  </a:cubicBezTo>
                  <a:cubicBezTo>
                    <a:pt x="3" y="29"/>
                    <a:pt x="3" y="29"/>
                    <a:pt x="3" y="28"/>
                  </a:cubicBezTo>
                  <a:cubicBezTo>
                    <a:pt x="14" y="24"/>
                    <a:pt x="23" y="15"/>
                    <a:pt x="28" y="3"/>
                  </a:cubicBezTo>
                  <a:cubicBezTo>
                    <a:pt x="28" y="2"/>
                    <a:pt x="27" y="1"/>
                    <a:pt x="26" y="1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9"/>
            <p:cNvSpPr/>
            <p:nvPr/>
          </p:nvSpPr>
          <p:spPr>
            <a:xfrm>
              <a:off x="5770563" y="2120901"/>
              <a:ext cx="71438" cy="69850"/>
            </a:xfrm>
            <a:custGeom>
              <a:rect b="b" l="l" r="r" t="t"/>
              <a:pathLst>
                <a:path extrusionOk="0" h="24" w="24">
                  <a:moveTo>
                    <a:pt x="22" y="0"/>
                  </a:moveTo>
                  <a:cubicBezTo>
                    <a:pt x="21" y="0"/>
                    <a:pt x="20" y="0"/>
                    <a:pt x="20" y="1"/>
                  </a:cubicBezTo>
                  <a:cubicBezTo>
                    <a:pt x="16" y="10"/>
                    <a:pt x="10" y="17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0"/>
                    <a:pt x="0" y="22"/>
                    <a:pt x="0" y="23"/>
                  </a:cubicBezTo>
                  <a:cubicBezTo>
                    <a:pt x="1" y="24"/>
                    <a:pt x="2" y="24"/>
                    <a:pt x="3" y="24"/>
                  </a:cubicBezTo>
                  <a:cubicBezTo>
                    <a:pt x="3" y="24"/>
                    <a:pt x="3" y="23"/>
                    <a:pt x="3" y="23"/>
                  </a:cubicBezTo>
                  <a:cubicBezTo>
                    <a:pt x="12" y="20"/>
                    <a:pt x="19" y="12"/>
                    <a:pt x="23" y="3"/>
                  </a:cubicBezTo>
                  <a:cubicBezTo>
                    <a:pt x="24" y="2"/>
                    <a:pt x="23" y="0"/>
                    <a:pt x="22" y="0"/>
                  </a:cubicBezTo>
                  <a:close/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9"/>
            <p:cNvSpPr/>
            <p:nvPr/>
          </p:nvSpPr>
          <p:spPr>
            <a:xfrm>
              <a:off x="5651500" y="2003426"/>
              <a:ext cx="58738" cy="58738"/>
            </a:xfrm>
            <a:custGeom>
              <a:rect b="b" l="l" r="r" t="t"/>
              <a:pathLst>
                <a:path extrusionOk="0" h="20" w="20">
                  <a:moveTo>
                    <a:pt x="19" y="1"/>
                  </a:moveTo>
                  <a:cubicBezTo>
                    <a:pt x="19" y="0"/>
                    <a:pt x="18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9" y="3"/>
                    <a:pt x="3" y="9"/>
                    <a:pt x="0" y="17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20"/>
                    <a:pt x="3" y="19"/>
                    <a:pt x="4" y="18"/>
                  </a:cubicBezTo>
                  <a:cubicBezTo>
                    <a:pt x="7" y="11"/>
                    <a:pt x="12" y="6"/>
                    <a:pt x="18" y="4"/>
                  </a:cubicBezTo>
                  <a:cubicBezTo>
                    <a:pt x="19" y="3"/>
                    <a:pt x="20" y="2"/>
                    <a:pt x="19" y="1"/>
                  </a:cubicBezTo>
                  <a:close/>
                  <a:moveTo>
                    <a:pt x="19" y="1"/>
                  </a:moveTo>
                  <a:cubicBezTo>
                    <a:pt x="19" y="1"/>
                    <a:pt x="19" y="1"/>
                    <a:pt x="1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9"/>
            <p:cNvSpPr/>
            <p:nvPr/>
          </p:nvSpPr>
          <p:spPr>
            <a:xfrm>
              <a:off x="5610225" y="1962151"/>
              <a:ext cx="82550" cy="82550"/>
            </a:xfrm>
            <a:custGeom>
              <a:rect b="b" l="l" r="r" t="t"/>
              <a:pathLst>
                <a:path extrusionOk="0" h="28" w="28">
                  <a:moveTo>
                    <a:pt x="27" y="1"/>
                  </a:moveTo>
                  <a:cubicBezTo>
                    <a:pt x="27" y="0"/>
                    <a:pt x="26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4" y="5"/>
                    <a:pt x="5" y="13"/>
                    <a:pt x="0" y="25"/>
                  </a:cubicBezTo>
                  <a:cubicBezTo>
                    <a:pt x="0" y="26"/>
                    <a:pt x="0" y="27"/>
                    <a:pt x="1" y="28"/>
                  </a:cubicBezTo>
                  <a:cubicBezTo>
                    <a:pt x="2" y="28"/>
                    <a:pt x="3" y="28"/>
                    <a:pt x="4" y="27"/>
                  </a:cubicBezTo>
                  <a:cubicBezTo>
                    <a:pt x="8" y="16"/>
                    <a:pt x="16" y="8"/>
                    <a:pt x="26" y="3"/>
                  </a:cubicBezTo>
                  <a:cubicBezTo>
                    <a:pt x="27" y="3"/>
                    <a:pt x="28" y="2"/>
                    <a:pt x="27" y="1"/>
                  </a:cubicBezTo>
                  <a:close/>
                  <a:moveTo>
                    <a:pt x="27" y="1"/>
                  </a:moveTo>
                  <a:cubicBezTo>
                    <a:pt x="27" y="1"/>
                    <a:pt x="27" y="1"/>
                    <a:pt x="2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9"/>
            <p:cNvSpPr/>
            <p:nvPr/>
          </p:nvSpPr>
          <p:spPr>
            <a:xfrm>
              <a:off x="5630863" y="1982788"/>
              <a:ext cx="69850" cy="69850"/>
            </a:xfrm>
            <a:custGeom>
              <a:rect b="b" l="l" r="r" t="t"/>
              <a:pathLst>
                <a:path extrusionOk="0" h="24" w="24">
                  <a:moveTo>
                    <a:pt x="22" y="4"/>
                  </a:moveTo>
                  <a:cubicBezTo>
                    <a:pt x="23" y="3"/>
                    <a:pt x="24" y="2"/>
                    <a:pt x="23" y="1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2" y="4"/>
                    <a:pt x="4" y="11"/>
                    <a:pt x="0" y="21"/>
                  </a:cubicBezTo>
                  <a:cubicBezTo>
                    <a:pt x="0" y="22"/>
                    <a:pt x="0" y="23"/>
                    <a:pt x="1" y="24"/>
                  </a:cubicBezTo>
                  <a:cubicBezTo>
                    <a:pt x="2" y="24"/>
                    <a:pt x="3" y="23"/>
                    <a:pt x="4" y="22"/>
                  </a:cubicBezTo>
                  <a:cubicBezTo>
                    <a:pt x="7" y="14"/>
                    <a:pt x="14" y="7"/>
                    <a:pt x="22" y="4"/>
                  </a:cubicBezTo>
                  <a:close/>
                  <a:moveTo>
                    <a:pt x="22" y="4"/>
                  </a:moveTo>
                  <a:cubicBezTo>
                    <a:pt x="22" y="4"/>
                    <a:pt x="22" y="4"/>
                    <a:pt x="2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9" name="Google Shape;2589;p9"/>
          <p:cNvSpPr/>
          <p:nvPr/>
        </p:nvSpPr>
        <p:spPr>
          <a:xfrm>
            <a:off x="6205538" y="1744663"/>
            <a:ext cx="401637" cy="401637"/>
          </a:xfrm>
          <a:custGeom>
            <a:rect b="b" l="l" r="r" t="t"/>
            <a:pathLst>
              <a:path extrusionOk="0" h="123" w="123">
                <a:moveTo>
                  <a:pt x="96" y="0"/>
                </a:moveTo>
                <a:cubicBezTo>
                  <a:pt x="88" y="0"/>
                  <a:pt x="82" y="5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1" y="26"/>
                  <a:pt x="61" y="34"/>
                  <a:pt x="51" y="34"/>
                </a:cubicBezTo>
                <a:cubicBezTo>
                  <a:pt x="15" y="34"/>
                  <a:pt x="15" y="34"/>
                  <a:pt x="15" y="34"/>
                </a:cubicBezTo>
                <a:cubicBezTo>
                  <a:pt x="7" y="34"/>
                  <a:pt x="0" y="43"/>
                  <a:pt x="0" y="54"/>
                </a:cubicBezTo>
                <a:cubicBezTo>
                  <a:pt x="0" y="64"/>
                  <a:pt x="7" y="73"/>
                  <a:pt x="15" y="73"/>
                </a:cubicBezTo>
                <a:cubicBezTo>
                  <a:pt x="20" y="73"/>
                  <a:pt x="23" y="76"/>
                  <a:pt x="23" y="80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9"/>
                  <a:pt x="26" y="123"/>
                  <a:pt x="31" y="123"/>
                </a:cubicBezTo>
                <a:cubicBezTo>
                  <a:pt x="46" y="123"/>
                  <a:pt x="46" y="123"/>
                  <a:pt x="46" y="123"/>
                </a:cubicBezTo>
                <a:cubicBezTo>
                  <a:pt x="50" y="123"/>
                  <a:pt x="54" y="119"/>
                  <a:pt x="54" y="115"/>
                </a:cubicBezTo>
                <a:cubicBezTo>
                  <a:pt x="54" y="111"/>
                  <a:pt x="54" y="111"/>
                  <a:pt x="54" y="111"/>
                </a:cubicBezTo>
                <a:cubicBezTo>
                  <a:pt x="54" y="107"/>
                  <a:pt x="50" y="106"/>
                  <a:pt x="50" y="103"/>
                </a:cubicBezTo>
                <a:cubicBezTo>
                  <a:pt x="50" y="77"/>
                  <a:pt x="50" y="77"/>
                  <a:pt x="50" y="77"/>
                </a:cubicBezTo>
                <a:cubicBezTo>
                  <a:pt x="50" y="76"/>
                  <a:pt x="50" y="76"/>
                  <a:pt x="50" y="76"/>
                </a:cubicBezTo>
                <a:cubicBezTo>
                  <a:pt x="50" y="76"/>
                  <a:pt x="50" y="75"/>
                  <a:pt x="50" y="75"/>
                </a:cubicBezTo>
                <a:cubicBezTo>
                  <a:pt x="50" y="75"/>
                  <a:pt x="51" y="75"/>
                  <a:pt x="51" y="74"/>
                </a:cubicBezTo>
                <a:cubicBezTo>
                  <a:pt x="51" y="74"/>
                  <a:pt x="51" y="74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3"/>
                  <a:pt x="53" y="73"/>
                  <a:pt x="53" y="73"/>
                </a:cubicBezTo>
                <a:cubicBezTo>
                  <a:pt x="63" y="74"/>
                  <a:pt x="71" y="82"/>
                  <a:pt x="77" y="94"/>
                </a:cubicBezTo>
                <a:cubicBezTo>
                  <a:pt x="77" y="94"/>
                  <a:pt x="77" y="94"/>
                  <a:pt x="77" y="94"/>
                </a:cubicBezTo>
                <a:cubicBezTo>
                  <a:pt x="82" y="102"/>
                  <a:pt x="88" y="107"/>
                  <a:pt x="96" y="107"/>
                </a:cubicBezTo>
                <a:cubicBezTo>
                  <a:pt x="114" y="107"/>
                  <a:pt x="123" y="80"/>
                  <a:pt x="123" y="54"/>
                </a:cubicBezTo>
                <a:cubicBezTo>
                  <a:pt x="123" y="27"/>
                  <a:pt x="114" y="0"/>
                  <a:pt x="96" y="0"/>
                </a:cubicBezTo>
                <a:close/>
                <a:moveTo>
                  <a:pt x="77" y="54"/>
                </a:moveTo>
                <a:cubicBezTo>
                  <a:pt x="77" y="50"/>
                  <a:pt x="77" y="46"/>
                  <a:pt x="77" y="42"/>
                </a:cubicBezTo>
                <a:cubicBezTo>
                  <a:pt x="88" y="42"/>
                  <a:pt x="88" y="42"/>
                  <a:pt x="88" y="42"/>
                </a:cubicBezTo>
                <a:cubicBezTo>
                  <a:pt x="92" y="42"/>
                  <a:pt x="96" y="47"/>
                  <a:pt x="96" y="54"/>
                </a:cubicBezTo>
                <a:cubicBezTo>
                  <a:pt x="96" y="60"/>
                  <a:pt x="92" y="65"/>
                  <a:pt x="88" y="65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1"/>
                  <a:pt x="77" y="58"/>
                  <a:pt x="77" y="54"/>
                </a:cubicBezTo>
                <a:close/>
                <a:moveTo>
                  <a:pt x="8" y="54"/>
                </a:moveTo>
                <a:cubicBezTo>
                  <a:pt x="8" y="47"/>
                  <a:pt x="11" y="42"/>
                  <a:pt x="15" y="42"/>
                </a:cubicBezTo>
                <a:cubicBezTo>
                  <a:pt x="42" y="42"/>
                  <a:pt x="42" y="42"/>
                  <a:pt x="42" y="42"/>
                </a:cubicBezTo>
                <a:cubicBezTo>
                  <a:pt x="40" y="45"/>
                  <a:pt x="38" y="49"/>
                  <a:pt x="38" y="54"/>
                </a:cubicBezTo>
                <a:cubicBezTo>
                  <a:pt x="38" y="58"/>
                  <a:pt x="40" y="62"/>
                  <a:pt x="42" y="65"/>
                </a:cubicBezTo>
                <a:cubicBezTo>
                  <a:pt x="15" y="65"/>
                  <a:pt x="15" y="65"/>
                  <a:pt x="15" y="65"/>
                </a:cubicBezTo>
                <a:cubicBezTo>
                  <a:pt x="11" y="65"/>
                  <a:pt x="8" y="60"/>
                  <a:pt x="8" y="54"/>
                </a:cubicBezTo>
                <a:close/>
                <a:moveTo>
                  <a:pt x="46" y="115"/>
                </a:moveTo>
                <a:cubicBezTo>
                  <a:pt x="31" y="115"/>
                  <a:pt x="31" y="115"/>
                  <a:pt x="31" y="115"/>
                </a:cubicBezTo>
                <a:cubicBezTo>
                  <a:pt x="31" y="80"/>
                  <a:pt x="31" y="80"/>
                  <a:pt x="31" y="80"/>
                </a:cubicBezTo>
                <a:cubicBezTo>
                  <a:pt x="31" y="78"/>
                  <a:pt x="30" y="75"/>
                  <a:pt x="29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43" y="73"/>
                  <a:pt x="43" y="73"/>
                  <a:pt x="43" y="73"/>
                </a:cubicBezTo>
                <a:cubicBezTo>
                  <a:pt x="42" y="74"/>
                  <a:pt x="42" y="75"/>
                  <a:pt x="42" y="77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7"/>
                  <a:pt x="44" y="110"/>
                  <a:pt x="46" y="111"/>
                </a:cubicBezTo>
                <a:cubicBezTo>
                  <a:pt x="46" y="111"/>
                  <a:pt x="46" y="111"/>
                  <a:pt x="46" y="112"/>
                </a:cubicBezTo>
                <a:lnTo>
                  <a:pt x="46" y="115"/>
                </a:lnTo>
                <a:close/>
                <a:moveTo>
                  <a:pt x="51" y="65"/>
                </a:moveTo>
                <a:cubicBezTo>
                  <a:pt x="50" y="65"/>
                  <a:pt x="50" y="65"/>
                  <a:pt x="50" y="65"/>
                </a:cubicBezTo>
                <a:cubicBezTo>
                  <a:pt x="50" y="65"/>
                  <a:pt x="50" y="65"/>
                  <a:pt x="50" y="65"/>
                </a:cubicBezTo>
                <a:cubicBezTo>
                  <a:pt x="46" y="65"/>
                  <a:pt x="42" y="60"/>
                  <a:pt x="42" y="54"/>
                </a:cubicBezTo>
                <a:cubicBezTo>
                  <a:pt x="42" y="47"/>
                  <a:pt x="46" y="42"/>
                  <a:pt x="50" y="42"/>
                </a:cubicBezTo>
                <a:cubicBezTo>
                  <a:pt x="51" y="42"/>
                  <a:pt x="51" y="42"/>
                  <a:pt x="51" y="42"/>
                </a:cubicBezTo>
                <a:cubicBezTo>
                  <a:pt x="58" y="42"/>
                  <a:pt x="65" y="39"/>
                  <a:pt x="71" y="34"/>
                </a:cubicBezTo>
                <a:cubicBezTo>
                  <a:pt x="70" y="40"/>
                  <a:pt x="69" y="47"/>
                  <a:pt x="69" y="54"/>
                </a:cubicBezTo>
                <a:cubicBezTo>
                  <a:pt x="69" y="60"/>
                  <a:pt x="70" y="67"/>
                  <a:pt x="71" y="73"/>
                </a:cubicBezTo>
                <a:cubicBezTo>
                  <a:pt x="65" y="68"/>
                  <a:pt x="58" y="65"/>
                  <a:pt x="51" y="65"/>
                </a:cubicBezTo>
                <a:close/>
                <a:moveTo>
                  <a:pt x="96" y="100"/>
                </a:moveTo>
                <a:cubicBezTo>
                  <a:pt x="88" y="100"/>
                  <a:pt x="82" y="89"/>
                  <a:pt x="79" y="73"/>
                </a:cubicBezTo>
                <a:cubicBezTo>
                  <a:pt x="88" y="73"/>
                  <a:pt x="88" y="73"/>
                  <a:pt x="88" y="73"/>
                </a:cubicBezTo>
                <a:cubicBezTo>
                  <a:pt x="97" y="73"/>
                  <a:pt x="104" y="64"/>
                  <a:pt x="104" y="54"/>
                </a:cubicBezTo>
                <a:cubicBezTo>
                  <a:pt x="104" y="43"/>
                  <a:pt x="97" y="34"/>
                  <a:pt x="88" y="34"/>
                </a:cubicBezTo>
                <a:cubicBezTo>
                  <a:pt x="79" y="34"/>
                  <a:pt x="79" y="34"/>
                  <a:pt x="79" y="34"/>
                </a:cubicBezTo>
                <a:cubicBezTo>
                  <a:pt x="82" y="19"/>
                  <a:pt x="88" y="8"/>
                  <a:pt x="96" y="8"/>
                </a:cubicBezTo>
                <a:cubicBezTo>
                  <a:pt x="107" y="8"/>
                  <a:pt x="115" y="28"/>
                  <a:pt x="115" y="54"/>
                </a:cubicBezTo>
                <a:cubicBezTo>
                  <a:pt x="115" y="79"/>
                  <a:pt x="107" y="100"/>
                  <a:pt x="96" y="100"/>
                </a:cubicBezTo>
                <a:close/>
                <a:moveTo>
                  <a:pt x="96" y="100"/>
                </a:moveTo>
                <a:cubicBezTo>
                  <a:pt x="96" y="100"/>
                  <a:pt x="96" y="100"/>
                  <a:pt x="96" y="10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9"/>
          <p:cNvSpPr/>
          <p:nvPr/>
        </p:nvSpPr>
        <p:spPr>
          <a:xfrm>
            <a:off x="6935788" y="1806575"/>
            <a:ext cx="401637" cy="274638"/>
          </a:xfrm>
          <a:custGeom>
            <a:rect b="b" l="l" r="r" t="t"/>
            <a:pathLst>
              <a:path extrusionOk="0" h="84" w="123">
                <a:moveTo>
                  <a:pt x="115" y="4"/>
                </a:moveTo>
                <a:cubicBezTo>
                  <a:pt x="112" y="4"/>
                  <a:pt x="112" y="4"/>
                  <a:pt x="112" y="4"/>
                </a:cubicBezTo>
                <a:cubicBezTo>
                  <a:pt x="110" y="4"/>
                  <a:pt x="108" y="5"/>
                  <a:pt x="107" y="6"/>
                </a:cubicBezTo>
                <a:cubicBezTo>
                  <a:pt x="96" y="16"/>
                  <a:pt x="96" y="16"/>
                  <a:pt x="96" y="16"/>
                </a:cubicBezTo>
                <a:cubicBezTo>
                  <a:pt x="96" y="12"/>
                  <a:pt x="96" y="12"/>
                  <a:pt x="96" y="12"/>
                </a:cubicBezTo>
                <a:cubicBezTo>
                  <a:pt x="96" y="5"/>
                  <a:pt x="91" y="0"/>
                  <a:pt x="85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0" y="5"/>
                  <a:pt x="0" y="12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79"/>
                  <a:pt x="6" y="84"/>
                  <a:pt x="12" y="84"/>
                </a:cubicBezTo>
                <a:cubicBezTo>
                  <a:pt x="85" y="84"/>
                  <a:pt x="85" y="84"/>
                  <a:pt x="85" y="84"/>
                </a:cubicBezTo>
                <a:cubicBezTo>
                  <a:pt x="91" y="84"/>
                  <a:pt x="96" y="79"/>
                  <a:pt x="96" y="73"/>
                </a:cubicBezTo>
                <a:cubicBezTo>
                  <a:pt x="96" y="68"/>
                  <a:pt x="96" y="68"/>
                  <a:pt x="96" y="68"/>
                </a:cubicBezTo>
                <a:cubicBezTo>
                  <a:pt x="107" y="78"/>
                  <a:pt x="107" y="78"/>
                  <a:pt x="107" y="78"/>
                </a:cubicBezTo>
                <a:cubicBezTo>
                  <a:pt x="108" y="80"/>
                  <a:pt x="110" y="81"/>
                  <a:pt x="112" y="81"/>
                </a:cubicBezTo>
                <a:cubicBezTo>
                  <a:pt x="115" y="81"/>
                  <a:pt x="115" y="81"/>
                  <a:pt x="115" y="81"/>
                </a:cubicBezTo>
                <a:cubicBezTo>
                  <a:pt x="120" y="81"/>
                  <a:pt x="123" y="77"/>
                  <a:pt x="123" y="73"/>
                </a:cubicBezTo>
                <a:cubicBezTo>
                  <a:pt x="123" y="12"/>
                  <a:pt x="123" y="12"/>
                  <a:pt x="123" y="12"/>
                </a:cubicBezTo>
                <a:cubicBezTo>
                  <a:pt x="123" y="7"/>
                  <a:pt x="120" y="4"/>
                  <a:pt x="115" y="4"/>
                </a:cubicBezTo>
                <a:close/>
                <a:moveTo>
                  <a:pt x="12" y="77"/>
                </a:moveTo>
                <a:cubicBezTo>
                  <a:pt x="10" y="77"/>
                  <a:pt x="8" y="75"/>
                  <a:pt x="8" y="73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9"/>
                  <a:pt x="10" y="8"/>
                  <a:pt x="12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7" y="8"/>
                  <a:pt x="89" y="9"/>
                  <a:pt x="89" y="12"/>
                </a:cubicBezTo>
                <a:cubicBezTo>
                  <a:pt x="89" y="73"/>
                  <a:pt x="89" y="73"/>
                  <a:pt x="89" y="73"/>
                </a:cubicBezTo>
                <a:cubicBezTo>
                  <a:pt x="89" y="75"/>
                  <a:pt x="87" y="77"/>
                  <a:pt x="85" y="77"/>
                </a:cubicBezTo>
                <a:lnTo>
                  <a:pt x="12" y="77"/>
                </a:lnTo>
                <a:close/>
                <a:moveTo>
                  <a:pt x="115" y="73"/>
                </a:moveTo>
                <a:cubicBezTo>
                  <a:pt x="112" y="73"/>
                  <a:pt x="112" y="73"/>
                  <a:pt x="112" y="73"/>
                </a:cubicBezTo>
                <a:cubicBezTo>
                  <a:pt x="96" y="58"/>
                  <a:pt x="96" y="58"/>
                  <a:pt x="96" y="58"/>
                </a:cubicBezTo>
                <a:cubicBezTo>
                  <a:pt x="96" y="58"/>
                  <a:pt x="96" y="58"/>
                  <a:pt x="96" y="58"/>
                </a:cubicBezTo>
                <a:cubicBezTo>
                  <a:pt x="92" y="54"/>
                  <a:pt x="92" y="54"/>
                  <a:pt x="92" y="54"/>
                </a:cubicBezTo>
                <a:cubicBezTo>
                  <a:pt x="92" y="31"/>
                  <a:pt x="92" y="31"/>
                  <a:pt x="92" y="31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5" y="12"/>
                  <a:pt x="115" y="12"/>
                  <a:pt x="115" y="12"/>
                </a:cubicBezTo>
                <a:lnTo>
                  <a:pt x="115" y="73"/>
                </a:lnTo>
                <a:close/>
                <a:moveTo>
                  <a:pt x="115" y="73"/>
                </a:moveTo>
                <a:cubicBezTo>
                  <a:pt x="115" y="73"/>
                  <a:pt x="115" y="73"/>
                  <a:pt x="115" y="7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9"/>
          <p:cNvSpPr/>
          <p:nvPr/>
        </p:nvSpPr>
        <p:spPr>
          <a:xfrm>
            <a:off x="7667625" y="1792288"/>
            <a:ext cx="400050" cy="301625"/>
          </a:xfrm>
          <a:custGeom>
            <a:rect b="b" l="l" r="r" t="t"/>
            <a:pathLst>
              <a:path extrusionOk="0" h="92" w="123">
                <a:moveTo>
                  <a:pt x="120" y="22"/>
                </a:moveTo>
                <a:cubicBezTo>
                  <a:pt x="101" y="2"/>
                  <a:pt x="101" y="2"/>
                  <a:pt x="101" y="2"/>
                </a:cubicBezTo>
                <a:cubicBezTo>
                  <a:pt x="100" y="1"/>
                  <a:pt x="98" y="0"/>
                  <a:pt x="96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5" y="0"/>
                  <a:pt x="23" y="1"/>
                  <a:pt x="22" y="2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3"/>
                  <a:pt x="0" y="25"/>
                  <a:pt x="0" y="27"/>
                </a:cubicBezTo>
                <a:cubicBezTo>
                  <a:pt x="0" y="29"/>
                  <a:pt x="1" y="31"/>
                  <a:pt x="2" y="32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91"/>
                  <a:pt x="59" y="92"/>
                  <a:pt x="61" y="92"/>
                </a:cubicBezTo>
                <a:cubicBezTo>
                  <a:pt x="64" y="92"/>
                  <a:pt x="66" y="91"/>
                  <a:pt x="67" y="90"/>
                </a:cubicBezTo>
                <a:cubicBezTo>
                  <a:pt x="121" y="32"/>
                  <a:pt x="121" y="32"/>
                  <a:pt x="121" y="32"/>
                </a:cubicBezTo>
                <a:cubicBezTo>
                  <a:pt x="122" y="31"/>
                  <a:pt x="123" y="29"/>
                  <a:pt x="123" y="27"/>
                </a:cubicBezTo>
                <a:cubicBezTo>
                  <a:pt x="123" y="25"/>
                  <a:pt x="122" y="23"/>
                  <a:pt x="120" y="22"/>
                </a:cubicBezTo>
                <a:close/>
                <a:moveTo>
                  <a:pt x="93" y="8"/>
                </a:moveTo>
                <a:cubicBezTo>
                  <a:pt x="86" y="14"/>
                  <a:pt x="86" y="14"/>
                  <a:pt x="86" y="14"/>
                </a:cubicBezTo>
                <a:cubicBezTo>
                  <a:pt x="79" y="8"/>
                  <a:pt x="79" y="8"/>
                  <a:pt x="79" y="8"/>
                </a:cubicBezTo>
                <a:lnTo>
                  <a:pt x="93" y="8"/>
                </a:lnTo>
                <a:close/>
                <a:moveTo>
                  <a:pt x="93" y="27"/>
                </a:moveTo>
                <a:cubicBezTo>
                  <a:pt x="76" y="27"/>
                  <a:pt x="76" y="27"/>
                  <a:pt x="76" y="27"/>
                </a:cubicBezTo>
                <a:cubicBezTo>
                  <a:pt x="85" y="19"/>
                  <a:pt x="85" y="19"/>
                  <a:pt x="85" y="19"/>
                </a:cubicBezTo>
                <a:lnTo>
                  <a:pt x="93" y="27"/>
                </a:lnTo>
                <a:close/>
                <a:moveTo>
                  <a:pt x="83" y="16"/>
                </a:moveTo>
                <a:cubicBezTo>
                  <a:pt x="73" y="25"/>
                  <a:pt x="73" y="25"/>
                  <a:pt x="73" y="25"/>
                </a:cubicBezTo>
                <a:cubicBezTo>
                  <a:pt x="64" y="17"/>
                  <a:pt x="64" y="17"/>
                  <a:pt x="64" y="17"/>
                </a:cubicBezTo>
                <a:cubicBezTo>
                  <a:pt x="75" y="9"/>
                  <a:pt x="75" y="9"/>
                  <a:pt x="75" y="9"/>
                </a:cubicBezTo>
                <a:lnTo>
                  <a:pt x="83" y="16"/>
                </a:lnTo>
                <a:close/>
                <a:moveTo>
                  <a:pt x="70" y="27"/>
                </a:moveTo>
                <a:cubicBezTo>
                  <a:pt x="53" y="27"/>
                  <a:pt x="53" y="27"/>
                  <a:pt x="53" y="27"/>
                </a:cubicBezTo>
                <a:cubicBezTo>
                  <a:pt x="61" y="20"/>
                  <a:pt x="61" y="20"/>
                  <a:pt x="61" y="20"/>
                </a:cubicBezTo>
                <a:lnTo>
                  <a:pt x="70" y="27"/>
                </a:lnTo>
                <a:close/>
                <a:moveTo>
                  <a:pt x="70" y="8"/>
                </a:moveTo>
                <a:cubicBezTo>
                  <a:pt x="61" y="15"/>
                  <a:pt x="61" y="15"/>
                  <a:pt x="61" y="15"/>
                </a:cubicBezTo>
                <a:cubicBezTo>
                  <a:pt x="53" y="8"/>
                  <a:pt x="53" y="8"/>
                  <a:pt x="53" y="8"/>
                </a:cubicBezTo>
                <a:lnTo>
                  <a:pt x="70" y="8"/>
                </a:lnTo>
                <a:close/>
                <a:moveTo>
                  <a:pt x="58" y="17"/>
                </a:moveTo>
                <a:cubicBezTo>
                  <a:pt x="50" y="25"/>
                  <a:pt x="50" y="25"/>
                  <a:pt x="50" y="25"/>
                </a:cubicBezTo>
                <a:cubicBezTo>
                  <a:pt x="40" y="16"/>
                  <a:pt x="40" y="16"/>
                  <a:pt x="40" y="16"/>
                </a:cubicBezTo>
                <a:cubicBezTo>
                  <a:pt x="48" y="9"/>
                  <a:pt x="48" y="9"/>
                  <a:pt x="48" y="9"/>
                </a:cubicBezTo>
                <a:lnTo>
                  <a:pt x="58" y="17"/>
                </a:lnTo>
                <a:close/>
                <a:moveTo>
                  <a:pt x="47" y="27"/>
                </a:moveTo>
                <a:cubicBezTo>
                  <a:pt x="30" y="27"/>
                  <a:pt x="30" y="27"/>
                  <a:pt x="30" y="27"/>
                </a:cubicBezTo>
                <a:cubicBezTo>
                  <a:pt x="37" y="19"/>
                  <a:pt x="37" y="19"/>
                  <a:pt x="37" y="19"/>
                </a:cubicBezTo>
                <a:lnTo>
                  <a:pt x="47" y="27"/>
                </a:lnTo>
                <a:close/>
                <a:moveTo>
                  <a:pt x="43" y="8"/>
                </a:moveTo>
                <a:cubicBezTo>
                  <a:pt x="37" y="14"/>
                  <a:pt x="37" y="14"/>
                  <a:pt x="37" y="14"/>
                </a:cubicBezTo>
                <a:cubicBezTo>
                  <a:pt x="30" y="8"/>
                  <a:pt x="30" y="8"/>
                  <a:pt x="30" y="8"/>
                </a:cubicBezTo>
                <a:lnTo>
                  <a:pt x="43" y="8"/>
                </a:lnTo>
                <a:close/>
                <a:moveTo>
                  <a:pt x="26" y="9"/>
                </a:moveTo>
                <a:cubicBezTo>
                  <a:pt x="34" y="17"/>
                  <a:pt x="34" y="17"/>
                  <a:pt x="34" y="17"/>
                </a:cubicBezTo>
                <a:cubicBezTo>
                  <a:pt x="24" y="27"/>
                  <a:pt x="24" y="27"/>
                  <a:pt x="24" y="27"/>
                </a:cubicBezTo>
                <a:cubicBezTo>
                  <a:pt x="8" y="27"/>
                  <a:pt x="8" y="27"/>
                  <a:pt x="8" y="27"/>
                </a:cubicBezTo>
                <a:lnTo>
                  <a:pt x="26" y="9"/>
                </a:lnTo>
                <a:close/>
                <a:moveTo>
                  <a:pt x="11" y="31"/>
                </a:moveTo>
                <a:cubicBezTo>
                  <a:pt x="25" y="31"/>
                  <a:pt x="25" y="31"/>
                  <a:pt x="25" y="31"/>
                </a:cubicBezTo>
                <a:cubicBezTo>
                  <a:pt x="49" y="71"/>
                  <a:pt x="49" y="71"/>
                  <a:pt x="49" y="71"/>
                </a:cubicBezTo>
                <a:lnTo>
                  <a:pt x="11" y="31"/>
                </a:lnTo>
                <a:close/>
                <a:moveTo>
                  <a:pt x="29" y="31"/>
                </a:moveTo>
                <a:cubicBezTo>
                  <a:pt x="48" y="31"/>
                  <a:pt x="48" y="31"/>
                  <a:pt x="48" y="31"/>
                </a:cubicBezTo>
                <a:cubicBezTo>
                  <a:pt x="57" y="78"/>
                  <a:pt x="57" y="78"/>
                  <a:pt x="57" y="78"/>
                </a:cubicBezTo>
                <a:lnTo>
                  <a:pt x="29" y="31"/>
                </a:lnTo>
                <a:close/>
                <a:moveTo>
                  <a:pt x="52" y="31"/>
                </a:moveTo>
                <a:cubicBezTo>
                  <a:pt x="71" y="31"/>
                  <a:pt x="71" y="31"/>
                  <a:pt x="71" y="31"/>
                </a:cubicBezTo>
                <a:cubicBezTo>
                  <a:pt x="61" y="79"/>
                  <a:pt x="61" y="79"/>
                  <a:pt x="61" y="79"/>
                </a:cubicBezTo>
                <a:lnTo>
                  <a:pt x="52" y="31"/>
                </a:lnTo>
                <a:close/>
                <a:moveTo>
                  <a:pt x="65" y="78"/>
                </a:moveTo>
                <a:cubicBezTo>
                  <a:pt x="75" y="31"/>
                  <a:pt x="75" y="31"/>
                  <a:pt x="75" y="31"/>
                </a:cubicBezTo>
                <a:cubicBezTo>
                  <a:pt x="94" y="31"/>
                  <a:pt x="94" y="31"/>
                  <a:pt x="94" y="31"/>
                </a:cubicBezTo>
                <a:lnTo>
                  <a:pt x="65" y="78"/>
                </a:lnTo>
                <a:close/>
                <a:moveTo>
                  <a:pt x="74" y="71"/>
                </a:moveTo>
                <a:cubicBezTo>
                  <a:pt x="98" y="31"/>
                  <a:pt x="98" y="31"/>
                  <a:pt x="98" y="31"/>
                </a:cubicBezTo>
                <a:cubicBezTo>
                  <a:pt x="112" y="31"/>
                  <a:pt x="112" y="31"/>
                  <a:pt x="112" y="31"/>
                </a:cubicBezTo>
                <a:lnTo>
                  <a:pt x="74" y="71"/>
                </a:lnTo>
                <a:close/>
                <a:moveTo>
                  <a:pt x="99" y="27"/>
                </a:moveTo>
                <a:cubicBezTo>
                  <a:pt x="88" y="17"/>
                  <a:pt x="88" y="17"/>
                  <a:pt x="88" y="17"/>
                </a:cubicBezTo>
                <a:cubicBezTo>
                  <a:pt x="97" y="9"/>
                  <a:pt x="97" y="9"/>
                  <a:pt x="97" y="9"/>
                </a:cubicBezTo>
                <a:cubicBezTo>
                  <a:pt x="115" y="27"/>
                  <a:pt x="115" y="27"/>
                  <a:pt x="115" y="27"/>
                </a:cubicBezTo>
                <a:lnTo>
                  <a:pt x="99" y="27"/>
                </a:lnTo>
                <a:close/>
                <a:moveTo>
                  <a:pt x="99" y="27"/>
                </a:moveTo>
                <a:cubicBezTo>
                  <a:pt x="99" y="27"/>
                  <a:pt x="99" y="27"/>
                  <a:pt x="99" y="2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2" name="Google Shape;2592;p9"/>
          <p:cNvGrpSpPr/>
          <p:nvPr/>
        </p:nvGrpSpPr>
        <p:grpSpPr>
          <a:xfrm>
            <a:off x="8397474" y="1741783"/>
            <a:ext cx="401466" cy="401466"/>
            <a:chOff x="8780463" y="1906588"/>
            <a:chExt cx="360363" cy="360363"/>
          </a:xfrm>
        </p:grpSpPr>
        <p:sp>
          <p:nvSpPr>
            <p:cNvPr id="2593" name="Google Shape;2593;p9"/>
            <p:cNvSpPr/>
            <p:nvPr/>
          </p:nvSpPr>
          <p:spPr>
            <a:xfrm>
              <a:off x="8780463" y="1938338"/>
              <a:ext cx="328613" cy="328613"/>
            </a:xfrm>
            <a:custGeom>
              <a:rect b="b" l="l" r="r" t="t"/>
              <a:pathLst>
                <a:path extrusionOk="0" h="112" w="112">
                  <a:moveTo>
                    <a:pt x="80" y="3"/>
                  </a:moveTo>
                  <a:cubicBezTo>
                    <a:pt x="78" y="1"/>
                    <a:pt x="76" y="0"/>
                    <a:pt x="73" y="0"/>
                  </a:cubicBezTo>
                  <a:cubicBezTo>
                    <a:pt x="71" y="0"/>
                    <a:pt x="68" y="1"/>
                    <a:pt x="66" y="3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59" y="10"/>
                    <a:pt x="58" y="13"/>
                    <a:pt x="58" y="15"/>
                  </a:cubicBezTo>
                  <a:cubicBezTo>
                    <a:pt x="58" y="17"/>
                    <a:pt x="59" y="19"/>
                    <a:pt x="60" y="2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4" y="43"/>
                    <a:pt x="2" y="46"/>
                    <a:pt x="1" y="50"/>
                  </a:cubicBezTo>
                  <a:cubicBezTo>
                    <a:pt x="0" y="53"/>
                    <a:pt x="1" y="57"/>
                    <a:pt x="4" y="60"/>
                  </a:cubicBezTo>
                  <a:cubicBezTo>
                    <a:pt x="53" y="108"/>
                    <a:pt x="53" y="108"/>
                    <a:pt x="53" y="108"/>
                  </a:cubicBezTo>
                  <a:cubicBezTo>
                    <a:pt x="55" y="110"/>
                    <a:pt x="58" y="112"/>
                    <a:pt x="61" y="112"/>
                  </a:cubicBezTo>
                  <a:cubicBezTo>
                    <a:pt x="61" y="112"/>
                    <a:pt x="61" y="112"/>
                    <a:pt x="61" y="112"/>
                  </a:cubicBezTo>
                  <a:cubicBezTo>
                    <a:pt x="62" y="112"/>
                    <a:pt x="63" y="112"/>
                    <a:pt x="63" y="111"/>
                  </a:cubicBezTo>
                  <a:cubicBezTo>
                    <a:pt x="67" y="111"/>
                    <a:pt x="70" y="108"/>
                    <a:pt x="72" y="104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4" y="54"/>
                    <a:pt x="95" y="55"/>
                    <a:pt x="97" y="55"/>
                  </a:cubicBezTo>
                  <a:cubicBezTo>
                    <a:pt x="100" y="55"/>
                    <a:pt x="102" y="54"/>
                    <a:pt x="104" y="52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11" y="45"/>
                    <a:pt x="112" y="42"/>
                    <a:pt x="112" y="40"/>
                  </a:cubicBezTo>
                  <a:cubicBezTo>
                    <a:pt x="112" y="37"/>
                    <a:pt x="111" y="35"/>
                    <a:pt x="110" y="33"/>
                  </a:cubicBezTo>
                  <a:lnTo>
                    <a:pt x="80" y="3"/>
                  </a:lnTo>
                  <a:close/>
                  <a:moveTo>
                    <a:pt x="65" y="102"/>
                  </a:moveTo>
                  <a:cubicBezTo>
                    <a:pt x="64" y="103"/>
                    <a:pt x="63" y="104"/>
                    <a:pt x="62" y="104"/>
                  </a:cubicBezTo>
                  <a:cubicBezTo>
                    <a:pt x="61" y="104"/>
                    <a:pt x="61" y="104"/>
                    <a:pt x="61" y="104"/>
                  </a:cubicBezTo>
                  <a:cubicBezTo>
                    <a:pt x="60" y="104"/>
                    <a:pt x="59" y="104"/>
                    <a:pt x="58" y="103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4"/>
                    <a:pt x="8" y="52"/>
                    <a:pt x="8" y="51"/>
                  </a:cubicBezTo>
                  <a:cubicBezTo>
                    <a:pt x="9" y="50"/>
                    <a:pt x="9" y="49"/>
                    <a:pt x="11" y="4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51" y="44"/>
                    <a:pt x="67" y="39"/>
                    <a:pt x="83" y="56"/>
                  </a:cubicBezTo>
                  <a:lnTo>
                    <a:pt x="65" y="102"/>
                  </a:lnTo>
                  <a:close/>
                  <a:moveTo>
                    <a:pt x="104" y="41"/>
                  </a:moveTo>
                  <a:cubicBezTo>
                    <a:pt x="99" y="46"/>
                    <a:pt x="99" y="46"/>
                    <a:pt x="99" y="46"/>
                  </a:cubicBezTo>
                  <a:cubicBezTo>
                    <a:pt x="98" y="47"/>
                    <a:pt x="97" y="47"/>
                    <a:pt x="96" y="46"/>
                  </a:cubicBezTo>
                  <a:cubicBezTo>
                    <a:pt x="89" y="40"/>
                    <a:pt x="89" y="40"/>
                    <a:pt x="89" y="40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3" y="41"/>
                    <a:pt x="61" y="39"/>
                    <a:pt x="50" y="38"/>
                  </a:cubicBezTo>
                  <a:cubicBezTo>
                    <a:pt x="47" y="38"/>
                    <a:pt x="44" y="37"/>
                    <a:pt x="40" y="36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6"/>
                    <a:pt x="66" y="15"/>
                    <a:pt x="66" y="14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3" y="8"/>
                    <a:pt x="74" y="8"/>
                    <a:pt x="75" y="9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105" y="39"/>
                    <a:pt x="105" y="40"/>
                    <a:pt x="104" y="41"/>
                  </a:cubicBezTo>
                  <a:close/>
                  <a:moveTo>
                    <a:pt x="104" y="41"/>
                  </a:moveTo>
                  <a:cubicBezTo>
                    <a:pt x="104" y="41"/>
                    <a:pt x="104" y="41"/>
                    <a:pt x="104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9"/>
            <p:cNvSpPr/>
            <p:nvPr/>
          </p:nvSpPr>
          <p:spPr>
            <a:xfrm>
              <a:off x="8939213" y="2084388"/>
              <a:ext cx="55563" cy="57150"/>
            </a:xfrm>
            <a:custGeom>
              <a:rect b="b" l="l" r="r" t="t"/>
              <a:pathLst>
                <a:path extrusionOk="0" h="19" w="19">
                  <a:moveTo>
                    <a:pt x="10" y="19"/>
                  </a:moveTo>
                  <a:cubicBezTo>
                    <a:pt x="15" y="19"/>
                    <a:pt x="19" y="15"/>
                    <a:pt x="19" y="10"/>
                  </a:cubicBezTo>
                  <a:cubicBezTo>
                    <a:pt x="19" y="5"/>
                    <a:pt x="15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5"/>
                    <a:pt x="5" y="19"/>
                    <a:pt x="10" y="19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9"/>
            <p:cNvSpPr/>
            <p:nvPr/>
          </p:nvSpPr>
          <p:spPr>
            <a:xfrm>
              <a:off x="9085263" y="1906588"/>
              <a:ext cx="55563" cy="55563"/>
            </a:xfrm>
            <a:custGeom>
              <a:rect b="b" l="l" r="r" t="t"/>
              <a:pathLst>
                <a:path extrusionOk="0" h="19" w="19">
                  <a:moveTo>
                    <a:pt x="10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5"/>
                    <a:pt x="4" y="19"/>
                    <a:pt x="10" y="19"/>
                  </a:cubicBezTo>
                  <a:cubicBezTo>
                    <a:pt x="15" y="19"/>
                    <a:pt x="19" y="15"/>
                    <a:pt x="19" y="9"/>
                  </a:cubicBezTo>
                  <a:cubicBezTo>
                    <a:pt x="19" y="4"/>
                    <a:pt x="15" y="0"/>
                    <a:pt x="10" y="0"/>
                  </a:cubicBezTo>
                  <a:close/>
                  <a:moveTo>
                    <a:pt x="10" y="15"/>
                  </a:moveTo>
                  <a:cubicBezTo>
                    <a:pt x="7" y="15"/>
                    <a:pt x="4" y="13"/>
                    <a:pt x="4" y="9"/>
                  </a:cubicBezTo>
                  <a:cubicBezTo>
                    <a:pt x="4" y="6"/>
                    <a:pt x="7" y="4"/>
                    <a:pt x="10" y="4"/>
                  </a:cubicBezTo>
                  <a:cubicBezTo>
                    <a:pt x="13" y="4"/>
                    <a:pt x="16" y="6"/>
                    <a:pt x="16" y="9"/>
                  </a:cubicBezTo>
                  <a:cubicBezTo>
                    <a:pt x="16" y="13"/>
                    <a:pt x="13" y="15"/>
                    <a:pt x="10" y="15"/>
                  </a:cubicBezTo>
                  <a:close/>
                  <a:moveTo>
                    <a:pt x="10" y="15"/>
                  </a:moveTo>
                  <a:cubicBezTo>
                    <a:pt x="10" y="15"/>
                    <a:pt x="10" y="15"/>
                    <a:pt x="1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9"/>
            <p:cNvSpPr/>
            <p:nvPr/>
          </p:nvSpPr>
          <p:spPr>
            <a:xfrm>
              <a:off x="8872538" y="2073276"/>
              <a:ext cx="46038" cy="47625"/>
            </a:xfrm>
            <a:custGeom>
              <a:rect b="b" l="l" r="r" t="t"/>
              <a:pathLst>
                <a:path extrusionOk="0" h="16" w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9"/>
            <p:cNvSpPr/>
            <p:nvPr/>
          </p:nvSpPr>
          <p:spPr>
            <a:xfrm>
              <a:off x="8918575" y="2152651"/>
              <a:ext cx="20638" cy="23813"/>
            </a:xfrm>
            <a:custGeom>
              <a:rect b="b" l="l" r="r" t="t"/>
              <a:pathLst>
                <a:path extrusionOk="0" h="8" w="7">
                  <a:moveTo>
                    <a:pt x="7" y="4"/>
                  </a:moveTo>
                  <a:cubicBezTo>
                    <a:pt x="7" y="6"/>
                    <a:pt x="6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6" y="0"/>
                    <a:pt x="7" y="2"/>
                    <a:pt x="7" y="4"/>
                  </a:cubicBezTo>
                  <a:close/>
                  <a:moveTo>
                    <a:pt x="7" y="4"/>
                  </a:moveTo>
                  <a:cubicBezTo>
                    <a:pt x="7" y="4"/>
                    <a:pt x="7" y="4"/>
                    <a:pt x="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9"/>
            <p:cNvSpPr/>
            <p:nvPr/>
          </p:nvSpPr>
          <p:spPr>
            <a:xfrm>
              <a:off x="9096375" y="1985963"/>
              <a:ext cx="23813" cy="20638"/>
            </a:xfrm>
            <a:custGeom>
              <a:rect b="b" l="l" r="r" t="t"/>
              <a:pathLst>
                <a:path extrusionOk="0" h="7" w="8">
                  <a:moveTo>
                    <a:pt x="8" y="4"/>
                  </a:moveTo>
                  <a:cubicBezTo>
                    <a:pt x="8" y="6"/>
                    <a:pt x="6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lose/>
                  <a:moveTo>
                    <a:pt x="8" y="4"/>
                  </a:moveTo>
                  <a:cubicBezTo>
                    <a:pt x="8" y="4"/>
                    <a:pt x="8" y="4"/>
                    <a:pt x="8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9" name="Google Shape;2599;p9"/>
          <p:cNvGrpSpPr/>
          <p:nvPr/>
        </p:nvGrpSpPr>
        <p:grpSpPr>
          <a:xfrm>
            <a:off x="8401012" y="3694284"/>
            <a:ext cx="401466" cy="401466"/>
            <a:chOff x="8783638" y="3568701"/>
            <a:chExt cx="360363" cy="360363"/>
          </a:xfrm>
        </p:grpSpPr>
        <p:sp>
          <p:nvSpPr>
            <p:cNvPr id="2600" name="Google Shape;2600;p9"/>
            <p:cNvSpPr/>
            <p:nvPr/>
          </p:nvSpPr>
          <p:spPr>
            <a:xfrm>
              <a:off x="8783638" y="3568701"/>
              <a:ext cx="360363" cy="360363"/>
            </a:xfrm>
            <a:custGeom>
              <a:rect b="b" l="l" r="r" t="t"/>
              <a:pathLst>
                <a:path extrusionOk="0" h="123" w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9"/>
            <p:cNvSpPr/>
            <p:nvPr/>
          </p:nvSpPr>
          <p:spPr>
            <a:xfrm>
              <a:off x="8818563" y="3862388"/>
              <a:ext cx="33338" cy="31750"/>
            </a:xfrm>
            <a:custGeom>
              <a:rect b="b" l="l" r="r" t="t"/>
              <a:pathLst>
                <a:path extrusionOk="0" h="11" w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2" name="Google Shape;2602;p9"/>
          <p:cNvSpPr/>
          <p:nvPr/>
        </p:nvSpPr>
        <p:spPr>
          <a:xfrm>
            <a:off x="5334000" y="3690938"/>
            <a:ext cx="401638" cy="403225"/>
          </a:xfrm>
          <a:custGeom>
            <a:rect b="b" l="l" r="r" t="t"/>
            <a:pathLst>
              <a:path extrusionOk="0" h="123" w="123">
                <a:moveTo>
                  <a:pt x="120" y="2"/>
                </a:moveTo>
                <a:cubicBezTo>
                  <a:pt x="119" y="1"/>
                  <a:pt x="117" y="0"/>
                  <a:pt x="115" y="0"/>
                </a:cubicBezTo>
                <a:cubicBezTo>
                  <a:pt x="114" y="0"/>
                  <a:pt x="114" y="0"/>
                  <a:pt x="114" y="0"/>
                </a:cubicBezTo>
                <a:cubicBezTo>
                  <a:pt x="49" y="12"/>
                  <a:pt x="49" y="12"/>
                  <a:pt x="49" y="12"/>
                </a:cubicBezTo>
                <a:cubicBezTo>
                  <a:pt x="45" y="12"/>
                  <a:pt x="43" y="15"/>
                  <a:pt x="43" y="19"/>
                </a:cubicBezTo>
                <a:cubicBezTo>
                  <a:pt x="43" y="85"/>
                  <a:pt x="43" y="85"/>
                  <a:pt x="43" y="85"/>
                </a:cubicBezTo>
                <a:cubicBezTo>
                  <a:pt x="39" y="82"/>
                  <a:pt x="34" y="81"/>
                  <a:pt x="28" y="81"/>
                </a:cubicBezTo>
                <a:cubicBezTo>
                  <a:pt x="25" y="81"/>
                  <a:pt x="22" y="81"/>
                  <a:pt x="18" y="82"/>
                </a:cubicBezTo>
                <a:cubicBezTo>
                  <a:pt x="11" y="85"/>
                  <a:pt x="5" y="89"/>
                  <a:pt x="2" y="96"/>
                </a:cubicBezTo>
                <a:cubicBezTo>
                  <a:pt x="0" y="100"/>
                  <a:pt x="0" y="105"/>
                  <a:pt x="2" y="110"/>
                </a:cubicBezTo>
                <a:cubicBezTo>
                  <a:pt x="4" y="118"/>
                  <a:pt x="13" y="123"/>
                  <a:pt x="23" y="123"/>
                </a:cubicBezTo>
                <a:cubicBezTo>
                  <a:pt x="26" y="123"/>
                  <a:pt x="29" y="122"/>
                  <a:pt x="32" y="121"/>
                </a:cubicBezTo>
                <a:cubicBezTo>
                  <a:pt x="40" y="119"/>
                  <a:pt x="45" y="114"/>
                  <a:pt x="48" y="108"/>
                </a:cubicBezTo>
                <a:cubicBezTo>
                  <a:pt x="50" y="105"/>
                  <a:pt x="50" y="102"/>
                  <a:pt x="50" y="100"/>
                </a:cubicBezTo>
                <a:cubicBezTo>
                  <a:pt x="50" y="100"/>
                  <a:pt x="50" y="100"/>
                  <a:pt x="50" y="100"/>
                </a:cubicBezTo>
                <a:cubicBezTo>
                  <a:pt x="50" y="38"/>
                  <a:pt x="50" y="38"/>
                  <a:pt x="50" y="38"/>
                </a:cubicBezTo>
                <a:cubicBezTo>
                  <a:pt x="52" y="38"/>
                  <a:pt x="52" y="38"/>
                  <a:pt x="52" y="38"/>
                </a:cubicBezTo>
                <a:cubicBezTo>
                  <a:pt x="115" y="27"/>
                  <a:pt x="115" y="27"/>
                  <a:pt x="115" y="27"/>
                </a:cubicBezTo>
                <a:cubicBezTo>
                  <a:pt x="115" y="74"/>
                  <a:pt x="115" y="74"/>
                  <a:pt x="115" y="74"/>
                </a:cubicBezTo>
                <a:cubicBezTo>
                  <a:pt x="112" y="71"/>
                  <a:pt x="107" y="69"/>
                  <a:pt x="101" y="69"/>
                </a:cubicBezTo>
                <a:cubicBezTo>
                  <a:pt x="98" y="69"/>
                  <a:pt x="94" y="70"/>
                  <a:pt x="91" y="71"/>
                </a:cubicBezTo>
                <a:cubicBezTo>
                  <a:pt x="84" y="73"/>
                  <a:pt x="78" y="78"/>
                  <a:pt x="75" y="84"/>
                </a:cubicBezTo>
                <a:cubicBezTo>
                  <a:pt x="73" y="89"/>
                  <a:pt x="73" y="94"/>
                  <a:pt x="74" y="98"/>
                </a:cubicBezTo>
                <a:cubicBezTo>
                  <a:pt x="77" y="106"/>
                  <a:pt x="86" y="111"/>
                  <a:pt x="96" y="111"/>
                </a:cubicBezTo>
                <a:cubicBezTo>
                  <a:pt x="99" y="111"/>
                  <a:pt x="102" y="111"/>
                  <a:pt x="105" y="110"/>
                </a:cubicBezTo>
                <a:cubicBezTo>
                  <a:pt x="112" y="107"/>
                  <a:pt x="118" y="102"/>
                  <a:pt x="121" y="96"/>
                </a:cubicBezTo>
                <a:cubicBezTo>
                  <a:pt x="122" y="94"/>
                  <a:pt x="123" y="91"/>
                  <a:pt x="123" y="88"/>
                </a:cubicBezTo>
                <a:cubicBezTo>
                  <a:pt x="123" y="88"/>
                  <a:pt x="123" y="88"/>
                  <a:pt x="123" y="88"/>
                </a:cubicBezTo>
                <a:cubicBezTo>
                  <a:pt x="123" y="8"/>
                  <a:pt x="123" y="8"/>
                  <a:pt x="123" y="8"/>
                </a:cubicBezTo>
                <a:cubicBezTo>
                  <a:pt x="123" y="5"/>
                  <a:pt x="122" y="3"/>
                  <a:pt x="120" y="2"/>
                </a:cubicBezTo>
                <a:close/>
                <a:moveTo>
                  <a:pt x="30" y="114"/>
                </a:moveTo>
                <a:cubicBezTo>
                  <a:pt x="21" y="117"/>
                  <a:pt x="11" y="114"/>
                  <a:pt x="9" y="107"/>
                </a:cubicBezTo>
                <a:cubicBezTo>
                  <a:pt x="6" y="100"/>
                  <a:pt x="12" y="93"/>
                  <a:pt x="21" y="89"/>
                </a:cubicBezTo>
                <a:cubicBezTo>
                  <a:pt x="30" y="86"/>
                  <a:pt x="39" y="89"/>
                  <a:pt x="42" y="96"/>
                </a:cubicBezTo>
                <a:cubicBezTo>
                  <a:pt x="44" y="103"/>
                  <a:pt x="39" y="111"/>
                  <a:pt x="30" y="114"/>
                </a:cubicBezTo>
                <a:close/>
                <a:moveTo>
                  <a:pt x="115" y="19"/>
                </a:moveTo>
                <a:cubicBezTo>
                  <a:pt x="50" y="31"/>
                  <a:pt x="50" y="31"/>
                  <a:pt x="50" y="31"/>
                </a:cubicBezTo>
                <a:cubicBezTo>
                  <a:pt x="50" y="19"/>
                  <a:pt x="50" y="19"/>
                  <a:pt x="50" y="19"/>
                </a:cubicBezTo>
                <a:cubicBezTo>
                  <a:pt x="115" y="8"/>
                  <a:pt x="115" y="8"/>
                  <a:pt x="115" y="8"/>
                </a:cubicBezTo>
                <a:lnTo>
                  <a:pt x="115" y="19"/>
                </a:lnTo>
                <a:close/>
                <a:moveTo>
                  <a:pt x="103" y="102"/>
                </a:moveTo>
                <a:cubicBezTo>
                  <a:pt x="93" y="105"/>
                  <a:pt x="84" y="102"/>
                  <a:pt x="81" y="96"/>
                </a:cubicBezTo>
                <a:cubicBezTo>
                  <a:pt x="79" y="89"/>
                  <a:pt x="84" y="81"/>
                  <a:pt x="93" y="78"/>
                </a:cubicBezTo>
                <a:cubicBezTo>
                  <a:pt x="103" y="75"/>
                  <a:pt x="112" y="78"/>
                  <a:pt x="115" y="85"/>
                </a:cubicBezTo>
                <a:cubicBezTo>
                  <a:pt x="117" y="91"/>
                  <a:pt x="112" y="99"/>
                  <a:pt x="103" y="102"/>
                </a:cubicBezTo>
                <a:close/>
                <a:moveTo>
                  <a:pt x="103" y="102"/>
                </a:moveTo>
                <a:cubicBezTo>
                  <a:pt x="103" y="102"/>
                  <a:pt x="103" y="102"/>
                  <a:pt x="103" y="10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3" name="Google Shape;2603;p9"/>
          <p:cNvGrpSpPr/>
          <p:nvPr/>
        </p:nvGrpSpPr>
        <p:grpSpPr>
          <a:xfrm>
            <a:off x="2537311" y="3694284"/>
            <a:ext cx="401466" cy="401466"/>
            <a:chOff x="2270125" y="3568701"/>
            <a:chExt cx="360363" cy="360363"/>
          </a:xfrm>
        </p:grpSpPr>
        <p:sp>
          <p:nvSpPr>
            <p:cNvPr id="2604" name="Google Shape;2604;p9"/>
            <p:cNvSpPr/>
            <p:nvPr/>
          </p:nvSpPr>
          <p:spPr>
            <a:xfrm>
              <a:off x="2270125" y="3568701"/>
              <a:ext cx="111125" cy="360363"/>
            </a:xfrm>
            <a:custGeom>
              <a:rect b="b" l="l" r="r" t="t"/>
              <a:pathLst>
                <a:path extrusionOk="0" h="123" w="38">
                  <a:moveTo>
                    <a:pt x="31" y="23"/>
                  </a:moveTo>
                  <a:cubicBezTo>
                    <a:pt x="31" y="11"/>
                    <a:pt x="31" y="11"/>
                    <a:pt x="31" y="11"/>
                  </a:cubicBezTo>
                  <a:cubicBezTo>
                    <a:pt x="31" y="5"/>
                    <a:pt x="25" y="0"/>
                    <a:pt x="19" y="0"/>
                  </a:cubicBezTo>
                  <a:cubicBezTo>
                    <a:pt x="13" y="0"/>
                    <a:pt x="8" y="5"/>
                    <a:pt x="8" y="1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3" y="27"/>
                    <a:pt x="0" y="32"/>
                    <a:pt x="0" y="38"/>
                  </a:cubicBezTo>
                  <a:cubicBezTo>
                    <a:pt x="0" y="45"/>
                    <a:pt x="3" y="50"/>
                    <a:pt x="8" y="54"/>
                  </a:cubicBezTo>
                  <a:cubicBezTo>
                    <a:pt x="8" y="111"/>
                    <a:pt x="8" y="111"/>
                    <a:pt x="8" y="111"/>
                  </a:cubicBezTo>
                  <a:cubicBezTo>
                    <a:pt x="8" y="118"/>
                    <a:pt x="13" y="123"/>
                    <a:pt x="19" y="123"/>
                  </a:cubicBezTo>
                  <a:cubicBezTo>
                    <a:pt x="25" y="123"/>
                    <a:pt x="31" y="118"/>
                    <a:pt x="31" y="111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5" y="50"/>
                    <a:pt x="38" y="45"/>
                    <a:pt x="38" y="38"/>
                  </a:cubicBezTo>
                  <a:cubicBezTo>
                    <a:pt x="38" y="32"/>
                    <a:pt x="35" y="27"/>
                    <a:pt x="31" y="23"/>
                  </a:cubicBezTo>
                  <a:close/>
                  <a:moveTo>
                    <a:pt x="15" y="11"/>
                  </a:moveTo>
                  <a:cubicBezTo>
                    <a:pt x="15" y="9"/>
                    <a:pt x="17" y="8"/>
                    <a:pt x="19" y="8"/>
                  </a:cubicBezTo>
                  <a:cubicBezTo>
                    <a:pt x="21" y="8"/>
                    <a:pt x="23" y="9"/>
                    <a:pt x="23" y="1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0" y="19"/>
                    <a:pt x="19" y="19"/>
                  </a:cubicBezTo>
                  <a:cubicBezTo>
                    <a:pt x="18" y="19"/>
                    <a:pt x="17" y="19"/>
                    <a:pt x="15" y="20"/>
                  </a:cubicBezTo>
                  <a:lnTo>
                    <a:pt x="15" y="11"/>
                  </a:lnTo>
                  <a:close/>
                  <a:moveTo>
                    <a:pt x="23" y="111"/>
                  </a:moveTo>
                  <a:cubicBezTo>
                    <a:pt x="23" y="113"/>
                    <a:pt x="21" y="115"/>
                    <a:pt x="19" y="115"/>
                  </a:cubicBezTo>
                  <a:cubicBezTo>
                    <a:pt x="17" y="115"/>
                    <a:pt x="15" y="113"/>
                    <a:pt x="15" y="11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0" y="58"/>
                    <a:pt x="22" y="57"/>
                    <a:pt x="23" y="57"/>
                  </a:cubicBezTo>
                  <a:lnTo>
                    <a:pt x="23" y="111"/>
                  </a:lnTo>
                  <a:close/>
                  <a:moveTo>
                    <a:pt x="3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29" y="44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6"/>
                    <a:pt x="27" y="47"/>
                    <a:pt x="26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5" y="48"/>
                    <a:pt x="24" y="49"/>
                    <a:pt x="23" y="49"/>
                  </a:cubicBezTo>
                  <a:cubicBezTo>
                    <a:pt x="22" y="50"/>
                    <a:pt x="20" y="50"/>
                    <a:pt x="19" y="50"/>
                  </a:cubicBezTo>
                  <a:cubicBezTo>
                    <a:pt x="18" y="50"/>
                    <a:pt x="16" y="50"/>
                    <a:pt x="15" y="49"/>
                  </a:cubicBezTo>
                  <a:cubicBezTo>
                    <a:pt x="14" y="49"/>
                    <a:pt x="13" y="48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1" y="47"/>
                    <a:pt x="10" y="46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9" y="44"/>
                    <a:pt x="9" y="43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7"/>
                    <a:pt x="8" y="36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3"/>
                    <a:pt x="9" y="33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1" y="30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6" y="27"/>
                    <a:pt x="18" y="27"/>
                    <a:pt x="19" y="27"/>
                  </a:cubicBezTo>
                  <a:cubicBezTo>
                    <a:pt x="20" y="27"/>
                    <a:pt x="22" y="27"/>
                    <a:pt x="23" y="28"/>
                  </a:cubicBezTo>
                  <a:cubicBezTo>
                    <a:pt x="24" y="28"/>
                    <a:pt x="25" y="28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7" y="30"/>
                    <a:pt x="28" y="31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9" y="33"/>
                    <a:pt x="30" y="33"/>
                    <a:pt x="30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6"/>
                    <a:pt x="31" y="37"/>
                    <a:pt x="31" y="38"/>
                  </a:cubicBezTo>
                  <a:cubicBezTo>
                    <a:pt x="31" y="39"/>
                    <a:pt x="30" y="41"/>
                    <a:pt x="30" y="42"/>
                  </a:cubicBezTo>
                  <a:close/>
                  <a:moveTo>
                    <a:pt x="30" y="42"/>
                  </a:moveTo>
                  <a:cubicBezTo>
                    <a:pt x="30" y="42"/>
                    <a:pt x="30" y="42"/>
                    <a:pt x="30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9"/>
            <p:cNvSpPr/>
            <p:nvPr/>
          </p:nvSpPr>
          <p:spPr>
            <a:xfrm>
              <a:off x="2516188" y="3568701"/>
              <a:ext cx="114300" cy="360363"/>
            </a:xfrm>
            <a:custGeom>
              <a:rect b="b" l="l" r="r" t="t"/>
              <a:pathLst>
                <a:path extrusionOk="0" h="123" w="39">
                  <a:moveTo>
                    <a:pt x="31" y="23"/>
                  </a:moveTo>
                  <a:cubicBezTo>
                    <a:pt x="31" y="11"/>
                    <a:pt x="31" y="11"/>
                    <a:pt x="31" y="11"/>
                  </a:cubicBezTo>
                  <a:cubicBezTo>
                    <a:pt x="31" y="5"/>
                    <a:pt x="26" y="0"/>
                    <a:pt x="19" y="0"/>
                  </a:cubicBezTo>
                  <a:cubicBezTo>
                    <a:pt x="13" y="0"/>
                    <a:pt x="8" y="5"/>
                    <a:pt x="8" y="1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3" y="27"/>
                    <a:pt x="0" y="32"/>
                    <a:pt x="0" y="38"/>
                  </a:cubicBezTo>
                  <a:cubicBezTo>
                    <a:pt x="0" y="45"/>
                    <a:pt x="3" y="50"/>
                    <a:pt x="8" y="54"/>
                  </a:cubicBezTo>
                  <a:cubicBezTo>
                    <a:pt x="8" y="111"/>
                    <a:pt x="8" y="111"/>
                    <a:pt x="8" y="111"/>
                  </a:cubicBezTo>
                  <a:cubicBezTo>
                    <a:pt x="8" y="118"/>
                    <a:pt x="13" y="123"/>
                    <a:pt x="19" y="123"/>
                  </a:cubicBezTo>
                  <a:cubicBezTo>
                    <a:pt x="26" y="123"/>
                    <a:pt x="31" y="118"/>
                    <a:pt x="31" y="111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6" y="50"/>
                    <a:pt x="39" y="45"/>
                    <a:pt x="39" y="38"/>
                  </a:cubicBezTo>
                  <a:cubicBezTo>
                    <a:pt x="39" y="32"/>
                    <a:pt x="36" y="27"/>
                    <a:pt x="31" y="23"/>
                  </a:cubicBezTo>
                  <a:close/>
                  <a:moveTo>
                    <a:pt x="16" y="11"/>
                  </a:moveTo>
                  <a:cubicBezTo>
                    <a:pt x="16" y="9"/>
                    <a:pt x="17" y="8"/>
                    <a:pt x="19" y="8"/>
                  </a:cubicBezTo>
                  <a:cubicBezTo>
                    <a:pt x="22" y="8"/>
                    <a:pt x="23" y="9"/>
                    <a:pt x="23" y="1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1" y="19"/>
                    <a:pt x="19" y="19"/>
                  </a:cubicBezTo>
                  <a:cubicBezTo>
                    <a:pt x="18" y="19"/>
                    <a:pt x="17" y="19"/>
                    <a:pt x="16" y="20"/>
                  </a:cubicBezTo>
                  <a:lnTo>
                    <a:pt x="16" y="11"/>
                  </a:lnTo>
                  <a:close/>
                  <a:moveTo>
                    <a:pt x="23" y="111"/>
                  </a:moveTo>
                  <a:cubicBezTo>
                    <a:pt x="23" y="113"/>
                    <a:pt x="22" y="115"/>
                    <a:pt x="19" y="115"/>
                  </a:cubicBezTo>
                  <a:cubicBezTo>
                    <a:pt x="17" y="115"/>
                    <a:pt x="16" y="113"/>
                    <a:pt x="16" y="111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7" y="57"/>
                    <a:pt x="18" y="58"/>
                    <a:pt x="19" y="58"/>
                  </a:cubicBezTo>
                  <a:cubicBezTo>
                    <a:pt x="21" y="58"/>
                    <a:pt x="22" y="57"/>
                    <a:pt x="23" y="57"/>
                  </a:cubicBezTo>
                  <a:lnTo>
                    <a:pt x="23" y="111"/>
                  </a:lnTo>
                  <a:close/>
                  <a:moveTo>
                    <a:pt x="3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29" y="44"/>
                    <a:pt x="29" y="45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8" y="46"/>
                    <a:pt x="27" y="47"/>
                    <a:pt x="26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5" y="48"/>
                    <a:pt x="24" y="49"/>
                    <a:pt x="23" y="49"/>
                  </a:cubicBezTo>
                  <a:cubicBezTo>
                    <a:pt x="22" y="50"/>
                    <a:pt x="21" y="50"/>
                    <a:pt x="19" y="50"/>
                  </a:cubicBezTo>
                  <a:cubicBezTo>
                    <a:pt x="18" y="50"/>
                    <a:pt x="17" y="50"/>
                    <a:pt x="16" y="49"/>
                  </a:cubicBezTo>
                  <a:cubicBezTo>
                    <a:pt x="15" y="49"/>
                    <a:pt x="14" y="48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2" y="47"/>
                    <a:pt x="11" y="46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4"/>
                    <a:pt x="9" y="43"/>
                    <a:pt x="9" y="42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7"/>
                    <a:pt x="8" y="36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3"/>
                    <a:pt x="10" y="33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1"/>
                    <a:pt x="12" y="30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4" y="28"/>
                    <a:pt x="15" y="28"/>
                    <a:pt x="16" y="28"/>
                  </a:cubicBezTo>
                  <a:cubicBezTo>
                    <a:pt x="17" y="27"/>
                    <a:pt x="18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8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7" y="30"/>
                    <a:pt x="28" y="31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3"/>
                    <a:pt x="30" y="33"/>
                    <a:pt x="30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6"/>
                    <a:pt x="31" y="37"/>
                    <a:pt x="31" y="38"/>
                  </a:cubicBezTo>
                  <a:cubicBezTo>
                    <a:pt x="31" y="39"/>
                    <a:pt x="31" y="41"/>
                    <a:pt x="30" y="42"/>
                  </a:cubicBezTo>
                  <a:close/>
                  <a:moveTo>
                    <a:pt x="30" y="42"/>
                  </a:moveTo>
                  <a:cubicBezTo>
                    <a:pt x="30" y="42"/>
                    <a:pt x="30" y="42"/>
                    <a:pt x="30" y="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9"/>
            <p:cNvSpPr/>
            <p:nvPr/>
          </p:nvSpPr>
          <p:spPr>
            <a:xfrm>
              <a:off x="2392363" y="3568701"/>
              <a:ext cx="111125" cy="360363"/>
            </a:xfrm>
            <a:custGeom>
              <a:rect b="b" l="l" r="r" t="t"/>
              <a:pathLst>
                <a:path extrusionOk="0" h="123" w="38">
                  <a:moveTo>
                    <a:pt x="31" y="69"/>
                  </a:moveTo>
                  <a:cubicBezTo>
                    <a:pt x="31" y="11"/>
                    <a:pt x="31" y="11"/>
                    <a:pt x="31" y="11"/>
                  </a:cubicBezTo>
                  <a:cubicBezTo>
                    <a:pt x="31" y="5"/>
                    <a:pt x="26" y="0"/>
                    <a:pt x="19" y="0"/>
                  </a:cubicBezTo>
                  <a:cubicBezTo>
                    <a:pt x="13" y="0"/>
                    <a:pt x="8" y="5"/>
                    <a:pt x="8" y="11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3" y="73"/>
                    <a:pt x="0" y="78"/>
                    <a:pt x="0" y="84"/>
                  </a:cubicBezTo>
                  <a:cubicBezTo>
                    <a:pt x="0" y="91"/>
                    <a:pt x="3" y="96"/>
                    <a:pt x="8" y="100"/>
                  </a:cubicBezTo>
                  <a:cubicBezTo>
                    <a:pt x="8" y="111"/>
                    <a:pt x="8" y="111"/>
                    <a:pt x="8" y="111"/>
                  </a:cubicBezTo>
                  <a:cubicBezTo>
                    <a:pt x="8" y="118"/>
                    <a:pt x="13" y="123"/>
                    <a:pt x="19" y="123"/>
                  </a:cubicBezTo>
                  <a:cubicBezTo>
                    <a:pt x="26" y="123"/>
                    <a:pt x="31" y="118"/>
                    <a:pt x="31" y="111"/>
                  </a:cubicBezTo>
                  <a:cubicBezTo>
                    <a:pt x="31" y="100"/>
                    <a:pt x="31" y="100"/>
                    <a:pt x="31" y="100"/>
                  </a:cubicBezTo>
                  <a:cubicBezTo>
                    <a:pt x="35" y="96"/>
                    <a:pt x="38" y="91"/>
                    <a:pt x="38" y="84"/>
                  </a:cubicBezTo>
                  <a:cubicBezTo>
                    <a:pt x="38" y="78"/>
                    <a:pt x="35" y="73"/>
                    <a:pt x="31" y="69"/>
                  </a:cubicBezTo>
                  <a:close/>
                  <a:moveTo>
                    <a:pt x="15" y="11"/>
                  </a:moveTo>
                  <a:cubicBezTo>
                    <a:pt x="15" y="9"/>
                    <a:pt x="17" y="8"/>
                    <a:pt x="19" y="8"/>
                  </a:cubicBezTo>
                  <a:cubicBezTo>
                    <a:pt x="21" y="8"/>
                    <a:pt x="23" y="9"/>
                    <a:pt x="23" y="11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2" y="65"/>
                    <a:pt x="21" y="65"/>
                    <a:pt x="19" y="65"/>
                  </a:cubicBezTo>
                  <a:cubicBezTo>
                    <a:pt x="18" y="65"/>
                    <a:pt x="17" y="65"/>
                    <a:pt x="15" y="66"/>
                  </a:cubicBezTo>
                  <a:lnTo>
                    <a:pt x="15" y="11"/>
                  </a:lnTo>
                  <a:close/>
                  <a:moveTo>
                    <a:pt x="23" y="111"/>
                  </a:moveTo>
                  <a:cubicBezTo>
                    <a:pt x="23" y="113"/>
                    <a:pt x="21" y="115"/>
                    <a:pt x="19" y="115"/>
                  </a:cubicBezTo>
                  <a:cubicBezTo>
                    <a:pt x="17" y="115"/>
                    <a:pt x="15" y="113"/>
                    <a:pt x="15" y="111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7" y="103"/>
                    <a:pt x="18" y="104"/>
                    <a:pt x="19" y="104"/>
                  </a:cubicBezTo>
                  <a:cubicBezTo>
                    <a:pt x="21" y="104"/>
                    <a:pt x="22" y="103"/>
                    <a:pt x="23" y="103"/>
                  </a:cubicBezTo>
                  <a:lnTo>
                    <a:pt x="23" y="111"/>
                  </a:lnTo>
                  <a:close/>
                  <a:moveTo>
                    <a:pt x="30" y="88"/>
                  </a:moveTo>
                  <a:cubicBezTo>
                    <a:pt x="30" y="88"/>
                    <a:pt x="30" y="88"/>
                    <a:pt x="30" y="88"/>
                  </a:cubicBezTo>
                  <a:cubicBezTo>
                    <a:pt x="30" y="89"/>
                    <a:pt x="29" y="90"/>
                    <a:pt x="29" y="91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28" y="92"/>
                    <a:pt x="27" y="93"/>
                    <a:pt x="26" y="93"/>
                  </a:cubicBezTo>
                  <a:cubicBezTo>
                    <a:pt x="26" y="93"/>
                    <a:pt x="26" y="93"/>
                    <a:pt x="26" y="93"/>
                  </a:cubicBezTo>
                  <a:cubicBezTo>
                    <a:pt x="25" y="94"/>
                    <a:pt x="24" y="95"/>
                    <a:pt x="23" y="95"/>
                  </a:cubicBezTo>
                  <a:cubicBezTo>
                    <a:pt x="22" y="96"/>
                    <a:pt x="21" y="96"/>
                    <a:pt x="19" y="96"/>
                  </a:cubicBezTo>
                  <a:cubicBezTo>
                    <a:pt x="18" y="96"/>
                    <a:pt x="17" y="96"/>
                    <a:pt x="15" y="95"/>
                  </a:cubicBezTo>
                  <a:cubicBezTo>
                    <a:pt x="14" y="95"/>
                    <a:pt x="13" y="94"/>
                    <a:pt x="12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1" y="93"/>
                    <a:pt x="11" y="92"/>
                    <a:pt x="10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9" y="90"/>
                    <a:pt x="9" y="89"/>
                    <a:pt x="8" y="88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8" y="87"/>
                    <a:pt x="8" y="85"/>
                    <a:pt x="8" y="84"/>
                  </a:cubicBezTo>
                  <a:cubicBezTo>
                    <a:pt x="8" y="83"/>
                    <a:pt x="8" y="82"/>
                    <a:pt x="8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9" y="80"/>
                    <a:pt x="9" y="79"/>
                    <a:pt x="10" y="78"/>
                  </a:cubicBezTo>
                  <a:cubicBezTo>
                    <a:pt x="10" y="78"/>
                    <a:pt x="10" y="78"/>
                    <a:pt x="10" y="78"/>
                  </a:cubicBezTo>
                  <a:cubicBezTo>
                    <a:pt x="11" y="77"/>
                    <a:pt x="11" y="76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3" y="75"/>
                    <a:pt x="14" y="74"/>
                    <a:pt x="15" y="74"/>
                  </a:cubicBezTo>
                  <a:cubicBezTo>
                    <a:pt x="17" y="73"/>
                    <a:pt x="18" y="73"/>
                    <a:pt x="19" y="73"/>
                  </a:cubicBezTo>
                  <a:cubicBezTo>
                    <a:pt x="21" y="73"/>
                    <a:pt x="22" y="73"/>
                    <a:pt x="23" y="74"/>
                  </a:cubicBezTo>
                  <a:cubicBezTo>
                    <a:pt x="24" y="74"/>
                    <a:pt x="25" y="75"/>
                    <a:pt x="26" y="75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7" y="76"/>
                    <a:pt x="28" y="77"/>
                    <a:pt x="29" y="78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9"/>
                    <a:pt x="30" y="80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1" y="82"/>
                    <a:pt x="31" y="83"/>
                    <a:pt x="31" y="84"/>
                  </a:cubicBezTo>
                  <a:cubicBezTo>
                    <a:pt x="31" y="85"/>
                    <a:pt x="31" y="87"/>
                    <a:pt x="30" y="88"/>
                  </a:cubicBezTo>
                  <a:close/>
                  <a:moveTo>
                    <a:pt x="30" y="88"/>
                  </a:moveTo>
                  <a:cubicBezTo>
                    <a:pt x="30" y="88"/>
                    <a:pt x="30" y="88"/>
                    <a:pt x="30" y="8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7" name="Google Shape;2607;p9"/>
          <p:cNvGrpSpPr/>
          <p:nvPr/>
        </p:nvGrpSpPr>
        <p:grpSpPr>
          <a:xfrm>
            <a:off x="3947451" y="3694284"/>
            <a:ext cx="399697" cy="401466"/>
            <a:chOff x="4019550" y="3568701"/>
            <a:chExt cx="358775" cy="360363"/>
          </a:xfrm>
        </p:grpSpPr>
        <p:sp>
          <p:nvSpPr>
            <p:cNvPr id="2608" name="Google Shape;2608;p9"/>
            <p:cNvSpPr/>
            <p:nvPr/>
          </p:nvSpPr>
          <p:spPr>
            <a:xfrm>
              <a:off x="4019550" y="3568701"/>
              <a:ext cx="358775" cy="360363"/>
            </a:xfrm>
            <a:custGeom>
              <a:rect b="b" l="l" r="r" t="t"/>
              <a:pathLst>
                <a:path extrusionOk="0" h="123" w="123">
                  <a:moveTo>
                    <a:pt x="77" y="0"/>
                  </a:moveTo>
                  <a:cubicBezTo>
                    <a:pt x="51" y="0"/>
                    <a:pt x="31" y="21"/>
                    <a:pt x="31" y="46"/>
                  </a:cubicBezTo>
                  <a:cubicBezTo>
                    <a:pt x="31" y="54"/>
                    <a:pt x="33" y="61"/>
                    <a:pt x="36" y="68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2" y="102"/>
                    <a:pt x="0" y="105"/>
                    <a:pt x="0" y="109"/>
                  </a:cubicBezTo>
                  <a:cubicBezTo>
                    <a:pt x="0" y="117"/>
                    <a:pt x="6" y="123"/>
                    <a:pt x="13" y="123"/>
                  </a:cubicBezTo>
                  <a:cubicBezTo>
                    <a:pt x="17" y="123"/>
                    <a:pt x="21" y="121"/>
                    <a:pt x="23" y="119"/>
                  </a:cubicBezTo>
                  <a:cubicBezTo>
                    <a:pt x="23" y="119"/>
                    <a:pt x="23" y="119"/>
                    <a:pt x="23" y="119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2" y="90"/>
                    <a:pt x="69" y="92"/>
                    <a:pt x="77" y="92"/>
                  </a:cubicBezTo>
                  <a:cubicBezTo>
                    <a:pt x="102" y="92"/>
                    <a:pt x="123" y="71"/>
                    <a:pt x="123" y="46"/>
                  </a:cubicBezTo>
                  <a:cubicBezTo>
                    <a:pt x="123" y="21"/>
                    <a:pt x="102" y="0"/>
                    <a:pt x="77" y="0"/>
                  </a:cubicBezTo>
                  <a:close/>
                  <a:moveTo>
                    <a:pt x="18" y="114"/>
                  </a:moveTo>
                  <a:cubicBezTo>
                    <a:pt x="17" y="115"/>
                    <a:pt x="15" y="116"/>
                    <a:pt x="13" y="116"/>
                  </a:cubicBezTo>
                  <a:cubicBezTo>
                    <a:pt x="10" y="116"/>
                    <a:pt x="7" y="113"/>
                    <a:pt x="7" y="109"/>
                  </a:cubicBezTo>
                  <a:cubicBezTo>
                    <a:pt x="7" y="107"/>
                    <a:pt x="8" y="106"/>
                    <a:pt x="9" y="104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40" y="73"/>
                    <a:pt x="40" y="73"/>
                    <a:pt x="40" y="73"/>
                  </a:cubicBezTo>
                  <a:cubicBezTo>
                    <a:pt x="42" y="77"/>
                    <a:pt x="46" y="80"/>
                    <a:pt x="49" y="83"/>
                  </a:cubicBezTo>
                  <a:lnTo>
                    <a:pt x="18" y="114"/>
                  </a:lnTo>
                  <a:close/>
                  <a:moveTo>
                    <a:pt x="77" y="84"/>
                  </a:moveTo>
                  <a:cubicBezTo>
                    <a:pt x="55" y="84"/>
                    <a:pt x="38" y="67"/>
                    <a:pt x="38" y="46"/>
                  </a:cubicBezTo>
                  <a:cubicBezTo>
                    <a:pt x="38" y="25"/>
                    <a:pt x="55" y="8"/>
                    <a:pt x="77" y="8"/>
                  </a:cubicBezTo>
                  <a:cubicBezTo>
                    <a:pt x="98" y="8"/>
                    <a:pt x="115" y="25"/>
                    <a:pt x="115" y="46"/>
                  </a:cubicBezTo>
                  <a:cubicBezTo>
                    <a:pt x="115" y="67"/>
                    <a:pt x="98" y="84"/>
                    <a:pt x="77" y="84"/>
                  </a:cubicBezTo>
                  <a:close/>
                  <a:moveTo>
                    <a:pt x="77" y="84"/>
                  </a:moveTo>
                  <a:cubicBezTo>
                    <a:pt x="77" y="84"/>
                    <a:pt x="77" y="84"/>
                    <a:pt x="77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9"/>
            <p:cNvSpPr/>
            <p:nvPr/>
          </p:nvSpPr>
          <p:spPr>
            <a:xfrm>
              <a:off x="4165600" y="3624263"/>
              <a:ext cx="84138" cy="85725"/>
            </a:xfrm>
            <a:custGeom>
              <a:rect b="b" l="l" r="r" t="t"/>
              <a:pathLst>
                <a:path extrusionOk="0" h="29" w="29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28"/>
                    <a:pt x="1" y="29"/>
                    <a:pt x="2" y="29"/>
                  </a:cubicBezTo>
                  <a:cubicBezTo>
                    <a:pt x="3" y="29"/>
                    <a:pt x="4" y="28"/>
                    <a:pt x="4" y="27"/>
                  </a:cubicBezTo>
                  <a:cubicBezTo>
                    <a:pt x="4" y="14"/>
                    <a:pt x="14" y="4"/>
                    <a:pt x="27" y="4"/>
                  </a:cubicBezTo>
                  <a:cubicBezTo>
                    <a:pt x="28" y="4"/>
                    <a:pt x="29" y="3"/>
                    <a:pt x="29" y="2"/>
                  </a:cubicBezTo>
                  <a:cubicBezTo>
                    <a:pt x="29" y="1"/>
                    <a:pt x="28" y="0"/>
                    <a:pt x="27" y="0"/>
                  </a:cubicBezTo>
                  <a:close/>
                  <a:moveTo>
                    <a:pt x="27" y="0"/>
                  </a:moveTo>
                  <a:cubicBezTo>
                    <a:pt x="27" y="0"/>
                    <a:pt x="27" y="0"/>
                    <a:pt x="2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0" name="Google Shape;2610;p9"/>
          <p:cNvGrpSpPr/>
          <p:nvPr/>
        </p:nvGrpSpPr>
        <p:grpSpPr>
          <a:xfrm>
            <a:off x="463662" y="2675587"/>
            <a:ext cx="397929" cy="401466"/>
            <a:chOff x="0" y="2706688"/>
            <a:chExt cx="357188" cy="360363"/>
          </a:xfrm>
        </p:grpSpPr>
        <p:sp>
          <p:nvSpPr>
            <p:cNvPr id="2611" name="Google Shape;2611;p9"/>
            <p:cNvSpPr/>
            <p:nvPr/>
          </p:nvSpPr>
          <p:spPr>
            <a:xfrm>
              <a:off x="0" y="2706688"/>
              <a:ext cx="357188" cy="360363"/>
            </a:xfrm>
            <a:custGeom>
              <a:rect b="b" l="l" r="r" t="t"/>
              <a:pathLst>
                <a:path extrusionOk="0" h="123" w="122">
                  <a:moveTo>
                    <a:pt x="112" y="12"/>
                  </a:moveTo>
                  <a:cubicBezTo>
                    <a:pt x="96" y="12"/>
                    <a:pt x="96" y="12"/>
                    <a:pt x="96" y="12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2"/>
                    <a:pt x="94" y="0"/>
                    <a:pt x="92" y="0"/>
                  </a:cubicBezTo>
                  <a:cubicBezTo>
                    <a:pt x="90" y="0"/>
                    <a:pt x="88" y="2"/>
                    <a:pt x="88" y="4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2"/>
                    <a:pt x="63" y="0"/>
                    <a:pt x="61" y="0"/>
                  </a:cubicBezTo>
                  <a:cubicBezTo>
                    <a:pt x="59" y="0"/>
                    <a:pt x="57" y="2"/>
                    <a:pt x="57" y="4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2"/>
                    <a:pt x="32" y="0"/>
                    <a:pt x="30" y="0"/>
                  </a:cubicBezTo>
                  <a:cubicBezTo>
                    <a:pt x="28" y="0"/>
                    <a:pt x="27" y="2"/>
                    <a:pt x="27" y="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4" y="12"/>
                    <a:pt x="0" y="16"/>
                    <a:pt x="0" y="22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8"/>
                    <a:pt x="4" y="123"/>
                    <a:pt x="10" y="123"/>
                  </a:cubicBezTo>
                  <a:cubicBezTo>
                    <a:pt x="112" y="123"/>
                    <a:pt x="112" y="123"/>
                    <a:pt x="112" y="123"/>
                  </a:cubicBezTo>
                  <a:cubicBezTo>
                    <a:pt x="118" y="123"/>
                    <a:pt x="122" y="118"/>
                    <a:pt x="122" y="113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2" y="16"/>
                    <a:pt x="118" y="12"/>
                    <a:pt x="112" y="12"/>
                  </a:cubicBezTo>
                  <a:close/>
                  <a:moveTo>
                    <a:pt x="115" y="113"/>
                  </a:moveTo>
                  <a:cubicBezTo>
                    <a:pt x="115" y="114"/>
                    <a:pt x="114" y="115"/>
                    <a:pt x="112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9" y="115"/>
                    <a:pt x="7" y="114"/>
                    <a:pt x="7" y="11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0"/>
                    <a:pt x="9" y="19"/>
                    <a:pt x="10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29"/>
                    <a:pt x="28" y="31"/>
                    <a:pt x="30" y="31"/>
                  </a:cubicBezTo>
                  <a:cubicBezTo>
                    <a:pt x="32" y="31"/>
                    <a:pt x="34" y="29"/>
                    <a:pt x="34" y="27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9"/>
                    <a:pt x="59" y="31"/>
                    <a:pt x="61" y="31"/>
                  </a:cubicBezTo>
                  <a:cubicBezTo>
                    <a:pt x="63" y="31"/>
                    <a:pt x="65" y="29"/>
                    <a:pt x="65" y="27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8" y="29"/>
                    <a:pt x="90" y="31"/>
                    <a:pt x="92" y="31"/>
                  </a:cubicBezTo>
                  <a:cubicBezTo>
                    <a:pt x="94" y="31"/>
                    <a:pt x="96" y="29"/>
                    <a:pt x="96" y="27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4" y="19"/>
                    <a:pt x="115" y="20"/>
                    <a:pt x="115" y="22"/>
                  </a:cubicBezTo>
                  <a:lnTo>
                    <a:pt x="115" y="113"/>
                  </a:lnTo>
                  <a:close/>
                  <a:moveTo>
                    <a:pt x="115" y="113"/>
                  </a:moveTo>
                  <a:cubicBezTo>
                    <a:pt x="115" y="113"/>
                    <a:pt x="115" y="113"/>
                    <a:pt x="115" y="1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9"/>
            <p:cNvSpPr/>
            <p:nvPr/>
          </p:nvSpPr>
          <p:spPr>
            <a:xfrm>
              <a:off x="79375" y="2841626"/>
              <a:ext cx="42863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9"/>
            <p:cNvSpPr/>
            <p:nvPr/>
          </p:nvSpPr>
          <p:spPr>
            <a:xfrm>
              <a:off x="79375" y="2897188"/>
              <a:ext cx="42863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9"/>
            <p:cNvSpPr/>
            <p:nvPr/>
          </p:nvSpPr>
          <p:spPr>
            <a:xfrm>
              <a:off x="79375" y="2955926"/>
              <a:ext cx="42863" cy="31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9"/>
            <p:cNvSpPr/>
            <p:nvPr/>
          </p:nvSpPr>
          <p:spPr>
            <a:xfrm>
              <a:off x="155575" y="2955926"/>
              <a:ext cx="46038" cy="31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9"/>
            <p:cNvSpPr/>
            <p:nvPr/>
          </p:nvSpPr>
          <p:spPr>
            <a:xfrm>
              <a:off x="155575" y="2897188"/>
              <a:ext cx="46038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9"/>
            <p:cNvSpPr/>
            <p:nvPr/>
          </p:nvSpPr>
          <p:spPr>
            <a:xfrm>
              <a:off x="155575" y="2841626"/>
              <a:ext cx="46038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9"/>
            <p:cNvSpPr/>
            <p:nvPr/>
          </p:nvSpPr>
          <p:spPr>
            <a:xfrm>
              <a:off x="233363" y="2955926"/>
              <a:ext cx="47625" cy="31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9"/>
            <p:cNvSpPr/>
            <p:nvPr/>
          </p:nvSpPr>
          <p:spPr>
            <a:xfrm>
              <a:off x="233363" y="2897188"/>
              <a:ext cx="47625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9"/>
            <p:cNvSpPr/>
            <p:nvPr/>
          </p:nvSpPr>
          <p:spPr>
            <a:xfrm>
              <a:off x="233363" y="2841626"/>
              <a:ext cx="47625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1" name="Google Shape;2621;p9"/>
          <p:cNvGrpSpPr/>
          <p:nvPr/>
        </p:nvGrpSpPr>
        <p:grpSpPr>
          <a:xfrm>
            <a:off x="1199387" y="2672050"/>
            <a:ext cx="405003" cy="401466"/>
            <a:chOff x="704850" y="2703513"/>
            <a:chExt cx="363538" cy="360363"/>
          </a:xfrm>
        </p:grpSpPr>
        <p:sp>
          <p:nvSpPr>
            <p:cNvPr id="2622" name="Google Shape;2622;p9"/>
            <p:cNvSpPr/>
            <p:nvPr/>
          </p:nvSpPr>
          <p:spPr>
            <a:xfrm>
              <a:off x="903288" y="2751138"/>
              <a:ext cx="117475" cy="117475"/>
            </a:xfrm>
            <a:custGeom>
              <a:rect b="b" l="l" r="r" t="t"/>
              <a:pathLst>
                <a:path extrusionOk="0" h="40" w="40">
                  <a:moveTo>
                    <a:pt x="36" y="38"/>
                  </a:moveTo>
                  <a:cubicBezTo>
                    <a:pt x="36" y="38"/>
                    <a:pt x="36" y="38"/>
                    <a:pt x="36" y="38"/>
                  </a:cubicBezTo>
                  <a:cubicBezTo>
                    <a:pt x="36" y="39"/>
                    <a:pt x="37" y="40"/>
                    <a:pt x="38" y="40"/>
                  </a:cubicBezTo>
                  <a:cubicBezTo>
                    <a:pt x="39" y="40"/>
                    <a:pt x="40" y="39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17"/>
                    <a:pt x="23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1" y="3"/>
                    <a:pt x="36" y="19"/>
                    <a:pt x="36" y="38"/>
                  </a:cubicBezTo>
                  <a:close/>
                  <a:moveTo>
                    <a:pt x="36" y="38"/>
                  </a:moveTo>
                  <a:cubicBezTo>
                    <a:pt x="36" y="38"/>
                    <a:pt x="36" y="38"/>
                    <a:pt x="36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3" name="Google Shape;2623;p9"/>
            <p:cNvSpPr/>
            <p:nvPr/>
          </p:nvSpPr>
          <p:spPr>
            <a:xfrm>
              <a:off x="704850" y="2703513"/>
              <a:ext cx="363538" cy="360363"/>
            </a:xfrm>
            <a:custGeom>
              <a:rect b="b" l="l" r="r" t="t"/>
              <a:pathLst>
                <a:path extrusionOk="0" h="123" w="124">
                  <a:moveTo>
                    <a:pt x="36" y="4"/>
                  </a:moveTo>
                  <a:cubicBezTo>
                    <a:pt x="34" y="1"/>
                    <a:pt x="31" y="0"/>
                    <a:pt x="28" y="0"/>
                  </a:cubicBezTo>
                  <a:cubicBezTo>
                    <a:pt x="26" y="0"/>
                    <a:pt x="25" y="0"/>
                    <a:pt x="23" y="1"/>
                  </a:cubicBezTo>
                  <a:cubicBezTo>
                    <a:pt x="19" y="3"/>
                    <a:pt x="16" y="7"/>
                    <a:pt x="16" y="12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0" y="81"/>
                    <a:pt x="0" y="88"/>
                    <a:pt x="4" y="93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3" y="122"/>
                    <a:pt x="36" y="123"/>
                    <a:pt x="39" y="123"/>
                  </a:cubicBezTo>
                  <a:cubicBezTo>
                    <a:pt x="42" y="123"/>
                    <a:pt x="45" y="122"/>
                    <a:pt x="47" y="120"/>
                  </a:cubicBezTo>
                  <a:cubicBezTo>
                    <a:pt x="59" y="108"/>
                    <a:pt x="59" y="108"/>
                    <a:pt x="59" y="108"/>
                  </a:cubicBezTo>
                  <a:cubicBezTo>
                    <a:pt x="112" y="108"/>
                    <a:pt x="112" y="108"/>
                    <a:pt x="112" y="108"/>
                  </a:cubicBezTo>
                  <a:cubicBezTo>
                    <a:pt x="117" y="108"/>
                    <a:pt x="121" y="105"/>
                    <a:pt x="123" y="100"/>
                  </a:cubicBezTo>
                  <a:cubicBezTo>
                    <a:pt x="124" y="96"/>
                    <a:pt x="123" y="91"/>
                    <a:pt x="120" y="88"/>
                  </a:cubicBezTo>
                  <a:lnTo>
                    <a:pt x="36" y="4"/>
                  </a:lnTo>
                  <a:close/>
                  <a:moveTo>
                    <a:pt x="54" y="102"/>
                  </a:moveTo>
                  <a:cubicBezTo>
                    <a:pt x="42" y="114"/>
                    <a:pt x="42" y="114"/>
                    <a:pt x="42" y="114"/>
                  </a:cubicBezTo>
                  <a:cubicBezTo>
                    <a:pt x="41" y="115"/>
                    <a:pt x="40" y="115"/>
                    <a:pt x="39" y="115"/>
                  </a:cubicBezTo>
                  <a:cubicBezTo>
                    <a:pt x="39" y="115"/>
                    <a:pt x="37" y="115"/>
                    <a:pt x="36" y="114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9" y="86"/>
                    <a:pt x="8" y="85"/>
                    <a:pt x="8" y="85"/>
                  </a:cubicBezTo>
                  <a:cubicBezTo>
                    <a:pt x="8" y="84"/>
                    <a:pt x="9" y="83"/>
                    <a:pt x="10" y="82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54" y="102"/>
                    <a:pt x="54" y="102"/>
                    <a:pt x="54" y="102"/>
                  </a:cubicBezTo>
                  <a:cubicBezTo>
                    <a:pt x="54" y="102"/>
                    <a:pt x="54" y="102"/>
                    <a:pt x="54" y="102"/>
                  </a:cubicBezTo>
                  <a:close/>
                  <a:moveTo>
                    <a:pt x="59" y="100"/>
                  </a:moveTo>
                  <a:cubicBezTo>
                    <a:pt x="59" y="100"/>
                    <a:pt x="58" y="100"/>
                    <a:pt x="57" y="100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6"/>
                    <a:pt x="24" y="65"/>
                    <a:pt x="24" y="64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105" y="100"/>
                    <a:pt x="105" y="100"/>
                    <a:pt x="105" y="100"/>
                  </a:cubicBezTo>
                  <a:lnTo>
                    <a:pt x="59" y="100"/>
                  </a:lnTo>
                  <a:close/>
                  <a:moveTo>
                    <a:pt x="116" y="98"/>
                  </a:moveTo>
                  <a:cubicBezTo>
                    <a:pt x="115" y="99"/>
                    <a:pt x="114" y="100"/>
                    <a:pt x="112" y="100"/>
                  </a:cubicBezTo>
                  <a:cubicBezTo>
                    <a:pt x="111" y="100"/>
                    <a:pt x="111" y="100"/>
                    <a:pt x="111" y="100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5" y="9"/>
                    <a:pt x="26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9" y="8"/>
                    <a:pt x="30" y="8"/>
                    <a:pt x="30" y="9"/>
                  </a:cubicBezTo>
                  <a:cubicBezTo>
                    <a:pt x="115" y="93"/>
                    <a:pt x="115" y="93"/>
                    <a:pt x="115" y="93"/>
                  </a:cubicBezTo>
                  <a:cubicBezTo>
                    <a:pt x="116" y="94"/>
                    <a:pt x="116" y="96"/>
                    <a:pt x="116" y="98"/>
                  </a:cubicBezTo>
                  <a:close/>
                  <a:moveTo>
                    <a:pt x="116" y="98"/>
                  </a:moveTo>
                  <a:cubicBezTo>
                    <a:pt x="116" y="98"/>
                    <a:pt x="116" y="98"/>
                    <a:pt x="116" y="9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9"/>
            <p:cNvSpPr/>
            <p:nvPr/>
          </p:nvSpPr>
          <p:spPr>
            <a:xfrm>
              <a:off x="898525" y="2703513"/>
              <a:ext cx="166688" cy="169863"/>
            </a:xfrm>
            <a:custGeom>
              <a:rect b="b" l="l" r="r" t="t"/>
              <a:pathLst>
                <a:path extrusionOk="0" h="58" w="57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9" y="8"/>
                    <a:pt x="50" y="29"/>
                    <a:pt x="50" y="54"/>
                  </a:cubicBezTo>
                  <a:cubicBezTo>
                    <a:pt x="50" y="56"/>
                    <a:pt x="52" y="58"/>
                    <a:pt x="54" y="58"/>
                  </a:cubicBezTo>
                  <a:cubicBezTo>
                    <a:pt x="56" y="58"/>
                    <a:pt x="57" y="56"/>
                    <a:pt x="57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7" y="24"/>
                    <a:pt x="33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5" name="Google Shape;2625;p9"/>
          <p:cNvGrpSpPr/>
          <p:nvPr/>
        </p:nvGrpSpPr>
        <p:grpSpPr>
          <a:xfrm>
            <a:off x="1942187" y="2728644"/>
            <a:ext cx="401466" cy="300657"/>
            <a:chOff x="1544638" y="2754313"/>
            <a:chExt cx="360363" cy="269875"/>
          </a:xfrm>
        </p:grpSpPr>
        <p:sp>
          <p:nvSpPr>
            <p:cNvPr id="2626" name="Google Shape;2626;p9"/>
            <p:cNvSpPr/>
            <p:nvPr/>
          </p:nvSpPr>
          <p:spPr>
            <a:xfrm>
              <a:off x="1544638" y="2754313"/>
              <a:ext cx="360363" cy="269875"/>
            </a:xfrm>
            <a:custGeom>
              <a:rect b="b" l="l" r="r" t="t"/>
              <a:pathLst>
                <a:path extrusionOk="0" h="92" w="123">
                  <a:moveTo>
                    <a:pt x="120" y="37"/>
                  </a:moveTo>
                  <a:cubicBezTo>
                    <a:pt x="101" y="7"/>
                    <a:pt x="101" y="7"/>
                    <a:pt x="101" y="7"/>
                  </a:cubicBezTo>
                  <a:cubicBezTo>
                    <a:pt x="98" y="2"/>
                    <a:pt x="93" y="0"/>
                    <a:pt x="8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85"/>
                    <a:pt x="6" y="92"/>
                    <a:pt x="15" y="92"/>
                  </a:cubicBezTo>
                  <a:cubicBezTo>
                    <a:pt x="88" y="92"/>
                    <a:pt x="88" y="92"/>
                    <a:pt x="88" y="92"/>
                  </a:cubicBezTo>
                  <a:cubicBezTo>
                    <a:pt x="93" y="92"/>
                    <a:pt x="98" y="89"/>
                    <a:pt x="101" y="84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23" y="49"/>
                    <a:pt x="123" y="42"/>
                    <a:pt x="120" y="37"/>
                  </a:cubicBezTo>
                  <a:close/>
                  <a:moveTo>
                    <a:pt x="113" y="50"/>
                  </a:moveTo>
                  <a:cubicBezTo>
                    <a:pt x="94" y="80"/>
                    <a:pt x="94" y="80"/>
                    <a:pt x="94" y="80"/>
                  </a:cubicBezTo>
                  <a:cubicBezTo>
                    <a:pt x="93" y="83"/>
                    <a:pt x="90" y="84"/>
                    <a:pt x="88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1" y="84"/>
                    <a:pt x="7" y="80"/>
                    <a:pt x="7" y="7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1"/>
                    <a:pt x="11" y="7"/>
                    <a:pt x="15" y="7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90" y="7"/>
                    <a:pt x="93" y="9"/>
                    <a:pt x="94" y="11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15" y="44"/>
                    <a:pt x="115" y="47"/>
                    <a:pt x="113" y="50"/>
                  </a:cubicBezTo>
                  <a:close/>
                  <a:moveTo>
                    <a:pt x="113" y="50"/>
                  </a:moveTo>
                  <a:cubicBezTo>
                    <a:pt x="113" y="50"/>
                    <a:pt x="113" y="50"/>
                    <a:pt x="113" y="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9"/>
            <p:cNvSpPr/>
            <p:nvPr/>
          </p:nvSpPr>
          <p:spPr>
            <a:xfrm>
              <a:off x="1766888" y="2852738"/>
              <a:ext cx="66675" cy="68263"/>
            </a:xfrm>
            <a:custGeom>
              <a:rect b="b" l="l" r="r" t="t"/>
              <a:pathLst>
                <a:path extrusionOk="0" h="23" w="23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lose/>
                  <a:moveTo>
                    <a:pt x="12" y="19"/>
                  </a:moveTo>
                  <a:cubicBezTo>
                    <a:pt x="8" y="19"/>
                    <a:pt x="4" y="16"/>
                    <a:pt x="4" y="12"/>
                  </a:cubicBezTo>
                  <a:cubicBezTo>
                    <a:pt x="4" y="7"/>
                    <a:pt x="8" y="4"/>
                    <a:pt x="12" y="4"/>
                  </a:cubicBezTo>
                  <a:cubicBezTo>
                    <a:pt x="16" y="4"/>
                    <a:pt x="19" y="7"/>
                    <a:pt x="19" y="12"/>
                  </a:cubicBezTo>
                  <a:cubicBezTo>
                    <a:pt x="19" y="16"/>
                    <a:pt x="16" y="19"/>
                    <a:pt x="12" y="19"/>
                  </a:cubicBezTo>
                  <a:close/>
                  <a:moveTo>
                    <a:pt x="12" y="19"/>
                  </a:moveTo>
                  <a:cubicBezTo>
                    <a:pt x="12" y="19"/>
                    <a:pt x="12" y="19"/>
                    <a:pt x="12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8" name="Google Shape;2628;p9"/>
          <p:cNvGrpSpPr/>
          <p:nvPr/>
        </p:nvGrpSpPr>
        <p:grpSpPr>
          <a:xfrm>
            <a:off x="2681449" y="2682662"/>
            <a:ext cx="413846" cy="389086"/>
            <a:chOff x="2266950" y="2713038"/>
            <a:chExt cx="371475" cy="349250"/>
          </a:xfrm>
        </p:grpSpPr>
        <p:sp>
          <p:nvSpPr>
            <p:cNvPr id="2629" name="Google Shape;2629;p9"/>
            <p:cNvSpPr/>
            <p:nvPr/>
          </p:nvSpPr>
          <p:spPr>
            <a:xfrm>
              <a:off x="2447925" y="2903538"/>
              <a:ext cx="44450" cy="44450"/>
            </a:xfrm>
            <a:custGeom>
              <a:rect b="b" l="l" r="r" t="t"/>
              <a:pathLst>
                <a:path extrusionOk="0" h="15" w="15">
                  <a:moveTo>
                    <a:pt x="15" y="7"/>
                  </a:moveTo>
                  <a:cubicBezTo>
                    <a:pt x="15" y="12"/>
                    <a:pt x="11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lose/>
                  <a:moveTo>
                    <a:pt x="15" y="7"/>
                  </a:moveTo>
                  <a:cubicBezTo>
                    <a:pt x="15" y="7"/>
                    <a:pt x="15" y="7"/>
                    <a:pt x="15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9"/>
            <p:cNvSpPr/>
            <p:nvPr/>
          </p:nvSpPr>
          <p:spPr>
            <a:xfrm>
              <a:off x="2266950" y="2713038"/>
              <a:ext cx="371475" cy="349250"/>
            </a:xfrm>
            <a:custGeom>
              <a:rect b="b" l="l" r="r" t="t"/>
              <a:pathLst>
                <a:path extrusionOk="0" h="119" w="127">
                  <a:moveTo>
                    <a:pt x="111" y="46"/>
                  </a:moveTo>
                  <a:cubicBezTo>
                    <a:pt x="111" y="46"/>
                    <a:pt x="111" y="46"/>
                    <a:pt x="111" y="46"/>
                  </a:cubicBezTo>
                  <a:cubicBezTo>
                    <a:pt x="111" y="11"/>
                    <a:pt x="111" y="11"/>
                    <a:pt x="111" y="11"/>
                  </a:cubicBezTo>
                  <a:cubicBezTo>
                    <a:pt x="111" y="5"/>
                    <a:pt x="106" y="0"/>
                    <a:pt x="10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9"/>
                    <a:pt x="10" y="119"/>
                    <a:pt x="21" y="119"/>
                  </a:cubicBezTo>
                  <a:cubicBezTo>
                    <a:pt x="90" y="119"/>
                    <a:pt x="90" y="119"/>
                    <a:pt x="90" y="119"/>
                  </a:cubicBezTo>
                  <a:cubicBezTo>
                    <a:pt x="102" y="119"/>
                    <a:pt x="111" y="109"/>
                    <a:pt x="111" y="97"/>
                  </a:cubicBezTo>
                  <a:cubicBezTo>
                    <a:pt x="111" y="92"/>
                    <a:pt x="111" y="92"/>
                    <a:pt x="111" y="92"/>
                  </a:cubicBezTo>
                  <a:cubicBezTo>
                    <a:pt x="127" y="80"/>
                    <a:pt x="127" y="57"/>
                    <a:pt x="111" y="46"/>
                  </a:cubicBezTo>
                  <a:close/>
                  <a:moveTo>
                    <a:pt x="21" y="7"/>
                  </a:moveTo>
                  <a:cubicBezTo>
                    <a:pt x="100" y="7"/>
                    <a:pt x="100" y="7"/>
                    <a:pt x="100" y="7"/>
                  </a:cubicBezTo>
                  <a:cubicBezTo>
                    <a:pt x="102" y="7"/>
                    <a:pt x="104" y="9"/>
                    <a:pt x="104" y="11"/>
                  </a:cubicBezTo>
                  <a:cubicBezTo>
                    <a:pt x="104" y="35"/>
                    <a:pt x="104" y="35"/>
                    <a:pt x="104" y="35"/>
                  </a:cubicBezTo>
                  <a:cubicBezTo>
                    <a:pt x="103" y="34"/>
                    <a:pt x="101" y="34"/>
                    <a:pt x="100" y="34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0" y="13"/>
                    <a:pt x="98" y="11"/>
                    <a:pt x="9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3" y="11"/>
                    <a:pt x="12" y="13"/>
                    <a:pt x="12" y="15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9" y="28"/>
                    <a:pt x="8" y="24"/>
                    <a:pt x="8" y="21"/>
                  </a:cubicBezTo>
                  <a:cubicBezTo>
                    <a:pt x="8" y="13"/>
                    <a:pt x="14" y="7"/>
                    <a:pt x="21" y="7"/>
                  </a:cubicBezTo>
                  <a:close/>
                  <a:moveTo>
                    <a:pt x="96" y="19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96" y="15"/>
                    <a:pt x="96" y="15"/>
                    <a:pt x="96" y="15"/>
                  </a:cubicBezTo>
                  <a:lnTo>
                    <a:pt x="96" y="19"/>
                  </a:lnTo>
                  <a:close/>
                  <a:moveTo>
                    <a:pt x="96" y="23"/>
                  </a:moveTo>
                  <a:cubicBezTo>
                    <a:pt x="96" y="26"/>
                    <a:pt x="96" y="26"/>
                    <a:pt x="9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3"/>
                    <a:pt x="16" y="23"/>
                    <a:pt x="16" y="23"/>
                  </a:cubicBezTo>
                  <a:lnTo>
                    <a:pt x="96" y="23"/>
                  </a:lnTo>
                  <a:close/>
                  <a:moveTo>
                    <a:pt x="96" y="30"/>
                  </a:moveTo>
                  <a:cubicBezTo>
                    <a:pt x="96" y="34"/>
                    <a:pt x="96" y="34"/>
                    <a:pt x="96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9" y="34"/>
                    <a:pt x="17" y="34"/>
                    <a:pt x="16" y="33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96" y="30"/>
                  </a:lnTo>
                  <a:close/>
                  <a:moveTo>
                    <a:pt x="104" y="97"/>
                  </a:moveTo>
                  <a:cubicBezTo>
                    <a:pt x="104" y="105"/>
                    <a:pt x="98" y="111"/>
                    <a:pt x="90" y="111"/>
                  </a:cubicBezTo>
                  <a:cubicBezTo>
                    <a:pt x="21" y="111"/>
                    <a:pt x="21" y="111"/>
                    <a:pt x="21" y="111"/>
                  </a:cubicBezTo>
                  <a:cubicBezTo>
                    <a:pt x="14" y="111"/>
                    <a:pt x="8" y="105"/>
                    <a:pt x="8" y="9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11" y="40"/>
                    <a:pt x="16" y="42"/>
                    <a:pt x="21" y="42"/>
                  </a:cubicBezTo>
                  <a:cubicBezTo>
                    <a:pt x="100" y="42"/>
                    <a:pt x="100" y="42"/>
                    <a:pt x="100" y="42"/>
                  </a:cubicBezTo>
                  <a:cubicBezTo>
                    <a:pt x="102" y="42"/>
                    <a:pt x="104" y="44"/>
                    <a:pt x="104" y="46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59" y="53"/>
                    <a:pt x="50" y="62"/>
                    <a:pt x="50" y="72"/>
                  </a:cubicBezTo>
                  <a:cubicBezTo>
                    <a:pt x="50" y="83"/>
                    <a:pt x="59" y="92"/>
                    <a:pt x="69" y="92"/>
                  </a:cubicBezTo>
                  <a:cubicBezTo>
                    <a:pt x="104" y="92"/>
                    <a:pt x="104" y="92"/>
                    <a:pt x="104" y="92"/>
                  </a:cubicBezTo>
                  <a:lnTo>
                    <a:pt x="104" y="97"/>
                  </a:lnTo>
                  <a:close/>
                  <a:moveTo>
                    <a:pt x="109" y="84"/>
                  </a:moveTo>
                  <a:cubicBezTo>
                    <a:pt x="69" y="84"/>
                    <a:pt x="69" y="84"/>
                    <a:pt x="69" y="84"/>
                  </a:cubicBezTo>
                  <a:cubicBezTo>
                    <a:pt x="63" y="84"/>
                    <a:pt x="58" y="79"/>
                    <a:pt x="58" y="72"/>
                  </a:cubicBezTo>
                  <a:cubicBezTo>
                    <a:pt x="58" y="66"/>
                    <a:pt x="63" y="61"/>
                    <a:pt x="69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6" y="61"/>
                    <a:pt x="108" y="60"/>
                    <a:pt x="110" y="58"/>
                  </a:cubicBezTo>
                  <a:cubicBezTo>
                    <a:pt x="110" y="57"/>
                    <a:pt x="111" y="57"/>
                    <a:pt x="111" y="56"/>
                  </a:cubicBezTo>
                  <a:cubicBezTo>
                    <a:pt x="111" y="56"/>
                    <a:pt x="111" y="56"/>
                    <a:pt x="111" y="56"/>
                  </a:cubicBezTo>
                  <a:cubicBezTo>
                    <a:pt x="114" y="59"/>
                    <a:pt x="115" y="64"/>
                    <a:pt x="115" y="69"/>
                  </a:cubicBezTo>
                  <a:cubicBezTo>
                    <a:pt x="115" y="75"/>
                    <a:pt x="113" y="80"/>
                    <a:pt x="109" y="84"/>
                  </a:cubicBezTo>
                  <a:close/>
                  <a:moveTo>
                    <a:pt x="109" y="84"/>
                  </a:moveTo>
                  <a:cubicBezTo>
                    <a:pt x="109" y="84"/>
                    <a:pt x="109" y="84"/>
                    <a:pt x="109" y="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1" name="Google Shape;2631;p9"/>
          <p:cNvGrpSpPr/>
          <p:nvPr/>
        </p:nvGrpSpPr>
        <p:grpSpPr>
          <a:xfrm>
            <a:off x="4122834" y="2675587"/>
            <a:ext cx="350177" cy="401466"/>
            <a:chOff x="4041775" y="2706688"/>
            <a:chExt cx="314325" cy="360363"/>
          </a:xfrm>
        </p:grpSpPr>
        <p:sp>
          <p:nvSpPr>
            <p:cNvPr id="2632" name="Google Shape;2632;p9"/>
            <p:cNvSpPr/>
            <p:nvPr/>
          </p:nvSpPr>
          <p:spPr>
            <a:xfrm>
              <a:off x="4041775" y="2706688"/>
              <a:ext cx="314325" cy="360363"/>
            </a:xfrm>
            <a:custGeom>
              <a:rect b="b" l="l" r="r" t="t"/>
              <a:pathLst>
                <a:path extrusionOk="0" h="123" w="107">
                  <a:moveTo>
                    <a:pt x="107" y="26"/>
                  </a:moveTo>
                  <a:cubicBezTo>
                    <a:pt x="107" y="20"/>
                    <a:pt x="102" y="16"/>
                    <a:pt x="96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5"/>
                    <a:pt x="79" y="0"/>
                    <a:pt x="7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3" y="5"/>
                    <a:pt x="23" y="1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5" y="15"/>
                    <a:pt x="0" y="2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3" y="42"/>
                    <a:pt x="7" y="42"/>
                  </a:cubicBezTo>
                  <a:cubicBezTo>
                    <a:pt x="7" y="108"/>
                    <a:pt x="7" y="108"/>
                    <a:pt x="7" y="108"/>
                  </a:cubicBezTo>
                  <a:cubicBezTo>
                    <a:pt x="7" y="116"/>
                    <a:pt x="14" y="123"/>
                    <a:pt x="23" y="123"/>
                  </a:cubicBezTo>
                  <a:cubicBezTo>
                    <a:pt x="84" y="123"/>
                    <a:pt x="84" y="123"/>
                    <a:pt x="84" y="123"/>
                  </a:cubicBezTo>
                  <a:cubicBezTo>
                    <a:pt x="92" y="123"/>
                    <a:pt x="99" y="116"/>
                    <a:pt x="99" y="108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104" y="42"/>
                    <a:pt x="107" y="39"/>
                    <a:pt x="107" y="35"/>
                  </a:cubicBezTo>
                  <a:cubicBezTo>
                    <a:pt x="107" y="26"/>
                    <a:pt x="107" y="26"/>
                    <a:pt x="107" y="26"/>
                  </a:cubicBezTo>
                  <a:close/>
                  <a:moveTo>
                    <a:pt x="30" y="12"/>
                  </a:moveTo>
                  <a:cubicBezTo>
                    <a:pt x="30" y="10"/>
                    <a:pt x="32" y="8"/>
                    <a:pt x="34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5" y="8"/>
                    <a:pt x="76" y="10"/>
                    <a:pt x="76" y="12"/>
                  </a:cubicBezTo>
                  <a:cubicBezTo>
                    <a:pt x="76" y="15"/>
                    <a:pt x="76" y="15"/>
                    <a:pt x="76" y="15"/>
                  </a:cubicBezTo>
                  <a:cubicBezTo>
                    <a:pt x="30" y="15"/>
                    <a:pt x="30" y="15"/>
                    <a:pt x="30" y="15"/>
                  </a:cubicBezTo>
                  <a:lnTo>
                    <a:pt x="30" y="12"/>
                  </a:lnTo>
                  <a:close/>
                  <a:moveTo>
                    <a:pt x="92" y="108"/>
                  </a:moveTo>
                  <a:cubicBezTo>
                    <a:pt x="92" y="112"/>
                    <a:pt x="88" y="115"/>
                    <a:pt x="84" y="115"/>
                  </a:cubicBezTo>
                  <a:cubicBezTo>
                    <a:pt x="23" y="115"/>
                    <a:pt x="23" y="115"/>
                    <a:pt x="23" y="115"/>
                  </a:cubicBezTo>
                  <a:cubicBezTo>
                    <a:pt x="18" y="115"/>
                    <a:pt x="15" y="112"/>
                    <a:pt x="15" y="108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92" y="42"/>
                    <a:pt x="92" y="42"/>
                    <a:pt x="92" y="42"/>
                  </a:cubicBezTo>
                  <a:lnTo>
                    <a:pt x="92" y="108"/>
                  </a:lnTo>
                  <a:close/>
                  <a:moveTo>
                    <a:pt x="99" y="31"/>
                  </a:moveTo>
                  <a:cubicBezTo>
                    <a:pt x="99" y="35"/>
                    <a:pt x="99" y="35"/>
                    <a:pt x="99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5"/>
                    <a:pt x="9" y="23"/>
                    <a:pt x="11" y="23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98" y="23"/>
                    <a:pt x="99" y="25"/>
                    <a:pt x="99" y="27"/>
                  </a:cubicBezTo>
                  <a:lnTo>
                    <a:pt x="99" y="31"/>
                  </a:lnTo>
                  <a:close/>
                  <a:moveTo>
                    <a:pt x="99" y="31"/>
                  </a:moveTo>
                  <a:cubicBezTo>
                    <a:pt x="99" y="31"/>
                    <a:pt x="99" y="31"/>
                    <a:pt x="99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9"/>
            <p:cNvSpPr/>
            <p:nvPr/>
          </p:nvSpPr>
          <p:spPr>
            <a:xfrm>
              <a:off x="4110038" y="2852738"/>
              <a:ext cx="42863" cy="171450"/>
            </a:xfrm>
            <a:custGeom>
              <a:rect b="b" l="l" r="r" t="t"/>
              <a:pathLst>
                <a:path extrusionOk="0" h="58" w="15">
                  <a:moveTo>
                    <a:pt x="3" y="58"/>
                  </a:moveTo>
                  <a:cubicBezTo>
                    <a:pt x="11" y="58"/>
                    <a:pt x="11" y="58"/>
                    <a:pt x="11" y="58"/>
                  </a:cubicBezTo>
                  <a:cubicBezTo>
                    <a:pt x="13" y="58"/>
                    <a:pt x="15" y="56"/>
                    <a:pt x="15" y="5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2"/>
                    <a:pt x="13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6"/>
                    <a:pt x="1" y="58"/>
                    <a:pt x="3" y="58"/>
                  </a:cubicBezTo>
                  <a:close/>
                  <a:moveTo>
                    <a:pt x="3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3" y="54"/>
                    <a:pt x="3" y="54"/>
                    <a:pt x="3" y="54"/>
                  </a:cubicBezTo>
                  <a:lnTo>
                    <a:pt x="3" y="4"/>
                  </a:lnTo>
                  <a:close/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9"/>
            <p:cNvSpPr/>
            <p:nvPr/>
          </p:nvSpPr>
          <p:spPr>
            <a:xfrm>
              <a:off x="4176713" y="2852738"/>
              <a:ext cx="44450" cy="171450"/>
            </a:xfrm>
            <a:custGeom>
              <a:rect b="b" l="l" r="r" t="t"/>
              <a:pathLst>
                <a:path extrusionOk="0" h="58" w="15">
                  <a:moveTo>
                    <a:pt x="3" y="58"/>
                  </a:moveTo>
                  <a:cubicBezTo>
                    <a:pt x="11" y="58"/>
                    <a:pt x="11" y="58"/>
                    <a:pt x="11" y="58"/>
                  </a:cubicBezTo>
                  <a:cubicBezTo>
                    <a:pt x="13" y="58"/>
                    <a:pt x="15" y="56"/>
                    <a:pt x="15" y="5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2"/>
                    <a:pt x="13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6"/>
                    <a:pt x="1" y="58"/>
                    <a:pt x="3" y="58"/>
                  </a:cubicBezTo>
                  <a:close/>
                  <a:moveTo>
                    <a:pt x="3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3" y="54"/>
                    <a:pt x="3" y="54"/>
                    <a:pt x="3" y="54"/>
                  </a:cubicBezTo>
                  <a:lnTo>
                    <a:pt x="3" y="4"/>
                  </a:lnTo>
                  <a:close/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9"/>
            <p:cNvSpPr/>
            <p:nvPr/>
          </p:nvSpPr>
          <p:spPr>
            <a:xfrm>
              <a:off x="4244975" y="2852738"/>
              <a:ext cx="42863" cy="171450"/>
            </a:xfrm>
            <a:custGeom>
              <a:rect b="b" l="l" r="r" t="t"/>
              <a:pathLst>
                <a:path extrusionOk="0" h="58" w="15">
                  <a:moveTo>
                    <a:pt x="4" y="58"/>
                  </a:moveTo>
                  <a:cubicBezTo>
                    <a:pt x="11" y="58"/>
                    <a:pt x="11" y="58"/>
                    <a:pt x="11" y="58"/>
                  </a:cubicBezTo>
                  <a:cubicBezTo>
                    <a:pt x="13" y="58"/>
                    <a:pt x="15" y="56"/>
                    <a:pt x="15" y="5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2"/>
                    <a:pt x="13" y="0"/>
                    <a:pt x="1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6"/>
                    <a:pt x="1" y="58"/>
                    <a:pt x="4" y="58"/>
                  </a:cubicBezTo>
                  <a:close/>
                  <a:moveTo>
                    <a:pt x="4" y="4"/>
                  </a:moveTo>
                  <a:cubicBezTo>
                    <a:pt x="11" y="4"/>
                    <a:pt x="11" y="4"/>
                    <a:pt x="11" y="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4" y="54"/>
                    <a:pt x="4" y="54"/>
                    <a:pt x="4" y="54"/>
                  </a:cubicBezTo>
                  <a:lnTo>
                    <a:pt x="4" y="4"/>
                  </a:lnTo>
                  <a:close/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6" name="Google Shape;2636;p9"/>
          <p:cNvGrpSpPr/>
          <p:nvPr/>
        </p:nvGrpSpPr>
        <p:grpSpPr>
          <a:xfrm>
            <a:off x="4810807" y="2709191"/>
            <a:ext cx="399697" cy="336028"/>
            <a:chOff x="4856163" y="2736851"/>
            <a:chExt cx="358775" cy="301625"/>
          </a:xfrm>
        </p:grpSpPr>
        <p:sp>
          <p:nvSpPr>
            <p:cNvPr id="2637" name="Google Shape;2637;p9"/>
            <p:cNvSpPr/>
            <p:nvPr/>
          </p:nvSpPr>
          <p:spPr>
            <a:xfrm>
              <a:off x="4946650" y="2814638"/>
              <a:ext cx="177800" cy="179388"/>
            </a:xfrm>
            <a:custGeom>
              <a:rect b="b" l="l" r="r" t="t"/>
              <a:pathLst>
                <a:path extrusionOk="0" h="61" w="61">
                  <a:moveTo>
                    <a:pt x="31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1"/>
                    <a:pt x="31" y="61"/>
                  </a:cubicBezTo>
                  <a:cubicBezTo>
                    <a:pt x="48" y="61"/>
                    <a:pt x="61" y="47"/>
                    <a:pt x="61" y="30"/>
                  </a:cubicBezTo>
                  <a:cubicBezTo>
                    <a:pt x="61" y="13"/>
                    <a:pt x="48" y="0"/>
                    <a:pt x="31" y="0"/>
                  </a:cubicBezTo>
                  <a:close/>
                  <a:moveTo>
                    <a:pt x="48" y="45"/>
                  </a:moveTo>
                  <a:cubicBezTo>
                    <a:pt x="40" y="55"/>
                    <a:pt x="25" y="56"/>
                    <a:pt x="16" y="48"/>
                  </a:cubicBezTo>
                  <a:cubicBezTo>
                    <a:pt x="6" y="39"/>
                    <a:pt x="5" y="25"/>
                    <a:pt x="13" y="15"/>
                  </a:cubicBezTo>
                  <a:cubicBezTo>
                    <a:pt x="22" y="6"/>
                    <a:pt x="36" y="5"/>
                    <a:pt x="46" y="13"/>
                  </a:cubicBezTo>
                  <a:cubicBezTo>
                    <a:pt x="55" y="21"/>
                    <a:pt x="57" y="36"/>
                    <a:pt x="48" y="45"/>
                  </a:cubicBezTo>
                  <a:close/>
                  <a:moveTo>
                    <a:pt x="48" y="45"/>
                  </a:moveTo>
                  <a:cubicBezTo>
                    <a:pt x="48" y="45"/>
                    <a:pt x="48" y="45"/>
                    <a:pt x="48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9"/>
            <p:cNvSpPr/>
            <p:nvPr/>
          </p:nvSpPr>
          <p:spPr>
            <a:xfrm>
              <a:off x="4989513" y="2859088"/>
              <a:ext cx="53975" cy="50800"/>
            </a:xfrm>
            <a:custGeom>
              <a:rect b="b" l="l" r="r" t="t"/>
              <a:pathLst>
                <a:path extrusionOk="0" h="17" w="18">
                  <a:moveTo>
                    <a:pt x="16" y="0"/>
                  </a:moveTo>
                  <a:cubicBezTo>
                    <a:pt x="7" y="0"/>
                    <a:pt x="0" y="7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17" y="4"/>
                    <a:pt x="18" y="3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lose/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9"/>
            <p:cNvSpPr/>
            <p:nvPr/>
          </p:nvSpPr>
          <p:spPr>
            <a:xfrm>
              <a:off x="4856163" y="2736851"/>
              <a:ext cx="358775" cy="301625"/>
            </a:xfrm>
            <a:custGeom>
              <a:rect b="b" l="l" r="r" t="t"/>
              <a:pathLst>
                <a:path extrusionOk="0" h="103" w="123">
                  <a:moveTo>
                    <a:pt x="114" y="23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0" y="3"/>
                    <a:pt x="86" y="0"/>
                    <a:pt x="81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4" y="3"/>
                    <a:pt x="32" y="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4" y="24"/>
                    <a:pt x="0" y="29"/>
                    <a:pt x="0" y="3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8"/>
                    <a:pt x="6" y="103"/>
                    <a:pt x="12" y="103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8" y="103"/>
                    <a:pt x="123" y="98"/>
                    <a:pt x="123" y="92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29"/>
                    <a:pt x="119" y="24"/>
                    <a:pt x="114" y="23"/>
                  </a:cubicBezTo>
                  <a:close/>
                  <a:moveTo>
                    <a:pt x="115" y="92"/>
                  </a:moveTo>
                  <a:cubicBezTo>
                    <a:pt x="115" y="94"/>
                    <a:pt x="114" y="96"/>
                    <a:pt x="112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0" y="96"/>
                    <a:pt x="8" y="94"/>
                    <a:pt x="8" y="92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2"/>
                    <a:pt x="9" y="31"/>
                    <a:pt x="11" y="30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40" y="8"/>
                    <a:pt x="41" y="7"/>
                    <a:pt x="43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3" y="7"/>
                    <a:pt x="84" y="8"/>
                    <a:pt x="85" y="10"/>
                  </a:cubicBezTo>
                  <a:cubicBezTo>
                    <a:pt x="91" y="27"/>
                    <a:pt x="91" y="27"/>
                    <a:pt x="91" y="27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1"/>
                    <a:pt x="115" y="32"/>
                    <a:pt x="115" y="34"/>
                  </a:cubicBezTo>
                  <a:lnTo>
                    <a:pt x="115" y="92"/>
                  </a:lnTo>
                  <a:close/>
                  <a:moveTo>
                    <a:pt x="115" y="92"/>
                  </a:moveTo>
                  <a:cubicBezTo>
                    <a:pt x="115" y="92"/>
                    <a:pt x="115" y="92"/>
                    <a:pt x="115" y="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0" name="Google Shape;2640;p9"/>
          <p:cNvSpPr/>
          <p:nvPr/>
        </p:nvSpPr>
        <p:spPr>
          <a:xfrm>
            <a:off x="5548313" y="2687638"/>
            <a:ext cx="401637" cy="377825"/>
          </a:xfrm>
          <a:custGeom>
            <a:rect b="b" l="l" r="r" t="t"/>
            <a:pathLst>
              <a:path extrusionOk="0" h="115" w="123">
                <a:moveTo>
                  <a:pt x="111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5"/>
                  <a:pt x="5" y="100"/>
                  <a:pt x="12" y="100"/>
                </a:cubicBezTo>
                <a:cubicBezTo>
                  <a:pt x="50" y="100"/>
                  <a:pt x="50" y="100"/>
                  <a:pt x="50" y="100"/>
                </a:cubicBezTo>
                <a:cubicBezTo>
                  <a:pt x="50" y="104"/>
                  <a:pt x="50" y="104"/>
                  <a:pt x="50" y="104"/>
                </a:cubicBezTo>
                <a:cubicBezTo>
                  <a:pt x="26" y="108"/>
                  <a:pt x="26" y="108"/>
                  <a:pt x="26" y="108"/>
                </a:cubicBezTo>
                <a:cubicBezTo>
                  <a:pt x="24" y="108"/>
                  <a:pt x="23" y="109"/>
                  <a:pt x="23" y="111"/>
                </a:cubicBezTo>
                <a:cubicBezTo>
                  <a:pt x="23" y="113"/>
                  <a:pt x="25" y="115"/>
                  <a:pt x="27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8" y="115"/>
                  <a:pt x="100" y="113"/>
                  <a:pt x="100" y="111"/>
                </a:cubicBezTo>
                <a:cubicBezTo>
                  <a:pt x="100" y="109"/>
                  <a:pt x="99" y="108"/>
                  <a:pt x="97" y="108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100"/>
                  <a:pt x="73" y="100"/>
                  <a:pt x="73" y="100"/>
                </a:cubicBezTo>
                <a:cubicBezTo>
                  <a:pt x="111" y="100"/>
                  <a:pt x="111" y="100"/>
                  <a:pt x="111" y="100"/>
                </a:cubicBezTo>
                <a:cubicBezTo>
                  <a:pt x="118" y="100"/>
                  <a:pt x="123" y="95"/>
                  <a:pt x="123" y="88"/>
                </a:cubicBezTo>
                <a:cubicBezTo>
                  <a:pt x="123" y="12"/>
                  <a:pt x="123" y="12"/>
                  <a:pt x="123" y="12"/>
                </a:cubicBezTo>
                <a:cubicBezTo>
                  <a:pt x="123" y="5"/>
                  <a:pt x="118" y="0"/>
                  <a:pt x="111" y="0"/>
                </a:cubicBezTo>
                <a:close/>
                <a:moveTo>
                  <a:pt x="115" y="88"/>
                </a:moveTo>
                <a:cubicBezTo>
                  <a:pt x="115" y="90"/>
                  <a:pt x="114" y="92"/>
                  <a:pt x="111" y="92"/>
                </a:cubicBezTo>
                <a:cubicBezTo>
                  <a:pt x="12" y="92"/>
                  <a:pt x="12" y="92"/>
                  <a:pt x="12" y="92"/>
                </a:cubicBezTo>
                <a:cubicBezTo>
                  <a:pt x="10" y="92"/>
                  <a:pt x="8" y="90"/>
                  <a:pt x="8" y="88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9"/>
                  <a:pt x="10" y="8"/>
                  <a:pt x="12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114" y="8"/>
                  <a:pt x="115" y="9"/>
                  <a:pt x="115" y="12"/>
                </a:cubicBezTo>
                <a:lnTo>
                  <a:pt x="115" y="88"/>
                </a:lnTo>
                <a:close/>
                <a:moveTo>
                  <a:pt x="104" y="15"/>
                </a:moveTo>
                <a:cubicBezTo>
                  <a:pt x="19" y="15"/>
                  <a:pt x="19" y="15"/>
                  <a:pt x="19" y="15"/>
                </a:cubicBezTo>
                <a:cubicBezTo>
                  <a:pt x="17" y="15"/>
                  <a:pt x="16" y="17"/>
                  <a:pt x="16" y="19"/>
                </a:cubicBezTo>
                <a:cubicBezTo>
                  <a:pt x="16" y="73"/>
                  <a:pt x="16" y="73"/>
                  <a:pt x="16" y="73"/>
                </a:cubicBezTo>
                <a:cubicBezTo>
                  <a:pt x="16" y="75"/>
                  <a:pt x="17" y="77"/>
                  <a:pt x="19" y="77"/>
                </a:cubicBezTo>
                <a:cubicBezTo>
                  <a:pt x="104" y="77"/>
                  <a:pt x="104" y="77"/>
                  <a:pt x="104" y="77"/>
                </a:cubicBezTo>
                <a:cubicBezTo>
                  <a:pt x="106" y="77"/>
                  <a:pt x="108" y="75"/>
                  <a:pt x="108" y="73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7"/>
                  <a:pt x="106" y="15"/>
                  <a:pt x="104" y="15"/>
                </a:cubicBezTo>
                <a:close/>
                <a:moveTo>
                  <a:pt x="104" y="73"/>
                </a:moveTo>
                <a:cubicBezTo>
                  <a:pt x="19" y="73"/>
                  <a:pt x="19" y="73"/>
                  <a:pt x="19" y="73"/>
                </a:cubicBezTo>
                <a:cubicBezTo>
                  <a:pt x="19" y="19"/>
                  <a:pt x="19" y="19"/>
                  <a:pt x="19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73"/>
                </a:lnTo>
                <a:close/>
                <a:moveTo>
                  <a:pt x="104" y="73"/>
                </a:moveTo>
                <a:cubicBezTo>
                  <a:pt x="104" y="73"/>
                  <a:pt x="104" y="73"/>
                  <a:pt x="104" y="7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1" name="Google Shape;2641;p9"/>
          <p:cNvGrpSpPr/>
          <p:nvPr/>
        </p:nvGrpSpPr>
        <p:grpSpPr>
          <a:xfrm>
            <a:off x="6287563" y="2687968"/>
            <a:ext cx="401466" cy="376706"/>
            <a:chOff x="6373813" y="2717801"/>
            <a:chExt cx="360363" cy="338138"/>
          </a:xfrm>
        </p:grpSpPr>
        <p:sp>
          <p:nvSpPr>
            <p:cNvPr id="2642" name="Google Shape;2642;p9"/>
            <p:cNvSpPr/>
            <p:nvPr/>
          </p:nvSpPr>
          <p:spPr>
            <a:xfrm>
              <a:off x="6373813" y="2717801"/>
              <a:ext cx="360363" cy="338138"/>
            </a:xfrm>
            <a:custGeom>
              <a:rect b="b" l="l" r="r" t="t"/>
              <a:pathLst>
                <a:path extrusionOk="0" h="115" w="123">
                  <a:moveTo>
                    <a:pt x="121" y="25"/>
                  </a:moveTo>
                  <a:cubicBezTo>
                    <a:pt x="98" y="2"/>
                    <a:pt x="98" y="2"/>
                    <a:pt x="98" y="2"/>
                  </a:cubicBezTo>
                  <a:cubicBezTo>
                    <a:pt x="96" y="1"/>
                    <a:pt x="94" y="0"/>
                    <a:pt x="9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0"/>
                    <a:pt x="5" y="115"/>
                    <a:pt x="12" y="115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8" y="115"/>
                    <a:pt x="123" y="110"/>
                    <a:pt x="123" y="104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29"/>
                    <a:pt x="122" y="27"/>
                    <a:pt x="121" y="25"/>
                  </a:cubicBezTo>
                  <a:close/>
                  <a:moveTo>
                    <a:pt x="115" y="104"/>
                  </a:moveTo>
                  <a:cubicBezTo>
                    <a:pt x="115" y="106"/>
                    <a:pt x="113" y="107"/>
                    <a:pt x="111" y="107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9" y="107"/>
                    <a:pt x="8" y="106"/>
                    <a:pt x="8" y="104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2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23"/>
                    <a:pt x="88" y="23"/>
                    <a:pt x="88" y="23"/>
                  </a:cubicBezTo>
                  <a:cubicBezTo>
                    <a:pt x="88" y="29"/>
                    <a:pt x="93" y="35"/>
                    <a:pt x="100" y="35"/>
                  </a:cubicBezTo>
                  <a:cubicBezTo>
                    <a:pt x="115" y="35"/>
                    <a:pt x="115" y="35"/>
                    <a:pt x="115" y="35"/>
                  </a:cubicBezTo>
                  <a:lnTo>
                    <a:pt x="115" y="104"/>
                  </a:lnTo>
                  <a:close/>
                  <a:moveTo>
                    <a:pt x="104" y="31"/>
                  </a:moveTo>
                  <a:cubicBezTo>
                    <a:pt x="100" y="31"/>
                    <a:pt x="100" y="31"/>
                    <a:pt x="100" y="31"/>
                  </a:cubicBezTo>
                  <a:cubicBezTo>
                    <a:pt x="96" y="31"/>
                    <a:pt x="92" y="27"/>
                    <a:pt x="92" y="23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115" y="31"/>
                    <a:pt x="115" y="31"/>
                    <a:pt x="115" y="31"/>
                  </a:cubicBezTo>
                  <a:lnTo>
                    <a:pt x="104" y="31"/>
                  </a:lnTo>
                  <a:close/>
                  <a:moveTo>
                    <a:pt x="104" y="31"/>
                  </a:moveTo>
                  <a:cubicBezTo>
                    <a:pt x="104" y="31"/>
                    <a:pt x="104" y="31"/>
                    <a:pt x="104" y="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9"/>
            <p:cNvSpPr/>
            <p:nvPr/>
          </p:nvSpPr>
          <p:spPr>
            <a:xfrm>
              <a:off x="6543675" y="2786063"/>
              <a:ext cx="66675" cy="11113"/>
            </a:xfrm>
            <a:custGeom>
              <a:rect b="b" l="l" r="r" t="t"/>
              <a:pathLst>
                <a:path extrusionOk="0" h="4" w="23">
                  <a:moveTo>
                    <a:pt x="1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2" y="4"/>
                    <a:pt x="23" y="3"/>
                    <a:pt x="23" y="2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9"/>
            <p:cNvSpPr/>
            <p:nvPr/>
          </p:nvSpPr>
          <p:spPr>
            <a:xfrm>
              <a:off x="6543675" y="2820988"/>
              <a:ext cx="66675" cy="9525"/>
            </a:xfrm>
            <a:custGeom>
              <a:rect b="b" l="l" r="r" t="t"/>
              <a:pathLst>
                <a:path extrusionOk="0" h="3" w="23">
                  <a:moveTo>
                    <a:pt x="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22" y="3"/>
                    <a:pt x="23" y="2"/>
                    <a:pt x="23" y="1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lose/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9"/>
            <p:cNvSpPr/>
            <p:nvPr/>
          </p:nvSpPr>
          <p:spPr>
            <a:xfrm>
              <a:off x="6543675" y="2852738"/>
              <a:ext cx="142875" cy="12700"/>
            </a:xfrm>
            <a:custGeom>
              <a:rect b="b" l="l" r="r" t="t"/>
              <a:pathLst>
                <a:path extrusionOk="0" h="4" w="49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9" y="4"/>
                    <a:pt x="49" y="3"/>
                    <a:pt x="49" y="2"/>
                  </a:cubicBezTo>
                  <a:cubicBezTo>
                    <a:pt x="49" y="1"/>
                    <a:pt x="49" y="0"/>
                    <a:pt x="4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lose/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9"/>
            <p:cNvSpPr/>
            <p:nvPr/>
          </p:nvSpPr>
          <p:spPr>
            <a:xfrm>
              <a:off x="6418263" y="2921001"/>
              <a:ext cx="268288" cy="11113"/>
            </a:xfrm>
            <a:custGeom>
              <a:rect b="b" l="l" r="r" t="t"/>
              <a:pathLst>
                <a:path extrusionOk="0" h="4" w="92">
                  <a:moveTo>
                    <a:pt x="9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92" y="4"/>
                    <a:pt x="92" y="3"/>
                    <a:pt x="92" y="2"/>
                  </a:cubicBezTo>
                  <a:cubicBezTo>
                    <a:pt x="92" y="1"/>
                    <a:pt x="92" y="0"/>
                    <a:pt x="91" y="0"/>
                  </a:cubicBezTo>
                  <a:close/>
                  <a:moveTo>
                    <a:pt x="91" y="0"/>
                  </a:move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9"/>
            <p:cNvSpPr/>
            <p:nvPr/>
          </p:nvSpPr>
          <p:spPr>
            <a:xfrm>
              <a:off x="6418263" y="2955926"/>
              <a:ext cx="268288" cy="9525"/>
            </a:xfrm>
            <a:custGeom>
              <a:rect b="b" l="l" r="r" t="t"/>
              <a:pathLst>
                <a:path extrusionOk="0" h="3" w="92">
                  <a:moveTo>
                    <a:pt x="9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2" y="3"/>
                    <a:pt x="92" y="3"/>
                    <a:pt x="92" y="1"/>
                  </a:cubicBezTo>
                  <a:cubicBezTo>
                    <a:pt x="92" y="0"/>
                    <a:pt x="92" y="0"/>
                    <a:pt x="91" y="0"/>
                  </a:cubicBezTo>
                  <a:close/>
                  <a:moveTo>
                    <a:pt x="91" y="0"/>
                  </a:move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9"/>
            <p:cNvSpPr/>
            <p:nvPr/>
          </p:nvSpPr>
          <p:spPr>
            <a:xfrm>
              <a:off x="6418263" y="2987676"/>
              <a:ext cx="268288" cy="12700"/>
            </a:xfrm>
            <a:custGeom>
              <a:rect b="b" l="l" r="r" t="t"/>
              <a:pathLst>
                <a:path extrusionOk="0" h="4" w="92">
                  <a:moveTo>
                    <a:pt x="9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92" y="4"/>
                    <a:pt x="92" y="3"/>
                    <a:pt x="92" y="2"/>
                  </a:cubicBezTo>
                  <a:cubicBezTo>
                    <a:pt x="92" y="1"/>
                    <a:pt x="92" y="0"/>
                    <a:pt x="91" y="0"/>
                  </a:cubicBezTo>
                  <a:close/>
                  <a:moveTo>
                    <a:pt x="91" y="0"/>
                  </a:move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9"/>
            <p:cNvSpPr/>
            <p:nvPr/>
          </p:nvSpPr>
          <p:spPr>
            <a:xfrm>
              <a:off x="6418263" y="2889251"/>
              <a:ext cx="268288" cy="7938"/>
            </a:xfrm>
            <a:custGeom>
              <a:rect b="b" l="l" r="r" t="t"/>
              <a:pathLst>
                <a:path extrusionOk="0" h="3" w="92">
                  <a:moveTo>
                    <a:pt x="9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91" y="3"/>
                    <a:pt x="91" y="3"/>
                    <a:pt x="91" y="3"/>
                  </a:cubicBezTo>
                  <a:cubicBezTo>
                    <a:pt x="92" y="3"/>
                    <a:pt x="92" y="3"/>
                    <a:pt x="92" y="1"/>
                  </a:cubicBezTo>
                  <a:cubicBezTo>
                    <a:pt x="92" y="0"/>
                    <a:pt x="92" y="0"/>
                    <a:pt x="91" y="0"/>
                  </a:cubicBezTo>
                  <a:close/>
                  <a:moveTo>
                    <a:pt x="91" y="0"/>
                  </a:move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9"/>
            <p:cNvSpPr/>
            <p:nvPr/>
          </p:nvSpPr>
          <p:spPr>
            <a:xfrm>
              <a:off x="6418263" y="2774951"/>
              <a:ext cx="101600" cy="90488"/>
            </a:xfrm>
            <a:custGeom>
              <a:rect b="b" l="l" r="r" t="t"/>
              <a:pathLst>
                <a:path extrusionOk="0" h="31" w="35">
                  <a:moveTo>
                    <a:pt x="4" y="31"/>
                  </a:moveTo>
                  <a:cubicBezTo>
                    <a:pt x="31" y="31"/>
                    <a:pt x="31" y="31"/>
                    <a:pt x="31" y="31"/>
                  </a:cubicBezTo>
                  <a:cubicBezTo>
                    <a:pt x="33" y="31"/>
                    <a:pt x="35" y="29"/>
                    <a:pt x="35" y="27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1"/>
                    <a:pt x="4" y="31"/>
                  </a:cubicBezTo>
                  <a:close/>
                  <a:moveTo>
                    <a:pt x="8" y="8"/>
                  </a:moveTo>
                  <a:cubicBezTo>
                    <a:pt x="27" y="8"/>
                    <a:pt x="27" y="8"/>
                    <a:pt x="27" y="8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8" y="23"/>
                    <a:pt x="8" y="23"/>
                    <a:pt x="8" y="23"/>
                  </a:cubicBezTo>
                  <a:lnTo>
                    <a:pt x="8" y="8"/>
                  </a:lnTo>
                  <a:close/>
                  <a:moveTo>
                    <a:pt x="8" y="8"/>
                  </a:moveTo>
                  <a:cubicBezTo>
                    <a:pt x="8" y="8"/>
                    <a:pt x="8" y="8"/>
                    <a:pt x="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1" name="Google Shape;2651;p9"/>
          <p:cNvGrpSpPr/>
          <p:nvPr/>
        </p:nvGrpSpPr>
        <p:grpSpPr>
          <a:xfrm>
            <a:off x="7026826" y="2675587"/>
            <a:ext cx="298889" cy="401466"/>
            <a:chOff x="7192963" y="2706688"/>
            <a:chExt cx="268288" cy="360363"/>
          </a:xfrm>
        </p:grpSpPr>
        <p:sp>
          <p:nvSpPr>
            <p:cNvPr id="2652" name="Google Shape;2652;p9"/>
            <p:cNvSpPr/>
            <p:nvPr/>
          </p:nvSpPr>
          <p:spPr>
            <a:xfrm>
              <a:off x="7259638" y="2771776"/>
              <a:ext cx="134938" cy="134938"/>
            </a:xfrm>
            <a:custGeom>
              <a:rect b="b" l="l" r="r" t="t"/>
              <a:pathLst>
                <a:path extrusionOk="0" h="46" w="46">
                  <a:moveTo>
                    <a:pt x="23" y="46"/>
                  </a:moveTo>
                  <a:cubicBezTo>
                    <a:pt x="35" y="46"/>
                    <a:pt x="46" y="36"/>
                    <a:pt x="46" y="23"/>
                  </a:cubicBezTo>
                  <a:cubicBezTo>
                    <a:pt x="46" y="11"/>
                    <a:pt x="35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36"/>
                    <a:pt x="10" y="46"/>
                    <a:pt x="23" y="46"/>
                  </a:cubicBezTo>
                  <a:close/>
                  <a:moveTo>
                    <a:pt x="23" y="4"/>
                  </a:moveTo>
                  <a:cubicBezTo>
                    <a:pt x="33" y="4"/>
                    <a:pt x="42" y="13"/>
                    <a:pt x="42" y="23"/>
                  </a:cubicBezTo>
                  <a:cubicBezTo>
                    <a:pt x="42" y="34"/>
                    <a:pt x="33" y="42"/>
                    <a:pt x="23" y="42"/>
                  </a:cubicBezTo>
                  <a:cubicBezTo>
                    <a:pt x="12" y="42"/>
                    <a:pt x="4" y="34"/>
                    <a:pt x="4" y="23"/>
                  </a:cubicBezTo>
                  <a:cubicBezTo>
                    <a:pt x="4" y="13"/>
                    <a:pt x="12" y="4"/>
                    <a:pt x="23" y="4"/>
                  </a:cubicBezTo>
                  <a:close/>
                  <a:moveTo>
                    <a:pt x="23" y="4"/>
                  </a:moveTo>
                  <a:cubicBezTo>
                    <a:pt x="23" y="4"/>
                    <a:pt x="23" y="4"/>
                    <a:pt x="2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9"/>
            <p:cNvSpPr/>
            <p:nvPr/>
          </p:nvSpPr>
          <p:spPr>
            <a:xfrm>
              <a:off x="7192963" y="2706688"/>
              <a:ext cx="268288" cy="360363"/>
            </a:xfrm>
            <a:custGeom>
              <a:rect b="b" l="l" r="r" t="t"/>
              <a:pathLst>
                <a:path extrusionOk="0" h="123" w="92">
                  <a:moveTo>
                    <a:pt x="46" y="0"/>
                  </a:moveTo>
                  <a:cubicBezTo>
                    <a:pt x="20" y="0"/>
                    <a:pt x="0" y="21"/>
                    <a:pt x="0" y="46"/>
                  </a:cubicBezTo>
                  <a:cubicBezTo>
                    <a:pt x="0" y="73"/>
                    <a:pt x="23" y="101"/>
                    <a:pt x="40" y="120"/>
                  </a:cubicBezTo>
                  <a:cubicBezTo>
                    <a:pt x="40" y="120"/>
                    <a:pt x="42" y="123"/>
                    <a:pt x="46" y="123"/>
                  </a:cubicBezTo>
                  <a:cubicBezTo>
                    <a:pt x="46" y="123"/>
                    <a:pt x="46" y="123"/>
                    <a:pt x="46" y="123"/>
                  </a:cubicBezTo>
                  <a:cubicBezTo>
                    <a:pt x="49" y="123"/>
                    <a:pt x="52" y="120"/>
                    <a:pt x="52" y="120"/>
                  </a:cubicBezTo>
                  <a:cubicBezTo>
                    <a:pt x="69" y="101"/>
                    <a:pt x="92" y="73"/>
                    <a:pt x="92" y="46"/>
                  </a:cubicBezTo>
                  <a:cubicBezTo>
                    <a:pt x="92" y="21"/>
                    <a:pt x="71" y="0"/>
                    <a:pt x="46" y="0"/>
                  </a:cubicBezTo>
                  <a:close/>
                  <a:moveTo>
                    <a:pt x="46" y="115"/>
                  </a:moveTo>
                  <a:cubicBezTo>
                    <a:pt x="46" y="115"/>
                    <a:pt x="46" y="115"/>
                    <a:pt x="46" y="115"/>
                  </a:cubicBezTo>
                  <a:cubicBezTo>
                    <a:pt x="46" y="115"/>
                    <a:pt x="45" y="115"/>
                    <a:pt x="45" y="115"/>
                  </a:cubicBezTo>
                  <a:cubicBezTo>
                    <a:pt x="31" y="98"/>
                    <a:pt x="7" y="71"/>
                    <a:pt x="7" y="46"/>
                  </a:cubicBezTo>
                  <a:cubicBezTo>
                    <a:pt x="7" y="25"/>
                    <a:pt x="25" y="8"/>
                    <a:pt x="46" y="8"/>
                  </a:cubicBezTo>
                  <a:cubicBezTo>
                    <a:pt x="67" y="8"/>
                    <a:pt x="84" y="25"/>
                    <a:pt x="84" y="46"/>
                  </a:cubicBezTo>
                  <a:cubicBezTo>
                    <a:pt x="84" y="71"/>
                    <a:pt x="60" y="98"/>
                    <a:pt x="46" y="115"/>
                  </a:cubicBezTo>
                  <a:close/>
                  <a:moveTo>
                    <a:pt x="46" y="115"/>
                  </a:moveTo>
                  <a:cubicBezTo>
                    <a:pt x="46" y="115"/>
                    <a:pt x="46" y="115"/>
                    <a:pt x="46" y="1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4" name="Google Shape;2654;p9"/>
          <p:cNvSpPr/>
          <p:nvPr/>
        </p:nvSpPr>
        <p:spPr>
          <a:xfrm>
            <a:off x="7662863" y="2744788"/>
            <a:ext cx="400050" cy="263525"/>
          </a:xfrm>
          <a:custGeom>
            <a:rect b="b" l="l" r="r" t="t"/>
            <a:pathLst>
              <a:path extrusionOk="0" h="81" w="123">
                <a:moveTo>
                  <a:pt x="107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74"/>
                  <a:pt x="7" y="81"/>
                  <a:pt x="15" y="81"/>
                </a:cubicBezTo>
                <a:cubicBezTo>
                  <a:pt x="107" y="81"/>
                  <a:pt x="107" y="81"/>
                  <a:pt x="107" y="81"/>
                </a:cubicBezTo>
                <a:cubicBezTo>
                  <a:pt x="116" y="81"/>
                  <a:pt x="123" y="74"/>
                  <a:pt x="123" y="65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123" y="7"/>
                  <a:pt x="116" y="0"/>
                  <a:pt x="107" y="0"/>
                </a:cubicBezTo>
                <a:close/>
                <a:moveTo>
                  <a:pt x="8" y="20"/>
                </a:moveTo>
                <a:cubicBezTo>
                  <a:pt x="34" y="41"/>
                  <a:pt x="34" y="41"/>
                  <a:pt x="34" y="41"/>
                </a:cubicBezTo>
                <a:cubicBezTo>
                  <a:pt x="8" y="61"/>
                  <a:pt x="8" y="61"/>
                  <a:pt x="8" y="61"/>
                </a:cubicBezTo>
                <a:lnTo>
                  <a:pt x="8" y="20"/>
                </a:lnTo>
                <a:close/>
                <a:moveTo>
                  <a:pt x="115" y="65"/>
                </a:moveTo>
                <a:cubicBezTo>
                  <a:pt x="115" y="70"/>
                  <a:pt x="112" y="73"/>
                  <a:pt x="107" y="73"/>
                </a:cubicBezTo>
                <a:cubicBezTo>
                  <a:pt x="15" y="73"/>
                  <a:pt x="15" y="73"/>
                  <a:pt x="15" y="73"/>
                </a:cubicBezTo>
                <a:cubicBezTo>
                  <a:pt x="11" y="73"/>
                  <a:pt x="8" y="70"/>
                  <a:pt x="8" y="65"/>
                </a:cubicBezTo>
                <a:cubicBezTo>
                  <a:pt x="38" y="43"/>
                  <a:pt x="38" y="43"/>
                  <a:pt x="38" y="43"/>
                </a:cubicBezTo>
                <a:cubicBezTo>
                  <a:pt x="54" y="56"/>
                  <a:pt x="54" y="56"/>
                  <a:pt x="54" y="56"/>
                </a:cubicBezTo>
                <a:cubicBezTo>
                  <a:pt x="56" y="57"/>
                  <a:pt x="59" y="58"/>
                  <a:pt x="61" y="58"/>
                </a:cubicBezTo>
                <a:cubicBezTo>
                  <a:pt x="64" y="58"/>
                  <a:pt x="66" y="57"/>
                  <a:pt x="68" y="56"/>
                </a:cubicBezTo>
                <a:cubicBezTo>
                  <a:pt x="85" y="43"/>
                  <a:pt x="85" y="43"/>
                  <a:pt x="85" y="43"/>
                </a:cubicBezTo>
                <a:lnTo>
                  <a:pt x="115" y="65"/>
                </a:lnTo>
                <a:close/>
                <a:moveTo>
                  <a:pt x="115" y="61"/>
                </a:moveTo>
                <a:cubicBezTo>
                  <a:pt x="88" y="41"/>
                  <a:pt x="88" y="41"/>
                  <a:pt x="88" y="41"/>
                </a:cubicBezTo>
                <a:cubicBezTo>
                  <a:pt x="115" y="20"/>
                  <a:pt x="115" y="20"/>
                  <a:pt x="115" y="20"/>
                </a:cubicBezTo>
                <a:lnTo>
                  <a:pt x="115" y="61"/>
                </a:lnTo>
                <a:close/>
                <a:moveTo>
                  <a:pt x="66" y="52"/>
                </a:moveTo>
                <a:cubicBezTo>
                  <a:pt x="65" y="53"/>
                  <a:pt x="63" y="54"/>
                  <a:pt x="61" y="54"/>
                </a:cubicBezTo>
                <a:cubicBezTo>
                  <a:pt x="60" y="54"/>
                  <a:pt x="58" y="53"/>
                  <a:pt x="57" y="52"/>
                </a:cubicBezTo>
                <a:cubicBezTo>
                  <a:pt x="41" y="41"/>
                  <a:pt x="41" y="41"/>
                  <a:pt x="41" y="41"/>
                </a:cubicBezTo>
                <a:cubicBezTo>
                  <a:pt x="38" y="38"/>
                  <a:pt x="38" y="38"/>
                  <a:pt x="38" y="38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1"/>
                  <a:pt x="11" y="8"/>
                  <a:pt x="15" y="8"/>
                </a:cubicBezTo>
                <a:cubicBezTo>
                  <a:pt x="107" y="8"/>
                  <a:pt x="107" y="8"/>
                  <a:pt x="107" y="8"/>
                </a:cubicBezTo>
                <a:cubicBezTo>
                  <a:pt x="112" y="8"/>
                  <a:pt x="115" y="11"/>
                  <a:pt x="115" y="16"/>
                </a:cubicBezTo>
                <a:lnTo>
                  <a:pt x="66" y="52"/>
                </a:lnTo>
                <a:close/>
                <a:moveTo>
                  <a:pt x="66" y="52"/>
                </a:moveTo>
                <a:cubicBezTo>
                  <a:pt x="66" y="52"/>
                  <a:pt x="66" y="52"/>
                  <a:pt x="66" y="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5" name="Google Shape;2655;p9"/>
          <p:cNvSpPr/>
          <p:nvPr/>
        </p:nvSpPr>
        <p:spPr>
          <a:xfrm>
            <a:off x="8401050" y="2671763"/>
            <a:ext cx="409575" cy="401637"/>
          </a:xfrm>
          <a:custGeom>
            <a:rect b="b" l="l" r="r" t="t"/>
            <a:pathLst>
              <a:path extrusionOk="0" h="123" w="126">
                <a:moveTo>
                  <a:pt x="112" y="10"/>
                </a:moveTo>
                <a:cubicBezTo>
                  <a:pt x="106" y="4"/>
                  <a:pt x="98" y="0"/>
                  <a:pt x="90" y="0"/>
                </a:cubicBezTo>
                <a:cubicBezTo>
                  <a:pt x="83" y="0"/>
                  <a:pt x="76" y="3"/>
                  <a:pt x="72" y="7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13" y="66"/>
                  <a:pt x="13" y="66"/>
                  <a:pt x="13" y="66"/>
                </a:cubicBezTo>
                <a:cubicBezTo>
                  <a:pt x="11" y="68"/>
                  <a:pt x="10" y="70"/>
                  <a:pt x="9" y="73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06"/>
                  <a:pt x="0" y="108"/>
                  <a:pt x="0" y="110"/>
                </a:cubicBezTo>
                <a:cubicBezTo>
                  <a:pt x="0" y="117"/>
                  <a:pt x="6" y="123"/>
                  <a:pt x="13" y="123"/>
                </a:cubicBezTo>
                <a:cubicBezTo>
                  <a:pt x="15" y="123"/>
                  <a:pt x="17" y="122"/>
                  <a:pt x="18" y="122"/>
                </a:cubicBezTo>
                <a:cubicBezTo>
                  <a:pt x="50" y="114"/>
                  <a:pt x="50" y="114"/>
                  <a:pt x="50" y="114"/>
                </a:cubicBezTo>
                <a:cubicBezTo>
                  <a:pt x="52" y="113"/>
                  <a:pt x="55" y="112"/>
                  <a:pt x="57" y="110"/>
                </a:cubicBezTo>
                <a:cubicBezTo>
                  <a:pt x="115" y="51"/>
                  <a:pt x="115" y="51"/>
                  <a:pt x="115" y="51"/>
                </a:cubicBezTo>
                <a:cubicBezTo>
                  <a:pt x="126" y="40"/>
                  <a:pt x="125" y="22"/>
                  <a:pt x="112" y="10"/>
                </a:cubicBezTo>
                <a:close/>
                <a:moveTo>
                  <a:pt x="61" y="91"/>
                </a:moveTo>
                <a:cubicBezTo>
                  <a:pt x="61" y="88"/>
                  <a:pt x="60" y="85"/>
                  <a:pt x="58" y="81"/>
                </a:cubicBezTo>
                <a:cubicBezTo>
                  <a:pt x="95" y="45"/>
                  <a:pt x="95" y="45"/>
                  <a:pt x="95" y="45"/>
                </a:cubicBezTo>
                <a:cubicBezTo>
                  <a:pt x="97" y="52"/>
                  <a:pt x="96" y="59"/>
                  <a:pt x="91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91" y="64"/>
                  <a:pt x="91" y="64"/>
                  <a:pt x="91" y="64"/>
                </a:cubicBezTo>
                <a:cubicBezTo>
                  <a:pt x="61" y="94"/>
                  <a:pt x="61" y="94"/>
                  <a:pt x="61" y="94"/>
                </a:cubicBezTo>
                <a:cubicBezTo>
                  <a:pt x="61" y="93"/>
                  <a:pt x="61" y="92"/>
                  <a:pt x="61" y="91"/>
                </a:cubicBezTo>
                <a:close/>
                <a:moveTo>
                  <a:pt x="56" y="78"/>
                </a:moveTo>
                <a:cubicBezTo>
                  <a:pt x="55" y="76"/>
                  <a:pt x="53" y="73"/>
                  <a:pt x="51" y="71"/>
                </a:cubicBezTo>
                <a:cubicBezTo>
                  <a:pt x="49" y="69"/>
                  <a:pt x="46" y="67"/>
                  <a:pt x="43" y="66"/>
                </a:cubicBezTo>
                <a:cubicBezTo>
                  <a:pt x="80" y="29"/>
                  <a:pt x="80" y="29"/>
                  <a:pt x="80" y="29"/>
                </a:cubicBezTo>
                <a:cubicBezTo>
                  <a:pt x="83" y="30"/>
                  <a:pt x="86" y="32"/>
                  <a:pt x="88" y="34"/>
                </a:cubicBezTo>
                <a:cubicBezTo>
                  <a:pt x="90" y="37"/>
                  <a:pt x="92" y="39"/>
                  <a:pt x="93" y="41"/>
                </a:cubicBezTo>
                <a:lnTo>
                  <a:pt x="56" y="78"/>
                </a:lnTo>
                <a:close/>
                <a:moveTo>
                  <a:pt x="40" y="64"/>
                </a:moveTo>
                <a:cubicBezTo>
                  <a:pt x="36" y="62"/>
                  <a:pt x="33" y="61"/>
                  <a:pt x="29" y="61"/>
                </a:cubicBezTo>
                <a:cubicBezTo>
                  <a:pt x="58" y="32"/>
                  <a:pt x="58" y="32"/>
                  <a:pt x="58" y="32"/>
                </a:cubicBezTo>
                <a:cubicBezTo>
                  <a:pt x="63" y="27"/>
                  <a:pt x="69" y="26"/>
                  <a:pt x="76" y="28"/>
                </a:cubicBezTo>
                <a:lnTo>
                  <a:pt x="40" y="64"/>
                </a:lnTo>
                <a:close/>
                <a:moveTo>
                  <a:pt x="16" y="115"/>
                </a:moveTo>
                <a:cubicBezTo>
                  <a:pt x="15" y="115"/>
                  <a:pt x="14" y="115"/>
                  <a:pt x="13" y="115"/>
                </a:cubicBezTo>
                <a:cubicBezTo>
                  <a:pt x="10" y="115"/>
                  <a:pt x="7" y="113"/>
                  <a:pt x="7" y="110"/>
                </a:cubicBezTo>
                <a:cubicBezTo>
                  <a:pt x="7" y="109"/>
                  <a:pt x="8" y="108"/>
                  <a:pt x="8" y="107"/>
                </a:cubicBezTo>
                <a:cubicBezTo>
                  <a:pt x="12" y="93"/>
                  <a:pt x="12" y="93"/>
                  <a:pt x="12" y="93"/>
                </a:cubicBezTo>
                <a:cubicBezTo>
                  <a:pt x="16" y="93"/>
                  <a:pt x="21" y="94"/>
                  <a:pt x="25" y="98"/>
                </a:cubicBezTo>
                <a:cubicBezTo>
                  <a:pt x="28" y="102"/>
                  <a:pt x="30" y="107"/>
                  <a:pt x="30" y="111"/>
                </a:cubicBezTo>
                <a:lnTo>
                  <a:pt x="16" y="115"/>
                </a:lnTo>
                <a:close/>
                <a:moveTo>
                  <a:pt x="34" y="110"/>
                </a:moveTo>
                <a:cubicBezTo>
                  <a:pt x="34" y="105"/>
                  <a:pt x="31" y="100"/>
                  <a:pt x="27" y="95"/>
                </a:cubicBezTo>
                <a:cubicBezTo>
                  <a:pt x="23" y="91"/>
                  <a:pt x="18" y="89"/>
                  <a:pt x="13" y="89"/>
                </a:cubicBezTo>
                <a:cubicBezTo>
                  <a:pt x="17" y="75"/>
                  <a:pt x="17" y="75"/>
                  <a:pt x="17" y="75"/>
                </a:cubicBezTo>
                <a:cubicBezTo>
                  <a:pt x="17" y="74"/>
                  <a:pt x="17" y="73"/>
                  <a:pt x="18" y="72"/>
                </a:cubicBezTo>
                <a:cubicBezTo>
                  <a:pt x="26" y="67"/>
                  <a:pt x="38" y="68"/>
                  <a:pt x="46" y="77"/>
                </a:cubicBezTo>
                <a:cubicBezTo>
                  <a:pt x="55" y="85"/>
                  <a:pt x="56" y="98"/>
                  <a:pt x="49" y="106"/>
                </a:cubicBezTo>
                <a:cubicBezTo>
                  <a:pt x="49" y="106"/>
                  <a:pt x="48" y="106"/>
                  <a:pt x="48" y="106"/>
                </a:cubicBezTo>
                <a:lnTo>
                  <a:pt x="34" y="110"/>
                </a:lnTo>
                <a:close/>
                <a:moveTo>
                  <a:pt x="110" y="45"/>
                </a:moveTo>
                <a:cubicBezTo>
                  <a:pt x="103" y="52"/>
                  <a:pt x="103" y="52"/>
                  <a:pt x="103" y="52"/>
                </a:cubicBezTo>
                <a:cubicBezTo>
                  <a:pt x="103" y="51"/>
                  <a:pt x="103" y="50"/>
                  <a:pt x="103" y="49"/>
                </a:cubicBezTo>
                <a:cubicBezTo>
                  <a:pt x="103" y="42"/>
                  <a:pt x="99" y="35"/>
                  <a:pt x="93" y="29"/>
                </a:cubicBezTo>
                <a:cubicBezTo>
                  <a:pt x="87" y="23"/>
                  <a:pt x="79" y="19"/>
                  <a:pt x="71" y="19"/>
                </a:cubicBezTo>
                <a:cubicBezTo>
                  <a:pt x="77" y="13"/>
                  <a:pt x="77" y="13"/>
                  <a:pt x="77" y="13"/>
                </a:cubicBezTo>
                <a:cubicBezTo>
                  <a:pt x="80" y="10"/>
                  <a:pt x="85" y="8"/>
                  <a:pt x="90" y="8"/>
                </a:cubicBezTo>
                <a:cubicBezTo>
                  <a:pt x="96" y="8"/>
                  <a:pt x="102" y="11"/>
                  <a:pt x="107" y="16"/>
                </a:cubicBezTo>
                <a:cubicBezTo>
                  <a:pt x="112" y="20"/>
                  <a:pt x="114" y="26"/>
                  <a:pt x="115" y="32"/>
                </a:cubicBezTo>
                <a:cubicBezTo>
                  <a:pt x="115" y="37"/>
                  <a:pt x="113" y="42"/>
                  <a:pt x="110" y="45"/>
                </a:cubicBezTo>
                <a:close/>
                <a:moveTo>
                  <a:pt x="110" y="45"/>
                </a:moveTo>
                <a:cubicBezTo>
                  <a:pt x="110" y="45"/>
                  <a:pt x="110" y="45"/>
                  <a:pt x="110" y="4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6" name="Google Shape;2656;p9"/>
          <p:cNvGrpSpPr/>
          <p:nvPr/>
        </p:nvGrpSpPr>
        <p:grpSpPr>
          <a:xfrm>
            <a:off x="6746507" y="3770332"/>
            <a:ext cx="397929" cy="247600"/>
            <a:chOff x="7145338" y="3636963"/>
            <a:chExt cx="357188" cy="222250"/>
          </a:xfrm>
        </p:grpSpPr>
        <p:sp>
          <p:nvSpPr>
            <p:cNvPr id="2657" name="Google Shape;2657;p9"/>
            <p:cNvSpPr/>
            <p:nvPr/>
          </p:nvSpPr>
          <p:spPr>
            <a:xfrm>
              <a:off x="7145338" y="3636963"/>
              <a:ext cx="357188" cy="222250"/>
            </a:xfrm>
            <a:custGeom>
              <a:rect b="b" l="l" r="r" t="t"/>
              <a:pathLst>
                <a:path extrusionOk="0" h="76" w="122">
                  <a:moveTo>
                    <a:pt x="122" y="37"/>
                  </a:moveTo>
                  <a:cubicBezTo>
                    <a:pt x="122" y="37"/>
                    <a:pt x="122" y="37"/>
                    <a:pt x="122" y="37"/>
                  </a:cubicBezTo>
                  <a:cubicBezTo>
                    <a:pt x="122" y="37"/>
                    <a:pt x="122" y="37"/>
                    <a:pt x="122" y="36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11" y="15"/>
                    <a:pt x="86" y="0"/>
                    <a:pt x="61" y="0"/>
                  </a:cubicBezTo>
                  <a:cubicBezTo>
                    <a:pt x="35" y="0"/>
                    <a:pt x="11" y="15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7"/>
                    <a:pt x="0" y="38"/>
                    <a:pt x="0" y="38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11" y="61"/>
                    <a:pt x="35" y="76"/>
                    <a:pt x="61" y="76"/>
                  </a:cubicBezTo>
                  <a:cubicBezTo>
                    <a:pt x="86" y="76"/>
                    <a:pt x="111" y="61"/>
                    <a:pt x="122" y="40"/>
                  </a:cubicBezTo>
                  <a:cubicBezTo>
                    <a:pt x="122" y="40"/>
                    <a:pt x="122" y="40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8"/>
                    <a:pt x="122" y="38"/>
                  </a:cubicBezTo>
                  <a:cubicBezTo>
                    <a:pt x="122" y="38"/>
                    <a:pt x="122" y="37"/>
                    <a:pt x="122" y="37"/>
                  </a:cubicBezTo>
                  <a:close/>
                  <a:moveTo>
                    <a:pt x="61" y="69"/>
                  </a:moveTo>
                  <a:cubicBezTo>
                    <a:pt x="39" y="69"/>
                    <a:pt x="18" y="56"/>
                    <a:pt x="8" y="38"/>
                  </a:cubicBezTo>
                  <a:cubicBezTo>
                    <a:pt x="18" y="20"/>
                    <a:pt x="39" y="7"/>
                    <a:pt x="61" y="7"/>
                  </a:cubicBezTo>
                  <a:cubicBezTo>
                    <a:pt x="82" y="7"/>
                    <a:pt x="104" y="20"/>
                    <a:pt x="114" y="38"/>
                  </a:cubicBezTo>
                  <a:cubicBezTo>
                    <a:pt x="103" y="56"/>
                    <a:pt x="82" y="69"/>
                    <a:pt x="61" y="69"/>
                  </a:cubicBezTo>
                  <a:close/>
                  <a:moveTo>
                    <a:pt x="61" y="69"/>
                  </a:moveTo>
                  <a:cubicBezTo>
                    <a:pt x="61" y="69"/>
                    <a:pt x="61" y="69"/>
                    <a:pt x="61" y="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9"/>
            <p:cNvSpPr/>
            <p:nvPr/>
          </p:nvSpPr>
          <p:spPr>
            <a:xfrm>
              <a:off x="7280275" y="3703638"/>
              <a:ext cx="50800" cy="50800"/>
            </a:xfrm>
            <a:custGeom>
              <a:rect b="b" l="l" r="r" t="t"/>
              <a:pathLst>
                <a:path extrusionOk="0" h="17" w="17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3" y="17"/>
                    <a:pt x="3" y="16"/>
                    <a:pt x="3" y="15"/>
                  </a:cubicBezTo>
                  <a:cubicBezTo>
                    <a:pt x="3" y="9"/>
                    <a:pt x="9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6" y="3"/>
                    <a:pt x="17" y="3"/>
                    <a:pt x="17" y="2"/>
                  </a:cubicBezTo>
                  <a:cubicBezTo>
                    <a:pt x="17" y="0"/>
                    <a:pt x="16" y="0"/>
                    <a:pt x="15" y="0"/>
                  </a:cubicBezTo>
                  <a:close/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9"/>
            <p:cNvSpPr/>
            <p:nvPr/>
          </p:nvSpPr>
          <p:spPr>
            <a:xfrm>
              <a:off x="7245350" y="3668713"/>
              <a:ext cx="158750" cy="158750"/>
            </a:xfrm>
            <a:custGeom>
              <a:rect b="b" l="l" r="r" t="t"/>
              <a:pathLst>
                <a:path extrusionOk="0" h="54" w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7" y="54"/>
                  </a:cubicBezTo>
                  <a:cubicBezTo>
                    <a:pt x="42" y="54"/>
                    <a:pt x="54" y="42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  <a:moveTo>
                    <a:pt x="27" y="50"/>
                  </a:moveTo>
                  <a:cubicBezTo>
                    <a:pt x="14" y="50"/>
                    <a:pt x="4" y="40"/>
                    <a:pt x="4" y="27"/>
                  </a:cubicBezTo>
                  <a:cubicBezTo>
                    <a:pt x="4" y="14"/>
                    <a:pt x="14" y="4"/>
                    <a:pt x="27" y="4"/>
                  </a:cubicBezTo>
                  <a:cubicBezTo>
                    <a:pt x="40" y="4"/>
                    <a:pt x="50" y="14"/>
                    <a:pt x="50" y="27"/>
                  </a:cubicBezTo>
                  <a:cubicBezTo>
                    <a:pt x="50" y="40"/>
                    <a:pt x="40" y="50"/>
                    <a:pt x="27" y="50"/>
                  </a:cubicBezTo>
                  <a:close/>
                  <a:moveTo>
                    <a:pt x="27" y="50"/>
                  </a:moveTo>
                  <a:cubicBezTo>
                    <a:pt x="27" y="50"/>
                    <a:pt x="27" y="50"/>
                    <a:pt x="27" y="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0" name="Google Shape;2660;p9"/>
          <p:cNvGrpSpPr/>
          <p:nvPr/>
        </p:nvGrpSpPr>
        <p:grpSpPr>
          <a:xfrm>
            <a:off x="4641025" y="3729655"/>
            <a:ext cx="399697" cy="327186"/>
            <a:chOff x="4856163" y="3600451"/>
            <a:chExt cx="358775" cy="293688"/>
          </a:xfrm>
        </p:grpSpPr>
        <p:sp>
          <p:nvSpPr>
            <p:cNvPr id="2661" name="Google Shape;2661;p9"/>
            <p:cNvSpPr/>
            <p:nvPr/>
          </p:nvSpPr>
          <p:spPr>
            <a:xfrm>
              <a:off x="5103813" y="3692526"/>
              <a:ext cx="68263" cy="90488"/>
            </a:xfrm>
            <a:custGeom>
              <a:rect b="b" l="l" r="r" t="t"/>
              <a:pathLst>
                <a:path extrusionOk="0" h="31" w="23">
                  <a:moveTo>
                    <a:pt x="11" y="2"/>
                  </a:moveTo>
                  <a:cubicBezTo>
                    <a:pt x="10" y="1"/>
                    <a:pt x="9" y="0"/>
                    <a:pt x="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1" y="31"/>
                    <a:pt x="4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21" y="31"/>
                    <a:pt x="23" y="29"/>
                    <a:pt x="23" y="2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2" y="19"/>
                  </a:cubicBezTo>
                  <a:lnTo>
                    <a:pt x="11" y="2"/>
                  </a:lnTo>
                  <a:close/>
                  <a:moveTo>
                    <a:pt x="19" y="2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19" y="21"/>
                    <a:pt x="19" y="21"/>
                    <a:pt x="19" y="21"/>
                  </a:cubicBezTo>
                  <a:lnTo>
                    <a:pt x="19" y="27"/>
                  </a:lnTo>
                  <a:close/>
                  <a:moveTo>
                    <a:pt x="19" y="27"/>
                  </a:moveTo>
                  <a:cubicBezTo>
                    <a:pt x="19" y="27"/>
                    <a:pt x="19" y="27"/>
                    <a:pt x="19" y="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9"/>
            <p:cNvSpPr/>
            <p:nvPr/>
          </p:nvSpPr>
          <p:spPr>
            <a:xfrm>
              <a:off x="4856163" y="3600451"/>
              <a:ext cx="358775" cy="293688"/>
            </a:xfrm>
            <a:custGeom>
              <a:rect b="b" l="l" r="r" t="t"/>
              <a:pathLst>
                <a:path extrusionOk="0" h="100" w="123">
                  <a:moveTo>
                    <a:pt x="121" y="48"/>
                  </a:moveTo>
                  <a:cubicBezTo>
                    <a:pt x="106" y="25"/>
                    <a:pt x="106" y="25"/>
                    <a:pt x="106" y="25"/>
                  </a:cubicBezTo>
                  <a:cubicBezTo>
                    <a:pt x="104" y="22"/>
                    <a:pt x="100" y="20"/>
                    <a:pt x="96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6"/>
                    <a:pt x="76" y="0"/>
                    <a:pt x="69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1"/>
                    <a:pt x="6" y="66"/>
                    <a:pt x="12" y="66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84"/>
                    <a:pt x="17" y="89"/>
                    <a:pt x="23" y="89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30" y="95"/>
                    <a:pt x="35" y="100"/>
                    <a:pt x="43" y="100"/>
                  </a:cubicBezTo>
                  <a:cubicBezTo>
                    <a:pt x="50" y="100"/>
                    <a:pt x="56" y="95"/>
                    <a:pt x="57" y="89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9" y="95"/>
                    <a:pt x="85" y="100"/>
                    <a:pt x="92" y="100"/>
                  </a:cubicBezTo>
                  <a:cubicBezTo>
                    <a:pt x="100" y="100"/>
                    <a:pt x="106" y="95"/>
                    <a:pt x="107" y="89"/>
                  </a:cubicBezTo>
                  <a:cubicBezTo>
                    <a:pt x="112" y="89"/>
                    <a:pt x="112" y="89"/>
                    <a:pt x="112" y="89"/>
                  </a:cubicBezTo>
                  <a:cubicBezTo>
                    <a:pt x="118" y="89"/>
                    <a:pt x="123" y="84"/>
                    <a:pt x="123" y="77"/>
                  </a:cubicBezTo>
                  <a:cubicBezTo>
                    <a:pt x="123" y="54"/>
                    <a:pt x="123" y="54"/>
                    <a:pt x="123" y="54"/>
                  </a:cubicBezTo>
                  <a:cubicBezTo>
                    <a:pt x="123" y="52"/>
                    <a:pt x="122" y="50"/>
                    <a:pt x="121" y="48"/>
                  </a:cubicBezTo>
                  <a:close/>
                  <a:moveTo>
                    <a:pt x="12" y="58"/>
                  </a:moveTo>
                  <a:cubicBezTo>
                    <a:pt x="10" y="58"/>
                    <a:pt x="8" y="56"/>
                    <a:pt x="8" y="54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72" y="8"/>
                    <a:pt x="73" y="10"/>
                    <a:pt x="73" y="12"/>
                  </a:cubicBezTo>
                  <a:cubicBezTo>
                    <a:pt x="73" y="54"/>
                    <a:pt x="73" y="54"/>
                    <a:pt x="73" y="54"/>
                  </a:cubicBezTo>
                  <a:cubicBezTo>
                    <a:pt x="73" y="56"/>
                    <a:pt x="72" y="58"/>
                    <a:pt x="69" y="58"/>
                  </a:cubicBezTo>
                  <a:lnTo>
                    <a:pt x="12" y="58"/>
                  </a:lnTo>
                  <a:close/>
                  <a:moveTo>
                    <a:pt x="43" y="93"/>
                  </a:moveTo>
                  <a:cubicBezTo>
                    <a:pt x="38" y="93"/>
                    <a:pt x="35" y="89"/>
                    <a:pt x="35" y="85"/>
                  </a:cubicBezTo>
                  <a:cubicBezTo>
                    <a:pt x="35" y="81"/>
                    <a:pt x="38" y="77"/>
                    <a:pt x="43" y="77"/>
                  </a:cubicBezTo>
                  <a:cubicBezTo>
                    <a:pt x="47" y="77"/>
                    <a:pt x="50" y="81"/>
                    <a:pt x="50" y="85"/>
                  </a:cubicBezTo>
                  <a:cubicBezTo>
                    <a:pt x="50" y="89"/>
                    <a:pt x="47" y="93"/>
                    <a:pt x="43" y="93"/>
                  </a:cubicBezTo>
                  <a:close/>
                  <a:moveTo>
                    <a:pt x="92" y="93"/>
                  </a:moveTo>
                  <a:cubicBezTo>
                    <a:pt x="88" y="93"/>
                    <a:pt x="85" y="89"/>
                    <a:pt x="85" y="85"/>
                  </a:cubicBezTo>
                  <a:cubicBezTo>
                    <a:pt x="85" y="81"/>
                    <a:pt x="88" y="77"/>
                    <a:pt x="92" y="77"/>
                  </a:cubicBezTo>
                  <a:cubicBezTo>
                    <a:pt x="97" y="77"/>
                    <a:pt x="100" y="81"/>
                    <a:pt x="100" y="85"/>
                  </a:cubicBezTo>
                  <a:cubicBezTo>
                    <a:pt x="100" y="89"/>
                    <a:pt x="97" y="93"/>
                    <a:pt x="92" y="93"/>
                  </a:cubicBezTo>
                  <a:close/>
                  <a:moveTo>
                    <a:pt x="115" y="77"/>
                  </a:moveTo>
                  <a:cubicBezTo>
                    <a:pt x="115" y="79"/>
                    <a:pt x="114" y="81"/>
                    <a:pt x="112" y="81"/>
                  </a:cubicBezTo>
                  <a:cubicBezTo>
                    <a:pt x="107" y="81"/>
                    <a:pt x="107" y="81"/>
                    <a:pt x="107" y="81"/>
                  </a:cubicBezTo>
                  <a:cubicBezTo>
                    <a:pt x="106" y="74"/>
                    <a:pt x="100" y="70"/>
                    <a:pt x="92" y="70"/>
                  </a:cubicBezTo>
                  <a:cubicBezTo>
                    <a:pt x="85" y="70"/>
                    <a:pt x="79" y="74"/>
                    <a:pt x="78" y="81"/>
                  </a:cubicBezTo>
                  <a:cubicBezTo>
                    <a:pt x="57" y="81"/>
                    <a:pt x="57" y="81"/>
                    <a:pt x="57" y="81"/>
                  </a:cubicBezTo>
                  <a:cubicBezTo>
                    <a:pt x="56" y="74"/>
                    <a:pt x="50" y="70"/>
                    <a:pt x="43" y="70"/>
                  </a:cubicBezTo>
                  <a:cubicBezTo>
                    <a:pt x="35" y="70"/>
                    <a:pt x="30" y="74"/>
                    <a:pt x="28" y="81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1" y="81"/>
                    <a:pt x="20" y="79"/>
                    <a:pt x="20" y="77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76" y="66"/>
                    <a:pt x="81" y="61"/>
                    <a:pt x="81" y="54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8" y="27"/>
                    <a:pt x="99" y="28"/>
                    <a:pt x="99" y="29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5" y="53"/>
                    <a:pt x="115" y="53"/>
                    <a:pt x="115" y="54"/>
                  </a:cubicBezTo>
                  <a:lnTo>
                    <a:pt x="115" y="77"/>
                  </a:lnTo>
                  <a:close/>
                  <a:moveTo>
                    <a:pt x="115" y="77"/>
                  </a:moveTo>
                  <a:cubicBezTo>
                    <a:pt x="115" y="77"/>
                    <a:pt x="115" y="77"/>
                    <a:pt x="115" y="7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3" name="Google Shape;2663;p9"/>
          <p:cNvGrpSpPr/>
          <p:nvPr/>
        </p:nvGrpSpPr>
        <p:grpSpPr>
          <a:xfrm>
            <a:off x="463662" y="3720812"/>
            <a:ext cx="397929" cy="350177"/>
            <a:chOff x="0" y="3592513"/>
            <a:chExt cx="357188" cy="314325"/>
          </a:xfrm>
        </p:grpSpPr>
        <p:sp>
          <p:nvSpPr>
            <p:cNvPr id="2664" name="Google Shape;2664;p9"/>
            <p:cNvSpPr/>
            <p:nvPr/>
          </p:nvSpPr>
          <p:spPr>
            <a:xfrm>
              <a:off x="0" y="3592513"/>
              <a:ext cx="357188" cy="314325"/>
            </a:xfrm>
            <a:custGeom>
              <a:rect b="b" l="l" r="r" t="t"/>
              <a:pathLst>
                <a:path extrusionOk="0" h="107" w="122">
                  <a:moveTo>
                    <a:pt x="122" y="63"/>
                  </a:moveTo>
                  <a:cubicBezTo>
                    <a:pt x="107" y="5"/>
                    <a:pt x="107" y="5"/>
                    <a:pt x="107" y="5"/>
                  </a:cubicBezTo>
                  <a:cubicBezTo>
                    <a:pt x="106" y="2"/>
                    <a:pt x="103" y="0"/>
                    <a:pt x="99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6" y="2"/>
                    <a:pt x="15" y="5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0" y="65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100"/>
                    <a:pt x="7" y="107"/>
                    <a:pt x="15" y="107"/>
                  </a:cubicBezTo>
                  <a:cubicBezTo>
                    <a:pt x="107" y="107"/>
                    <a:pt x="107" y="107"/>
                    <a:pt x="107" y="107"/>
                  </a:cubicBezTo>
                  <a:cubicBezTo>
                    <a:pt x="116" y="107"/>
                    <a:pt x="122" y="100"/>
                    <a:pt x="122" y="92"/>
                  </a:cubicBezTo>
                  <a:cubicBezTo>
                    <a:pt x="122" y="65"/>
                    <a:pt x="122" y="65"/>
                    <a:pt x="122" y="65"/>
                  </a:cubicBezTo>
                  <a:cubicBezTo>
                    <a:pt x="122" y="64"/>
                    <a:pt x="122" y="63"/>
                    <a:pt x="122" y="63"/>
                  </a:cubicBezTo>
                  <a:close/>
                  <a:moveTo>
                    <a:pt x="115" y="92"/>
                  </a:moveTo>
                  <a:cubicBezTo>
                    <a:pt x="115" y="96"/>
                    <a:pt x="111" y="99"/>
                    <a:pt x="107" y="99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1" y="99"/>
                    <a:pt x="7" y="96"/>
                    <a:pt x="7" y="92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99" y="7"/>
                    <a:pt x="99" y="7"/>
                    <a:pt x="99" y="7"/>
                  </a:cubicBezTo>
                  <a:cubicBezTo>
                    <a:pt x="115" y="65"/>
                    <a:pt x="115" y="65"/>
                    <a:pt x="115" y="65"/>
                  </a:cubicBezTo>
                  <a:lnTo>
                    <a:pt x="115" y="92"/>
                  </a:lnTo>
                  <a:close/>
                  <a:moveTo>
                    <a:pt x="115" y="92"/>
                  </a:moveTo>
                  <a:cubicBezTo>
                    <a:pt x="115" y="92"/>
                    <a:pt x="115" y="92"/>
                    <a:pt x="115" y="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9"/>
            <p:cNvSpPr/>
            <p:nvPr/>
          </p:nvSpPr>
          <p:spPr>
            <a:xfrm>
              <a:off x="41275" y="3636963"/>
              <a:ext cx="274638" cy="201613"/>
            </a:xfrm>
            <a:custGeom>
              <a:rect b="b" l="l" r="r" t="t"/>
              <a:pathLst>
                <a:path extrusionOk="0" h="69" w="94">
                  <a:moveTo>
                    <a:pt x="7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4" y="1"/>
                    <a:pt x="14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1"/>
                    <a:pt x="1" y="52"/>
                  </a:cubicBezTo>
                  <a:cubicBezTo>
                    <a:pt x="2" y="53"/>
                    <a:pt x="3" y="54"/>
                    <a:pt x="4" y="54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29" y="67"/>
                    <a:pt x="31" y="69"/>
                    <a:pt x="34" y="69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3" y="69"/>
                    <a:pt x="66" y="67"/>
                    <a:pt x="67" y="6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1" y="54"/>
                    <a:pt x="92" y="53"/>
                    <a:pt x="93" y="52"/>
                  </a:cubicBezTo>
                  <a:cubicBezTo>
                    <a:pt x="94" y="51"/>
                    <a:pt x="94" y="50"/>
                    <a:pt x="94" y="49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0" y="1"/>
                    <a:pt x="78" y="0"/>
                    <a:pt x="77" y="0"/>
                  </a:cubicBezTo>
                  <a:close/>
                  <a:moveTo>
                    <a:pt x="79" y="46"/>
                  </a:moveTo>
                  <a:cubicBezTo>
                    <a:pt x="72" y="46"/>
                    <a:pt x="72" y="46"/>
                    <a:pt x="72" y="46"/>
                  </a:cubicBezTo>
                  <a:cubicBezTo>
                    <a:pt x="70" y="46"/>
                    <a:pt x="67" y="48"/>
                    <a:pt x="66" y="50"/>
                  </a:cubicBezTo>
                  <a:cubicBezTo>
                    <a:pt x="60" y="61"/>
                    <a:pt x="60" y="61"/>
                    <a:pt x="60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7" y="48"/>
                    <a:pt x="25" y="46"/>
                    <a:pt x="22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88" y="46"/>
                    <a:pt x="88" y="46"/>
                    <a:pt x="88" y="46"/>
                  </a:cubicBezTo>
                  <a:lnTo>
                    <a:pt x="79" y="46"/>
                  </a:lnTo>
                  <a:close/>
                  <a:moveTo>
                    <a:pt x="79" y="46"/>
                  </a:moveTo>
                  <a:cubicBezTo>
                    <a:pt x="79" y="46"/>
                    <a:pt x="79" y="46"/>
                    <a:pt x="79" y="4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6" name="Google Shape;2666;p9"/>
          <p:cNvSpPr/>
          <p:nvPr/>
        </p:nvSpPr>
        <p:spPr>
          <a:xfrm>
            <a:off x="1155700" y="3736975"/>
            <a:ext cx="409575" cy="314325"/>
          </a:xfrm>
          <a:custGeom>
            <a:rect b="b" l="l" r="r" t="t"/>
            <a:pathLst>
              <a:path extrusionOk="0" h="96" w="126">
                <a:moveTo>
                  <a:pt x="120" y="9"/>
                </a:moveTo>
                <a:cubicBezTo>
                  <a:pt x="119" y="6"/>
                  <a:pt x="116" y="4"/>
                  <a:pt x="113" y="3"/>
                </a:cubicBezTo>
                <a:cubicBezTo>
                  <a:pt x="97" y="1"/>
                  <a:pt x="80" y="0"/>
                  <a:pt x="63" y="0"/>
                </a:cubicBezTo>
                <a:cubicBezTo>
                  <a:pt x="46" y="0"/>
                  <a:pt x="29" y="1"/>
                  <a:pt x="12" y="3"/>
                </a:cubicBezTo>
                <a:cubicBezTo>
                  <a:pt x="9" y="4"/>
                  <a:pt x="7" y="6"/>
                  <a:pt x="6" y="9"/>
                </a:cubicBezTo>
                <a:cubicBezTo>
                  <a:pt x="0" y="34"/>
                  <a:pt x="0" y="59"/>
                  <a:pt x="6" y="84"/>
                </a:cubicBezTo>
                <a:cubicBezTo>
                  <a:pt x="7" y="87"/>
                  <a:pt x="9" y="89"/>
                  <a:pt x="12" y="89"/>
                </a:cubicBezTo>
                <a:cubicBezTo>
                  <a:pt x="21" y="90"/>
                  <a:pt x="29" y="91"/>
                  <a:pt x="37" y="92"/>
                </a:cubicBezTo>
                <a:cubicBezTo>
                  <a:pt x="36" y="92"/>
                  <a:pt x="36" y="92"/>
                  <a:pt x="36" y="92"/>
                </a:cubicBezTo>
                <a:cubicBezTo>
                  <a:pt x="36" y="95"/>
                  <a:pt x="48" y="96"/>
                  <a:pt x="63" y="96"/>
                </a:cubicBezTo>
                <a:cubicBezTo>
                  <a:pt x="78" y="96"/>
                  <a:pt x="90" y="95"/>
                  <a:pt x="90" y="92"/>
                </a:cubicBezTo>
                <a:cubicBezTo>
                  <a:pt x="90" y="92"/>
                  <a:pt x="89" y="92"/>
                  <a:pt x="89" y="92"/>
                </a:cubicBezTo>
                <a:cubicBezTo>
                  <a:pt x="97" y="91"/>
                  <a:pt x="105" y="90"/>
                  <a:pt x="113" y="89"/>
                </a:cubicBezTo>
                <a:cubicBezTo>
                  <a:pt x="116" y="89"/>
                  <a:pt x="119" y="87"/>
                  <a:pt x="120" y="84"/>
                </a:cubicBezTo>
                <a:cubicBezTo>
                  <a:pt x="126" y="59"/>
                  <a:pt x="126" y="34"/>
                  <a:pt x="120" y="9"/>
                </a:cubicBezTo>
                <a:close/>
                <a:moveTo>
                  <a:pt x="112" y="82"/>
                </a:moveTo>
                <a:cubicBezTo>
                  <a:pt x="79" y="86"/>
                  <a:pt x="46" y="86"/>
                  <a:pt x="13" y="82"/>
                </a:cubicBezTo>
                <a:cubicBezTo>
                  <a:pt x="8" y="58"/>
                  <a:pt x="8" y="35"/>
                  <a:pt x="13" y="11"/>
                </a:cubicBezTo>
                <a:cubicBezTo>
                  <a:pt x="46" y="7"/>
                  <a:pt x="79" y="7"/>
                  <a:pt x="112" y="11"/>
                </a:cubicBezTo>
                <a:cubicBezTo>
                  <a:pt x="118" y="35"/>
                  <a:pt x="118" y="58"/>
                  <a:pt x="112" y="82"/>
                </a:cubicBezTo>
                <a:close/>
                <a:moveTo>
                  <a:pt x="55" y="32"/>
                </a:moveTo>
                <a:cubicBezTo>
                  <a:pt x="55" y="33"/>
                  <a:pt x="54" y="34"/>
                  <a:pt x="53" y="34"/>
                </a:cubicBezTo>
                <a:cubicBezTo>
                  <a:pt x="39" y="35"/>
                  <a:pt x="39" y="35"/>
                  <a:pt x="39" y="35"/>
                </a:cubicBezTo>
                <a:cubicBezTo>
                  <a:pt x="38" y="35"/>
                  <a:pt x="37" y="36"/>
                  <a:pt x="37" y="37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6"/>
                  <a:pt x="35" y="46"/>
                  <a:pt x="34" y="46"/>
                </a:cubicBezTo>
                <a:cubicBezTo>
                  <a:pt x="33" y="46"/>
                  <a:pt x="32" y="46"/>
                  <a:pt x="32" y="45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33"/>
                  <a:pt x="35" y="32"/>
                  <a:pt x="36" y="32"/>
                </a:cubicBezTo>
                <a:cubicBezTo>
                  <a:pt x="53" y="30"/>
                  <a:pt x="53" y="30"/>
                  <a:pt x="53" y="30"/>
                </a:cubicBezTo>
                <a:cubicBezTo>
                  <a:pt x="54" y="30"/>
                  <a:pt x="55" y="31"/>
                  <a:pt x="55" y="32"/>
                </a:cubicBezTo>
                <a:close/>
                <a:moveTo>
                  <a:pt x="103" y="31"/>
                </a:moveTo>
                <a:cubicBezTo>
                  <a:pt x="106" y="31"/>
                  <a:pt x="109" y="29"/>
                  <a:pt x="109" y="25"/>
                </a:cubicBezTo>
                <a:cubicBezTo>
                  <a:pt x="109" y="22"/>
                  <a:pt x="106" y="20"/>
                  <a:pt x="103" y="20"/>
                </a:cubicBezTo>
                <a:cubicBezTo>
                  <a:pt x="100" y="20"/>
                  <a:pt x="97" y="22"/>
                  <a:pt x="97" y="25"/>
                </a:cubicBezTo>
                <a:cubicBezTo>
                  <a:pt x="97" y="29"/>
                  <a:pt x="100" y="31"/>
                  <a:pt x="103" y="31"/>
                </a:cubicBezTo>
                <a:close/>
                <a:moveTo>
                  <a:pt x="103" y="23"/>
                </a:moveTo>
                <a:cubicBezTo>
                  <a:pt x="104" y="23"/>
                  <a:pt x="105" y="24"/>
                  <a:pt x="105" y="25"/>
                </a:cubicBezTo>
                <a:cubicBezTo>
                  <a:pt x="105" y="26"/>
                  <a:pt x="104" y="27"/>
                  <a:pt x="103" y="27"/>
                </a:cubicBezTo>
                <a:cubicBezTo>
                  <a:pt x="102" y="27"/>
                  <a:pt x="101" y="26"/>
                  <a:pt x="101" y="25"/>
                </a:cubicBezTo>
                <a:cubicBezTo>
                  <a:pt x="101" y="24"/>
                  <a:pt x="102" y="23"/>
                  <a:pt x="103" y="23"/>
                </a:cubicBezTo>
                <a:close/>
                <a:moveTo>
                  <a:pt x="113" y="60"/>
                </a:moveTo>
                <a:cubicBezTo>
                  <a:pt x="113" y="61"/>
                  <a:pt x="112" y="62"/>
                  <a:pt x="111" y="62"/>
                </a:cubicBezTo>
                <a:cubicBezTo>
                  <a:pt x="99" y="62"/>
                  <a:pt x="99" y="62"/>
                  <a:pt x="99" y="62"/>
                </a:cubicBezTo>
                <a:cubicBezTo>
                  <a:pt x="98" y="62"/>
                  <a:pt x="97" y="61"/>
                  <a:pt x="97" y="60"/>
                </a:cubicBezTo>
                <a:cubicBezTo>
                  <a:pt x="97" y="59"/>
                  <a:pt x="98" y="58"/>
                  <a:pt x="99" y="58"/>
                </a:cubicBezTo>
                <a:cubicBezTo>
                  <a:pt x="111" y="58"/>
                  <a:pt x="111" y="58"/>
                  <a:pt x="111" y="58"/>
                </a:cubicBezTo>
                <a:cubicBezTo>
                  <a:pt x="112" y="58"/>
                  <a:pt x="113" y="59"/>
                  <a:pt x="113" y="60"/>
                </a:cubicBezTo>
                <a:close/>
                <a:moveTo>
                  <a:pt x="113" y="48"/>
                </a:moveTo>
                <a:cubicBezTo>
                  <a:pt x="113" y="49"/>
                  <a:pt x="112" y="50"/>
                  <a:pt x="111" y="50"/>
                </a:cubicBezTo>
                <a:cubicBezTo>
                  <a:pt x="99" y="50"/>
                  <a:pt x="99" y="50"/>
                  <a:pt x="99" y="50"/>
                </a:cubicBezTo>
                <a:cubicBezTo>
                  <a:pt x="98" y="50"/>
                  <a:pt x="97" y="49"/>
                  <a:pt x="97" y="48"/>
                </a:cubicBezTo>
                <a:cubicBezTo>
                  <a:pt x="97" y="47"/>
                  <a:pt x="98" y="46"/>
                  <a:pt x="99" y="46"/>
                </a:cubicBezTo>
                <a:cubicBezTo>
                  <a:pt x="111" y="46"/>
                  <a:pt x="111" y="46"/>
                  <a:pt x="111" y="46"/>
                </a:cubicBezTo>
                <a:cubicBezTo>
                  <a:pt x="112" y="46"/>
                  <a:pt x="113" y="47"/>
                  <a:pt x="113" y="48"/>
                </a:cubicBezTo>
                <a:close/>
                <a:moveTo>
                  <a:pt x="109" y="71"/>
                </a:moveTo>
                <a:cubicBezTo>
                  <a:pt x="109" y="72"/>
                  <a:pt x="108" y="73"/>
                  <a:pt x="107" y="73"/>
                </a:cubicBezTo>
                <a:cubicBezTo>
                  <a:pt x="96" y="73"/>
                  <a:pt x="96" y="73"/>
                  <a:pt x="96" y="73"/>
                </a:cubicBezTo>
                <a:cubicBezTo>
                  <a:pt x="94" y="73"/>
                  <a:pt x="94" y="72"/>
                  <a:pt x="94" y="71"/>
                </a:cubicBezTo>
                <a:cubicBezTo>
                  <a:pt x="94" y="70"/>
                  <a:pt x="94" y="69"/>
                  <a:pt x="96" y="69"/>
                </a:cubicBezTo>
                <a:cubicBezTo>
                  <a:pt x="107" y="69"/>
                  <a:pt x="107" y="69"/>
                  <a:pt x="107" y="69"/>
                </a:cubicBezTo>
                <a:cubicBezTo>
                  <a:pt x="108" y="69"/>
                  <a:pt x="109" y="70"/>
                  <a:pt x="109" y="71"/>
                </a:cubicBezTo>
                <a:close/>
                <a:moveTo>
                  <a:pt x="87" y="18"/>
                </a:moveTo>
                <a:cubicBezTo>
                  <a:pt x="76" y="16"/>
                  <a:pt x="66" y="15"/>
                  <a:pt x="55" y="15"/>
                </a:cubicBezTo>
                <a:cubicBezTo>
                  <a:pt x="45" y="15"/>
                  <a:pt x="34" y="16"/>
                  <a:pt x="24" y="18"/>
                </a:cubicBezTo>
                <a:cubicBezTo>
                  <a:pt x="23" y="18"/>
                  <a:pt x="21" y="19"/>
                  <a:pt x="21" y="21"/>
                </a:cubicBezTo>
                <a:cubicBezTo>
                  <a:pt x="16" y="37"/>
                  <a:pt x="16" y="55"/>
                  <a:pt x="21" y="71"/>
                </a:cubicBezTo>
                <a:cubicBezTo>
                  <a:pt x="21" y="73"/>
                  <a:pt x="23" y="74"/>
                  <a:pt x="24" y="74"/>
                </a:cubicBezTo>
                <a:cubicBezTo>
                  <a:pt x="34" y="76"/>
                  <a:pt x="45" y="77"/>
                  <a:pt x="55" y="77"/>
                </a:cubicBezTo>
                <a:cubicBezTo>
                  <a:pt x="66" y="77"/>
                  <a:pt x="76" y="76"/>
                  <a:pt x="87" y="74"/>
                </a:cubicBezTo>
                <a:cubicBezTo>
                  <a:pt x="88" y="74"/>
                  <a:pt x="89" y="73"/>
                  <a:pt x="89" y="71"/>
                </a:cubicBezTo>
                <a:cubicBezTo>
                  <a:pt x="95" y="55"/>
                  <a:pt x="95" y="37"/>
                  <a:pt x="89" y="21"/>
                </a:cubicBezTo>
                <a:cubicBezTo>
                  <a:pt x="89" y="19"/>
                  <a:pt x="88" y="18"/>
                  <a:pt x="87" y="18"/>
                </a:cubicBezTo>
                <a:close/>
                <a:moveTo>
                  <a:pt x="86" y="70"/>
                </a:moveTo>
                <a:cubicBezTo>
                  <a:pt x="65" y="74"/>
                  <a:pt x="45" y="74"/>
                  <a:pt x="25" y="70"/>
                </a:cubicBezTo>
                <a:cubicBezTo>
                  <a:pt x="19" y="54"/>
                  <a:pt x="19" y="38"/>
                  <a:pt x="25" y="22"/>
                </a:cubicBezTo>
                <a:cubicBezTo>
                  <a:pt x="45" y="18"/>
                  <a:pt x="65" y="18"/>
                  <a:pt x="86" y="22"/>
                </a:cubicBezTo>
                <a:cubicBezTo>
                  <a:pt x="91" y="38"/>
                  <a:pt x="91" y="54"/>
                  <a:pt x="86" y="70"/>
                </a:cubicBezTo>
                <a:close/>
                <a:moveTo>
                  <a:pt x="86" y="70"/>
                </a:moveTo>
                <a:cubicBezTo>
                  <a:pt x="86" y="70"/>
                  <a:pt x="86" y="70"/>
                  <a:pt x="86" y="7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9"/>
          <p:cNvSpPr/>
          <p:nvPr/>
        </p:nvSpPr>
        <p:spPr>
          <a:xfrm>
            <a:off x="1858963" y="3702050"/>
            <a:ext cx="384175" cy="388938"/>
          </a:xfrm>
          <a:custGeom>
            <a:rect b="b" l="l" r="r" t="t"/>
            <a:pathLst>
              <a:path extrusionOk="0" h="119" w="118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10"/>
          <p:cNvSpPr/>
          <p:nvPr/>
        </p:nvSpPr>
        <p:spPr>
          <a:xfrm>
            <a:off x="76200" y="455613"/>
            <a:ext cx="188913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6"/>
                  <a:pt x="8" y="27"/>
                </a:cubicBezTo>
                <a:cubicBezTo>
                  <a:pt x="8" y="38"/>
                  <a:pt x="16" y="47"/>
                  <a:pt x="27" y="47"/>
                </a:cubicBezTo>
                <a:lnTo>
                  <a:pt x="27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10"/>
          <p:cNvSpPr/>
          <p:nvPr/>
        </p:nvSpPr>
        <p:spPr>
          <a:xfrm>
            <a:off x="495300" y="455613"/>
            <a:ext cx="219075" cy="171450"/>
          </a:xfrm>
          <a:custGeom>
            <a:rect b="b" l="l" r="r" t="t"/>
            <a:pathLst>
              <a:path extrusionOk="0" h="50" w="64"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5" y="23"/>
                  <a:pt x="4" y="22"/>
                  <a:pt x="4" y="20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14"/>
                  <a:pt x="5" y="13"/>
                  <a:pt x="7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5" y="36"/>
                  <a:pt x="13" y="35"/>
                  <a:pt x="13" y="34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28"/>
                  <a:pt x="15" y="27"/>
                  <a:pt x="16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19" y="9"/>
                  <a:pt x="18" y="8"/>
                  <a:pt x="18" y="7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10"/>
          <p:cNvSpPr/>
          <p:nvPr/>
        </p:nvSpPr>
        <p:spPr>
          <a:xfrm>
            <a:off x="989013" y="455613"/>
            <a:ext cx="220662" cy="171450"/>
          </a:xfrm>
          <a:custGeom>
            <a:rect b="b" l="l" r="r" t="t"/>
            <a:pathLst>
              <a:path extrusionOk="0" h="50" w="64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10"/>
          <p:cNvSpPr/>
          <p:nvPr/>
        </p:nvSpPr>
        <p:spPr>
          <a:xfrm>
            <a:off x="1490663" y="455613"/>
            <a:ext cx="227012" cy="188912"/>
          </a:xfrm>
          <a:custGeom>
            <a:rect b="b" l="l" r="r" t="t"/>
            <a:pathLst>
              <a:path extrusionOk="0" h="55" w="66">
                <a:moveTo>
                  <a:pt x="66" y="43"/>
                </a:moveTo>
                <a:cubicBezTo>
                  <a:pt x="66" y="44"/>
                  <a:pt x="65" y="45"/>
                  <a:pt x="64" y="45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50"/>
                  <a:pt x="53" y="55"/>
                  <a:pt x="48" y="55"/>
                </a:cubicBezTo>
                <a:cubicBezTo>
                  <a:pt x="43" y="55"/>
                  <a:pt x="39" y="50"/>
                  <a:pt x="39" y="45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50"/>
                  <a:pt x="21" y="55"/>
                  <a:pt x="16" y="55"/>
                </a:cubicBezTo>
                <a:cubicBezTo>
                  <a:pt x="11" y="55"/>
                  <a:pt x="7" y="50"/>
                  <a:pt x="7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5"/>
                  <a:pt x="0" y="44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2" y="26"/>
                  <a:pt x="2" y="26"/>
                  <a:pt x="2" y="26"/>
                </a:cubicBezTo>
                <a:cubicBezTo>
                  <a:pt x="2" y="25"/>
                  <a:pt x="3" y="23"/>
                  <a:pt x="4" y="22"/>
                </a:cubicBezTo>
                <a:cubicBezTo>
                  <a:pt x="11" y="15"/>
                  <a:pt x="11" y="15"/>
                  <a:pt x="11" y="15"/>
                </a:cubicBezTo>
                <a:cubicBezTo>
                  <a:pt x="12" y="14"/>
                  <a:pt x="14" y="13"/>
                  <a:pt x="15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1"/>
                  <a:pt x="22" y="0"/>
                  <a:pt x="23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1"/>
                  <a:pt x="66" y="2"/>
                </a:cubicBezTo>
                <a:lnTo>
                  <a:pt x="66" y="43"/>
                </a:lnTo>
                <a:close/>
                <a:moveTo>
                  <a:pt x="21" y="27"/>
                </a:moveTo>
                <a:cubicBezTo>
                  <a:pt x="21" y="18"/>
                  <a:pt x="21" y="18"/>
                  <a:pt x="21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8"/>
                  <a:pt x="14" y="18"/>
                  <a:pt x="14" y="18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25"/>
                  <a:pt x="7" y="26"/>
                  <a:pt x="7" y="26"/>
                </a:cubicBezTo>
                <a:cubicBezTo>
                  <a:pt x="7" y="27"/>
                  <a:pt x="7" y="27"/>
                  <a:pt x="7" y="27"/>
                </a:cubicBezTo>
                <a:lnTo>
                  <a:pt x="21" y="27"/>
                </a:lnTo>
                <a:close/>
                <a:moveTo>
                  <a:pt x="16" y="41"/>
                </a:moveTo>
                <a:cubicBezTo>
                  <a:pt x="14" y="41"/>
                  <a:pt x="11" y="43"/>
                  <a:pt x="11" y="45"/>
                </a:cubicBezTo>
                <a:cubicBezTo>
                  <a:pt x="11" y="48"/>
                  <a:pt x="14" y="50"/>
                  <a:pt x="16" y="50"/>
                </a:cubicBezTo>
                <a:cubicBezTo>
                  <a:pt x="19" y="50"/>
                  <a:pt x="21" y="48"/>
                  <a:pt x="21" y="45"/>
                </a:cubicBezTo>
                <a:cubicBezTo>
                  <a:pt x="21" y="43"/>
                  <a:pt x="19" y="41"/>
                  <a:pt x="16" y="41"/>
                </a:cubicBezTo>
                <a:close/>
                <a:moveTo>
                  <a:pt x="57" y="15"/>
                </a:moveTo>
                <a:cubicBezTo>
                  <a:pt x="57" y="14"/>
                  <a:pt x="57" y="13"/>
                  <a:pt x="56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5"/>
                  <a:pt x="48" y="5"/>
                  <a:pt x="48" y="5"/>
                </a:cubicBezTo>
                <a:cubicBezTo>
                  <a:pt x="48" y="5"/>
                  <a:pt x="48" y="4"/>
                  <a:pt x="47" y="4"/>
                </a:cubicBezTo>
                <a:cubicBezTo>
                  <a:pt x="40" y="4"/>
                  <a:pt x="40" y="4"/>
                  <a:pt x="40" y="4"/>
                </a:cubicBezTo>
                <a:cubicBezTo>
                  <a:pt x="39" y="4"/>
                  <a:pt x="39" y="5"/>
                  <a:pt x="39" y="5"/>
                </a:cubicBezTo>
                <a:cubicBezTo>
                  <a:pt x="39" y="13"/>
                  <a:pt x="39" y="13"/>
                  <a:pt x="39" y="13"/>
                </a:cubicBezTo>
                <a:cubicBezTo>
                  <a:pt x="31" y="13"/>
                  <a:pt x="31" y="13"/>
                  <a:pt x="31" y="13"/>
                </a:cubicBezTo>
                <a:cubicBezTo>
                  <a:pt x="30" y="13"/>
                  <a:pt x="30" y="14"/>
                  <a:pt x="30" y="15"/>
                </a:cubicBezTo>
                <a:cubicBezTo>
                  <a:pt x="30" y="21"/>
                  <a:pt x="30" y="21"/>
                  <a:pt x="30" y="21"/>
                </a:cubicBezTo>
                <a:cubicBezTo>
                  <a:pt x="30" y="22"/>
                  <a:pt x="30" y="23"/>
                  <a:pt x="31" y="23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31"/>
                  <a:pt x="39" y="31"/>
                  <a:pt x="39" y="31"/>
                </a:cubicBezTo>
                <a:cubicBezTo>
                  <a:pt x="39" y="31"/>
                  <a:pt x="39" y="32"/>
                  <a:pt x="40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8" y="32"/>
                  <a:pt x="48" y="31"/>
                  <a:pt x="48" y="31"/>
                </a:cubicBezTo>
                <a:cubicBezTo>
                  <a:pt x="48" y="23"/>
                  <a:pt x="48" y="23"/>
                  <a:pt x="48" y="23"/>
                </a:cubicBezTo>
                <a:cubicBezTo>
                  <a:pt x="56" y="23"/>
                  <a:pt x="56" y="23"/>
                  <a:pt x="56" y="23"/>
                </a:cubicBezTo>
                <a:cubicBezTo>
                  <a:pt x="57" y="23"/>
                  <a:pt x="57" y="22"/>
                  <a:pt x="57" y="21"/>
                </a:cubicBezTo>
                <a:lnTo>
                  <a:pt x="57" y="15"/>
                </a:lnTo>
                <a:close/>
                <a:moveTo>
                  <a:pt x="48" y="41"/>
                </a:moveTo>
                <a:cubicBezTo>
                  <a:pt x="45" y="41"/>
                  <a:pt x="43" y="43"/>
                  <a:pt x="43" y="45"/>
                </a:cubicBezTo>
                <a:cubicBezTo>
                  <a:pt x="43" y="48"/>
                  <a:pt x="45" y="50"/>
                  <a:pt x="48" y="50"/>
                </a:cubicBezTo>
                <a:cubicBezTo>
                  <a:pt x="51" y="50"/>
                  <a:pt x="53" y="48"/>
                  <a:pt x="53" y="45"/>
                </a:cubicBezTo>
                <a:cubicBezTo>
                  <a:pt x="53" y="43"/>
                  <a:pt x="51" y="41"/>
                  <a:pt x="48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10"/>
          <p:cNvSpPr/>
          <p:nvPr/>
        </p:nvSpPr>
        <p:spPr>
          <a:xfrm>
            <a:off x="1989138" y="487363"/>
            <a:ext cx="120650" cy="119062"/>
          </a:xfrm>
          <a:custGeom>
            <a:rect b="b" l="l" r="r" t="t"/>
            <a:pathLst>
              <a:path extrusionOk="0" h="35" w="35">
                <a:moveTo>
                  <a:pt x="35" y="4"/>
                </a:move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7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3"/>
                </a:cubicBezTo>
                <a:cubicBezTo>
                  <a:pt x="0" y="3"/>
                  <a:pt x="0" y="3"/>
                  <a:pt x="0" y="2"/>
                </a:cubicBezTo>
                <a:cubicBezTo>
                  <a:pt x="2" y="1"/>
                  <a:pt x="2" y="1"/>
                  <a:pt x="2" y="1"/>
                </a:cubicBezTo>
                <a:cubicBezTo>
                  <a:pt x="2" y="0"/>
                  <a:pt x="2" y="0"/>
                  <a:pt x="2" y="0"/>
                </a:cubicBezTo>
                <a:cubicBezTo>
                  <a:pt x="3" y="0"/>
                  <a:pt x="3" y="0"/>
                  <a:pt x="3" y="1"/>
                </a:cubicBezTo>
                <a:cubicBezTo>
                  <a:pt x="17" y="15"/>
                  <a:pt x="17" y="15"/>
                  <a:pt x="1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2" y="0"/>
                  <a:pt x="32" y="0"/>
                  <a:pt x="32" y="0"/>
                </a:cubicBezTo>
                <a:cubicBezTo>
                  <a:pt x="32" y="0"/>
                  <a:pt x="33" y="0"/>
                  <a:pt x="33" y="1"/>
                </a:cubicBezTo>
                <a:cubicBezTo>
                  <a:pt x="35" y="2"/>
                  <a:pt x="35" y="2"/>
                  <a:pt x="35" y="2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4"/>
                  <a:pt x="35" y="4"/>
                  <a:pt x="35" y="4"/>
                </a:cubicBezTo>
                <a:close/>
                <a:moveTo>
                  <a:pt x="35" y="18"/>
                </a:moveTo>
                <a:cubicBezTo>
                  <a:pt x="18" y="34"/>
                  <a:pt x="18" y="34"/>
                  <a:pt x="18" y="34"/>
                </a:cubicBezTo>
                <a:cubicBezTo>
                  <a:pt x="18" y="35"/>
                  <a:pt x="18" y="35"/>
                  <a:pt x="17" y="35"/>
                </a:cubicBezTo>
                <a:cubicBezTo>
                  <a:pt x="17" y="35"/>
                  <a:pt x="17" y="35"/>
                  <a:pt x="17" y="34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7"/>
                  <a:pt x="0" y="17"/>
                </a:cubicBezTo>
                <a:cubicBezTo>
                  <a:pt x="0" y="17"/>
                  <a:pt x="0" y="16"/>
                  <a:pt x="0" y="16"/>
                </a:cubicBezTo>
                <a:cubicBezTo>
                  <a:pt x="2" y="14"/>
                  <a:pt x="2" y="14"/>
                  <a:pt x="2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7" y="28"/>
                  <a:pt x="17" y="28"/>
                  <a:pt x="17" y="28"/>
                </a:cubicBezTo>
                <a:cubicBezTo>
                  <a:pt x="31" y="14"/>
                  <a:pt x="31" y="14"/>
                  <a:pt x="31" y="14"/>
                </a:cubicBezTo>
                <a:cubicBezTo>
                  <a:pt x="32" y="14"/>
                  <a:pt x="32" y="14"/>
                  <a:pt x="32" y="14"/>
                </a:cubicBezTo>
                <a:cubicBezTo>
                  <a:pt x="32" y="14"/>
                  <a:pt x="33" y="14"/>
                  <a:pt x="33" y="14"/>
                </a:cubicBezTo>
                <a:cubicBezTo>
                  <a:pt x="35" y="16"/>
                  <a:pt x="35" y="16"/>
                  <a:pt x="35" y="16"/>
                </a:cubicBezTo>
                <a:cubicBezTo>
                  <a:pt x="35" y="16"/>
                  <a:pt x="35" y="17"/>
                  <a:pt x="35" y="17"/>
                </a:cubicBezTo>
                <a:cubicBezTo>
                  <a:pt x="35" y="17"/>
                  <a:pt x="35" y="18"/>
                  <a:pt x="35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10"/>
          <p:cNvSpPr/>
          <p:nvPr/>
        </p:nvSpPr>
        <p:spPr>
          <a:xfrm>
            <a:off x="2474913" y="496888"/>
            <a:ext cx="119062" cy="120650"/>
          </a:xfrm>
          <a:custGeom>
            <a:rect b="b" l="l" r="r" t="t"/>
            <a:pathLst>
              <a:path extrusionOk="0" h="35" w="35">
                <a:moveTo>
                  <a:pt x="21" y="18"/>
                </a:moveTo>
                <a:cubicBezTo>
                  <a:pt x="4" y="35"/>
                  <a:pt x="4" y="35"/>
                  <a:pt x="4" y="35"/>
                </a:cubicBezTo>
                <a:cubicBezTo>
                  <a:pt x="4" y="35"/>
                  <a:pt x="3" y="35"/>
                  <a:pt x="3" y="35"/>
                </a:cubicBezTo>
                <a:cubicBezTo>
                  <a:pt x="3" y="35"/>
                  <a:pt x="3" y="35"/>
                  <a:pt x="2" y="35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3"/>
                  <a:pt x="0" y="32"/>
                </a:cubicBezTo>
                <a:cubicBezTo>
                  <a:pt x="0" y="32"/>
                  <a:pt x="0" y="32"/>
                  <a:pt x="1" y="31"/>
                </a:cubicBezTo>
                <a:cubicBezTo>
                  <a:pt x="15" y="17"/>
                  <a:pt x="15" y="17"/>
                  <a:pt x="15" y="17"/>
                </a:cubicBezTo>
                <a:cubicBezTo>
                  <a:pt x="1" y="3"/>
                  <a:pt x="1" y="3"/>
                  <a:pt x="1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0" y="2"/>
                  <a:pt x="1" y="2"/>
                </a:cubicBezTo>
                <a:cubicBezTo>
                  <a:pt x="2" y="0"/>
                  <a:pt x="2" y="0"/>
                  <a:pt x="2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4" y="0"/>
                  <a:pt x="4" y="0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34" y="18"/>
                </a:move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7" y="35"/>
                  <a:pt x="17" y="35"/>
                </a:cubicBezTo>
                <a:cubicBezTo>
                  <a:pt x="17" y="35"/>
                  <a:pt x="16" y="35"/>
                  <a:pt x="16" y="35"/>
                </a:cubicBezTo>
                <a:cubicBezTo>
                  <a:pt x="14" y="33"/>
                  <a:pt x="14" y="33"/>
                  <a:pt x="14" y="33"/>
                </a:cubicBezTo>
                <a:cubicBezTo>
                  <a:pt x="14" y="33"/>
                  <a:pt x="14" y="33"/>
                  <a:pt x="14" y="32"/>
                </a:cubicBezTo>
                <a:cubicBezTo>
                  <a:pt x="14" y="32"/>
                  <a:pt x="14" y="32"/>
                  <a:pt x="14" y="31"/>
                </a:cubicBezTo>
                <a:cubicBezTo>
                  <a:pt x="28" y="17"/>
                  <a:pt x="28" y="17"/>
                  <a:pt x="28" y="17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4" y="2"/>
                  <a:pt x="14" y="2"/>
                  <a:pt x="14" y="2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7" y="0"/>
                  <a:pt x="17" y="0"/>
                </a:cubicBezTo>
                <a:cubicBezTo>
                  <a:pt x="17" y="0"/>
                  <a:pt x="18" y="0"/>
                  <a:pt x="18" y="0"/>
                </a:cubicBezTo>
                <a:cubicBezTo>
                  <a:pt x="34" y="17"/>
                  <a:pt x="34" y="17"/>
                  <a:pt x="34" y="17"/>
                </a:cubicBezTo>
                <a:cubicBezTo>
                  <a:pt x="35" y="17"/>
                  <a:pt x="35" y="17"/>
                  <a:pt x="35" y="17"/>
                </a:cubicBezTo>
                <a:cubicBezTo>
                  <a:pt x="35" y="18"/>
                  <a:pt x="35" y="18"/>
                  <a:pt x="34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10"/>
          <p:cNvSpPr/>
          <p:nvPr/>
        </p:nvSpPr>
        <p:spPr>
          <a:xfrm>
            <a:off x="2979738" y="517525"/>
            <a:ext cx="119062" cy="73025"/>
          </a:xfrm>
          <a:custGeom>
            <a:rect b="b" l="l" r="r" t="t"/>
            <a:pathLst>
              <a:path extrusionOk="0" h="21" w="35">
                <a:moveTo>
                  <a:pt x="35" y="4"/>
                </a:moveTo>
                <a:cubicBezTo>
                  <a:pt x="18" y="21"/>
                  <a:pt x="18" y="21"/>
                  <a:pt x="18" y="21"/>
                </a:cubicBezTo>
                <a:cubicBezTo>
                  <a:pt x="18" y="21"/>
                  <a:pt x="18" y="21"/>
                  <a:pt x="17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4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3" y="0"/>
                  <a:pt x="3" y="1"/>
                  <a:pt x="3" y="1"/>
                </a:cubicBezTo>
                <a:cubicBezTo>
                  <a:pt x="17" y="15"/>
                  <a:pt x="17" y="15"/>
                  <a:pt x="17" y="15"/>
                </a:cubicBezTo>
                <a:cubicBezTo>
                  <a:pt x="31" y="1"/>
                  <a:pt x="31" y="1"/>
                  <a:pt x="31" y="1"/>
                </a:cubicBezTo>
                <a:cubicBezTo>
                  <a:pt x="32" y="1"/>
                  <a:pt x="32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3"/>
                  <a:pt x="35" y="3"/>
                  <a:pt x="35" y="3"/>
                </a:cubicBezTo>
                <a:cubicBezTo>
                  <a:pt x="35" y="4"/>
                  <a:pt x="35" y="4"/>
                  <a:pt x="35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10"/>
          <p:cNvSpPr/>
          <p:nvPr/>
        </p:nvSpPr>
        <p:spPr>
          <a:xfrm>
            <a:off x="3463925" y="496888"/>
            <a:ext cx="71438" cy="120650"/>
          </a:xfrm>
          <a:custGeom>
            <a:rect b="b" l="l" r="r" t="t"/>
            <a:pathLst>
              <a:path extrusionOk="0" h="35" w="21">
                <a:moveTo>
                  <a:pt x="21" y="18"/>
                </a:moveTo>
                <a:cubicBezTo>
                  <a:pt x="4" y="35"/>
                  <a:pt x="4" y="35"/>
                  <a:pt x="4" y="35"/>
                </a:cubicBezTo>
                <a:cubicBezTo>
                  <a:pt x="4" y="35"/>
                  <a:pt x="3" y="35"/>
                  <a:pt x="3" y="35"/>
                </a:cubicBezTo>
                <a:cubicBezTo>
                  <a:pt x="3" y="35"/>
                  <a:pt x="3" y="35"/>
                  <a:pt x="2" y="35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3"/>
                  <a:pt x="0" y="32"/>
                </a:cubicBezTo>
                <a:cubicBezTo>
                  <a:pt x="0" y="32"/>
                  <a:pt x="0" y="32"/>
                  <a:pt x="1" y="31"/>
                </a:cubicBezTo>
                <a:cubicBezTo>
                  <a:pt x="15" y="17"/>
                  <a:pt x="15" y="17"/>
                  <a:pt x="15" y="17"/>
                </a:cubicBezTo>
                <a:cubicBezTo>
                  <a:pt x="1" y="3"/>
                  <a:pt x="1" y="3"/>
                  <a:pt x="1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0" y="2"/>
                  <a:pt x="1" y="2"/>
                </a:cubicBezTo>
                <a:cubicBezTo>
                  <a:pt x="2" y="0"/>
                  <a:pt x="2" y="0"/>
                  <a:pt x="2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4" y="0"/>
                  <a:pt x="4" y="0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7"/>
                  <a:pt x="21" y="17"/>
                  <a:pt x="21" y="17"/>
                </a:cubicBezTo>
                <a:cubicBezTo>
                  <a:pt x="21" y="18"/>
                  <a:pt x="21" y="18"/>
                  <a:pt x="21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10"/>
          <p:cNvSpPr/>
          <p:nvPr/>
        </p:nvSpPr>
        <p:spPr>
          <a:xfrm>
            <a:off x="3959225" y="455613"/>
            <a:ext cx="250825" cy="188912"/>
          </a:xfrm>
          <a:custGeom>
            <a:rect b="b" l="l" r="r" t="t"/>
            <a:pathLst>
              <a:path extrusionOk="0" h="119" w="158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8" y="0"/>
                </a:lnTo>
                <a:lnTo>
                  <a:pt x="8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147" y="98"/>
                </a:moveTo>
                <a:lnTo>
                  <a:pt x="19" y="98"/>
                </a:lnTo>
                <a:lnTo>
                  <a:pt x="19" y="54"/>
                </a:lnTo>
                <a:lnTo>
                  <a:pt x="54" y="9"/>
                </a:lnTo>
                <a:lnTo>
                  <a:pt x="97" y="54"/>
                </a:lnTo>
                <a:lnTo>
                  <a:pt x="127" y="28"/>
                </a:lnTo>
                <a:lnTo>
                  <a:pt x="147" y="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0"/>
          <p:cNvSpPr/>
          <p:nvPr/>
        </p:nvSpPr>
        <p:spPr>
          <a:xfrm>
            <a:off x="4452938" y="4556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5"/>
                </a:moveTo>
                <a:cubicBezTo>
                  <a:pt x="45" y="24"/>
                  <a:pt x="44" y="23"/>
                  <a:pt x="43" y="23"/>
                </a:cubicBezTo>
                <a:cubicBezTo>
                  <a:pt x="25" y="23"/>
                  <a:pt x="25" y="23"/>
                  <a:pt x="25" y="23"/>
                </a:cubicBezTo>
                <a:cubicBezTo>
                  <a:pt x="32" y="16"/>
                  <a:pt x="32" y="16"/>
                  <a:pt x="32" y="16"/>
                </a:cubicBezTo>
                <a:cubicBezTo>
                  <a:pt x="32" y="15"/>
                  <a:pt x="33" y="15"/>
                  <a:pt x="33" y="14"/>
                </a:cubicBezTo>
                <a:cubicBezTo>
                  <a:pt x="33" y="14"/>
                  <a:pt x="32" y="13"/>
                  <a:pt x="32" y="13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8" y="9"/>
                  <a:pt x="27" y="9"/>
                </a:cubicBezTo>
                <a:cubicBezTo>
                  <a:pt x="27" y="9"/>
                  <a:pt x="26" y="9"/>
                  <a:pt x="26" y="9"/>
                </a:cubicBezTo>
                <a:cubicBezTo>
                  <a:pt x="13" y="22"/>
                  <a:pt x="13" y="22"/>
                  <a:pt x="13" y="22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6"/>
                  <a:pt x="9" y="27"/>
                  <a:pt x="9" y="27"/>
                </a:cubicBezTo>
                <a:cubicBezTo>
                  <a:pt x="9" y="28"/>
                  <a:pt x="9" y="28"/>
                  <a:pt x="9" y="29"/>
                </a:cubicBezTo>
                <a:cubicBezTo>
                  <a:pt x="13" y="32"/>
                  <a:pt x="13" y="32"/>
                  <a:pt x="13" y="32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5"/>
                  <a:pt x="27" y="46"/>
                  <a:pt x="27" y="46"/>
                </a:cubicBezTo>
                <a:cubicBezTo>
                  <a:pt x="28" y="46"/>
                  <a:pt x="28" y="45"/>
                  <a:pt x="29" y="45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1"/>
                  <a:pt x="33" y="41"/>
                  <a:pt x="33" y="40"/>
                </a:cubicBezTo>
                <a:cubicBezTo>
                  <a:pt x="33" y="39"/>
                  <a:pt x="32" y="39"/>
                  <a:pt x="32" y="38"/>
                </a:cubicBezTo>
                <a:cubicBezTo>
                  <a:pt x="25" y="32"/>
                  <a:pt x="25" y="32"/>
                  <a:pt x="25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4" y="32"/>
                  <a:pt x="45" y="31"/>
                  <a:pt x="45" y="29"/>
                </a:cubicBezTo>
                <a:lnTo>
                  <a:pt x="45" y="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10"/>
          <p:cNvSpPr/>
          <p:nvPr/>
        </p:nvSpPr>
        <p:spPr>
          <a:xfrm>
            <a:off x="4948238" y="4556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6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6"/>
                  <a:pt x="38" y="8"/>
                  <a:pt x="27" y="8"/>
                </a:cubicBezTo>
                <a:close/>
                <a:moveTo>
                  <a:pt x="41" y="31"/>
                </a:moveTo>
                <a:cubicBezTo>
                  <a:pt x="41" y="31"/>
                  <a:pt x="40" y="32"/>
                  <a:pt x="40" y="32"/>
                </a:cubicBezTo>
                <a:cubicBezTo>
                  <a:pt x="27" y="32"/>
                  <a:pt x="27" y="32"/>
                  <a:pt x="27" y="32"/>
                </a:cubicBezTo>
                <a:cubicBezTo>
                  <a:pt x="27" y="39"/>
                  <a:pt x="27" y="39"/>
                  <a:pt x="27" y="39"/>
                </a:cubicBezTo>
                <a:cubicBezTo>
                  <a:pt x="27" y="39"/>
                  <a:pt x="27" y="40"/>
                  <a:pt x="26" y="40"/>
                </a:cubicBezTo>
                <a:cubicBezTo>
                  <a:pt x="26" y="40"/>
                  <a:pt x="25" y="40"/>
                  <a:pt x="25" y="39"/>
                </a:cubicBezTo>
                <a:cubicBezTo>
                  <a:pt x="14" y="28"/>
                  <a:pt x="14" y="28"/>
                  <a:pt x="14" y="28"/>
                </a:cubicBezTo>
                <a:cubicBezTo>
                  <a:pt x="14" y="28"/>
                  <a:pt x="13" y="27"/>
                  <a:pt x="13" y="27"/>
                </a:cubicBezTo>
                <a:cubicBezTo>
                  <a:pt x="13" y="27"/>
                  <a:pt x="14" y="27"/>
                  <a:pt x="14" y="26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6" y="15"/>
                  <a:pt x="26" y="15"/>
                </a:cubicBezTo>
                <a:cubicBezTo>
                  <a:pt x="27" y="15"/>
                  <a:pt x="27" y="15"/>
                  <a:pt x="27" y="16"/>
                </a:cubicBezTo>
                <a:cubicBezTo>
                  <a:pt x="27" y="23"/>
                  <a:pt x="27" y="23"/>
                  <a:pt x="27" y="23"/>
                </a:cubicBezTo>
                <a:cubicBezTo>
                  <a:pt x="40" y="23"/>
                  <a:pt x="40" y="23"/>
                  <a:pt x="40" y="23"/>
                </a:cubicBezTo>
                <a:cubicBezTo>
                  <a:pt x="40" y="23"/>
                  <a:pt x="41" y="23"/>
                  <a:pt x="41" y="24"/>
                </a:cubicBezTo>
                <a:lnTo>
                  <a:pt x="41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10"/>
          <p:cNvSpPr/>
          <p:nvPr/>
        </p:nvSpPr>
        <p:spPr>
          <a:xfrm>
            <a:off x="5443538" y="4556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8" y="27"/>
                </a:move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6"/>
                  <a:pt x="38" y="8"/>
                  <a:pt x="27" y="8"/>
                </a:cubicBezTo>
                <a:cubicBezTo>
                  <a:pt x="16" y="8"/>
                  <a:pt x="8" y="16"/>
                  <a:pt x="8" y="27"/>
                </a:cubicBezTo>
                <a:close/>
                <a:moveTo>
                  <a:pt x="39" y="27"/>
                </a:moveTo>
                <a:cubicBezTo>
                  <a:pt x="32" y="27"/>
                  <a:pt x="32" y="27"/>
                  <a:pt x="32" y="27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40"/>
                  <a:pt x="31" y="41"/>
                  <a:pt x="31" y="41"/>
                </a:cubicBezTo>
                <a:cubicBezTo>
                  <a:pt x="24" y="41"/>
                  <a:pt x="24" y="41"/>
                  <a:pt x="24" y="41"/>
                </a:cubicBezTo>
                <a:cubicBezTo>
                  <a:pt x="23" y="41"/>
                  <a:pt x="23" y="40"/>
                  <a:pt x="23" y="40"/>
                </a:cubicBezTo>
                <a:cubicBezTo>
                  <a:pt x="23" y="27"/>
                  <a:pt x="23" y="27"/>
                  <a:pt x="23" y="27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7"/>
                  <a:pt x="15" y="27"/>
                  <a:pt x="15" y="26"/>
                </a:cubicBezTo>
                <a:cubicBezTo>
                  <a:pt x="15" y="26"/>
                  <a:pt x="15" y="25"/>
                  <a:pt x="15" y="25"/>
                </a:cubicBezTo>
                <a:cubicBezTo>
                  <a:pt x="26" y="14"/>
                  <a:pt x="26" y="14"/>
                  <a:pt x="26" y="14"/>
                </a:cubicBezTo>
                <a:cubicBezTo>
                  <a:pt x="27" y="14"/>
                  <a:pt x="27" y="13"/>
                  <a:pt x="27" y="13"/>
                </a:cubicBezTo>
                <a:cubicBezTo>
                  <a:pt x="27" y="13"/>
                  <a:pt x="28" y="14"/>
                  <a:pt x="28" y="14"/>
                </a:cubicBezTo>
                <a:cubicBezTo>
                  <a:pt x="39" y="25"/>
                  <a:pt x="39" y="25"/>
                  <a:pt x="39" y="25"/>
                </a:cubicBezTo>
                <a:cubicBezTo>
                  <a:pt x="40" y="26"/>
                  <a:pt x="40" y="26"/>
                  <a:pt x="40" y="26"/>
                </a:cubicBezTo>
                <a:cubicBezTo>
                  <a:pt x="40" y="27"/>
                  <a:pt x="39" y="27"/>
                  <a:pt x="39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4" name="Google Shape;2684;p10"/>
          <p:cNvSpPr/>
          <p:nvPr/>
        </p:nvSpPr>
        <p:spPr>
          <a:xfrm>
            <a:off x="5937250" y="455613"/>
            <a:ext cx="188913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6"/>
                </a:moveTo>
                <a:cubicBezTo>
                  <a:pt x="32" y="13"/>
                  <a:pt x="32" y="13"/>
                  <a:pt x="32" y="13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8" y="9"/>
                  <a:pt x="27" y="9"/>
                </a:cubicBezTo>
                <a:cubicBezTo>
                  <a:pt x="27" y="9"/>
                  <a:pt x="26" y="9"/>
                  <a:pt x="26" y="9"/>
                </a:cubicBezTo>
                <a:cubicBezTo>
                  <a:pt x="22" y="13"/>
                  <a:pt x="22" y="13"/>
                  <a:pt x="22" y="1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6"/>
                  <a:pt x="9" y="27"/>
                  <a:pt x="9" y="27"/>
                </a:cubicBezTo>
                <a:cubicBezTo>
                  <a:pt x="9" y="28"/>
                  <a:pt x="9" y="28"/>
                  <a:pt x="9" y="29"/>
                </a:cubicBezTo>
                <a:cubicBezTo>
                  <a:pt x="13" y="32"/>
                  <a:pt x="13" y="32"/>
                  <a:pt x="13" y="32"/>
                </a:cubicBezTo>
                <a:cubicBezTo>
                  <a:pt x="13" y="32"/>
                  <a:pt x="14" y="33"/>
                  <a:pt x="14" y="33"/>
                </a:cubicBezTo>
                <a:cubicBezTo>
                  <a:pt x="15" y="33"/>
                  <a:pt x="15" y="32"/>
                  <a:pt x="16" y="32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43"/>
                  <a:pt x="23" y="43"/>
                  <a:pt x="23" y="43"/>
                </a:cubicBezTo>
                <a:cubicBezTo>
                  <a:pt x="23" y="44"/>
                  <a:pt x="24" y="45"/>
                  <a:pt x="25" y="45"/>
                </a:cubicBezTo>
                <a:cubicBezTo>
                  <a:pt x="29" y="45"/>
                  <a:pt x="29" y="45"/>
                  <a:pt x="29" y="45"/>
                </a:cubicBezTo>
                <a:cubicBezTo>
                  <a:pt x="31" y="45"/>
                  <a:pt x="32" y="44"/>
                  <a:pt x="32" y="43"/>
                </a:cubicBezTo>
                <a:cubicBezTo>
                  <a:pt x="32" y="25"/>
                  <a:pt x="32" y="25"/>
                  <a:pt x="32" y="25"/>
                </a:cubicBezTo>
                <a:cubicBezTo>
                  <a:pt x="39" y="32"/>
                  <a:pt x="39" y="32"/>
                  <a:pt x="39" y="32"/>
                </a:cubicBezTo>
                <a:cubicBezTo>
                  <a:pt x="39" y="32"/>
                  <a:pt x="40" y="33"/>
                  <a:pt x="40" y="33"/>
                </a:cubicBezTo>
                <a:cubicBezTo>
                  <a:pt x="41" y="33"/>
                  <a:pt x="41" y="32"/>
                  <a:pt x="42" y="32"/>
                </a:cubicBezTo>
                <a:cubicBezTo>
                  <a:pt x="45" y="29"/>
                  <a:pt x="45" y="29"/>
                  <a:pt x="45" y="29"/>
                </a:cubicBezTo>
                <a:cubicBezTo>
                  <a:pt x="45" y="28"/>
                  <a:pt x="46" y="28"/>
                  <a:pt x="46" y="27"/>
                </a:cubicBezTo>
                <a:cubicBezTo>
                  <a:pt x="46" y="27"/>
                  <a:pt x="45" y="26"/>
                  <a:pt x="45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10"/>
          <p:cNvSpPr/>
          <p:nvPr/>
        </p:nvSpPr>
        <p:spPr>
          <a:xfrm>
            <a:off x="6438900" y="461963"/>
            <a:ext cx="182563" cy="190500"/>
          </a:xfrm>
          <a:custGeom>
            <a:rect b="b" l="l" r="r" t="t"/>
            <a:pathLst>
              <a:path extrusionOk="0" h="55" w="53">
                <a:moveTo>
                  <a:pt x="53" y="30"/>
                </a:moveTo>
                <a:cubicBezTo>
                  <a:pt x="53" y="32"/>
                  <a:pt x="51" y="34"/>
                  <a:pt x="48" y="34"/>
                </a:cubicBezTo>
                <a:cubicBezTo>
                  <a:pt x="23" y="34"/>
                  <a:pt x="23" y="34"/>
                  <a:pt x="23" y="34"/>
                </a:cubicBezTo>
                <a:cubicBezTo>
                  <a:pt x="34" y="45"/>
                  <a:pt x="34" y="45"/>
                  <a:pt x="34" y="45"/>
                </a:cubicBezTo>
                <a:cubicBezTo>
                  <a:pt x="35" y="46"/>
                  <a:pt x="35" y="47"/>
                  <a:pt x="35" y="48"/>
                </a:cubicBezTo>
                <a:cubicBezTo>
                  <a:pt x="35" y="49"/>
                  <a:pt x="35" y="50"/>
                  <a:pt x="34" y="51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5"/>
                  <a:pt x="29" y="55"/>
                  <a:pt x="28" y="55"/>
                </a:cubicBezTo>
                <a:cubicBezTo>
                  <a:pt x="27" y="55"/>
                  <a:pt x="25" y="55"/>
                  <a:pt x="25" y="54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0"/>
                  <a:pt x="0" y="29"/>
                  <a:pt x="0" y="27"/>
                </a:cubicBezTo>
                <a:cubicBezTo>
                  <a:pt x="0" y="26"/>
                  <a:pt x="1" y="25"/>
                  <a:pt x="1" y="24"/>
                </a:cubicBezTo>
                <a:cubicBezTo>
                  <a:pt x="25" y="1"/>
                  <a:pt x="25" y="1"/>
                  <a:pt x="25" y="1"/>
                </a:cubicBezTo>
                <a:cubicBezTo>
                  <a:pt x="25" y="0"/>
                  <a:pt x="27" y="0"/>
                  <a:pt x="28" y="0"/>
                </a:cubicBezTo>
                <a:cubicBezTo>
                  <a:pt x="29" y="0"/>
                  <a:pt x="30" y="0"/>
                  <a:pt x="31" y="1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6"/>
                  <a:pt x="35" y="7"/>
                </a:cubicBezTo>
                <a:cubicBezTo>
                  <a:pt x="35" y="8"/>
                  <a:pt x="35" y="9"/>
                  <a:pt x="34" y="10"/>
                </a:cubicBezTo>
                <a:cubicBezTo>
                  <a:pt x="23" y="21"/>
                  <a:pt x="23" y="21"/>
                  <a:pt x="23" y="21"/>
                </a:cubicBezTo>
                <a:cubicBezTo>
                  <a:pt x="48" y="21"/>
                  <a:pt x="48" y="21"/>
                  <a:pt x="48" y="21"/>
                </a:cubicBezTo>
                <a:cubicBezTo>
                  <a:pt x="51" y="21"/>
                  <a:pt x="53" y="23"/>
                  <a:pt x="53" y="25"/>
                </a:cubicBezTo>
                <a:lnTo>
                  <a:pt x="53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6" name="Google Shape;2686;p10"/>
          <p:cNvSpPr/>
          <p:nvPr/>
        </p:nvSpPr>
        <p:spPr>
          <a:xfrm>
            <a:off x="6934200" y="461963"/>
            <a:ext cx="188913" cy="182562"/>
          </a:xfrm>
          <a:custGeom>
            <a:rect b="b" l="l" r="r" t="t"/>
            <a:pathLst>
              <a:path extrusionOk="0" h="53" w="55">
                <a:moveTo>
                  <a:pt x="54" y="31"/>
                </a:moveTo>
                <a:cubicBezTo>
                  <a:pt x="51" y="34"/>
                  <a:pt x="51" y="34"/>
                  <a:pt x="51" y="34"/>
                </a:cubicBezTo>
                <a:cubicBezTo>
                  <a:pt x="50" y="35"/>
                  <a:pt x="49" y="35"/>
                  <a:pt x="48" y="35"/>
                </a:cubicBezTo>
                <a:cubicBezTo>
                  <a:pt x="47" y="35"/>
                  <a:pt x="46" y="35"/>
                  <a:pt x="45" y="34"/>
                </a:cubicBezTo>
                <a:cubicBezTo>
                  <a:pt x="34" y="23"/>
                  <a:pt x="34" y="23"/>
                  <a:pt x="34" y="23"/>
                </a:cubicBezTo>
                <a:cubicBezTo>
                  <a:pt x="34" y="48"/>
                  <a:pt x="34" y="48"/>
                  <a:pt x="34" y="48"/>
                </a:cubicBezTo>
                <a:cubicBezTo>
                  <a:pt x="34" y="51"/>
                  <a:pt x="32" y="53"/>
                  <a:pt x="30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3" y="53"/>
                  <a:pt x="21" y="51"/>
                  <a:pt x="21" y="48"/>
                </a:cubicBezTo>
                <a:cubicBezTo>
                  <a:pt x="21" y="23"/>
                  <a:pt x="21" y="23"/>
                  <a:pt x="21" y="23"/>
                </a:cubicBezTo>
                <a:cubicBezTo>
                  <a:pt x="10" y="34"/>
                  <a:pt x="10" y="34"/>
                  <a:pt x="10" y="34"/>
                </a:cubicBezTo>
                <a:cubicBezTo>
                  <a:pt x="9" y="35"/>
                  <a:pt x="8" y="35"/>
                  <a:pt x="7" y="35"/>
                </a:cubicBezTo>
                <a:cubicBezTo>
                  <a:pt x="6" y="35"/>
                  <a:pt x="5" y="35"/>
                  <a:pt x="4" y="34"/>
                </a:cubicBezTo>
                <a:cubicBezTo>
                  <a:pt x="1" y="31"/>
                  <a:pt x="1" y="31"/>
                  <a:pt x="1" y="31"/>
                </a:cubicBezTo>
                <a:cubicBezTo>
                  <a:pt x="0" y="30"/>
                  <a:pt x="0" y="29"/>
                  <a:pt x="0" y="28"/>
                </a:cubicBezTo>
                <a:cubicBezTo>
                  <a:pt x="0" y="27"/>
                  <a:pt x="0" y="25"/>
                  <a:pt x="1" y="25"/>
                </a:cubicBezTo>
                <a:cubicBezTo>
                  <a:pt x="24" y="1"/>
                  <a:pt x="24" y="1"/>
                  <a:pt x="24" y="1"/>
                </a:cubicBezTo>
                <a:cubicBezTo>
                  <a:pt x="25" y="0"/>
                  <a:pt x="26" y="0"/>
                  <a:pt x="27" y="0"/>
                </a:cubicBezTo>
                <a:cubicBezTo>
                  <a:pt x="29" y="0"/>
                  <a:pt x="30" y="0"/>
                  <a:pt x="31" y="1"/>
                </a:cubicBezTo>
                <a:cubicBezTo>
                  <a:pt x="54" y="25"/>
                  <a:pt x="54" y="25"/>
                  <a:pt x="54" y="25"/>
                </a:cubicBezTo>
                <a:cubicBezTo>
                  <a:pt x="55" y="25"/>
                  <a:pt x="55" y="27"/>
                  <a:pt x="55" y="28"/>
                </a:cubicBezTo>
                <a:cubicBezTo>
                  <a:pt x="55" y="29"/>
                  <a:pt x="55" y="30"/>
                  <a:pt x="54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p10"/>
          <p:cNvSpPr/>
          <p:nvPr/>
        </p:nvSpPr>
        <p:spPr>
          <a:xfrm>
            <a:off x="7423150" y="455613"/>
            <a:ext cx="188913" cy="188912"/>
          </a:xfrm>
          <a:custGeom>
            <a:rect b="b" l="l" r="r" t="t"/>
            <a:pathLst>
              <a:path extrusionOk="0" h="55" w="55">
                <a:moveTo>
                  <a:pt x="33" y="27"/>
                </a:moveTo>
                <a:cubicBezTo>
                  <a:pt x="46" y="40"/>
                  <a:pt x="46" y="40"/>
                  <a:pt x="46" y="40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4"/>
                  <a:pt x="52" y="34"/>
                  <a:pt x="53" y="34"/>
                </a:cubicBezTo>
                <a:cubicBezTo>
                  <a:pt x="54" y="35"/>
                  <a:pt x="55" y="35"/>
                  <a:pt x="55" y="36"/>
                </a:cubicBezTo>
                <a:cubicBezTo>
                  <a:pt x="55" y="52"/>
                  <a:pt x="55" y="52"/>
                  <a:pt x="55" y="52"/>
                </a:cubicBezTo>
                <a:cubicBezTo>
                  <a:pt x="55" y="54"/>
                  <a:pt x="54" y="55"/>
                  <a:pt x="52" y="55"/>
                </a:cubicBezTo>
                <a:cubicBezTo>
                  <a:pt x="36" y="55"/>
                  <a:pt x="36" y="55"/>
                  <a:pt x="36" y="55"/>
                </a:cubicBezTo>
                <a:cubicBezTo>
                  <a:pt x="35" y="55"/>
                  <a:pt x="35" y="54"/>
                  <a:pt x="34" y="53"/>
                </a:cubicBezTo>
                <a:cubicBezTo>
                  <a:pt x="34" y="52"/>
                  <a:pt x="34" y="51"/>
                  <a:pt x="35" y="51"/>
                </a:cubicBezTo>
                <a:cubicBezTo>
                  <a:pt x="40" y="46"/>
                  <a:pt x="40" y="46"/>
                  <a:pt x="40" y="46"/>
                </a:cubicBezTo>
                <a:cubicBezTo>
                  <a:pt x="27" y="33"/>
                  <a:pt x="27" y="33"/>
                  <a:pt x="27" y="33"/>
                </a:cubicBezTo>
                <a:cubicBezTo>
                  <a:pt x="15" y="46"/>
                  <a:pt x="15" y="46"/>
                  <a:pt x="15" y="46"/>
                </a:cubicBezTo>
                <a:cubicBezTo>
                  <a:pt x="20" y="51"/>
                  <a:pt x="20" y="51"/>
                  <a:pt x="20" y="51"/>
                </a:cubicBezTo>
                <a:cubicBezTo>
                  <a:pt x="20" y="51"/>
                  <a:pt x="21" y="52"/>
                  <a:pt x="20" y="53"/>
                </a:cubicBezTo>
                <a:cubicBezTo>
                  <a:pt x="20" y="54"/>
                  <a:pt x="19" y="55"/>
                  <a:pt x="18" y="55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4"/>
                  <a:pt x="0" y="5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5"/>
                  <a:pt x="0" y="35"/>
                  <a:pt x="1" y="34"/>
                </a:cubicBezTo>
                <a:cubicBezTo>
                  <a:pt x="2" y="34"/>
                  <a:pt x="3" y="34"/>
                  <a:pt x="4" y="35"/>
                </a:cubicBezTo>
                <a:cubicBezTo>
                  <a:pt x="9" y="40"/>
                  <a:pt x="9" y="40"/>
                  <a:pt x="9" y="40"/>
                </a:cubicBezTo>
                <a:cubicBezTo>
                  <a:pt x="21" y="27"/>
                  <a:pt x="21" y="27"/>
                  <a:pt x="21" y="27"/>
                </a:cubicBezTo>
                <a:cubicBezTo>
                  <a:pt x="9" y="14"/>
                  <a:pt x="9" y="14"/>
                  <a:pt x="9" y="14"/>
                </a:cubicBezTo>
                <a:cubicBezTo>
                  <a:pt x="4" y="20"/>
                  <a:pt x="4" y="20"/>
                  <a:pt x="4" y="20"/>
                </a:cubicBezTo>
                <a:cubicBezTo>
                  <a:pt x="3" y="20"/>
                  <a:pt x="3" y="20"/>
                  <a:pt x="2" y="20"/>
                </a:cubicBezTo>
                <a:cubicBezTo>
                  <a:pt x="2" y="20"/>
                  <a:pt x="1" y="20"/>
                  <a:pt x="1" y="20"/>
                </a:cubicBezTo>
                <a:cubicBezTo>
                  <a:pt x="0" y="20"/>
                  <a:pt x="0" y="19"/>
                  <a:pt x="0" y="18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9" y="0"/>
                  <a:pt x="20" y="0"/>
                  <a:pt x="20" y="1"/>
                </a:cubicBezTo>
                <a:cubicBezTo>
                  <a:pt x="21" y="2"/>
                  <a:pt x="20" y="3"/>
                  <a:pt x="20" y="4"/>
                </a:cubicBezTo>
                <a:cubicBezTo>
                  <a:pt x="15" y="9"/>
                  <a:pt x="15" y="9"/>
                  <a:pt x="15" y="9"/>
                </a:cubicBezTo>
                <a:cubicBezTo>
                  <a:pt x="27" y="21"/>
                  <a:pt x="27" y="21"/>
                  <a:pt x="27" y="21"/>
                </a:cubicBezTo>
                <a:cubicBezTo>
                  <a:pt x="40" y="9"/>
                  <a:pt x="40" y="9"/>
                  <a:pt x="40" y="9"/>
                </a:cubicBezTo>
                <a:cubicBezTo>
                  <a:pt x="35" y="4"/>
                  <a:pt x="35" y="4"/>
                  <a:pt x="35" y="4"/>
                </a:cubicBezTo>
                <a:cubicBezTo>
                  <a:pt x="34" y="3"/>
                  <a:pt x="34" y="2"/>
                  <a:pt x="34" y="1"/>
                </a:cubicBezTo>
                <a:cubicBezTo>
                  <a:pt x="35" y="0"/>
                  <a:pt x="35" y="0"/>
                  <a:pt x="36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cubicBezTo>
                  <a:pt x="55" y="18"/>
                  <a:pt x="55" y="18"/>
                  <a:pt x="55" y="18"/>
                </a:cubicBezTo>
                <a:cubicBezTo>
                  <a:pt x="55" y="19"/>
                  <a:pt x="54" y="20"/>
                  <a:pt x="53" y="20"/>
                </a:cubicBezTo>
                <a:cubicBezTo>
                  <a:pt x="53" y="20"/>
                  <a:pt x="53" y="20"/>
                  <a:pt x="52" y="20"/>
                </a:cubicBezTo>
                <a:cubicBezTo>
                  <a:pt x="52" y="20"/>
                  <a:pt x="51" y="20"/>
                  <a:pt x="51" y="20"/>
                </a:cubicBezTo>
                <a:cubicBezTo>
                  <a:pt x="46" y="14"/>
                  <a:pt x="46" y="14"/>
                  <a:pt x="46" y="14"/>
                </a:cubicBezTo>
                <a:lnTo>
                  <a:pt x="33" y="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10"/>
          <p:cNvSpPr/>
          <p:nvPr/>
        </p:nvSpPr>
        <p:spPr>
          <a:xfrm>
            <a:off x="7924800" y="438150"/>
            <a:ext cx="77788" cy="220663"/>
          </a:xfrm>
          <a:custGeom>
            <a:rect b="b" l="l" r="r" t="t"/>
            <a:pathLst>
              <a:path extrusionOk="0" h="64" w="23">
                <a:moveTo>
                  <a:pt x="21" y="14"/>
                </a:moveTo>
                <a:cubicBezTo>
                  <a:pt x="16" y="14"/>
                  <a:pt x="16" y="14"/>
                  <a:pt x="16" y="14"/>
                </a:cubicBezTo>
                <a:cubicBezTo>
                  <a:pt x="16" y="50"/>
                  <a:pt x="16" y="50"/>
                  <a:pt x="16" y="50"/>
                </a:cubicBezTo>
                <a:cubicBezTo>
                  <a:pt x="21" y="50"/>
                  <a:pt x="21" y="50"/>
                  <a:pt x="21" y="50"/>
                </a:cubicBezTo>
                <a:cubicBezTo>
                  <a:pt x="22" y="50"/>
                  <a:pt x="23" y="51"/>
                  <a:pt x="23" y="53"/>
                </a:cubicBezTo>
                <a:cubicBezTo>
                  <a:pt x="23" y="53"/>
                  <a:pt x="23" y="54"/>
                  <a:pt x="22" y="54"/>
                </a:cubicBezTo>
                <a:cubicBezTo>
                  <a:pt x="13" y="63"/>
                  <a:pt x="13" y="63"/>
                  <a:pt x="13" y="63"/>
                </a:cubicBezTo>
                <a:cubicBezTo>
                  <a:pt x="13" y="64"/>
                  <a:pt x="12" y="64"/>
                  <a:pt x="11" y="64"/>
                </a:cubicBezTo>
                <a:cubicBezTo>
                  <a:pt x="11" y="64"/>
                  <a:pt x="10" y="64"/>
                  <a:pt x="10" y="63"/>
                </a:cubicBezTo>
                <a:cubicBezTo>
                  <a:pt x="1" y="54"/>
                  <a:pt x="1" y="54"/>
                  <a:pt x="1" y="54"/>
                </a:cubicBezTo>
                <a:cubicBezTo>
                  <a:pt x="0" y="54"/>
                  <a:pt x="0" y="53"/>
                  <a:pt x="0" y="53"/>
                </a:cubicBezTo>
                <a:cubicBezTo>
                  <a:pt x="0" y="51"/>
                  <a:pt x="1" y="50"/>
                  <a:pt x="2" y="50"/>
                </a:cubicBezTo>
                <a:cubicBezTo>
                  <a:pt x="7" y="50"/>
                  <a:pt x="7" y="50"/>
                  <a:pt x="7" y="50"/>
                </a:cubicBezTo>
                <a:cubicBezTo>
                  <a:pt x="7" y="14"/>
                  <a:pt x="7" y="14"/>
                  <a:pt x="7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1" y="14"/>
                  <a:pt x="0" y="13"/>
                  <a:pt x="0" y="12"/>
                </a:cubicBezTo>
                <a:cubicBezTo>
                  <a:pt x="0" y="11"/>
                  <a:pt x="0" y="10"/>
                  <a:pt x="1" y="10"/>
                </a:cubicBezTo>
                <a:cubicBezTo>
                  <a:pt x="10" y="1"/>
                  <a:pt x="10" y="1"/>
                  <a:pt x="10" y="1"/>
                </a:cubicBezTo>
                <a:cubicBezTo>
                  <a:pt x="10" y="0"/>
                  <a:pt x="11" y="0"/>
                  <a:pt x="11" y="0"/>
                </a:cubicBezTo>
                <a:cubicBezTo>
                  <a:pt x="12" y="0"/>
                  <a:pt x="13" y="0"/>
                  <a:pt x="13" y="1"/>
                </a:cubicBezTo>
                <a:cubicBezTo>
                  <a:pt x="22" y="10"/>
                  <a:pt x="22" y="10"/>
                  <a:pt x="22" y="10"/>
                </a:cubicBezTo>
                <a:cubicBezTo>
                  <a:pt x="23" y="10"/>
                  <a:pt x="23" y="11"/>
                  <a:pt x="23" y="12"/>
                </a:cubicBezTo>
                <a:cubicBezTo>
                  <a:pt x="23" y="13"/>
                  <a:pt x="22" y="14"/>
                  <a:pt x="21" y="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10"/>
          <p:cNvSpPr/>
          <p:nvPr/>
        </p:nvSpPr>
        <p:spPr>
          <a:xfrm>
            <a:off x="8426450" y="452438"/>
            <a:ext cx="188913" cy="192087"/>
          </a:xfrm>
          <a:custGeom>
            <a:rect b="b" l="l" r="r" t="t"/>
            <a:pathLst>
              <a:path extrusionOk="0" h="56" w="55">
                <a:moveTo>
                  <a:pt x="55" y="2"/>
                </a:moveTo>
                <a:cubicBezTo>
                  <a:pt x="55" y="54"/>
                  <a:pt x="55" y="54"/>
                  <a:pt x="55" y="54"/>
                </a:cubicBezTo>
                <a:cubicBezTo>
                  <a:pt x="55" y="56"/>
                  <a:pt x="54" y="56"/>
                  <a:pt x="54" y="55"/>
                </a:cubicBezTo>
                <a:cubicBezTo>
                  <a:pt x="28" y="30"/>
                  <a:pt x="28" y="30"/>
                  <a:pt x="28" y="30"/>
                </a:cubicBezTo>
                <a:cubicBezTo>
                  <a:pt x="28" y="30"/>
                  <a:pt x="28" y="29"/>
                  <a:pt x="28" y="29"/>
                </a:cubicBezTo>
                <a:cubicBezTo>
                  <a:pt x="28" y="54"/>
                  <a:pt x="28" y="54"/>
                  <a:pt x="28" y="54"/>
                </a:cubicBezTo>
                <a:cubicBezTo>
                  <a:pt x="28" y="56"/>
                  <a:pt x="27" y="56"/>
                  <a:pt x="26" y="55"/>
                </a:cubicBezTo>
                <a:cubicBezTo>
                  <a:pt x="1" y="30"/>
                  <a:pt x="1" y="30"/>
                  <a:pt x="1" y="30"/>
                </a:cubicBezTo>
                <a:cubicBezTo>
                  <a:pt x="0" y="29"/>
                  <a:pt x="0" y="27"/>
                  <a:pt x="1" y="27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28" y="1"/>
                  <a:pt x="28" y="2"/>
                </a:cubicBezTo>
                <a:cubicBezTo>
                  <a:pt x="28" y="27"/>
                  <a:pt x="28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54" y="1"/>
                  <a:pt x="54" y="1"/>
                  <a:pt x="54" y="1"/>
                </a:cubicBezTo>
                <a:cubicBezTo>
                  <a:pt x="54" y="0"/>
                  <a:pt x="55" y="1"/>
                  <a:pt x="55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10"/>
          <p:cNvSpPr/>
          <p:nvPr/>
        </p:nvSpPr>
        <p:spPr>
          <a:xfrm>
            <a:off x="8866188" y="438150"/>
            <a:ext cx="233362" cy="220663"/>
          </a:xfrm>
          <a:custGeom>
            <a:rect b="b" l="l" r="r" t="t"/>
            <a:pathLst>
              <a:path extrusionOk="0" h="64" w="68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0"/>
          <p:cNvSpPr/>
          <p:nvPr/>
        </p:nvSpPr>
        <p:spPr>
          <a:xfrm>
            <a:off x="82550" y="825500"/>
            <a:ext cx="203200" cy="220663"/>
          </a:xfrm>
          <a:custGeom>
            <a:rect b="b" l="l" r="r" t="t"/>
            <a:pathLst>
              <a:path extrusionOk="0" h="64" w="59">
                <a:moveTo>
                  <a:pt x="55" y="55"/>
                </a:moveTo>
                <a:cubicBezTo>
                  <a:pt x="39" y="55"/>
                  <a:pt x="39" y="55"/>
                  <a:pt x="39" y="55"/>
                </a:cubicBezTo>
                <a:cubicBezTo>
                  <a:pt x="39" y="60"/>
                  <a:pt x="35" y="64"/>
                  <a:pt x="30" y="64"/>
                </a:cubicBezTo>
                <a:cubicBezTo>
                  <a:pt x="25" y="64"/>
                  <a:pt x="21" y="60"/>
                  <a:pt x="21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3"/>
                  <a:pt x="0" y="50"/>
                </a:cubicBezTo>
                <a:cubicBezTo>
                  <a:pt x="5" y="46"/>
                  <a:pt x="11" y="38"/>
                  <a:pt x="11" y="20"/>
                </a:cubicBezTo>
                <a:cubicBezTo>
                  <a:pt x="11" y="13"/>
                  <a:pt x="17" y="6"/>
                  <a:pt x="27" y="5"/>
                </a:cubicBezTo>
                <a:cubicBezTo>
                  <a:pt x="26" y="4"/>
                  <a:pt x="26" y="4"/>
                  <a:pt x="26" y="3"/>
                </a:cubicBezTo>
                <a:cubicBezTo>
                  <a:pt x="26" y="1"/>
                  <a:pt x="28" y="0"/>
                  <a:pt x="30" y="0"/>
                </a:cubicBezTo>
                <a:cubicBezTo>
                  <a:pt x="32" y="0"/>
                  <a:pt x="33" y="1"/>
                  <a:pt x="33" y="3"/>
                </a:cubicBezTo>
                <a:cubicBezTo>
                  <a:pt x="33" y="4"/>
                  <a:pt x="33" y="4"/>
                  <a:pt x="33" y="5"/>
                </a:cubicBezTo>
                <a:cubicBezTo>
                  <a:pt x="42" y="6"/>
                  <a:pt x="48" y="13"/>
                  <a:pt x="48" y="20"/>
                </a:cubicBezTo>
                <a:cubicBezTo>
                  <a:pt x="48" y="38"/>
                  <a:pt x="54" y="46"/>
                  <a:pt x="59" y="50"/>
                </a:cubicBezTo>
                <a:cubicBezTo>
                  <a:pt x="59" y="53"/>
                  <a:pt x="57" y="55"/>
                  <a:pt x="55" y="55"/>
                </a:cubicBezTo>
                <a:close/>
                <a:moveTo>
                  <a:pt x="30" y="60"/>
                </a:moveTo>
                <a:cubicBezTo>
                  <a:pt x="27" y="60"/>
                  <a:pt x="25" y="57"/>
                  <a:pt x="25" y="55"/>
                </a:cubicBezTo>
                <a:cubicBezTo>
                  <a:pt x="25" y="54"/>
                  <a:pt x="24" y="54"/>
                  <a:pt x="24" y="54"/>
                </a:cubicBezTo>
                <a:cubicBezTo>
                  <a:pt x="24" y="54"/>
                  <a:pt x="23" y="54"/>
                  <a:pt x="23" y="55"/>
                </a:cubicBezTo>
                <a:cubicBezTo>
                  <a:pt x="23" y="58"/>
                  <a:pt x="26" y="61"/>
                  <a:pt x="30" y="61"/>
                </a:cubicBezTo>
                <a:cubicBezTo>
                  <a:pt x="30" y="61"/>
                  <a:pt x="30" y="61"/>
                  <a:pt x="30" y="60"/>
                </a:cubicBezTo>
                <a:cubicBezTo>
                  <a:pt x="30" y="60"/>
                  <a:pt x="30" y="60"/>
                  <a:pt x="30" y="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0"/>
          <p:cNvSpPr/>
          <p:nvPr/>
        </p:nvSpPr>
        <p:spPr>
          <a:xfrm>
            <a:off x="495300" y="825500"/>
            <a:ext cx="247650" cy="220663"/>
          </a:xfrm>
          <a:custGeom>
            <a:rect b="b" l="l" r="r" t="t"/>
            <a:pathLst>
              <a:path extrusionOk="0" h="64" w="72">
                <a:moveTo>
                  <a:pt x="72" y="5"/>
                </a:moveTo>
                <a:cubicBezTo>
                  <a:pt x="5" y="63"/>
                  <a:pt x="5" y="63"/>
                  <a:pt x="5" y="63"/>
                </a:cubicBezTo>
                <a:cubicBezTo>
                  <a:pt x="5" y="64"/>
                  <a:pt x="4" y="64"/>
                  <a:pt x="4" y="63"/>
                </a:cubicBezTo>
                <a:cubicBezTo>
                  <a:pt x="1" y="60"/>
                  <a:pt x="1" y="60"/>
                  <a:pt x="1" y="60"/>
                </a:cubicBezTo>
                <a:cubicBezTo>
                  <a:pt x="0" y="59"/>
                  <a:pt x="0" y="59"/>
                  <a:pt x="1" y="58"/>
                </a:cubicBezTo>
                <a:cubicBezTo>
                  <a:pt x="7" y="52"/>
                  <a:pt x="7" y="52"/>
                  <a:pt x="7" y="52"/>
                </a:cubicBezTo>
                <a:cubicBezTo>
                  <a:pt x="7" y="52"/>
                  <a:pt x="7" y="51"/>
                  <a:pt x="7" y="50"/>
                </a:cubicBezTo>
                <a:cubicBezTo>
                  <a:pt x="12" y="46"/>
                  <a:pt x="18" y="38"/>
                  <a:pt x="18" y="20"/>
                </a:cubicBezTo>
                <a:cubicBezTo>
                  <a:pt x="18" y="13"/>
                  <a:pt x="24" y="6"/>
                  <a:pt x="33" y="5"/>
                </a:cubicBezTo>
                <a:cubicBezTo>
                  <a:pt x="33" y="4"/>
                  <a:pt x="33" y="4"/>
                  <a:pt x="33" y="3"/>
                </a:cubicBezTo>
                <a:cubicBezTo>
                  <a:pt x="33" y="1"/>
                  <a:pt x="34" y="0"/>
                  <a:pt x="36" y="0"/>
                </a:cubicBezTo>
                <a:cubicBezTo>
                  <a:pt x="38" y="0"/>
                  <a:pt x="40" y="1"/>
                  <a:pt x="40" y="3"/>
                </a:cubicBezTo>
                <a:cubicBezTo>
                  <a:pt x="40" y="4"/>
                  <a:pt x="40" y="4"/>
                  <a:pt x="39" y="5"/>
                </a:cubicBezTo>
                <a:cubicBezTo>
                  <a:pt x="46" y="5"/>
                  <a:pt x="50" y="9"/>
                  <a:pt x="53" y="13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0"/>
                  <a:pt x="69" y="0"/>
                </a:cubicBezTo>
                <a:cubicBezTo>
                  <a:pt x="72" y="4"/>
                  <a:pt x="72" y="4"/>
                  <a:pt x="72" y="4"/>
                </a:cubicBezTo>
                <a:cubicBezTo>
                  <a:pt x="72" y="4"/>
                  <a:pt x="72" y="5"/>
                  <a:pt x="72" y="5"/>
                </a:cubicBezTo>
                <a:close/>
                <a:moveTo>
                  <a:pt x="66" y="50"/>
                </a:moveTo>
                <a:cubicBezTo>
                  <a:pt x="66" y="53"/>
                  <a:pt x="64" y="55"/>
                  <a:pt x="61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5" y="60"/>
                  <a:pt x="41" y="64"/>
                  <a:pt x="36" y="64"/>
                </a:cubicBezTo>
                <a:cubicBezTo>
                  <a:pt x="31" y="64"/>
                  <a:pt x="27" y="60"/>
                  <a:pt x="27" y="55"/>
                </a:cubicBezTo>
                <a:cubicBezTo>
                  <a:pt x="55" y="30"/>
                  <a:pt x="55" y="30"/>
                  <a:pt x="55" y="30"/>
                </a:cubicBezTo>
                <a:cubicBezTo>
                  <a:pt x="57" y="41"/>
                  <a:pt x="62" y="47"/>
                  <a:pt x="66" y="50"/>
                </a:cubicBezTo>
                <a:close/>
                <a:moveTo>
                  <a:pt x="37" y="60"/>
                </a:moveTo>
                <a:cubicBezTo>
                  <a:pt x="37" y="60"/>
                  <a:pt x="37" y="60"/>
                  <a:pt x="36" y="60"/>
                </a:cubicBezTo>
                <a:cubicBezTo>
                  <a:pt x="34" y="60"/>
                  <a:pt x="31" y="57"/>
                  <a:pt x="31" y="55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30" y="54"/>
                  <a:pt x="30" y="55"/>
                </a:cubicBezTo>
                <a:cubicBezTo>
                  <a:pt x="30" y="58"/>
                  <a:pt x="33" y="61"/>
                  <a:pt x="36" y="61"/>
                </a:cubicBezTo>
                <a:cubicBezTo>
                  <a:pt x="37" y="61"/>
                  <a:pt x="37" y="61"/>
                  <a:pt x="37" y="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10"/>
          <p:cNvSpPr/>
          <p:nvPr/>
        </p:nvSpPr>
        <p:spPr>
          <a:xfrm>
            <a:off x="989013" y="855663"/>
            <a:ext cx="282575" cy="158750"/>
          </a:xfrm>
          <a:custGeom>
            <a:rect b="b" l="l" r="r" t="t"/>
            <a:pathLst>
              <a:path extrusionOk="0" h="46" w="82">
                <a:moveTo>
                  <a:pt x="66" y="46"/>
                </a:moveTo>
                <a:cubicBezTo>
                  <a:pt x="57" y="46"/>
                  <a:pt x="50" y="38"/>
                  <a:pt x="50" y="30"/>
                </a:cubicBezTo>
                <a:cubicBezTo>
                  <a:pt x="50" y="25"/>
                  <a:pt x="52" y="21"/>
                  <a:pt x="55" y="18"/>
                </a:cubicBezTo>
                <a:cubicBezTo>
                  <a:pt x="53" y="14"/>
                  <a:pt x="53" y="14"/>
                  <a:pt x="53" y="14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2"/>
                  <a:pt x="39" y="32"/>
                  <a:pt x="39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0" y="40"/>
                  <a:pt x="24" y="46"/>
                  <a:pt x="16" y="46"/>
                </a:cubicBezTo>
                <a:cubicBezTo>
                  <a:pt x="7" y="46"/>
                  <a:pt x="0" y="38"/>
                  <a:pt x="0" y="30"/>
                </a:cubicBezTo>
                <a:cubicBezTo>
                  <a:pt x="0" y="21"/>
                  <a:pt x="7" y="14"/>
                  <a:pt x="16" y="14"/>
                </a:cubicBezTo>
                <a:cubicBezTo>
                  <a:pt x="19" y="14"/>
                  <a:pt x="21" y="14"/>
                  <a:pt x="23" y="16"/>
                </a:cubicBezTo>
                <a:cubicBezTo>
                  <a:pt x="28" y="9"/>
                  <a:pt x="28" y="9"/>
                  <a:pt x="28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19" y="9"/>
                  <a:pt x="18" y="8"/>
                  <a:pt x="18" y="7"/>
                </a:cubicBezTo>
                <a:cubicBezTo>
                  <a:pt x="18" y="6"/>
                  <a:pt x="19" y="4"/>
                  <a:pt x="20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9"/>
                  <a:pt x="34" y="9"/>
                  <a:pt x="34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47" y="4"/>
                  <a:pt x="47" y="4"/>
                  <a:pt x="47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37" y="4"/>
                  <a:pt x="36" y="3"/>
                  <a:pt x="36" y="2"/>
                </a:cubicBezTo>
                <a:cubicBezTo>
                  <a:pt x="36" y="1"/>
                  <a:pt x="37" y="0"/>
                  <a:pt x="39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0"/>
                  <a:pt x="49" y="0"/>
                  <a:pt x="50" y="1"/>
                </a:cubicBezTo>
                <a:cubicBezTo>
                  <a:pt x="59" y="15"/>
                  <a:pt x="59" y="15"/>
                  <a:pt x="59" y="15"/>
                </a:cubicBezTo>
                <a:cubicBezTo>
                  <a:pt x="61" y="14"/>
                  <a:pt x="64" y="14"/>
                  <a:pt x="66" y="14"/>
                </a:cubicBezTo>
                <a:cubicBezTo>
                  <a:pt x="75" y="14"/>
                  <a:pt x="82" y="21"/>
                  <a:pt x="82" y="30"/>
                </a:cubicBezTo>
                <a:cubicBezTo>
                  <a:pt x="82" y="38"/>
                  <a:pt x="75" y="46"/>
                  <a:pt x="66" y="46"/>
                </a:cubicBezTo>
                <a:close/>
                <a:moveTo>
                  <a:pt x="16" y="32"/>
                </a:moveTo>
                <a:cubicBezTo>
                  <a:pt x="14" y="32"/>
                  <a:pt x="13" y="30"/>
                  <a:pt x="14" y="28"/>
                </a:cubicBezTo>
                <a:cubicBezTo>
                  <a:pt x="21" y="19"/>
                  <a:pt x="21" y="19"/>
                  <a:pt x="21" y="19"/>
                </a:cubicBezTo>
                <a:cubicBezTo>
                  <a:pt x="19" y="19"/>
                  <a:pt x="18" y="18"/>
                  <a:pt x="16" y="18"/>
                </a:cubicBezTo>
                <a:cubicBezTo>
                  <a:pt x="9" y="18"/>
                  <a:pt x="4" y="23"/>
                  <a:pt x="4" y="30"/>
                </a:cubicBezTo>
                <a:cubicBezTo>
                  <a:pt x="4" y="36"/>
                  <a:pt x="9" y="41"/>
                  <a:pt x="16" y="41"/>
                </a:cubicBezTo>
                <a:cubicBezTo>
                  <a:pt x="21" y="41"/>
                  <a:pt x="26" y="37"/>
                  <a:pt x="27" y="32"/>
                </a:cubicBezTo>
                <a:lnTo>
                  <a:pt x="16" y="32"/>
                </a:lnTo>
                <a:close/>
                <a:moveTo>
                  <a:pt x="27" y="27"/>
                </a:moveTo>
                <a:cubicBezTo>
                  <a:pt x="27" y="25"/>
                  <a:pt x="26" y="23"/>
                  <a:pt x="24" y="22"/>
                </a:cubicBezTo>
                <a:cubicBezTo>
                  <a:pt x="20" y="27"/>
                  <a:pt x="20" y="27"/>
                  <a:pt x="20" y="27"/>
                </a:cubicBezTo>
                <a:lnTo>
                  <a:pt x="27" y="27"/>
                </a:lnTo>
                <a:close/>
                <a:moveTo>
                  <a:pt x="48" y="14"/>
                </a:moveTo>
                <a:cubicBezTo>
                  <a:pt x="31" y="14"/>
                  <a:pt x="31" y="14"/>
                  <a:pt x="31" y="14"/>
                </a:cubicBezTo>
                <a:cubicBezTo>
                  <a:pt x="27" y="18"/>
                  <a:pt x="27" y="18"/>
                  <a:pt x="27" y="18"/>
                </a:cubicBezTo>
                <a:cubicBezTo>
                  <a:pt x="29" y="21"/>
                  <a:pt x="31" y="24"/>
                  <a:pt x="32" y="27"/>
                </a:cubicBezTo>
                <a:cubicBezTo>
                  <a:pt x="37" y="27"/>
                  <a:pt x="37" y="27"/>
                  <a:pt x="37" y="27"/>
                </a:cubicBezTo>
                <a:lnTo>
                  <a:pt x="48" y="14"/>
                </a:lnTo>
                <a:close/>
                <a:moveTo>
                  <a:pt x="66" y="18"/>
                </a:moveTo>
                <a:cubicBezTo>
                  <a:pt x="64" y="18"/>
                  <a:pt x="63" y="19"/>
                  <a:pt x="62" y="19"/>
                </a:cubicBezTo>
                <a:cubicBezTo>
                  <a:pt x="68" y="28"/>
                  <a:pt x="68" y="28"/>
                  <a:pt x="68" y="28"/>
                </a:cubicBezTo>
                <a:cubicBezTo>
                  <a:pt x="69" y="29"/>
                  <a:pt x="68" y="31"/>
                  <a:pt x="67" y="31"/>
                </a:cubicBezTo>
                <a:cubicBezTo>
                  <a:pt x="67" y="32"/>
                  <a:pt x="66" y="32"/>
                  <a:pt x="66" y="32"/>
                </a:cubicBezTo>
                <a:cubicBezTo>
                  <a:pt x="65" y="32"/>
                  <a:pt x="65" y="32"/>
                  <a:pt x="64" y="31"/>
                </a:cubicBezTo>
                <a:cubicBezTo>
                  <a:pt x="58" y="22"/>
                  <a:pt x="58" y="22"/>
                  <a:pt x="58" y="22"/>
                </a:cubicBezTo>
                <a:cubicBezTo>
                  <a:pt x="56" y="24"/>
                  <a:pt x="55" y="26"/>
                  <a:pt x="55" y="30"/>
                </a:cubicBezTo>
                <a:cubicBezTo>
                  <a:pt x="55" y="36"/>
                  <a:pt x="60" y="41"/>
                  <a:pt x="66" y="41"/>
                </a:cubicBezTo>
                <a:cubicBezTo>
                  <a:pt x="72" y="41"/>
                  <a:pt x="77" y="36"/>
                  <a:pt x="77" y="30"/>
                </a:cubicBezTo>
                <a:cubicBezTo>
                  <a:pt x="77" y="23"/>
                  <a:pt x="72" y="18"/>
                  <a:pt x="66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0"/>
          <p:cNvSpPr/>
          <p:nvPr/>
        </p:nvSpPr>
        <p:spPr>
          <a:xfrm>
            <a:off x="1484313" y="825500"/>
            <a:ext cx="220662" cy="220663"/>
          </a:xfrm>
          <a:custGeom>
            <a:rect b="b" l="l" r="r" t="t"/>
            <a:pathLst>
              <a:path extrusionOk="0" h="64" w="64">
                <a:moveTo>
                  <a:pt x="64" y="45"/>
                </a:moveTo>
                <a:cubicBezTo>
                  <a:pt x="62" y="45"/>
                  <a:pt x="61" y="45"/>
                  <a:pt x="60" y="44"/>
                </a:cubicBezTo>
                <a:cubicBezTo>
                  <a:pt x="58" y="42"/>
                  <a:pt x="57" y="41"/>
                  <a:pt x="53" y="41"/>
                </a:cubicBezTo>
                <a:cubicBezTo>
                  <a:pt x="50" y="41"/>
                  <a:pt x="48" y="42"/>
                  <a:pt x="46" y="44"/>
                </a:cubicBezTo>
                <a:cubicBezTo>
                  <a:pt x="45" y="45"/>
                  <a:pt x="44" y="45"/>
                  <a:pt x="42" y="45"/>
                </a:cubicBezTo>
                <a:cubicBezTo>
                  <a:pt x="41" y="45"/>
                  <a:pt x="40" y="45"/>
                  <a:pt x="39" y="44"/>
                </a:cubicBezTo>
                <a:cubicBezTo>
                  <a:pt x="37" y="42"/>
                  <a:pt x="35" y="41"/>
                  <a:pt x="32" y="41"/>
                </a:cubicBezTo>
                <a:cubicBezTo>
                  <a:pt x="28" y="41"/>
                  <a:pt x="26" y="42"/>
                  <a:pt x="25" y="44"/>
                </a:cubicBezTo>
                <a:cubicBezTo>
                  <a:pt x="24" y="45"/>
                  <a:pt x="23" y="45"/>
                  <a:pt x="21" y="45"/>
                </a:cubicBezTo>
                <a:cubicBezTo>
                  <a:pt x="19" y="45"/>
                  <a:pt x="18" y="45"/>
                  <a:pt x="17" y="44"/>
                </a:cubicBezTo>
                <a:cubicBezTo>
                  <a:pt x="16" y="42"/>
                  <a:pt x="14" y="41"/>
                  <a:pt x="10" y="41"/>
                </a:cubicBezTo>
                <a:cubicBezTo>
                  <a:pt x="7" y="41"/>
                  <a:pt x="5" y="42"/>
                  <a:pt x="4" y="44"/>
                </a:cubicBezTo>
                <a:cubicBezTo>
                  <a:pt x="2" y="45"/>
                  <a:pt x="2" y="45"/>
                  <a:pt x="0" y="45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5"/>
                  <a:pt x="3" y="32"/>
                  <a:pt x="7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16"/>
                  <a:pt x="9" y="16"/>
                  <a:pt x="9" y="16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32"/>
                  <a:pt x="18" y="32"/>
                  <a:pt x="18" y="32"/>
                </a:cubicBezTo>
                <a:cubicBezTo>
                  <a:pt x="27" y="32"/>
                  <a:pt x="27" y="32"/>
                  <a:pt x="27" y="32"/>
                </a:cubicBezTo>
                <a:cubicBezTo>
                  <a:pt x="27" y="16"/>
                  <a:pt x="27" y="16"/>
                  <a:pt x="27" y="16"/>
                </a:cubicBezTo>
                <a:cubicBezTo>
                  <a:pt x="36" y="16"/>
                  <a:pt x="36" y="16"/>
                  <a:pt x="36" y="16"/>
                </a:cubicBezTo>
                <a:cubicBezTo>
                  <a:pt x="36" y="32"/>
                  <a:pt x="36" y="32"/>
                  <a:pt x="36" y="32"/>
                </a:cubicBezTo>
                <a:cubicBezTo>
                  <a:pt x="45" y="32"/>
                  <a:pt x="45" y="32"/>
                  <a:pt x="45" y="32"/>
                </a:cubicBezTo>
                <a:cubicBezTo>
                  <a:pt x="45" y="16"/>
                  <a:pt x="45" y="16"/>
                  <a:pt x="4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32"/>
                  <a:pt x="55" y="32"/>
                  <a:pt x="55" y="32"/>
                </a:cubicBezTo>
                <a:cubicBezTo>
                  <a:pt x="57" y="32"/>
                  <a:pt x="57" y="32"/>
                  <a:pt x="57" y="32"/>
                </a:cubicBezTo>
                <a:cubicBezTo>
                  <a:pt x="61" y="32"/>
                  <a:pt x="64" y="35"/>
                  <a:pt x="64" y="39"/>
                </a:cubicBezTo>
                <a:lnTo>
                  <a:pt x="64" y="45"/>
                </a:lnTo>
                <a:close/>
                <a:moveTo>
                  <a:pt x="64" y="64"/>
                </a:moveTo>
                <a:cubicBezTo>
                  <a:pt x="0" y="64"/>
                  <a:pt x="0" y="64"/>
                  <a:pt x="0" y="64"/>
                </a:cubicBezTo>
                <a:cubicBezTo>
                  <a:pt x="0" y="50"/>
                  <a:pt x="0" y="50"/>
                  <a:pt x="0" y="50"/>
                </a:cubicBezTo>
                <a:cubicBezTo>
                  <a:pt x="3" y="50"/>
                  <a:pt x="5" y="48"/>
                  <a:pt x="7" y="47"/>
                </a:cubicBezTo>
                <a:cubicBezTo>
                  <a:pt x="8" y="46"/>
                  <a:pt x="9" y="45"/>
                  <a:pt x="10" y="45"/>
                </a:cubicBezTo>
                <a:cubicBezTo>
                  <a:pt x="12" y="45"/>
                  <a:pt x="13" y="46"/>
                  <a:pt x="14" y="47"/>
                </a:cubicBezTo>
                <a:cubicBezTo>
                  <a:pt x="16" y="48"/>
                  <a:pt x="18" y="50"/>
                  <a:pt x="21" y="50"/>
                </a:cubicBezTo>
                <a:cubicBezTo>
                  <a:pt x="25" y="50"/>
                  <a:pt x="26" y="48"/>
                  <a:pt x="28" y="47"/>
                </a:cubicBezTo>
                <a:cubicBezTo>
                  <a:pt x="29" y="46"/>
                  <a:pt x="30" y="45"/>
                  <a:pt x="32" y="45"/>
                </a:cubicBezTo>
                <a:cubicBezTo>
                  <a:pt x="34" y="45"/>
                  <a:pt x="34" y="46"/>
                  <a:pt x="36" y="47"/>
                </a:cubicBezTo>
                <a:cubicBezTo>
                  <a:pt x="37" y="48"/>
                  <a:pt x="39" y="50"/>
                  <a:pt x="42" y="50"/>
                </a:cubicBezTo>
                <a:cubicBezTo>
                  <a:pt x="46" y="50"/>
                  <a:pt x="48" y="48"/>
                  <a:pt x="49" y="47"/>
                </a:cubicBezTo>
                <a:cubicBezTo>
                  <a:pt x="50" y="46"/>
                  <a:pt x="51" y="45"/>
                  <a:pt x="53" y="45"/>
                </a:cubicBezTo>
                <a:cubicBezTo>
                  <a:pt x="55" y="45"/>
                  <a:pt x="56" y="46"/>
                  <a:pt x="57" y="47"/>
                </a:cubicBezTo>
                <a:cubicBezTo>
                  <a:pt x="58" y="48"/>
                  <a:pt x="60" y="50"/>
                  <a:pt x="64" y="50"/>
                </a:cubicBezTo>
                <a:lnTo>
                  <a:pt x="64" y="64"/>
                </a:lnTo>
                <a:close/>
                <a:moveTo>
                  <a:pt x="13" y="13"/>
                </a:moveTo>
                <a:cubicBezTo>
                  <a:pt x="11" y="13"/>
                  <a:pt x="9" y="11"/>
                  <a:pt x="9" y="9"/>
                </a:cubicBezTo>
                <a:cubicBezTo>
                  <a:pt x="9" y="4"/>
                  <a:pt x="13" y="6"/>
                  <a:pt x="13" y="0"/>
                </a:cubicBezTo>
                <a:cubicBezTo>
                  <a:pt x="15" y="0"/>
                  <a:pt x="18" y="4"/>
                  <a:pt x="18" y="8"/>
                </a:cubicBezTo>
                <a:cubicBezTo>
                  <a:pt x="18" y="12"/>
                  <a:pt x="16" y="13"/>
                  <a:pt x="13" y="13"/>
                </a:cubicBezTo>
                <a:close/>
                <a:moveTo>
                  <a:pt x="32" y="13"/>
                </a:moveTo>
                <a:cubicBezTo>
                  <a:pt x="29" y="13"/>
                  <a:pt x="27" y="11"/>
                  <a:pt x="27" y="9"/>
                </a:cubicBezTo>
                <a:cubicBezTo>
                  <a:pt x="27" y="4"/>
                  <a:pt x="32" y="6"/>
                  <a:pt x="32" y="0"/>
                </a:cubicBezTo>
                <a:cubicBezTo>
                  <a:pt x="33" y="0"/>
                  <a:pt x="36" y="4"/>
                  <a:pt x="36" y="8"/>
                </a:cubicBezTo>
                <a:cubicBezTo>
                  <a:pt x="36" y="12"/>
                  <a:pt x="34" y="13"/>
                  <a:pt x="32" y="13"/>
                </a:cubicBezTo>
                <a:close/>
                <a:moveTo>
                  <a:pt x="50" y="13"/>
                </a:moveTo>
                <a:cubicBezTo>
                  <a:pt x="47" y="13"/>
                  <a:pt x="45" y="11"/>
                  <a:pt x="45" y="9"/>
                </a:cubicBezTo>
                <a:cubicBezTo>
                  <a:pt x="45" y="4"/>
                  <a:pt x="50" y="6"/>
                  <a:pt x="50" y="0"/>
                </a:cubicBezTo>
                <a:cubicBezTo>
                  <a:pt x="52" y="0"/>
                  <a:pt x="55" y="4"/>
                  <a:pt x="55" y="8"/>
                </a:cubicBezTo>
                <a:cubicBezTo>
                  <a:pt x="55" y="12"/>
                  <a:pt x="53" y="13"/>
                  <a:pt x="50" y="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10"/>
          <p:cNvSpPr/>
          <p:nvPr/>
        </p:nvSpPr>
        <p:spPr>
          <a:xfrm>
            <a:off x="1979613" y="839788"/>
            <a:ext cx="188912" cy="188912"/>
          </a:xfrm>
          <a:custGeom>
            <a:rect b="b" l="l" r="r" t="t"/>
            <a:pathLst>
              <a:path extrusionOk="0" h="55" w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12"/>
                </a:moveTo>
                <a:cubicBezTo>
                  <a:pt x="44" y="10"/>
                  <a:pt x="41" y="9"/>
                  <a:pt x="39" y="8"/>
                </a:cubicBezTo>
                <a:cubicBezTo>
                  <a:pt x="34" y="7"/>
                  <a:pt x="28" y="7"/>
                  <a:pt x="22" y="7"/>
                </a:cubicBezTo>
                <a:cubicBezTo>
                  <a:pt x="19" y="7"/>
                  <a:pt x="16" y="8"/>
                  <a:pt x="14" y="9"/>
                </a:cubicBezTo>
                <a:cubicBezTo>
                  <a:pt x="12" y="9"/>
                  <a:pt x="9" y="10"/>
                  <a:pt x="9" y="13"/>
                </a:cubicBezTo>
                <a:cubicBezTo>
                  <a:pt x="10" y="18"/>
                  <a:pt x="11" y="23"/>
                  <a:pt x="12" y="29"/>
                </a:cubicBezTo>
                <a:cubicBezTo>
                  <a:pt x="12" y="30"/>
                  <a:pt x="12" y="32"/>
                  <a:pt x="13" y="33"/>
                </a:cubicBezTo>
                <a:cubicBezTo>
                  <a:pt x="16" y="35"/>
                  <a:pt x="20" y="36"/>
                  <a:pt x="23" y="37"/>
                </a:cubicBezTo>
                <a:cubicBezTo>
                  <a:pt x="29" y="37"/>
                  <a:pt x="34" y="37"/>
                  <a:pt x="39" y="34"/>
                </a:cubicBezTo>
                <a:cubicBezTo>
                  <a:pt x="40" y="34"/>
                  <a:pt x="42" y="33"/>
                  <a:pt x="42" y="31"/>
                </a:cubicBezTo>
                <a:cubicBezTo>
                  <a:pt x="43" y="25"/>
                  <a:pt x="44" y="20"/>
                  <a:pt x="45" y="14"/>
                </a:cubicBezTo>
                <a:cubicBezTo>
                  <a:pt x="45" y="13"/>
                  <a:pt x="45" y="12"/>
                  <a:pt x="45" y="12"/>
                </a:cubicBezTo>
                <a:close/>
                <a:moveTo>
                  <a:pt x="40" y="36"/>
                </a:moveTo>
                <a:cubicBezTo>
                  <a:pt x="33" y="41"/>
                  <a:pt x="22" y="41"/>
                  <a:pt x="14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4" y="37"/>
                  <a:pt x="14" y="37"/>
                  <a:pt x="14" y="37"/>
                </a:cubicBezTo>
                <a:cubicBezTo>
                  <a:pt x="14" y="39"/>
                  <a:pt x="14" y="42"/>
                  <a:pt x="15" y="44"/>
                </a:cubicBezTo>
                <a:cubicBezTo>
                  <a:pt x="16" y="47"/>
                  <a:pt x="20" y="48"/>
                  <a:pt x="22" y="48"/>
                </a:cubicBezTo>
                <a:cubicBezTo>
                  <a:pt x="27" y="49"/>
                  <a:pt x="33" y="49"/>
                  <a:pt x="38" y="46"/>
                </a:cubicBezTo>
                <a:cubicBezTo>
                  <a:pt x="40" y="45"/>
                  <a:pt x="40" y="41"/>
                  <a:pt x="41" y="39"/>
                </a:cubicBezTo>
                <a:cubicBezTo>
                  <a:pt x="41" y="38"/>
                  <a:pt x="41" y="37"/>
                  <a:pt x="40" y="36"/>
                </a:cubicBezTo>
                <a:close/>
                <a:moveTo>
                  <a:pt x="33" y="14"/>
                </a:moveTo>
                <a:cubicBezTo>
                  <a:pt x="29" y="15"/>
                  <a:pt x="25" y="15"/>
                  <a:pt x="21" y="14"/>
                </a:cubicBezTo>
                <a:cubicBezTo>
                  <a:pt x="19" y="14"/>
                  <a:pt x="17" y="14"/>
                  <a:pt x="15" y="12"/>
                </a:cubicBezTo>
                <a:cubicBezTo>
                  <a:pt x="16" y="11"/>
                  <a:pt x="18" y="11"/>
                  <a:pt x="20" y="10"/>
                </a:cubicBezTo>
                <a:cubicBezTo>
                  <a:pt x="25" y="9"/>
                  <a:pt x="29" y="10"/>
                  <a:pt x="34" y="10"/>
                </a:cubicBezTo>
                <a:cubicBezTo>
                  <a:pt x="36" y="11"/>
                  <a:pt x="38" y="11"/>
                  <a:pt x="39" y="12"/>
                </a:cubicBezTo>
                <a:cubicBezTo>
                  <a:pt x="37" y="14"/>
                  <a:pt x="35" y="14"/>
                  <a:pt x="33" y="14"/>
                </a:cubicBezTo>
                <a:close/>
                <a:moveTo>
                  <a:pt x="28" y="33"/>
                </a:moveTo>
                <a:cubicBezTo>
                  <a:pt x="25" y="33"/>
                  <a:pt x="22" y="30"/>
                  <a:pt x="21" y="27"/>
                </a:cubicBezTo>
                <a:cubicBezTo>
                  <a:pt x="21" y="25"/>
                  <a:pt x="23" y="23"/>
                  <a:pt x="25" y="22"/>
                </a:cubicBezTo>
                <a:cubicBezTo>
                  <a:pt x="28" y="20"/>
                  <a:pt x="32" y="23"/>
                  <a:pt x="33" y="26"/>
                </a:cubicBezTo>
                <a:cubicBezTo>
                  <a:pt x="33" y="29"/>
                  <a:pt x="31" y="32"/>
                  <a:pt x="28" y="33"/>
                </a:cubicBezTo>
                <a:close/>
                <a:moveTo>
                  <a:pt x="26" y="24"/>
                </a:moveTo>
                <a:cubicBezTo>
                  <a:pt x="24" y="25"/>
                  <a:pt x="24" y="29"/>
                  <a:pt x="26" y="30"/>
                </a:cubicBezTo>
                <a:cubicBezTo>
                  <a:pt x="28" y="31"/>
                  <a:pt x="30" y="29"/>
                  <a:pt x="30" y="27"/>
                </a:cubicBezTo>
                <a:cubicBezTo>
                  <a:pt x="30" y="25"/>
                  <a:pt x="28" y="23"/>
                  <a:pt x="26" y="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6" name="Google Shape;2696;p10"/>
          <p:cNvSpPr/>
          <p:nvPr/>
        </p:nvSpPr>
        <p:spPr>
          <a:xfrm>
            <a:off x="2474913" y="825500"/>
            <a:ext cx="219075" cy="220663"/>
          </a:xfrm>
          <a:custGeom>
            <a:rect b="b" l="l" r="r" t="t"/>
            <a:pathLst>
              <a:path extrusionOk="0" h="64" w="64">
                <a:moveTo>
                  <a:pt x="55" y="10"/>
                </a:moveTo>
                <a:cubicBezTo>
                  <a:pt x="47" y="18"/>
                  <a:pt x="47" y="18"/>
                  <a:pt x="47" y="18"/>
                </a:cubicBezTo>
                <a:cubicBezTo>
                  <a:pt x="49" y="21"/>
                  <a:pt x="49" y="21"/>
                  <a:pt x="49" y="21"/>
                </a:cubicBezTo>
                <a:cubicBezTo>
                  <a:pt x="50" y="22"/>
                  <a:pt x="50" y="23"/>
                  <a:pt x="49" y="24"/>
                </a:cubicBezTo>
                <a:cubicBezTo>
                  <a:pt x="47" y="26"/>
                  <a:pt x="47" y="26"/>
                  <a:pt x="47" y="26"/>
                </a:cubicBezTo>
                <a:cubicBezTo>
                  <a:pt x="49" y="30"/>
                  <a:pt x="50" y="34"/>
                  <a:pt x="50" y="39"/>
                </a:cubicBezTo>
                <a:cubicBezTo>
                  <a:pt x="50" y="52"/>
                  <a:pt x="39" y="64"/>
                  <a:pt x="25" y="64"/>
                </a:cubicBezTo>
                <a:cubicBezTo>
                  <a:pt x="11" y="64"/>
                  <a:pt x="0" y="52"/>
                  <a:pt x="0" y="39"/>
                </a:cubicBezTo>
                <a:cubicBezTo>
                  <a:pt x="0" y="25"/>
                  <a:pt x="11" y="13"/>
                  <a:pt x="25" y="13"/>
                </a:cubicBezTo>
                <a:cubicBezTo>
                  <a:pt x="29" y="13"/>
                  <a:pt x="34" y="15"/>
                  <a:pt x="37" y="17"/>
                </a:cubicBezTo>
                <a:cubicBezTo>
                  <a:pt x="39" y="14"/>
                  <a:pt x="39" y="14"/>
                  <a:pt x="39" y="14"/>
                </a:cubicBezTo>
                <a:cubicBezTo>
                  <a:pt x="40" y="13"/>
                  <a:pt x="42" y="13"/>
                  <a:pt x="43" y="14"/>
                </a:cubicBezTo>
                <a:cubicBezTo>
                  <a:pt x="45" y="17"/>
                  <a:pt x="45" y="17"/>
                  <a:pt x="45" y="17"/>
                </a:cubicBezTo>
                <a:cubicBezTo>
                  <a:pt x="54" y="8"/>
                  <a:pt x="54" y="8"/>
                  <a:pt x="54" y="8"/>
                </a:cubicBezTo>
                <a:lnTo>
                  <a:pt x="55" y="10"/>
                </a:lnTo>
                <a:close/>
                <a:moveTo>
                  <a:pt x="17" y="20"/>
                </a:moveTo>
                <a:cubicBezTo>
                  <a:pt x="12" y="22"/>
                  <a:pt x="8" y="26"/>
                  <a:pt x="6" y="31"/>
                </a:cubicBezTo>
                <a:cubicBezTo>
                  <a:pt x="5" y="32"/>
                  <a:pt x="6" y="33"/>
                  <a:pt x="7" y="34"/>
                </a:cubicBezTo>
                <a:cubicBezTo>
                  <a:pt x="7" y="34"/>
                  <a:pt x="8" y="34"/>
                  <a:pt x="8" y="34"/>
                </a:cubicBezTo>
                <a:cubicBezTo>
                  <a:pt x="9" y="34"/>
                  <a:pt x="10" y="33"/>
                  <a:pt x="10" y="33"/>
                </a:cubicBezTo>
                <a:cubicBezTo>
                  <a:pt x="12" y="29"/>
                  <a:pt x="15" y="25"/>
                  <a:pt x="19" y="24"/>
                </a:cubicBezTo>
                <a:cubicBezTo>
                  <a:pt x="20" y="23"/>
                  <a:pt x="21" y="22"/>
                  <a:pt x="20" y="21"/>
                </a:cubicBezTo>
                <a:cubicBezTo>
                  <a:pt x="20" y="20"/>
                  <a:pt x="18" y="19"/>
                  <a:pt x="17" y="20"/>
                </a:cubicBezTo>
                <a:close/>
                <a:moveTo>
                  <a:pt x="53" y="6"/>
                </a:moveTo>
                <a:cubicBezTo>
                  <a:pt x="53" y="6"/>
                  <a:pt x="53" y="6"/>
                  <a:pt x="52" y="6"/>
                </a:cubicBezTo>
                <a:cubicBezTo>
                  <a:pt x="49" y="3"/>
                  <a:pt x="49" y="3"/>
                  <a:pt x="49" y="3"/>
                </a:cubicBezTo>
                <a:cubicBezTo>
                  <a:pt x="49" y="2"/>
                  <a:pt x="49" y="2"/>
                  <a:pt x="49" y="1"/>
                </a:cubicBezTo>
                <a:cubicBezTo>
                  <a:pt x="50" y="1"/>
                  <a:pt x="50" y="1"/>
                  <a:pt x="51" y="1"/>
                </a:cubicBezTo>
                <a:cubicBezTo>
                  <a:pt x="54" y="4"/>
                  <a:pt x="54" y="4"/>
                  <a:pt x="54" y="4"/>
                </a:cubicBezTo>
                <a:cubicBezTo>
                  <a:pt x="55" y="5"/>
                  <a:pt x="55" y="6"/>
                  <a:pt x="54" y="6"/>
                </a:cubicBezTo>
                <a:cubicBezTo>
                  <a:pt x="54" y="6"/>
                  <a:pt x="54" y="6"/>
                  <a:pt x="53" y="6"/>
                </a:cubicBezTo>
                <a:close/>
                <a:moveTo>
                  <a:pt x="57" y="4"/>
                </a:moveTo>
                <a:cubicBezTo>
                  <a:pt x="57" y="5"/>
                  <a:pt x="56" y="5"/>
                  <a:pt x="56" y="5"/>
                </a:cubicBezTo>
                <a:cubicBezTo>
                  <a:pt x="55" y="5"/>
                  <a:pt x="55" y="5"/>
                  <a:pt x="55" y="4"/>
                </a:cubicBezTo>
                <a:cubicBezTo>
                  <a:pt x="55" y="1"/>
                  <a:pt x="55" y="1"/>
                  <a:pt x="55" y="1"/>
                </a:cubicBezTo>
                <a:cubicBezTo>
                  <a:pt x="55" y="0"/>
                  <a:pt x="55" y="0"/>
                  <a:pt x="56" y="0"/>
                </a:cubicBezTo>
                <a:cubicBezTo>
                  <a:pt x="56" y="0"/>
                  <a:pt x="57" y="0"/>
                  <a:pt x="57" y="1"/>
                </a:cubicBezTo>
                <a:lnTo>
                  <a:pt x="57" y="4"/>
                </a:lnTo>
                <a:close/>
                <a:moveTo>
                  <a:pt x="59" y="6"/>
                </a:moveTo>
                <a:cubicBezTo>
                  <a:pt x="59" y="6"/>
                  <a:pt x="59" y="6"/>
                  <a:pt x="58" y="6"/>
                </a:cubicBezTo>
                <a:cubicBezTo>
                  <a:pt x="58" y="6"/>
                  <a:pt x="58" y="6"/>
                  <a:pt x="57" y="6"/>
                </a:cubicBezTo>
                <a:cubicBezTo>
                  <a:pt x="57" y="6"/>
                  <a:pt x="57" y="5"/>
                  <a:pt x="57" y="4"/>
                </a:cubicBezTo>
                <a:cubicBezTo>
                  <a:pt x="61" y="1"/>
                  <a:pt x="61" y="1"/>
                  <a:pt x="61" y="1"/>
                </a:cubicBezTo>
                <a:cubicBezTo>
                  <a:pt x="61" y="1"/>
                  <a:pt x="62" y="1"/>
                  <a:pt x="62" y="1"/>
                </a:cubicBezTo>
                <a:cubicBezTo>
                  <a:pt x="63" y="2"/>
                  <a:pt x="63" y="2"/>
                  <a:pt x="62" y="3"/>
                </a:cubicBezTo>
                <a:lnTo>
                  <a:pt x="59" y="6"/>
                </a:lnTo>
                <a:close/>
                <a:moveTo>
                  <a:pt x="61" y="15"/>
                </a:moveTo>
                <a:cubicBezTo>
                  <a:pt x="61" y="15"/>
                  <a:pt x="61" y="15"/>
                  <a:pt x="61" y="14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11"/>
                  <a:pt x="57" y="10"/>
                  <a:pt x="57" y="9"/>
                </a:cubicBezTo>
                <a:cubicBezTo>
                  <a:pt x="58" y="9"/>
                  <a:pt x="59" y="9"/>
                  <a:pt x="59" y="9"/>
                </a:cubicBezTo>
                <a:cubicBezTo>
                  <a:pt x="62" y="13"/>
                  <a:pt x="62" y="13"/>
                  <a:pt x="62" y="13"/>
                </a:cubicBezTo>
                <a:cubicBezTo>
                  <a:pt x="63" y="13"/>
                  <a:pt x="63" y="14"/>
                  <a:pt x="62" y="14"/>
                </a:cubicBezTo>
                <a:cubicBezTo>
                  <a:pt x="62" y="15"/>
                  <a:pt x="62" y="15"/>
                  <a:pt x="61" y="15"/>
                </a:cubicBezTo>
                <a:close/>
                <a:moveTo>
                  <a:pt x="63" y="9"/>
                </a:moveTo>
                <a:cubicBezTo>
                  <a:pt x="59" y="9"/>
                  <a:pt x="59" y="9"/>
                  <a:pt x="59" y="9"/>
                </a:cubicBezTo>
                <a:cubicBezTo>
                  <a:pt x="59" y="9"/>
                  <a:pt x="58" y="8"/>
                  <a:pt x="58" y="8"/>
                </a:cubicBezTo>
                <a:cubicBezTo>
                  <a:pt x="58" y="7"/>
                  <a:pt x="59" y="7"/>
                  <a:pt x="59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3" y="7"/>
                  <a:pt x="64" y="7"/>
                  <a:pt x="64" y="8"/>
                </a:cubicBezTo>
                <a:cubicBezTo>
                  <a:pt x="64" y="8"/>
                  <a:pt x="63" y="9"/>
                  <a:pt x="63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10"/>
          <p:cNvSpPr/>
          <p:nvPr/>
        </p:nvSpPr>
        <p:spPr>
          <a:xfrm>
            <a:off x="2968625" y="839788"/>
            <a:ext cx="155575" cy="185737"/>
          </a:xfrm>
          <a:custGeom>
            <a:rect b="b" l="l" r="r" t="t"/>
            <a:pathLst>
              <a:path extrusionOk="0" h="54" w="45">
                <a:moveTo>
                  <a:pt x="43" y="1"/>
                </a:moveTo>
                <a:cubicBezTo>
                  <a:pt x="44" y="1"/>
                  <a:pt x="45" y="3"/>
                  <a:pt x="45" y="4"/>
                </a:cubicBezTo>
                <a:cubicBezTo>
                  <a:pt x="45" y="50"/>
                  <a:pt x="45" y="50"/>
                  <a:pt x="45" y="50"/>
                </a:cubicBezTo>
                <a:cubicBezTo>
                  <a:pt x="45" y="52"/>
                  <a:pt x="44" y="53"/>
                  <a:pt x="43" y="54"/>
                </a:cubicBezTo>
                <a:cubicBezTo>
                  <a:pt x="42" y="54"/>
                  <a:pt x="42" y="54"/>
                  <a:pt x="41" y="54"/>
                </a:cubicBezTo>
                <a:cubicBezTo>
                  <a:pt x="40" y="54"/>
                  <a:pt x="39" y="54"/>
                  <a:pt x="38" y="53"/>
                </a:cubicBezTo>
                <a:cubicBezTo>
                  <a:pt x="23" y="38"/>
                  <a:pt x="23" y="38"/>
                  <a:pt x="23" y="38"/>
                </a:cubicBezTo>
                <a:cubicBezTo>
                  <a:pt x="7" y="53"/>
                  <a:pt x="7" y="53"/>
                  <a:pt x="7" y="53"/>
                </a:cubicBezTo>
                <a:cubicBezTo>
                  <a:pt x="6" y="54"/>
                  <a:pt x="5" y="54"/>
                  <a:pt x="4" y="54"/>
                </a:cubicBezTo>
                <a:cubicBezTo>
                  <a:pt x="3" y="54"/>
                  <a:pt x="3" y="54"/>
                  <a:pt x="2" y="54"/>
                </a:cubicBezTo>
                <a:cubicBezTo>
                  <a:pt x="1" y="53"/>
                  <a:pt x="0" y="52"/>
                  <a:pt x="0" y="50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1" y="1"/>
                  <a:pt x="2" y="1"/>
                </a:cubicBezTo>
                <a:cubicBezTo>
                  <a:pt x="3" y="0"/>
                  <a:pt x="3" y="0"/>
                  <a:pt x="4" y="0"/>
                </a:cubicBezTo>
                <a:cubicBezTo>
                  <a:pt x="5" y="0"/>
                  <a:pt x="40" y="0"/>
                  <a:pt x="41" y="0"/>
                </a:cubicBezTo>
                <a:cubicBezTo>
                  <a:pt x="42" y="0"/>
                  <a:pt x="42" y="0"/>
                  <a:pt x="4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8" name="Google Shape;2698;p10"/>
          <p:cNvSpPr/>
          <p:nvPr/>
        </p:nvSpPr>
        <p:spPr>
          <a:xfrm>
            <a:off x="3463925" y="825500"/>
            <a:ext cx="219075" cy="188913"/>
          </a:xfrm>
          <a:custGeom>
            <a:rect b="b" l="l" r="r" t="t"/>
            <a:pathLst>
              <a:path extrusionOk="0" h="55" w="64">
                <a:moveTo>
                  <a:pt x="64" y="28"/>
                </a:moveTo>
                <a:cubicBezTo>
                  <a:pt x="0" y="28"/>
                  <a:pt x="0" y="28"/>
                  <a:pt x="0" y="2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1"/>
                  <a:pt x="2" y="9"/>
                  <a:pt x="5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"/>
                  <a:pt x="20" y="0"/>
                  <a:pt x="2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5" y="1"/>
                  <a:pt x="45" y="3"/>
                </a:cubicBezTo>
                <a:cubicBezTo>
                  <a:pt x="45" y="9"/>
                  <a:pt x="45" y="9"/>
                  <a:pt x="45" y="9"/>
                </a:cubicBezTo>
                <a:cubicBezTo>
                  <a:pt x="58" y="9"/>
                  <a:pt x="58" y="9"/>
                  <a:pt x="58" y="9"/>
                </a:cubicBezTo>
                <a:cubicBezTo>
                  <a:pt x="61" y="9"/>
                  <a:pt x="64" y="11"/>
                  <a:pt x="64" y="15"/>
                </a:cubicBezTo>
                <a:lnTo>
                  <a:pt x="64" y="28"/>
                </a:lnTo>
                <a:close/>
                <a:moveTo>
                  <a:pt x="64" y="49"/>
                </a:moveTo>
                <a:cubicBezTo>
                  <a:pt x="64" y="52"/>
                  <a:pt x="61" y="55"/>
                  <a:pt x="58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2"/>
                  <a:pt x="0" y="49"/>
                </a:cubicBezTo>
                <a:cubicBezTo>
                  <a:pt x="0" y="32"/>
                  <a:pt x="0" y="32"/>
                  <a:pt x="0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9"/>
                  <a:pt x="25" y="40"/>
                  <a:pt x="26" y="40"/>
                </a:cubicBezTo>
                <a:cubicBezTo>
                  <a:pt x="37" y="40"/>
                  <a:pt x="37" y="40"/>
                  <a:pt x="37" y="40"/>
                </a:cubicBezTo>
                <a:cubicBezTo>
                  <a:pt x="39" y="40"/>
                  <a:pt x="40" y="39"/>
                  <a:pt x="40" y="37"/>
                </a:cubicBezTo>
                <a:cubicBezTo>
                  <a:pt x="40" y="32"/>
                  <a:pt x="40" y="32"/>
                  <a:pt x="40" y="32"/>
                </a:cubicBezTo>
                <a:cubicBezTo>
                  <a:pt x="64" y="32"/>
                  <a:pt x="64" y="32"/>
                  <a:pt x="64" y="32"/>
                </a:cubicBezTo>
                <a:lnTo>
                  <a:pt x="64" y="49"/>
                </a:lnTo>
                <a:close/>
                <a:moveTo>
                  <a:pt x="41" y="9"/>
                </a:moveTo>
                <a:cubicBezTo>
                  <a:pt x="41" y="4"/>
                  <a:pt x="41" y="4"/>
                  <a:pt x="41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3" y="9"/>
                  <a:pt x="23" y="9"/>
                  <a:pt x="23" y="9"/>
                </a:cubicBezTo>
                <a:lnTo>
                  <a:pt x="41" y="9"/>
                </a:lnTo>
                <a:close/>
                <a:moveTo>
                  <a:pt x="36" y="36"/>
                </a:moveTo>
                <a:cubicBezTo>
                  <a:pt x="27" y="36"/>
                  <a:pt x="27" y="36"/>
                  <a:pt x="27" y="36"/>
                </a:cubicBezTo>
                <a:cubicBezTo>
                  <a:pt x="27" y="32"/>
                  <a:pt x="27" y="32"/>
                  <a:pt x="27" y="32"/>
                </a:cubicBezTo>
                <a:cubicBezTo>
                  <a:pt x="36" y="32"/>
                  <a:pt x="36" y="32"/>
                  <a:pt x="36" y="32"/>
                </a:cubicBezTo>
                <a:lnTo>
                  <a:pt x="36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10"/>
          <p:cNvSpPr/>
          <p:nvPr/>
        </p:nvSpPr>
        <p:spPr>
          <a:xfrm>
            <a:off x="3962400" y="831850"/>
            <a:ext cx="195263" cy="193675"/>
          </a:xfrm>
          <a:custGeom>
            <a:rect b="b" l="l" r="r" t="t"/>
            <a:pathLst>
              <a:path extrusionOk="0" h="56" w="57">
                <a:moveTo>
                  <a:pt x="55" y="34"/>
                </a:moveTo>
                <a:cubicBezTo>
                  <a:pt x="47" y="34"/>
                  <a:pt x="47" y="34"/>
                  <a:pt x="47" y="34"/>
                </a:cubicBezTo>
                <a:cubicBezTo>
                  <a:pt x="47" y="39"/>
                  <a:pt x="46" y="42"/>
                  <a:pt x="44" y="45"/>
                </a:cubicBezTo>
                <a:cubicBezTo>
                  <a:pt x="52" y="52"/>
                  <a:pt x="52" y="52"/>
                  <a:pt x="52" y="52"/>
                </a:cubicBezTo>
                <a:cubicBezTo>
                  <a:pt x="53" y="53"/>
                  <a:pt x="53" y="54"/>
                  <a:pt x="52" y="55"/>
                </a:cubicBezTo>
                <a:cubicBezTo>
                  <a:pt x="51" y="56"/>
                  <a:pt x="51" y="56"/>
                  <a:pt x="50" y="56"/>
                </a:cubicBezTo>
                <a:cubicBezTo>
                  <a:pt x="50" y="56"/>
                  <a:pt x="49" y="56"/>
                  <a:pt x="49" y="55"/>
                </a:cubicBezTo>
                <a:cubicBezTo>
                  <a:pt x="41" y="48"/>
                  <a:pt x="41" y="48"/>
                  <a:pt x="41" y="48"/>
                </a:cubicBezTo>
                <a:cubicBezTo>
                  <a:pt x="41" y="48"/>
                  <a:pt x="37" y="53"/>
                  <a:pt x="31" y="53"/>
                </a:cubicBezTo>
                <a:cubicBezTo>
                  <a:pt x="31" y="21"/>
                  <a:pt x="31" y="21"/>
                  <a:pt x="31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53"/>
                  <a:pt x="26" y="53"/>
                  <a:pt x="26" y="53"/>
                </a:cubicBezTo>
                <a:cubicBezTo>
                  <a:pt x="20" y="53"/>
                  <a:pt x="15" y="48"/>
                  <a:pt x="15" y="48"/>
                </a:cubicBezTo>
                <a:cubicBezTo>
                  <a:pt x="8" y="55"/>
                  <a:pt x="8" y="55"/>
                  <a:pt x="8" y="55"/>
                </a:cubicBezTo>
                <a:cubicBezTo>
                  <a:pt x="8" y="56"/>
                  <a:pt x="7" y="56"/>
                  <a:pt x="7" y="56"/>
                </a:cubicBezTo>
                <a:cubicBezTo>
                  <a:pt x="6" y="56"/>
                  <a:pt x="6" y="56"/>
                  <a:pt x="5" y="55"/>
                </a:cubicBezTo>
                <a:cubicBezTo>
                  <a:pt x="4" y="55"/>
                  <a:pt x="4" y="53"/>
                  <a:pt x="5" y="52"/>
                </a:cubicBezTo>
                <a:cubicBezTo>
                  <a:pt x="12" y="44"/>
                  <a:pt x="12" y="44"/>
                  <a:pt x="12" y="44"/>
                </a:cubicBezTo>
                <a:cubicBezTo>
                  <a:pt x="11" y="42"/>
                  <a:pt x="10" y="38"/>
                  <a:pt x="10" y="34"/>
                </a:cubicBezTo>
                <a:cubicBezTo>
                  <a:pt x="2" y="34"/>
                  <a:pt x="2" y="34"/>
                  <a:pt x="2" y="34"/>
                </a:cubicBezTo>
                <a:cubicBezTo>
                  <a:pt x="1" y="34"/>
                  <a:pt x="0" y="33"/>
                  <a:pt x="0" y="32"/>
                </a:cubicBezTo>
                <a:cubicBezTo>
                  <a:pt x="0" y="31"/>
                  <a:pt x="1" y="30"/>
                  <a:pt x="2" y="30"/>
                </a:cubicBezTo>
                <a:cubicBezTo>
                  <a:pt x="10" y="30"/>
                  <a:pt x="10" y="30"/>
                  <a:pt x="10" y="30"/>
                </a:cubicBezTo>
                <a:cubicBezTo>
                  <a:pt x="10" y="25"/>
                  <a:pt x="10" y="22"/>
                  <a:pt x="10" y="19"/>
                </a:cubicBezTo>
                <a:cubicBezTo>
                  <a:pt x="4" y="13"/>
                  <a:pt x="4" y="13"/>
                  <a:pt x="4" y="13"/>
                </a:cubicBezTo>
                <a:cubicBezTo>
                  <a:pt x="3" y="12"/>
                  <a:pt x="3" y="11"/>
                  <a:pt x="4" y="10"/>
                </a:cubicBezTo>
                <a:cubicBezTo>
                  <a:pt x="5" y="9"/>
                  <a:pt x="6" y="9"/>
                  <a:pt x="7" y="10"/>
                </a:cubicBezTo>
                <a:cubicBezTo>
                  <a:pt x="13" y="16"/>
                  <a:pt x="13" y="16"/>
                  <a:pt x="13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50" y="10"/>
                  <a:pt x="50" y="10"/>
                  <a:pt x="50" y="10"/>
                </a:cubicBezTo>
                <a:cubicBezTo>
                  <a:pt x="51" y="9"/>
                  <a:pt x="52" y="9"/>
                  <a:pt x="53" y="10"/>
                </a:cubicBezTo>
                <a:cubicBezTo>
                  <a:pt x="54" y="11"/>
                  <a:pt x="54" y="12"/>
                  <a:pt x="53" y="13"/>
                </a:cubicBezTo>
                <a:cubicBezTo>
                  <a:pt x="47" y="19"/>
                  <a:pt x="47" y="19"/>
                  <a:pt x="47" y="19"/>
                </a:cubicBezTo>
                <a:cubicBezTo>
                  <a:pt x="47" y="22"/>
                  <a:pt x="47" y="25"/>
                  <a:pt x="47" y="30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0"/>
                  <a:pt x="57" y="31"/>
                  <a:pt x="57" y="32"/>
                </a:cubicBezTo>
                <a:cubicBezTo>
                  <a:pt x="57" y="33"/>
                  <a:pt x="56" y="34"/>
                  <a:pt x="55" y="34"/>
                </a:cubicBezTo>
                <a:close/>
                <a:moveTo>
                  <a:pt x="17" y="11"/>
                </a:moveTo>
                <a:cubicBezTo>
                  <a:pt x="17" y="5"/>
                  <a:pt x="22" y="0"/>
                  <a:pt x="28" y="0"/>
                </a:cubicBezTo>
                <a:cubicBezTo>
                  <a:pt x="35" y="0"/>
                  <a:pt x="40" y="5"/>
                  <a:pt x="40" y="11"/>
                </a:cubicBezTo>
                <a:lnTo>
                  <a:pt x="17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p10"/>
          <p:cNvSpPr/>
          <p:nvPr/>
        </p:nvSpPr>
        <p:spPr>
          <a:xfrm>
            <a:off x="4452938" y="825500"/>
            <a:ext cx="173037" cy="220663"/>
          </a:xfrm>
          <a:custGeom>
            <a:rect b="b" l="l" r="r" t="t"/>
            <a:pathLst>
              <a:path extrusionOk="0" h="64" w="50">
                <a:moveTo>
                  <a:pt x="50" y="61"/>
                </a:moveTo>
                <a:cubicBezTo>
                  <a:pt x="50" y="63"/>
                  <a:pt x="49" y="64"/>
                  <a:pt x="48" y="64"/>
                </a:cubicBezTo>
                <a:cubicBezTo>
                  <a:pt x="2" y="64"/>
                  <a:pt x="2" y="64"/>
                  <a:pt x="2" y="64"/>
                </a:cubicBezTo>
                <a:cubicBezTo>
                  <a:pt x="1" y="64"/>
                  <a:pt x="0" y="63"/>
                  <a:pt x="0" y="6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0" y="1"/>
                  <a:pt x="50" y="2"/>
                </a:cubicBezTo>
                <a:lnTo>
                  <a:pt x="50" y="61"/>
                </a:lnTo>
                <a:close/>
                <a:moveTo>
                  <a:pt x="45" y="59"/>
                </a:moveTo>
                <a:cubicBezTo>
                  <a:pt x="45" y="4"/>
                  <a:pt x="45" y="4"/>
                  <a:pt x="45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1"/>
                  <a:pt x="19" y="50"/>
                  <a:pt x="19" y="50"/>
                </a:cubicBezTo>
                <a:cubicBezTo>
                  <a:pt x="31" y="50"/>
                  <a:pt x="31" y="50"/>
                  <a:pt x="31" y="50"/>
                </a:cubicBezTo>
                <a:cubicBezTo>
                  <a:pt x="31" y="50"/>
                  <a:pt x="32" y="51"/>
                  <a:pt x="32" y="51"/>
                </a:cubicBezTo>
                <a:cubicBezTo>
                  <a:pt x="32" y="59"/>
                  <a:pt x="32" y="59"/>
                  <a:pt x="32" y="59"/>
                </a:cubicBezTo>
                <a:lnTo>
                  <a:pt x="45" y="59"/>
                </a:lnTo>
                <a:close/>
                <a:moveTo>
                  <a:pt x="13" y="12"/>
                </a:moveTo>
                <a:cubicBezTo>
                  <a:pt x="13" y="13"/>
                  <a:pt x="13" y="13"/>
                  <a:pt x="12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9" y="13"/>
                  <a:pt x="9" y="13"/>
                  <a:pt x="9" y="12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9"/>
                  <a:pt x="9" y="9"/>
                  <a:pt x="10" y="9"/>
                </a:cubicBezTo>
                <a:cubicBezTo>
                  <a:pt x="12" y="9"/>
                  <a:pt x="12" y="9"/>
                  <a:pt x="12" y="9"/>
                </a:cubicBezTo>
                <a:cubicBezTo>
                  <a:pt x="13" y="9"/>
                  <a:pt x="13" y="9"/>
                  <a:pt x="13" y="10"/>
                </a:cubicBezTo>
                <a:lnTo>
                  <a:pt x="13" y="12"/>
                </a:lnTo>
                <a:close/>
                <a:moveTo>
                  <a:pt x="13" y="21"/>
                </a:moveTo>
                <a:cubicBezTo>
                  <a:pt x="13" y="22"/>
                  <a:pt x="13" y="23"/>
                  <a:pt x="12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8"/>
                  <a:pt x="10" y="18"/>
                </a:cubicBezTo>
                <a:cubicBezTo>
                  <a:pt x="12" y="18"/>
                  <a:pt x="12" y="18"/>
                  <a:pt x="12" y="18"/>
                </a:cubicBezTo>
                <a:cubicBezTo>
                  <a:pt x="13" y="18"/>
                  <a:pt x="13" y="19"/>
                  <a:pt x="13" y="19"/>
                </a:cubicBezTo>
                <a:lnTo>
                  <a:pt x="13" y="21"/>
                </a:lnTo>
                <a:close/>
                <a:moveTo>
                  <a:pt x="13" y="31"/>
                </a:moveTo>
                <a:cubicBezTo>
                  <a:pt x="13" y="31"/>
                  <a:pt x="13" y="32"/>
                  <a:pt x="12" y="32"/>
                </a:cubicBezTo>
                <a:cubicBezTo>
                  <a:pt x="10" y="32"/>
                  <a:pt x="10" y="32"/>
                  <a:pt x="10" y="32"/>
                </a:cubicBezTo>
                <a:cubicBezTo>
                  <a:pt x="9" y="32"/>
                  <a:pt x="9" y="31"/>
                  <a:pt x="9" y="31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7"/>
                  <a:pt x="10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3" y="27"/>
                  <a:pt x="13" y="28"/>
                  <a:pt x="13" y="28"/>
                </a:cubicBezTo>
                <a:lnTo>
                  <a:pt x="13" y="31"/>
                </a:lnTo>
                <a:close/>
                <a:moveTo>
                  <a:pt x="13" y="40"/>
                </a:moveTo>
                <a:cubicBezTo>
                  <a:pt x="13" y="40"/>
                  <a:pt x="13" y="41"/>
                  <a:pt x="12" y="41"/>
                </a:cubicBezTo>
                <a:cubicBezTo>
                  <a:pt x="10" y="41"/>
                  <a:pt x="10" y="41"/>
                  <a:pt x="10" y="41"/>
                </a:cubicBezTo>
                <a:cubicBezTo>
                  <a:pt x="9" y="41"/>
                  <a:pt x="9" y="40"/>
                  <a:pt x="9" y="40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13" y="36"/>
                  <a:pt x="13" y="37"/>
                  <a:pt x="13" y="37"/>
                </a:cubicBezTo>
                <a:lnTo>
                  <a:pt x="13" y="40"/>
                </a:lnTo>
                <a:close/>
                <a:moveTo>
                  <a:pt x="13" y="49"/>
                </a:moveTo>
                <a:cubicBezTo>
                  <a:pt x="13" y="49"/>
                  <a:pt x="13" y="50"/>
                  <a:pt x="12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9" y="50"/>
                  <a:pt x="9" y="49"/>
                  <a:pt x="9" y="49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6"/>
                  <a:pt x="9" y="45"/>
                  <a:pt x="10" y="45"/>
                </a:cubicBezTo>
                <a:cubicBezTo>
                  <a:pt x="12" y="45"/>
                  <a:pt x="12" y="45"/>
                  <a:pt x="12" y="45"/>
                </a:cubicBezTo>
                <a:cubicBezTo>
                  <a:pt x="13" y="45"/>
                  <a:pt x="13" y="46"/>
                  <a:pt x="13" y="47"/>
                </a:cubicBezTo>
                <a:lnTo>
                  <a:pt x="13" y="49"/>
                </a:lnTo>
                <a:close/>
                <a:moveTo>
                  <a:pt x="23" y="12"/>
                </a:moveTo>
                <a:cubicBezTo>
                  <a:pt x="23" y="13"/>
                  <a:pt x="22" y="13"/>
                  <a:pt x="21" y="13"/>
                </a:cubicBezTo>
                <a:cubicBezTo>
                  <a:pt x="19" y="13"/>
                  <a:pt x="19" y="13"/>
                  <a:pt x="19" y="13"/>
                </a:cubicBezTo>
                <a:cubicBezTo>
                  <a:pt x="19" y="13"/>
                  <a:pt x="18" y="13"/>
                  <a:pt x="18" y="12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9"/>
                  <a:pt x="19" y="9"/>
                  <a:pt x="19" y="9"/>
                </a:cubicBezTo>
                <a:cubicBezTo>
                  <a:pt x="21" y="9"/>
                  <a:pt x="21" y="9"/>
                  <a:pt x="21" y="9"/>
                </a:cubicBezTo>
                <a:cubicBezTo>
                  <a:pt x="22" y="9"/>
                  <a:pt x="23" y="9"/>
                  <a:pt x="23" y="10"/>
                </a:cubicBezTo>
                <a:lnTo>
                  <a:pt x="23" y="12"/>
                </a:lnTo>
                <a:close/>
                <a:moveTo>
                  <a:pt x="23" y="21"/>
                </a:moveTo>
                <a:cubicBezTo>
                  <a:pt x="23" y="22"/>
                  <a:pt x="22" y="23"/>
                  <a:pt x="21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8" y="22"/>
                  <a:pt x="18" y="21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9" y="18"/>
                  <a:pt x="19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22" y="18"/>
                  <a:pt x="23" y="19"/>
                  <a:pt x="23" y="19"/>
                </a:cubicBezTo>
                <a:lnTo>
                  <a:pt x="23" y="21"/>
                </a:lnTo>
                <a:close/>
                <a:moveTo>
                  <a:pt x="23" y="31"/>
                </a:moveTo>
                <a:cubicBezTo>
                  <a:pt x="23" y="31"/>
                  <a:pt x="22" y="32"/>
                  <a:pt x="2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2" y="27"/>
                  <a:pt x="23" y="28"/>
                  <a:pt x="23" y="28"/>
                </a:cubicBezTo>
                <a:lnTo>
                  <a:pt x="23" y="31"/>
                </a:lnTo>
                <a:close/>
                <a:moveTo>
                  <a:pt x="23" y="40"/>
                </a:moveTo>
                <a:cubicBezTo>
                  <a:pt x="23" y="40"/>
                  <a:pt x="22" y="41"/>
                  <a:pt x="21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8" y="40"/>
                  <a:pt x="18" y="40"/>
                </a:cubicBezTo>
                <a:cubicBezTo>
                  <a:pt x="18" y="37"/>
                  <a:pt x="18" y="37"/>
                  <a:pt x="18" y="37"/>
                </a:cubicBezTo>
                <a:cubicBezTo>
                  <a:pt x="18" y="37"/>
                  <a:pt x="19" y="36"/>
                  <a:pt x="19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2" y="36"/>
                  <a:pt x="23" y="37"/>
                  <a:pt x="23" y="37"/>
                </a:cubicBezTo>
                <a:lnTo>
                  <a:pt x="23" y="40"/>
                </a:lnTo>
                <a:close/>
                <a:moveTo>
                  <a:pt x="32" y="12"/>
                </a:moveTo>
                <a:cubicBezTo>
                  <a:pt x="32" y="13"/>
                  <a:pt x="31" y="13"/>
                  <a:pt x="31" y="13"/>
                </a:cubicBezTo>
                <a:cubicBezTo>
                  <a:pt x="28" y="13"/>
                  <a:pt x="28" y="13"/>
                  <a:pt x="28" y="13"/>
                </a:cubicBezTo>
                <a:cubicBezTo>
                  <a:pt x="28" y="13"/>
                  <a:pt x="27" y="13"/>
                  <a:pt x="27" y="12"/>
                </a:cubicBezTo>
                <a:cubicBezTo>
                  <a:pt x="27" y="10"/>
                  <a:pt x="27" y="10"/>
                  <a:pt x="27" y="10"/>
                </a:cubicBezTo>
                <a:cubicBezTo>
                  <a:pt x="27" y="9"/>
                  <a:pt x="28" y="9"/>
                  <a:pt x="28" y="9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9"/>
                  <a:pt x="32" y="9"/>
                  <a:pt x="32" y="10"/>
                </a:cubicBezTo>
                <a:lnTo>
                  <a:pt x="32" y="12"/>
                </a:lnTo>
                <a:close/>
                <a:moveTo>
                  <a:pt x="32" y="21"/>
                </a:moveTo>
                <a:cubicBezTo>
                  <a:pt x="32" y="22"/>
                  <a:pt x="31" y="23"/>
                  <a:pt x="31" y="23"/>
                </a:cubicBezTo>
                <a:cubicBezTo>
                  <a:pt x="28" y="23"/>
                  <a:pt x="28" y="23"/>
                  <a:pt x="28" y="23"/>
                </a:cubicBezTo>
                <a:cubicBezTo>
                  <a:pt x="28" y="23"/>
                  <a:pt x="27" y="22"/>
                  <a:pt x="27" y="21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8" y="18"/>
                  <a:pt x="28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1" y="18"/>
                  <a:pt x="32" y="19"/>
                  <a:pt x="32" y="19"/>
                </a:cubicBezTo>
                <a:lnTo>
                  <a:pt x="32" y="21"/>
                </a:ln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28" y="32"/>
                  <a:pt x="28" y="32"/>
                  <a:pt x="28" y="32"/>
                </a:cubicBezTo>
                <a:cubicBezTo>
                  <a:pt x="28" y="32"/>
                  <a:pt x="27" y="31"/>
                  <a:pt x="27" y="31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8"/>
                  <a:pt x="28" y="27"/>
                  <a:pt x="28" y="27"/>
                </a:cubicBezTo>
                <a:cubicBezTo>
                  <a:pt x="31" y="27"/>
                  <a:pt x="31" y="27"/>
                  <a:pt x="31" y="27"/>
                </a:cubicBezTo>
                <a:cubicBezTo>
                  <a:pt x="31" y="27"/>
                  <a:pt x="32" y="28"/>
                  <a:pt x="32" y="28"/>
                </a:cubicBezTo>
                <a:lnTo>
                  <a:pt x="32" y="31"/>
                </a:lnTo>
                <a:close/>
                <a:moveTo>
                  <a:pt x="32" y="40"/>
                </a:moveTo>
                <a:cubicBezTo>
                  <a:pt x="32" y="40"/>
                  <a:pt x="31" y="41"/>
                  <a:pt x="31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0"/>
                  <a:pt x="27" y="40"/>
                </a:cubicBezTo>
                <a:cubicBezTo>
                  <a:pt x="27" y="37"/>
                  <a:pt x="27" y="37"/>
                  <a:pt x="27" y="37"/>
                </a:cubicBezTo>
                <a:cubicBezTo>
                  <a:pt x="27" y="37"/>
                  <a:pt x="28" y="36"/>
                  <a:pt x="28" y="36"/>
                </a:cubicBezTo>
                <a:cubicBezTo>
                  <a:pt x="31" y="36"/>
                  <a:pt x="31" y="36"/>
                  <a:pt x="31" y="36"/>
                </a:cubicBezTo>
                <a:cubicBezTo>
                  <a:pt x="31" y="36"/>
                  <a:pt x="32" y="37"/>
                  <a:pt x="32" y="37"/>
                </a:cubicBezTo>
                <a:lnTo>
                  <a:pt x="32" y="40"/>
                </a:lnTo>
                <a:close/>
                <a:moveTo>
                  <a:pt x="41" y="12"/>
                </a:moveTo>
                <a:cubicBezTo>
                  <a:pt x="41" y="13"/>
                  <a:pt x="40" y="13"/>
                  <a:pt x="40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37" y="13"/>
                  <a:pt x="36" y="13"/>
                  <a:pt x="36" y="12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9"/>
                  <a:pt x="37" y="9"/>
                  <a:pt x="37" y="9"/>
                </a:cubicBezTo>
                <a:cubicBezTo>
                  <a:pt x="40" y="9"/>
                  <a:pt x="40" y="9"/>
                  <a:pt x="40" y="9"/>
                </a:cubicBezTo>
                <a:cubicBezTo>
                  <a:pt x="40" y="9"/>
                  <a:pt x="41" y="9"/>
                  <a:pt x="41" y="10"/>
                </a:cubicBezTo>
                <a:lnTo>
                  <a:pt x="41" y="12"/>
                </a:lnTo>
                <a:close/>
                <a:moveTo>
                  <a:pt x="41" y="21"/>
                </a:moveTo>
                <a:cubicBezTo>
                  <a:pt x="41" y="22"/>
                  <a:pt x="40" y="23"/>
                  <a:pt x="40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7" y="23"/>
                  <a:pt x="36" y="22"/>
                  <a:pt x="36" y="21"/>
                </a:cubicBezTo>
                <a:cubicBezTo>
                  <a:pt x="36" y="19"/>
                  <a:pt x="36" y="19"/>
                  <a:pt x="36" y="19"/>
                </a:cubicBezTo>
                <a:cubicBezTo>
                  <a:pt x="36" y="19"/>
                  <a:pt x="37" y="18"/>
                  <a:pt x="37" y="18"/>
                </a:cubicBezTo>
                <a:cubicBezTo>
                  <a:pt x="40" y="18"/>
                  <a:pt x="40" y="18"/>
                  <a:pt x="40" y="18"/>
                </a:cubicBezTo>
                <a:cubicBezTo>
                  <a:pt x="40" y="18"/>
                  <a:pt x="41" y="19"/>
                  <a:pt x="41" y="19"/>
                </a:cubicBezTo>
                <a:lnTo>
                  <a:pt x="41" y="21"/>
                </a:lnTo>
                <a:close/>
                <a:moveTo>
                  <a:pt x="41" y="31"/>
                </a:moveTo>
                <a:cubicBezTo>
                  <a:pt x="41" y="31"/>
                  <a:pt x="40" y="32"/>
                  <a:pt x="40" y="32"/>
                </a:cubicBezTo>
                <a:cubicBezTo>
                  <a:pt x="37" y="32"/>
                  <a:pt x="37" y="32"/>
                  <a:pt x="37" y="32"/>
                </a:cubicBezTo>
                <a:cubicBezTo>
                  <a:pt x="37" y="32"/>
                  <a:pt x="36" y="31"/>
                  <a:pt x="36" y="31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8"/>
                  <a:pt x="37" y="27"/>
                  <a:pt x="37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1" y="28"/>
                  <a:pt x="41" y="28"/>
                </a:cubicBezTo>
                <a:lnTo>
                  <a:pt x="41" y="31"/>
                </a:lnTo>
                <a:close/>
                <a:moveTo>
                  <a:pt x="41" y="40"/>
                </a:moveTo>
                <a:cubicBezTo>
                  <a:pt x="41" y="40"/>
                  <a:pt x="40" y="41"/>
                  <a:pt x="40" y="41"/>
                </a:cubicBezTo>
                <a:cubicBezTo>
                  <a:pt x="37" y="41"/>
                  <a:pt x="37" y="41"/>
                  <a:pt x="37" y="41"/>
                </a:cubicBezTo>
                <a:cubicBezTo>
                  <a:pt x="37" y="41"/>
                  <a:pt x="36" y="40"/>
                  <a:pt x="36" y="40"/>
                </a:cubicBezTo>
                <a:cubicBezTo>
                  <a:pt x="36" y="37"/>
                  <a:pt x="36" y="37"/>
                  <a:pt x="36" y="37"/>
                </a:cubicBezTo>
                <a:cubicBezTo>
                  <a:pt x="36" y="37"/>
                  <a:pt x="37" y="36"/>
                  <a:pt x="37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36"/>
                  <a:pt x="41" y="37"/>
                  <a:pt x="41" y="37"/>
                </a:cubicBezTo>
                <a:lnTo>
                  <a:pt x="41" y="40"/>
                </a:lnTo>
                <a:close/>
                <a:moveTo>
                  <a:pt x="41" y="49"/>
                </a:moveTo>
                <a:cubicBezTo>
                  <a:pt x="41" y="49"/>
                  <a:pt x="40" y="50"/>
                  <a:pt x="40" y="50"/>
                </a:cubicBezTo>
                <a:cubicBezTo>
                  <a:pt x="37" y="50"/>
                  <a:pt x="37" y="50"/>
                  <a:pt x="37" y="50"/>
                </a:cubicBezTo>
                <a:cubicBezTo>
                  <a:pt x="37" y="50"/>
                  <a:pt x="36" y="49"/>
                  <a:pt x="36" y="49"/>
                </a:cubicBezTo>
                <a:cubicBezTo>
                  <a:pt x="36" y="47"/>
                  <a:pt x="36" y="47"/>
                  <a:pt x="36" y="47"/>
                </a:cubicBezTo>
                <a:cubicBezTo>
                  <a:pt x="36" y="46"/>
                  <a:pt x="37" y="45"/>
                  <a:pt x="37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5"/>
                  <a:pt x="41" y="46"/>
                  <a:pt x="41" y="47"/>
                </a:cubicBezTo>
                <a:lnTo>
                  <a:pt x="41" y="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10"/>
          <p:cNvSpPr/>
          <p:nvPr/>
        </p:nvSpPr>
        <p:spPr>
          <a:xfrm>
            <a:off x="4948238" y="839788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  <a:moveTo>
                  <a:pt x="27" y="5"/>
                </a:moveTo>
                <a:cubicBezTo>
                  <a:pt x="15" y="5"/>
                  <a:pt x="4" y="15"/>
                  <a:pt x="4" y="28"/>
                </a:cubicBezTo>
                <a:cubicBezTo>
                  <a:pt x="4" y="40"/>
                  <a:pt x="15" y="51"/>
                  <a:pt x="27" y="51"/>
                </a:cubicBezTo>
                <a:cubicBezTo>
                  <a:pt x="40" y="51"/>
                  <a:pt x="50" y="40"/>
                  <a:pt x="50" y="28"/>
                </a:cubicBezTo>
                <a:cubicBezTo>
                  <a:pt x="50" y="15"/>
                  <a:pt x="40" y="5"/>
                  <a:pt x="27" y="5"/>
                </a:cubicBezTo>
                <a:close/>
                <a:moveTo>
                  <a:pt x="27" y="46"/>
                </a:moveTo>
                <a:cubicBezTo>
                  <a:pt x="17" y="46"/>
                  <a:pt x="9" y="38"/>
                  <a:pt x="9" y="28"/>
                </a:cubicBezTo>
                <a:cubicBezTo>
                  <a:pt x="9" y="18"/>
                  <a:pt x="17" y="9"/>
                  <a:pt x="27" y="9"/>
                </a:cubicBezTo>
                <a:cubicBezTo>
                  <a:pt x="37" y="9"/>
                  <a:pt x="45" y="18"/>
                  <a:pt x="45" y="28"/>
                </a:cubicBezTo>
                <a:cubicBezTo>
                  <a:pt x="45" y="38"/>
                  <a:pt x="37" y="46"/>
                  <a:pt x="27" y="46"/>
                </a:cubicBezTo>
                <a:close/>
                <a:moveTo>
                  <a:pt x="27" y="14"/>
                </a:moveTo>
                <a:cubicBezTo>
                  <a:pt x="20" y="14"/>
                  <a:pt x="13" y="20"/>
                  <a:pt x="13" y="28"/>
                </a:cubicBezTo>
                <a:cubicBezTo>
                  <a:pt x="13" y="35"/>
                  <a:pt x="20" y="41"/>
                  <a:pt x="27" y="41"/>
                </a:cubicBezTo>
                <a:cubicBezTo>
                  <a:pt x="35" y="41"/>
                  <a:pt x="41" y="35"/>
                  <a:pt x="41" y="28"/>
                </a:cubicBezTo>
                <a:cubicBezTo>
                  <a:pt x="41" y="20"/>
                  <a:pt x="35" y="14"/>
                  <a:pt x="27" y="14"/>
                </a:cubicBezTo>
                <a:close/>
                <a:moveTo>
                  <a:pt x="27" y="37"/>
                </a:moveTo>
                <a:cubicBezTo>
                  <a:pt x="22" y="37"/>
                  <a:pt x="18" y="33"/>
                  <a:pt x="18" y="28"/>
                </a:cubicBezTo>
                <a:cubicBezTo>
                  <a:pt x="18" y="23"/>
                  <a:pt x="22" y="19"/>
                  <a:pt x="27" y="19"/>
                </a:cubicBezTo>
                <a:cubicBezTo>
                  <a:pt x="32" y="19"/>
                  <a:pt x="36" y="23"/>
                  <a:pt x="36" y="28"/>
                </a:cubicBezTo>
                <a:cubicBezTo>
                  <a:pt x="36" y="33"/>
                  <a:pt x="32" y="37"/>
                  <a:pt x="27" y="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10"/>
          <p:cNvSpPr/>
          <p:nvPr/>
        </p:nvSpPr>
        <p:spPr>
          <a:xfrm>
            <a:off x="5443538" y="825500"/>
            <a:ext cx="250825" cy="220663"/>
          </a:xfrm>
          <a:custGeom>
            <a:rect b="b" l="l" r="r" t="t"/>
            <a:pathLst>
              <a:path extrusionOk="0" h="64" w="73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10"/>
          <p:cNvSpPr/>
          <p:nvPr/>
        </p:nvSpPr>
        <p:spPr>
          <a:xfrm>
            <a:off x="5937250" y="825500"/>
            <a:ext cx="203200" cy="220663"/>
          </a:xfrm>
          <a:custGeom>
            <a:rect b="b" l="l" r="r" t="t"/>
            <a:pathLst>
              <a:path extrusionOk="0" h="64" w="59">
                <a:moveTo>
                  <a:pt x="59" y="59"/>
                </a:moveTo>
                <a:cubicBezTo>
                  <a:pt x="59" y="62"/>
                  <a:pt x="57" y="64"/>
                  <a:pt x="55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2" y="64"/>
                  <a:pt x="0" y="62"/>
                  <a:pt x="0" y="59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1"/>
                  <a:pt x="2" y="9"/>
                  <a:pt x="4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5"/>
                  <a:pt x="9" y="5"/>
                  <a:pt x="9" y="5"/>
                </a:cubicBezTo>
                <a:cubicBezTo>
                  <a:pt x="9" y="2"/>
                  <a:pt x="11" y="0"/>
                  <a:pt x="15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20" y="0"/>
                  <a:pt x="23" y="2"/>
                  <a:pt x="23" y="5"/>
                </a:cubicBezTo>
                <a:cubicBezTo>
                  <a:pt x="23" y="9"/>
                  <a:pt x="23" y="9"/>
                  <a:pt x="23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2"/>
                  <a:pt x="39" y="0"/>
                  <a:pt x="42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7" y="0"/>
                  <a:pt x="50" y="2"/>
                  <a:pt x="50" y="5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5" y="9"/>
                  <a:pt x="55" y="9"/>
                </a:cubicBezTo>
                <a:cubicBezTo>
                  <a:pt x="57" y="9"/>
                  <a:pt x="59" y="11"/>
                  <a:pt x="59" y="13"/>
                </a:cubicBezTo>
                <a:lnTo>
                  <a:pt x="59" y="59"/>
                </a:lnTo>
                <a:close/>
                <a:moveTo>
                  <a:pt x="15" y="33"/>
                </a:moveTo>
                <a:cubicBezTo>
                  <a:pt x="15" y="23"/>
                  <a:pt x="15" y="23"/>
                  <a:pt x="15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33"/>
                  <a:pt x="4" y="33"/>
                  <a:pt x="4" y="33"/>
                </a:cubicBezTo>
                <a:lnTo>
                  <a:pt x="15" y="33"/>
                </a:lnTo>
                <a:close/>
                <a:moveTo>
                  <a:pt x="15" y="47"/>
                </a:moveTo>
                <a:cubicBezTo>
                  <a:pt x="15" y="35"/>
                  <a:pt x="15" y="35"/>
                  <a:pt x="15" y="35"/>
                </a:cubicBezTo>
                <a:cubicBezTo>
                  <a:pt x="4" y="35"/>
                  <a:pt x="4" y="35"/>
                  <a:pt x="4" y="35"/>
                </a:cubicBezTo>
                <a:cubicBezTo>
                  <a:pt x="4" y="47"/>
                  <a:pt x="4" y="47"/>
                  <a:pt x="4" y="47"/>
                </a:cubicBezTo>
                <a:lnTo>
                  <a:pt x="15" y="47"/>
                </a:lnTo>
                <a:close/>
                <a:moveTo>
                  <a:pt x="15" y="59"/>
                </a:moveTo>
                <a:cubicBezTo>
                  <a:pt x="15" y="49"/>
                  <a:pt x="15" y="49"/>
                  <a:pt x="15" y="49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59"/>
                  <a:pt x="4" y="59"/>
                  <a:pt x="4" y="59"/>
                </a:cubicBezTo>
                <a:lnTo>
                  <a:pt x="15" y="59"/>
                </a:lnTo>
                <a:close/>
                <a:moveTo>
                  <a:pt x="18" y="5"/>
                </a:moveTo>
                <a:cubicBezTo>
                  <a:pt x="18" y="5"/>
                  <a:pt x="18" y="4"/>
                  <a:pt x="17" y="4"/>
                </a:cubicBezTo>
                <a:cubicBezTo>
                  <a:pt x="15" y="4"/>
                  <a:pt x="15" y="4"/>
                  <a:pt x="15" y="4"/>
                </a:cubicBezTo>
                <a:cubicBezTo>
                  <a:pt x="14" y="4"/>
                  <a:pt x="13" y="5"/>
                  <a:pt x="13" y="5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4" y="17"/>
                  <a:pt x="15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8" y="17"/>
                  <a:pt x="18" y="16"/>
                  <a:pt x="18" y="16"/>
                </a:cubicBezTo>
                <a:lnTo>
                  <a:pt x="18" y="5"/>
                </a:lnTo>
                <a:close/>
                <a:moveTo>
                  <a:pt x="28" y="33"/>
                </a:moveTo>
                <a:cubicBezTo>
                  <a:pt x="28" y="23"/>
                  <a:pt x="28" y="23"/>
                  <a:pt x="28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33"/>
                  <a:pt x="17" y="33"/>
                  <a:pt x="17" y="33"/>
                </a:cubicBezTo>
                <a:lnTo>
                  <a:pt x="28" y="33"/>
                </a:lnTo>
                <a:close/>
                <a:moveTo>
                  <a:pt x="28" y="47"/>
                </a:moveTo>
                <a:cubicBezTo>
                  <a:pt x="28" y="35"/>
                  <a:pt x="28" y="35"/>
                  <a:pt x="28" y="35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47"/>
                  <a:pt x="17" y="47"/>
                  <a:pt x="17" y="47"/>
                </a:cubicBezTo>
                <a:lnTo>
                  <a:pt x="28" y="47"/>
                </a:lnTo>
                <a:close/>
                <a:moveTo>
                  <a:pt x="28" y="59"/>
                </a:moveTo>
                <a:cubicBezTo>
                  <a:pt x="28" y="49"/>
                  <a:pt x="28" y="49"/>
                  <a:pt x="28" y="49"/>
                </a:cubicBezTo>
                <a:cubicBezTo>
                  <a:pt x="17" y="49"/>
                  <a:pt x="17" y="49"/>
                  <a:pt x="17" y="49"/>
                </a:cubicBezTo>
                <a:cubicBezTo>
                  <a:pt x="17" y="59"/>
                  <a:pt x="17" y="59"/>
                  <a:pt x="17" y="59"/>
                </a:cubicBezTo>
                <a:lnTo>
                  <a:pt x="28" y="59"/>
                </a:lnTo>
                <a:close/>
                <a:moveTo>
                  <a:pt x="42" y="33"/>
                </a:moveTo>
                <a:cubicBezTo>
                  <a:pt x="42" y="23"/>
                  <a:pt x="42" y="23"/>
                  <a:pt x="42" y="23"/>
                </a:cubicBezTo>
                <a:cubicBezTo>
                  <a:pt x="31" y="23"/>
                  <a:pt x="31" y="23"/>
                  <a:pt x="31" y="23"/>
                </a:cubicBezTo>
                <a:cubicBezTo>
                  <a:pt x="31" y="33"/>
                  <a:pt x="31" y="33"/>
                  <a:pt x="31" y="33"/>
                </a:cubicBezTo>
                <a:lnTo>
                  <a:pt x="42" y="33"/>
                </a:lnTo>
                <a:close/>
                <a:moveTo>
                  <a:pt x="42" y="47"/>
                </a:moveTo>
                <a:cubicBezTo>
                  <a:pt x="42" y="35"/>
                  <a:pt x="42" y="35"/>
                  <a:pt x="42" y="35"/>
                </a:cubicBezTo>
                <a:cubicBezTo>
                  <a:pt x="31" y="35"/>
                  <a:pt x="31" y="35"/>
                  <a:pt x="31" y="35"/>
                </a:cubicBezTo>
                <a:cubicBezTo>
                  <a:pt x="31" y="47"/>
                  <a:pt x="31" y="47"/>
                  <a:pt x="31" y="47"/>
                </a:cubicBezTo>
                <a:lnTo>
                  <a:pt x="42" y="47"/>
                </a:lnTo>
                <a:close/>
                <a:moveTo>
                  <a:pt x="42" y="59"/>
                </a:moveTo>
                <a:cubicBezTo>
                  <a:pt x="42" y="49"/>
                  <a:pt x="42" y="49"/>
                  <a:pt x="4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31" y="59"/>
                  <a:pt x="31" y="59"/>
                  <a:pt x="31" y="59"/>
                </a:cubicBezTo>
                <a:lnTo>
                  <a:pt x="42" y="59"/>
                </a:lnTo>
                <a:close/>
                <a:moveTo>
                  <a:pt x="45" y="5"/>
                </a:moveTo>
                <a:cubicBezTo>
                  <a:pt x="45" y="5"/>
                  <a:pt x="45" y="4"/>
                  <a:pt x="44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4"/>
                  <a:pt x="41" y="5"/>
                  <a:pt x="41" y="5"/>
                </a:cubicBezTo>
                <a:cubicBezTo>
                  <a:pt x="41" y="16"/>
                  <a:pt x="41" y="16"/>
                  <a:pt x="41" y="16"/>
                </a:cubicBezTo>
                <a:cubicBezTo>
                  <a:pt x="41" y="16"/>
                  <a:pt x="41" y="17"/>
                  <a:pt x="42" y="17"/>
                </a:cubicBezTo>
                <a:cubicBezTo>
                  <a:pt x="44" y="17"/>
                  <a:pt x="44" y="17"/>
                  <a:pt x="44" y="17"/>
                </a:cubicBezTo>
                <a:cubicBezTo>
                  <a:pt x="45" y="17"/>
                  <a:pt x="45" y="16"/>
                  <a:pt x="45" y="16"/>
                </a:cubicBezTo>
                <a:lnTo>
                  <a:pt x="45" y="5"/>
                </a:lnTo>
                <a:close/>
                <a:moveTo>
                  <a:pt x="55" y="33"/>
                </a:moveTo>
                <a:cubicBezTo>
                  <a:pt x="55" y="23"/>
                  <a:pt x="55" y="23"/>
                  <a:pt x="55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33"/>
                  <a:pt x="44" y="33"/>
                  <a:pt x="44" y="33"/>
                </a:cubicBezTo>
                <a:lnTo>
                  <a:pt x="55" y="33"/>
                </a:lnTo>
                <a:close/>
                <a:moveTo>
                  <a:pt x="55" y="47"/>
                </a:moveTo>
                <a:cubicBezTo>
                  <a:pt x="55" y="35"/>
                  <a:pt x="55" y="35"/>
                  <a:pt x="55" y="35"/>
                </a:cubicBezTo>
                <a:cubicBezTo>
                  <a:pt x="44" y="35"/>
                  <a:pt x="44" y="35"/>
                  <a:pt x="44" y="35"/>
                </a:cubicBezTo>
                <a:cubicBezTo>
                  <a:pt x="44" y="47"/>
                  <a:pt x="44" y="47"/>
                  <a:pt x="44" y="47"/>
                </a:cubicBezTo>
                <a:lnTo>
                  <a:pt x="55" y="47"/>
                </a:lnTo>
                <a:close/>
                <a:moveTo>
                  <a:pt x="55" y="59"/>
                </a:moveTo>
                <a:cubicBezTo>
                  <a:pt x="55" y="49"/>
                  <a:pt x="55" y="49"/>
                  <a:pt x="55" y="49"/>
                </a:cubicBezTo>
                <a:cubicBezTo>
                  <a:pt x="44" y="49"/>
                  <a:pt x="44" y="49"/>
                  <a:pt x="44" y="49"/>
                </a:cubicBezTo>
                <a:cubicBezTo>
                  <a:pt x="44" y="59"/>
                  <a:pt x="44" y="59"/>
                  <a:pt x="44" y="59"/>
                </a:cubicBezTo>
                <a:lnTo>
                  <a:pt x="55" y="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10"/>
          <p:cNvSpPr/>
          <p:nvPr/>
        </p:nvSpPr>
        <p:spPr>
          <a:xfrm>
            <a:off x="6432550" y="825500"/>
            <a:ext cx="233363" cy="203200"/>
          </a:xfrm>
          <a:custGeom>
            <a:rect b="b" l="l" r="r" t="t"/>
            <a:pathLst>
              <a:path extrusionOk="0" h="59" w="68">
                <a:moveTo>
                  <a:pt x="68" y="18"/>
                </a:moveTo>
                <a:cubicBezTo>
                  <a:pt x="68" y="50"/>
                  <a:pt x="68" y="50"/>
                  <a:pt x="68" y="50"/>
                </a:cubicBezTo>
                <a:cubicBezTo>
                  <a:pt x="68" y="55"/>
                  <a:pt x="64" y="59"/>
                  <a:pt x="59" y="59"/>
                </a:cubicBezTo>
                <a:cubicBezTo>
                  <a:pt x="9" y="59"/>
                  <a:pt x="9" y="59"/>
                  <a:pt x="9" y="59"/>
                </a:cubicBezTo>
                <a:cubicBezTo>
                  <a:pt x="4" y="59"/>
                  <a:pt x="0" y="55"/>
                  <a:pt x="0" y="50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7" y="9"/>
                  <a:pt x="17" y="9"/>
                  <a:pt x="17" y="9"/>
                </a:cubicBezTo>
                <a:cubicBezTo>
                  <a:pt x="19" y="4"/>
                  <a:pt x="19" y="4"/>
                  <a:pt x="19" y="4"/>
                </a:cubicBezTo>
                <a:cubicBezTo>
                  <a:pt x="20" y="2"/>
                  <a:pt x="22" y="0"/>
                  <a:pt x="25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6" y="0"/>
                  <a:pt x="48" y="2"/>
                  <a:pt x="49" y="4"/>
                </a:cubicBezTo>
                <a:cubicBezTo>
                  <a:pt x="51" y="9"/>
                  <a:pt x="51" y="9"/>
                  <a:pt x="51" y="9"/>
                </a:cubicBezTo>
                <a:cubicBezTo>
                  <a:pt x="59" y="9"/>
                  <a:pt x="59" y="9"/>
                  <a:pt x="59" y="9"/>
                </a:cubicBezTo>
                <a:cubicBezTo>
                  <a:pt x="64" y="9"/>
                  <a:pt x="68" y="13"/>
                  <a:pt x="68" y="18"/>
                </a:cubicBezTo>
                <a:close/>
                <a:moveTo>
                  <a:pt x="50" y="34"/>
                </a:moveTo>
                <a:cubicBezTo>
                  <a:pt x="50" y="25"/>
                  <a:pt x="43" y="18"/>
                  <a:pt x="34" y="18"/>
                </a:cubicBezTo>
                <a:cubicBezTo>
                  <a:pt x="25" y="18"/>
                  <a:pt x="18" y="25"/>
                  <a:pt x="18" y="34"/>
                </a:cubicBezTo>
                <a:cubicBezTo>
                  <a:pt x="18" y="43"/>
                  <a:pt x="25" y="50"/>
                  <a:pt x="34" y="50"/>
                </a:cubicBezTo>
                <a:cubicBezTo>
                  <a:pt x="43" y="50"/>
                  <a:pt x="50" y="43"/>
                  <a:pt x="50" y="34"/>
                </a:cubicBezTo>
                <a:close/>
                <a:moveTo>
                  <a:pt x="44" y="34"/>
                </a:moveTo>
                <a:cubicBezTo>
                  <a:pt x="44" y="40"/>
                  <a:pt x="40" y="44"/>
                  <a:pt x="34" y="44"/>
                </a:cubicBezTo>
                <a:cubicBezTo>
                  <a:pt x="28" y="44"/>
                  <a:pt x="24" y="40"/>
                  <a:pt x="24" y="34"/>
                </a:cubicBezTo>
                <a:cubicBezTo>
                  <a:pt x="24" y="28"/>
                  <a:pt x="28" y="24"/>
                  <a:pt x="34" y="24"/>
                </a:cubicBezTo>
                <a:cubicBezTo>
                  <a:pt x="40" y="24"/>
                  <a:pt x="44" y="28"/>
                  <a:pt x="44" y="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10"/>
          <p:cNvSpPr/>
          <p:nvPr/>
        </p:nvSpPr>
        <p:spPr>
          <a:xfrm>
            <a:off x="6927850" y="839788"/>
            <a:ext cx="250825" cy="195262"/>
          </a:xfrm>
          <a:custGeom>
            <a:rect b="b" l="l" r="r" t="t"/>
            <a:pathLst>
              <a:path extrusionOk="0" h="57" w="73">
                <a:moveTo>
                  <a:pt x="73" y="45"/>
                </a:moveTo>
                <a:cubicBezTo>
                  <a:pt x="73" y="46"/>
                  <a:pt x="72" y="46"/>
                  <a:pt x="72" y="46"/>
                </a:cubicBezTo>
                <a:cubicBezTo>
                  <a:pt x="68" y="46"/>
                  <a:pt x="68" y="46"/>
                  <a:pt x="68" y="46"/>
                </a:cubicBezTo>
                <a:cubicBezTo>
                  <a:pt x="68" y="51"/>
                  <a:pt x="68" y="51"/>
                  <a:pt x="68" y="51"/>
                </a:cubicBezTo>
                <a:cubicBezTo>
                  <a:pt x="68" y="54"/>
                  <a:pt x="65" y="57"/>
                  <a:pt x="61" y="57"/>
                </a:cubicBezTo>
                <a:cubicBezTo>
                  <a:pt x="58" y="57"/>
                  <a:pt x="55" y="54"/>
                  <a:pt x="55" y="51"/>
                </a:cubicBezTo>
                <a:cubicBezTo>
                  <a:pt x="55" y="46"/>
                  <a:pt x="55" y="46"/>
                  <a:pt x="55" y="46"/>
                </a:cubicBezTo>
                <a:cubicBezTo>
                  <a:pt x="18" y="46"/>
                  <a:pt x="18" y="46"/>
                  <a:pt x="18" y="46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4"/>
                  <a:pt x="15" y="57"/>
                  <a:pt x="11" y="57"/>
                </a:cubicBezTo>
                <a:cubicBezTo>
                  <a:pt x="7" y="57"/>
                  <a:pt x="4" y="54"/>
                  <a:pt x="4" y="51"/>
                </a:cubicBezTo>
                <a:cubicBezTo>
                  <a:pt x="4" y="46"/>
                  <a:pt x="4" y="46"/>
                  <a:pt x="4" y="46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6"/>
                  <a:pt x="0" y="45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7"/>
                  <a:pt x="3" y="23"/>
                  <a:pt x="8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4"/>
                  <a:pt x="18" y="0"/>
                  <a:pt x="23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5" y="0"/>
                  <a:pt x="59" y="4"/>
                  <a:pt x="60" y="8"/>
                </a:cubicBezTo>
                <a:cubicBezTo>
                  <a:pt x="64" y="23"/>
                  <a:pt x="64" y="23"/>
                  <a:pt x="64" y="23"/>
                </a:cubicBezTo>
                <a:cubicBezTo>
                  <a:pt x="65" y="23"/>
                  <a:pt x="65" y="23"/>
                  <a:pt x="65" y="23"/>
                </a:cubicBezTo>
                <a:cubicBezTo>
                  <a:pt x="69" y="23"/>
                  <a:pt x="73" y="27"/>
                  <a:pt x="73" y="31"/>
                </a:cubicBezTo>
                <a:lnTo>
                  <a:pt x="73" y="45"/>
                </a:lnTo>
                <a:close/>
                <a:moveTo>
                  <a:pt x="11" y="29"/>
                </a:moveTo>
                <a:cubicBezTo>
                  <a:pt x="8" y="29"/>
                  <a:pt x="5" y="31"/>
                  <a:pt x="5" y="35"/>
                </a:cubicBezTo>
                <a:cubicBezTo>
                  <a:pt x="5" y="38"/>
                  <a:pt x="8" y="40"/>
                  <a:pt x="11" y="40"/>
                </a:cubicBezTo>
                <a:cubicBezTo>
                  <a:pt x="14" y="40"/>
                  <a:pt x="17" y="38"/>
                  <a:pt x="17" y="35"/>
                </a:cubicBezTo>
                <a:cubicBezTo>
                  <a:pt x="17" y="31"/>
                  <a:pt x="14" y="29"/>
                  <a:pt x="11" y="29"/>
                </a:cubicBezTo>
                <a:close/>
                <a:moveTo>
                  <a:pt x="54" y="23"/>
                </a:moveTo>
                <a:cubicBezTo>
                  <a:pt x="51" y="10"/>
                  <a:pt x="51" y="10"/>
                  <a:pt x="51" y="10"/>
                </a:cubicBezTo>
                <a:cubicBezTo>
                  <a:pt x="51" y="10"/>
                  <a:pt x="50" y="9"/>
                  <a:pt x="50" y="9"/>
                </a:cubicBezTo>
                <a:cubicBezTo>
                  <a:pt x="23" y="9"/>
                  <a:pt x="23" y="9"/>
                  <a:pt x="23" y="9"/>
                </a:cubicBezTo>
                <a:cubicBezTo>
                  <a:pt x="22" y="9"/>
                  <a:pt x="21" y="10"/>
                  <a:pt x="21" y="10"/>
                </a:cubicBezTo>
                <a:cubicBezTo>
                  <a:pt x="18" y="23"/>
                  <a:pt x="18" y="23"/>
                  <a:pt x="18" y="23"/>
                </a:cubicBezTo>
                <a:lnTo>
                  <a:pt x="54" y="23"/>
                </a:lnTo>
                <a:close/>
                <a:moveTo>
                  <a:pt x="61" y="29"/>
                </a:moveTo>
                <a:cubicBezTo>
                  <a:pt x="58" y="29"/>
                  <a:pt x="56" y="31"/>
                  <a:pt x="56" y="35"/>
                </a:cubicBezTo>
                <a:cubicBezTo>
                  <a:pt x="56" y="38"/>
                  <a:pt x="58" y="40"/>
                  <a:pt x="61" y="40"/>
                </a:cubicBezTo>
                <a:cubicBezTo>
                  <a:pt x="65" y="40"/>
                  <a:pt x="67" y="38"/>
                  <a:pt x="67" y="35"/>
                </a:cubicBezTo>
                <a:cubicBezTo>
                  <a:pt x="67" y="31"/>
                  <a:pt x="65" y="29"/>
                  <a:pt x="61" y="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10"/>
          <p:cNvSpPr/>
          <p:nvPr/>
        </p:nvSpPr>
        <p:spPr>
          <a:xfrm>
            <a:off x="7429500" y="869950"/>
            <a:ext cx="71438" cy="127000"/>
          </a:xfrm>
          <a:custGeom>
            <a:rect b="b" l="l" r="r" t="t"/>
            <a:pathLst>
              <a:path extrusionOk="0" h="37" w="21">
                <a:moveTo>
                  <a:pt x="21" y="35"/>
                </a:moveTo>
                <a:cubicBezTo>
                  <a:pt x="21" y="36"/>
                  <a:pt x="20" y="37"/>
                  <a:pt x="18" y="37"/>
                </a:cubicBezTo>
                <a:cubicBezTo>
                  <a:pt x="18" y="37"/>
                  <a:pt x="17" y="37"/>
                  <a:pt x="17" y="36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0" y="18"/>
                  <a:pt x="0" y="18"/>
                  <a:pt x="1" y="17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1"/>
                  <a:pt x="18" y="0"/>
                  <a:pt x="18" y="0"/>
                </a:cubicBezTo>
                <a:cubicBezTo>
                  <a:pt x="20" y="0"/>
                  <a:pt x="21" y="2"/>
                  <a:pt x="21" y="3"/>
                </a:cubicBezTo>
                <a:lnTo>
                  <a:pt x="21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10"/>
          <p:cNvSpPr/>
          <p:nvPr/>
        </p:nvSpPr>
        <p:spPr>
          <a:xfrm>
            <a:off x="7916863" y="839788"/>
            <a:ext cx="188912" cy="188912"/>
          </a:xfrm>
          <a:custGeom>
            <a:rect b="b" l="l" r="r" t="t"/>
            <a:pathLst>
              <a:path extrusionOk="0" h="55" w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11"/>
                </a:moveTo>
                <a:cubicBezTo>
                  <a:pt x="45" y="10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10"/>
                  <a:pt x="9" y="11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5"/>
                  <a:pt x="9" y="46"/>
                  <a:pt x="10" y="46"/>
                </a:cubicBezTo>
                <a:cubicBezTo>
                  <a:pt x="44" y="46"/>
                  <a:pt x="44" y="46"/>
                  <a:pt x="44" y="46"/>
                </a:cubicBezTo>
                <a:cubicBezTo>
                  <a:pt x="45" y="46"/>
                  <a:pt x="45" y="45"/>
                  <a:pt x="45" y="45"/>
                </a:cubicBezTo>
                <a:lnTo>
                  <a:pt x="45" y="11"/>
                </a:lnTo>
                <a:close/>
                <a:moveTo>
                  <a:pt x="40" y="22"/>
                </a:moveTo>
                <a:cubicBezTo>
                  <a:pt x="29" y="38"/>
                  <a:pt x="29" y="38"/>
                  <a:pt x="29" y="38"/>
                </a:cubicBezTo>
                <a:cubicBezTo>
                  <a:pt x="29" y="39"/>
                  <a:pt x="28" y="39"/>
                  <a:pt x="27" y="39"/>
                </a:cubicBezTo>
                <a:cubicBezTo>
                  <a:pt x="26" y="39"/>
                  <a:pt x="26" y="39"/>
                  <a:pt x="25" y="38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2"/>
                  <a:pt x="13" y="21"/>
                  <a:pt x="14" y="20"/>
                </a:cubicBezTo>
                <a:cubicBezTo>
                  <a:pt x="14" y="19"/>
                  <a:pt x="15" y="19"/>
                  <a:pt x="16" y="19"/>
                </a:cubicBezTo>
                <a:cubicBezTo>
                  <a:pt x="39" y="19"/>
                  <a:pt x="39" y="19"/>
                  <a:pt x="39" y="19"/>
                </a:cubicBezTo>
                <a:cubicBezTo>
                  <a:pt x="39" y="19"/>
                  <a:pt x="40" y="19"/>
                  <a:pt x="41" y="20"/>
                </a:cubicBezTo>
                <a:cubicBezTo>
                  <a:pt x="41" y="21"/>
                  <a:pt x="41" y="22"/>
                  <a:pt x="40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8" name="Google Shape;2708;p10"/>
          <p:cNvSpPr/>
          <p:nvPr/>
        </p:nvSpPr>
        <p:spPr>
          <a:xfrm>
            <a:off x="8412163" y="839788"/>
            <a:ext cx="188912" cy="188912"/>
          </a:xfrm>
          <a:custGeom>
            <a:rect b="b" l="l" r="r" t="t"/>
            <a:pathLst>
              <a:path extrusionOk="0" h="55" w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11"/>
                </a:moveTo>
                <a:cubicBezTo>
                  <a:pt x="45" y="10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10"/>
                  <a:pt x="9" y="11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6"/>
                  <a:pt x="9" y="46"/>
                  <a:pt x="10" y="46"/>
                </a:cubicBezTo>
                <a:cubicBezTo>
                  <a:pt x="44" y="46"/>
                  <a:pt x="44" y="46"/>
                  <a:pt x="44" y="46"/>
                </a:cubicBezTo>
                <a:cubicBezTo>
                  <a:pt x="45" y="46"/>
                  <a:pt x="45" y="46"/>
                  <a:pt x="45" y="45"/>
                </a:cubicBezTo>
                <a:lnTo>
                  <a:pt x="45" y="11"/>
                </a:lnTo>
                <a:close/>
                <a:moveTo>
                  <a:pt x="38" y="30"/>
                </a:moveTo>
                <a:cubicBezTo>
                  <a:pt x="22" y="41"/>
                  <a:pt x="22" y="41"/>
                  <a:pt x="22" y="41"/>
                </a:cubicBezTo>
                <a:cubicBezTo>
                  <a:pt x="21" y="42"/>
                  <a:pt x="20" y="42"/>
                  <a:pt x="19" y="41"/>
                </a:cubicBezTo>
                <a:cubicBezTo>
                  <a:pt x="19" y="41"/>
                  <a:pt x="18" y="40"/>
                  <a:pt x="18" y="39"/>
                </a:cubicBezTo>
                <a:cubicBezTo>
                  <a:pt x="18" y="16"/>
                  <a:pt x="18" y="16"/>
                  <a:pt x="18" y="16"/>
                </a:cubicBezTo>
                <a:cubicBezTo>
                  <a:pt x="18" y="15"/>
                  <a:pt x="19" y="15"/>
                  <a:pt x="19" y="14"/>
                </a:cubicBezTo>
                <a:cubicBezTo>
                  <a:pt x="20" y="14"/>
                  <a:pt x="21" y="14"/>
                  <a:pt x="22" y="14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9" y="27"/>
                  <a:pt x="39" y="28"/>
                </a:cubicBezTo>
                <a:cubicBezTo>
                  <a:pt x="39" y="28"/>
                  <a:pt x="38" y="29"/>
                  <a:pt x="38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10"/>
          <p:cNvSpPr/>
          <p:nvPr/>
        </p:nvSpPr>
        <p:spPr>
          <a:xfrm>
            <a:off x="8866188" y="911225"/>
            <a:ext cx="123825" cy="68263"/>
          </a:xfrm>
          <a:custGeom>
            <a:rect b="b" l="l" r="r" t="t"/>
            <a:pathLst>
              <a:path extrusionOk="0" h="20" w="36">
                <a:moveTo>
                  <a:pt x="34" y="20"/>
                </a:moveTo>
                <a:cubicBezTo>
                  <a:pt x="2" y="20"/>
                  <a:pt x="2" y="20"/>
                  <a:pt x="2" y="20"/>
                </a:cubicBezTo>
                <a:cubicBezTo>
                  <a:pt x="1" y="20"/>
                  <a:pt x="0" y="19"/>
                  <a:pt x="0" y="18"/>
                </a:cubicBezTo>
                <a:cubicBezTo>
                  <a:pt x="0" y="18"/>
                  <a:pt x="0" y="17"/>
                  <a:pt x="0" y="17"/>
                </a:cubicBezTo>
                <a:cubicBezTo>
                  <a:pt x="16" y="1"/>
                  <a:pt x="16" y="1"/>
                  <a:pt x="16" y="1"/>
                </a:cubicBezTo>
                <a:cubicBezTo>
                  <a:pt x="17" y="0"/>
                  <a:pt x="17" y="0"/>
                  <a:pt x="18" y="0"/>
                </a:cubicBezTo>
                <a:cubicBezTo>
                  <a:pt x="19" y="0"/>
                  <a:pt x="19" y="0"/>
                  <a:pt x="20" y="1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8"/>
                  <a:pt x="36" y="18"/>
                </a:cubicBezTo>
                <a:cubicBezTo>
                  <a:pt x="36" y="19"/>
                  <a:pt x="35" y="20"/>
                  <a:pt x="34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0" name="Google Shape;2710;p10"/>
          <p:cNvSpPr/>
          <p:nvPr/>
        </p:nvSpPr>
        <p:spPr>
          <a:xfrm>
            <a:off x="76200" y="1268413"/>
            <a:ext cx="188913" cy="188912"/>
          </a:xfrm>
          <a:custGeom>
            <a:rect b="b" l="l" r="r" t="t"/>
            <a:pathLst>
              <a:path extrusionOk="0" h="55" w="55">
                <a:moveTo>
                  <a:pt x="54" y="32"/>
                </a:moveTo>
                <a:cubicBezTo>
                  <a:pt x="54" y="33"/>
                  <a:pt x="55" y="34"/>
                  <a:pt x="55" y="35"/>
                </a:cubicBezTo>
                <a:cubicBezTo>
                  <a:pt x="54" y="36"/>
                  <a:pt x="54" y="36"/>
                  <a:pt x="53" y="36"/>
                </a:cubicBezTo>
                <a:cubicBezTo>
                  <a:pt x="46" y="38"/>
                  <a:pt x="46" y="38"/>
                  <a:pt x="46" y="38"/>
                </a:cubicBezTo>
                <a:cubicBezTo>
                  <a:pt x="48" y="45"/>
                  <a:pt x="48" y="45"/>
                  <a:pt x="48" y="45"/>
                </a:cubicBezTo>
                <a:cubicBezTo>
                  <a:pt x="48" y="46"/>
                  <a:pt x="48" y="47"/>
                  <a:pt x="47" y="47"/>
                </a:cubicBezTo>
                <a:cubicBezTo>
                  <a:pt x="47" y="48"/>
                  <a:pt x="46" y="48"/>
                  <a:pt x="45" y="48"/>
                </a:cubicBezTo>
                <a:cubicBezTo>
                  <a:pt x="38" y="46"/>
                  <a:pt x="38" y="46"/>
                  <a:pt x="38" y="46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4"/>
                  <a:pt x="35" y="54"/>
                  <a:pt x="35" y="55"/>
                </a:cubicBezTo>
                <a:cubicBezTo>
                  <a:pt x="34" y="55"/>
                  <a:pt x="34" y="55"/>
                  <a:pt x="34" y="55"/>
                </a:cubicBezTo>
                <a:cubicBezTo>
                  <a:pt x="33" y="55"/>
                  <a:pt x="32" y="54"/>
                  <a:pt x="32" y="54"/>
                </a:cubicBezTo>
                <a:cubicBezTo>
                  <a:pt x="27" y="49"/>
                  <a:pt x="27" y="49"/>
                  <a:pt x="27" y="49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5"/>
                  <a:pt x="21" y="55"/>
                  <a:pt x="20" y="55"/>
                </a:cubicBezTo>
                <a:cubicBezTo>
                  <a:pt x="19" y="54"/>
                  <a:pt x="18" y="54"/>
                  <a:pt x="18" y="53"/>
                </a:cubicBezTo>
                <a:cubicBezTo>
                  <a:pt x="16" y="46"/>
                  <a:pt x="16" y="46"/>
                  <a:pt x="16" y="46"/>
                </a:cubicBezTo>
                <a:cubicBezTo>
                  <a:pt x="10" y="48"/>
                  <a:pt x="10" y="48"/>
                  <a:pt x="10" y="48"/>
                </a:cubicBezTo>
                <a:cubicBezTo>
                  <a:pt x="9" y="48"/>
                  <a:pt x="8" y="48"/>
                  <a:pt x="7" y="47"/>
                </a:cubicBezTo>
                <a:cubicBezTo>
                  <a:pt x="7" y="47"/>
                  <a:pt x="6" y="46"/>
                  <a:pt x="7" y="45"/>
                </a:cubicBezTo>
                <a:cubicBezTo>
                  <a:pt x="8" y="38"/>
                  <a:pt x="8" y="38"/>
                  <a:pt x="8" y="38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6"/>
                  <a:pt x="0" y="35"/>
                </a:cubicBezTo>
                <a:cubicBezTo>
                  <a:pt x="0" y="34"/>
                  <a:pt x="0" y="33"/>
                  <a:pt x="1" y="32"/>
                </a:cubicBezTo>
                <a:cubicBezTo>
                  <a:pt x="5" y="27"/>
                  <a:pt x="5" y="27"/>
                  <a:pt x="5" y="27"/>
                </a:cubicBezTo>
                <a:cubicBezTo>
                  <a:pt x="1" y="23"/>
                  <a:pt x="1" y="23"/>
                  <a:pt x="1" y="23"/>
                </a:cubicBezTo>
                <a:cubicBezTo>
                  <a:pt x="0" y="22"/>
                  <a:pt x="0" y="21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8" y="16"/>
                  <a:pt x="8" y="16"/>
                  <a:pt x="8" y="16"/>
                </a:cubicBezTo>
                <a:cubicBezTo>
                  <a:pt x="7" y="10"/>
                  <a:pt x="7" y="10"/>
                  <a:pt x="7" y="10"/>
                </a:cubicBezTo>
                <a:cubicBezTo>
                  <a:pt x="6" y="9"/>
                  <a:pt x="7" y="8"/>
                  <a:pt x="7" y="7"/>
                </a:cubicBezTo>
                <a:cubicBezTo>
                  <a:pt x="8" y="7"/>
                  <a:pt x="9" y="6"/>
                  <a:pt x="10" y="7"/>
                </a:cubicBezTo>
                <a:cubicBezTo>
                  <a:pt x="16" y="9"/>
                  <a:pt x="16" y="9"/>
                  <a:pt x="16" y="9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21" y="0"/>
                  <a:pt x="22" y="0"/>
                  <a:pt x="22" y="1"/>
                </a:cubicBezTo>
                <a:cubicBezTo>
                  <a:pt x="27" y="6"/>
                  <a:pt x="27" y="6"/>
                  <a:pt x="27" y="6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8" y="9"/>
                  <a:pt x="38" y="9"/>
                  <a:pt x="38" y="9"/>
                </a:cubicBezTo>
                <a:cubicBezTo>
                  <a:pt x="45" y="7"/>
                  <a:pt x="45" y="7"/>
                  <a:pt x="45" y="7"/>
                </a:cubicBezTo>
                <a:cubicBezTo>
                  <a:pt x="46" y="6"/>
                  <a:pt x="47" y="7"/>
                  <a:pt x="47" y="7"/>
                </a:cubicBezTo>
                <a:cubicBezTo>
                  <a:pt x="48" y="8"/>
                  <a:pt x="48" y="9"/>
                  <a:pt x="48" y="10"/>
                </a:cubicBezTo>
                <a:cubicBezTo>
                  <a:pt x="46" y="16"/>
                  <a:pt x="46" y="16"/>
                  <a:pt x="46" y="16"/>
                </a:cubicBezTo>
                <a:cubicBezTo>
                  <a:pt x="53" y="18"/>
                  <a:pt x="53" y="18"/>
                  <a:pt x="53" y="18"/>
                </a:cubicBezTo>
                <a:cubicBezTo>
                  <a:pt x="54" y="18"/>
                  <a:pt x="54" y="19"/>
                  <a:pt x="55" y="20"/>
                </a:cubicBezTo>
                <a:cubicBezTo>
                  <a:pt x="55" y="21"/>
                  <a:pt x="54" y="22"/>
                  <a:pt x="54" y="23"/>
                </a:cubicBezTo>
                <a:cubicBezTo>
                  <a:pt x="49" y="27"/>
                  <a:pt x="49" y="27"/>
                  <a:pt x="49" y="27"/>
                </a:cubicBezTo>
                <a:lnTo>
                  <a:pt x="54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10"/>
          <p:cNvSpPr/>
          <p:nvPr/>
        </p:nvSpPr>
        <p:spPr>
          <a:xfrm>
            <a:off x="495300" y="1250950"/>
            <a:ext cx="201613" cy="206375"/>
          </a:xfrm>
          <a:custGeom>
            <a:rect b="b" l="l" r="r" t="t"/>
            <a:pathLst>
              <a:path extrusionOk="0" h="60" w="59">
                <a:moveTo>
                  <a:pt x="12" y="40"/>
                </a:moveTo>
                <a:cubicBezTo>
                  <a:pt x="1" y="40"/>
                  <a:pt x="1" y="40"/>
                  <a:pt x="1" y="40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9"/>
                  <a:pt x="0" y="38"/>
                  <a:pt x="1" y="38"/>
                </a:cubicBezTo>
                <a:cubicBezTo>
                  <a:pt x="12" y="38"/>
                  <a:pt x="12" y="38"/>
                  <a:pt x="12" y="38"/>
                </a:cubicBezTo>
                <a:cubicBezTo>
                  <a:pt x="13" y="38"/>
                  <a:pt x="13" y="39"/>
                  <a:pt x="13" y="39"/>
                </a:cubicBezTo>
                <a:cubicBezTo>
                  <a:pt x="13" y="40"/>
                  <a:pt x="13" y="40"/>
                  <a:pt x="12" y="40"/>
                </a:cubicBezTo>
                <a:close/>
                <a:moveTo>
                  <a:pt x="28" y="19"/>
                </a:moveTo>
                <a:cubicBezTo>
                  <a:pt x="18" y="9"/>
                  <a:pt x="18" y="9"/>
                  <a:pt x="18" y="9"/>
                </a:cubicBezTo>
                <a:cubicBezTo>
                  <a:pt x="18" y="8"/>
                  <a:pt x="17" y="8"/>
                  <a:pt x="16" y="8"/>
                </a:cubicBezTo>
                <a:cubicBezTo>
                  <a:pt x="15" y="8"/>
                  <a:pt x="14" y="8"/>
                  <a:pt x="13" y="9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5"/>
                  <a:pt x="7" y="15"/>
                  <a:pt x="7" y="16"/>
                </a:cubicBezTo>
                <a:cubicBezTo>
                  <a:pt x="7" y="17"/>
                  <a:pt x="8" y="18"/>
                  <a:pt x="8" y="19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7"/>
                  <a:pt x="17" y="37"/>
                  <a:pt x="17" y="37"/>
                </a:cubicBezTo>
                <a:cubicBezTo>
                  <a:pt x="17" y="37"/>
                  <a:pt x="16" y="36"/>
                  <a:pt x="15" y="36"/>
                </a:cubicBezTo>
                <a:cubicBezTo>
                  <a:pt x="3" y="24"/>
                  <a:pt x="3" y="24"/>
                  <a:pt x="3" y="24"/>
                </a:cubicBezTo>
                <a:cubicBezTo>
                  <a:pt x="1" y="22"/>
                  <a:pt x="0" y="19"/>
                  <a:pt x="0" y="16"/>
                </a:cubicBezTo>
                <a:cubicBezTo>
                  <a:pt x="0" y="14"/>
                  <a:pt x="1" y="11"/>
                  <a:pt x="3" y="9"/>
                </a:cubicBezTo>
                <a:cubicBezTo>
                  <a:pt x="9" y="4"/>
                  <a:pt x="9" y="4"/>
                  <a:pt x="9" y="4"/>
                </a:cubicBezTo>
                <a:cubicBezTo>
                  <a:pt x="11" y="2"/>
                  <a:pt x="13" y="1"/>
                  <a:pt x="16" y="1"/>
                </a:cubicBezTo>
                <a:cubicBezTo>
                  <a:pt x="19" y="1"/>
                  <a:pt x="21" y="2"/>
                  <a:pt x="23" y="4"/>
                </a:cubicBezTo>
                <a:cubicBezTo>
                  <a:pt x="35" y="16"/>
                  <a:pt x="35" y="16"/>
                  <a:pt x="35" y="16"/>
                </a:cubicBezTo>
                <a:cubicBezTo>
                  <a:pt x="36" y="17"/>
                  <a:pt x="36" y="17"/>
                  <a:pt x="37" y="18"/>
                </a:cubicBezTo>
                <a:lnTo>
                  <a:pt x="28" y="19"/>
                </a:lnTo>
                <a:close/>
                <a:moveTo>
                  <a:pt x="6" y="55"/>
                </a:moveTo>
                <a:cubicBezTo>
                  <a:pt x="6" y="55"/>
                  <a:pt x="6" y="55"/>
                  <a:pt x="5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4" y="54"/>
                  <a:pt x="4" y="54"/>
                  <a:pt x="5" y="53"/>
                </a:cubicBezTo>
                <a:cubicBezTo>
                  <a:pt x="14" y="44"/>
                  <a:pt x="14" y="44"/>
                  <a:pt x="14" y="44"/>
                </a:cubicBezTo>
                <a:cubicBezTo>
                  <a:pt x="14" y="44"/>
                  <a:pt x="15" y="44"/>
                  <a:pt x="15" y="44"/>
                </a:cubicBezTo>
                <a:cubicBezTo>
                  <a:pt x="16" y="45"/>
                  <a:pt x="16" y="45"/>
                  <a:pt x="15" y="46"/>
                </a:cubicBezTo>
                <a:lnTo>
                  <a:pt x="6" y="55"/>
                </a:lnTo>
                <a:close/>
                <a:moveTo>
                  <a:pt x="21" y="59"/>
                </a:moveTo>
                <a:cubicBezTo>
                  <a:pt x="21" y="59"/>
                  <a:pt x="21" y="60"/>
                  <a:pt x="20" y="60"/>
                </a:cubicBezTo>
                <a:cubicBezTo>
                  <a:pt x="20" y="60"/>
                  <a:pt x="19" y="59"/>
                  <a:pt x="19" y="59"/>
                </a:cubicBezTo>
                <a:cubicBezTo>
                  <a:pt x="19" y="47"/>
                  <a:pt x="19" y="47"/>
                  <a:pt x="19" y="47"/>
                </a:cubicBezTo>
                <a:cubicBezTo>
                  <a:pt x="19" y="47"/>
                  <a:pt x="20" y="46"/>
                  <a:pt x="20" y="46"/>
                </a:cubicBezTo>
                <a:cubicBezTo>
                  <a:pt x="21" y="46"/>
                  <a:pt x="21" y="47"/>
                  <a:pt x="21" y="47"/>
                </a:cubicBezTo>
                <a:lnTo>
                  <a:pt x="21" y="59"/>
                </a:lnTo>
                <a:close/>
                <a:moveTo>
                  <a:pt x="56" y="51"/>
                </a:moveTo>
                <a:cubicBezTo>
                  <a:pt x="50" y="56"/>
                  <a:pt x="50" y="56"/>
                  <a:pt x="50" y="56"/>
                </a:cubicBezTo>
                <a:cubicBezTo>
                  <a:pt x="48" y="58"/>
                  <a:pt x="46" y="59"/>
                  <a:pt x="43" y="59"/>
                </a:cubicBezTo>
                <a:cubicBezTo>
                  <a:pt x="40" y="59"/>
                  <a:pt x="38" y="58"/>
                  <a:pt x="36" y="56"/>
                </a:cubicBezTo>
                <a:cubicBezTo>
                  <a:pt x="24" y="44"/>
                  <a:pt x="24" y="44"/>
                  <a:pt x="24" y="44"/>
                </a:cubicBezTo>
                <a:cubicBezTo>
                  <a:pt x="23" y="44"/>
                  <a:pt x="23" y="43"/>
                  <a:pt x="22" y="42"/>
                </a:cubicBezTo>
                <a:cubicBezTo>
                  <a:pt x="31" y="42"/>
                  <a:pt x="31" y="42"/>
                  <a:pt x="31" y="42"/>
                </a:cubicBezTo>
                <a:cubicBezTo>
                  <a:pt x="41" y="51"/>
                  <a:pt x="41" y="51"/>
                  <a:pt x="41" y="51"/>
                </a:cubicBezTo>
                <a:cubicBezTo>
                  <a:pt x="42" y="53"/>
                  <a:pt x="44" y="53"/>
                  <a:pt x="45" y="51"/>
                </a:cubicBezTo>
                <a:cubicBezTo>
                  <a:pt x="51" y="46"/>
                  <a:pt x="51" y="46"/>
                  <a:pt x="51" y="46"/>
                </a:cubicBezTo>
                <a:cubicBezTo>
                  <a:pt x="51" y="46"/>
                  <a:pt x="52" y="45"/>
                  <a:pt x="52" y="44"/>
                </a:cubicBezTo>
                <a:cubicBezTo>
                  <a:pt x="52" y="43"/>
                  <a:pt x="51" y="42"/>
                  <a:pt x="51" y="41"/>
                </a:cubicBezTo>
                <a:cubicBezTo>
                  <a:pt x="41" y="32"/>
                  <a:pt x="41" y="32"/>
                  <a:pt x="41" y="32"/>
                </a:cubicBezTo>
                <a:cubicBezTo>
                  <a:pt x="42" y="23"/>
                  <a:pt x="42" y="23"/>
                  <a:pt x="42" y="23"/>
                </a:cubicBezTo>
                <a:cubicBezTo>
                  <a:pt x="42" y="23"/>
                  <a:pt x="43" y="24"/>
                  <a:pt x="44" y="24"/>
                </a:cubicBezTo>
                <a:cubicBezTo>
                  <a:pt x="56" y="36"/>
                  <a:pt x="56" y="36"/>
                  <a:pt x="56" y="36"/>
                </a:cubicBezTo>
                <a:cubicBezTo>
                  <a:pt x="58" y="38"/>
                  <a:pt x="59" y="41"/>
                  <a:pt x="59" y="44"/>
                </a:cubicBezTo>
                <a:cubicBezTo>
                  <a:pt x="59" y="47"/>
                  <a:pt x="58" y="49"/>
                  <a:pt x="56" y="51"/>
                </a:cubicBezTo>
                <a:close/>
                <a:moveTo>
                  <a:pt x="40" y="13"/>
                </a:moveTo>
                <a:cubicBezTo>
                  <a:pt x="40" y="14"/>
                  <a:pt x="39" y="14"/>
                  <a:pt x="39" y="14"/>
                </a:cubicBezTo>
                <a:cubicBezTo>
                  <a:pt x="38" y="14"/>
                  <a:pt x="37" y="14"/>
                  <a:pt x="37" y="13"/>
                </a:cubicBezTo>
                <a:cubicBezTo>
                  <a:pt x="37" y="1"/>
                  <a:pt x="37" y="1"/>
                  <a:pt x="37" y="1"/>
                </a:cubicBezTo>
                <a:cubicBezTo>
                  <a:pt x="37" y="1"/>
                  <a:pt x="38" y="0"/>
                  <a:pt x="39" y="0"/>
                </a:cubicBezTo>
                <a:cubicBezTo>
                  <a:pt x="39" y="0"/>
                  <a:pt x="40" y="1"/>
                  <a:pt x="40" y="1"/>
                </a:cubicBezTo>
                <a:lnTo>
                  <a:pt x="40" y="13"/>
                </a:lnTo>
                <a:close/>
                <a:moveTo>
                  <a:pt x="45" y="16"/>
                </a:move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3" y="16"/>
                </a:cubicBezTo>
                <a:cubicBezTo>
                  <a:pt x="43" y="16"/>
                  <a:pt x="43" y="15"/>
                  <a:pt x="43" y="14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4" y="5"/>
                  <a:pt x="54" y="5"/>
                </a:cubicBezTo>
                <a:cubicBezTo>
                  <a:pt x="55" y="6"/>
                  <a:pt x="55" y="6"/>
                  <a:pt x="54" y="7"/>
                </a:cubicBezTo>
                <a:lnTo>
                  <a:pt x="45" y="16"/>
                </a:lnTo>
                <a:close/>
                <a:moveTo>
                  <a:pt x="58" y="22"/>
                </a:moveTo>
                <a:cubicBezTo>
                  <a:pt x="47" y="22"/>
                  <a:pt x="47" y="22"/>
                  <a:pt x="47" y="22"/>
                </a:cubicBezTo>
                <a:cubicBezTo>
                  <a:pt x="46" y="22"/>
                  <a:pt x="45" y="22"/>
                  <a:pt x="45" y="21"/>
                </a:cubicBezTo>
                <a:cubicBezTo>
                  <a:pt x="45" y="20"/>
                  <a:pt x="46" y="20"/>
                  <a:pt x="47" y="20"/>
                </a:cubicBezTo>
                <a:cubicBezTo>
                  <a:pt x="58" y="20"/>
                  <a:pt x="58" y="20"/>
                  <a:pt x="58" y="20"/>
                </a:cubicBezTo>
                <a:cubicBezTo>
                  <a:pt x="59" y="20"/>
                  <a:pt x="59" y="20"/>
                  <a:pt x="59" y="21"/>
                </a:cubicBezTo>
                <a:cubicBezTo>
                  <a:pt x="59" y="22"/>
                  <a:pt x="59" y="22"/>
                  <a:pt x="58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p10"/>
          <p:cNvSpPr/>
          <p:nvPr/>
        </p:nvSpPr>
        <p:spPr>
          <a:xfrm>
            <a:off x="989013" y="12684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10"/>
          <p:cNvSpPr/>
          <p:nvPr/>
        </p:nvSpPr>
        <p:spPr>
          <a:xfrm>
            <a:off x="1484313" y="1268413"/>
            <a:ext cx="188912" cy="188912"/>
          </a:xfrm>
          <a:custGeom>
            <a:rect b="b" l="l" r="r" t="t"/>
            <a:pathLst>
              <a:path extrusionOk="0" h="55" w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10"/>
          <p:cNvSpPr/>
          <p:nvPr/>
        </p:nvSpPr>
        <p:spPr>
          <a:xfrm>
            <a:off x="1979613" y="12684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6"/>
                </a:moveTo>
                <a:cubicBezTo>
                  <a:pt x="46" y="25"/>
                  <a:pt x="46" y="23"/>
                  <a:pt x="45" y="22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18"/>
                  <a:pt x="39" y="18"/>
                  <a:pt x="38" y="19"/>
                </a:cubicBezTo>
                <a:cubicBezTo>
                  <a:pt x="27" y="30"/>
                  <a:pt x="27" y="30"/>
                  <a:pt x="27" y="30"/>
                </a:cubicBezTo>
                <a:cubicBezTo>
                  <a:pt x="16" y="19"/>
                  <a:pt x="16" y="19"/>
                  <a:pt x="16" y="19"/>
                </a:cubicBezTo>
                <a:cubicBezTo>
                  <a:pt x="15" y="18"/>
                  <a:pt x="14" y="18"/>
                  <a:pt x="13" y="19"/>
                </a:cubicBezTo>
                <a:cubicBezTo>
                  <a:pt x="9" y="22"/>
                  <a:pt x="9" y="22"/>
                  <a:pt x="9" y="22"/>
                </a:cubicBezTo>
                <a:cubicBezTo>
                  <a:pt x="8" y="23"/>
                  <a:pt x="8" y="25"/>
                  <a:pt x="9" y="26"/>
                </a:cubicBezTo>
                <a:cubicBezTo>
                  <a:pt x="26" y="42"/>
                  <a:pt x="26" y="42"/>
                  <a:pt x="26" y="42"/>
                </a:cubicBezTo>
                <a:cubicBezTo>
                  <a:pt x="26" y="43"/>
                  <a:pt x="28" y="43"/>
                  <a:pt x="29" y="42"/>
                </a:cubicBezTo>
                <a:lnTo>
                  <a:pt x="45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10"/>
          <p:cNvSpPr/>
          <p:nvPr/>
        </p:nvSpPr>
        <p:spPr>
          <a:xfrm>
            <a:off x="2474913" y="12684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2" y="29"/>
                </a:moveTo>
                <a:cubicBezTo>
                  <a:pt x="42" y="28"/>
                  <a:pt x="42" y="27"/>
                  <a:pt x="42" y="26"/>
                </a:cubicBezTo>
                <a:cubicBezTo>
                  <a:pt x="25" y="10"/>
                  <a:pt x="25" y="10"/>
                  <a:pt x="25" y="10"/>
                </a:cubicBezTo>
                <a:cubicBezTo>
                  <a:pt x="24" y="9"/>
                  <a:pt x="23" y="9"/>
                  <a:pt x="22" y="10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4"/>
                  <a:pt x="18" y="15"/>
                  <a:pt x="19" y="16"/>
                </a:cubicBezTo>
                <a:cubicBezTo>
                  <a:pt x="29" y="27"/>
                  <a:pt x="29" y="27"/>
                  <a:pt x="29" y="27"/>
                </a:cubicBezTo>
                <a:cubicBezTo>
                  <a:pt x="19" y="38"/>
                  <a:pt x="19" y="38"/>
                  <a:pt x="19" y="38"/>
                </a:cubicBezTo>
                <a:cubicBezTo>
                  <a:pt x="18" y="39"/>
                  <a:pt x="18" y="41"/>
                  <a:pt x="19" y="42"/>
                </a:cubicBezTo>
                <a:cubicBezTo>
                  <a:pt x="22" y="45"/>
                  <a:pt x="22" y="45"/>
                  <a:pt x="22" y="45"/>
                </a:cubicBezTo>
                <a:cubicBezTo>
                  <a:pt x="23" y="46"/>
                  <a:pt x="24" y="46"/>
                  <a:pt x="25" y="45"/>
                </a:cubicBezTo>
                <a:lnTo>
                  <a:pt x="42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p10"/>
          <p:cNvSpPr/>
          <p:nvPr/>
        </p:nvSpPr>
        <p:spPr>
          <a:xfrm>
            <a:off x="2979738" y="1317625"/>
            <a:ext cx="198437" cy="130175"/>
          </a:xfrm>
          <a:custGeom>
            <a:rect b="b" l="l" r="r" t="t"/>
            <a:pathLst>
              <a:path extrusionOk="0" h="38" w="58">
                <a:moveTo>
                  <a:pt x="30" y="37"/>
                </a:moveTo>
                <a:cubicBezTo>
                  <a:pt x="29" y="38"/>
                  <a:pt x="28" y="38"/>
                  <a:pt x="27" y="37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0" y="8"/>
                  <a:pt x="1" y="7"/>
                </a:cubicBezTo>
                <a:cubicBezTo>
                  <a:pt x="7" y="1"/>
                  <a:pt x="7" y="1"/>
                  <a:pt x="7" y="1"/>
                </a:cubicBezTo>
                <a:cubicBezTo>
                  <a:pt x="7" y="0"/>
                  <a:pt x="9" y="0"/>
                  <a:pt x="10" y="1"/>
                </a:cubicBezTo>
                <a:cubicBezTo>
                  <a:pt x="29" y="20"/>
                  <a:pt x="29" y="20"/>
                  <a:pt x="29" y="20"/>
                </a:cubicBezTo>
                <a:cubicBezTo>
                  <a:pt x="48" y="1"/>
                  <a:pt x="48" y="1"/>
                  <a:pt x="48" y="1"/>
                </a:cubicBezTo>
                <a:cubicBezTo>
                  <a:pt x="49" y="0"/>
                  <a:pt x="50" y="0"/>
                  <a:pt x="51" y="1"/>
                </a:cubicBezTo>
                <a:cubicBezTo>
                  <a:pt x="57" y="7"/>
                  <a:pt x="57" y="7"/>
                  <a:pt x="57" y="7"/>
                </a:cubicBezTo>
                <a:cubicBezTo>
                  <a:pt x="58" y="8"/>
                  <a:pt x="58" y="9"/>
                  <a:pt x="57" y="10"/>
                </a:cubicBezTo>
                <a:lnTo>
                  <a:pt x="30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0"/>
          <p:cNvSpPr/>
          <p:nvPr/>
        </p:nvSpPr>
        <p:spPr>
          <a:xfrm>
            <a:off x="3473450" y="1255713"/>
            <a:ext cx="128588" cy="198437"/>
          </a:xfrm>
          <a:custGeom>
            <a:rect b="b" l="l" r="r" t="t"/>
            <a:pathLst>
              <a:path extrusionOk="0" h="58" w="37">
                <a:moveTo>
                  <a:pt x="10" y="57"/>
                </a:moveTo>
                <a:cubicBezTo>
                  <a:pt x="9" y="58"/>
                  <a:pt x="7" y="58"/>
                  <a:pt x="7" y="57"/>
                </a:cubicBezTo>
                <a:cubicBezTo>
                  <a:pt x="1" y="51"/>
                  <a:pt x="1" y="51"/>
                  <a:pt x="1" y="51"/>
                </a:cubicBezTo>
                <a:cubicBezTo>
                  <a:pt x="0" y="50"/>
                  <a:pt x="0" y="49"/>
                  <a:pt x="1" y="48"/>
                </a:cubicBezTo>
                <a:cubicBezTo>
                  <a:pt x="20" y="29"/>
                  <a:pt x="20" y="29"/>
                  <a:pt x="20" y="29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9"/>
                  <a:pt x="0" y="8"/>
                  <a:pt x="1" y="7"/>
                </a:cubicBezTo>
                <a:cubicBezTo>
                  <a:pt x="7" y="1"/>
                  <a:pt x="7" y="1"/>
                  <a:pt x="7" y="1"/>
                </a:cubicBezTo>
                <a:cubicBezTo>
                  <a:pt x="7" y="0"/>
                  <a:pt x="9" y="0"/>
                  <a:pt x="10" y="1"/>
                </a:cubicBezTo>
                <a:cubicBezTo>
                  <a:pt x="36" y="27"/>
                  <a:pt x="36" y="27"/>
                  <a:pt x="36" y="27"/>
                </a:cubicBezTo>
                <a:cubicBezTo>
                  <a:pt x="37" y="28"/>
                  <a:pt x="37" y="30"/>
                  <a:pt x="36" y="31"/>
                </a:cubicBezTo>
                <a:lnTo>
                  <a:pt x="10" y="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10"/>
          <p:cNvSpPr/>
          <p:nvPr/>
        </p:nvSpPr>
        <p:spPr>
          <a:xfrm>
            <a:off x="3965575" y="1271588"/>
            <a:ext cx="141288" cy="200025"/>
          </a:xfrm>
          <a:custGeom>
            <a:rect b="b" l="l" r="r" t="t"/>
            <a:pathLst>
              <a:path extrusionOk="0" h="58" w="41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0"/>
          <p:cNvSpPr/>
          <p:nvPr/>
        </p:nvSpPr>
        <p:spPr>
          <a:xfrm>
            <a:off x="4452938" y="12684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7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7"/>
                  <a:pt x="38" y="8"/>
                  <a:pt x="27" y="8"/>
                </a:cubicBez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8" y="14"/>
                  <a:pt x="28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4"/>
                  <a:pt x="32" y="15"/>
                </a:cubicBezTo>
                <a:lnTo>
                  <a:pt x="32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10"/>
          <p:cNvSpPr/>
          <p:nvPr/>
        </p:nvSpPr>
        <p:spPr>
          <a:xfrm>
            <a:off x="4948238" y="1268413"/>
            <a:ext cx="233362" cy="173037"/>
          </a:xfrm>
          <a:custGeom>
            <a:rect b="b" l="l" r="r" t="t"/>
            <a:pathLst>
              <a:path extrusionOk="0" h="50" w="68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4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5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10"/>
          <p:cNvSpPr/>
          <p:nvPr/>
        </p:nvSpPr>
        <p:spPr>
          <a:xfrm>
            <a:off x="5443538" y="1268413"/>
            <a:ext cx="233362" cy="173037"/>
          </a:xfrm>
          <a:custGeom>
            <a:rect b="b" l="l" r="r" t="t"/>
            <a:pathLst>
              <a:path extrusionOk="0" h="50" w="68">
                <a:moveTo>
                  <a:pt x="55" y="50"/>
                </a:moveTo>
                <a:cubicBezTo>
                  <a:pt x="16" y="50"/>
                  <a:pt x="16" y="50"/>
                  <a:pt x="16" y="50"/>
                </a:cubicBezTo>
                <a:cubicBezTo>
                  <a:pt x="7" y="50"/>
                  <a:pt x="0" y="43"/>
                  <a:pt x="0" y="34"/>
                </a:cubicBezTo>
                <a:cubicBezTo>
                  <a:pt x="0" y="28"/>
                  <a:pt x="3" y="22"/>
                  <a:pt x="9" y="20"/>
                </a:cubicBezTo>
                <a:cubicBezTo>
                  <a:pt x="9" y="19"/>
                  <a:pt x="9" y="19"/>
                  <a:pt x="9" y="18"/>
                </a:cubicBezTo>
                <a:cubicBezTo>
                  <a:pt x="9" y="8"/>
                  <a:pt x="17" y="0"/>
                  <a:pt x="27" y="0"/>
                </a:cubicBezTo>
                <a:cubicBezTo>
                  <a:pt x="35" y="0"/>
                  <a:pt x="41" y="4"/>
                  <a:pt x="44" y="11"/>
                </a:cubicBezTo>
                <a:cubicBezTo>
                  <a:pt x="46" y="10"/>
                  <a:pt x="48" y="9"/>
                  <a:pt x="50" y="9"/>
                </a:cubicBezTo>
                <a:cubicBezTo>
                  <a:pt x="55" y="9"/>
                  <a:pt x="59" y="13"/>
                  <a:pt x="59" y="18"/>
                </a:cubicBezTo>
                <a:cubicBezTo>
                  <a:pt x="59" y="20"/>
                  <a:pt x="59" y="22"/>
                  <a:pt x="58" y="23"/>
                </a:cubicBezTo>
                <a:cubicBezTo>
                  <a:pt x="64" y="25"/>
                  <a:pt x="68" y="30"/>
                  <a:pt x="68" y="36"/>
                </a:cubicBezTo>
                <a:cubicBezTo>
                  <a:pt x="68" y="44"/>
                  <a:pt x="62" y="50"/>
                  <a:pt x="55" y="50"/>
                </a:cubicBezTo>
                <a:close/>
                <a:moveTo>
                  <a:pt x="45" y="25"/>
                </a:moveTo>
                <a:cubicBezTo>
                  <a:pt x="33" y="13"/>
                  <a:pt x="33" y="13"/>
                  <a:pt x="33" y="13"/>
                </a:cubicBezTo>
                <a:cubicBezTo>
                  <a:pt x="32" y="13"/>
                  <a:pt x="32" y="12"/>
                  <a:pt x="32" y="12"/>
                </a:cubicBezTo>
                <a:cubicBezTo>
                  <a:pt x="31" y="12"/>
                  <a:pt x="31" y="13"/>
                  <a:pt x="31" y="13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7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40"/>
                  <a:pt x="27" y="40"/>
                  <a:pt x="27" y="40"/>
                </a:cubicBezTo>
                <a:cubicBezTo>
                  <a:pt x="27" y="41"/>
                  <a:pt x="28" y="41"/>
                  <a:pt x="28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1"/>
                  <a:pt x="36" y="40"/>
                </a:cubicBezTo>
                <a:cubicBezTo>
                  <a:pt x="36" y="27"/>
                  <a:pt x="36" y="27"/>
                  <a:pt x="36" y="27"/>
                </a:cubicBezTo>
                <a:cubicBezTo>
                  <a:pt x="44" y="27"/>
                  <a:pt x="44" y="27"/>
                  <a:pt x="44" y="27"/>
                </a:cubicBezTo>
                <a:cubicBezTo>
                  <a:pt x="45" y="27"/>
                  <a:pt x="45" y="27"/>
                  <a:pt x="45" y="26"/>
                </a:cubicBezTo>
                <a:cubicBezTo>
                  <a:pt x="45" y="26"/>
                  <a:pt x="45" y="26"/>
                  <a:pt x="45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10"/>
          <p:cNvSpPr/>
          <p:nvPr/>
        </p:nvSpPr>
        <p:spPr>
          <a:xfrm>
            <a:off x="5942013" y="1285875"/>
            <a:ext cx="225425" cy="168275"/>
          </a:xfrm>
          <a:custGeom>
            <a:rect b="b" l="l" r="r" t="t"/>
            <a:pathLst>
              <a:path extrusionOk="0" h="49" w="66">
                <a:moveTo>
                  <a:pt x="19" y="42"/>
                </a:moveTo>
                <a:cubicBezTo>
                  <a:pt x="19" y="43"/>
                  <a:pt x="18" y="43"/>
                  <a:pt x="17" y="42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17" y="7"/>
                  <a:pt x="17" y="7"/>
                  <a:pt x="17" y="7"/>
                </a:cubicBezTo>
                <a:cubicBezTo>
                  <a:pt x="18" y="7"/>
                  <a:pt x="19" y="7"/>
                  <a:pt x="19" y="7"/>
                </a:cubicBezTo>
                <a:cubicBezTo>
                  <a:pt x="21" y="9"/>
                  <a:pt x="21" y="9"/>
                  <a:pt x="21" y="9"/>
                </a:cubicBezTo>
                <a:cubicBezTo>
                  <a:pt x="21" y="9"/>
                  <a:pt x="21" y="10"/>
                  <a:pt x="21" y="11"/>
                </a:cubicBezTo>
                <a:cubicBezTo>
                  <a:pt x="7" y="25"/>
                  <a:pt x="7" y="25"/>
                  <a:pt x="7" y="25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1" y="40"/>
                  <a:pt x="21" y="40"/>
                </a:cubicBezTo>
                <a:lnTo>
                  <a:pt x="19" y="42"/>
                </a:lnTo>
                <a:close/>
                <a:moveTo>
                  <a:pt x="29" y="48"/>
                </a:moveTo>
                <a:cubicBezTo>
                  <a:pt x="28" y="49"/>
                  <a:pt x="28" y="49"/>
                  <a:pt x="27" y="49"/>
                </a:cubicBezTo>
                <a:cubicBezTo>
                  <a:pt x="25" y="48"/>
                  <a:pt x="25" y="48"/>
                  <a:pt x="25" y="48"/>
                </a:cubicBezTo>
                <a:cubicBezTo>
                  <a:pt x="24" y="48"/>
                  <a:pt x="24" y="48"/>
                  <a:pt x="24" y="47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0"/>
                  <a:pt x="38" y="0"/>
                  <a:pt x="39" y="0"/>
                </a:cubicBezTo>
                <a:cubicBezTo>
                  <a:pt x="41" y="1"/>
                  <a:pt x="41" y="1"/>
                  <a:pt x="41" y="1"/>
                </a:cubicBezTo>
                <a:cubicBezTo>
                  <a:pt x="42" y="1"/>
                  <a:pt x="42" y="2"/>
                  <a:pt x="42" y="2"/>
                </a:cubicBezTo>
                <a:lnTo>
                  <a:pt x="29" y="48"/>
                </a:lnTo>
                <a:close/>
                <a:moveTo>
                  <a:pt x="49" y="42"/>
                </a:moveTo>
                <a:cubicBezTo>
                  <a:pt x="48" y="43"/>
                  <a:pt x="48" y="43"/>
                  <a:pt x="47" y="42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39"/>
                  <a:pt x="45" y="39"/>
                </a:cubicBezTo>
                <a:cubicBezTo>
                  <a:pt x="59" y="25"/>
                  <a:pt x="59" y="25"/>
                  <a:pt x="59" y="25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0"/>
                  <a:pt x="45" y="9"/>
                  <a:pt x="45" y="9"/>
                </a:cubicBezTo>
                <a:cubicBezTo>
                  <a:pt x="47" y="7"/>
                  <a:pt x="47" y="7"/>
                  <a:pt x="47" y="7"/>
                </a:cubicBezTo>
                <a:cubicBezTo>
                  <a:pt x="48" y="7"/>
                  <a:pt x="48" y="7"/>
                  <a:pt x="49" y="7"/>
                </a:cubicBezTo>
                <a:cubicBezTo>
                  <a:pt x="65" y="24"/>
                  <a:pt x="65" y="24"/>
                  <a:pt x="65" y="24"/>
                </a:cubicBezTo>
                <a:cubicBezTo>
                  <a:pt x="66" y="24"/>
                  <a:pt x="66" y="25"/>
                  <a:pt x="65" y="25"/>
                </a:cubicBezTo>
                <a:lnTo>
                  <a:pt x="49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10"/>
          <p:cNvSpPr/>
          <p:nvPr/>
        </p:nvSpPr>
        <p:spPr>
          <a:xfrm>
            <a:off x="6432550" y="1250950"/>
            <a:ext cx="220663" cy="220663"/>
          </a:xfrm>
          <a:custGeom>
            <a:rect b="b" l="l" r="r" t="t"/>
            <a:pathLst>
              <a:path extrusionOk="0" h="64" w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10"/>
          <p:cNvSpPr/>
          <p:nvPr/>
        </p:nvSpPr>
        <p:spPr>
          <a:xfrm>
            <a:off x="6927850" y="1268413"/>
            <a:ext cx="188913" cy="188912"/>
          </a:xfrm>
          <a:custGeom>
            <a:rect b="b" l="l" r="r" t="t"/>
            <a:pathLst>
              <a:path extrusionOk="0" h="55" w="55">
                <a:moveTo>
                  <a:pt x="55" y="31"/>
                </a:moveTo>
                <a:cubicBezTo>
                  <a:pt x="55" y="32"/>
                  <a:pt x="54" y="33"/>
                  <a:pt x="54" y="33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6" y="36"/>
                  <a:pt x="46" y="37"/>
                </a:cubicBezTo>
                <a:cubicBezTo>
                  <a:pt x="47" y="39"/>
                  <a:pt x="48" y="40"/>
                  <a:pt x="49" y="42"/>
                </a:cubicBezTo>
                <a:cubicBezTo>
                  <a:pt x="50" y="42"/>
                  <a:pt x="50" y="42"/>
                  <a:pt x="50" y="43"/>
                </a:cubicBezTo>
                <a:cubicBezTo>
                  <a:pt x="50" y="43"/>
                  <a:pt x="50" y="43"/>
                  <a:pt x="49" y="44"/>
                </a:cubicBezTo>
                <a:cubicBezTo>
                  <a:pt x="49" y="45"/>
                  <a:pt x="44" y="50"/>
                  <a:pt x="43" y="50"/>
                </a:cubicBezTo>
                <a:cubicBezTo>
                  <a:pt x="42" y="50"/>
                  <a:pt x="42" y="50"/>
                  <a:pt x="42" y="50"/>
                </a:cubicBezTo>
                <a:cubicBezTo>
                  <a:pt x="37" y="46"/>
                  <a:pt x="37" y="46"/>
                  <a:pt x="37" y="46"/>
                </a:cubicBezTo>
                <a:cubicBezTo>
                  <a:pt x="36" y="46"/>
                  <a:pt x="35" y="47"/>
                  <a:pt x="33" y="47"/>
                </a:cubicBezTo>
                <a:cubicBezTo>
                  <a:pt x="33" y="49"/>
                  <a:pt x="33" y="52"/>
                  <a:pt x="32" y="54"/>
                </a:cubicBezTo>
                <a:cubicBezTo>
                  <a:pt x="32" y="54"/>
                  <a:pt x="32" y="55"/>
                  <a:pt x="31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4"/>
                  <a:pt x="22" y="54"/>
                </a:cubicBezTo>
                <a:cubicBezTo>
                  <a:pt x="21" y="47"/>
                  <a:pt x="21" y="47"/>
                  <a:pt x="21" y="47"/>
                </a:cubicBezTo>
                <a:cubicBezTo>
                  <a:pt x="20" y="47"/>
                  <a:pt x="19" y="46"/>
                  <a:pt x="18" y="46"/>
                </a:cubicBezTo>
                <a:cubicBezTo>
                  <a:pt x="13" y="50"/>
                  <a:pt x="13" y="50"/>
                  <a:pt x="13" y="50"/>
                </a:cubicBezTo>
                <a:cubicBezTo>
                  <a:pt x="12" y="50"/>
                  <a:pt x="12" y="50"/>
                  <a:pt x="12" y="50"/>
                </a:cubicBezTo>
                <a:cubicBezTo>
                  <a:pt x="11" y="50"/>
                  <a:pt x="11" y="50"/>
                  <a:pt x="11" y="50"/>
                </a:cubicBezTo>
                <a:cubicBezTo>
                  <a:pt x="9" y="48"/>
                  <a:pt x="7" y="46"/>
                  <a:pt x="5" y="44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2"/>
                  <a:pt x="5" y="42"/>
                  <a:pt x="5" y="42"/>
                </a:cubicBezTo>
                <a:cubicBezTo>
                  <a:pt x="6" y="40"/>
                  <a:pt x="8" y="39"/>
                  <a:pt x="9" y="37"/>
                </a:cubicBezTo>
                <a:cubicBezTo>
                  <a:pt x="8" y="36"/>
                  <a:pt x="8" y="35"/>
                  <a:pt x="7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2"/>
                  <a:pt x="0" y="3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2"/>
                  <a:pt x="1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8" y="20"/>
                  <a:pt x="8" y="19"/>
                  <a:pt x="9" y="18"/>
                </a:cubicBezTo>
                <a:cubicBezTo>
                  <a:pt x="8" y="16"/>
                  <a:pt x="6" y="14"/>
                  <a:pt x="5" y="13"/>
                </a:cubicBezTo>
                <a:cubicBezTo>
                  <a:pt x="5" y="13"/>
                  <a:pt x="5" y="12"/>
                  <a:pt x="5" y="12"/>
                </a:cubicBezTo>
                <a:cubicBezTo>
                  <a:pt x="5" y="12"/>
                  <a:pt x="5" y="11"/>
                  <a:pt x="5" y="11"/>
                </a:cubicBezTo>
                <a:cubicBezTo>
                  <a:pt x="6" y="10"/>
                  <a:pt x="11" y="5"/>
                  <a:pt x="12" y="5"/>
                </a:cubicBezTo>
                <a:cubicBezTo>
                  <a:pt x="12" y="5"/>
                  <a:pt x="12" y="5"/>
                  <a:pt x="13" y="5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5"/>
                  <a:pt x="21" y="3"/>
                  <a:pt x="22" y="1"/>
                </a:cubicBezTo>
                <a:cubicBezTo>
                  <a:pt x="22" y="0"/>
                  <a:pt x="23" y="0"/>
                  <a:pt x="23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2" y="0"/>
                  <a:pt x="32" y="0"/>
                  <a:pt x="32" y="1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8"/>
                  <a:pt x="36" y="8"/>
                  <a:pt x="37" y="9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5" y="7"/>
                  <a:pt x="48" y="9"/>
                  <a:pt x="49" y="11"/>
                </a:cubicBezTo>
                <a:cubicBezTo>
                  <a:pt x="50" y="11"/>
                  <a:pt x="50" y="12"/>
                  <a:pt x="50" y="12"/>
                </a:cubicBezTo>
                <a:cubicBezTo>
                  <a:pt x="50" y="12"/>
                  <a:pt x="49" y="13"/>
                  <a:pt x="49" y="13"/>
                </a:cubicBezTo>
                <a:cubicBezTo>
                  <a:pt x="48" y="14"/>
                  <a:pt x="47" y="16"/>
                  <a:pt x="46" y="18"/>
                </a:cubicBezTo>
                <a:cubicBezTo>
                  <a:pt x="46" y="19"/>
                  <a:pt x="47" y="20"/>
                  <a:pt x="47" y="21"/>
                </a:cubicBezTo>
                <a:cubicBezTo>
                  <a:pt x="54" y="22"/>
                  <a:pt x="54" y="22"/>
                  <a:pt x="54" y="22"/>
                </a:cubicBezTo>
                <a:cubicBezTo>
                  <a:pt x="54" y="22"/>
                  <a:pt x="55" y="23"/>
                  <a:pt x="55" y="23"/>
                </a:cubicBezTo>
                <a:lnTo>
                  <a:pt x="55" y="31"/>
                </a:lnTo>
                <a:close/>
                <a:moveTo>
                  <a:pt x="27" y="18"/>
                </a:moveTo>
                <a:cubicBezTo>
                  <a:pt x="22" y="18"/>
                  <a:pt x="18" y="22"/>
                  <a:pt x="18" y="27"/>
                </a:cubicBezTo>
                <a:cubicBezTo>
                  <a:pt x="18" y="32"/>
                  <a:pt x="22" y="36"/>
                  <a:pt x="27" y="36"/>
                </a:cubicBezTo>
                <a:cubicBezTo>
                  <a:pt x="32" y="36"/>
                  <a:pt x="36" y="32"/>
                  <a:pt x="36" y="27"/>
                </a:cubicBezTo>
                <a:cubicBezTo>
                  <a:pt x="36" y="22"/>
                  <a:pt x="32" y="18"/>
                  <a:pt x="27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10"/>
          <p:cNvSpPr/>
          <p:nvPr/>
        </p:nvSpPr>
        <p:spPr>
          <a:xfrm>
            <a:off x="7423150" y="1268413"/>
            <a:ext cx="201613" cy="188912"/>
          </a:xfrm>
          <a:custGeom>
            <a:rect b="b" l="l" r="r" t="t"/>
            <a:pathLst>
              <a:path extrusionOk="0" h="55" w="59">
                <a:moveTo>
                  <a:pt x="59" y="49"/>
                </a:moveTo>
                <a:cubicBezTo>
                  <a:pt x="59" y="52"/>
                  <a:pt x="57" y="55"/>
                  <a:pt x="53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2"/>
                  <a:pt x="0" y="49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5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7" y="0"/>
                  <a:pt x="59" y="2"/>
                  <a:pt x="59" y="6"/>
                </a:cubicBezTo>
                <a:lnTo>
                  <a:pt x="59" y="49"/>
                </a:lnTo>
                <a:close/>
                <a:moveTo>
                  <a:pt x="27" y="50"/>
                </a:moveTo>
                <a:cubicBezTo>
                  <a:pt x="27" y="9"/>
                  <a:pt x="27" y="9"/>
                  <a:pt x="27" y="9"/>
                </a:cubicBezTo>
                <a:cubicBezTo>
                  <a:pt x="4" y="9"/>
                  <a:pt x="4" y="9"/>
                  <a:pt x="4" y="9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50"/>
                  <a:pt x="5" y="50"/>
                  <a:pt x="5" y="50"/>
                </a:cubicBezTo>
                <a:lnTo>
                  <a:pt x="27" y="50"/>
                </a:lnTo>
                <a:close/>
                <a:moveTo>
                  <a:pt x="55" y="9"/>
                </a:moveTo>
                <a:cubicBezTo>
                  <a:pt x="32" y="9"/>
                  <a:pt x="32" y="9"/>
                  <a:pt x="32" y="9"/>
                </a:cubicBezTo>
                <a:cubicBezTo>
                  <a:pt x="32" y="50"/>
                  <a:pt x="32" y="50"/>
                  <a:pt x="32" y="50"/>
                </a:cubicBezTo>
                <a:cubicBezTo>
                  <a:pt x="53" y="50"/>
                  <a:pt x="53" y="50"/>
                  <a:pt x="53" y="50"/>
                </a:cubicBezTo>
                <a:cubicBezTo>
                  <a:pt x="54" y="50"/>
                  <a:pt x="55" y="50"/>
                  <a:pt x="55" y="49"/>
                </a:cubicBezTo>
                <a:lnTo>
                  <a:pt x="55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10"/>
          <p:cNvSpPr/>
          <p:nvPr/>
        </p:nvSpPr>
        <p:spPr>
          <a:xfrm>
            <a:off x="7916863" y="1282700"/>
            <a:ext cx="220662" cy="188913"/>
          </a:xfrm>
          <a:custGeom>
            <a:rect b="b" l="l" r="r" t="t"/>
            <a:pathLst>
              <a:path extrusionOk="0" h="55" w="64">
                <a:moveTo>
                  <a:pt x="32" y="46"/>
                </a:moveTo>
                <a:cubicBezTo>
                  <a:pt x="30" y="46"/>
                  <a:pt x="28" y="46"/>
                  <a:pt x="27" y="46"/>
                </a:cubicBezTo>
                <a:cubicBezTo>
                  <a:pt x="22" y="50"/>
                  <a:pt x="16" y="53"/>
                  <a:pt x="10" y="55"/>
                </a:cubicBezTo>
                <a:cubicBezTo>
                  <a:pt x="9" y="55"/>
                  <a:pt x="7" y="55"/>
                  <a:pt x="6" y="55"/>
                </a:cubicBezTo>
                <a:cubicBezTo>
                  <a:pt x="6" y="55"/>
                  <a:pt x="6" y="55"/>
                  <a:pt x="6" y="55"/>
                </a:cubicBezTo>
                <a:cubicBezTo>
                  <a:pt x="5" y="55"/>
                  <a:pt x="5" y="55"/>
                  <a:pt x="4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53"/>
                  <a:pt x="5" y="53"/>
                  <a:pt x="5" y="52"/>
                </a:cubicBezTo>
                <a:cubicBezTo>
                  <a:pt x="8" y="49"/>
                  <a:pt x="10" y="47"/>
                  <a:pt x="12" y="41"/>
                </a:cubicBezTo>
                <a:cubicBezTo>
                  <a:pt x="4" y="37"/>
                  <a:pt x="0" y="31"/>
                  <a:pt x="0" y="23"/>
                </a:cubicBezTo>
                <a:cubicBezTo>
                  <a:pt x="0" y="11"/>
                  <a:pt x="14" y="0"/>
                  <a:pt x="32" y="0"/>
                </a:cubicBezTo>
                <a:cubicBezTo>
                  <a:pt x="49" y="0"/>
                  <a:pt x="64" y="11"/>
                  <a:pt x="64" y="23"/>
                </a:cubicBezTo>
                <a:cubicBezTo>
                  <a:pt x="64" y="36"/>
                  <a:pt x="49" y="46"/>
                  <a:pt x="32" y="46"/>
                </a:cubicBezTo>
                <a:close/>
                <a:moveTo>
                  <a:pt x="4" y="23"/>
                </a:moveTo>
                <a:cubicBezTo>
                  <a:pt x="4" y="29"/>
                  <a:pt x="8" y="34"/>
                  <a:pt x="14" y="37"/>
                </a:cubicBezTo>
                <a:cubicBezTo>
                  <a:pt x="17" y="39"/>
                  <a:pt x="17" y="39"/>
                  <a:pt x="17" y="39"/>
                </a:cubicBezTo>
                <a:cubicBezTo>
                  <a:pt x="16" y="42"/>
                  <a:pt x="16" y="42"/>
                  <a:pt x="16" y="42"/>
                </a:cubicBezTo>
                <a:cubicBezTo>
                  <a:pt x="16" y="45"/>
                  <a:pt x="15" y="47"/>
                  <a:pt x="14" y="49"/>
                </a:cubicBezTo>
                <a:cubicBezTo>
                  <a:pt x="17" y="47"/>
                  <a:pt x="21" y="45"/>
                  <a:pt x="24" y="42"/>
                </a:cubicBezTo>
                <a:cubicBezTo>
                  <a:pt x="25" y="41"/>
                  <a:pt x="25" y="41"/>
                  <a:pt x="25" y="41"/>
                </a:cubicBezTo>
                <a:cubicBezTo>
                  <a:pt x="27" y="41"/>
                  <a:pt x="27" y="41"/>
                  <a:pt x="27" y="41"/>
                </a:cubicBezTo>
                <a:cubicBezTo>
                  <a:pt x="29" y="42"/>
                  <a:pt x="30" y="42"/>
                  <a:pt x="32" y="42"/>
                </a:cubicBezTo>
                <a:cubicBezTo>
                  <a:pt x="47" y="42"/>
                  <a:pt x="59" y="33"/>
                  <a:pt x="59" y="23"/>
                </a:cubicBezTo>
                <a:cubicBezTo>
                  <a:pt x="59" y="13"/>
                  <a:pt x="47" y="5"/>
                  <a:pt x="32" y="5"/>
                </a:cubicBezTo>
                <a:cubicBezTo>
                  <a:pt x="17" y="5"/>
                  <a:pt x="4" y="13"/>
                  <a:pt x="4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10"/>
          <p:cNvSpPr/>
          <p:nvPr/>
        </p:nvSpPr>
        <p:spPr>
          <a:xfrm>
            <a:off x="8412163" y="1282700"/>
            <a:ext cx="219075" cy="174625"/>
          </a:xfrm>
          <a:custGeom>
            <a:rect b="b" l="l" r="r" t="t"/>
            <a:pathLst>
              <a:path extrusionOk="0" h="51" w="64">
                <a:moveTo>
                  <a:pt x="50" y="19"/>
                </a:moveTo>
                <a:cubicBezTo>
                  <a:pt x="50" y="29"/>
                  <a:pt x="39" y="37"/>
                  <a:pt x="25" y="37"/>
                </a:cubicBezTo>
                <a:cubicBezTo>
                  <a:pt x="23" y="37"/>
                  <a:pt x="21" y="37"/>
                  <a:pt x="19" y="36"/>
                </a:cubicBezTo>
                <a:cubicBezTo>
                  <a:pt x="16" y="39"/>
                  <a:pt x="12" y="40"/>
                  <a:pt x="9" y="41"/>
                </a:cubicBezTo>
                <a:cubicBezTo>
                  <a:pt x="8" y="41"/>
                  <a:pt x="7" y="41"/>
                  <a:pt x="6" y="42"/>
                </a:cubicBezTo>
                <a:cubicBezTo>
                  <a:pt x="6" y="42"/>
                  <a:pt x="6" y="42"/>
                  <a:pt x="6" y="42"/>
                </a:cubicBezTo>
                <a:cubicBezTo>
                  <a:pt x="5" y="42"/>
                  <a:pt x="4" y="41"/>
                  <a:pt x="4" y="41"/>
                </a:cubicBezTo>
                <a:cubicBezTo>
                  <a:pt x="4" y="40"/>
                  <a:pt x="5" y="39"/>
                  <a:pt x="5" y="39"/>
                </a:cubicBezTo>
                <a:cubicBezTo>
                  <a:pt x="6" y="37"/>
                  <a:pt x="8" y="36"/>
                  <a:pt x="9" y="33"/>
                </a:cubicBezTo>
                <a:cubicBezTo>
                  <a:pt x="3" y="30"/>
                  <a:pt x="0" y="25"/>
                  <a:pt x="0" y="19"/>
                </a:cubicBezTo>
                <a:cubicBezTo>
                  <a:pt x="0" y="9"/>
                  <a:pt x="11" y="0"/>
                  <a:pt x="25" y="0"/>
                </a:cubicBezTo>
                <a:cubicBezTo>
                  <a:pt x="39" y="0"/>
                  <a:pt x="50" y="9"/>
                  <a:pt x="50" y="19"/>
                </a:cubicBezTo>
                <a:close/>
                <a:moveTo>
                  <a:pt x="4" y="19"/>
                </a:moveTo>
                <a:cubicBezTo>
                  <a:pt x="4" y="23"/>
                  <a:pt x="7" y="26"/>
                  <a:pt x="12" y="29"/>
                </a:cubicBezTo>
                <a:cubicBezTo>
                  <a:pt x="15" y="31"/>
                  <a:pt x="15" y="31"/>
                  <a:pt x="15" y="31"/>
                </a:cubicBezTo>
                <a:cubicBezTo>
                  <a:pt x="14" y="34"/>
                  <a:pt x="14" y="34"/>
                  <a:pt x="14" y="34"/>
                </a:cubicBezTo>
                <a:cubicBezTo>
                  <a:pt x="15" y="34"/>
                  <a:pt x="15" y="33"/>
                  <a:pt x="16" y="33"/>
                </a:cubicBezTo>
                <a:cubicBezTo>
                  <a:pt x="18" y="32"/>
                  <a:pt x="18" y="32"/>
                  <a:pt x="18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1" y="32"/>
                  <a:pt x="23" y="32"/>
                  <a:pt x="25" y="32"/>
                </a:cubicBezTo>
                <a:cubicBezTo>
                  <a:pt x="36" y="32"/>
                  <a:pt x="45" y="26"/>
                  <a:pt x="45" y="19"/>
                </a:cubicBezTo>
                <a:cubicBezTo>
                  <a:pt x="45" y="11"/>
                  <a:pt x="36" y="5"/>
                  <a:pt x="25" y="5"/>
                </a:cubicBezTo>
                <a:cubicBezTo>
                  <a:pt x="14" y="5"/>
                  <a:pt x="4" y="11"/>
                  <a:pt x="4" y="19"/>
                </a:cubicBezTo>
                <a:close/>
                <a:moveTo>
                  <a:pt x="58" y="48"/>
                </a:moveTo>
                <a:cubicBezTo>
                  <a:pt x="59" y="49"/>
                  <a:pt x="59" y="49"/>
                  <a:pt x="59" y="50"/>
                </a:cubicBezTo>
                <a:cubicBezTo>
                  <a:pt x="59" y="50"/>
                  <a:pt x="58" y="51"/>
                  <a:pt x="58" y="51"/>
                </a:cubicBezTo>
                <a:cubicBezTo>
                  <a:pt x="57" y="51"/>
                  <a:pt x="56" y="50"/>
                  <a:pt x="55" y="50"/>
                </a:cubicBezTo>
                <a:cubicBezTo>
                  <a:pt x="51" y="49"/>
                  <a:pt x="48" y="48"/>
                  <a:pt x="45" y="46"/>
                </a:cubicBezTo>
                <a:cubicBezTo>
                  <a:pt x="43" y="46"/>
                  <a:pt x="41" y="46"/>
                  <a:pt x="39" y="46"/>
                </a:cubicBezTo>
                <a:cubicBezTo>
                  <a:pt x="32" y="46"/>
                  <a:pt x="26" y="44"/>
                  <a:pt x="22" y="41"/>
                </a:cubicBezTo>
                <a:cubicBezTo>
                  <a:pt x="23" y="42"/>
                  <a:pt x="24" y="42"/>
                  <a:pt x="25" y="42"/>
                </a:cubicBezTo>
                <a:cubicBezTo>
                  <a:pt x="33" y="42"/>
                  <a:pt x="40" y="39"/>
                  <a:pt x="45" y="35"/>
                </a:cubicBezTo>
                <a:cubicBezTo>
                  <a:pt x="51" y="31"/>
                  <a:pt x="55" y="25"/>
                  <a:pt x="55" y="19"/>
                </a:cubicBezTo>
                <a:cubicBezTo>
                  <a:pt x="55" y="17"/>
                  <a:pt x="54" y="15"/>
                  <a:pt x="54" y="13"/>
                </a:cubicBezTo>
                <a:cubicBezTo>
                  <a:pt x="60" y="17"/>
                  <a:pt x="64" y="22"/>
                  <a:pt x="64" y="28"/>
                </a:cubicBezTo>
                <a:cubicBezTo>
                  <a:pt x="64" y="34"/>
                  <a:pt x="60" y="39"/>
                  <a:pt x="54" y="42"/>
                </a:cubicBezTo>
                <a:cubicBezTo>
                  <a:pt x="55" y="45"/>
                  <a:pt x="57" y="47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10"/>
          <p:cNvSpPr/>
          <p:nvPr/>
        </p:nvSpPr>
        <p:spPr>
          <a:xfrm>
            <a:off x="8866188" y="1268413"/>
            <a:ext cx="185737" cy="185737"/>
          </a:xfrm>
          <a:custGeom>
            <a:rect b="b" l="l" r="r" t="t"/>
            <a:pathLst>
              <a:path extrusionOk="0" h="54" w="54">
                <a:moveTo>
                  <a:pt x="27" y="46"/>
                </a:moveTo>
                <a:cubicBezTo>
                  <a:pt x="27" y="47"/>
                  <a:pt x="26" y="48"/>
                  <a:pt x="25" y="48"/>
                </a:cubicBezTo>
                <a:cubicBezTo>
                  <a:pt x="24" y="48"/>
                  <a:pt x="24" y="48"/>
                  <a:pt x="23" y="47"/>
                </a:cubicBezTo>
                <a:cubicBezTo>
                  <a:pt x="18" y="42"/>
                  <a:pt x="18" y="42"/>
                  <a:pt x="18" y="42"/>
                </a:cubicBezTo>
                <a:cubicBezTo>
                  <a:pt x="6" y="54"/>
                  <a:pt x="6" y="54"/>
                  <a:pt x="6" y="54"/>
                </a:cubicBezTo>
                <a:cubicBezTo>
                  <a:pt x="6" y="54"/>
                  <a:pt x="6" y="54"/>
                  <a:pt x="5" y="54"/>
                </a:cubicBezTo>
                <a:cubicBezTo>
                  <a:pt x="5" y="54"/>
                  <a:pt x="5" y="54"/>
                  <a:pt x="5" y="54"/>
                </a:cubicBezTo>
                <a:cubicBezTo>
                  <a:pt x="1" y="50"/>
                  <a:pt x="1" y="50"/>
                  <a:pt x="1" y="50"/>
                </a:cubicBezTo>
                <a:cubicBezTo>
                  <a:pt x="0" y="50"/>
                  <a:pt x="0" y="49"/>
                  <a:pt x="0" y="49"/>
                </a:cubicBezTo>
                <a:cubicBezTo>
                  <a:pt x="0" y="49"/>
                  <a:pt x="0" y="48"/>
                  <a:pt x="1" y="48"/>
                </a:cubicBezTo>
                <a:cubicBezTo>
                  <a:pt x="12" y="36"/>
                  <a:pt x="12" y="36"/>
                  <a:pt x="12" y="36"/>
                </a:cubicBezTo>
                <a:cubicBezTo>
                  <a:pt x="7" y="31"/>
                  <a:pt x="7" y="31"/>
                  <a:pt x="7" y="31"/>
                </a:cubicBezTo>
                <a:cubicBezTo>
                  <a:pt x="7" y="31"/>
                  <a:pt x="7" y="30"/>
                  <a:pt x="7" y="30"/>
                </a:cubicBezTo>
                <a:cubicBezTo>
                  <a:pt x="7" y="28"/>
                  <a:pt x="8" y="27"/>
                  <a:pt x="9" y="27"/>
                </a:cubicBezTo>
                <a:cubicBezTo>
                  <a:pt x="25" y="27"/>
                  <a:pt x="25" y="27"/>
                  <a:pt x="25" y="27"/>
                </a:cubicBezTo>
                <a:cubicBezTo>
                  <a:pt x="26" y="27"/>
                  <a:pt x="27" y="28"/>
                  <a:pt x="27" y="30"/>
                </a:cubicBezTo>
                <a:lnTo>
                  <a:pt x="27" y="46"/>
                </a:lnTo>
                <a:close/>
                <a:moveTo>
                  <a:pt x="54" y="6"/>
                </a:moveTo>
                <a:cubicBezTo>
                  <a:pt x="42" y="18"/>
                  <a:pt x="42" y="18"/>
                  <a:pt x="42" y="18"/>
                </a:cubicBezTo>
                <a:cubicBezTo>
                  <a:pt x="47" y="23"/>
                  <a:pt x="47" y="23"/>
                  <a:pt x="47" y="23"/>
                </a:cubicBezTo>
                <a:cubicBezTo>
                  <a:pt x="47" y="24"/>
                  <a:pt x="48" y="24"/>
                  <a:pt x="48" y="25"/>
                </a:cubicBezTo>
                <a:cubicBezTo>
                  <a:pt x="48" y="26"/>
                  <a:pt x="47" y="27"/>
                  <a:pt x="45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8" y="27"/>
                  <a:pt x="27" y="26"/>
                  <a:pt x="27" y="25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8"/>
                  <a:pt x="28" y="7"/>
                  <a:pt x="29" y="7"/>
                </a:cubicBezTo>
                <a:cubicBezTo>
                  <a:pt x="30" y="7"/>
                  <a:pt x="31" y="7"/>
                  <a:pt x="31" y="7"/>
                </a:cubicBezTo>
                <a:cubicBezTo>
                  <a:pt x="36" y="13"/>
                  <a:pt x="36" y="13"/>
                  <a:pt x="36" y="13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1"/>
                  <a:pt x="49" y="0"/>
                  <a:pt x="49" y="0"/>
                </a:cubicBezTo>
                <a:cubicBezTo>
                  <a:pt x="49" y="0"/>
                  <a:pt x="49" y="1"/>
                  <a:pt x="50" y="1"/>
                </a:cubicBezTo>
                <a:cubicBezTo>
                  <a:pt x="54" y="5"/>
                  <a:pt x="54" y="5"/>
                  <a:pt x="54" y="5"/>
                </a:cubicBezTo>
                <a:cubicBezTo>
                  <a:pt x="54" y="5"/>
                  <a:pt x="54" y="5"/>
                  <a:pt x="54" y="6"/>
                </a:cubicBezTo>
                <a:cubicBezTo>
                  <a:pt x="54" y="6"/>
                  <a:pt x="54" y="6"/>
                  <a:pt x="54" y="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10"/>
          <p:cNvSpPr/>
          <p:nvPr/>
        </p:nvSpPr>
        <p:spPr>
          <a:xfrm>
            <a:off x="76200" y="1725613"/>
            <a:ext cx="188913" cy="185737"/>
          </a:xfrm>
          <a:custGeom>
            <a:rect b="b" l="l" r="r" t="t"/>
            <a:pathLst>
              <a:path extrusionOk="0" h="54" w="55">
                <a:moveTo>
                  <a:pt x="27" y="54"/>
                </a:move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4"/>
                  <a:pt x="27" y="54"/>
                </a:cubicBezTo>
                <a:close/>
                <a:moveTo>
                  <a:pt x="4" y="27"/>
                </a:moveTo>
                <a:cubicBezTo>
                  <a:pt x="4" y="40"/>
                  <a:pt x="15" y="50"/>
                  <a:pt x="27" y="50"/>
                </a:cubicBezTo>
                <a:cubicBezTo>
                  <a:pt x="40" y="50"/>
                  <a:pt x="50" y="40"/>
                  <a:pt x="50" y="27"/>
                </a:cubicBezTo>
                <a:cubicBezTo>
                  <a:pt x="50" y="14"/>
                  <a:pt x="40" y="4"/>
                  <a:pt x="27" y="4"/>
                </a:cubicBezTo>
                <a:cubicBezTo>
                  <a:pt x="15" y="4"/>
                  <a:pt x="4" y="14"/>
                  <a:pt x="4" y="27"/>
                </a:cubicBezTo>
                <a:close/>
                <a:moveTo>
                  <a:pt x="41" y="37"/>
                </a:moveTo>
                <a:cubicBezTo>
                  <a:pt x="41" y="42"/>
                  <a:pt x="33" y="44"/>
                  <a:pt x="28" y="44"/>
                </a:cubicBezTo>
                <a:cubicBezTo>
                  <a:pt x="18" y="44"/>
                  <a:pt x="11" y="37"/>
                  <a:pt x="11" y="27"/>
                </a:cubicBezTo>
                <a:cubicBezTo>
                  <a:pt x="11" y="17"/>
                  <a:pt x="18" y="10"/>
                  <a:pt x="28" y="10"/>
                </a:cubicBezTo>
                <a:cubicBezTo>
                  <a:pt x="31" y="10"/>
                  <a:pt x="40" y="11"/>
                  <a:pt x="40" y="17"/>
                </a:cubicBezTo>
                <a:cubicBezTo>
                  <a:pt x="40" y="21"/>
                  <a:pt x="40" y="21"/>
                  <a:pt x="40" y="21"/>
                </a:cubicBezTo>
                <a:cubicBezTo>
                  <a:pt x="40" y="21"/>
                  <a:pt x="40" y="21"/>
                  <a:pt x="40" y="21"/>
                </a:cubicBezTo>
                <a:cubicBezTo>
                  <a:pt x="36" y="21"/>
                  <a:pt x="36" y="21"/>
                  <a:pt x="36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5" y="18"/>
                  <a:pt x="35" y="18"/>
                  <a:pt x="35" y="18"/>
                </a:cubicBezTo>
                <a:cubicBezTo>
                  <a:pt x="35" y="16"/>
                  <a:pt x="31" y="15"/>
                  <a:pt x="28" y="15"/>
                </a:cubicBezTo>
                <a:cubicBezTo>
                  <a:pt x="21" y="15"/>
                  <a:pt x="16" y="20"/>
                  <a:pt x="16" y="27"/>
                </a:cubicBezTo>
                <a:cubicBezTo>
                  <a:pt x="16" y="34"/>
                  <a:pt x="21" y="39"/>
                  <a:pt x="28" y="39"/>
                </a:cubicBezTo>
                <a:cubicBezTo>
                  <a:pt x="31" y="39"/>
                  <a:pt x="35" y="38"/>
                  <a:pt x="35" y="36"/>
                </a:cubicBezTo>
                <a:cubicBezTo>
                  <a:pt x="35" y="33"/>
                  <a:pt x="35" y="33"/>
                  <a:pt x="35" y="33"/>
                </a:cubicBezTo>
                <a:cubicBezTo>
                  <a:pt x="35" y="33"/>
                  <a:pt x="36" y="33"/>
                  <a:pt x="36" y="33"/>
                </a:cubicBezTo>
                <a:cubicBezTo>
                  <a:pt x="40" y="33"/>
                  <a:pt x="40" y="33"/>
                  <a:pt x="40" y="33"/>
                </a:cubicBezTo>
                <a:cubicBezTo>
                  <a:pt x="41" y="33"/>
                  <a:pt x="41" y="33"/>
                  <a:pt x="41" y="33"/>
                </a:cubicBezTo>
                <a:lnTo>
                  <a:pt x="41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0" name="Google Shape;2730;p10"/>
          <p:cNvSpPr/>
          <p:nvPr/>
        </p:nvSpPr>
        <p:spPr>
          <a:xfrm>
            <a:off x="495300" y="1722438"/>
            <a:ext cx="201613" cy="206375"/>
          </a:xfrm>
          <a:custGeom>
            <a:rect b="b" l="l" r="r" t="t"/>
            <a:pathLst>
              <a:path extrusionOk="0" h="60" w="59">
                <a:moveTo>
                  <a:pt x="59" y="50"/>
                </a:moveTo>
                <a:cubicBezTo>
                  <a:pt x="59" y="50"/>
                  <a:pt x="59" y="51"/>
                  <a:pt x="58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50" y="59"/>
                  <a:pt x="50" y="59"/>
                  <a:pt x="50" y="59"/>
                </a:cubicBezTo>
                <a:cubicBezTo>
                  <a:pt x="50" y="59"/>
                  <a:pt x="50" y="60"/>
                  <a:pt x="49" y="60"/>
                </a:cubicBezTo>
                <a:cubicBezTo>
                  <a:pt x="42" y="60"/>
                  <a:pt x="42" y="60"/>
                  <a:pt x="42" y="60"/>
                </a:cubicBezTo>
                <a:cubicBezTo>
                  <a:pt x="41" y="60"/>
                  <a:pt x="41" y="59"/>
                  <a:pt x="41" y="59"/>
                </a:cubicBezTo>
                <a:cubicBezTo>
                  <a:pt x="41" y="51"/>
                  <a:pt x="41" y="51"/>
                  <a:pt x="41" y="51"/>
                </a:cubicBezTo>
                <a:cubicBezTo>
                  <a:pt x="10" y="51"/>
                  <a:pt x="10" y="51"/>
                  <a:pt x="10" y="51"/>
                </a:cubicBezTo>
                <a:cubicBezTo>
                  <a:pt x="9" y="51"/>
                  <a:pt x="9" y="50"/>
                  <a:pt x="9" y="50"/>
                </a:cubicBezTo>
                <a:cubicBezTo>
                  <a:pt x="9" y="19"/>
                  <a:pt x="9" y="19"/>
                  <a:pt x="9" y="19"/>
                </a:cubicBezTo>
                <a:cubicBezTo>
                  <a:pt x="1" y="19"/>
                  <a:pt x="1" y="19"/>
                  <a:pt x="1" y="19"/>
                </a:cubicBezTo>
                <a:cubicBezTo>
                  <a:pt x="0" y="19"/>
                  <a:pt x="0" y="18"/>
                  <a:pt x="0" y="1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0" y="10"/>
                  <a:pt x="1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9" y="1"/>
                  <a:pt x="10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8" y="1"/>
                  <a:pt x="18" y="1"/>
                  <a:pt x="18" y="2"/>
                </a:cubicBezTo>
                <a:cubicBezTo>
                  <a:pt x="18" y="10"/>
                  <a:pt x="18" y="10"/>
                  <a:pt x="18" y="10"/>
                </a:cubicBezTo>
                <a:cubicBezTo>
                  <a:pt x="48" y="10"/>
                  <a:pt x="48" y="10"/>
                  <a:pt x="48" y="10"/>
                </a:cubicBezTo>
                <a:cubicBezTo>
                  <a:pt x="57" y="1"/>
                  <a:pt x="57" y="1"/>
                  <a:pt x="57" y="1"/>
                </a:cubicBezTo>
                <a:cubicBezTo>
                  <a:pt x="58" y="0"/>
                  <a:pt x="58" y="0"/>
                  <a:pt x="59" y="1"/>
                </a:cubicBezTo>
                <a:cubicBezTo>
                  <a:pt x="59" y="1"/>
                  <a:pt x="59" y="2"/>
                  <a:pt x="59" y="2"/>
                </a:cubicBezTo>
                <a:cubicBezTo>
                  <a:pt x="50" y="11"/>
                  <a:pt x="50" y="11"/>
                  <a:pt x="50" y="11"/>
                </a:cubicBezTo>
                <a:cubicBezTo>
                  <a:pt x="50" y="42"/>
                  <a:pt x="50" y="42"/>
                  <a:pt x="50" y="42"/>
                </a:cubicBezTo>
                <a:cubicBezTo>
                  <a:pt x="58" y="42"/>
                  <a:pt x="58" y="42"/>
                  <a:pt x="58" y="42"/>
                </a:cubicBezTo>
                <a:cubicBezTo>
                  <a:pt x="59" y="42"/>
                  <a:pt x="59" y="42"/>
                  <a:pt x="59" y="43"/>
                </a:cubicBezTo>
                <a:lnTo>
                  <a:pt x="59" y="50"/>
                </a:lnTo>
                <a:close/>
                <a:moveTo>
                  <a:pt x="39" y="19"/>
                </a:moveTo>
                <a:cubicBezTo>
                  <a:pt x="18" y="19"/>
                  <a:pt x="18" y="19"/>
                  <a:pt x="18" y="19"/>
                </a:cubicBezTo>
                <a:cubicBezTo>
                  <a:pt x="18" y="40"/>
                  <a:pt x="18" y="40"/>
                  <a:pt x="18" y="40"/>
                </a:cubicBezTo>
                <a:lnTo>
                  <a:pt x="39" y="19"/>
                </a:lnTo>
                <a:close/>
                <a:moveTo>
                  <a:pt x="41" y="42"/>
                </a:moveTo>
                <a:cubicBezTo>
                  <a:pt x="41" y="20"/>
                  <a:pt x="41" y="20"/>
                  <a:pt x="41" y="20"/>
                </a:cubicBezTo>
                <a:cubicBezTo>
                  <a:pt x="20" y="42"/>
                  <a:pt x="20" y="42"/>
                  <a:pt x="20" y="42"/>
                </a:cubicBezTo>
                <a:lnTo>
                  <a:pt x="41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10"/>
          <p:cNvSpPr/>
          <p:nvPr/>
        </p:nvSpPr>
        <p:spPr>
          <a:xfrm>
            <a:off x="989013" y="1708150"/>
            <a:ext cx="265112" cy="220663"/>
          </a:xfrm>
          <a:custGeom>
            <a:rect b="b" l="l" r="r" t="t"/>
            <a:pathLst>
              <a:path extrusionOk="0" h="64" w="77">
                <a:moveTo>
                  <a:pt x="77" y="51"/>
                </a:moveTo>
                <a:cubicBezTo>
                  <a:pt x="77" y="53"/>
                  <a:pt x="76" y="55"/>
                  <a:pt x="75" y="55"/>
                </a:cubicBezTo>
                <a:cubicBezTo>
                  <a:pt x="59" y="63"/>
                  <a:pt x="59" y="63"/>
                  <a:pt x="59" y="63"/>
                </a:cubicBezTo>
                <a:cubicBezTo>
                  <a:pt x="58" y="64"/>
                  <a:pt x="58" y="64"/>
                  <a:pt x="57" y="64"/>
                </a:cubicBezTo>
                <a:cubicBezTo>
                  <a:pt x="56" y="64"/>
                  <a:pt x="55" y="64"/>
                  <a:pt x="55" y="63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9" y="55"/>
                  <a:pt x="39" y="55"/>
                </a:cubicBezTo>
                <a:cubicBezTo>
                  <a:pt x="39" y="55"/>
                  <a:pt x="38" y="55"/>
                  <a:pt x="38" y="55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64"/>
                  <a:pt x="21" y="64"/>
                  <a:pt x="20" y="64"/>
                </a:cubicBezTo>
                <a:cubicBezTo>
                  <a:pt x="20" y="64"/>
                  <a:pt x="19" y="64"/>
                  <a:pt x="18" y="63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35"/>
                  <a:pt x="1" y="33"/>
                  <a:pt x="3" y="32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9" y="8"/>
                  <a:pt x="21" y="7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0"/>
                  <a:pt x="38" y="0"/>
                  <a:pt x="39" y="0"/>
                </a:cubicBezTo>
                <a:cubicBezTo>
                  <a:pt x="39" y="0"/>
                  <a:pt x="40" y="0"/>
                  <a:pt x="40" y="0"/>
                </a:cubicBezTo>
                <a:cubicBezTo>
                  <a:pt x="56" y="7"/>
                  <a:pt x="56" y="7"/>
                  <a:pt x="56" y="7"/>
                </a:cubicBezTo>
                <a:cubicBezTo>
                  <a:pt x="58" y="8"/>
                  <a:pt x="59" y="10"/>
                  <a:pt x="59" y="11"/>
                </a:cubicBezTo>
                <a:cubicBezTo>
                  <a:pt x="59" y="26"/>
                  <a:pt x="59" y="26"/>
                  <a:pt x="59" y="26"/>
                </a:cubicBezTo>
                <a:cubicBezTo>
                  <a:pt x="75" y="32"/>
                  <a:pt x="75" y="32"/>
                  <a:pt x="75" y="32"/>
                </a:cubicBezTo>
                <a:cubicBezTo>
                  <a:pt x="76" y="33"/>
                  <a:pt x="77" y="35"/>
                  <a:pt x="77" y="37"/>
                </a:cubicBezTo>
                <a:lnTo>
                  <a:pt x="77" y="51"/>
                </a:lnTo>
                <a:close/>
                <a:moveTo>
                  <a:pt x="35" y="36"/>
                </a:moveTo>
                <a:cubicBezTo>
                  <a:pt x="20" y="30"/>
                  <a:pt x="20" y="30"/>
                  <a:pt x="20" y="30"/>
                </a:cubicBezTo>
                <a:cubicBezTo>
                  <a:pt x="6" y="36"/>
                  <a:pt x="6" y="36"/>
                  <a:pt x="6" y="36"/>
                </a:cubicBezTo>
                <a:cubicBezTo>
                  <a:pt x="20" y="42"/>
                  <a:pt x="20" y="42"/>
                  <a:pt x="20" y="42"/>
                </a:cubicBezTo>
                <a:lnTo>
                  <a:pt x="35" y="36"/>
                </a:lnTo>
                <a:close/>
                <a:moveTo>
                  <a:pt x="36" y="51"/>
                </a:moveTo>
                <a:cubicBezTo>
                  <a:pt x="36" y="40"/>
                  <a:pt x="36" y="40"/>
                  <a:pt x="36" y="40"/>
                </a:cubicBezTo>
                <a:cubicBezTo>
                  <a:pt x="23" y="46"/>
                  <a:pt x="23" y="46"/>
                  <a:pt x="23" y="46"/>
                </a:cubicBezTo>
                <a:cubicBezTo>
                  <a:pt x="23" y="58"/>
                  <a:pt x="23" y="58"/>
                  <a:pt x="23" y="58"/>
                </a:cubicBezTo>
                <a:lnTo>
                  <a:pt x="36" y="51"/>
                </a:lnTo>
                <a:close/>
                <a:moveTo>
                  <a:pt x="54" y="11"/>
                </a:moveTo>
                <a:cubicBezTo>
                  <a:pt x="39" y="5"/>
                  <a:pt x="39" y="5"/>
                  <a:pt x="39" y="5"/>
                </a:cubicBezTo>
                <a:cubicBezTo>
                  <a:pt x="23" y="11"/>
                  <a:pt x="23" y="11"/>
                  <a:pt x="23" y="11"/>
                </a:cubicBezTo>
                <a:cubicBezTo>
                  <a:pt x="39" y="18"/>
                  <a:pt x="39" y="18"/>
                  <a:pt x="39" y="18"/>
                </a:cubicBezTo>
                <a:lnTo>
                  <a:pt x="54" y="11"/>
                </a:lnTo>
                <a:close/>
                <a:moveTo>
                  <a:pt x="55" y="26"/>
                </a:moveTo>
                <a:cubicBezTo>
                  <a:pt x="55" y="16"/>
                  <a:pt x="55" y="16"/>
                  <a:pt x="55" y="16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32"/>
                  <a:pt x="41" y="32"/>
                  <a:pt x="41" y="32"/>
                </a:cubicBezTo>
                <a:lnTo>
                  <a:pt x="55" y="26"/>
                </a:lnTo>
                <a:close/>
                <a:moveTo>
                  <a:pt x="71" y="36"/>
                </a:moveTo>
                <a:cubicBezTo>
                  <a:pt x="57" y="30"/>
                  <a:pt x="57" y="30"/>
                  <a:pt x="57" y="30"/>
                </a:cubicBezTo>
                <a:cubicBezTo>
                  <a:pt x="42" y="36"/>
                  <a:pt x="42" y="36"/>
                  <a:pt x="42" y="36"/>
                </a:cubicBezTo>
                <a:cubicBezTo>
                  <a:pt x="57" y="42"/>
                  <a:pt x="57" y="42"/>
                  <a:pt x="57" y="42"/>
                </a:cubicBezTo>
                <a:lnTo>
                  <a:pt x="71" y="36"/>
                </a:lnTo>
                <a:close/>
                <a:moveTo>
                  <a:pt x="73" y="51"/>
                </a:moveTo>
                <a:cubicBezTo>
                  <a:pt x="73" y="40"/>
                  <a:pt x="73" y="40"/>
                  <a:pt x="73" y="40"/>
                </a:cubicBezTo>
                <a:cubicBezTo>
                  <a:pt x="59" y="46"/>
                  <a:pt x="59" y="46"/>
                  <a:pt x="59" y="46"/>
                </a:cubicBezTo>
                <a:cubicBezTo>
                  <a:pt x="59" y="58"/>
                  <a:pt x="59" y="58"/>
                  <a:pt x="59" y="58"/>
                </a:cubicBezTo>
                <a:lnTo>
                  <a:pt x="73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10"/>
          <p:cNvSpPr/>
          <p:nvPr/>
        </p:nvSpPr>
        <p:spPr>
          <a:xfrm>
            <a:off x="1484313" y="1708150"/>
            <a:ext cx="171450" cy="220663"/>
          </a:xfrm>
          <a:custGeom>
            <a:rect b="b" l="l" r="r" t="t"/>
            <a:pathLst>
              <a:path extrusionOk="0" h="64" w="50">
                <a:moveTo>
                  <a:pt x="23" y="25"/>
                </a:moveTo>
                <a:cubicBezTo>
                  <a:pt x="23" y="28"/>
                  <a:pt x="21" y="31"/>
                  <a:pt x="18" y="32"/>
                </a:cubicBezTo>
                <a:cubicBezTo>
                  <a:pt x="18" y="59"/>
                  <a:pt x="18" y="59"/>
                  <a:pt x="18" y="59"/>
                </a:cubicBezTo>
                <a:cubicBezTo>
                  <a:pt x="18" y="62"/>
                  <a:pt x="16" y="64"/>
                  <a:pt x="13" y="64"/>
                </a:cubicBezTo>
                <a:cubicBezTo>
                  <a:pt x="9" y="64"/>
                  <a:pt x="9" y="64"/>
                  <a:pt x="9" y="64"/>
                </a:cubicBezTo>
                <a:cubicBezTo>
                  <a:pt x="6" y="64"/>
                  <a:pt x="4" y="62"/>
                  <a:pt x="4" y="59"/>
                </a:cubicBezTo>
                <a:cubicBezTo>
                  <a:pt x="4" y="32"/>
                  <a:pt x="4" y="32"/>
                  <a:pt x="4" y="32"/>
                </a:cubicBezTo>
                <a:cubicBezTo>
                  <a:pt x="2" y="31"/>
                  <a:pt x="0" y="28"/>
                  <a:pt x="0" y="25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" y="0"/>
                  <a:pt x="4" y="1"/>
                  <a:pt x="4" y="2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8"/>
                  <a:pt x="5" y="19"/>
                  <a:pt x="7" y="19"/>
                </a:cubicBezTo>
                <a:cubicBezTo>
                  <a:pt x="8" y="19"/>
                  <a:pt x="9" y="18"/>
                  <a:pt x="9" y="17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1" y="0"/>
                </a:cubicBezTo>
                <a:cubicBezTo>
                  <a:pt x="12" y="0"/>
                  <a:pt x="13" y="1"/>
                  <a:pt x="13" y="2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18"/>
                  <a:pt x="15" y="19"/>
                  <a:pt x="16" y="19"/>
                </a:cubicBezTo>
                <a:cubicBezTo>
                  <a:pt x="17" y="19"/>
                  <a:pt x="18" y="18"/>
                  <a:pt x="18" y="17"/>
                </a:cubicBezTo>
                <a:cubicBezTo>
                  <a:pt x="18" y="2"/>
                  <a:pt x="18" y="2"/>
                  <a:pt x="18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22" y="0"/>
                  <a:pt x="23" y="1"/>
                  <a:pt x="23" y="2"/>
                </a:cubicBezTo>
                <a:lnTo>
                  <a:pt x="23" y="25"/>
                </a:lnTo>
                <a:close/>
                <a:moveTo>
                  <a:pt x="50" y="59"/>
                </a:moveTo>
                <a:cubicBezTo>
                  <a:pt x="50" y="62"/>
                  <a:pt x="48" y="64"/>
                  <a:pt x="45" y="64"/>
                </a:cubicBezTo>
                <a:cubicBezTo>
                  <a:pt x="41" y="64"/>
                  <a:pt x="41" y="64"/>
                  <a:pt x="41" y="64"/>
                </a:cubicBezTo>
                <a:cubicBezTo>
                  <a:pt x="38" y="64"/>
                  <a:pt x="36" y="62"/>
                  <a:pt x="36" y="59"/>
                </a:cubicBezTo>
                <a:cubicBezTo>
                  <a:pt x="36" y="41"/>
                  <a:pt x="36" y="41"/>
                  <a:pt x="36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1"/>
                  <a:pt x="27" y="40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5"/>
                  <a:pt x="32" y="0"/>
                  <a:pt x="39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0" y="1"/>
                  <a:pt x="50" y="2"/>
                </a:cubicBezTo>
                <a:lnTo>
                  <a:pt x="50" y="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10"/>
          <p:cNvSpPr/>
          <p:nvPr/>
        </p:nvSpPr>
        <p:spPr>
          <a:xfrm>
            <a:off x="1979613" y="1708150"/>
            <a:ext cx="188912" cy="220663"/>
          </a:xfrm>
          <a:custGeom>
            <a:rect b="b" l="l" r="r" t="t"/>
            <a:pathLst>
              <a:path extrusionOk="0" h="64" w="55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10"/>
          <p:cNvSpPr/>
          <p:nvPr/>
        </p:nvSpPr>
        <p:spPr>
          <a:xfrm>
            <a:off x="2474913" y="1725613"/>
            <a:ext cx="188912" cy="185737"/>
          </a:xfrm>
          <a:custGeom>
            <a:rect b="b" l="l" r="r" t="t"/>
            <a:pathLst>
              <a:path extrusionOk="0" h="54" w="55">
                <a:moveTo>
                  <a:pt x="55" y="44"/>
                </a:moveTo>
                <a:cubicBezTo>
                  <a:pt x="55" y="50"/>
                  <a:pt x="50" y="54"/>
                  <a:pt x="44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4" y="54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52" y="27"/>
                </a:moveTo>
                <a:cubicBezTo>
                  <a:pt x="27" y="27"/>
                  <a:pt x="27" y="27"/>
                  <a:pt x="27" y="27"/>
                </a:cubicBezTo>
                <a:cubicBezTo>
                  <a:pt x="27" y="2"/>
                  <a:pt x="27" y="2"/>
                  <a:pt x="27" y="2"/>
                </a:cubicBezTo>
                <a:cubicBezTo>
                  <a:pt x="10" y="2"/>
                  <a:pt x="10" y="2"/>
                  <a:pt x="10" y="2"/>
                </a:cubicBezTo>
                <a:cubicBezTo>
                  <a:pt x="6" y="2"/>
                  <a:pt x="2" y="5"/>
                  <a:pt x="2" y="10"/>
                </a:cubicBezTo>
                <a:cubicBezTo>
                  <a:pt x="2" y="27"/>
                  <a:pt x="2" y="27"/>
                  <a:pt x="2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52"/>
                  <a:pt x="27" y="52"/>
                  <a:pt x="27" y="52"/>
                </a:cubicBezTo>
                <a:cubicBezTo>
                  <a:pt x="44" y="52"/>
                  <a:pt x="44" y="52"/>
                  <a:pt x="44" y="52"/>
                </a:cubicBezTo>
                <a:cubicBezTo>
                  <a:pt x="49" y="52"/>
                  <a:pt x="52" y="49"/>
                  <a:pt x="52" y="44"/>
                </a:cubicBezTo>
                <a:lnTo>
                  <a:pt x="52" y="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10"/>
          <p:cNvSpPr/>
          <p:nvPr/>
        </p:nvSpPr>
        <p:spPr>
          <a:xfrm>
            <a:off x="2968625" y="1725613"/>
            <a:ext cx="188913" cy="185737"/>
          </a:xfrm>
          <a:custGeom>
            <a:rect b="b" l="l" r="r" t="t"/>
            <a:pathLst>
              <a:path extrusionOk="0" h="54" w="55">
                <a:moveTo>
                  <a:pt x="55" y="4"/>
                </a:moveTo>
                <a:cubicBezTo>
                  <a:pt x="55" y="49"/>
                  <a:pt x="55" y="49"/>
                  <a:pt x="55" y="49"/>
                </a:cubicBezTo>
                <a:cubicBezTo>
                  <a:pt x="55" y="52"/>
                  <a:pt x="52" y="54"/>
                  <a:pt x="50" y="54"/>
                </a:cubicBezTo>
                <a:cubicBezTo>
                  <a:pt x="5" y="54"/>
                  <a:pt x="5" y="54"/>
                  <a:pt x="5" y="54"/>
                </a:cubicBezTo>
                <a:cubicBezTo>
                  <a:pt x="2" y="54"/>
                  <a:pt x="0" y="52"/>
                  <a:pt x="0" y="4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5" y="2"/>
                  <a:pt x="55" y="4"/>
                </a:cubicBezTo>
                <a:close/>
                <a:moveTo>
                  <a:pt x="52" y="4"/>
                </a:moveTo>
                <a:cubicBezTo>
                  <a:pt x="52" y="3"/>
                  <a:pt x="51" y="2"/>
                  <a:pt x="50" y="2"/>
                </a:cubicBezTo>
                <a:cubicBezTo>
                  <a:pt x="5" y="2"/>
                  <a:pt x="5" y="2"/>
                  <a:pt x="5" y="2"/>
                </a:cubicBezTo>
                <a:cubicBezTo>
                  <a:pt x="3" y="2"/>
                  <a:pt x="2" y="3"/>
                  <a:pt x="2" y="4"/>
                </a:cubicBezTo>
                <a:cubicBezTo>
                  <a:pt x="2" y="49"/>
                  <a:pt x="2" y="49"/>
                  <a:pt x="2" y="49"/>
                </a:cubicBezTo>
                <a:cubicBezTo>
                  <a:pt x="2" y="51"/>
                  <a:pt x="3" y="52"/>
                  <a:pt x="5" y="52"/>
                </a:cubicBezTo>
                <a:cubicBezTo>
                  <a:pt x="50" y="52"/>
                  <a:pt x="50" y="52"/>
                  <a:pt x="50" y="52"/>
                </a:cubicBezTo>
                <a:cubicBezTo>
                  <a:pt x="51" y="52"/>
                  <a:pt x="52" y="51"/>
                  <a:pt x="52" y="49"/>
                </a:cubicBezTo>
                <a:lnTo>
                  <a:pt x="52" y="4"/>
                </a:lnTo>
                <a:close/>
                <a:moveTo>
                  <a:pt x="50" y="4"/>
                </a:moveTo>
                <a:cubicBezTo>
                  <a:pt x="50" y="20"/>
                  <a:pt x="50" y="20"/>
                  <a:pt x="50" y="20"/>
                </a:cubicBezTo>
                <a:cubicBezTo>
                  <a:pt x="48" y="19"/>
                  <a:pt x="46" y="18"/>
                  <a:pt x="44" y="18"/>
                </a:cubicBezTo>
                <a:cubicBezTo>
                  <a:pt x="36" y="16"/>
                  <a:pt x="29" y="16"/>
                  <a:pt x="21" y="17"/>
                </a:cubicBezTo>
                <a:cubicBezTo>
                  <a:pt x="20" y="18"/>
                  <a:pt x="20" y="18"/>
                  <a:pt x="20" y="18"/>
                </a:cubicBezTo>
                <a:cubicBezTo>
                  <a:pt x="18" y="13"/>
                  <a:pt x="18" y="13"/>
                  <a:pt x="18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12" y="20"/>
                  <a:pt x="12" y="20"/>
                  <a:pt x="12" y="20"/>
                </a:cubicBezTo>
                <a:cubicBezTo>
                  <a:pt x="9" y="21"/>
                  <a:pt x="6" y="23"/>
                  <a:pt x="4" y="24"/>
                </a:cubicBezTo>
                <a:cubicBezTo>
                  <a:pt x="4" y="4"/>
                  <a:pt x="4" y="4"/>
                  <a:pt x="4" y="4"/>
                </a:cubicBezTo>
                <a:cubicBezTo>
                  <a:pt x="4" y="4"/>
                  <a:pt x="4" y="4"/>
                  <a:pt x="5" y="4"/>
                </a:cubicBezTo>
                <a:cubicBezTo>
                  <a:pt x="50" y="4"/>
                  <a:pt x="50" y="4"/>
                  <a:pt x="50" y="4"/>
                </a:cubicBezTo>
                <a:cubicBezTo>
                  <a:pt x="50" y="4"/>
                  <a:pt x="50" y="4"/>
                  <a:pt x="50" y="4"/>
                </a:cubicBezTo>
                <a:close/>
                <a:moveTo>
                  <a:pt x="31" y="37"/>
                </a:moveTo>
                <a:cubicBezTo>
                  <a:pt x="50" y="32"/>
                  <a:pt x="50" y="32"/>
                  <a:pt x="50" y="32"/>
                </a:cubicBezTo>
                <a:cubicBezTo>
                  <a:pt x="50" y="49"/>
                  <a:pt x="50" y="49"/>
                  <a:pt x="50" y="49"/>
                </a:cubicBezTo>
                <a:cubicBezTo>
                  <a:pt x="50" y="50"/>
                  <a:pt x="50" y="50"/>
                  <a:pt x="50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4" y="50"/>
                  <a:pt x="4" y="50"/>
                  <a:pt x="4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29" y="37"/>
                  <a:pt x="29" y="37"/>
                  <a:pt x="29" y="37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22"/>
                  <a:pt x="22" y="22"/>
                  <a:pt x="23" y="22"/>
                </a:cubicBezTo>
                <a:cubicBezTo>
                  <a:pt x="35" y="19"/>
                  <a:pt x="43" y="22"/>
                  <a:pt x="47" y="26"/>
                </a:cubicBezTo>
                <a:cubicBezTo>
                  <a:pt x="47" y="27"/>
                  <a:pt x="47" y="27"/>
                  <a:pt x="46" y="27"/>
                </a:cubicBezTo>
                <a:cubicBezTo>
                  <a:pt x="46" y="27"/>
                  <a:pt x="43" y="28"/>
                  <a:pt x="37" y="30"/>
                </a:cubicBezTo>
                <a:cubicBezTo>
                  <a:pt x="33" y="22"/>
                  <a:pt x="33" y="22"/>
                  <a:pt x="33" y="22"/>
                </a:cubicBezTo>
                <a:cubicBezTo>
                  <a:pt x="31" y="22"/>
                  <a:pt x="28" y="22"/>
                  <a:pt x="25" y="23"/>
                </a:cubicBezTo>
                <a:lnTo>
                  <a:pt x="31" y="37"/>
                </a:lnTo>
                <a:close/>
                <a:moveTo>
                  <a:pt x="9" y="35"/>
                </a:moveTo>
                <a:cubicBezTo>
                  <a:pt x="8" y="31"/>
                  <a:pt x="9" y="27"/>
                  <a:pt x="14" y="24"/>
                </a:cubicBezTo>
                <a:cubicBezTo>
                  <a:pt x="19" y="34"/>
                  <a:pt x="19" y="34"/>
                  <a:pt x="19" y="34"/>
                </a:cubicBezTo>
                <a:cubicBezTo>
                  <a:pt x="10" y="36"/>
                  <a:pt x="10" y="36"/>
                  <a:pt x="10" y="36"/>
                </a:cubicBezTo>
                <a:cubicBezTo>
                  <a:pt x="9" y="36"/>
                  <a:pt x="9" y="36"/>
                  <a:pt x="9" y="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10"/>
          <p:cNvSpPr/>
          <p:nvPr/>
        </p:nvSpPr>
        <p:spPr>
          <a:xfrm>
            <a:off x="3467100" y="1708150"/>
            <a:ext cx="117475" cy="220663"/>
          </a:xfrm>
          <a:custGeom>
            <a:rect b="b" l="l" r="r" t="t"/>
            <a:pathLst>
              <a:path extrusionOk="0" h="64" w="3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10"/>
          <p:cNvSpPr/>
          <p:nvPr/>
        </p:nvSpPr>
        <p:spPr>
          <a:xfrm>
            <a:off x="3959225" y="1708150"/>
            <a:ext cx="201613" cy="188913"/>
          </a:xfrm>
          <a:custGeom>
            <a:rect b="b" l="l" r="r" t="t"/>
            <a:pathLst>
              <a:path extrusionOk="0" h="55" w="59">
                <a:moveTo>
                  <a:pt x="59" y="51"/>
                </a:moveTo>
                <a:cubicBezTo>
                  <a:pt x="59" y="53"/>
                  <a:pt x="58" y="55"/>
                  <a:pt x="56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7"/>
                  <a:pt x="3" y="37"/>
                </a:cubicBezTo>
                <a:cubicBezTo>
                  <a:pt x="20" y="37"/>
                  <a:pt x="20" y="37"/>
                  <a:pt x="20" y="37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3"/>
                  <a:pt x="28" y="43"/>
                  <a:pt x="29" y="43"/>
                </a:cubicBezTo>
                <a:cubicBezTo>
                  <a:pt x="31" y="43"/>
                  <a:pt x="33" y="43"/>
                  <a:pt x="34" y="41"/>
                </a:cubicBezTo>
                <a:cubicBezTo>
                  <a:pt x="39" y="37"/>
                  <a:pt x="39" y="37"/>
                  <a:pt x="39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8" y="37"/>
                  <a:pt x="59" y="38"/>
                  <a:pt x="59" y="40"/>
                </a:cubicBezTo>
                <a:lnTo>
                  <a:pt x="59" y="51"/>
                </a:lnTo>
                <a:close/>
                <a:moveTo>
                  <a:pt x="47" y="22"/>
                </a:moveTo>
                <a:cubicBezTo>
                  <a:pt x="31" y="38"/>
                  <a:pt x="31" y="38"/>
                  <a:pt x="31" y="38"/>
                </a:cubicBezTo>
                <a:cubicBezTo>
                  <a:pt x="31" y="39"/>
                  <a:pt x="30" y="39"/>
                  <a:pt x="29" y="39"/>
                </a:cubicBezTo>
                <a:cubicBezTo>
                  <a:pt x="29" y="39"/>
                  <a:pt x="28" y="39"/>
                  <a:pt x="28" y="38"/>
                </a:cubicBezTo>
                <a:cubicBezTo>
                  <a:pt x="12" y="22"/>
                  <a:pt x="12" y="22"/>
                  <a:pt x="12" y="22"/>
                </a:cubicBezTo>
                <a:cubicBezTo>
                  <a:pt x="11" y="21"/>
                  <a:pt x="11" y="20"/>
                  <a:pt x="11" y="20"/>
                </a:cubicBezTo>
                <a:cubicBezTo>
                  <a:pt x="12" y="19"/>
                  <a:pt x="13" y="18"/>
                  <a:pt x="13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5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18"/>
                  <a:pt x="36" y="18"/>
                  <a:pt x="36" y="18"/>
                </a:cubicBezTo>
                <a:cubicBezTo>
                  <a:pt x="45" y="18"/>
                  <a:pt x="45" y="18"/>
                  <a:pt x="45" y="18"/>
                </a:cubicBezTo>
                <a:cubicBezTo>
                  <a:pt x="46" y="18"/>
                  <a:pt x="47" y="19"/>
                  <a:pt x="48" y="20"/>
                </a:cubicBezTo>
                <a:cubicBezTo>
                  <a:pt x="48" y="20"/>
                  <a:pt x="48" y="21"/>
                  <a:pt x="47" y="22"/>
                </a:cubicBezTo>
                <a:close/>
                <a:moveTo>
                  <a:pt x="43" y="46"/>
                </a:moveTo>
                <a:cubicBezTo>
                  <a:pt x="42" y="46"/>
                  <a:pt x="41" y="47"/>
                  <a:pt x="41" y="48"/>
                </a:cubicBezTo>
                <a:cubicBezTo>
                  <a:pt x="41" y="49"/>
                  <a:pt x="42" y="50"/>
                  <a:pt x="43" y="50"/>
                </a:cubicBezTo>
                <a:cubicBezTo>
                  <a:pt x="44" y="50"/>
                  <a:pt x="45" y="49"/>
                  <a:pt x="45" y="48"/>
                </a:cubicBezTo>
                <a:cubicBezTo>
                  <a:pt x="45" y="47"/>
                  <a:pt x="44" y="46"/>
                  <a:pt x="43" y="46"/>
                </a:cubicBezTo>
                <a:close/>
                <a:moveTo>
                  <a:pt x="52" y="46"/>
                </a:moveTo>
                <a:cubicBezTo>
                  <a:pt x="51" y="46"/>
                  <a:pt x="50" y="47"/>
                  <a:pt x="50" y="48"/>
                </a:cubicBezTo>
                <a:cubicBezTo>
                  <a:pt x="50" y="49"/>
                  <a:pt x="51" y="50"/>
                  <a:pt x="52" y="50"/>
                </a:cubicBezTo>
                <a:cubicBezTo>
                  <a:pt x="54" y="50"/>
                  <a:pt x="55" y="49"/>
                  <a:pt x="55" y="48"/>
                </a:cubicBezTo>
                <a:cubicBezTo>
                  <a:pt x="55" y="47"/>
                  <a:pt x="54" y="46"/>
                  <a:pt x="52" y="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10"/>
          <p:cNvSpPr/>
          <p:nvPr/>
        </p:nvSpPr>
        <p:spPr>
          <a:xfrm>
            <a:off x="4460875" y="1722438"/>
            <a:ext cx="201613" cy="188912"/>
          </a:xfrm>
          <a:custGeom>
            <a:rect b="b" l="l" r="r" t="t"/>
            <a:pathLst>
              <a:path extrusionOk="0" h="119" w="127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9" name="Google Shape;2739;p10"/>
          <p:cNvSpPr/>
          <p:nvPr/>
        </p:nvSpPr>
        <p:spPr>
          <a:xfrm>
            <a:off x="4948238" y="1722438"/>
            <a:ext cx="220662" cy="174625"/>
          </a:xfrm>
          <a:custGeom>
            <a:rect b="b" l="l" r="r" t="t"/>
            <a:pathLst>
              <a:path extrusionOk="0" h="51" w="64">
                <a:moveTo>
                  <a:pt x="50" y="41"/>
                </a:moveTo>
                <a:cubicBezTo>
                  <a:pt x="50" y="46"/>
                  <a:pt x="45" y="51"/>
                  <a:pt x="40" y="51"/>
                </a:cubicBezTo>
                <a:cubicBezTo>
                  <a:pt x="10" y="51"/>
                  <a:pt x="10" y="51"/>
                  <a:pt x="10" y="51"/>
                </a:cubicBezTo>
                <a:cubicBezTo>
                  <a:pt x="4" y="51"/>
                  <a:pt x="0" y="46"/>
                  <a:pt x="0" y="4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1"/>
                  <a:pt x="10" y="1"/>
                </a:cubicBezTo>
                <a:cubicBezTo>
                  <a:pt x="40" y="1"/>
                  <a:pt x="40" y="1"/>
                  <a:pt x="40" y="1"/>
                </a:cubicBezTo>
                <a:cubicBezTo>
                  <a:pt x="41" y="1"/>
                  <a:pt x="43" y="1"/>
                  <a:pt x="44" y="1"/>
                </a:cubicBezTo>
                <a:cubicBezTo>
                  <a:pt x="44" y="2"/>
                  <a:pt x="44" y="2"/>
                  <a:pt x="45" y="2"/>
                </a:cubicBezTo>
                <a:cubicBezTo>
                  <a:pt x="45" y="3"/>
                  <a:pt x="45" y="3"/>
                  <a:pt x="44" y="3"/>
                </a:cubicBezTo>
                <a:cubicBezTo>
                  <a:pt x="43" y="5"/>
                  <a:pt x="43" y="5"/>
                  <a:pt x="43" y="5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5"/>
                  <a:pt x="40" y="5"/>
                </a:cubicBezTo>
                <a:cubicBezTo>
                  <a:pt x="10" y="5"/>
                  <a:pt x="10" y="5"/>
                  <a:pt x="10" y="5"/>
                </a:cubicBezTo>
                <a:cubicBezTo>
                  <a:pt x="7" y="5"/>
                  <a:pt x="4" y="8"/>
                  <a:pt x="4" y="11"/>
                </a:cubicBezTo>
                <a:cubicBezTo>
                  <a:pt x="4" y="41"/>
                  <a:pt x="4" y="41"/>
                  <a:pt x="4" y="41"/>
                </a:cubicBezTo>
                <a:cubicBezTo>
                  <a:pt x="4" y="44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4"/>
                  <a:pt x="45" y="41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5"/>
                  <a:pt x="46" y="35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9" y="33"/>
                  <a:pt x="49" y="33"/>
                </a:cubicBezTo>
                <a:cubicBezTo>
                  <a:pt x="50" y="33"/>
                  <a:pt x="50" y="33"/>
                  <a:pt x="50" y="34"/>
                </a:cubicBezTo>
                <a:lnTo>
                  <a:pt x="50" y="41"/>
                </a:lnTo>
                <a:close/>
                <a:moveTo>
                  <a:pt x="57" y="18"/>
                </a:moveTo>
                <a:cubicBezTo>
                  <a:pt x="33" y="42"/>
                  <a:pt x="33" y="42"/>
                  <a:pt x="33" y="42"/>
                </a:cubicBezTo>
                <a:cubicBezTo>
                  <a:pt x="23" y="42"/>
                  <a:pt x="23" y="42"/>
                  <a:pt x="23" y="42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8"/>
                </a:lnTo>
                <a:close/>
                <a:moveTo>
                  <a:pt x="36" y="34"/>
                </a:moveTo>
                <a:cubicBezTo>
                  <a:pt x="30" y="29"/>
                  <a:pt x="30" y="29"/>
                  <a:pt x="30" y="29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5"/>
                  <a:pt x="26" y="35"/>
                  <a:pt x="26" y="35"/>
                </a:cubicBezTo>
                <a:cubicBezTo>
                  <a:pt x="29" y="35"/>
                  <a:pt x="29" y="35"/>
                  <a:pt x="29" y="35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4"/>
                </a:lnTo>
                <a:close/>
                <a:moveTo>
                  <a:pt x="46" y="13"/>
                </a:moveTo>
                <a:cubicBezTo>
                  <a:pt x="34" y="25"/>
                  <a:pt x="34" y="25"/>
                  <a:pt x="34" y="25"/>
                </a:cubicBezTo>
                <a:cubicBezTo>
                  <a:pt x="33" y="25"/>
                  <a:pt x="33" y="26"/>
                  <a:pt x="33" y="26"/>
                </a:cubicBezTo>
                <a:cubicBezTo>
                  <a:pt x="34" y="27"/>
                  <a:pt x="34" y="27"/>
                  <a:pt x="35" y="26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2"/>
                  <a:pt x="46" y="12"/>
                  <a:pt x="46" y="13"/>
                </a:cubicBezTo>
                <a:close/>
                <a:moveTo>
                  <a:pt x="59" y="15"/>
                </a:moveTo>
                <a:cubicBezTo>
                  <a:pt x="49" y="5"/>
                  <a:pt x="49" y="5"/>
                  <a:pt x="49" y="5"/>
                </a:cubicBezTo>
                <a:cubicBezTo>
                  <a:pt x="52" y="2"/>
                  <a:pt x="52" y="2"/>
                  <a:pt x="52" y="2"/>
                </a:cubicBezTo>
                <a:cubicBezTo>
                  <a:pt x="53" y="0"/>
                  <a:pt x="56" y="0"/>
                  <a:pt x="57" y="2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9"/>
                  <a:pt x="64" y="11"/>
                  <a:pt x="62" y="12"/>
                </a:cubicBezTo>
                <a:lnTo>
                  <a:pt x="59" y="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10"/>
          <p:cNvSpPr/>
          <p:nvPr/>
        </p:nvSpPr>
        <p:spPr>
          <a:xfrm>
            <a:off x="5443538" y="1787525"/>
            <a:ext cx="171450" cy="47625"/>
          </a:xfrm>
          <a:custGeom>
            <a:rect b="b" l="l" r="r" t="t"/>
            <a:pathLst>
              <a:path extrusionOk="0" h="14" w="50">
                <a:moveTo>
                  <a:pt x="13" y="10"/>
                </a:moveTo>
                <a:cubicBezTo>
                  <a:pt x="13" y="12"/>
                  <a:pt x="12" y="14"/>
                  <a:pt x="10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4"/>
                  <a:pt x="0" y="12"/>
                  <a:pt x="0" y="1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2" y="0"/>
                  <a:pt x="13" y="1"/>
                  <a:pt x="13" y="3"/>
                </a:cubicBezTo>
                <a:lnTo>
                  <a:pt x="13" y="10"/>
                </a:lnTo>
                <a:close/>
                <a:moveTo>
                  <a:pt x="32" y="10"/>
                </a:moveTo>
                <a:cubicBezTo>
                  <a:pt x="32" y="12"/>
                  <a:pt x="30" y="14"/>
                  <a:pt x="28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4"/>
                  <a:pt x="18" y="12"/>
                  <a:pt x="18" y="10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"/>
                  <a:pt x="20" y="0"/>
                  <a:pt x="21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0" y="0"/>
                  <a:pt x="32" y="1"/>
                  <a:pt x="32" y="3"/>
                </a:cubicBezTo>
                <a:lnTo>
                  <a:pt x="32" y="10"/>
                </a:lnTo>
                <a:close/>
                <a:moveTo>
                  <a:pt x="50" y="10"/>
                </a:moveTo>
                <a:cubicBezTo>
                  <a:pt x="50" y="12"/>
                  <a:pt x="48" y="14"/>
                  <a:pt x="47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38" y="14"/>
                  <a:pt x="36" y="12"/>
                  <a:pt x="36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1"/>
                  <a:pt x="38" y="0"/>
                  <a:pt x="4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50" y="1"/>
                  <a:pt x="50" y="3"/>
                </a:cubicBezTo>
                <a:lnTo>
                  <a:pt x="50" y="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10"/>
          <p:cNvSpPr/>
          <p:nvPr/>
        </p:nvSpPr>
        <p:spPr>
          <a:xfrm>
            <a:off x="5937250" y="1708150"/>
            <a:ext cx="220663" cy="220663"/>
          </a:xfrm>
          <a:custGeom>
            <a:rect b="b" l="l" r="r" t="t"/>
            <a:pathLst>
              <a:path extrusionOk="0" h="64" w="64">
                <a:moveTo>
                  <a:pt x="32" y="64"/>
                </a:move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cubicBezTo>
                  <a:pt x="64" y="50"/>
                  <a:pt x="49" y="64"/>
                  <a:pt x="32" y="64"/>
                </a:cubicBezTo>
                <a:close/>
                <a:moveTo>
                  <a:pt x="32" y="2"/>
                </a:moveTo>
                <a:cubicBezTo>
                  <a:pt x="15" y="2"/>
                  <a:pt x="1" y="15"/>
                  <a:pt x="1" y="32"/>
                </a:cubicBezTo>
                <a:cubicBezTo>
                  <a:pt x="1" y="49"/>
                  <a:pt x="15" y="62"/>
                  <a:pt x="32" y="62"/>
                </a:cubicBezTo>
                <a:cubicBezTo>
                  <a:pt x="49" y="62"/>
                  <a:pt x="62" y="49"/>
                  <a:pt x="62" y="32"/>
                </a:cubicBezTo>
                <a:cubicBezTo>
                  <a:pt x="62" y="15"/>
                  <a:pt x="49" y="2"/>
                  <a:pt x="32" y="2"/>
                </a:cubicBezTo>
                <a:close/>
                <a:moveTo>
                  <a:pt x="7" y="41"/>
                </a:moveTo>
                <a:cubicBezTo>
                  <a:pt x="7" y="42"/>
                  <a:pt x="8" y="43"/>
                  <a:pt x="8" y="45"/>
                </a:cubicBezTo>
                <a:cubicBezTo>
                  <a:pt x="6" y="46"/>
                  <a:pt x="6" y="46"/>
                  <a:pt x="6" y="46"/>
                </a:cubicBezTo>
                <a:cubicBezTo>
                  <a:pt x="4" y="42"/>
                  <a:pt x="3" y="37"/>
                  <a:pt x="3" y="32"/>
                </a:cubicBezTo>
                <a:cubicBezTo>
                  <a:pt x="3" y="27"/>
                  <a:pt x="4" y="22"/>
                  <a:pt x="6" y="18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1"/>
                  <a:pt x="7" y="22"/>
                  <a:pt x="7" y="23"/>
                </a:cubicBezTo>
                <a:cubicBezTo>
                  <a:pt x="10" y="24"/>
                  <a:pt x="10" y="24"/>
                  <a:pt x="10" y="24"/>
                </a:cubicBezTo>
                <a:cubicBezTo>
                  <a:pt x="9" y="27"/>
                  <a:pt x="8" y="29"/>
                  <a:pt x="8" y="32"/>
                </a:cubicBezTo>
                <a:cubicBezTo>
                  <a:pt x="8" y="35"/>
                  <a:pt x="9" y="37"/>
                  <a:pt x="10" y="40"/>
                </a:cubicBezTo>
                <a:lnTo>
                  <a:pt x="7" y="41"/>
                </a:lnTo>
                <a:close/>
                <a:moveTo>
                  <a:pt x="31" y="61"/>
                </a:moveTo>
                <a:cubicBezTo>
                  <a:pt x="21" y="61"/>
                  <a:pt x="12" y="55"/>
                  <a:pt x="7" y="47"/>
                </a:cubicBezTo>
                <a:cubicBezTo>
                  <a:pt x="9" y="46"/>
                  <a:pt x="9" y="46"/>
                  <a:pt x="9" y="46"/>
                </a:cubicBezTo>
                <a:cubicBezTo>
                  <a:pt x="10" y="47"/>
                  <a:pt x="11" y="48"/>
                  <a:pt x="12" y="49"/>
                </a:cubicBezTo>
                <a:cubicBezTo>
                  <a:pt x="14" y="47"/>
                  <a:pt x="14" y="47"/>
                  <a:pt x="14" y="47"/>
                </a:cubicBezTo>
                <a:cubicBezTo>
                  <a:pt x="17" y="51"/>
                  <a:pt x="22" y="54"/>
                  <a:pt x="27" y="55"/>
                </a:cubicBezTo>
                <a:cubicBezTo>
                  <a:pt x="27" y="58"/>
                  <a:pt x="27" y="58"/>
                  <a:pt x="27" y="58"/>
                </a:cubicBezTo>
                <a:cubicBezTo>
                  <a:pt x="28" y="58"/>
                  <a:pt x="30" y="58"/>
                  <a:pt x="31" y="58"/>
                </a:cubicBezTo>
                <a:lnTo>
                  <a:pt x="31" y="61"/>
                </a:lnTo>
                <a:close/>
                <a:moveTo>
                  <a:pt x="31" y="5"/>
                </a:moveTo>
                <a:cubicBezTo>
                  <a:pt x="30" y="5"/>
                  <a:pt x="28" y="6"/>
                  <a:pt x="27" y="6"/>
                </a:cubicBezTo>
                <a:cubicBezTo>
                  <a:pt x="27" y="9"/>
                  <a:pt x="27" y="9"/>
                  <a:pt x="27" y="9"/>
                </a:cubicBezTo>
                <a:cubicBezTo>
                  <a:pt x="22" y="10"/>
                  <a:pt x="17" y="13"/>
                  <a:pt x="14" y="17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6"/>
                  <a:pt x="10" y="17"/>
                  <a:pt x="9" y="18"/>
                </a:cubicBezTo>
                <a:cubicBezTo>
                  <a:pt x="7" y="17"/>
                  <a:pt x="7" y="17"/>
                  <a:pt x="7" y="17"/>
                </a:cubicBezTo>
                <a:cubicBezTo>
                  <a:pt x="12" y="9"/>
                  <a:pt x="21" y="3"/>
                  <a:pt x="31" y="3"/>
                </a:cubicBezTo>
                <a:lnTo>
                  <a:pt x="31" y="5"/>
                </a:lnTo>
                <a:close/>
                <a:moveTo>
                  <a:pt x="41" y="29"/>
                </a:moveTo>
                <a:cubicBezTo>
                  <a:pt x="41" y="30"/>
                  <a:pt x="41" y="31"/>
                  <a:pt x="41" y="32"/>
                </a:cubicBezTo>
                <a:cubicBezTo>
                  <a:pt x="41" y="33"/>
                  <a:pt x="41" y="34"/>
                  <a:pt x="41" y="35"/>
                </a:cubicBezTo>
                <a:cubicBezTo>
                  <a:pt x="49" y="38"/>
                  <a:pt x="49" y="38"/>
                  <a:pt x="49" y="38"/>
                </a:cubicBezTo>
                <a:cubicBezTo>
                  <a:pt x="48" y="40"/>
                  <a:pt x="47" y="42"/>
                  <a:pt x="45" y="44"/>
                </a:cubicBezTo>
                <a:cubicBezTo>
                  <a:pt x="39" y="38"/>
                  <a:pt x="39" y="38"/>
                  <a:pt x="39" y="38"/>
                </a:cubicBezTo>
                <a:cubicBezTo>
                  <a:pt x="37" y="40"/>
                  <a:pt x="36" y="41"/>
                  <a:pt x="34" y="41"/>
                </a:cubicBezTo>
                <a:cubicBezTo>
                  <a:pt x="35" y="50"/>
                  <a:pt x="35" y="50"/>
                  <a:pt x="35" y="50"/>
                </a:cubicBezTo>
                <a:cubicBezTo>
                  <a:pt x="34" y="50"/>
                  <a:pt x="33" y="50"/>
                  <a:pt x="32" y="50"/>
                </a:cubicBezTo>
                <a:cubicBezTo>
                  <a:pt x="31" y="50"/>
                  <a:pt x="29" y="50"/>
                  <a:pt x="28" y="50"/>
                </a:cubicBezTo>
                <a:cubicBezTo>
                  <a:pt x="30" y="41"/>
                  <a:pt x="30" y="41"/>
                  <a:pt x="30" y="41"/>
                </a:cubicBezTo>
                <a:cubicBezTo>
                  <a:pt x="28" y="41"/>
                  <a:pt x="26" y="40"/>
                  <a:pt x="25" y="38"/>
                </a:cubicBezTo>
                <a:cubicBezTo>
                  <a:pt x="18" y="44"/>
                  <a:pt x="18" y="44"/>
                  <a:pt x="18" y="44"/>
                </a:cubicBezTo>
                <a:cubicBezTo>
                  <a:pt x="17" y="42"/>
                  <a:pt x="15" y="40"/>
                  <a:pt x="15" y="38"/>
                </a:cubicBezTo>
                <a:cubicBezTo>
                  <a:pt x="23" y="35"/>
                  <a:pt x="23" y="35"/>
                  <a:pt x="23" y="35"/>
                </a:cubicBezTo>
                <a:cubicBezTo>
                  <a:pt x="23" y="34"/>
                  <a:pt x="22" y="33"/>
                  <a:pt x="22" y="32"/>
                </a:cubicBezTo>
                <a:cubicBezTo>
                  <a:pt x="22" y="31"/>
                  <a:pt x="23" y="30"/>
                  <a:pt x="23" y="29"/>
                </a:cubicBezTo>
                <a:cubicBezTo>
                  <a:pt x="15" y="26"/>
                  <a:pt x="15" y="26"/>
                  <a:pt x="15" y="26"/>
                </a:cubicBezTo>
                <a:cubicBezTo>
                  <a:pt x="15" y="24"/>
                  <a:pt x="17" y="22"/>
                  <a:pt x="18" y="20"/>
                </a:cubicBezTo>
                <a:cubicBezTo>
                  <a:pt x="25" y="26"/>
                  <a:pt x="25" y="26"/>
                  <a:pt x="25" y="26"/>
                </a:cubicBezTo>
                <a:cubicBezTo>
                  <a:pt x="26" y="24"/>
                  <a:pt x="28" y="23"/>
                  <a:pt x="30" y="23"/>
                </a:cubicBezTo>
                <a:cubicBezTo>
                  <a:pt x="28" y="14"/>
                  <a:pt x="28" y="14"/>
                  <a:pt x="28" y="14"/>
                </a:cubicBezTo>
                <a:cubicBezTo>
                  <a:pt x="29" y="14"/>
                  <a:pt x="31" y="14"/>
                  <a:pt x="32" y="14"/>
                </a:cubicBezTo>
                <a:cubicBezTo>
                  <a:pt x="33" y="14"/>
                  <a:pt x="34" y="14"/>
                  <a:pt x="35" y="14"/>
                </a:cubicBezTo>
                <a:cubicBezTo>
                  <a:pt x="34" y="23"/>
                  <a:pt x="34" y="23"/>
                  <a:pt x="34" y="23"/>
                </a:cubicBezTo>
                <a:cubicBezTo>
                  <a:pt x="36" y="23"/>
                  <a:pt x="37" y="24"/>
                  <a:pt x="39" y="26"/>
                </a:cubicBezTo>
                <a:cubicBezTo>
                  <a:pt x="45" y="20"/>
                  <a:pt x="45" y="20"/>
                  <a:pt x="45" y="20"/>
                </a:cubicBezTo>
                <a:cubicBezTo>
                  <a:pt x="47" y="22"/>
                  <a:pt x="48" y="24"/>
                  <a:pt x="49" y="26"/>
                </a:cubicBezTo>
                <a:lnTo>
                  <a:pt x="41" y="29"/>
                </a:lnTo>
                <a:close/>
                <a:moveTo>
                  <a:pt x="54" y="18"/>
                </a:moveTo>
                <a:cubicBezTo>
                  <a:pt x="54" y="17"/>
                  <a:pt x="53" y="16"/>
                  <a:pt x="52" y="15"/>
                </a:cubicBezTo>
                <a:cubicBezTo>
                  <a:pt x="49" y="17"/>
                  <a:pt x="49" y="17"/>
                  <a:pt x="49" y="17"/>
                </a:cubicBezTo>
                <a:cubicBezTo>
                  <a:pt x="46" y="13"/>
                  <a:pt x="41" y="10"/>
                  <a:pt x="36" y="9"/>
                </a:cubicBezTo>
                <a:cubicBezTo>
                  <a:pt x="37" y="6"/>
                  <a:pt x="37" y="6"/>
                  <a:pt x="37" y="6"/>
                </a:cubicBezTo>
                <a:cubicBezTo>
                  <a:pt x="35" y="6"/>
                  <a:pt x="34" y="5"/>
                  <a:pt x="33" y="5"/>
                </a:cubicBezTo>
                <a:cubicBezTo>
                  <a:pt x="33" y="3"/>
                  <a:pt x="33" y="3"/>
                  <a:pt x="33" y="3"/>
                </a:cubicBezTo>
                <a:cubicBezTo>
                  <a:pt x="43" y="3"/>
                  <a:pt x="51" y="9"/>
                  <a:pt x="56" y="17"/>
                </a:cubicBezTo>
                <a:lnTo>
                  <a:pt x="54" y="18"/>
                </a:lnTo>
                <a:close/>
                <a:moveTo>
                  <a:pt x="56" y="47"/>
                </a:moveTo>
                <a:cubicBezTo>
                  <a:pt x="51" y="55"/>
                  <a:pt x="43" y="61"/>
                  <a:pt x="33" y="61"/>
                </a:cubicBezTo>
                <a:cubicBezTo>
                  <a:pt x="33" y="58"/>
                  <a:pt x="33" y="58"/>
                  <a:pt x="33" y="58"/>
                </a:cubicBezTo>
                <a:cubicBezTo>
                  <a:pt x="34" y="58"/>
                  <a:pt x="35" y="58"/>
                  <a:pt x="37" y="58"/>
                </a:cubicBezTo>
                <a:cubicBezTo>
                  <a:pt x="36" y="55"/>
                  <a:pt x="36" y="55"/>
                  <a:pt x="36" y="55"/>
                </a:cubicBezTo>
                <a:cubicBezTo>
                  <a:pt x="41" y="54"/>
                  <a:pt x="46" y="51"/>
                  <a:pt x="49" y="47"/>
                </a:cubicBezTo>
                <a:cubicBezTo>
                  <a:pt x="52" y="49"/>
                  <a:pt x="52" y="49"/>
                  <a:pt x="52" y="49"/>
                </a:cubicBezTo>
                <a:cubicBezTo>
                  <a:pt x="53" y="48"/>
                  <a:pt x="54" y="47"/>
                  <a:pt x="54" y="46"/>
                </a:cubicBezTo>
                <a:lnTo>
                  <a:pt x="56" y="47"/>
                </a:lnTo>
                <a:close/>
                <a:moveTo>
                  <a:pt x="57" y="46"/>
                </a:moveTo>
                <a:cubicBezTo>
                  <a:pt x="55" y="45"/>
                  <a:pt x="55" y="45"/>
                  <a:pt x="55" y="45"/>
                </a:cubicBezTo>
                <a:cubicBezTo>
                  <a:pt x="56" y="43"/>
                  <a:pt x="56" y="42"/>
                  <a:pt x="57" y="41"/>
                </a:cubicBezTo>
                <a:cubicBezTo>
                  <a:pt x="54" y="40"/>
                  <a:pt x="54" y="40"/>
                  <a:pt x="54" y="40"/>
                </a:cubicBezTo>
                <a:cubicBezTo>
                  <a:pt x="55" y="37"/>
                  <a:pt x="55" y="35"/>
                  <a:pt x="55" y="32"/>
                </a:cubicBezTo>
                <a:cubicBezTo>
                  <a:pt x="55" y="29"/>
                  <a:pt x="55" y="27"/>
                  <a:pt x="54" y="24"/>
                </a:cubicBezTo>
                <a:cubicBezTo>
                  <a:pt x="57" y="23"/>
                  <a:pt x="57" y="23"/>
                  <a:pt x="57" y="23"/>
                </a:cubicBezTo>
                <a:cubicBezTo>
                  <a:pt x="56" y="22"/>
                  <a:pt x="56" y="21"/>
                  <a:pt x="55" y="19"/>
                </a:cubicBezTo>
                <a:cubicBezTo>
                  <a:pt x="57" y="18"/>
                  <a:pt x="57" y="18"/>
                  <a:pt x="57" y="18"/>
                </a:cubicBezTo>
                <a:cubicBezTo>
                  <a:pt x="59" y="22"/>
                  <a:pt x="61" y="27"/>
                  <a:pt x="61" y="32"/>
                </a:cubicBezTo>
                <a:cubicBezTo>
                  <a:pt x="61" y="37"/>
                  <a:pt x="59" y="42"/>
                  <a:pt x="57" y="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10"/>
          <p:cNvSpPr/>
          <p:nvPr/>
        </p:nvSpPr>
        <p:spPr>
          <a:xfrm>
            <a:off x="6432550" y="1739900"/>
            <a:ext cx="220663" cy="171450"/>
          </a:xfrm>
          <a:custGeom>
            <a:rect b="b" l="l" r="r" t="t"/>
            <a:pathLst>
              <a:path extrusionOk="0" h="50" w="64">
                <a:moveTo>
                  <a:pt x="64" y="45"/>
                </a:moveTo>
                <a:cubicBezTo>
                  <a:pt x="64" y="48"/>
                  <a:pt x="61" y="50"/>
                  <a:pt x="58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3"/>
                  <a:pt x="64" y="6"/>
                </a:cubicBezTo>
                <a:lnTo>
                  <a:pt x="64" y="45"/>
                </a:lnTo>
                <a:close/>
                <a:moveTo>
                  <a:pt x="58" y="5"/>
                </a:moveTo>
                <a:cubicBezTo>
                  <a:pt x="5" y="5"/>
                  <a:pt x="5" y="5"/>
                  <a:pt x="5" y="5"/>
                </a:cubicBezTo>
                <a:cubicBezTo>
                  <a:pt x="5" y="5"/>
                  <a:pt x="4" y="5"/>
                  <a:pt x="4" y="6"/>
                </a:cubicBezTo>
                <a:cubicBezTo>
                  <a:pt x="4" y="10"/>
                  <a:pt x="6" y="13"/>
                  <a:pt x="10" y="16"/>
                </a:cubicBezTo>
                <a:cubicBezTo>
                  <a:pt x="14" y="20"/>
                  <a:pt x="19" y="23"/>
                  <a:pt x="24" y="27"/>
                </a:cubicBezTo>
                <a:cubicBezTo>
                  <a:pt x="26" y="29"/>
                  <a:pt x="29" y="32"/>
                  <a:pt x="32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4" y="32"/>
                  <a:pt x="38" y="29"/>
                  <a:pt x="40" y="27"/>
                </a:cubicBezTo>
                <a:cubicBezTo>
                  <a:pt x="44" y="23"/>
                  <a:pt x="49" y="20"/>
                  <a:pt x="54" y="16"/>
                </a:cubicBezTo>
                <a:cubicBezTo>
                  <a:pt x="56" y="14"/>
                  <a:pt x="59" y="10"/>
                  <a:pt x="59" y="7"/>
                </a:cubicBezTo>
                <a:cubicBezTo>
                  <a:pt x="59" y="6"/>
                  <a:pt x="59" y="5"/>
                  <a:pt x="58" y="5"/>
                </a:cubicBezTo>
                <a:close/>
                <a:moveTo>
                  <a:pt x="59" y="17"/>
                </a:moveTo>
                <a:cubicBezTo>
                  <a:pt x="58" y="18"/>
                  <a:pt x="58" y="19"/>
                  <a:pt x="57" y="20"/>
                </a:cubicBezTo>
                <a:cubicBezTo>
                  <a:pt x="52" y="24"/>
                  <a:pt x="46" y="28"/>
                  <a:pt x="41" y="32"/>
                </a:cubicBezTo>
                <a:cubicBezTo>
                  <a:pt x="39" y="34"/>
                  <a:pt x="36" y="37"/>
                  <a:pt x="32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28" y="37"/>
                  <a:pt x="25" y="34"/>
                  <a:pt x="22" y="32"/>
                </a:cubicBezTo>
                <a:cubicBezTo>
                  <a:pt x="17" y="28"/>
                  <a:pt x="12" y="24"/>
                  <a:pt x="7" y="20"/>
                </a:cubicBezTo>
                <a:cubicBezTo>
                  <a:pt x="6" y="19"/>
                  <a:pt x="5" y="18"/>
                  <a:pt x="4" y="17"/>
                </a:cubicBezTo>
                <a:cubicBezTo>
                  <a:pt x="4" y="45"/>
                  <a:pt x="4" y="45"/>
                  <a:pt x="4" y="45"/>
                </a:cubicBezTo>
                <a:cubicBezTo>
                  <a:pt x="4" y="45"/>
                  <a:pt x="5" y="46"/>
                  <a:pt x="5" y="46"/>
                </a:cubicBezTo>
                <a:cubicBezTo>
                  <a:pt x="58" y="46"/>
                  <a:pt x="58" y="46"/>
                  <a:pt x="58" y="46"/>
                </a:cubicBezTo>
                <a:cubicBezTo>
                  <a:pt x="59" y="46"/>
                  <a:pt x="59" y="45"/>
                  <a:pt x="59" y="45"/>
                </a:cubicBezTo>
                <a:lnTo>
                  <a:pt x="59" y="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10"/>
          <p:cNvSpPr/>
          <p:nvPr/>
        </p:nvSpPr>
        <p:spPr>
          <a:xfrm>
            <a:off x="6924675" y="1739900"/>
            <a:ext cx="239713" cy="157163"/>
          </a:xfrm>
          <a:custGeom>
            <a:rect b="b" l="l" r="r" t="t"/>
            <a:pathLst>
              <a:path extrusionOk="0" h="46" w="70">
                <a:moveTo>
                  <a:pt x="68" y="8"/>
                </a:moveTo>
                <a:cubicBezTo>
                  <a:pt x="36" y="44"/>
                  <a:pt x="36" y="44"/>
                  <a:pt x="36" y="44"/>
                </a:cubicBezTo>
                <a:cubicBezTo>
                  <a:pt x="35" y="45"/>
                  <a:pt x="34" y="46"/>
                  <a:pt x="33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4" y="46"/>
                  <a:pt x="2" y="45"/>
                  <a:pt x="1" y="43"/>
                </a:cubicBezTo>
                <a:cubicBezTo>
                  <a:pt x="0" y="41"/>
                  <a:pt x="1" y="40"/>
                  <a:pt x="2" y="38"/>
                </a:cubicBezTo>
                <a:cubicBezTo>
                  <a:pt x="34" y="2"/>
                  <a:pt x="34" y="2"/>
                  <a:pt x="34" y="2"/>
                </a:cubicBezTo>
                <a:cubicBezTo>
                  <a:pt x="35" y="1"/>
                  <a:pt x="36" y="0"/>
                  <a:pt x="37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1"/>
                  <a:pt x="69" y="3"/>
                </a:cubicBezTo>
                <a:cubicBezTo>
                  <a:pt x="70" y="4"/>
                  <a:pt x="69" y="6"/>
                  <a:pt x="68" y="8"/>
                </a:cubicBezTo>
                <a:close/>
                <a:moveTo>
                  <a:pt x="45" y="28"/>
                </a:moveTo>
                <a:cubicBezTo>
                  <a:pt x="17" y="28"/>
                  <a:pt x="17" y="28"/>
                  <a:pt x="17" y="28"/>
                </a:cubicBezTo>
                <a:cubicBezTo>
                  <a:pt x="5" y="41"/>
                  <a:pt x="5" y="41"/>
                  <a:pt x="5" y="41"/>
                </a:cubicBezTo>
                <a:cubicBezTo>
                  <a:pt x="33" y="41"/>
                  <a:pt x="33" y="41"/>
                  <a:pt x="33" y="41"/>
                </a:cubicBezTo>
                <a:lnTo>
                  <a:pt x="45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10"/>
          <p:cNvSpPr/>
          <p:nvPr/>
        </p:nvSpPr>
        <p:spPr>
          <a:xfrm>
            <a:off x="7423150" y="1725613"/>
            <a:ext cx="122238" cy="171450"/>
          </a:xfrm>
          <a:custGeom>
            <a:rect b="b" l="l" r="r" t="t"/>
            <a:pathLst>
              <a:path extrusionOk="0" h="50" w="36">
                <a:moveTo>
                  <a:pt x="36" y="47"/>
                </a:moveTo>
                <a:cubicBezTo>
                  <a:pt x="36" y="48"/>
                  <a:pt x="36" y="48"/>
                  <a:pt x="35" y="49"/>
                </a:cubicBezTo>
                <a:cubicBezTo>
                  <a:pt x="35" y="49"/>
                  <a:pt x="32" y="50"/>
                  <a:pt x="27" y="50"/>
                </a:cubicBezTo>
                <a:cubicBezTo>
                  <a:pt x="16" y="50"/>
                  <a:pt x="7" y="43"/>
                  <a:pt x="4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1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6"/>
                  <a:pt x="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25"/>
                  <a:pt x="3" y="24"/>
                  <a:pt x="3" y="23"/>
                </a:cubicBezTo>
                <a:cubicBezTo>
                  <a:pt x="1" y="23"/>
                  <a:pt x="1" y="23"/>
                  <a:pt x="1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6"/>
                  <a:pt x="1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8" y="6"/>
                  <a:pt x="17" y="0"/>
                  <a:pt x="27" y="0"/>
                </a:cubicBezTo>
                <a:cubicBezTo>
                  <a:pt x="31" y="0"/>
                  <a:pt x="34" y="0"/>
                  <a:pt x="34" y="0"/>
                </a:cubicBezTo>
                <a:cubicBezTo>
                  <a:pt x="35" y="0"/>
                  <a:pt x="35" y="1"/>
                  <a:pt x="35" y="1"/>
                </a:cubicBezTo>
                <a:cubicBezTo>
                  <a:pt x="35" y="1"/>
                  <a:pt x="35" y="1"/>
                  <a:pt x="35" y="2"/>
                </a:cubicBezTo>
                <a:cubicBezTo>
                  <a:pt x="34" y="7"/>
                  <a:pt x="34" y="7"/>
                  <a:pt x="34" y="7"/>
                </a:cubicBezTo>
                <a:cubicBezTo>
                  <a:pt x="33" y="8"/>
                  <a:pt x="33" y="8"/>
                  <a:pt x="32" y="8"/>
                </a:cubicBezTo>
                <a:cubicBezTo>
                  <a:pt x="32" y="8"/>
                  <a:pt x="30" y="8"/>
                  <a:pt x="27" y="8"/>
                </a:cubicBezTo>
                <a:cubicBezTo>
                  <a:pt x="21" y="8"/>
                  <a:pt x="16" y="11"/>
                  <a:pt x="14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31" y="16"/>
                  <a:pt x="31" y="16"/>
                  <a:pt x="31" y="17"/>
                </a:cubicBezTo>
                <a:cubicBezTo>
                  <a:pt x="32" y="17"/>
                  <a:pt x="32" y="17"/>
                  <a:pt x="32" y="18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2"/>
                  <a:pt x="30" y="23"/>
                  <a:pt x="30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12" y="24"/>
                  <a:pt x="12" y="25"/>
                  <a:pt x="12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26"/>
                  <a:pt x="29" y="26"/>
                  <a:pt x="30" y="27"/>
                </a:cubicBezTo>
                <a:cubicBezTo>
                  <a:pt x="30" y="27"/>
                  <a:pt x="30" y="27"/>
                  <a:pt x="30" y="28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2"/>
                  <a:pt x="28" y="33"/>
                  <a:pt x="28" y="33"/>
                </a:cubicBezTo>
                <a:cubicBezTo>
                  <a:pt x="14" y="33"/>
                  <a:pt x="14" y="33"/>
                  <a:pt x="14" y="33"/>
                </a:cubicBezTo>
                <a:cubicBezTo>
                  <a:pt x="16" y="38"/>
                  <a:pt x="21" y="42"/>
                  <a:pt x="27" y="42"/>
                </a:cubicBezTo>
                <a:cubicBezTo>
                  <a:pt x="31" y="42"/>
                  <a:pt x="33" y="41"/>
                  <a:pt x="33" y="41"/>
                </a:cubicBezTo>
                <a:cubicBezTo>
                  <a:pt x="33" y="41"/>
                  <a:pt x="34" y="41"/>
                  <a:pt x="34" y="41"/>
                </a:cubicBezTo>
                <a:cubicBezTo>
                  <a:pt x="34" y="41"/>
                  <a:pt x="35" y="41"/>
                  <a:pt x="35" y="42"/>
                </a:cubicBezTo>
                <a:lnTo>
                  <a:pt x="36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5" name="Google Shape;2745;p10"/>
          <p:cNvSpPr/>
          <p:nvPr/>
        </p:nvSpPr>
        <p:spPr>
          <a:xfrm>
            <a:off x="7927975" y="1725613"/>
            <a:ext cx="53975" cy="171450"/>
          </a:xfrm>
          <a:custGeom>
            <a:rect b="b" l="l" r="r" t="t"/>
            <a:pathLst>
              <a:path extrusionOk="0" h="50" w="16">
                <a:moveTo>
                  <a:pt x="15" y="29"/>
                </a:moveTo>
                <a:cubicBezTo>
                  <a:pt x="15" y="30"/>
                  <a:pt x="14" y="32"/>
                  <a:pt x="13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2" y="32"/>
                  <a:pt x="1" y="30"/>
                  <a:pt x="1" y="2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6" y="1"/>
                  <a:pt x="16" y="2"/>
                </a:cubicBezTo>
                <a:lnTo>
                  <a:pt x="15" y="29"/>
                </a:lnTo>
                <a:close/>
                <a:moveTo>
                  <a:pt x="15" y="48"/>
                </a:moveTo>
                <a:cubicBezTo>
                  <a:pt x="15" y="49"/>
                  <a:pt x="14" y="50"/>
                  <a:pt x="13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1" y="49"/>
                  <a:pt x="1" y="48"/>
                </a:cubicBezTo>
                <a:cubicBezTo>
                  <a:pt x="1" y="40"/>
                  <a:pt x="1" y="40"/>
                  <a:pt x="1" y="40"/>
                </a:cubicBezTo>
                <a:cubicBezTo>
                  <a:pt x="1" y="38"/>
                  <a:pt x="2" y="37"/>
                  <a:pt x="4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4" y="37"/>
                  <a:pt x="15" y="38"/>
                  <a:pt x="15" y="40"/>
                </a:cubicBezTo>
                <a:lnTo>
                  <a:pt x="15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10"/>
          <p:cNvSpPr/>
          <p:nvPr/>
        </p:nvSpPr>
        <p:spPr>
          <a:xfrm>
            <a:off x="8412163" y="1708150"/>
            <a:ext cx="219075" cy="203200"/>
          </a:xfrm>
          <a:custGeom>
            <a:rect b="b" l="l" r="r" t="t"/>
            <a:pathLst>
              <a:path extrusionOk="0" h="59" w="64">
                <a:moveTo>
                  <a:pt x="63" y="53"/>
                </a:moveTo>
                <a:cubicBezTo>
                  <a:pt x="64" y="54"/>
                  <a:pt x="64" y="56"/>
                  <a:pt x="63" y="57"/>
                </a:cubicBezTo>
                <a:cubicBezTo>
                  <a:pt x="62" y="59"/>
                  <a:pt x="61" y="59"/>
                  <a:pt x="59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3" y="59"/>
                  <a:pt x="1" y="59"/>
                  <a:pt x="0" y="57"/>
                </a:cubicBezTo>
                <a:cubicBezTo>
                  <a:pt x="0" y="56"/>
                  <a:pt x="0" y="54"/>
                  <a:pt x="0" y="53"/>
                </a:cubicBezTo>
                <a:cubicBezTo>
                  <a:pt x="28" y="2"/>
                  <a:pt x="28" y="2"/>
                  <a:pt x="28" y="2"/>
                </a:cubicBezTo>
                <a:cubicBezTo>
                  <a:pt x="29" y="1"/>
                  <a:pt x="30" y="0"/>
                  <a:pt x="32" y="0"/>
                </a:cubicBezTo>
                <a:cubicBezTo>
                  <a:pt x="33" y="0"/>
                  <a:pt x="35" y="1"/>
                  <a:pt x="36" y="2"/>
                </a:cubicBezTo>
                <a:lnTo>
                  <a:pt x="63" y="53"/>
                </a:lnTo>
                <a:close/>
                <a:moveTo>
                  <a:pt x="37" y="19"/>
                </a:moveTo>
                <a:cubicBezTo>
                  <a:pt x="37" y="19"/>
                  <a:pt x="37" y="19"/>
                  <a:pt x="37" y="19"/>
                </a:cubicBezTo>
                <a:cubicBezTo>
                  <a:pt x="36" y="18"/>
                  <a:pt x="36" y="18"/>
                  <a:pt x="36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8" y="18"/>
                  <a:pt x="27" y="18"/>
                  <a:pt x="27" y="19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36"/>
                  <a:pt x="27" y="36"/>
                  <a:pt x="27" y="36"/>
                </a:cubicBezTo>
                <a:cubicBezTo>
                  <a:pt x="27" y="36"/>
                  <a:pt x="28" y="37"/>
                  <a:pt x="28" y="37"/>
                </a:cubicBezTo>
                <a:cubicBezTo>
                  <a:pt x="35" y="37"/>
                  <a:pt x="35" y="37"/>
                  <a:pt x="35" y="37"/>
                </a:cubicBezTo>
                <a:cubicBezTo>
                  <a:pt x="36" y="37"/>
                  <a:pt x="36" y="36"/>
                  <a:pt x="36" y="36"/>
                </a:cubicBezTo>
                <a:lnTo>
                  <a:pt x="37" y="19"/>
                </a:lnTo>
                <a:close/>
                <a:moveTo>
                  <a:pt x="36" y="42"/>
                </a:moveTo>
                <a:cubicBezTo>
                  <a:pt x="36" y="42"/>
                  <a:pt x="36" y="41"/>
                  <a:pt x="35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8" y="41"/>
                  <a:pt x="27" y="42"/>
                  <a:pt x="27" y="42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50"/>
                  <a:pt x="28" y="50"/>
                  <a:pt x="28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6" y="50"/>
                  <a:pt x="36" y="50"/>
                  <a:pt x="36" y="49"/>
                </a:cubicBezTo>
                <a:lnTo>
                  <a:pt x="36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7" name="Google Shape;2747;p10"/>
          <p:cNvSpPr/>
          <p:nvPr/>
        </p:nvSpPr>
        <p:spPr>
          <a:xfrm>
            <a:off x="8866188" y="1708150"/>
            <a:ext cx="219075" cy="188913"/>
          </a:xfrm>
          <a:custGeom>
            <a:rect b="b" l="l" r="r" t="t"/>
            <a:pathLst>
              <a:path extrusionOk="0" h="55" w="64">
                <a:moveTo>
                  <a:pt x="50" y="45"/>
                </a:moveTo>
                <a:cubicBezTo>
                  <a:pt x="50" y="50"/>
                  <a:pt x="45" y="55"/>
                  <a:pt x="40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9"/>
                  <a:pt x="4" y="5"/>
                  <a:pt x="10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6" y="5"/>
                  <a:pt x="36" y="5"/>
                  <a:pt x="36" y="6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9"/>
                  <a:pt x="36" y="9"/>
                  <a:pt x="35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7" y="9"/>
                  <a:pt x="4" y="12"/>
                  <a:pt x="4" y="15"/>
                </a:cubicBezTo>
                <a:cubicBezTo>
                  <a:pt x="4" y="45"/>
                  <a:pt x="4" y="45"/>
                  <a:pt x="4" y="45"/>
                </a:cubicBezTo>
                <a:cubicBezTo>
                  <a:pt x="4" y="48"/>
                  <a:pt x="7" y="50"/>
                  <a:pt x="10" y="50"/>
                </a:cubicBezTo>
                <a:cubicBezTo>
                  <a:pt x="40" y="50"/>
                  <a:pt x="40" y="50"/>
                  <a:pt x="40" y="50"/>
                </a:cubicBezTo>
                <a:cubicBezTo>
                  <a:pt x="43" y="50"/>
                  <a:pt x="45" y="48"/>
                  <a:pt x="45" y="45"/>
                </a:cubicBezTo>
                <a:cubicBezTo>
                  <a:pt x="45" y="33"/>
                  <a:pt x="45" y="33"/>
                  <a:pt x="45" y="33"/>
                </a:cubicBezTo>
                <a:cubicBezTo>
                  <a:pt x="45" y="32"/>
                  <a:pt x="46" y="32"/>
                  <a:pt x="47" y="32"/>
                </a:cubicBezTo>
                <a:cubicBezTo>
                  <a:pt x="49" y="32"/>
                  <a:pt x="49" y="32"/>
                  <a:pt x="49" y="32"/>
                </a:cubicBezTo>
                <a:cubicBezTo>
                  <a:pt x="50" y="32"/>
                  <a:pt x="50" y="32"/>
                  <a:pt x="50" y="33"/>
                </a:cubicBezTo>
                <a:lnTo>
                  <a:pt x="50" y="45"/>
                </a:lnTo>
                <a:close/>
                <a:moveTo>
                  <a:pt x="64" y="21"/>
                </a:moveTo>
                <a:cubicBezTo>
                  <a:pt x="64" y="22"/>
                  <a:pt x="63" y="23"/>
                  <a:pt x="61" y="23"/>
                </a:cubicBezTo>
                <a:cubicBezTo>
                  <a:pt x="61" y="23"/>
                  <a:pt x="60" y="23"/>
                  <a:pt x="60" y="22"/>
                </a:cubicBezTo>
                <a:cubicBezTo>
                  <a:pt x="54" y="16"/>
                  <a:pt x="54" y="16"/>
                  <a:pt x="54" y="16"/>
                </a:cubicBezTo>
                <a:cubicBezTo>
                  <a:pt x="30" y="39"/>
                  <a:pt x="30" y="39"/>
                  <a:pt x="30" y="39"/>
                </a:cubicBezTo>
                <a:cubicBezTo>
                  <a:pt x="30" y="39"/>
                  <a:pt x="30" y="39"/>
                  <a:pt x="29" y="39"/>
                </a:cubicBezTo>
                <a:cubicBezTo>
                  <a:pt x="29" y="39"/>
                  <a:pt x="29" y="39"/>
                  <a:pt x="29" y="39"/>
                </a:cubicBezTo>
                <a:cubicBezTo>
                  <a:pt x="25" y="35"/>
                  <a:pt x="25" y="35"/>
                  <a:pt x="25" y="35"/>
                </a:cubicBezTo>
                <a:cubicBezTo>
                  <a:pt x="24" y="35"/>
                  <a:pt x="24" y="35"/>
                  <a:pt x="24" y="34"/>
                </a:cubicBezTo>
                <a:cubicBezTo>
                  <a:pt x="24" y="34"/>
                  <a:pt x="24" y="34"/>
                  <a:pt x="25" y="33"/>
                </a:cubicBezTo>
                <a:cubicBezTo>
                  <a:pt x="48" y="10"/>
                  <a:pt x="48" y="10"/>
                  <a:pt x="48" y="10"/>
                </a:cubicBezTo>
                <a:cubicBezTo>
                  <a:pt x="42" y="4"/>
                  <a:pt x="42" y="4"/>
                  <a:pt x="42" y="4"/>
                </a:cubicBezTo>
                <a:cubicBezTo>
                  <a:pt x="41" y="3"/>
                  <a:pt x="41" y="3"/>
                  <a:pt x="41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4" y="1"/>
                  <a:pt x="64" y="2"/>
                </a:cubicBezTo>
                <a:lnTo>
                  <a:pt x="64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10"/>
          <p:cNvSpPr/>
          <p:nvPr/>
        </p:nvSpPr>
        <p:spPr>
          <a:xfrm>
            <a:off x="76200" y="2216150"/>
            <a:ext cx="220663" cy="141288"/>
          </a:xfrm>
          <a:custGeom>
            <a:rect b="b" l="l" r="r" t="t"/>
            <a:pathLst>
              <a:path extrusionOk="0" h="41" w="64">
                <a:moveTo>
                  <a:pt x="63" y="23"/>
                </a:moveTo>
                <a:cubicBezTo>
                  <a:pt x="56" y="34"/>
                  <a:pt x="44" y="41"/>
                  <a:pt x="32" y="41"/>
                </a:cubicBezTo>
                <a:cubicBezTo>
                  <a:pt x="19" y="41"/>
                  <a:pt x="7" y="34"/>
                  <a:pt x="0" y="23"/>
                </a:cubicBezTo>
                <a:cubicBezTo>
                  <a:pt x="0" y="23"/>
                  <a:pt x="0" y="22"/>
                  <a:pt x="0" y="21"/>
                </a:cubicBezTo>
                <a:cubicBezTo>
                  <a:pt x="0" y="20"/>
                  <a:pt x="0" y="19"/>
                  <a:pt x="0" y="18"/>
                </a:cubicBezTo>
                <a:cubicBezTo>
                  <a:pt x="7" y="8"/>
                  <a:pt x="19" y="0"/>
                  <a:pt x="32" y="0"/>
                </a:cubicBezTo>
                <a:cubicBezTo>
                  <a:pt x="44" y="0"/>
                  <a:pt x="56" y="8"/>
                  <a:pt x="63" y="18"/>
                </a:cubicBezTo>
                <a:cubicBezTo>
                  <a:pt x="63" y="19"/>
                  <a:pt x="64" y="20"/>
                  <a:pt x="64" y="21"/>
                </a:cubicBezTo>
                <a:cubicBezTo>
                  <a:pt x="64" y="22"/>
                  <a:pt x="63" y="23"/>
                  <a:pt x="63" y="23"/>
                </a:cubicBezTo>
                <a:close/>
                <a:moveTo>
                  <a:pt x="46" y="8"/>
                </a:moveTo>
                <a:cubicBezTo>
                  <a:pt x="47" y="11"/>
                  <a:pt x="48" y="13"/>
                  <a:pt x="48" y="16"/>
                </a:cubicBezTo>
                <a:cubicBezTo>
                  <a:pt x="48" y="25"/>
                  <a:pt x="41" y="32"/>
                  <a:pt x="32" y="32"/>
                </a:cubicBezTo>
                <a:cubicBezTo>
                  <a:pt x="23" y="32"/>
                  <a:pt x="16" y="25"/>
                  <a:pt x="16" y="16"/>
                </a:cubicBezTo>
                <a:cubicBezTo>
                  <a:pt x="16" y="13"/>
                  <a:pt x="17" y="11"/>
                  <a:pt x="18" y="8"/>
                </a:cubicBezTo>
                <a:cubicBezTo>
                  <a:pt x="12" y="11"/>
                  <a:pt x="8" y="16"/>
                  <a:pt x="4" y="21"/>
                </a:cubicBezTo>
                <a:cubicBezTo>
                  <a:pt x="10" y="30"/>
                  <a:pt x="20" y="37"/>
                  <a:pt x="32" y="37"/>
                </a:cubicBezTo>
                <a:cubicBezTo>
                  <a:pt x="43" y="37"/>
                  <a:pt x="53" y="30"/>
                  <a:pt x="59" y="21"/>
                </a:cubicBezTo>
                <a:cubicBezTo>
                  <a:pt x="56" y="16"/>
                  <a:pt x="51" y="11"/>
                  <a:pt x="46" y="8"/>
                </a:cubicBezTo>
                <a:close/>
                <a:moveTo>
                  <a:pt x="32" y="5"/>
                </a:moveTo>
                <a:cubicBezTo>
                  <a:pt x="26" y="5"/>
                  <a:pt x="21" y="10"/>
                  <a:pt x="21" y="16"/>
                </a:cubicBezTo>
                <a:cubicBezTo>
                  <a:pt x="21" y="17"/>
                  <a:pt x="22" y="18"/>
                  <a:pt x="23" y="18"/>
                </a:cubicBezTo>
                <a:cubicBezTo>
                  <a:pt x="24" y="18"/>
                  <a:pt x="24" y="17"/>
                  <a:pt x="24" y="16"/>
                </a:cubicBezTo>
                <a:cubicBezTo>
                  <a:pt x="24" y="12"/>
                  <a:pt x="28" y="9"/>
                  <a:pt x="32" y="9"/>
                </a:cubicBezTo>
                <a:cubicBezTo>
                  <a:pt x="33" y="9"/>
                  <a:pt x="33" y="8"/>
                  <a:pt x="33" y="7"/>
                </a:cubicBezTo>
                <a:cubicBezTo>
                  <a:pt x="33" y="6"/>
                  <a:pt x="33" y="5"/>
                  <a:pt x="32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9" name="Google Shape;2749;p10"/>
          <p:cNvSpPr/>
          <p:nvPr/>
        </p:nvSpPr>
        <p:spPr>
          <a:xfrm>
            <a:off x="495300" y="2165350"/>
            <a:ext cx="222250" cy="227013"/>
          </a:xfrm>
          <a:custGeom>
            <a:rect b="b" l="l" r="r" t="t"/>
            <a:pathLst>
              <a:path extrusionOk="0" h="66" w="65">
                <a:moveTo>
                  <a:pt x="60" y="21"/>
                </a:moveTo>
                <a:cubicBezTo>
                  <a:pt x="52" y="29"/>
                  <a:pt x="52" y="29"/>
                  <a:pt x="52" y="29"/>
                </a:cubicBezTo>
                <a:cubicBezTo>
                  <a:pt x="56" y="33"/>
                  <a:pt x="56" y="33"/>
                  <a:pt x="56" y="33"/>
                </a:cubicBezTo>
                <a:cubicBezTo>
                  <a:pt x="57" y="33"/>
                  <a:pt x="57" y="34"/>
                  <a:pt x="56" y="34"/>
                </a:cubicBezTo>
                <a:cubicBezTo>
                  <a:pt x="49" y="42"/>
                  <a:pt x="49" y="42"/>
                  <a:pt x="49" y="42"/>
                </a:cubicBezTo>
                <a:cubicBezTo>
                  <a:pt x="48" y="42"/>
                  <a:pt x="47" y="42"/>
                  <a:pt x="47" y="42"/>
                </a:cubicBezTo>
                <a:cubicBezTo>
                  <a:pt x="43" y="38"/>
                  <a:pt x="43" y="38"/>
                  <a:pt x="43" y="38"/>
                </a:cubicBezTo>
                <a:cubicBezTo>
                  <a:pt x="22" y="60"/>
                  <a:pt x="22" y="60"/>
                  <a:pt x="22" y="60"/>
                </a:cubicBezTo>
                <a:cubicBezTo>
                  <a:pt x="21" y="61"/>
                  <a:pt x="20" y="61"/>
                  <a:pt x="18" y="61"/>
                </a:cubicBezTo>
                <a:cubicBezTo>
                  <a:pt x="11" y="61"/>
                  <a:pt x="11" y="61"/>
                  <a:pt x="11" y="61"/>
                </a:cubicBezTo>
                <a:cubicBezTo>
                  <a:pt x="2" y="66"/>
                  <a:pt x="2" y="66"/>
                  <a:pt x="2" y="66"/>
                </a:cubicBezTo>
                <a:cubicBezTo>
                  <a:pt x="0" y="63"/>
                  <a:pt x="0" y="63"/>
                  <a:pt x="0" y="63"/>
                </a:cubicBezTo>
                <a:cubicBezTo>
                  <a:pt x="4" y="54"/>
                  <a:pt x="4" y="54"/>
                  <a:pt x="4" y="54"/>
                </a:cubicBezTo>
                <a:cubicBezTo>
                  <a:pt x="4" y="47"/>
                  <a:pt x="4" y="47"/>
                  <a:pt x="4" y="47"/>
                </a:cubicBezTo>
                <a:cubicBezTo>
                  <a:pt x="4" y="46"/>
                  <a:pt x="5" y="45"/>
                  <a:pt x="6" y="44"/>
                </a:cubicBezTo>
                <a:cubicBezTo>
                  <a:pt x="27" y="22"/>
                  <a:pt x="27" y="22"/>
                  <a:pt x="27" y="22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18"/>
                  <a:pt x="23" y="17"/>
                  <a:pt x="23" y="17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9"/>
                  <a:pt x="32" y="9"/>
                  <a:pt x="33" y="9"/>
                </a:cubicBezTo>
                <a:cubicBezTo>
                  <a:pt x="36" y="13"/>
                  <a:pt x="36" y="13"/>
                  <a:pt x="36" y="13"/>
                </a:cubicBezTo>
                <a:cubicBezTo>
                  <a:pt x="44" y="5"/>
                  <a:pt x="44" y="5"/>
                  <a:pt x="44" y="5"/>
                </a:cubicBezTo>
                <a:cubicBezTo>
                  <a:pt x="49" y="0"/>
                  <a:pt x="56" y="0"/>
                  <a:pt x="60" y="5"/>
                </a:cubicBezTo>
                <a:cubicBezTo>
                  <a:pt x="65" y="9"/>
                  <a:pt x="65" y="17"/>
                  <a:pt x="60" y="21"/>
                </a:cubicBezTo>
                <a:close/>
                <a:moveTo>
                  <a:pt x="39" y="34"/>
                </a:moveTo>
                <a:cubicBezTo>
                  <a:pt x="32" y="27"/>
                  <a:pt x="32" y="27"/>
                  <a:pt x="32" y="27"/>
                </a:cubicBezTo>
                <a:cubicBezTo>
                  <a:pt x="11" y="47"/>
                  <a:pt x="11" y="47"/>
                  <a:pt x="11" y="47"/>
                </a:cubicBezTo>
                <a:cubicBezTo>
                  <a:pt x="11" y="54"/>
                  <a:pt x="11" y="54"/>
                  <a:pt x="11" y="54"/>
                </a:cubicBezTo>
                <a:cubicBezTo>
                  <a:pt x="18" y="54"/>
                  <a:pt x="18" y="54"/>
                  <a:pt x="18" y="54"/>
                </a:cubicBezTo>
                <a:lnTo>
                  <a:pt x="39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10"/>
          <p:cNvSpPr/>
          <p:nvPr/>
        </p:nvSpPr>
        <p:spPr>
          <a:xfrm>
            <a:off x="989013" y="2185988"/>
            <a:ext cx="188912" cy="188912"/>
          </a:xfrm>
          <a:custGeom>
            <a:rect b="b" l="l" r="r" t="t"/>
            <a:pathLst>
              <a:path extrusionOk="0" h="55" w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1" name="Google Shape;2751;p10"/>
          <p:cNvSpPr/>
          <p:nvPr/>
        </p:nvSpPr>
        <p:spPr>
          <a:xfrm>
            <a:off x="1484313" y="2185988"/>
            <a:ext cx="220662" cy="188912"/>
          </a:xfrm>
          <a:custGeom>
            <a:rect b="b" l="l" r="r" t="t"/>
            <a:pathLst>
              <a:path extrusionOk="0" h="55" w="64">
                <a:moveTo>
                  <a:pt x="0" y="54"/>
                </a:move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1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7" y="26"/>
                  <a:pt x="27" y="27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9" y="1"/>
                </a:cubicBezTo>
                <a:cubicBezTo>
                  <a:pt x="54" y="26"/>
                  <a:pt x="54" y="26"/>
                  <a:pt x="54" y="26"/>
                </a:cubicBezTo>
                <a:cubicBezTo>
                  <a:pt x="54" y="26"/>
                  <a:pt x="54" y="26"/>
                  <a:pt x="55" y="27"/>
                </a:cubicBezTo>
                <a:cubicBezTo>
                  <a:pt x="55" y="2"/>
                  <a:pt x="55" y="2"/>
                  <a:pt x="55" y="2"/>
                </a:cubicBezTo>
                <a:cubicBezTo>
                  <a:pt x="55" y="1"/>
                  <a:pt x="56" y="0"/>
                  <a:pt x="57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4" y="1"/>
                  <a:pt x="64" y="2"/>
                </a:cubicBezTo>
                <a:cubicBezTo>
                  <a:pt x="64" y="53"/>
                  <a:pt x="64" y="53"/>
                  <a:pt x="64" y="53"/>
                </a:cubicBezTo>
                <a:cubicBezTo>
                  <a:pt x="64" y="54"/>
                  <a:pt x="63" y="55"/>
                  <a:pt x="61" y="55"/>
                </a:cubicBezTo>
                <a:cubicBezTo>
                  <a:pt x="57" y="55"/>
                  <a:pt x="57" y="55"/>
                  <a:pt x="57" y="55"/>
                </a:cubicBezTo>
                <a:cubicBezTo>
                  <a:pt x="56" y="55"/>
                  <a:pt x="55" y="54"/>
                  <a:pt x="55" y="53"/>
                </a:cubicBezTo>
                <a:cubicBezTo>
                  <a:pt x="55" y="28"/>
                  <a:pt x="55" y="28"/>
                  <a:pt x="55" y="28"/>
                </a:cubicBezTo>
                <a:cubicBezTo>
                  <a:pt x="54" y="29"/>
                  <a:pt x="54" y="29"/>
                  <a:pt x="54" y="29"/>
                </a:cubicBezTo>
                <a:cubicBezTo>
                  <a:pt x="29" y="55"/>
                  <a:pt x="29" y="55"/>
                  <a:pt x="29" y="55"/>
                </a:cubicBezTo>
                <a:cubicBezTo>
                  <a:pt x="28" y="55"/>
                  <a:pt x="27" y="55"/>
                  <a:pt x="27" y="54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9"/>
                  <a:pt x="27" y="29"/>
                  <a:pt x="27" y="29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5"/>
                  <a:pt x="0" y="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10"/>
          <p:cNvSpPr/>
          <p:nvPr/>
        </p:nvSpPr>
        <p:spPr>
          <a:xfrm>
            <a:off x="1979613" y="2174875"/>
            <a:ext cx="153987" cy="217488"/>
          </a:xfrm>
          <a:custGeom>
            <a:rect b="b" l="l" r="r" t="t"/>
            <a:pathLst>
              <a:path extrusionOk="0" h="63" w="45">
                <a:moveTo>
                  <a:pt x="42" y="40"/>
                </a:moveTo>
                <a:cubicBezTo>
                  <a:pt x="41" y="40"/>
                  <a:pt x="40" y="39"/>
                  <a:pt x="39" y="38"/>
                </a:cubicBezTo>
                <a:cubicBezTo>
                  <a:pt x="31" y="26"/>
                  <a:pt x="31" y="26"/>
                  <a:pt x="31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9" y="31"/>
                  <a:pt x="29" y="31"/>
                  <a:pt x="29" y="31"/>
                </a:cubicBezTo>
                <a:cubicBezTo>
                  <a:pt x="38" y="45"/>
                  <a:pt x="38" y="45"/>
                  <a:pt x="38" y="45"/>
                </a:cubicBezTo>
                <a:cubicBezTo>
                  <a:pt x="38" y="46"/>
                  <a:pt x="39" y="46"/>
                  <a:pt x="39" y="47"/>
                </a:cubicBezTo>
                <a:cubicBezTo>
                  <a:pt x="39" y="48"/>
                  <a:pt x="38" y="49"/>
                  <a:pt x="36" y="49"/>
                </a:cubicBezTo>
                <a:cubicBezTo>
                  <a:pt x="29" y="49"/>
                  <a:pt x="29" y="49"/>
                  <a:pt x="29" y="49"/>
                </a:cubicBezTo>
                <a:cubicBezTo>
                  <a:pt x="29" y="59"/>
                  <a:pt x="29" y="59"/>
                  <a:pt x="29" y="59"/>
                </a:cubicBezTo>
                <a:cubicBezTo>
                  <a:pt x="29" y="61"/>
                  <a:pt x="28" y="63"/>
                  <a:pt x="25" y="63"/>
                </a:cubicBezTo>
                <a:cubicBezTo>
                  <a:pt x="20" y="63"/>
                  <a:pt x="20" y="63"/>
                  <a:pt x="20" y="63"/>
                </a:cubicBezTo>
                <a:cubicBezTo>
                  <a:pt x="18" y="63"/>
                  <a:pt x="16" y="61"/>
                  <a:pt x="16" y="59"/>
                </a:cubicBezTo>
                <a:cubicBezTo>
                  <a:pt x="16" y="49"/>
                  <a:pt x="16" y="49"/>
                  <a:pt x="16" y="49"/>
                </a:cubicBezTo>
                <a:cubicBezTo>
                  <a:pt x="9" y="49"/>
                  <a:pt x="9" y="49"/>
                  <a:pt x="9" y="49"/>
                </a:cubicBezTo>
                <a:cubicBezTo>
                  <a:pt x="8" y="49"/>
                  <a:pt x="7" y="48"/>
                  <a:pt x="7" y="47"/>
                </a:cubicBezTo>
                <a:cubicBezTo>
                  <a:pt x="7" y="46"/>
                  <a:pt x="7" y="46"/>
                  <a:pt x="7" y="45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26"/>
                  <a:pt x="16" y="26"/>
                  <a:pt x="16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6" y="38"/>
                  <a:pt x="6" y="38"/>
                  <a:pt x="6" y="38"/>
                </a:cubicBezTo>
                <a:cubicBezTo>
                  <a:pt x="5" y="39"/>
                  <a:pt x="4" y="40"/>
                  <a:pt x="3" y="40"/>
                </a:cubicBezTo>
                <a:cubicBezTo>
                  <a:pt x="1" y="40"/>
                  <a:pt x="0" y="38"/>
                  <a:pt x="0" y="36"/>
                </a:cubicBezTo>
                <a:cubicBezTo>
                  <a:pt x="0" y="36"/>
                  <a:pt x="0" y="35"/>
                  <a:pt x="0" y="34"/>
                </a:cubicBezTo>
                <a:cubicBezTo>
                  <a:pt x="9" y="21"/>
                  <a:pt x="9" y="21"/>
                  <a:pt x="9" y="21"/>
                </a:cubicBezTo>
                <a:cubicBezTo>
                  <a:pt x="11" y="19"/>
                  <a:pt x="13" y="17"/>
                  <a:pt x="16" y="17"/>
                </a:cubicBezTo>
                <a:cubicBezTo>
                  <a:pt x="29" y="17"/>
                  <a:pt x="29" y="17"/>
                  <a:pt x="29" y="17"/>
                </a:cubicBezTo>
                <a:cubicBezTo>
                  <a:pt x="32" y="17"/>
                  <a:pt x="34" y="19"/>
                  <a:pt x="36" y="21"/>
                </a:cubicBezTo>
                <a:cubicBezTo>
                  <a:pt x="45" y="34"/>
                  <a:pt x="45" y="34"/>
                  <a:pt x="45" y="34"/>
                </a:cubicBezTo>
                <a:cubicBezTo>
                  <a:pt x="45" y="35"/>
                  <a:pt x="45" y="36"/>
                  <a:pt x="45" y="36"/>
                </a:cubicBezTo>
                <a:cubicBezTo>
                  <a:pt x="45" y="38"/>
                  <a:pt x="44" y="40"/>
                  <a:pt x="42" y="40"/>
                </a:cubicBezTo>
                <a:close/>
                <a:moveTo>
                  <a:pt x="23" y="16"/>
                </a:moveTo>
                <a:cubicBezTo>
                  <a:pt x="18" y="16"/>
                  <a:pt x="15" y="12"/>
                  <a:pt x="15" y="8"/>
                </a:cubicBezTo>
                <a:cubicBezTo>
                  <a:pt x="15" y="3"/>
                  <a:pt x="18" y="0"/>
                  <a:pt x="23" y="0"/>
                </a:cubicBezTo>
                <a:cubicBezTo>
                  <a:pt x="27" y="0"/>
                  <a:pt x="31" y="3"/>
                  <a:pt x="31" y="8"/>
                </a:cubicBezTo>
                <a:cubicBezTo>
                  <a:pt x="31" y="12"/>
                  <a:pt x="27" y="16"/>
                  <a:pt x="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3" name="Google Shape;2753;p10"/>
          <p:cNvSpPr/>
          <p:nvPr/>
        </p:nvSpPr>
        <p:spPr>
          <a:xfrm>
            <a:off x="2474913" y="2171700"/>
            <a:ext cx="188912" cy="220663"/>
          </a:xfrm>
          <a:custGeom>
            <a:rect b="b" l="l" r="r" t="t"/>
            <a:pathLst>
              <a:path extrusionOk="0" h="64" w="55">
                <a:moveTo>
                  <a:pt x="35" y="22"/>
                </a:moveTo>
                <a:cubicBezTo>
                  <a:pt x="55" y="22"/>
                  <a:pt x="55" y="22"/>
                  <a:pt x="55" y="22"/>
                </a:cubicBez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21"/>
                  <a:pt x="33" y="22"/>
                  <a:pt x="35" y="22"/>
                </a:cubicBezTo>
                <a:close/>
                <a:moveTo>
                  <a:pt x="36" y="1"/>
                </a:moveTo>
                <a:cubicBezTo>
                  <a:pt x="37" y="1"/>
                  <a:pt x="37" y="2"/>
                  <a:pt x="38" y="2"/>
                </a:cubicBezTo>
                <a:cubicBezTo>
                  <a:pt x="52" y="17"/>
                  <a:pt x="52" y="17"/>
                  <a:pt x="52" y="17"/>
                </a:cubicBezTo>
                <a:cubicBezTo>
                  <a:pt x="53" y="17"/>
                  <a:pt x="53" y="17"/>
                  <a:pt x="53" y="18"/>
                </a:cubicBezTo>
                <a:cubicBezTo>
                  <a:pt x="36" y="18"/>
                  <a:pt x="36" y="18"/>
                  <a:pt x="36" y="18"/>
                </a:cubicBezTo>
                <a:lnTo>
                  <a:pt x="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10"/>
          <p:cNvSpPr/>
          <p:nvPr/>
        </p:nvSpPr>
        <p:spPr>
          <a:xfrm>
            <a:off x="2968625" y="2171700"/>
            <a:ext cx="188913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23" y="31"/>
                </a:moveTo>
                <a:cubicBezTo>
                  <a:pt x="23" y="50"/>
                  <a:pt x="23" y="50"/>
                  <a:pt x="23" y="50"/>
                </a:cubicBezTo>
                <a:cubicBezTo>
                  <a:pt x="23" y="51"/>
                  <a:pt x="22" y="51"/>
                  <a:pt x="22" y="51"/>
                </a:cubicBezTo>
                <a:cubicBezTo>
                  <a:pt x="22" y="52"/>
                  <a:pt x="22" y="52"/>
                  <a:pt x="21" y="52"/>
                </a:cubicBezTo>
                <a:cubicBezTo>
                  <a:pt x="21" y="52"/>
                  <a:pt x="21" y="51"/>
                  <a:pt x="21" y="51"/>
                </a:cubicBezTo>
                <a:cubicBezTo>
                  <a:pt x="15" y="45"/>
                  <a:pt x="15" y="45"/>
                  <a:pt x="15" y="45"/>
                </a:cubicBezTo>
                <a:cubicBezTo>
                  <a:pt x="10" y="45"/>
                  <a:pt x="10" y="45"/>
                  <a:pt x="10" y="45"/>
                </a:cubicBezTo>
                <a:cubicBezTo>
                  <a:pt x="9" y="45"/>
                  <a:pt x="9" y="45"/>
                  <a:pt x="9" y="44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2" y="30"/>
                </a:cubicBezTo>
                <a:cubicBezTo>
                  <a:pt x="22" y="30"/>
                  <a:pt x="23" y="31"/>
                  <a:pt x="23" y="31"/>
                </a:cubicBezTo>
                <a:close/>
                <a:moveTo>
                  <a:pt x="31" y="49"/>
                </a:moveTo>
                <a:cubicBezTo>
                  <a:pt x="33" y="46"/>
                  <a:pt x="34" y="44"/>
                  <a:pt x="34" y="41"/>
                </a:cubicBezTo>
                <a:cubicBezTo>
                  <a:pt x="34" y="38"/>
                  <a:pt x="33" y="35"/>
                  <a:pt x="31" y="33"/>
                </a:cubicBezTo>
                <a:cubicBezTo>
                  <a:pt x="30" y="32"/>
                  <a:pt x="29" y="32"/>
                  <a:pt x="28" y="33"/>
                </a:cubicBezTo>
                <a:cubicBezTo>
                  <a:pt x="27" y="34"/>
                  <a:pt x="27" y="35"/>
                  <a:pt x="28" y="36"/>
                </a:cubicBezTo>
                <a:cubicBezTo>
                  <a:pt x="29" y="37"/>
                  <a:pt x="29" y="39"/>
                  <a:pt x="29" y="41"/>
                </a:cubicBezTo>
                <a:cubicBezTo>
                  <a:pt x="29" y="42"/>
                  <a:pt x="29" y="44"/>
                  <a:pt x="28" y="45"/>
                </a:cubicBezTo>
                <a:cubicBezTo>
                  <a:pt x="27" y="46"/>
                  <a:pt x="27" y="48"/>
                  <a:pt x="28" y="49"/>
                </a:cubicBezTo>
                <a:cubicBezTo>
                  <a:pt x="28" y="49"/>
                  <a:pt x="29" y="49"/>
                  <a:pt x="29" y="49"/>
                </a:cubicBezTo>
                <a:cubicBezTo>
                  <a:pt x="30" y="49"/>
                  <a:pt x="30" y="49"/>
                  <a:pt x="31" y="49"/>
                </a:cubicBezTo>
                <a:close/>
                <a:moveTo>
                  <a:pt x="39" y="54"/>
                </a:moveTo>
                <a:cubicBezTo>
                  <a:pt x="42" y="50"/>
                  <a:pt x="43" y="45"/>
                  <a:pt x="43" y="41"/>
                </a:cubicBezTo>
                <a:cubicBezTo>
                  <a:pt x="43" y="36"/>
                  <a:pt x="42" y="31"/>
                  <a:pt x="39" y="28"/>
                </a:cubicBezTo>
                <a:cubicBezTo>
                  <a:pt x="38" y="27"/>
                  <a:pt x="36" y="27"/>
                  <a:pt x="35" y="27"/>
                </a:cubicBezTo>
                <a:cubicBezTo>
                  <a:pt x="34" y="28"/>
                  <a:pt x="34" y="30"/>
                  <a:pt x="35" y="31"/>
                </a:cubicBezTo>
                <a:cubicBezTo>
                  <a:pt x="37" y="33"/>
                  <a:pt x="39" y="37"/>
                  <a:pt x="39" y="41"/>
                </a:cubicBezTo>
                <a:cubicBezTo>
                  <a:pt x="39" y="44"/>
                  <a:pt x="37" y="48"/>
                  <a:pt x="35" y="51"/>
                </a:cubicBezTo>
                <a:cubicBezTo>
                  <a:pt x="34" y="52"/>
                  <a:pt x="34" y="53"/>
                  <a:pt x="35" y="54"/>
                </a:cubicBezTo>
                <a:cubicBezTo>
                  <a:pt x="36" y="54"/>
                  <a:pt x="36" y="55"/>
                  <a:pt x="37" y="55"/>
                </a:cubicBezTo>
                <a:cubicBezTo>
                  <a:pt x="37" y="55"/>
                  <a:pt x="38" y="54"/>
                  <a:pt x="39" y="54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10"/>
          <p:cNvSpPr/>
          <p:nvPr/>
        </p:nvSpPr>
        <p:spPr>
          <a:xfrm>
            <a:off x="3463925" y="2171700"/>
            <a:ext cx="188913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15" y="54"/>
                </a:moveTo>
                <a:cubicBezTo>
                  <a:pt x="25" y="54"/>
                  <a:pt x="25" y="54"/>
                  <a:pt x="25" y="54"/>
                </a:cubicBezTo>
                <a:cubicBezTo>
                  <a:pt x="25" y="51"/>
                  <a:pt x="25" y="51"/>
                  <a:pt x="25" y="51"/>
                </a:cubicBezTo>
                <a:cubicBezTo>
                  <a:pt x="22" y="51"/>
                  <a:pt x="22" y="51"/>
                  <a:pt x="22" y="51"/>
                </a:cubicBezTo>
                <a:cubicBezTo>
                  <a:pt x="26" y="45"/>
                  <a:pt x="26" y="45"/>
                  <a:pt x="26" y="45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44"/>
                  <a:pt x="27" y="44"/>
                  <a:pt x="27" y="44"/>
                </a:cubicBezTo>
                <a:cubicBezTo>
                  <a:pt x="27" y="44"/>
                  <a:pt x="27" y="45"/>
                  <a:pt x="28" y="45"/>
                </a:cubicBezTo>
                <a:cubicBezTo>
                  <a:pt x="32" y="51"/>
                  <a:pt x="32" y="51"/>
                  <a:pt x="32" y="51"/>
                </a:cubicBezTo>
                <a:cubicBezTo>
                  <a:pt x="29" y="51"/>
                  <a:pt x="29" y="51"/>
                  <a:pt x="29" y="51"/>
                </a:cubicBezTo>
                <a:cubicBezTo>
                  <a:pt x="29" y="54"/>
                  <a:pt x="29" y="54"/>
                  <a:pt x="29" y="54"/>
                </a:cubicBezTo>
                <a:cubicBezTo>
                  <a:pt x="39" y="54"/>
                  <a:pt x="39" y="54"/>
                  <a:pt x="39" y="54"/>
                </a:cubicBezTo>
                <a:cubicBezTo>
                  <a:pt x="39" y="51"/>
                  <a:pt x="39" y="51"/>
                  <a:pt x="39" y="51"/>
                </a:cubicBezTo>
                <a:cubicBezTo>
                  <a:pt x="37" y="51"/>
                  <a:pt x="37" y="51"/>
                  <a:pt x="37" y="51"/>
                </a:cubicBezTo>
                <a:cubicBezTo>
                  <a:pt x="30" y="41"/>
                  <a:pt x="30" y="41"/>
                  <a:pt x="30" y="41"/>
                </a:cubicBezTo>
                <a:cubicBezTo>
                  <a:pt x="37" y="31"/>
                  <a:pt x="37" y="31"/>
                  <a:pt x="37" y="31"/>
                </a:cubicBezTo>
                <a:cubicBezTo>
                  <a:pt x="39" y="31"/>
                  <a:pt x="39" y="31"/>
                  <a:pt x="39" y="31"/>
                </a:cubicBezTo>
                <a:cubicBezTo>
                  <a:pt x="39" y="27"/>
                  <a:pt x="39" y="27"/>
                  <a:pt x="3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9" y="31"/>
                  <a:pt x="29" y="31"/>
                  <a:pt x="29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28" y="36"/>
                  <a:pt x="28" y="36"/>
                  <a:pt x="28" y="36"/>
                </a:cubicBezTo>
                <a:cubicBezTo>
                  <a:pt x="28" y="37"/>
                  <a:pt x="28" y="38"/>
                  <a:pt x="28" y="38"/>
                </a:cubicBezTo>
                <a:cubicBezTo>
                  <a:pt x="27" y="38"/>
                  <a:pt x="27" y="38"/>
                  <a:pt x="27" y="38"/>
                </a:cubicBezTo>
                <a:cubicBezTo>
                  <a:pt x="27" y="38"/>
                  <a:pt x="27" y="37"/>
                  <a:pt x="27" y="37"/>
                </a:cubicBezTo>
                <a:cubicBezTo>
                  <a:pt x="27" y="37"/>
                  <a:pt x="27" y="37"/>
                  <a:pt x="27" y="36"/>
                </a:cubicBezTo>
                <a:cubicBezTo>
                  <a:pt x="23" y="31"/>
                  <a:pt x="23" y="31"/>
                  <a:pt x="23" y="31"/>
                </a:cubicBezTo>
                <a:cubicBezTo>
                  <a:pt x="26" y="31"/>
                  <a:pt x="26" y="31"/>
                  <a:pt x="26" y="31"/>
                </a:cubicBezTo>
                <a:cubicBezTo>
                  <a:pt x="26" y="27"/>
                  <a:pt x="26" y="27"/>
                  <a:pt x="26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31"/>
                  <a:pt x="15" y="31"/>
                  <a:pt x="15" y="31"/>
                </a:cubicBezTo>
                <a:cubicBezTo>
                  <a:pt x="18" y="31"/>
                  <a:pt x="18" y="31"/>
                  <a:pt x="18" y="31"/>
                </a:cubicBezTo>
                <a:cubicBezTo>
                  <a:pt x="24" y="41"/>
                  <a:pt x="24" y="41"/>
                  <a:pt x="24" y="41"/>
                </a:cubicBezTo>
                <a:cubicBezTo>
                  <a:pt x="18" y="51"/>
                  <a:pt x="18" y="51"/>
                  <a:pt x="18" y="51"/>
                </a:cubicBezTo>
                <a:cubicBezTo>
                  <a:pt x="15" y="51"/>
                  <a:pt x="15" y="51"/>
                  <a:pt x="15" y="51"/>
                </a:cubicBezTo>
                <a:lnTo>
                  <a:pt x="15" y="54"/>
                </a:ln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10"/>
          <p:cNvSpPr/>
          <p:nvPr/>
        </p:nvSpPr>
        <p:spPr>
          <a:xfrm>
            <a:off x="3959225" y="2171700"/>
            <a:ext cx="188913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32" y="32"/>
                </a:moveTo>
                <a:cubicBezTo>
                  <a:pt x="32" y="45"/>
                  <a:pt x="32" y="45"/>
                  <a:pt x="32" y="45"/>
                </a:cubicBezTo>
                <a:cubicBezTo>
                  <a:pt x="32" y="48"/>
                  <a:pt x="30" y="50"/>
                  <a:pt x="27" y="50"/>
                </a:cubicBezTo>
                <a:cubicBezTo>
                  <a:pt x="13" y="50"/>
                  <a:pt x="13" y="50"/>
                  <a:pt x="13" y="50"/>
                </a:cubicBezTo>
                <a:cubicBezTo>
                  <a:pt x="11" y="50"/>
                  <a:pt x="9" y="48"/>
                  <a:pt x="9" y="45"/>
                </a:cubicBezTo>
                <a:cubicBezTo>
                  <a:pt x="9" y="32"/>
                  <a:pt x="9" y="32"/>
                  <a:pt x="9" y="32"/>
                </a:cubicBezTo>
                <a:cubicBezTo>
                  <a:pt x="9" y="29"/>
                  <a:pt x="11" y="27"/>
                  <a:pt x="13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30" y="27"/>
                  <a:pt x="32" y="29"/>
                  <a:pt x="32" y="32"/>
                </a:cubicBezTo>
                <a:close/>
                <a:moveTo>
                  <a:pt x="45" y="28"/>
                </a:moveTo>
                <a:cubicBezTo>
                  <a:pt x="45" y="49"/>
                  <a:pt x="45" y="49"/>
                  <a:pt x="45" y="49"/>
                </a:cubicBezTo>
                <a:cubicBezTo>
                  <a:pt x="45" y="49"/>
                  <a:pt x="45" y="50"/>
                  <a:pt x="45" y="50"/>
                </a:cubicBezTo>
                <a:cubicBezTo>
                  <a:pt x="45" y="50"/>
                  <a:pt x="44" y="50"/>
                  <a:pt x="44" y="50"/>
                </a:cubicBezTo>
                <a:cubicBezTo>
                  <a:pt x="44" y="50"/>
                  <a:pt x="44" y="50"/>
                  <a:pt x="43" y="50"/>
                </a:cubicBezTo>
                <a:cubicBezTo>
                  <a:pt x="34" y="40"/>
                  <a:pt x="34" y="40"/>
                  <a:pt x="34" y="40"/>
                </a:cubicBezTo>
                <a:cubicBezTo>
                  <a:pt x="34" y="37"/>
                  <a:pt x="34" y="37"/>
                  <a:pt x="34" y="37"/>
                </a:cubicBezTo>
                <a:cubicBezTo>
                  <a:pt x="43" y="27"/>
                  <a:pt x="43" y="27"/>
                  <a:pt x="43" y="27"/>
                </a:cubicBezTo>
                <a:cubicBezTo>
                  <a:pt x="44" y="27"/>
                  <a:pt x="44" y="27"/>
                  <a:pt x="44" y="27"/>
                </a:cubicBezTo>
                <a:cubicBezTo>
                  <a:pt x="44" y="27"/>
                  <a:pt x="45" y="27"/>
                  <a:pt x="45" y="27"/>
                </a:cubicBezTo>
                <a:cubicBezTo>
                  <a:pt x="45" y="27"/>
                  <a:pt x="45" y="28"/>
                  <a:pt x="45" y="28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7" name="Google Shape;2757;p10"/>
          <p:cNvSpPr/>
          <p:nvPr/>
        </p:nvSpPr>
        <p:spPr>
          <a:xfrm>
            <a:off x="4452938" y="2171700"/>
            <a:ext cx="188912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35" y="40"/>
                </a:moveTo>
                <a:cubicBezTo>
                  <a:pt x="36" y="40"/>
                  <a:pt x="38" y="40"/>
                  <a:pt x="39" y="40"/>
                </a:cubicBezTo>
                <a:cubicBezTo>
                  <a:pt x="41" y="40"/>
                  <a:pt x="44" y="40"/>
                  <a:pt x="45" y="41"/>
                </a:cubicBezTo>
                <a:cubicBezTo>
                  <a:pt x="45" y="42"/>
                  <a:pt x="46" y="42"/>
                  <a:pt x="45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5" y="44"/>
                  <a:pt x="44" y="45"/>
                  <a:pt x="43" y="45"/>
                </a:cubicBezTo>
                <a:cubicBezTo>
                  <a:pt x="40" y="45"/>
                  <a:pt x="37" y="44"/>
                  <a:pt x="34" y="42"/>
                </a:cubicBezTo>
                <a:cubicBezTo>
                  <a:pt x="29" y="43"/>
                  <a:pt x="24" y="44"/>
                  <a:pt x="20" y="45"/>
                </a:cubicBezTo>
                <a:cubicBezTo>
                  <a:pt x="16" y="51"/>
                  <a:pt x="13" y="54"/>
                  <a:pt x="11" y="54"/>
                </a:cubicBezTo>
                <a:cubicBezTo>
                  <a:pt x="11" y="54"/>
                  <a:pt x="11" y="54"/>
                  <a:pt x="10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9" y="53"/>
                  <a:pt x="9" y="53"/>
                  <a:pt x="9" y="52"/>
                </a:cubicBezTo>
                <a:cubicBezTo>
                  <a:pt x="9" y="51"/>
                  <a:pt x="11" y="48"/>
                  <a:pt x="16" y="46"/>
                </a:cubicBezTo>
                <a:cubicBezTo>
                  <a:pt x="16" y="45"/>
                  <a:pt x="16" y="45"/>
                  <a:pt x="16" y="46"/>
                </a:cubicBezTo>
                <a:cubicBezTo>
                  <a:pt x="17" y="46"/>
                  <a:pt x="17" y="46"/>
                  <a:pt x="17" y="46"/>
                </a:cubicBezTo>
                <a:cubicBezTo>
                  <a:pt x="18" y="44"/>
                  <a:pt x="19" y="42"/>
                  <a:pt x="20" y="39"/>
                </a:cubicBezTo>
                <a:cubicBezTo>
                  <a:pt x="22" y="36"/>
                  <a:pt x="23" y="33"/>
                  <a:pt x="24" y="30"/>
                </a:cubicBezTo>
                <a:cubicBezTo>
                  <a:pt x="23" y="26"/>
                  <a:pt x="23" y="22"/>
                  <a:pt x="23" y="19"/>
                </a:cubicBezTo>
                <a:cubicBezTo>
                  <a:pt x="23" y="18"/>
                  <a:pt x="24" y="18"/>
                  <a:pt x="25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8"/>
                  <a:pt x="26" y="18"/>
                  <a:pt x="27" y="18"/>
                </a:cubicBezTo>
                <a:cubicBezTo>
                  <a:pt x="27" y="19"/>
                  <a:pt x="27" y="20"/>
                  <a:pt x="27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5"/>
                  <a:pt x="27" y="27"/>
                  <a:pt x="26" y="29"/>
                </a:cubicBezTo>
                <a:cubicBezTo>
                  <a:pt x="28" y="33"/>
                  <a:pt x="30" y="36"/>
                  <a:pt x="32" y="38"/>
                </a:cubicBezTo>
                <a:cubicBezTo>
                  <a:pt x="33" y="39"/>
                  <a:pt x="34" y="39"/>
                  <a:pt x="35" y="40"/>
                </a:cubicBezTo>
                <a:close/>
                <a:moveTo>
                  <a:pt x="16" y="47"/>
                </a:moveTo>
                <a:cubicBezTo>
                  <a:pt x="13" y="49"/>
                  <a:pt x="12" y="51"/>
                  <a:pt x="11" y="52"/>
                </a:cubicBezTo>
                <a:cubicBezTo>
                  <a:pt x="12" y="52"/>
                  <a:pt x="14" y="50"/>
                  <a:pt x="16" y="47"/>
                </a:cubicBezTo>
                <a:close/>
                <a:moveTo>
                  <a:pt x="31" y="40"/>
                </a:moveTo>
                <a:cubicBezTo>
                  <a:pt x="31" y="40"/>
                  <a:pt x="30" y="40"/>
                  <a:pt x="30" y="40"/>
                </a:cubicBezTo>
                <a:cubicBezTo>
                  <a:pt x="28" y="38"/>
                  <a:pt x="27" y="36"/>
                  <a:pt x="25" y="33"/>
                </a:cubicBezTo>
                <a:cubicBezTo>
                  <a:pt x="25" y="35"/>
                  <a:pt x="24" y="38"/>
                  <a:pt x="23" y="40"/>
                </a:cubicBezTo>
                <a:cubicBezTo>
                  <a:pt x="22" y="41"/>
                  <a:pt x="21" y="42"/>
                  <a:pt x="21" y="43"/>
                </a:cubicBezTo>
                <a:cubicBezTo>
                  <a:pt x="24" y="42"/>
                  <a:pt x="28" y="41"/>
                  <a:pt x="31" y="40"/>
                </a:cubicBezTo>
                <a:close/>
                <a:moveTo>
                  <a:pt x="25" y="24"/>
                </a:moveTo>
                <a:cubicBezTo>
                  <a:pt x="25" y="24"/>
                  <a:pt x="25" y="23"/>
                  <a:pt x="26" y="23"/>
                </a:cubicBezTo>
                <a:cubicBezTo>
                  <a:pt x="26" y="22"/>
                  <a:pt x="26" y="22"/>
                  <a:pt x="2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0"/>
                  <a:pt x="26" y="20"/>
                  <a:pt x="25" y="19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1"/>
                  <a:pt x="25" y="22"/>
                  <a:pt x="25" y="24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  <a:moveTo>
                  <a:pt x="39" y="42"/>
                </a:moveTo>
                <a:cubicBezTo>
                  <a:pt x="41" y="42"/>
                  <a:pt x="42" y="43"/>
                  <a:pt x="43" y="43"/>
                </a:cubicBezTo>
                <a:cubicBezTo>
                  <a:pt x="44" y="43"/>
                  <a:pt x="44" y="43"/>
                  <a:pt x="44" y="43"/>
                </a:cubicBezTo>
                <a:cubicBezTo>
                  <a:pt x="44" y="43"/>
                  <a:pt x="44" y="43"/>
                  <a:pt x="44" y="43"/>
                </a:cubicBezTo>
                <a:cubicBezTo>
                  <a:pt x="44" y="42"/>
                  <a:pt x="43" y="42"/>
                  <a:pt x="39" y="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10"/>
          <p:cNvSpPr/>
          <p:nvPr/>
        </p:nvSpPr>
        <p:spPr>
          <a:xfrm>
            <a:off x="4948238" y="2171700"/>
            <a:ext cx="188912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9" y="29"/>
                </a:moveTo>
                <a:cubicBezTo>
                  <a:pt x="9" y="25"/>
                  <a:pt x="12" y="22"/>
                  <a:pt x="16" y="22"/>
                </a:cubicBezTo>
                <a:cubicBezTo>
                  <a:pt x="20" y="22"/>
                  <a:pt x="23" y="25"/>
                  <a:pt x="23" y="29"/>
                </a:cubicBezTo>
                <a:cubicBezTo>
                  <a:pt x="23" y="33"/>
                  <a:pt x="20" y="36"/>
                  <a:pt x="16" y="36"/>
                </a:cubicBezTo>
                <a:cubicBezTo>
                  <a:pt x="12" y="36"/>
                  <a:pt x="9" y="33"/>
                  <a:pt x="9" y="29"/>
                </a:cubicBezTo>
                <a:close/>
                <a:moveTo>
                  <a:pt x="45" y="54"/>
                </a:moveTo>
                <a:cubicBezTo>
                  <a:pt x="9" y="54"/>
                  <a:pt x="9" y="54"/>
                  <a:pt x="9" y="54"/>
                </a:cubicBezTo>
                <a:cubicBezTo>
                  <a:pt x="9" y="48"/>
                  <a:pt x="9" y="48"/>
                  <a:pt x="9" y="48"/>
                </a:cubicBezTo>
                <a:cubicBezTo>
                  <a:pt x="16" y="41"/>
                  <a:pt x="16" y="41"/>
                  <a:pt x="16" y="41"/>
                </a:cubicBezTo>
                <a:cubicBezTo>
                  <a:pt x="20" y="45"/>
                  <a:pt x="20" y="45"/>
                  <a:pt x="20" y="45"/>
                </a:cubicBezTo>
                <a:cubicBezTo>
                  <a:pt x="34" y="32"/>
                  <a:pt x="34" y="32"/>
                  <a:pt x="34" y="32"/>
                </a:cubicBezTo>
                <a:cubicBezTo>
                  <a:pt x="45" y="43"/>
                  <a:pt x="45" y="43"/>
                  <a:pt x="45" y="43"/>
                </a:cubicBezTo>
                <a:lnTo>
                  <a:pt x="45" y="54"/>
                </a:ln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10"/>
          <p:cNvSpPr/>
          <p:nvPr/>
        </p:nvSpPr>
        <p:spPr>
          <a:xfrm>
            <a:off x="5443538" y="2171700"/>
            <a:ext cx="188912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23" y="31"/>
                </a:moveTo>
                <a:cubicBezTo>
                  <a:pt x="23" y="50"/>
                  <a:pt x="23" y="50"/>
                  <a:pt x="23" y="50"/>
                </a:cubicBezTo>
                <a:cubicBezTo>
                  <a:pt x="23" y="51"/>
                  <a:pt x="22" y="51"/>
                  <a:pt x="22" y="51"/>
                </a:cubicBezTo>
                <a:cubicBezTo>
                  <a:pt x="22" y="52"/>
                  <a:pt x="22" y="52"/>
                  <a:pt x="21" y="52"/>
                </a:cubicBezTo>
                <a:cubicBezTo>
                  <a:pt x="21" y="52"/>
                  <a:pt x="21" y="51"/>
                  <a:pt x="21" y="51"/>
                </a:cubicBezTo>
                <a:cubicBezTo>
                  <a:pt x="15" y="45"/>
                  <a:pt x="15" y="45"/>
                  <a:pt x="15" y="45"/>
                </a:cubicBezTo>
                <a:cubicBezTo>
                  <a:pt x="10" y="45"/>
                  <a:pt x="10" y="45"/>
                  <a:pt x="10" y="45"/>
                </a:cubicBezTo>
                <a:cubicBezTo>
                  <a:pt x="9" y="45"/>
                  <a:pt x="9" y="45"/>
                  <a:pt x="9" y="44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21" y="30"/>
                  <a:pt x="21" y="30"/>
                  <a:pt x="21" y="30"/>
                </a:cubicBezTo>
                <a:cubicBezTo>
                  <a:pt x="21" y="30"/>
                  <a:pt x="21" y="30"/>
                  <a:pt x="22" y="30"/>
                </a:cubicBezTo>
                <a:cubicBezTo>
                  <a:pt x="22" y="30"/>
                  <a:pt x="23" y="31"/>
                  <a:pt x="23" y="31"/>
                </a:cubicBezTo>
                <a:close/>
                <a:moveTo>
                  <a:pt x="31" y="49"/>
                </a:moveTo>
                <a:cubicBezTo>
                  <a:pt x="33" y="46"/>
                  <a:pt x="34" y="44"/>
                  <a:pt x="34" y="41"/>
                </a:cubicBezTo>
                <a:cubicBezTo>
                  <a:pt x="34" y="38"/>
                  <a:pt x="33" y="35"/>
                  <a:pt x="31" y="33"/>
                </a:cubicBezTo>
                <a:cubicBezTo>
                  <a:pt x="30" y="32"/>
                  <a:pt x="29" y="32"/>
                  <a:pt x="28" y="33"/>
                </a:cubicBezTo>
                <a:cubicBezTo>
                  <a:pt x="27" y="34"/>
                  <a:pt x="27" y="35"/>
                  <a:pt x="28" y="36"/>
                </a:cubicBezTo>
                <a:cubicBezTo>
                  <a:pt x="29" y="37"/>
                  <a:pt x="29" y="39"/>
                  <a:pt x="29" y="41"/>
                </a:cubicBezTo>
                <a:cubicBezTo>
                  <a:pt x="29" y="42"/>
                  <a:pt x="29" y="44"/>
                  <a:pt x="28" y="45"/>
                </a:cubicBezTo>
                <a:cubicBezTo>
                  <a:pt x="27" y="46"/>
                  <a:pt x="27" y="48"/>
                  <a:pt x="28" y="49"/>
                </a:cubicBezTo>
                <a:cubicBezTo>
                  <a:pt x="28" y="49"/>
                  <a:pt x="29" y="49"/>
                  <a:pt x="29" y="49"/>
                </a:cubicBezTo>
                <a:cubicBezTo>
                  <a:pt x="30" y="49"/>
                  <a:pt x="30" y="49"/>
                  <a:pt x="31" y="49"/>
                </a:cubicBezTo>
                <a:close/>
                <a:moveTo>
                  <a:pt x="39" y="54"/>
                </a:moveTo>
                <a:cubicBezTo>
                  <a:pt x="42" y="50"/>
                  <a:pt x="43" y="45"/>
                  <a:pt x="43" y="41"/>
                </a:cubicBezTo>
                <a:cubicBezTo>
                  <a:pt x="43" y="36"/>
                  <a:pt x="42" y="31"/>
                  <a:pt x="39" y="28"/>
                </a:cubicBezTo>
                <a:cubicBezTo>
                  <a:pt x="38" y="27"/>
                  <a:pt x="36" y="27"/>
                  <a:pt x="35" y="27"/>
                </a:cubicBezTo>
                <a:cubicBezTo>
                  <a:pt x="34" y="28"/>
                  <a:pt x="34" y="30"/>
                  <a:pt x="35" y="31"/>
                </a:cubicBezTo>
                <a:cubicBezTo>
                  <a:pt x="37" y="33"/>
                  <a:pt x="39" y="37"/>
                  <a:pt x="39" y="41"/>
                </a:cubicBezTo>
                <a:cubicBezTo>
                  <a:pt x="39" y="44"/>
                  <a:pt x="37" y="48"/>
                  <a:pt x="35" y="51"/>
                </a:cubicBezTo>
                <a:cubicBezTo>
                  <a:pt x="34" y="52"/>
                  <a:pt x="34" y="53"/>
                  <a:pt x="35" y="54"/>
                </a:cubicBezTo>
                <a:cubicBezTo>
                  <a:pt x="36" y="54"/>
                  <a:pt x="36" y="55"/>
                  <a:pt x="37" y="55"/>
                </a:cubicBezTo>
                <a:cubicBezTo>
                  <a:pt x="37" y="55"/>
                  <a:pt x="38" y="54"/>
                  <a:pt x="39" y="54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10"/>
          <p:cNvSpPr/>
          <p:nvPr/>
        </p:nvSpPr>
        <p:spPr>
          <a:xfrm>
            <a:off x="5937250" y="2171700"/>
            <a:ext cx="188913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15" y="27"/>
                </a:move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1" y="27"/>
                  <a:pt x="41" y="28"/>
                </a:cubicBezTo>
                <a:cubicBezTo>
                  <a:pt x="41" y="30"/>
                  <a:pt x="41" y="30"/>
                  <a:pt x="41" y="30"/>
                </a:cubicBezTo>
                <a:cubicBezTo>
                  <a:pt x="41" y="31"/>
                  <a:pt x="40" y="32"/>
                  <a:pt x="40" y="32"/>
                </a:cubicBezTo>
                <a:cubicBezTo>
                  <a:pt x="15" y="32"/>
                  <a:pt x="15" y="32"/>
                  <a:pt x="15" y="32"/>
                </a:cubicBezTo>
                <a:cubicBezTo>
                  <a:pt x="14" y="32"/>
                  <a:pt x="13" y="31"/>
                  <a:pt x="13" y="30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7"/>
                  <a:pt x="14" y="27"/>
                  <a:pt x="15" y="27"/>
                </a:cubicBezTo>
                <a:close/>
                <a:moveTo>
                  <a:pt x="41" y="37"/>
                </a:moveTo>
                <a:cubicBezTo>
                  <a:pt x="41" y="40"/>
                  <a:pt x="41" y="40"/>
                  <a:pt x="41" y="40"/>
                </a:cubicBezTo>
                <a:cubicBezTo>
                  <a:pt x="41" y="40"/>
                  <a:pt x="40" y="41"/>
                  <a:pt x="40" y="41"/>
                </a:cubicBezTo>
                <a:cubicBezTo>
                  <a:pt x="15" y="41"/>
                  <a:pt x="15" y="41"/>
                  <a:pt x="15" y="41"/>
                </a:cubicBezTo>
                <a:cubicBezTo>
                  <a:pt x="14" y="41"/>
                  <a:pt x="13" y="40"/>
                  <a:pt x="13" y="40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37"/>
                  <a:pt x="14" y="36"/>
                  <a:pt x="15" y="36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36"/>
                  <a:pt x="41" y="37"/>
                  <a:pt x="41" y="37"/>
                </a:cubicBezTo>
                <a:close/>
                <a:moveTo>
                  <a:pt x="41" y="46"/>
                </a:moveTo>
                <a:cubicBezTo>
                  <a:pt x="41" y="49"/>
                  <a:pt x="41" y="49"/>
                  <a:pt x="41" y="49"/>
                </a:cubicBezTo>
                <a:cubicBezTo>
                  <a:pt x="41" y="49"/>
                  <a:pt x="40" y="50"/>
                  <a:pt x="40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4" y="50"/>
                  <a:pt x="13" y="49"/>
                  <a:pt x="13" y="49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46"/>
                  <a:pt x="14" y="45"/>
                  <a:pt x="15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5"/>
                  <a:pt x="41" y="46"/>
                  <a:pt x="41" y="46"/>
                </a:cubicBez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10"/>
          <p:cNvSpPr/>
          <p:nvPr/>
        </p:nvSpPr>
        <p:spPr>
          <a:xfrm>
            <a:off x="6432550" y="2171700"/>
            <a:ext cx="188913" cy="220663"/>
          </a:xfrm>
          <a:custGeom>
            <a:rect b="b" l="l" r="r" t="t"/>
            <a:pathLst>
              <a:path extrusionOk="0" h="64" w="55">
                <a:moveTo>
                  <a:pt x="55" y="19"/>
                </a:moveTo>
                <a:cubicBezTo>
                  <a:pt x="55" y="60"/>
                  <a:pt x="55" y="60"/>
                  <a:pt x="55" y="60"/>
                </a:cubicBezTo>
                <a:cubicBezTo>
                  <a:pt x="55" y="62"/>
                  <a:pt x="53" y="64"/>
                  <a:pt x="51" y="64"/>
                </a:cubicBezTo>
                <a:cubicBezTo>
                  <a:pt x="3" y="64"/>
                  <a:pt x="3" y="64"/>
                  <a:pt x="3" y="64"/>
                </a:cubicBezTo>
                <a:cubicBezTo>
                  <a:pt x="1" y="64"/>
                  <a:pt x="0" y="62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1"/>
                  <a:pt x="41" y="2"/>
                </a:cubicBezTo>
                <a:cubicBezTo>
                  <a:pt x="52" y="13"/>
                  <a:pt x="52" y="13"/>
                  <a:pt x="52" y="13"/>
                </a:cubicBezTo>
                <a:cubicBezTo>
                  <a:pt x="53" y="14"/>
                  <a:pt x="55" y="17"/>
                  <a:pt x="55" y="19"/>
                </a:cubicBezTo>
                <a:close/>
                <a:moveTo>
                  <a:pt x="50" y="22"/>
                </a:moveTo>
                <a:cubicBezTo>
                  <a:pt x="35" y="22"/>
                  <a:pt x="35" y="22"/>
                  <a:pt x="35" y="22"/>
                </a:cubicBezTo>
                <a:cubicBezTo>
                  <a:pt x="33" y="22"/>
                  <a:pt x="32" y="21"/>
                  <a:pt x="32" y="19"/>
                </a:cubicBezTo>
                <a:cubicBezTo>
                  <a:pt x="32" y="4"/>
                  <a:pt x="32" y="4"/>
                  <a:pt x="32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59"/>
                  <a:pt x="4" y="59"/>
                  <a:pt x="4" y="59"/>
                </a:cubicBezTo>
                <a:cubicBezTo>
                  <a:pt x="50" y="59"/>
                  <a:pt x="50" y="59"/>
                  <a:pt x="50" y="59"/>
                </a:cubicBezTo>
                <a:lnTo>
                  <a:pt x="50" y="22"/>
                </a:lnTo>
                <a:close/>
                <a:moveTo>
                  <a:pt x="8" y="31"/>
                </a:moveTo>
                <a:cubicBezTo>
                  <a:pt x="11" y="31"/>
                  <a:pt x="11" y="31"/>
                  <a:pt x="11" y="31"/>
                </a:cubicBezTo>
                <a:cubicBezTo>
                  <a:pt x="16" y="54"/>
                  <a:pt x="16" y="54"/>
                  <a:pt x="16" y="54"/>
                </a:cubicBezTo>
                <a:cubicBezTo>
                  <a:pt x="22" y="54"/>
                  <a:pt x="22" y="54"/>
                  <a:pt x="22" y="54"/>
                </a:cubicBezTo>
                <a:cubicBezTo>
                  <a:pt x="27" y="37"/>
                  <a:pt x="27" y="37"/>
                  <a:pt x="27" y="37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5"/>
                  <a:pt x="27" y="35"/>
                </a:cubicBezTo>
                <a:cubicBezTo>
                  <a:pt x="27" y="35"/>
                  <a:pt x="27" y="35"/>
                  <a:pt x="27" y="35"/>
                </a:cubicBezTo>
                <a:cubicBezTo>
                  <a:pt x="27" y="35"/>
                  <a:pt x="27" y="35"/>
                  <a:pt x="27" y="35"/>
                </a:cubicBezTo>
                <a:cubicBezTo>
                  <a:pt x="27" y="36"/>
                  <a:pt x="28" y="37"/>
                  <a:pt x="28" y="37"/>
                </a:cubicBezTo>
                <a:cubicBezTo>
                  <a:pt x="32" y="54"/>
                  <a:pt x="32" y="54"/>
                  <a:pt x="32" y="54"/>
                </a:cubicBezTo>
                <a:cubicBezTo>
                  <a:pt x="38" y="54"/>
                  <a:pt x="38" y="54"/>
                  <a:pt x="38" y="54"/>
                </a:cubicBezTo>
                <a:cubicBezTo>
                  <a:pt x="44" y="31"/>
                  <a:pt x="44" y="31"/>
                  <a:pt x="44" y="31"/>
                </a:cubicBezTo>
                <a:cubicBezTo>
                  <a:pt x="46" y="31"/>
                  <a:pt x="46" y="31"/>
                  <a:pt x="46" y="31"/>
                </a:cubicBezTo>
                <a:cubicBezTo>
                  <a:pt x="46" y="27"/>
                  <a:pt x="46" y="27"/>
                  <a:pt x="46" y="27"/>
                </a:cubicBezTo>
                <a:cubicBezTo>
                  <a:pt x="36" y="27"/>
                  <a:pt x="36" y="27"/>
                  <a:pt x="36" y="27"/>
                </a:cubicBezTo>
                <a:cubicBezTo>
                  <a:pt x="36" y="31"/>
                  <a:pt x="36" y="31"/>
                  <a:pt x="36" y="31"/>
                </a:cubicBezTo>
                <a:cubicBezTo>
                  <a:pt x="39" y="31"/>
                  <a:pt x="39" y="31"/>
                  <a:pt x="39" y="31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7"/>
                  <a:pt x="35" y="48"/>
                  <a:pt x="35" y="48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5" y="49"/>
                  <a:pt x="35" y="48"/>
                  <a:pt x="35" y="48"/>
                </a:cubicBezTo>
                <a:cubicBezTo>
                  <a:pt x="35" y="48"/>
                  <a:pt x="35" y="47"/>
                  <a:pt x="34" y="46"/>
                </a:cubicBezTo>
                <a:cubicBezTo>
                  <a:pt x="29" y="27"/>
                  <a:pt x="29" y="27"/>
                  <a:pt x="29" y="27"/>
                </a:cubicBezTo>
                <a:cubicBezTo>
                  <a:pt x="25" y="27"/>
                  <a:pt x="25" y="27"/>
                  <a:pt x="25" y="27"/>
                </a:cubicBezTo>
                <a:cubicBezTo>
                  <a:pt x="20" y="46"/>
                  <a:pt x="20" y="46"/>
                  <a:pt x="20" y="46"/>
                </a:cubicBezTo>
                <a:cubicBezTo>
                  <a:pt x="20" y="47"/>
                  <a:pt x="20" y="48"/>
                  <a:pt x="20" y="48"/>
                </a:cubicBezTo>
                <a:cubicBezTo>
                  <a:pt x="20" y="49"/>
                  <a:pt x="20" y="49"/>
                  <a:pt x="20" y="49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8"/>
                  <a:pt x="19" y="47"/>
                  <a:pt x="19" y="46"/>
                </a:cubicBezTo>
                <a:cubicBezTo>
                  <a:pt x="16" y="31"/>
                  <a:pt x="16" y="31"/>
                  <a:pt x="16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19" y="27"/>
                  <a:pt x="19" y="27"/>
                  <a:pt x="19" y="27"/>
                </a:cubicBezTo>
                <a:cubicBezTo>
                  <a:pt x="8" y="27"/>
                  <a:pt x="8" y="27"/>
                  <a:pt x="8" y="27"/>
                </a:cubicBezTo>
                <a:lnTo>
                  <a:pt x="8" y="31"/>
                </a:lnTo>
                <a:close/>
                <a:moveTo>
                  <a:pt x="36" y="18"/>
                </a:moveTo>
                <a:cubicBezTo>
                  <a:pt x="50" y="18"/>
                  <a:pt x="50" y="18"/>
                  <a:pt x="50" y="18"/>
                </a:cubicBezTo>
                <a:cubicBezTo>
                  <a:pt x="50" y="17"/>
                  <a:pt x="49" y="17"/>
                  <a:pt x="49" y="16"/>
                </a:cubicBezTo>
                <a:cubicBezTo>
                  <a:pt x="38" y="5"/>
                  <a:pt x="38" y="5"/>
                  <a:pt x="38" y="5"/>
                </a:cubicBezTo>
                <a:cubicBezTo>
                  <a:pt x="38" y="5"/>
                  <a:pt x="37" y="5"/>
                  <a:pt x="36" y="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10"/>
          <p:cNvSpPr/>
          <p:nvPr/>
        </p:nvSpPr>
        <p:spPr>
          <a:xfrm>
            <a:off x="6927850" y="2201863"/>
            <a:ext cx="171450" cy="173037"/>
          </a:xfrm>
          <a:custGeom>
            <a:rect b="b" l="l" r="r" t="t"/>
            <a:pathLst>
              <a:path extrusionOk="0" h="50" w="50">
                <a:moveTo>
                  <a:pt x="49" y="4"/>
                </a:moveTo>
                <a:cubicBezTo>
                  <a:pt x="32" y="21"/>
                  <a:pt x="32" y="21"/>
                  <a:pt x="32" y="21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9"/>
                  <a:pt x="31" y="49"/>
                  <a:pt x="30" y="50"/>
                </a:cubicBezTo>
                <a:cubicBezTo>
                  <a:pt x="30" y="50"/>
                  <a:pt x="30" y="50"/>
                  <a:pt x="29" y="50"/>
                </a:cubicBezTo>
                <a:cubicBezTo>
                  <a:pt x="29" y="50"/>
                  <a:pt x="28" y="50"/>
                  <a:pt x="28" y="49"/>
                </a:cubicBezTo>
                <a:cubicBezTo>
                  <a:pt x="19" y="40"/>
                  <a:pt x="19" y="40"/>
                  <a:pt x="19" y="40"/>
                </a:cubicBezTo>
                <a:cubicBezTo>
                  <a:pt x="18" y="40"/>
                  <a:pt x="18" y="39"/>
                  <a:pt x="18" y="39"/>
                </a:cubicBezTo>
                <a:cubicBezTo>
                  <a:pt x="18" y="21"/>
                  <a:pt x="18" y="21"/>
                  <a:pt x="18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2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0"/>
                  <a:pt x="50" y="1"/>
                </a:cubicBezTo>
                <a:cubicBezTo>
                  <a:pt x="50" y="2"/>
                  <a:pt x="50" y="3"/>
                  <a:pt x="4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10"/>
          <p:cNvSpPr/>
          <p:nvPr/>
        </p:nvSpPr>
        <p:spPr>
          <a:xfrm>
            <a:off x="7429500" y="2185988"/>
            <a:ext cx="212725" cy="188912"/>
          </a:xfrm>
          <a:custGeom>
            <a:rect b="b" l="l" r="r" t="t"/>
            <a:pathLst>
              <a:path extrusionOk="0" h="55" w="62">
                <a:moveTo>
                  <a:pt x="7" y="9"/>
                </a:moveTo>
                <a:cubicBezTo>
                  <a:pt x="7" y="54"/>
                  <a:pt x="7" y="54"/>
                  <a:pt x="7" y="54"/>
                </a:cubicBezTo>
                <a:cubicBezTo>
                  <a:pt x="7" y="54"/>
                  <a:pt x="6" y="55"/>
                  <a:pt x="6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3" y="55"/>
                  <a:pt x="2" y="54"/>
                  <a:pt x="2" y="54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9" y="2"/>
                  <a:pt x="9" y="5"/>
                </a:cubicBezTo>
                <a:cubicBezTo>
                  <a:pt x="9" y="6"/>
                  <a:pt x="8" y="8"/>
                  <a:pt x="7" y="9"/>
                </a:cubicBezTo>
                <a:close/>
                <a:moveTo>
                  <a:pt x="62" y="34"/>
                </a:moveTo>
                <a:cubicBezTo>
                  <a:pt x="62" y="35"/>
                  <a:pt x="61" y="36"/>
                  <a:pt x="60" y="36"/>
                </a:cubicBezTo>
                <a:cubicBezTo>
                  <a:pt x="60" y="36"/>
                  <a:pt x="60" y="36"/>
                  <a:pt x="60" y="37"/>
                </a:cubicBezTo>
                <a:cubicBezTo>
                  <a:pt x="58" y="38"/>
                  <a:pt x="52" y="41"/>
                  <a:pt x="47" y="41"/>
                </a:cubicBezTo>
                <a:cubicBezTo>
                  <a:pt x="45" y="41"/>
                  <a:pt x="43" y="40"/>
                  <a:pt x="41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36" y="37"/>
                  <a:pt x="34" y="36"/>
                  <a:pt x="29" y="36"/>
                </a:cubicBezTo>
                <a:cubicBezTo>
                  <a:pt x="24" y="36"/>
                  <a:pt x="17" y="38"/>
                  <a:pt x="13" y="41"/>
                </a:cubicBezTo>
                <a:cubicBezTo>
                  <a:pt x="12" y="41"/>
                  <a:pt x="12" y="41"/>
                  <a:pt x="11" y="41"/>
                </a:cubicBezTo>
                <a:cubicBezTo>
                  <a:pt x="11" y="41"/>
                  <a:pt x="11" y="41"/>
                  <a:pt x="10" y="41"/>
                </a:cubicBezTo>
                <a:cubicBezTo>
                  <a:pt x="10" y="41"/>
                  <a:pt x="9" y="40"/>
                  <a:pt x="9" y="39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10" y="11"/>
                  <a:pt x="10" y="11"/>
                </a:cubicBezTo>
                <a:cubicBezTo>
                  <a:pt x="13" y="9"/>
                  <a:pt x="21" y="5"/>
                  <a:pt x="28" y="5"/>
                </a:cubicBezTo>
                <a:cubicBezTo>
                  <a:pt x="34" y="5"/>
                  <a:pt x="39" y="7"/>
                  <a:pt x="43" y="9"/>
                </a:cubicBezTo>
                <a:cubicBezTo>
                  <a:pt x="44" y="9"/>
                  <a:pt x="45" y="10"/>
                  <a:pt x="46" y="10"/>
                </a:cubicBezTo>
                <a:cubicBezTo>
                  <a:pt x="50" y="10"/>
                  <a:pt x="55" y="7"/>
                  <a:pt x="57" y="6"/>
                </a:cubicBezTo>
                <a:cubicBezTo>
                  <a:pt x="58" y="5"/>
                  <a:pt x="58" y="5"/>
                  <a:pt x="58" y="5"/>
                </a:cubicBezTo>
                <a:cubicBezTo>
                  <a:pt x="59" y="5"/>
                  <a:pt x="60" y="5"/>
                  <a:pt x="61" y="5"/>
                </a:cubicBezTo>
                <a:cubicBezTo>
                  <a:pt x="61" y="5"/>
                  <a:pt x="62" y="6"/>
                  <a:pt x="62" y="7"/>
                </a:cubicBezTo>
                <a:lnTo>
                  <a:pt x="62" y="34"/>
                </a:lnTo>
                <a:close/>
                <a:moveTo>
                  <a:pt x="27" y="9"/>
                </a:moveTo>
                <a:cubicBezTo>
                  <a:pt x="23" y="10"/>
                  <a:pt x="18" y="12"/>
                  <a:pt x="14" y="14"/>
                </a:cubicBezTo>
                <a:cubicBezTo>
                  <a:pt x="14" y="21"/>
                  <a:pt x="14" y="21"/>
                  <a:pt x="14" y="21"/>
                </a:cubicBezTo>
                <a:cubicBezTo>
                  <a:pt x="18" y="18"/>
                  <a:pt x="23" y="17"/>
                  <a:pt x="27" y="16"/>
                </a:cubicBezTo>
                <a:lnTo>
                  <a:pt x="27" y="9"/>
                </a:lnTo>
                <a:close/>
                <a:moveTo>
                  <a:pt x="27" y="24"/>
                </a:moveTo>
                <a:cubicBezTo>
                  <a:pt x="23" y="25"/>
                  <a:pt x="18" y="27"/>
                  <a:pt x="14" y="29"/>
                </a:cubicBezTo>
                <a:cubicBezTo>
                  <a:pt x="14" y="35"/>
                  <a:pt x="14" y="35"/>
                  <a:pt x="14" y="35"/>
                </a:cubicBezTo>
                <a:cubicBezTo>
                  <a:pt x="18" y="33"/>
                  <a:pt x="23" y="32"/>
                  <a:pt x="27" y="31"/>
                </a:cubicBezTo>
                <a:lnTo>
                  <a:pt x="27" y="24"/>
                </a:lnTo>
                <a:close/>
                <a:moveTo>
                  <a:pt x="57" y="26"/>
                </a:moveTo>
                <a:cubicBezTo>
                  <a:pt x="54" y="28"/>
                  <a:pt x="48" y="30"/>
                  <a:pt x="43" y="29"/>
                </a:cubicBezTo>
                <a:cubicBezTo>
                  <a:pt x="43" y="21"/>
                  <a:pt x="43" y="21"/>
                  <a:pt x="43" y="21"/>
                </a:cubicBezTo>
                <a:cubicBezTo>
                  <a:pt x="43" y="21"/>
                  <a:pt x="43" y="21"/>
                  <a:pt x="42" y="20"/>
                </a:cubicBezTo>
                <a:cubicBezTo>
                  <a:pt x="38" y="18"/>
                  <a:pt x="35" y="16"/>
                  <a:pt x="29" y="16"/>
                </a:cubicBezTo>
                <a:cubicBezTo>
                  <a:pt x="29" y="16"/>
                  <a:pt x="28" y="16"/>
                  <a:pt x="27" y="16"/>
                </a:cubicBezTo>
                <a:cubicBezTo>
                  <a:pt x="27" y="24"/>
                  <a:pt x="27" y="24"/>
                  <a:pt x="27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34" y="24"/>
                  <a:pt x="38" y="26"/>
                  <a:pt x="42" y="28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6"/>
                  <a:pt x="43" y="36"/>
                  <a:pt x="43" y="36"/>
                </a:cubicBezTo>
                <a:cubicBezTo>
                  <a:pt x="44" y="36"/>
                  <a:pt x="45" y="36"/>
                  <a:pt x="47" y="36"/>
                </a:cubicBezTo>
                <a:cubicBezTo>
                  <a:pt x="51" y="36"/>
                  <a:pt x="55" y="34"/>
                  <a:pt x="57" y="33"/>
                </a:cubicBezTo>
                <a:lnTo>
                  <a:pt x="57" y="26"/>
                </a:lnTo>
                <a:close/>
                <a:moveTo>
                  <a:pt x="57" y="11"/>
                </a:moveTo>
                <a:cubicBezTo>
                  <a:pt x="54" y="12"/>
                  <a:pt x="50" y="14"/>
                  <a:pt x="46" y="14"/>
                </a:cubicBezTo>
                <a:cubicBezTo>
                  <a:pt x="45" y="14"/>
                  <a:pt x="44" y="14"/>
                  <a:pt x="43" y="14"/>
                </a:cubicBezTo>
                <a:cubicBezTo>
                  <a:pt x="43" y="21"/>
                  <a:pt x="43" y="21"/>
                  <a:pt x="43" y="21"/>
                </a:cubicBezTo>
                <a:cubicBezTo>
                  <a:pt x="48" y="22"/>
                  <a:pt x="54" y="19"/>
                  <a:pt x="57" y="18"/>
                </a:cubicBezTo>
                <a:lnTo>
                  <a:pt x="57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10"/>
          <p:cNvSpPr/>
          <p:nvPr/>
        </p:nvSpPr>
        <p:spPr>
          <a:xfrm>
            <a:off x="7916863" y="2185988"/>
            <a:ext cx="188912" cy="188912"/>
          </a:xfrm>
          <a:custGeom>
            <a:rect b="b" l="l" r="r" t="t"/>
            <a:pathLst>
              <a:path extrusionOk="0" h="55" w="55">
                <a:moveTo>
                  <a:pt x="55" y="10"/>
                </a:move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lose/>
                <a:moveTo>
                  <a:pt x="17" y="20"/>
                </a:moveTo>
                <a:cubicBezTo>
                  <a:pt x="13" y="20"/>
                  <a:pt x="10" y="23"/>
                  <a:pt x="10" y="28"/>
                </a:cubicBezTo>
                <a:cubicBezTo>
                  <a:pt x="10" y="32"/>
                  <a:pt x="13" y="35"/>
                  <a:pt x="17" y="35"/>
                </a:cubicBezTo>
                <a:cubicBezTo>
                  <a:pt x="21" y="35"/>
                  <a:pt x="25" y="32"/>
                  <a:pt x="25" y="28"/>
                </a:cubicBezTo>
                <a:cubicBezTo>
                  <a:pt x="25" y="23"/>
                  <a:pt x="21" y="20"/>
                  <a:pt x="17" y="20"/>
                </a:cubicBezTo>
                <a:close/>
                <a:moveTo>
                  <a:pt x="37" y="20"/>
                </a:moveTo>
                <a:cubicBezTo>
                  <a:pt x="33" y="20"/>
                  <a:pt x="30" y="23"/>
                  <a:pt x="30" y="28"/>
                </a:cubicBezTo>
                <a:cubicBezTo>
                  <a:pt x="30" y="32"/>
                  <a:pt x="33" y="35"/>
                  <a:pt x="37" y="35"/>
                </a:cubicBezTo>
                <a:cubicBezTo>
                  <a:pt x="41" y="35"/>
                  <a:pt x="45" y="32"/>
                  <a:pt x="45" y="28"/>
                </a:cubicBezTo>
                <a:cubicBezTo>
                  <a:pt x="45" y="23"/>
                  <a:pt x="41" y="20"/>
                  <a:pt x="37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10"/>
          <p:cNvSpPr/>
          <p:nvPr/>
        </p:nvSpPr>
        <p:spPr>
          <a:xfrm>
            <a:off x="8412163" y="2185988"/>
            <a:ext cx="230187" cy="171450"/>
          </a:xfrm>
          <a:custGeom>
            <a:rect b="b" l="l" r="r" t="t"/>
            <a:pathLst>
              <a:path extrusionOk="0" h="50" w="67">
                <a:moveTo>
                  <a:pt x="55" y="23"/>
                </a:moveTo>
                <a:cubicBezTo>
                  <a:pt x="25" y="23"/>
                  <a:pt x="25" y="23"/>
                  <a:pt x="25" y="23"/>
                </a:cubicBezTo>
                <a:cubicBezTo>
                  <a:pt x="20" y="23"/>
                  <a:pt x="15" y="26"/>
                  <a:pt x="12" y="29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3"/>
                  <a:pt x="0" y="43"/>
                  <a:pt x="0" y="42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8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4" y="0"/>
                  <a:pt x="27" y="4"/>
                  <a:pt x="27" y="8"/>
                </a:cubicBezTo>
                <a:cubicBezTo>
                  <a:pt x="27" y="9"/>
                  <a:pt x="27" y="9"/>
                  <a:pt x="27" y="9"/>
                </a:cubicBezTo>
                <a:cubicBezTo>
                  <a:pt x="47" y="9"/>
                  <a:pt x="47" y="9"/>
                  <a:pt x="47" y="9"/>
                </a:cubicBezTo>
                <a:cubicBezTo>
                  <a:pt x="51" y="9"/>
                  <a:pt x="55" y="13"/>
                  <a:pt x="55" y="17"/>
                </a:cubicBezTo>
                <a:lnTo>
                  <a:pt x="55" y="23"/>
                </a:lnTo>
                <a:close/>
                <a:moveTo>
                  <a:pt x="66" y="32"/>
                </a:moveTo>
                <a:cubicBezTo>
                  <a:pt x="54" y="46"/>
                  <a:pt x="54" y="46"/>
                  <a:pt x="54" y="46"/>
                </a:cubicBezTo>
                <a:cubicBezTo>
                  <a:pt x="52" y="48"/>
                  <a:pt x="47" y="50"/>
                  <a:pt x="44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4" y="50"/>
                  <a:pt x="2" y="50"/>
                  <a:pt x="2" y="48"/>
                </a:cubicBezTo>
                <a:cubicBezTo>
                  <a:pt x="2" y="48"/>
                  <a:pt x="3" y="47"/>
                  <a:pt x="3" y="46"/>
                </a:cubicBezTo>
                <a:cubicBezTo>
                  <a:pt x="15" y="32"/>
                  <a:pt x="15" y="32"/>
                  <a:pt x="15" y="32"/>
                </a:cubicBezTo>
                <a:cubicBezTo>
                  <a:pt x="18" y="29"/>
                  <a:pt x="22" y="28"/>
                  <a:pt x="25" y="28"/>
                </a:cubicBezTo>
                <a:cubicBezTo>
                  <a:pt x="64" y="28"/>
                  <a:pt x="64" y="28"/>
                  <a:pt x="64" y="28"/>
                </a:cubicBezTo>
                <a:cubicBezTo>
                  <a:pt x="65" y="28"/>
                  <a:pt x="67" y="28"/>
                  <a:pt x="67" y="30"/>
                </a:cubicBezTo>
                <a:cubicBezTo>
                  <a:pt x="67" y="30"/>
                  <a:pt x="66" y="31"/>
                  <a:pt x="6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10"/>
          <p:cNvSpPr/>
          <p:nvPr/>
        </p:nvSpPr>
        <p:spPr>
          <a:xfrm>
            <a:off x="8869363" y="2171700"/>
            <a:ext cx="150812" cy="203200"/>
          </a:xfrm>
          <a:custGeom>
            <a:rect b="b" l="l" r="r" t="t"/>
            <a:pathLst>
              <a:path extrusionOk="0" h="59" w="44">
                <a:moveTo>
                  <a:pt x="37" y="35"/>
                </a:moveTo>
                <a:cubicBezTo>
                  <a:pt x="37" y="37"/>
                  <a:pt x="36" y="40"/>
                  <a:pt x="32" y="40"/>
                </a:cubicBezTo>
                <a:cubicBezTo>
                  <a:pt x="29" y="40"/>
                  <a:pt x="23" y="40"/>
                  <a:pt x="22" y="40"/>
                </a:cubicBezTo>
                <a:cubicBezTo>
                  <a:pt x="22" y="40"/>
                  <a:pt x="22" y="40"/>
                  <a:pt x="21" y="40"/>
                </a:cubicBezTo>
                <a:cubicBezTo>
                  <a:pt x="21" y="40"/>
                  <a:pt x="21" y="41"/>
                  <a:pt x="6" y="58"/>
                </a:cubicBezTo>
                <a:cubicBezTo>
                  <a:pt x="5" y="59"/>
                  <a:pt x="3" y="59"/>
                  <a:pt x="2" y="59"/>
                </a:cubicBezTo>
                <a:cubicBezTo>
                  <a:pt x="2" y="58"/>
                  <a:pt x="0" y="58"/>
                  <a:pt x="0" y="55"/>
                </a:cubicBezTo>
                <a:cubicBezTo>
                  <a:pt x="0" y="7"/>
                  <a:pt x="0" y="5"/>
                  <a:pt x="0" y="5"/>
                </a:cubicBezTo>
                <a:cubicBezTo>
                  <a:pt x="0" y="3"/>
                  <a:pt x="2" y="0"/>
                  <a:pt x="6" y="0"/>
                </a:cubicBezTo>
                <a:cubicBezTo>
                  <a:pt x="6" y="0"/>
                  <a:pt x="10" y="0"/>
                  <a:pt x="38" y="0"/>
                </a:cubicBezTo>
                <a:cubicBezTo>
                  <a:pt x="42" y="0"/>
                  <a:pt x="44" y="2"/>
                  <a:pt x="43" y="7"/>
                </a:cubicBezTo>
                <a:cubicBezTo>
                  <a:pt x="41" y="14"/>
                  <a:pt x="37" y="34"/>
                  <a:pt x="37" y="35"/>
                </a:cubicBezTo>
                <a:close/>
                <a:moveTo>
                  <a:pt x="36" y="8"/>
                </a:moveTo>
                <a:cubicBezTo>
                  <a:pt x="36" y="7"/>
                  <a:pt x="35" y="6"/>
                  <a:pt x="34" y="6"/>
                </a:cubicBezTo>
                <a:cubicBezTo>
                  <a:pt x="34" y="6"/>
                  <a:pt x="33" y="6"/>
                  <a:pt x="9" y="6"/>
                </a:cubicBezTo>
                <a:cubicBezTo>
                  <a:pt x="8" y="6"/>
                  <a:pt x="7" y="7"/>
                  <a:pt x="7" y="8"/>
                </a:cubicBezTo>
                <a:cubicBezTo>
                  <a:pt x="7" y="47"/>
                  <a:pt x="7" y="47"/>
                  <a:pt x="7" y="47"/>
                </a:cubicBezTo>
                <a:cubicBezTo>
                  <a:pt x="7" y="47"/>
                  <a:pt x="7" y="47"/>
                  <a:pt x="7" y="47"/>
                </a:cubicBezTo>
                <a:cubicBezTo>
                  <a:pt x="16" y="36"/>
                  <a:pt x="17" y="35"/>
                  <a:pt x="17" y="35"/>
                </a:cubicBezTo>
                <a:cubicBezTo>
                  <a:pt x="19" y="34"/>
                  <a:pt x="19" y="33"/>
                  <a:pt x="21" y="33"/>
                </a:cubicBezTo>
                <a:cubicBezTo>
                  <a:pt x="28" y="33"/>
                  <a:pt x="29" y="33"/>
                  <a:pt x="29" y="33"/>
                </a:cubicBezTo>
                <a:cubicBezTo>
                  <a:pt x="30" y="33"/>
                  <a:pt x="31" y="32"/>
                  <a:pt x="31" y="32"/>
                </a:cubicBezTo>
                <a:cubicBezTo>
                  <a:pt x="31" y="31"/>
                  <a:pt x="32" y="26"/>
                  <a:pt x="32" y="25"/>
                </a:cubicBezTo>
                <a:cubicBezTo>
                  <a:pt x="33" y="24"/>
                  <a:pt x="32" y="23"/>
                  <a:pt x="31" y="23"/>
                </a:cubicBezTo>
                <a:cubicBezTo>
                  <a:pt x="31" y="23"/>
                  <a:pt x="30" y="23"/>
                  <a:pt x="20" y="23"/>
                </a:cubicBezTo>
                <a:cubicBezTo>
                  <a:pt x="19" y="23"/>
                  <a:pt x="18" y="22"/>
                  <a:pt x="18" y="20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9" y="17"/>
                  <a:pt x="20" y="17"/>
                </a:cubicBezTo>
                <a:cubicBezTo>
                  <a:pt x="32" y="17"/>
                  <a:pt x="33" y="17"/>
                  <a:pt x="33" y="17"/>
                </a:cubicBezTo>
                <a:cubicBezTo>
                  <a:pt x="33" y="17"/>
                  <a:pt x="34" y="16"/>
                  <a:pt x="34" y="15"/>
                </a:cubicBezTo>
                <a:lnTo>
                  <a:pt x="36" y="8"/>
                </a:lnTo>
                <a:close/>
                <a:moveTo>
                  <a:pt x="37" y="35"/>
                </a:moveTo>
                <a:cubicBezTo>
                  <a:pt x="37" y="34"/>
                  <a:pt x="41" y="14"/>
                  <a:pt x="43" y="7"/>
                </a:cubicBezTo>
                <a:lnTo>
                  <a:pt x="37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10"/>
          <p:cNvSpPr/>
          <p:nvPr/>
        </p:nvSpPr>
        <p:spPr>
          <a:xfrm>
            <a:off x="79375" y="2630488"/>
            <a:ext cx="212725" cy="209550"/>
          </a:xfrm>
          <a:custGeom>
            <a:rect b="b" l="l" r="r" t="t"/>
            <a:pathLst>
              <a:path extrusionOk="0" h="61" w="62">
                <a:moveTo>
                  <a:pt x="61" y="56"/>
                </a:moveTo>
                <a:cubicBezTo>
                  <a:pt x="57" y="60"/>
                  <a:pt x="57" y="60"/>
                  <a:pt x="57" y="60"/>
                </a:cubicBezTo>
                <a:cubicBezTo>
                  <a:pt x="56" y="61"/>
                  <a:pt x="55" y="61"/>
                  <a:pt x="54" y="61"/>
                </a:cubicBezTo>
                <a:cubicBezTo>
                  <a:pt x="52" y="61"/>
                  <a:pt x="51" y="61"/>
                  <a:pt x="50" y="60"/>
                </a:cubicBezTo>
                <a:cubicBezTo>
                  <a:pt x="37" y="47"/>
                  <a:pt x="37" y="47"/>
                  <a:pt x="37" y="47"/>
                </a:cubicBezTo>
                <a:cubicBezTo>
                  <a:pt x="37" y="46"/>
                  <a:pt x="36" y="45"/>
                  <a:pt x="36" y="44"/>
                </a:cubicBezTo>
                <a:cubicBezTo>
                  <a:pt x="36" y="43"/>
                  <a:pt x="37" y="41"/>
                  <a:pt x="38" y="40"/>
                </a:cubicBezTo>
                <a:cubicBezTo>
                  <a:pt x="28" y="31"/>
                  <a:pt x="28" y="31"/>
                  <a:pt x="28" y="31"/>
                </a:cubicBezTo>
                <a:cubicBezTo>
                  <a:pt x="24" y="36"/>
                  <a:pt x="24" y="36"/>
                  <a:pt x="24" y="36"/>
                </a:cubicBezTo>
                <a:cubicBezTo>
                  <a:pt x="24" y="36"/>
                  <a:pt x="23" y="36"/>
                  <a:pt x="23" y="36"/>
                </a:cubicBezTo>
                <a:cubicBezTo>
                  <a:pt x="22" y="36"/>
                  <a:pt x="22" y="36"/>
                  <a:pt x="22" y="36"/>
                </a:cubicBezTo>
                <a:cubicBezTo>
                  <a:pt x="23" y="37"/>
                  <a:pt x="24" y="38"/>
                  <a:pt x="24" y="39"/>
                </a:cubicBezTo>
                <a:cubicBezTo>
                  <a:pt x="24" y="40"/>
                  <a:pt x="23" y="41"/>
                  <a:pt x="23" y="42"/>
                </a:cubicBezTo>
                <a:cubicBezTo>
                  <a:pt x="21" y="43"/>
                  <a:pt x="20" y="45"/>
                  <a:pt x="18" y="45"/>
                </a:cubicBezTo>
                <a:cubicBezTo>
                  <a:pt x="17" y="45"/>
                  <a:pt x="16" y="44"/>
                  <a:pt x="16" y="44"/>
                </a:cubicBezTo>
                <a:cubicBezTo>
                  <a:pt x="1" y="29"/>
                  <a:pt x="1" y="29"/>
                  <a:pt x="1" y="29"/>
                </a:cubicBezTo>
                <a:cubicBezTo>
                  <a:pt x="1" y="29"/>
                  <a:pt x="0" y="28"/>
                  <a:pt x="0" y="27"/>
                </a:cubicBezTo>
                <a:cubicBezTo>
                  <a:pt x="0" y="25"/>
                  <a:pt x="2" y="24"/>
                  <a:pt x="3" y="22"/>
                </a:cubicBezTo>
                <a:cubicBezTo>
                  <a:pt x="4" y="22"/>
                  <a:pt x="5" y="21"/>
                  <a:pt x="6" y="21"/>
                </a:cubicBezTo>
                <a:cubicBezTo>
                  <a:pt x="7" y="21"/>
                  <a:pt x="8" y="22"/>
                  <a:pt x="9" y="23"/>
                </a:cubicBezTo>
                <a:cubicBezTo>
                  <a:pt x="9" y="23"/>
                  <a:pt x="9" y="23"/>
                  <a:pt x="9" y="22"/>
                </a:cubicBezTo>
                <a:cubicBezTo>
                  <a:pt x="9" y="22"/>
                  <a:pt x="9" y="21"/>
                  <a:pt x="9" y="21"/>
                </a:cubicBezTo>
                <a:cubicBezTo>
                  <a:pt x="22" y="9"/>
                  <a:pt x="22" y="9"/>
                  <a:pt x="22" y="9"/>
                </a:cubicBezTo>
                <a:cubicBezTo>
                  <a:pt x="22" y="8"/>
                  <a:pt x="22" y="8"/>
                  <a:pt x="23" y="8"/>
                </a:cubicBezTo>
                <a:cubicBezTo>
                  <a:pt x="23" y="8"/>
                  <a:pt x="24" y="8"/>
                  <a:pt x="24" y="9"/>
                </a:cubicBezTo>
                <a:cubicBezTo>
                  <a:pt x="23" y="7"/>
                  <a:pt x="22" y="7"/>
                  <a:pt x="22" y="5"/>
                </a:cubicBezTo>
                <a:cubicBezTo>
                  <a:pt x="22" y="4"/>
                  <a:pt x="22" y="3"/>
                  <a:pt x="23" y="3"/>
                </a:cubicBezTo>
                <a:cubicBezTo>
                  <a:pt x="24" y="1"/>
                  <a:pt x="25" y="0"/>
                  <a:pt x="27" y="0"/>
                </a:cubicBezTo>
                <a:cubicBezTo>
                  <a:pt x="28" y="0"/>
                  <a:pt x="29" y="0"/>
                  <a:pt x="30" y="1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6"/>
                  <a:pt x="45" y="17"/>
                  <a:pt x="45" y="18"/>
                </a:cubicBezTo>
                <a:cubicBezTo>
                  <a:pt x="45" y="20"/>
                  <a:pt x="44" y="21"/>
                  <a:pt x="42" y="22"/>
                </a:cubicBezTo>
                <a:cubicBezTo>
                  <a:pt x="42" y="23"/>
                  <a:pt x="41" y="23"/>
                  <a:pt x="40" y="23"/>
                </a:cubicBezTo>
                <a:cubicBezTo>
                  <a:pt x="38" y="23"/>
                  <a:pt x="37" y="22"/>
                  <a:pt x="36" y="21"/>
                </a:cubicBezTo>
                <a:cubicBezTo>
                  <a:pt x="37" y="21"/>
                  <a:pt x="37" y="22"/>
                  <a:pt x="37" y="22"/>
                </a:cubicBezTo>
                <a:cubicBezTo>
                  <a:pt x="37" y="23"/>
                  <a:pt x="37" y="23"/>
                  <a:pt x="36" y="23"/>
                </a:cubicBezTo>
                <a:cubicBezTo>
                  <a:pt x="32" y="28"/>
                  <a:pt x="32" y="28"/>
                  <a:pt x="32" y="28"/>
                </a:cubicBezTo>
                <a:cubicBezTo>
                  <a:pt x="41" y="37"/>
                  <a:pt x="41" y="37"/>
                  <a:pt x="41" y="37"/>
                </a:cubicBezTo>
                <a:cubicBezTo>
                  <a:pt x="42" y="36"/>
                  <a:pt x="43" y="35"/>
                  <a:pt x="44" y="35"/>
                </a:cubicBezTo>
                <a:cubicBezTo>
                  <a:pt x="46" y="35"/>
                  <a:pt x="47" y="36"/>
                  <a:pt x="48" y="37"/>
                </a:cubicBezTo>
                <a:cubicBezTo>
                  <a:pt x="61" y="50"/>
                  <a:pt x="61" y="50"/>
                  <a:pt x="61" y="50"/>
                </a:cubicBezTo>
                <a:cubicBezTo>
                  <a:pt x="61" y="51"/>
                  <a:pt x="62" y="52"/>
                  <a:pt x="62" y="53"/>
                </a:cubicBezTo>
                <a:cubicBezTo>
                  <a:pt x="62" y="54"/>
                  <a:pt x="61" y="55"/>
                  <a:pt x="61" y="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8" name="Google Shape;2768;p10"/>
          <p:cNvSpPr/>
          <p:nvPr/>
        </p:nvSpPr>
        <p:spPr>
          <a:xfrm>
            <a:off x="495300" y="2627313"/>
            <a:ext cx="233363" cy="215900"/>
          </a:xfrm>
          <a:custGeom>
            <a:rect b="b" l="l" r="r" t="t"/>
            <a:pathLst>
              <a:path extrusionOk="0" h="63" w="68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10"/>
          <p:cNvSpPr/>
          <p:nvPr/>
        </p:nvSpPr>
        <p:spPr>
          <a:xfrm>
            <a:off x="989013" y="2640013"/>
            <a:ext cx="188912" cy="182562"/>
          </a:xfrm>
          <a:custGeom>
            <a:rect b="b" l="l" r="r" t="t"/>
            <a:pathLst>
              <a:path extrusionOk="0" h="53" w="55">
                <a:moveTo>
                  <a:pt x="36" y="53"/>
                </a:moveTo>
                <a:cubicBezTo>
                  <a:pt x="34" y="53"/>
                  <a:pt x="34" y="53"/>
                  <a:pt x="34" y="52"/>
                </a:cubicBezTo>
                <a:cubicBezTo>
                  <a:pt x="34" y="51"/>
                  <a:pt x="34" y="48"/>
                  <a:pt x="34" y="44"/>
                </a:cubicBezTo>
                <a:cubicBezTo>
                  <a:pt x="34" y="42"/>
                  <a:pt x="33" y="40"/>
                  <a:pt x="32" y="39"/>
                </a:cubicBezTo>
                <a:cubicBezTo>
                  <a:pt x="38" y="39"/>
                  <a:pt x="45" y="36"/>
                  <a:pt x="45" y="26"/>
                </a:cubicBezTo>
                <a:cubicBezTo>
                  <a:pt x="45" y="23"/>
                  <a:pt x="44" y="20"/>
                  <a:pt x="42" y="18"/>
                </a:cubicBezTo>
                <a:cubicBezTo>
                  <a:pt x="42" y="18"/>
                  <a:pt x="43" y="15"/>
                  <a:pt x="42" y="11"/>
                </a:cubicBezTo>
                <a:cubicBezTo>
                  <a:pt x="39" y="10"/>
                  <a:pt x="34" y="14"/>
                  <a:pt x="34" y="14"/>
                </a:cubicBezTo>
                <a:cubicBezTo>
                  <a:pt x="32" y="13"/>
                  <a:pt x="30" y="13"/>
                  <a:pt x="27" y="13"/>
                </a:cubicBezTo>
                <a:cubicBezTo>
                  <a:pt x="25" y="13"/>
                  <a:pt x="23" y="13"/>
                  <a:pt x="20" y="14"/>
                </a:cubicBezTo>
                <a:cubicBezTo>
                  <a:pt x="20" y="14"/>
                  <a:pt x="15" y="10"/>
                  <a:pt x="13" y="11"/>
                </a:cubicBezTo>
                <a:cubicBezTo>
                  <a:pt x="11" y="15"/>
                  <a:pt x="12" y="18"/>
                  <a:pt x="13" y="18"/>
                </a:cubicBezTo>
                <a:cubicBezTo>
                  <a:pt x="11" y="20"/>
                  <a:pt x="10" y="23"/>
                  <a:pt x="10" y="26"/>
                </a:cubicBezTo>
                <a:cubicBezTo>
                  <a:pt x="10" y="36"/>
                  <a:pt x="16" y="39"/>
                  <a:pt x="22" y="39"/>
                </a:cubicBezTo>
                <a:cubicBezTo>
                  <a:pt x="21" y="40"/>
                  <a:pt x="21" y="41"/>
                  <a:pt x="20" y="43"/>
                </a:cubicBezTo>
                <a:cubicBezTo>
                  <a:pt x="19" y="44"/>
                  <a:pt x="15" y="45"/>
                  <a:pt x="12" y="41"/>
                </a:cubicBezTo>
                <a:cubicBezTo>
                  <a:pt x="11" y="38"/>
                  <a:pt x="8" y="38"/>
                  <a:pt x="8" y="38"/>
                </a:cubicBezTo>
                <a:cubicBezTo>
                  <a:pt x="6" y="38"/>
                  <a:pt x="8" y="40"/>
                  <a:pt x="8" y="40"/>
                </a:cubicBezTo>
                <a:cubicBezTo>
                  <a:pt x="10" y="40"/>
                  <a:pt x="11" y="44"/>
                  <a:pt x="11" y="44"/>
                </a:cubicBezTo>
                <a:cubicBezTo>
                  <a:pt x="13" y="48"/>
                  <a:pt x="20" y="47"/>
                  <a:pt x="20" y="47"/>
                </a:cubicBezTo>
                <a:cubicBezTo>
                  <a:pt x="20" y="49"/>
                  <a:pt x="20" y="51"/>
                  <a:pt x="20" y="52"/>
                </a:cubicBezTo>
                <a:cubicBezTo>
                  <a:pt x="20" y="53"/>
                  <a:pt x="20" y="53"/>
                  <a:pt x="19" y="53"/>
                </a:cubicBezTo>
                <a:cubicBezTo>
                  <a:pt x="8" y="50"/>
                  <a:pt x="0" y="39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39"/>
                  <a:pt x="47" y="50"/>
                  <a:pt x="36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10"/>
          <p:cNvSpPr/>
          <p:nvPr/>
        </p:nvSpPr>
        <p:spPr>
          <a:xfrm>
            <a:off x="1495425" y="2640013"/>
            <a:ext cx="195263" cy="203200"/>
          </a:xfrm>
          <a:custGeom>
            <a:rect b="b" l="l" r="r" t="t"/>
            <a:pathLst>
              <a:path extrusionOk="0" h="59" w="57">
                <a:moveTo>
                  <a:pt x="56" y="5"/>
                </a:moveTo>
                <a:cubicBezTo>
                  <a:pt x="33" y="27"/>
                  <a:pt x="33" y="27"/>
                  <a:pt x="33" y="27"/>
                </a:cubicBezTo>
                <a:cubicBezTo>
                  <a:pt x="33" y="55"/>
                  <a:pt x="33" y="55"/>
                  <a:pt x="33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6" y="55"/>
                  <a:pt x="47" y="56"/>
                  <a:pt x="47" y="57"/>
                </a:cubicBezTo>
                <a:cubicBezTo>
                  <a:pt x="47" y="58"/>
                  <a:pt x="46" y="59"/>
                  <a:pt x="45" y="59"/>
                </a:cubicBezTo>
                <a:cubicBezTo>
                  <a:pt x="13" y="59"/>
                  <a:pt x="13" y="59"/>
                  <a:pt x="13" y="59"/>
                </a:cubicBezTo>
                <a:cubicBezTo>
                  <a:pt x="12" y="59"/>
                  <a:pt x="10" y="58"/>
                  <a:pt x="10" y="57"/>
                </a:cubicBezTo>
                <a:cubicBezTo>
                  <a:pt x="10" y="56"/>
                  <a:pt x="12" y="55"/>
                  <a:pt x="13" y="55"/>
                </a:cubicBezTo>
                <a:cubicBezTo>
                  <a:pt x="24" y="55"/>
                  <a:pt x="24" y="55"/>
                  <a:pt x="24" y="55"/>
                </a:cubicBezTo>
                <a:cubicBezTo>
                  <a:pt x="24" y="27"/>
                  <a:pt x="24" y="27"/>
                  <a:pt x="24" y="27"/>
                </a:cubicBezTo>
                <a:cubicBezTo>
                  <a:pt x="2" y="5"/>
                  <a:pt x="2" y="5"/>
                  <a:pt x="2" y="5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7" y="0"/>
                  <a:pt x="57" y="2"/>
                </a:cubicBezTo>
                <a:cubicBezTo>
                  <a:pt x="57" y="3"/>
                  <a:pt x="57" y="4"/>
                  <a:pt x="56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10"/>
          <p:cNvSpPr/>
          <p:nvPr/>
        </p:nvSpPr>
        <p:spPr>
          <a:xfrm>
            <a:off x="1979613" y="2640013"/>
            <a:ext cx="188912" cy="188912"/>
          </a:xfrm>
          <a:custGeom>
            <a:rect b="b" l="l" r="r" t="t"/>
            <a:pathLst>
              <a:path extrusionOk="0" h="55" w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34" y="8"/>
                </a:moveTo>
                <a:cubicBezTo>
                  <a:pt x="24" y="8"/>
                  <a:pt x="24" y="8"/>
                  <a:pt x="24" y="8"/>
                </a:cubicBezTo>
                <a:cubicBezTo>
                  <a:pt x="18" y="8"/>
                  <a:pt x="12" y="11"/>
                  <a:pt x="12" y="18"/>
                </a:cubicBezTo>
                <a:cubicBezTo>
                  <a:pt x="12" y="22"/>
                  <a:pt x="16" y="26"/>
                  <a:pt x="20" y="26"/>
                </a:cubicBezTo>
                <a:cubicBezTo>
                  <a:pt x="21" y="26"/>
                  <a:pt x="21" y="26"/>
                  <a:pt x="22" y="25"/>
                </a:cubicBezTo>
                <a:cubicBezTo>
                  <a:pt x="21" y="26"/>
                  <a:pt x="21" y="27"/>
                  <a:pt x="21" y="27"/>
                </a:cubicBezTo>
                <a:cubicBezTo>
                  <a:pt x="21" y="29"/>
                  <a:pt x="22" y="30"/>
                  <a:pt x="23" y="31"/>
                </a:cubicBezTo>
                <a:cubicBezTo>
                  <a:pt x="19" y="31"/>
                  <a:pt x="16" y="31"/>
                  <a:pt x="13" y="33"/>
                </a:cubicBezTo>
                <a:cubicBezTo>
                  <a:pt x="11" y="34"/>
                  <a:pt x="10" y="36"/>
                  <a:pt x="10" y="39"/>
                </a:cubicBezTo>
                <a:cubicBezTo>
                  <a:pt x="10" y="44"/>
                  <a:pt x="16" y="46"/>
                  <a:pt x="20" y="46"/>
                </a:cubicBezTo>
                <a:cubicBezTo>
                  <a:pt x="25" y="46"/>
                  <a:pt x="33" y="43"/>
                  <a:pt x="33" y="37"/>
                </a:cubicBezTo>
                <a:cubicBezTo>
                  <a:pt x="33" y="30"/>
                  <a:pt x="26" y="29"/>
                  <a:pt x="26" y="26"/>
                </a:cubicBezTo>
                <a:cubicBezTo>
                  <a:pt x="26" y="23"/>
                  <a:pt x="31" y="23"/>
                  <a:pt x="31" y="17"/>
                </a:cubicBezTo>
                <a:cubicBezTo>
                  <a:pt x="31" y="14"/>
                  <a:pt x="30" y="12"/>
                  <a:pt x="28" y="10"/>
                </a:cubicBezTo>
                <a:cubicBezTo>
                  <a:pt x="31" y="10"/>
                  <a:pt x="31" y="10"/>
                  <a:pt x="31" y="10"/>
                </a:cubicBezTo>
                <a:lnTo>
                  <a:pt x="34" y="8"/>
                </a:lnTo>
                <a:close/>
                <a:moveTo>
                  <a:pt x="22" y="44"/>
                </a:moveTo>
                <a:cubicBezTo>
                  <a:pt x="19" y="44"/>
                  <a:pt x="14" y="42"/>
                  <a:pt x="14" y="38"/>
                </a:cubicBezTo>
                <a:cubicBezTo>
                  <a:pt x="14" y="33"/>
                  <a:pt x="19" y="32"/>
                  <a:pt x="23" y="32"/>
                </a:cubicBezTo>
                <a:cubicBezTo>
                  <a:pt x="23" y="32"/>
                  <a:pt x="24" y="32"/>
                  <a:pt x="24" y="32"/>
                </a:cubicBezTo>
                <a:cubicBezTo>
                  <a:pt x="26" y="34"/>
                  <a:pt x="29" y="36"/>
                  <a:pt x="29" y="39"/>
                </a:cubicBezTo>
                <a:cubicBezTo>
                  <a:pt x="29" y="43"/>
                  <a:pt x="26" y="44"/>
                  <a:pt x="22" y="44"/>
                </a:cubicBezTo>
                <a:close/>
                <a:moveTo>
                  <a:pt x="22" y="24"/>
                </a:moveTo>
                <a:cubicBezTo>
                  <a:pt x="18" y="24"/>
                  <a:pt x="16" y="19"/>
                  <a:pt x="16" y="15"/>
                </a:cubicBezTo>
                <a:cubicBezTo>
                  <a:pt x="16" y="13"/>
                  <a:pt x="18" y="10"/>
                  <a:pt x="21" y="10"/>
                </a:cubicBezTo>
                <a:cubicBezTo>
                  <a:pt x="25" y="10"/>
                  <a:pt x="27" y="16"/>
                  <a:pt x="27" y="19"/>
                </a:cubicBezTo>
                <a:cubicBezTo>
                  <a:pt x="27" y="22"/>
                  <a:pt x="25" y="24"/>
                  <a:pt x="22" y="24"/>
                </a:cubicBezTo>
                <a:close/>
                <a:moveTo>
                  <a:pt x="45" y="26"/>
                </a:moveTo>
                <a:cubicBezTo>
                  <a:pt x="45" y="24"/>
                  <a:pt x="45" y="24"/>
                  <a:pt x="45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19"/>
                  <a:pt x="41" y="19"/>
                  <a:pt x="41" y="19"/>
                </a:cubicBezTo>
                <a:cubicBezTo>
                  <a:pt x="39" y="19"/>
                  <a:pt x="39" y="19"/>
                  <a:pt x="39" y="19"/>
                </a:cubicBezTo>
                <a:cubicBezTo>
                  <a:pt x="39" y="24"/>
                  <a:pt x="39" y="24"/>
                  <a:pt x="39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26"/>
                  <a:pt x="34" y="26"/>
                  <a:pt x="34" y="26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32"/>
                  <a:pt x="39" y="32"/>
                  <a:pt x="39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41" y="26"/>
                  <a:pt x="41" y="26"/>
                  <a:pt x="41" y="26"/>
                </a:cubicBezTo>
                <a:lnTo>
                  <a:pt x="45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10"/>
          <p:cNvSpPr/>
          <p:nvPr/>
        </p:nvSpPr>
        <p:spPr>
          <a:xfrm>
            <a:off x="2474913" y="2640013"/>
            <a:ext cx="188912" cy="188912"/>
          </a:xfrm>
          <a:custGeom>
            <a:rect b="b" l="l" r="r" t="t"/>
            <a:pathLst>
              <a:path extrusionOk="0" h="55" w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45" y="11"/>
                </a:moveTo>
                <a:cubicBezTo>
                  <a:pt x="45" y="10"/>
                  <a:pt x="44" y="9"/>
                  <a:pt x="43" y="9"/>
                </a:cubicBezTo>
                <a:cubicBezTo>
                  <a:pt x="39" y="9"/>
                  <a:pt x="39" y="9"/>
                  <a:pt x="39" y="9"/>
                </a:cubicBezTo>
                <a:cubicBezTo>
                  <a:pt x="37" y="9"/>
                  <a:pt x="36" y="10"/>
                  <a:pt x="36" y="11"/>
                </a:cubicBezTo>
                <a:cubicBezTo>
                  <a:pt x="36" y="23"/>
                  <a:pt x="36" y="23"/>
                  <a:pt x="36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11"/>
                  <a:pt x="18" y="11"/>
                  <a:pt x="18" y="11"/>
                </a:cubicBezTo>
                <a:cubicBezTo>
                  <a:pt x="18" y="10"/>
                  <a:pt x="17" y="9"/>
                  <a:pt x="16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1"/>
                </a:cubicBezTo>
                <a:cubicBezTo>
                  <a:pt x="9" y="43"/>
                  <a:pt x="9" y="43"/>
                  <a:pt x="9" y="43"/>
                </a:cubicBezTo>
                <a:cubicBezTo>
                  <a:pt x="9" y="44"/>
                  <a:pt x="10" y="45"/>
                  <a:pt x="11" y="45"/>
                </a:cubicBezTo>
                <a:cubicBezTo>
                  <a:pt x="16" y="45"/>
                  <a:pt x="16" y="45"/>
                  <a:pt x="16" y="45"/>
                </a:cubicBezTo>
                <a:cubicBezTo>
                  <a:pt x="17" y="45"/>
                  <a:pt x="18" y="44"/>
                  <a:pt x="18" y="43"/>
                </a:cubicBezTo>
                <a:cubicBezTo>
                  <a:pt x="18" y="32"/>
                  <a:pt x="18" y="32"/>
                  <a:pt x="18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44"/>
                  <a:pt x="37" y="45"/>
                  <a:pt x="39" y="45"/>
                </a:cubicBezTo>
                <a:cubicBezTo>
                  <a:pt x="43" y="45"/>
                  <a:pt x="43" y="45"/>
                  <a:pt x="43" y="45"/>
                </a:cubicBezTo>
                <a:cubicBezTo>
                  <a:pt x="44" y="45"/>
                  <a:pt x="45" y="44"/>
                  <a:pt x="45" y="43"/>
                </a:cubicBezTo>
                <a:lnTo>
                  <a:pt x="45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3" name="Google Shape;2773;p10"/>
          <p:cNvSpPr/>
          <p:nvPr/>
        </p:nvSpPr>
        <p:spPr>
          <a:xfrm>
            <a:off x="2968625" y="2640013"/>
            <a:ext cx="220663" cy="188912"/>
          </a:xfrm>
          <a:custGeom>
            <a:rect b="b" l="l" r="r" t="t"/>
            <a:pathLst>
              <a:path extrusionOk="0" h="55" w="64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10"/>
          <p:cNvSpPr/>
          <p:nvPr/>
        </p:nvSpPr>
        <p:spPr>
          <a:xfrm>
            <a:off x="3463925" y="2640013"/>
            <a:ext cx="203200" cy="173037"/>
          </a:xfrm>
          <a:custGeom>
            <a:rect b="b" l="l" r="r" t="t"/>
            <a:pathLst>
              <a:path extrusionOk="0" h="50" w="59">
                <a:moveTo>
                  <a:pt x="57" y="38"/>
                </a:moveTo>
                <a:cubicBezTo>
                  <a:pt x="56" y="40"/>
                  <a:pt x="56" y="40"/>
                  <a:pt x="56" y="40"/>
                </a:cubicBezTo>
                <a:cubicBezTo>
                  <a:pt x="50" y="41"/>
                  <a:pt x="50" y="41"/>
                  <a:pt x="50" y="41"/>
                </a:cubicBezTo>
                <a:cubicBezTo>
                  <a:pt x="49" y="45"/>
                  <a:pt x="45" y="48"/>
                  <a:pt x="41" y="48"/>
                </a:cubicBezTo>
                <a:cubicBezTo>
                  <a:pt x="41" y="49"/>
                  <a:pt x="41" y="49"/>
                  <a:pt x="41" y="49"/>
                </a:cubicBezTo>
                <a:cubicBezTo>
                  <a:pt x="41" y="50"/>
                  <a:pt x="40" y="50"/>
                  <a:pt x="40" y="50"/>
                </a:cubicBezTo>
                <a:cubicBezTo>
                  <a:pt x="37" y="50"/>
                  <a:pt x="37" y="50"/>
                  <a:pt x="37" y="50"/>
                </a:cubicBezTo>
                <a:cubicBezTo>
                  <a:pt x="37" y="50"/>
                  <a:pt x="36" y="50"/>
                  <a:pt x="36" y="49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8"/>
                  <a:pt x="37" y="27"/>
                  <a:pt x="37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4" y="29"/>
                  <a:pt x="47" y="31"/>
                  <a:pt x="49" y="34"/>
                </a:cubicBezTo>
                <a:cubicBezTo>
                  <a:pt x="51" y="34"/>
                  <a:pt x="51" y="34"/>
                  <a:pt x="51" y="34"/>
                </a:cubicBezTo>
                <a:cubicBezTo>
                  <a:pt x="52" y="31"/>
                  <a:pt x="52" y="29"/>
                  <a:pt x="52" y="27"/>
                </a:cubicBezTo>
                <a:cubicBezTo>
                  <a:pt x="52" y="16"/>
                  <a:pt x="42" y="7"/>
                  <a:pt x="29" y="7"/>
                </a:cubicBezTo>
                <a:cubicBezTo>
                  <a:pt x="17" y="7"/>
                  <a:pt x="7" y="16"/>
                  <a:pt x="7" y="27"/>
                </a:cubicBezTo>
                <a:cubicBezTo>
                  <a:pt x="7" y="29"/>
                  <a:pt x="7" y="31"/>
                  <a:pt x="8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12" y="31"/>
                  <a:pt x="15" y="29"/>
                  <a:pt x="18" y="29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2" y="27"/>
                  <a:pt x="23" y="28"/>
                  <a:pt x="23" y="28"/>
                </a:cubicBezTo>
                <a:cubicBezTo>
                  <a:pt x="23" y="49"/>
                  <a:pt x="23" y="49"/>
                  <a:pt x="23" y="49"/>
                </a:cubicBezTo>
                <a:cubicBezTo>
                  <a:pt x="23" y="50"/>
                  <a:pt x="22" y="50"/>
                  <a:pt x="21" y="50"/>
                </a:cubicBezTo>
                <a:cubicBezTo>
                  <a:pt x="19" y="50"/>
                  <a:pt x="19" y="50"/>
                  <a:pt x="19" y="50"/>
                </a:cubicBezTo>
                <a:cubicBezTo>
                  <a:pt x="19" y="50"/>
                  <a:pt x="18" y="50"/>
                  <a:pt x="18" y="49"/>
                </a:cubicBezTo>
                <a:cubicBezTo>
                  <a:pt x="18" y="48"/>
                  <a:pt x="18" y="48"/>
                  <a:pt x="18" y="48"/>
                </a:cubicBezTo>
                <a:cubicBezTo>
                  <a:pt x="14" y="48"/>
                  <a:pt x="10" y="45"/>
                  <a:pt x="9" y="41"/>
                </a:cubicBezTo>
                <a:cubicBezTo>
                  <a:pt x="3" y="40"/>
                  <a:pt x="3" y="40"/>
                  <a:pt x="3" y="40"/>
                </a:cubicBezTo>
                <a:cubicBezTo>
                  <a:pt x="2" y="38"/>
                  <a:pt x="2" y="38"/>
                  <a:pt x="2" y="38"/>
                </a:cubicBezTo>
                <a:cubicBezTo>
                  <a:pt x="0" y="34"/>
                  <a:pt x="0" y="31"/>
                  <a:pt x="0" y="27"/>
                </a:cubicBezTo>
                <a:cubicBezTo>
                  <a:pt x="0" y="12"/>
                  <a:pt x="13" y="0"/>
                  <a:pt x="29" y="0"/>
                </a:cubicBezTo>
                <a:cubicBezTo>
                  <a:pt x="46" y="0"/>
                  <a:pt x="59" y="12"/>
                  <a:pt x="59" y="27"/>
                </a:cubicBezTo>
                <a:cubicBezTo>
                  <a:pt x="59" y="31"/>
                  <a:pt x="58" y="34"/>
                  <a:pt x="57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5" name="Google Shape;2775;p10"/>
          <p:cNvSpPr/>
          <p:nvPr/>
        </p:nvSpPr>
        <p:spPr>
          <a:xfrm>
            <a:off x="3959225" y="2640013"/>
            <a:ext cx="233363" cy="188912"/>
          </a:xfrm>
          <a:custGeom>
            <a:rect b="b" l="l" r="r" t="t"/>
            <a:pathLst>
              <a:path extrusionOk="0" h="55" w="68">
                <a:moveTo>
                  <a:pt x="68" y="49"/>
                </a:moveTo>
                <a:cubicBezTo>
                  <a:pt x="68" y="52"/>
                  <a:pt x="66" y="55"/>
                  <a:pt x="63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2"/>
                  <a:pt x="0" y="49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6" y="0"/>
                  <a:pt x="68" y="2"/>
                  <a:pt x="68" y="5"/>
                </a:cubicBezTo>
                <a:lnTo>
                  <a:pt x="68" y="49"/>
                </a:lnTo>
                <a:close/>
                <a:moveTo>
                  <a:pt x="5" y="4"/>
                </a:moveTo>
                <a:cubicBezTo>
                  <a:pt x="5" y="4"/>
                  <a:pt x="4" y="5"/>
                  <a:pt x="4" y="5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49"/>
                  <a:pt x="5" y="50"/>
                  <a:pt x="5" y="50"/>
                </a:cubicBezTo>
                <a:cubicBezTo>
                  <a:pt x="63" y="50"/>
                  <a:pt x="63" y="50"/>
                  <a:pt x="63" y="50"/>
                </a:cubicBezTo>
                <a:cubicBezTo>
                  <a:pt x="63" y="50"/>
                  <a:pt x="64" y="49"/>
                  <a:pt x="64" y="49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3" y="4"/>
                  <a:pt x="63" y="4"/>
                </a:cubicBezTo>
                <a:lnTo>
                  <a:pt x="5" y="4"/>
                </a:lnTo>
                <a:close/>
                <a:moveTo>
                  <a:pt x="16" y="23"/>
                </a:moveTo>
                <a:cubicBezTo>
                  <a:pt x="12" y="23"/>
                  <a:pt x="9" y="20"/>
                  <a:pt x="9" y="16"/>
                </a:cubicBezTo>
                <a:cubicBezTo>
                  <a:pt x="9" y="12"/>
                  <a:pt x="12" y="9"/>
                  <a:pt x="16" y="9"/>
                </a:cubicBezTo>
                <a:cubicBezTo>
                  <a:pt x="20" y="9"/>
                  <a:pt x="23" y="12"/>
                  <a:pt x="23" y="16"/>
                </a:cubicBezTo>
                <a:cubicBezTo>
                  <a:pt x="23" y="20"/>
                  <a:pt x="20" y="23"/>
                  <a:pt x="16" y="23"/>
                </a:cubicBezTo>
                <a:close/>
                <a:moveTo>
                  <a:pt x="59" y="45"/>
                </a:moveTo>
                <a:cubicBezTo>
                  <a:pt x="9" y="45"/>
                  <a:pt x="9" y="45"/>
                  <a:pt x="9" y="45"/>
                </a:cubicBezTo>
                <a:cubicBezTo>
                  <a:pt x="9" y="39"/>
                  <a:pt x="9" y="39"/>
                  <a:pt x="9" y="39"/>
                </a:cubicBezTo>
                <a:cubicBezTo>
                  <a:pt x="20" y="27"/>
                  <a:pt x="20" y="27"/>
                  <a:pt x="20" y="27"/>
                </a:cubicBezTo>
                <a:cubicBezTo>
                  <a:pt x="26" y="33"/>
                  <a:pt x="26" y="33"/>
                  <a:pt x="26" y="33"/>
                </a:cubicBezTo>
                <a:cubicBezTo>
                  <a:pt x="44" y="15"/>
                  <a:pt x="44" y="15"/>
                  <a:pt x="44" y="15"/>
                </a:cubicBezTo>
                <a:cubicBezTo>
                  <a:pt x="59" y="29"/>
                  <a:pt x="59" y="29"/>
                  <a:pt x="59" y="29"/>
                </a:cubicBezTo>
                <a:lnTo>
                  <a:pt x="59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p10"/>
          <p:cNvSpPr/>
          <p:nvPr/>
        </p:nvSpPr>
        <p:spPr>
          <a:xfrm>
            <a:off x="4452938" y="2640013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36" y="39"/>
                </a:moveTo>
                <a:cubicBezTo>
                  <a:pt x="36" y="38"/>
                  <a:pt x="36" y="37"/>
                  <a:pt x="35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1" y="18"/>
                  <a:pt x="31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9" y="18"/>
                  <a:pt x="18" y="19"/>
                  <a:pt x="18" y="19"/>
                </a:cubicBezTo>
                <a:cubicBezTo>
                  <a:pt x="18" y="25"/>
                  <a:pt x="18" y="25"/>
                  <a:pt x="18" y="25"/>
                </a:cubicBezTo>
                <a:cubicBezTo>
                  <a:pt x="18" y="26"/>
                  <a:pt x="19" y="26"/>
                  <a:pt x="19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37"/>
                  <a:pt x="23" y="37"/>
                  <a:pt x="23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9" y="37"/>
                  <a:pt x="18" y="38"/>
                  <a:pt x="18" y="39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5"/>
                  <a:pt x="19" y="45"/>
                  <a:pt x="19" y="45"/>
                </a:cubicBezTo>
                <a:cubicBezTo>
                  <a:pt x="35" y="45"/>
                  <a:pt x="35" y="45"/>
                  <a:pt x="35" y="45"/>
                </a:cubicBezTo>
                <a:cubicBezTo>
                  <a:pt x="36" y="45"/>
                  <a:pt x="36" y="45"/>
                  <a:pt x="36" y="44"/>
                </a:cubicBezTo>
                <a:lnTo>
                  <a:pt x="36" y="39"/>
                </a:lnTo>
                <a:close/>
                <a:moveTo>
                  <a:pt x="32" y="7"/>
                </a:moveTo>
                <a:cubicBezTo>
                  <a:pt x="32" y="6"/>
                  <a:pt x="31" y="5"/>
                  <a:pt x="31" y="5"/>
                </a:cubicBezTo>
                <a:cubicBezTo>
                  <a:pt x="24" y="5"/>
                  <a:pt x="24" y="5"/>
                  <a:pt x="24" y="5"/>
                </a:cubicBezTo>
                <a:cubicBezTo>
                  <a:pt x="23" y="5"/>
                  <a:pt x="23" y="6"/>
                  <a:pt x="23" y="7"/>
                </a:cubicBezTo>
                <a:cubicBezTo>
                  <a:pt x="23" y="12"/>
                  <a:pt x="23" y="12"/>
                  <a:pt x="23" y="12"/>
                </a:cubicBezTo>
                <a:cubicBezTo>
                  <a:pt x="23" y="13"/>
                  <a:pt x="23" y="13"/>
                  <a:pt x="24" y="13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2" y="13"/>
                  <a:pt x="32" y="12"/>
                </a:cubicBezTo>
                <a:lnTo>
                  <a:pt x="32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7" name="Google Shape;2777;p10"/>
          <p:cNvSpPr/>
          <p:nvPr/>
        </p:nvSpPr>
        <p:spPr>
          <a:xfrm>
            <a:off x="4948238" y="2622550"/>
            <a:ext cx="250825" cy="203200"/>
          </a:xfrm>
          <a:custGeom>
            <a:rect b="b" l="l" r="r" t="t"/>
            <a:pathLst>
              <a:path extrusionOk="0" h="59" w="73">
                <a:moveTo>
                  <a:pt x="70" y="24"/>
                </a:moveTo>
                <a:cubicBezTo>
                  <a:pt x="65" y="24"/>
                  <a:pt x="65" y="24"/>
                  <a:pt x="65" y="24"/>
                </a:cubicBezTo>
                <a:cubicBezTo>
                  <a:pt x="66" y="26"/>
                  <a:pt x="66" y="28"/>
                  <a:pt x="66" y="30"/>
                </a:cubicBezTo>
                <a:cubicBezTo>
                  <a:pt x="66" y="46"/>
                  <a:pt x="53" y="59"/>
                  <a:pt x="36" y="59"/>
                </a:cubicBezTo>
                <a:cubicBezTo>
                  <a:pt x="24" y="59"/>
                  <a:pt x="14" y="52"/>
                  <a:pt x="10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7"/>
                  <a:pt x="1" y="36"/>
                  <a:pt x="3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7" y="34"/>
                  <a:pt x="7" y="32"/>
                  <a:pt x="7" y="30"/>
                </a:cubicBezTo>
                <a:cubicBezTo>
                  <a:pt x="7" y="14"/>
                  <a:pt x="20" y="0"/>
                  <a:pt x="36" y="0"/>
                </a:cubicBezTo>
                <a:cubicBezTo>
                  <a:pt x="48" y="0"/>
                  <a:pt x="58" y="8"/>
                  <a:pt x="63" y="18"/>
                </a:cubicBezTo>
                <a:cubicBezTo>
                  <a:pt x="70" y="18"/>
                  <a:pt x="70" y="18"/>
                  <a:pt x="70" y="18"/>
                </a:cubicBezTo>
                <a:cubicBezTo>
                  <a:pt x="72" y="18"/>
                  <a:pt x="73" y="19"/>
                  <a:pt x="73" y="21"/>
                </a:cubicBezTo>
                <a:cubicBezTo>
                  <a:pt x="73" y="22"/>
                  <a:pt x="72" y="24"/>
                  <a:pt x="70" y="24"/>
                </a:cubicBezTo>
                <a:close/>
                <a:moveTo>
                  <a:pt x="59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2" y="24"/>
                  <a:pt x="21" y="22"/>
                  <a:pt x="21" y="21"/>
                </a:cubicBezTo>
                <a:cubicBezTo>
                  <a:pt x="21" y="19"/>
                  <a:pt x="22" y="18"/>
                  <a:pt x="24" y="18"/>
                </a:cubicBezTo>
                <a:cubicBezTo>
                  <a:pt x="56" y="18"/>
                  <a:pt x="56" y="18"/>
                  <a:pt x="56" y="18"/>
                </a:cubicBezTo>
                <a:cubicBezTo>
                  <a:pt x="52" y="11"/>
                  <a:pt x="45" y="7"/>
                  <a:pt x="36" y="7"/>
                </a:cubicBezTo>
                <a:cubicBezTo>
                  <a:pt x="24" y="7"/>
                  <a:pt x="13" y="17"/>
                  <a:pt x="13" y="30"/>
                </a:cubicBezTo>
                <a:cubicBezTo>
                  <a:pt x="13" y="32"/>
                  <a:pt x="13" y="34"/>
                  <a:pt x="14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51" y="36"/>
                  <a:pt x="52" y="37"/>
                  <a:pt x="52" y="39"/>
                </a:cubicBezTo>
                <a:cubicBezTo>
                  <a:pt x="52" y="41"/>
                  <a:pt x="51" y="42"/>
                  <a:pt x="49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21" y="49"/>
                  <a:pt x="28" y="53"/>
                  <a:pt x="36" y="53"/>
                </a:cubicBezTo>
                <a:cubicBezTo>
                  <a:pt x="49" y="53"/>
                  <a:pt x="60" y="43"/>
                  <a:pt x="60" y="30"/>
                </a:cubicBezTo>
                <a:cubicBezTo>
                  <a:pt x="60" y="28"/>
                  <a:pt x="59" y="26"/>
                  <a:pt x="59" y="24"/>
                </a:cubicBezTo>
                <a:close/>
                <a:moveTo>
                  <a:pt x="49" y="33"/>
                </a:moveTo>
                <a:cubicBezTo>
                  <a:pt x="24" y="33"/>
                  <a:pt x="24" y="33"/>
                  <a:pt x="24" y="33"/>
                </a:cubicBezTo>
                <a:cubicBezTo>
                  <a:pt x="22" y="33"/>
                  <a:pt x="21" y="32"/>
                  <a:pt x="21" y="30"/>
                </a:cubicBezTo>
                <a:cubicBezTo>
                  <a:pt x="21" y="28"/>
                  <a:pt x="22" y="27"/>
                  <a:pt x="24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1" y="27"/>
                  <a:pt x="52" y="28"/>
                  <a:pt x="52" y="30"/>
                </a:cubicBezTo>
                <a:cubicBezTo>
                  <a:pt x="52" y="32"/>
                  <a:pt x="51" y="33"/>
                  <a:pt x="49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10"/>
          <p:cNvSpPr/>
          <p:nvPr/>
        </p:nvSpPr>
        <p:spPr>
          <a:xfrm>
            <a:off x="5443538" y="2640013"/>
            <a:ext cx="250825" cy="173037"/>
          </a:xfrm>
          <a:custGeom>
            <a:rect b="b" l="l" r="r" t="t"/>
            <a:pathLst>
              <a:path extrusionOk="0" h="50" w="73">
                <a:moveTo>
                  <a:pt x="73" y="36"/>
                </a:moveTo>
                <a:cubicBezTo>
                  <a:pt x="73" y="44"/>
                  <a:pt x="66" y="50"/>
                  <a:pt x="58" y="50"/>
                </a:cubicBezTo>
                <a:cubicBezTo>
                  <a:pt x="58" y="50"/>
                  <a:pt x="58" y="50"/>
                  <a:pt x="58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50"/>
                  <a:pt x="14" y="50"/>
                  <a:pt x="14" y="50"/>
                </a:cubicBezTo>
                <a:cubicBezTo>
                  <a:pt x="6" y="50"/>
                  <a:pt x="0" y="43"/>
                  <a:pt x="0" y="35"/>
                </a:cubicBezTo>
                <a:cubicBezTo>
                  <a:pt x="0" y="30"/>
                  <a:pt x="3" y="26"/>
                  <a:pt x="7" y="23"/>
                </a:cubicBezTo>
                <a:cubicBezTo>
                  <a:pt x="7" y="22"/>
                  <a:pt x="7" y="21"/>
                  <a:pt x="7" y="20"/>
                </a:cubicBezTo>
                <a:cubicBezTo>
                  <a:pt x="7" y="15"/>
                  <a:pt x="11" y="10"/>
                  <a:pt x="17" y="10"/>
                </a:cubicBezTo>
                <a:cubicBezTo>
                  <a:pt x="19" y="10"/>
                  <a:pt x="21" y="11"/>
                  <a:pt x="23" y="12"/>
                </a:cubicBezTo>
                <a:cubicBezTo>
                  <a:pt x="26" y="5"/>
                  <a:pt x="34" y="0"/>
                  <a:pt x="42" y="0"/>
                </a:cubicBezTo>
                <a:cubicBezTo>
                  <a:pt x="54" y="0"/>
                  <a:pt x="64" y="10"/>
                  <a:pt x="64" y="21"/>
                </a:cubicBezTo>
                <a:cubicBezTo>
                  <a:pt x="64" y="22"/>
                  <a:pt x="64" y="22"/>
                  <a:pt x="64" y="23"/>
                </a:cubicBezTo>
                <a:cubicBezTo>
                  <a:pt x="69" y="25"/>
                  <a:pt x="73" y="30"/>
                  <a:pt x="73" y="36"/>
                </a:cubicBezTo>
                <a:close/>
                <a:moveTo>
                  <a:pt x="27" y="42"/>
                </a:moveTo>
                <a:cubicBezTo>
                  <a:pt x="30" y="42"/>
                  <a:pt x="33" y="41"/>
                  <a:pt x="35" y="38"/>
                </a:cubicBezTo>
                <a:cubicBezTo>
                  <a:pt x="34" y="37"/>
                  <a:pt x="33" y="36"/>
                  <a:pt x="32" y="34"/>
                </a:cubicBezTo>
                <a:cubicBezTo>
                  <a:pt x="31" y="36"/>
                  <a:pt x="29" y="37"/>
                  <a:pt x="27" y="37"/>
                </a:cubicBezTo>
                <a:cubicBezTo>
                  <a:pt x="25" y="37"/>
                  <a:pt x="22" y="35"/>
                  <a:pt x="22" y="32"/>
                </a:cubicBezTo>
                <a:cubicBezTo>
                  <a:pt x="22" y="30"/>
                  <a:pt x="25" y="28"/>
                  <a:pt x="27" y="28"/>
                </a:cubicBezTo>
                <a:cubicBezTo>
                  <a:pt x="35" y="28"/>
                  <a:pt x="37" y="42"/>
                  <a:pt x="48" y="42"/>
                </a:cubicBezTo>
                <a:cubicBezTo>
                  <a:pt x="54" y="42"/>
                  <a:pt x="58" y="38"/>
                  <a:pt x="58" y="32"/>
                </a:cubicBezTo>
                <a:cubicBezTo>
                  <a:pt x="58" y="26"/>
                  <a:pt x="53" y="23"/>
                  <a:pt x="48" y="23"/>
                </a:cubicBezTo>
                <a:cubicBezTo>
                  <a:pt x="44" y="23"/>
                  <a:pt x="42" y="24"/>
                  <a:pt x="39" y="26"/>
                </a:cubicBezTo>
                <a:cubicBezTo>
                  <a:pt x="40" y="28"/>
                  <a:pt x="41" y="29"/>
                  <a:pt x="43" y="30"/>
                </a:cubicBezTo>
                <a:cubicBezTo>
                  <a:pt x="44" y="29"/>
                  <a:pt x="46" y="28"/>
                  <a:pt x="48" y="28"/>
                </a:cubicBezTo>
                <a:cubicBezTo>
                  <a:pt x="50" y="28"/>
                  <a:pt x="52" y="30"/>
                  <a:pt x="52" y="32"/>
                </a:cubicBezTo>
                <a:cubicBezTo>
                  <a:pt x="52" y="35"/>
                  <a:pt x="50" y="37"/>
                  <a:pt x="48" y="37"/>
                </a:cubicBezTo>
                <a:cubicBezTo>
                  <a:pt x="40" y="37"/>
                  <a:pt x="38" y="23"/>
                  <a:pt x="27" y="23"/>
                </a:cubicBezTo>
                <a:cubicBezTo>
                  <a:pt x="21" y="23"/>
                  <a:pt x="16" y="26"/>
                  <a:pt x="16" y="32"/>
                </a:cubicBezTo>
                <a:cubicBezTo>
                  <a:pt x="16" y="38"/>
                  <a:pt x="21" y="42"/>
                  <a:pt x="27" y="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9" name="Google Shape;2779;p10"/>
          <p:cNvSpPr/>
          <p:nvPr/>
        </p:nvSpPr>
        <p:spPr>
          <a:xfrm>
            <a:off x="5937250" y="2622550"/>
            <a:ext cx="188913" cy="220663"/>
          </a:xfrm>
          <a:custGeom>
            <a:rect b="b" l="l" r="r" t="t"/>
            <a:pathLst>
              <a:path extrusionOk="0" h="64" w="55">
                <a:moveTo>
                  <a:pt x="55" y="56"/>
                </a:moveTo>
                <a:cubicBezTo>
                  <a:pt x="27" y="47"/>
                  <a:pt x="27" y="47"/>
                  <a:pt x="27" y="47"/>
                </a:cubicBezTo>
                <a:cubicBezTo>
                  <a:pt x="26" y="48"/>
                  <a:pt x="1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6"/>
                  <a:pt x="0" y="16"/>
                  <a:pt x="1" y="16"/>
                </a:cubicBezTo>
                <a:cubicBezTo>
                  <a:pt x="1" y="16"/>
                  <a:pt x="3" y="16"/>
                  <a:pt x="6" y="15"/>
                </a:cubicBezTo>
                <a:cubicBezTo>
                  <a:pt x="6" y="1"/>
                  <a:pt x="6" y="1"/>
                  <a:pt x="6" y="1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48" y="0"/>
                  <a:pt x="49" y="0"/>
                </a:cubicBezTo>
                <a:cubicBezTo>
                  <a:pt x="49" y="0"/>
                  <a:pt x="49" y="0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5" y="18"/>
                  <a:pt x="55" y="18"/>
                  <a:pt x="55" y="18"/>
                </a:cubicBezTo>
                <a:lnTo>
                  <a:pt x="55" y="56"/>
                </a:lnTo>
                <a:close/>
                <a:moveTo>
                  <a:pt x="26" y="46"/>
                </a:moveTo>
                <a:cubicBezTo>
                  <a:pt x="26" y="9"/>
                  <a:pt x="26" y="9"/>
                  <a:pt x="26" y="9"/>
                </a:cubicBezTo>
                <a:cubicBezTo>
                  <a:pt x="1" y="18"/>
                  <a:pt x="1" y="18"/>
                  <a:pt x="1" y="18"/>
                </a:cubicBezTo>
                <a:cubicBezTo>
                  <a:pt x="1" y="54"/>
                  <a:pt x="1" y="54"/>
                  <a:pt x="1" y="54"/>
                </a:cubicBezTo>
                <a:lnTo>
                  <a:pt x="26" y="46"/>
                </a:lnTo>
                <a:close/>
                <a:moveTo>
                  <a:pt x="21" y="38"/>
                </a:moveTo>
                <a:cubicBezTo>
                  <a:pt x="20" y="38"/>
                  <a:pt x="18" y="37"/>
                  <a:pt x="18" y="36"/>
                </a:cubicBezTo>
                <a:cubicBezTo>
                  <a:pt x="17" y="36"/>
                  <a:pt x="15" y="34"/>
                  <a:pt x="15" y="34"/>
                </a:cubicBezTo>
                <a:cubicBezTo>
                  <a:pt x="14" y="36"/>
                  <a:pt x="12" y="38"/>
                  <a:pt x="10" y="40"/>
                </a:cubicBezTo>
                <a:cubicBezTo>
                  <a:pt x="9" y="41"/>
                  <a:pt x="8" y="44"/>
                  <a:pt x="6" y="44"/>
                </a:cubicBezTo>
                <a:cubicBezTo>
                  <a:pt x="6" y="45"/>
                  <a:pt x="5" y="45"/>
                  <a:pt x="5" y="45"/>
                </a:cubicBezTo>
                <a:cubicBezTo>
                  <a:pt x="6" y="44"/>
                  <a:pt x="7" y="42"/>
                  <a:pt x="8" y="41"/>
                </a:cubicBezTo>
                <a:cubicBezTo>
                  <a:pt x="9" y="40"/>
                  <a:pt x="13" y="34"/>
                  <a:pt x="14" y="33"/>
                </a:cubicBezTo>
                <a:cubicBezTo>
                  <a:pt x="15" y="32"/>
                  <a:pt x="17" y="27"/>
                  <a:pt x="17" y="27"/>
                </a:cubicBezTo>
                <a:cubicBezTo>
                  <a:pt x="17" y="27"/>
                  <a:pt x="14" y="28"/>
                  <a:pt x="13" y="28"/>
                </a:cubicBezTo>
                <a:cubicBezTo>
                  <a:pt x="12" y="28"/>
                  <a:pt x="10" y="29"/>
                  <a:pt x="10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9" y="30"/>
                  <a:pt x="9" y="30"/>
                </a:cubicBezTo>
                <a:cubicBezTo>
                  <a:pt x="9" y="30"/>
                  <a:pt x="8" y="30"/>
                  <a:pt x="7" y="30"/>
                </a:cubicBezTo>
                <a:cubicBezTo>
                  <a:pt x="7" y="30"/>
                  <a:pt x="6" y="29"/>
                  <a:pt x="6" y="29"/>
                </a:cubicBezTo>
                <a:cubicBezTo>
                  <a:pt x="6" y="29"/>
                  <a:pt x="6" y="29"/>
                  <a:pt x="6" y="28"/>
                </a:cubicBezTo>
                <a:cubicBezTo>
                  <a:pt x="7" y="28"/>
                  <a:pt x="7" y="28"/>
                  <a:pt x="8" y="28"/>
                </a:cubicBezTo>
                <a:cubicBezTo>
                  <a:pt x="9" y="28"/>
                  <a:pt x="11" y="27"/>
                  <a:pt x="12" y="27"/>
                </a:cubicBezTo>
                <a:cubicBezTo>
                  <a:pt x="13" y="26"/>
                  <a:pt x="15" y="26"/>
                  <a:pt x="15" y="26"/>
                </a:cubicBezTo>
                <a:cubicBezTo>
                  <a:pt x="16" y="25"/>
                  <a:pt x="18" y="24"/>
                  <a:pt x="19" y="24"/>
                </a:cubicBezTo>
                <a:cubicBezTo>
                  <a:pt x="19" y="24"/>
                  <a:pt x="20" y="23"/>
                  <a:pt x="20" y="24"/>
                </a:cubicBezTo>
                <a:cubicBezTo>
                  <a:pt x="20" y="24"/>
                  <a:pt x="20" y="25"/>
                  <a:pt x="20" y="25"/>
                </a:cubicBezTo>
                <a:cubicBezTo>
                  <a:pt x="20" y="25"/>
                  <a:pt x="18" y="28"/>
                  <a:pt x="18" y="29"/>
                </a:cubicBezTo>
                <a:cubicBezTo>
                  <a:pt x="18" y="29"/>
                  <a:pt x="17" y="31"/>
                  <a:pt x="15" y="34"/>
                </a:cubicBezTo>
                <a:cubicBezTo>
                  <a:pt x="16" y="34"/>
                  <a:pt x="17" y="34"/>
                  <a:pt x="18" y="35"/>
                </a:cubicBezTo>
                <a:cubicBezTo>
                  <a:pt x="18" y="35"/>
                  <a:pt x="22" y="37"/>
                  <a:pt x="23" y="37"/>
                </a:cubicBezTo>
                <a:cubicBezTo>
                  <a:pt x="23" y="37"/>
                  <a:pt x="23" y="38"/>
                  <a:pt x="23" y="39"/>
                </a:cubicBezTo>
                <a:cubicBezTo>
                  <a:pt x="23" y="39"/>
                  <a:pt x="21" y="38"/>
                  <a:pt x="21" y="38"/>
                </a:cubicBezTo>
                <a:close/>
                <a:moveTo>
                  <a:pt x="16" y="22"/>
                </a:moveTo>
                <a:cubicBezTo>
                  <a:pt x="15" y="23"/>
                  <a:pt x="14" y="23"/>
                  <a:pt x="14" y="24"/>
                </a:cubicBezTo>
                <a:cubicBezTo>
                  <a:pt x="13" y="24"/>
                  <a:pt x="12" y="24"/>
                  <a:pt x="12" y="24"/>
                </a:cubicBezTo>
                <a:cubicBezTo>
                  <a:pt x="11" y="24"/>
                  <a:pt x="11" y="24"/>
                  <a:pt x="10" y="23"/>
                </a:cubicBezTo>
                <a:cubicBezTo>
                  <a:pt x="10" y="23"/>
                  <a:pt x="9" y="21"/>
                  <a:pt x="9" y="22"/>
                </a:cubicBezTo>
                <a:cubicBezTo>
                  <a:pt x="10" y="22"/>
                  <a:pt x="11" y="22"/>
                  <a:pt x="11" y="22"/>
                </a:cubicBezTo>
                <a:cubicBezTo>
                  <a:pt x="11" y="22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1"/>
                  <a:pt x="16" y="21"/>
                  <a:pt x="16" y="21"/>
                </a:cubicBezTo>
                <a:cubicBezTo>
                  <a:pt x="16" y="22"/>
                  <a:pt x="16" y="22"/>
                  <a:pt x="16" y="22"/>
                </a:cubicBezTo>
                <a:close/>
                <a:moveTo>
                  <a:pt x="44" y="57"/>
                </a:moveTo>
                <a:cubicBezTo>
                  <a:pt x="42" y="62"/>
                  <a:pt x="42" y="62"/>
                  <a:pt x="42" y="62"/>
                </a:cubicBezTo>
                <a:cubicBezTo>
                  <a:pt x="41" y="60"/>
                  <a:pt x="41" y="60"/>
                  <a:pt x="41" y="60"/>
                </a:cubicBezTo>
                <a:cubicBezTo>
                  <a:pt x="38" y="62"/>
                  <a:pt x="34" y="63"/>
                  <a:pt x="31" y="64"/>
                </a:cubicBezTo>
                <a:cubicBezTo>
                  <a:pt x="30" y="64"/>
                  <a:pt x="29" y="64"/>
                  <a:pt x="28" y="64"/>
                </a:cubicBezTo>
                <a:cubicBezTo>
                  <a:pt x="25" y="64"/>
                  <a:pt x="25" y="64"/>
                  <a:pt x="25" y="64"/>
                </a:cubicBezTo>
                <a:cubicBezTo>
                  <a:pt x="21" y="64"/>
                  <a:pt x="14" y="62"/>
                  <a:pt x="11" y="60"/>
                </a:cubicBezTo>
                <a:cubicBezTo>
                  <a:pt x="11" y="60"/>
                  <a:pt x="11" y="59"/>
                  <a:pt x="11" y="59"/>
                </a:cubicBezTo>
                <a:cubicBezTo>
                  <a:pt x="11" y="59"/>
                  <a:pt x="11" y="58"/>
                  <a:pt x="11" y="58"/>
                </a:cubicBezTo>
                <a:cubicBezTo>
                  <a:pt x="12" y="58"/>
                  <a:pt x="13" y="60"/>
                  <a:pt x="14" y="60"/>
                </a:cubicBezTo>
                <a:cubicBezTo>
                  <a:pt x="17" y="61"/>
                  <a:pt x="22" y="63"/>
                  <a:pt x="25" y="63"/>
                </a:cubicBezTo>
                <a:cubicBezTo>
                  <a:pt x="30" y="63"/>
                  <a:pt x="33" y="62"/>
                  <a:pt x="37" y="60"/>
                </a:cubicBezTo>
                <a:cubicBezTo>
                  <a:pt x="38" y="60"/>
                  <a:pt x="39" y="59"/>
                  <a:pt x="40" y="59"/>
                </a:cubicBezTo>
                <a:cubicBezTo>
                  <a:pt x="39" y="56"/>
                  <a:pt x="39" y="56"/>
                  <a:pt x="39" y="56"/>
                </a:cubicBezTo>
                <a:lnTo>
                  <a:pt x="44" y="57"/>
                </a:lnTo>
                <a:close/>
                <a:moveTo>
                  <a:pt x="48" y="15"/>
                </a:moveTo>
                <a:cubicBezTo>
                  <a:pt x="48" y="2"/>
                  <a:pt x="48" y="2"/>
                  <a:pt x="48" y="2"/>
                </a:cubicBezTo>
                <a:cubicBezTo>
                  <a:pt x="28" y="9"/>
                  <a:pt x="28" y="9"/>
                  <a:pt x="28" y="9"/>
                </a:cubicBezTo>
                <a:lnTo>
                  <a:pt x="48" y="15"/>
                </a:lnTo>
                <a:close/>
                <a:moveTo>
                  <a:pt x="49" y="44"/>
                </a:moveTo>
                <a:cubicBezTo>
                  <a:pt x="43" y="21"/>
                  <a:pt x="43" y="21"/>
                  <a:pt x="43" y="21"/>
                </a:cubicBezTo>
                <a:cubicBezTo>
                  <a:pt x="39" y="20"/>
                  <a:pt x="39" y="20"/>
                  <a:pt x="39" y="20"/>
                </a:cubicBezTo>
                <a:cubicBezTo>
                  <a:pt x="31" y="39"/>
                  <a:pt x="31" y="39"/>
                  <a:pt x="31" y="39"/>
                </a:cubicBezTo>
                <a:cubicBezTo>
                  <a:pt x="35" y="40"/>
                  <a:pt x="35" y="40"/>
                  <a:pt x="35" y="40"/>
                </a:cubicBezTo>
                <a:cubicBezTo>
                  <a:pt x="37" y="36"/>
                  <a:pt x="37" y="36"/>
                  <a:pt x="37" y="36"/>
                </a:cubicBezTo>
                <a:cubicBezTo>
                  <a:pt x="44" y="38"/>
                  <a:pt x="44" y="38"/>
                  <a:pt x="44" y="38"/>
                </a:cubicBezTo>
                <a:cubicBezTo>
                  <a:pt x="45" y="43"/>
                  <a:pt x="45" y="43"/>
                  <a:pt x="45" y="43"/>
                </a:cubicBezTo>
                <a:lnTo>
                  <a:pt x="49" y="44"/>
                </a:lnTo>
                <a:close/>
                <a:moveTo>
                  <a:pt x="43" y="34"/>
                </a:moveTo>
                <a:cubicBezTo>
                  <a:pt x="38" y="33"/>
                  <a:pt x="38" y="33"/>
                  <a:pt x="38" y="33"/>
                </a:cubicBezTo>
                <a:cubicBezTo>
                  <a:pt x="41" y="26"/>
                  <a:pt x="41" y="26"/>
                  <a:pt x="41" y="26"/>
                </a:cubicBezTo>
                <a:lnTo>
                  <a:pt x="43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p10"/>
          <p:cNvSpPr/>
          <p:nvPr/>
        </p:nvSpPr>
        <p:spPr>
          <a:xfrm>
            <a:off x="6432550" y="2640013"/>
            <a:ext cx="220663" cy="173037"/>
          </a:xfrm>
          <a:custGeom>
            <a:rect b="b" l="l" r="r" t="t"/>
            <a:pathLst>
              <a:path extrusionOk="0" h="50" w="64">
                <a:moveTo>
                  <a:pt x="63" y="20"/>
                </a:moveTo>
                <a:cubicBezTo>
                  <a:pt x="61" y="31"/>
                  <a:pt x="54" y="38"/>
                  <a:pt x="44" y="43"/>
                </a:cubicBezTo>
                <a:cubicBezTo>
                  <a:pt x="39" y="46"/>
                  <a:pt x="33" y="47"/>
                  <a:pt x="28" y="47"/>
                </a:cubicBezTo>
                <a:cubicBezTo>
                  <a:pt x="25" y="47"/>
                  <a:pt x="21" y="47"/>
                  <a:pt x="18" y="46"/>
                </a:cubicBezTo>
                <a:cubicBezTo>
                  <a:pt x="16" y="45"/>
                  <a:pt x="13" y="43"/>
                  <a:pt x="11" y="43"/>
                </a:cubicBezTo>
                <a:cubicBezTo>
                  <a:pt x="9" y="43"/>
                  <a:pt x="7" y="50"/>
                  <a:pt x="4" y="50"/>
                </a:cubicBezTo>
                <a:cubicBezTo>
                  <a:pt x="2" y="50"/>
                  <a:pt x="1" y="49"/>
                  <a:pt x="0" y="47"/>
                </a:cubicBezTo>
                <a:cubicBezTo>
                  <a:pt x="0" y="47"/>
                  <a:pt x="0" y="46"/>
                  <a:pt x="0" y="46"/>
                </a:cubicBezTo>
                <a:cubicBezTo>
                  <a:pt x="0" y="42"/>
                  <a:pt x="7" y="39"/>
                  <a:pt x="7" y="37"/>
                </a:cubicBezTo>
                <a:cubicBezTo>
                  <a:pt x="7" y="37"/>
                  <a:pt x="6" y="35"/>
                  <a:pt x="6" y="34"/>
                </a:cubicBezTo>
                <a:cubicBezTo>
                  <a:pt x="6" y="33"/>
                  <a:pt x="5" y="32"/>
                  <a:pt x="5" y="30"/>
                </a:cubicBezTo>
                <a:cubicBezTo>
                  <a:pt x="5" y="19"/>
                  <a:pt x="14" y="11"/>
                  <a:pt x="25" y="8"/>
                </a:cubicBezTo>
                <a:cubicBezTo>
                  <a:pt x="32" y="5"/>
                  <a:pt x="47" y="8"/>
                  <a:pt x="52" y="3"/>
                </a:cubicBezTo>
                <a:cubicBezTo>
                  <a:pt x="54" y="1"/>
                  <a:pt x="55" y="0"/>
                  <a:pt x="58" y="0"/>
                </a:cubicBezTo>
                <a:cubicBezTo>
                  <a:pt x="62" y="0"/>
                  <a:pt x="64" y="10"/>
                  <a:pt x="64" y="13"/>
                </a:cubicBezTo>
                <a:cubicBezTo>
                  <a:pt x="64" y="16"/>
                  <a:pt x="63" y="18"/>
                  <a:pt x="63" y="20"/>
                </a:cubicBezTo>
                <a:close/>
                <a:moveTo>
                  <a:pt x="43" y="18"/>
                </a:moveTo>
                <a:cubicBezTo>
                  <a:pt x="31" y="18"/>
                  <a:pt x="22" y="23"/>
                  <a:pt x="14" y="32"/>
                </a:cubicBezTo>
                <a:cubicBezTo>
                  <a:pt x="14" y="33"/>
                  <a:pt x="13" y="33"/>
                  <a:pt x="13" y="34"/>
                </a:cubicBezTo>
                <a:cubicBezTo>
                  <a:pt x="13" y="35"/>
                  <a:pt x="15" y="36"/>
                  <a:pt x="16" y="36"/>
                </a:cubicBezTo>
                <a:cubicBezTo>
                  <a:pt x="16" y="36"/>
                  <a:pt x="17" y="36"/>
                  <a:pt x="17" y="36"/>
                </a:cubicBezTo>
                <a:cubicBezTo>
                  <a:pt x="19" y="34"/>
                  <a:pt x="21" y="32"/>
                  <a:pt x="22" y="31"/>
                </a:cubicBezTo>
                <a:cubicBezTo>
                  <a:pt x="29" y="25"/>
                  <a:pt x="34" y="23"/>
                  <a:pt x="43" y="23"/>
                </a:cubicBezTo>
                <a:cubicBezTo>
                  <a:pt x="44" y="23"/>
                  <a:pt x="45" y="22"/>
                  <a:pt x="45" y="20"/>
                </a:cubicBezTo>
                <a:cubicBezTo>
                  <a:pt x="45" y="19"/>
                  <a:pt x="44" y="18"/>
                  <a:pt x="43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10"/>
          <p:cNvSpPr/>
          <p:nvPr/>
        </p:nvSpPr>
        <p:spPr>
          <a:xfrm>
            <a:off x="6927850" y="2640013"/>
            <a:ext cx="127000" cy="173037"/>
          </a:xfrm>
          <a:custGeom>
            <a:rect b="b" l="l" r="r" t="t"/>
            <a:pathLst>
              <a:path extrusionOk="0" h="50" w="37">
                <a:moveTo>
                  <a:pt x="34" y="18"/>
                </a:moveTo>
                <a:cubicBezTo>
                  <a:pt x="27" y="18"/>
                  <a:pt x="27" y="18"/>
                  <a:pt x="27" y="18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50"/>
                  <a:pt x="27" y="50"/>
                  <a:pt x="26" y="50"/>
                </a:cubicBezTo>
                <a:cubicBezTo>
                  <a:pt x="1" y="50"/>
                  <a:pt x="1" y="50"/>
                  <a:pt x="1" y="50"/>
                </a:cubicBezTo>
                <a:cubicBezTo>
                  <a:pt x="0" y="50"/>
                  <a:pt x="0" y="50"/>
                  <a:pt x="0" y="49"/>
                </a:cubicBezTo>
                <a:cubicBezTo>
                  <a:pt x="0" y="49"/>
                  <a:pt x="0" y="48"/>
                  <a:pt x="0" y="48"/>
                </a:cubicBezTo>
                <a:cubicBezTo>
                  <a:pt x="6" y="41"/>
                  <a:pt x="6" y="41"/>
                  <a:pt x="6" y="41"/>
                </a:cubicBezTo>
                <a:cubicBezTo>
                  <a:pt x="6" y="41"/>
                  <a:pt x="6" y="41"/>
                  <a:pt x="7" y="41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18"/>
                  <a:pt x="18" y="18"/>
                  <a:pt x="18" y="18"/>
                </a:cubicBezTo>
                <a:cubicBezTo>
                  <a:pt x="11" y="18"/>
                  <a:pt x="11" y="18"/>
                  <a:pt x="11" y="18"/>
                </a:cubicBezTo>
                <a:cubicBezTo>
                  <a:pt x="10" y="18"/>
                  <a:pt x="10" y="18"/>
                  <a:pt x="9" y="17"/>
                </a:cubicBezTo>
                <a:cubicBezTo>
                  <a:pt x="9" y="16"/>
                  <a:pt x="9" y="15"/>
                  <a:pt x="9" y="14"/>
                </a:cubicBezTo>
                <a:cubicBezTo>
                  <a:pt x="21" y="1"/>
                  <a:pt x="21" y="1"/>
                  <a:pt x="21" y="1"/>
                </a:cubicBezTo>
                <a:cubicBezTo>
                  <a:pt x="22" y="0"/>
                  <a:pt x="24" y="0"/>
                  <a:pt x="24" y="1"/>
                </a:cubicBezTo>
                <a:cubicBezTo>
                  <a:pt x="36" y="14"/>
                  <a:pt x="36" y="14"/>
                  <a:pt x="36" y="14"/>
                </a:cubicBezTo>
                <a:cubicBezTo>
                  <a:pt x="36" y="15"/>
                  <a:pt x="37" y="16"/>
                  <a:pt x="36" y="17"/>
                </a:cubicBezTo>
                <a:cubicBezTo>
                  <a:pt x="36" y="18"/>
                  <a:pt x="35" y="18"/>
                  <a:pt x="34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2" name="Google Shape;2782;p10"/>
          <p:cNvSpPr/>
          <p:nvPr/>
        </p:nvSpPr>
        <p:spPr>
          <a:xfrm>
            <a:off x="7423150" y="2622550"/>
            <a:ext cx="219075" cy="220663"/>
          </a:xfrm>
          <a:custGeom>
            <a:rect b="b" l="l" r="r" t="t"/>
            <a:pathLst>
              <a:path extrusionOk="0" h="64" w="64">
                <a:moveTo>
                  <a:pt x="64" y="32"/>
                </a:moveTo>
                <a:cubicBezTo>
                  <a:pt x="64" y="50"/>
                  <a:pt x="49" y="64"/>
                  <a:pt x="32" y="64"/>
                </a:cubicBez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close/>
                <a:moveTo>
                  <a:pt x="14" y="38"/>
                </a:moveTo>
                <a:cubicBezTo>
                  <a:pt x="14" y="36"/>
                  <a:pt x="13" y="34"/>
                  <a:pt x="13" y="32"/>
                </a:cubicBezTo>
                <a:cubicBezTo>
                  <a:pt x="13" y="30"/>
                  <a:pt x="14" y="28"/>
                  <a:pt x="14" y="26"/>
                </a:cubicBezTo>
                <a:cubicBezTo>
                  <a:pt x="8" y="19"/>
                  <a:pt x="8" y="19"/>
                  <a:pt x="8" y="19"/>
                </a:cubicBezTo>
                <a:cubicBezTo>
                  <a:pt x="6" y="23"/>
                  <a:pt x="4" y="28"/>
                  <a:pt x="4" y="32"/>
                </a:cubicBezTo>
                <a:cubicBezTo>
                  <a:pt x="4" y="37"/>
                  <a:pt x="6" y="41"/>
                  <a:pt x="8" y="45"/>
                </a:cubicBezTo>
                <a:lnTo>
                  <a:pt x="14" y="38"/>
                </a:lnTo>
                <a:close/>
                <a:moveTo>
                  <a:pt x="45" y="32"/>
                </a:moveTo>
                <a:cubicBezTo>
                  <a:pt x="45" y="25"/>
                  <a:pt x="39" y="18"/>
                  <a:pt x="32" y="18"/>
                </a:cubicBezTo>
                <a:cubicBezTo>
                  <a:pt x="24" y="18"/>
                  <a:pt x="18" y="25"/>
                  <a:pt x="18" y="32"/>
                </a:cubicBezTo>
                <a:cubicBezTo>
                  <a:pt x="18" y="40"/>
                  <a:pt x="24" y="46"/>
                  <a:pt x="32" y="46"/>
                </a:cubicBezTo>
                <a:cubicBezTo>
                  <a:pt x="39" y="46"/>
                  <a:pt x="45" y="40"/>
                  <a:pt x="45" y="32"/>
                </a:cubicBezTo>
                <a:close/>
                <a:moveTo>
                  <a:pt x="19" y="8"/>
                </a:moveTo>
                <a:cubicBezTo>
                  <a:pt x="26" y="15"/>
                  <a:pt x="26" y="15"/>
                  <a:pt x="26" y="15"/>
                </a:cubicBezTo>
                <a:cubicBezTo>
                  <a:pt x="28" y="14"/>
                  <a:pt x="30" y="14"/>
                  <a:pt x="32" y="14"/>
                </a:cubicBezTo>
                <a:cubicBezTo>
                  <a:pt x="34" y="14"/>
                  <a:pt x="36" y="14"/>
                  <a:pt x="38" y="15"/>
                </a:cubicBezTo>
                <a:cubicBezTo>
                  <a:pt x="45" y="8"/>
                  <a:pt x="45" y="8"/>
                  <a:pt x="45" y="8"/>
                </a:cubicBezTo>
                <a:cubicBezTo>
                  <a:pt x="41" y="6"/>
                  <a:pt x="36" y="5"/>
                  <a:pt x="32" y="5"/>
                </a:cubicBezTo>
                <a:cubicBezTo>
                  <a:pt x="27" y="5"/>
                  <a:pt x="23" y="6"/>
                  <a:pt x="19" y="8"/>
                </a:cubicBezTo>
                <a:close/>
                <a:moveTo>
                  <a:pt x="45" y="56"/>
                </a:moveTo>
                <a:cubicBezTo>
                  <a:pt x="38" y="49"/>
                  <a:pt x="38" y="49"/>
                  <a:pt x="38" y="49"/>
                </a:cubicBezTo>
                <a:cubicBezTo>
                  <a:pt x="36" y="50"/>
                  <a:pt x="34" y="50"/>
                  <a:pt x="32" y="50"/>
                </a:cubicBezTo>
                <a:cubicBezTo>
                  <a:pt x="30" y="50"/>
                  <a:pt x="28" y="50"/>
                  <a:pt x="26" y="49"/>
                </a:cubicBezTo>
                <a:cubicBezTo>
                  <a:pt x="19" y="56"/>
                  <a:pt x="19" y="56"/>
                  <a:pt x="19" y="56"/>
                </a:cubicBezTo>
                <a:cubicBezTo>
                  <a:pt x="23" y="58"/>
                  <a:pt x="27" y="60"/>
                  <a:pt x="32" y="60"/>
                </a:cubicBezTo>
                <a:cubicBezTo>
                  <a:pt x="36" y="60"/>
                  <a:pt x="41" y="58"/>
                  <a:pt x="45" y="56"/>
                </a:cubicBezTo>
                <a:close/>
                <a:moveTo>
                  <a:pt x="56" y="45"/>
                </a:moveTo>
                <a:cubicBezTo>
                  <a:pt x="58" y="41"/>
                  <a:pt x="59" y="37"/>
                  <a:pt x="59" y="32"/>
                </a:cubicBezTo>
                <a:cubicBezTo>
                  <a:pt x="59" y="28"/>
                  <a:pt x="58" y="23"/>
                  <a:pt x="56" y="19"/>
                </a:cubicBezTo>
                <a:cubicBezTo>
                  <a:pt x="49" y="26"/>
                  <a:pt x="49" y="26"/>
                  <a:pt x="49" y="26"/>
                </a:cubicBezTo>
                <a:cubicBezTo>
                  <a:pt x="50" y="28"/>
                  <a:pt x="50" y="30"/>
                  <a:pt x="50" y="32"/>
                </a:cubicBezTo>
                <a:cubicBezTo>
                  <a:pt x="50" y="34"/>
                  <a:pt x="50" y="36"/>
                  <a:pt x="49" y="38"/>
                </a:cubicBezTo>
                <a:lnTo>
                  <a:pt x="56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3" name="Google Shape;2783;p10"/>
          <p:cNvSpPr/>
          <p:nvPr/>
        </p:nvSpPr>
        <p:spPr>
          <a:xfrm>
            <a:off x="7920038" y="2654300"/>
            <a:ext cx="196850" cy="158750"/>
          </a:xfrm>
          <a:custGeom>
            <a:rect b="b" l="l" r="r" t="t"/>
            <a:pathLst>
              <a:path extrusionOk="0" h="46" w="57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4" name="Google Shape;2784;p10"/>
          <p:cNvSpPr/>
          <p:nvPr/>
        </p:nvSpPr>
        <p:spPr>
          <a:xfrm>
            <a:off x="8412163" y="2640013"/>
            <a:ext cx="188912" cy="182562"/>
          </a:xfrm>
          <a:custGeom>
            <a:rect b="b" l="l" r="r" t="t"/>
            <a:pathLst>
              <a:path extrusionOk="0" h="53" w="55">
                <a:moveTo>
                  <a:pt x="6" y="13"/>
                </a:moveTo>
                <a:cubicBezTo>
                  <a:pt x="6" y="13"/>
                  <a:pt x="6" y="13"/>
                  <a:pt x="6" y="13"/>
                </a:cubicBezTo>
                <a:cubicBezTo>
                  <a:pt x="2" y="13"/>
                  <a:pt x="0" y="10"/>
                  <a:pt x="0" y="7"/>
                </a:cubicBezTo>
                <a:cubicBezTo>
                  <a:pt x="0" y="3"/>
                  <a:pt x="2" y="0"/>
                  <a:pt x="6" y="0"/>
                </a:cubicBezTo>
                <a:cubicBezTo>
                  <a:pt x="10" y="0"/>
                  <a:pt x="13" y="3"/>
                  <a:pt x="13" y="7"/>
                </a:cubicBezTo>
                <a:cubicBezTo>
                  <a:pt x="13" y="10"/>
                  <a:pt x="10" y="13"/>
                  <a:pt x="6" y="13"/>
                </a:cubicBezTo>
                <a:close/>
                <a:moveTo>
                  <a:pt x="12" y="53"/>
                </a:moveTo>
                <a:cubicBezTo>
                  <a:pt x="0" y="53"/>
                  <a:pt x="0" y="53"/>
                  <a:pt x="0" y="53"/>
                </a:cubicBezTo>
                <a:cubicBezTo>
                  <a:pt x="0" y="17"/>
                  <a:pt x="0" y="17"/>
                  <a:pt x="0" y="17"/>
                </a:cubicBezTo>
                <a:cubicBezTo>
                  <a:pt x="12" y="17"/>
                  <a:pt x="12" y="17"/>
                  <a:pt x="12" y="17"/>
                </a:cubicBezTo>
                <a:lnTo>
                  <a:pt x="12" y="53"/>
                </a:lnTo>
                <a:close/>
                <a:moveTo>
                  <a:pt x="55" y="53"/>
                </a:moveTo>
                <a:cubicBezTo>
                  <a:pt x="43" y="53"/>
                  <a:pt x="43" y="53"/>
                  <a:pt x="43" y="53"/>
                </a:cubicBezTo>
                <a:cubicBezTo>
                  <a:pt x="43" y="34"/>
                  <a:pt x="43" y="34"/>
                  <a:pt x="43" y="34"/>
                </a:cubicBezTo>
                <a:cubicBezTo>
                  <a:pt x="43" y="29"/>
                  <a:pt x="41" y="26"/>
                  <a:pt x="37" y="26"/>
                </a:cubicBezTo>
                <a:cubicBezTo>
                  <a:pt x="34" y="26"/>
                  <a:pt x="32" y="28"/>
                  <a:pt x="31" y="30"/>
                </a:cubicBezTo>
                <a:cubicBezTo>
                  <a:pt x="31" y="31"/>
                  <a:pt x="30" y="32"/>
                  <a:pt x="30" y="33"/>
                </a:cubicBezTo>
                <a:cubicBezTo>
                  <a:pt x="30" y="53"/>
                  <a:pt x="30" y="53"/>
                  <a:pt x="30" y="53"/>
                </a:cubicBezTo>
                <a:cubicBezTo>
                  <a:pt x="19" y="53"/>
                  <a:pt x="19" y="53"/>
                  <a:pt x="19" y="53"/>
                </a:cubicBezTo>
                <a:cubicBezTo>
                  <a:pt x="19" y="21"/>
                  <a:pt x="19" y="17"/>
                  <a:pt x="19" y="17"/>
                </a:cubicBezTo>
                <a:cubicBezTo>
                  <a:pt x="30" y="17"/>
                  <a:pt x="30" y="17"/>
                  <a:pt x="30" y="17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3"/>
                  <a:pt x="30" y="23"/>
                  <a:pt x="30" y="23"/>
                </a:cubicBezTo>
                <a:cubicBezTo>
                  <a:pt x="32" y="20"/>
                  <a:pt x="35" y="17"/>
                  <a:pt x="41" y="17"/>
                </a:cubicBezTo>
                <a:cubicBezTo>
                  <a:pt x="49" y="17"/>
                  <a:pt x="55" y="22"/>
                  <a:pt x="55" y="33"/>
                </a:cubicBezTo>
                <a:lnTo>
                  <a:pt x="55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5" name="Google Shape;2785;p10"/>
          <p:cNvSpPr/>
          <p:nvPr/>
        </p:nvSpPr>
        <p:spPr>
          <a:xfrm>
            <a:off x="8866188" y="2640013"/>
            <a:ext cx="219075" cy="173037"/>
          </a:xfrm>
          <a:custGeom>
            <a:rect b="b" l="l" r="r" t="t"/>
            <a:pathLst>
              <a:path extrusionOk="0" h="50" w="64">
                <a:moveTo>
                  <a:pt x="64" y="44"/>
                </a:moveTo>
                <a:cubicBezTo>
                  <a:pt x="64" y="47"/>
                  <a:pt x="61" y="50"/>
                  <a:pt x="58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2"/>
                  <a:pt x="64" y="5"/>
                </a:cubicBezTo>
                <a:lnTo>
                  <a:pt x="64" y="44"/>
                </a:lnTo>
                <a:close/>
                <a:moveTo>
                  <a:pt x="59" y="15"/>
                </a:moveTo>
                <a:cubicBezTo>
                  <a:pt x="59" y="14"/>
                  <a:pt x="59" y="13"/>
                  <a:pt x="58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5" y="13"/>
                  <a:pt x="4" y="14"/>
                  <a:pt x="4" y="15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5"/>
                  <a:pt x="5" y="45"/>
                  <a:pt x="5" y="45"/>
                </a:cubicBezTo>
                <a:cubicBezTo>
                  <a:pt x="58" y="45"/>
                  <a:pt x="58" y="45"/>
                  <a:pt x="58" y="45"/>
                </a:cubicBezTo>
                <a:cubicBezTo>
                  <a:pt x="59" y="45"/>
                  <a:pt x="59" y="45"/>
                  <a:pt x="59" y="44"/>
                </a:cubicBezTo>
                <a:lnTo>
                  <a:pt x="59" y="15"/>
                </a:lnTo>
                <a:close/>
                <a:moveTo>
                  <a:pt x="13" y="21"/>
                </a:moveTo>
                <a:cubicBezTo>
                  <a:pt x="13" y="22"/>
                  <a:pt x="13" y="23"/>
                  <a:pt x="12" y="23"/>
                </a:cubicBezTo>
                <a:cubicBezTo>
                  <a:pt x="10" y="23"/>
                  <a:pt x="10" y="23"/>
                  <a:pt x="10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9"/>
                  <a:pt x="9" y="18"/>
                  <a:pt x="10" y="18"/>
                </a:cubicBezTo>
                <a:cubicBezTo>
                  <a:pt x="12" y="18"/>
                  <a:pt x="12" y="18"/>
                  <a:pt x="12" y="18"/>
                </a:cubicBezTo>
                <a:cubicBezTo>
                  <a:pt x="13" y="18"/>
                  <a:pt x="13" y="19"/>
                  <a:pt x="13" y="19"/>
                </a:cubicBezTo>
                <a:lnTo>
                  <a:pt x="13" y="21"/>
                </a:lnTo>
                <a:close/>
                <a:moveTo>
                  <a:pt x="13" y="31"/>
                </a:moveTo>
                <a:cubicBezTo>
                  <a:pt x="13" y="31"/>
                  <a:pt x="13" y="32"/>
                  <a:pt x="12" y="32"/>
                </a:cubicBezTo>
                <a:cubicBezTo>
                  <a:pt x="10" y="32"/>
                  <a:pt x="10" y="32"/>
                  <a:pt x="10" y="32"/>
                </a:cubicBezTo>
                <a:cubicBezTo>
                  <a:pt x="9" y="32"/>
                  <a:pt x="9" y="31"/>
                  <a:pt x="9" y="31"/>
                </a:cubicBezTo>
                <a:cubicBezTo>
                  <a:pt x="9" y="28"/>
                  <a:pt x="9" y="28"/>
                  <a:pt x="9" y="28"/>
                </a:cubicBezTo>
                <a:cubicBezTo>
                  <a:pt x="9" y="28"/>
                  <a:pt x="9" y="27"/>
                  <a:pt x="10" y="27"/>
                </a:cubicBezTo>
                <a:cubicBezTo>
                  <a:pt x="12" y="27"/>
                  <a:pt x="12" y="27"/>
                  <a:pt x="12" y="27"/>
                </a:cubicBezTo>
                <a:cubicBezTo>
                  <a:pt x="13" y="27"/>
                  <a:pt x="13" y="28"/>
                  <a:pt x="13" y="28"/>
                </a:cubicBezTo>
                <a:lnTo>
                  <a:pt x="13" y="31"/>
                </a:lnTo>
                <a:close/>
                <a:moveTo>
                  <a:pt x="13" y="40"/>
                </a:moveTo>
                <a:cubicBezTo>
                  <a:pt x="13" y="40"/>
                  <a:pt x="13" y="41"/>
                  <a:pt x="12" y="41"/>
                </a:cubicBezTo>
                <a:cubicBezTo>
                  <a:pt x="10" y="41"/>
                  <a:pt x="10" y="41"/>
                  <a:pt x="10" y="41"/>
                </a:cubicBezTo>
                <a:cubicBezTo>
                  <a:pt x="9" y="41"/>
                  <a:pt x="9" y="40"/>
                  <a:pt x="9" y="40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7"/>
                  <a:pt x="9" y="36"/>
                  <a:pt x="10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13" y="36"/>
                  <a:pt x="13" y="37"/>
                  <a:pt x="13" y="37"/>
                </a:cubicBezTo>
                <a:lnTo>
                  <a:pt x="13" y="40"/>
                </a:lnTo>
                <a:close/>
                <a:moveTo>
                  <a:pt x="55" y="21"/>
                </a:moveTo>
                <a:cubicBezTo>
                  <a:pt x="55" y="22"/>
                  <a:pt x="54" y="23"/>
                  <a:pt x="53" y="23"/>
                </a:cubicBezTo>
                <a:cubicBezTo>
                  <a:pt x="19" y="23"/>
                  <a:pt x="19" y="23"/>
                  <a:pt x="19" y="23"/>
                </a:cubicBezTo>
                <a:cubicBezTo>
                  <a:pt x="19" y="23"/>
                  <a:pt x="18" y="22"/>
                  <a:pt x="18" y="21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9" y="18"/>
                  <a:pt x="19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54" y="18"/>
                  <a:pt x="55" y="19"/>
                  <a:pt x="55" y="19"/>
                </a:cubicBezTo>
                <a:lnTo>
                  <a:pt x="55" y="21"/>
                </a:lnTo>
                <a:close/>
                <a:moveTo>
                  <a:pt x="55" y="31"/>
                </a:moveTo>
                <a:cubicBezTo>
                  <a:pt x="55" y="31"/>
                  <a:pt x="54" y="32"/>
                  <a:pt x="53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53" y="27"/>
                  <a:pt x="53" y="27"/>
                  <a:pt x="53" y="27"/>
                </a:cubicBezTo>
                <a:cubicBezTo>
                  <a:pt x="54" y="27"/>
                  <a:pt x="55" y="28"/>
                  <a:pt x="55" y="28"/>
                </a:cubicBezTo>
                <a:lnTo>
                  <a:pt x="55" y="31"/>
                </a:lnTo>
                <a:close/>
                <a:moveTo>
                  <a:pt x="55" y="40"/>
                </a:moveTo>
                <a:cubicBezTo>
                  <a:pt x="55" y="40"/>
                  <a:pt x="54" y="41"/>
                  <a:pt x="53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19" y="41"/>
                  <a:pt x="18" y="40"/>
                  <a:pt x="18" y="40"/>
                </a:cubicBezTo>
                <a:cubicBezTo>
                  <a:pt x="18" y="37"/>
                  <a:pt x="18" y="37"/>
                  <a:pt x="18" y="37"/>
                </a:cubicBezTo>
                <a:cubicBezTo>
                  <a:pt x="18" y="37"/>
                  <a:pt x="19" y="36"/>
                  <a:pt x="19" y="36"/>
                </a:cubicBezTo>
                <a:cubicBezTo>
                  <a:pt x="53" y="36"/>
                  <a:pt x="53" y="36"/>
                  <a:pt x="53" y="36"/>
                </a:cubicBezTo>
                <a:cubicBezTo>
                  <a:pt x="54" y="36"/>
                  <a:pt x="55" y="37"/>
                  <a:pt x="55" y="37"/>
                </a:cubicBezTo>
                <a:lnTo>
                  <a:pt x="55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6" name="Google Shape;2786;p10"/>
          <p:cNvSpPr/>
          <p:nvPr/>
        </p:nvSpPr>
        <p:spPr>
          <a:xfrm>
            <a:off x="76200" y="3094038"/>
            <a:ext cx="141288" cy="174625"/>
          </a:xfrm>
          <a:custGeom>
            <a:rect b="b" l="l" r="r" t="t"/>
            <a:pathLst>
              <a:path extrusionOk="0" h="51" w="41">
                <a:moveTo>
                  <a:pt x="41" y="47"/>
                </a:moveTo>
                <a:cubicBezTo>
                  <a:pt x="41" y="49"/>
                  <a:pt x="39" y="51"/>
                  <a:pt x="37" y="51"/>
                </a:cubicBezTo>
                <a:cubicBezTo>
                  <a:pt x="3" y="51"/>
                  <a:pt x="3" y="51"/>
                  <a:pt x="3" y="51"/>
                </a:cubicBezTo>
                <a:cubicBezTo>
                  <a:pt x="1" y="51"/>
                  <a:pt x="0" y="49"/>
                  <a:pt x="0" y="4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5"/>
                  <a:pt x="1" y="23"/>
                  <a:pt x="3" y="23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8"/>
                  <a:pt x="12" y="0"/>
                  <a:pt x="20" y="0"/>
                </a:cubicBezTo>
                <a:cubicBezTo>
                  <a:pt x="29" y="0"/>
                  <a:pt x="36" y="8"/>
                  <a:pt x="36" y="16"/>
                </a:cubicBezTo>
                <a:cubicBezTo>
                  <a:pt x="36" y="23"/>
                  <a:pt x="36" y="23"/>
                  <a:pt x="36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9" y="23"/>
                  <a:pt x="41" y="25"/>
                  <a:pt x="41" y="27"/>
                </a:cubicBezTo>
                <a:lnTo>
                  <a:pt x="41" y="47"/>
                </a:lnTo>
                <a:close/>
                <a:moveTo>
                  <a:pt x="29" y="23"/>
                </a:moveTo>
                <a:cubicBezTo>
                  <a:pt x="29" y="16"/>
                  <a:pt x="29" y="16"/>
                  <a:pt x="29" y="16"/>
                </a:cubicBezTo>
                <a:cubicBezTo>
                  <a:pt x="29" y="11"/>
                  <a:pt x="25" y="7"/>
                  <a:pt x="20" y="7"/>
                </a:cubicBezTo>
                <a:cubicBezTo>
                  <a:pt x="15" y="7"/>
                  <a:pt x="11" y="11"/>
                  <a:pt x="11" y="16"/>
                </a:cubicBezTo>
                <a:cubicBezTo>
                  <a:pt x="11" y="23"/>
                  <a:pt x="11" y="23"/>
                  <a:pt x="11" y="23"/>
                </a:cubicBezTo>
                <a:lnTo>
                  <a:pt x="29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10"/>
          <p:cNvSpPr/>
          <p:nvPr/>
        </p:nvSpPr>
        <p:spPr>
          <a:xfrm>
            <a:off x="495300" y="3086100"/>
            <a:ext cx="219075" cy="196850"/>
          </a:xfrm>
          <a:custGeom>
            <a:rect b="b" l="l" r="r" t="t"/>
            <a:pathLst>
              <a:path extrusionOk="0" h="57" w="64">
                <a:moveTo>
                  <a:pt x="59" y="54"/>
                </a:moveTo>
                <a:cubicBezTo>
                  <a:pt x="59" y="55"/>
                  <a:pt x="58" y="56"/>
                  <a:pt x="58" y="57"/>
                </a:cubicBezTo>
                <a:cubicBezTo>
                  <a:pt x="58" y="57"/>
                  <a:pt x="57" y="57"/>
                  <a:pt x="57" y="57"/>
                </a:cubicBezTo>
                <a:cubicBezTo>
                  <a:pt x="56" y="57"/>
                  <a:pt x="56" y="57"/>
                  <a:pt x="56" y="56"/>
                </a:cubicBezTo>
                <a:cubicBezTo>
                  <a:pt x="56" y="55"/>
                  <a:pt x="56" y="55"/>
                  <a:pt x="56" y="54"/>
                </a:cubicBezTo>
                <a:cubicBezTo>
                  <a:pt x="56" y="53"/>
                  <a:pt x="56" y="51"/>
                  <a:pt x="56" y="50"/>
                </a:cubicBezTo>
                <a:cubicBezTo>
                  <a:pt x="56" y="33"/>
                  <a:pt x="46" y="30"/>
                  <a:pt x="31" y="30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39"/>
                  <a:pt x="23" y="39"/>
                  <a:pt x="23" y="39"/>
                </a:cubicBezTo>
                <a:cubicBezTo>
                  <a:pt x="23" y="40"/>
                  <a:pt x="22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2"/>
                  <a:pt x="0" y="21"/>
                  <a:pt x="0" y="21"/>
                </a:cubicBezTo>
                <a:cubicBezTo>
                  <a:pt x="0" y="20"/>
                  <a:pt x="0" y="19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0" y="0"/>
                </a:cubicBezTo>
                <a:cubicBezTo>
                  <a:pt x="22" y="0"/>
                  <a:pt x="23" y="1"/>
                  <a:pt x="23" y="2"/>
                </a:cubicBezTo>
                <a:cubicBezTo>
                  <a:pt x="23" y="11"/>
                  <a:pt x="23" y="11"/>
                  <a:pt x="23" y="11"/>
                </a:cubicBezTo>
                <a:cubicBezTo>
                  <a:pt x="31" y="11"/>
                  <a:pt x="31" y="11"/>
                  <a:pt x="31" y="11"/>
                </a:cubicBezTo>
                <a:cubicBezTo>
                  <a:pt x="42" y="11"/>
                  <a:pt x="57" y="14"/>
                  <a:pt x="62" y="26"/>
                </a:cubicBezTo>
                <a:cubicBezTo>
                  <a:pt x="63" y="30"/>
                  <a:pt x="64" y="34"/>
                  <a:pt x="64" y="38"/>
                </a:cubicBezTo>
                <a:cubicBezTo>
                  <a:pt x="64" y="43"/>
                  <a:pt x="61" y="49"/>
                  <a:pt x="59" y="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8" name="Google Shape;2788;p10"/>
          <p:cNvSpPr/>
          <p:nvPr/>
        </p:nvSpPr>
        <p:spPr>
          <a:xfrm>
            <a:off x="1484313" y="3079750"/>
            <a:ext cx="141287" cy="203200"/>
          </a:xfrm>
          <a:custGeom>
            <a:rect b="b" l="l" r="r" t="t"/>
            <a:pathLst>
              <a:path extrusionOk="0" h="59" w="41">
                <a:moveTo>
                  <a:pt x="41" y="29"/>
                </a:moveTo>
                <a:cubicBezTo>
                  <a:pt x="41" y="40"/>
                  <a:pt x="33" y="49"/>
                  <a:pt x="23" y="50"/>
                </a:cubicBezTo>
                <a:cubicBezTo>
                  <a:pt x="23" y="55"/>
                  <a:pt x="23" y="55"/>
                  <a:pt x="23" y="55"/>
                </a:cubicBezTo>
                <a:cubicBezTo>
                  <a:pt x="32" y="55"/>
                  <a:pt x="32" y="55"/>
                  <a:pt x="32" y="55"/>
                </a:cubicBezTo>
                <a:cubicBezTo>
                  <a:pt x="33" y="55"/>
                  <a:pt x="34" y="56"/>
                  <a:pt x="34" y="57"/>
                </a:cubicBezTo>
                <a:cubicBezTo>
                  <a:pt x="34" y="58"/>
                  <a:pt x="33" y="59"/>
                  <a:pt x="32" y="59"/>
                </a:cubicBezTo>
                <a:cubicBezTo>
                  <a:pt x="9" y="59"/>
                  <a:pt x="9" y="59"/>
                  <a:pt x="9" y="59"/>
                </a:cubicBezTo>
                <a:cubicBezTo>
                  <a:pt x="8" y="59"/>
                  <a:pt x="7" y="58"/>
                  <a:pt x="7" y="57"/>
                </a:cubicBezTo>
                <a:cubicBezTo>
                  <a:pt x="7" y="56"/>
                  <a:pt x="8" y="55"/>
                  <a:pt x="9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0"/>
                  <a:pt x="18" y="50"/>
                  <a:pt x="18" y="50"/>
                </a:cubicBezTo>
                <a:cubicBezTo>
                  <a:pt x="8" y="49"/>
                  <a:pt x="0" y="40"/>
                  <a:pt x="0" y="29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1" y="23"/>
                  <a:pt x="2" y="23"/>
                </a:cubicBezTo>
                <a:cubicBezTo>
                  <a:pt x="3" y="23"/>
                  <a:pt x="4" y="24"/>
                  <a:pt x="4" y="25"/>
                </a:cubicBezTo>
                <a:cubicBezTo>
                  <a:pt x="4" y="29"/>
                  <a:pt x="4" y="29"/>
                  <a:pt x="4" y="29"/>
                </a:cubicBezTo>
                <a:cubicBezTo>
                  <a:pt x="4" y="38"/>
                  <a:pt x="12" y="45"/>
                  <a:pt x="20" y="45"/>
                </a:cubicBezTo>
                <a:cubicBezTo>
                  <a:pt x="29" y="45"/>
                  <a:pt x="36" y="38"/>
                  <a:pt x="36" y="29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4"/>
                  <a:pt x="37" y="23"/>
                  <a:pt x="39" y="23"/>
                </a:cubicBezTo>
                <a:cubicBezTo>
                  <a:pt x="40" y="23"/>
                  <a:pt x="41" y="24"/>
                  <a:pt x="41" y="25"/>
                </a:cubicBezTo>
                <a:lnTo>
                  <a:pt x="41" y="29"/>
                </a:lnTo>
                <a:close/>
                <a:moveTo>
                  <a:pt x="32" y="29"/>
                </a:moveTo>
                <a:cubicBezTo>
                  <a:pt x="32" y="36"/>
                  <a:pt x="27" y="41"/>
                  <a:pt x="20" y="41"/>
                </a:cubicBezTo>
                <a:cubicBezTo>
                  <a:pt x="14" y="41"/>
                  <a:pt x="9" y="36"/>
                  <a:pt x="9" y="29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5"/>
                  <a:pt x="14" y="0"/>
                  <a:pt x="20" y="0"/>
                </a:cubicBezTo>
                <a:cubicBezTo>
                  <a:pt x="27" y="0"/>
                  <a:pt x="32" y="5"/>
                  <a:pt x="32" y="11"/>
                </a:cubicBezTo>
                <a:lnTo>
                  <a:pt x="32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10"/>
          <p:cNvSpPr/>
          <p:nvPr/>
        </p:nvSpPr>
        <p:spPr>
          <a:xfrm>
            <a:off x="1979613" y="3094038"/>
            <a:ext cx="188912" cy="188912"/>
          </a:xfrm>
          <a:custGeom>
            <a:rect b="b" l="l" r="r" t="t"/>
            <a:pathLst>
              <a:path extrusionOk="0" h="55" w="55">
                <a:moveTo>
                  <a:pt x="55" y="45"/>
                </a:moveTo>
                <a:cubicBezTo>
                  <a:pt x="55" y="51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1"/>
                </a:cubicBezTo>
                <a:lnTo>
                  <a:pt x="55" y="45"/>
                </a:lnTo>
                <a:close/>
                <a:moveTo>
                  <a:pt x="45" y="25"/>
                </a:moveTo>
                <a:cubicBezTo>
                  <a:pt x="45" y="24"/>
                  <a:pt x="44" y="23"/>
                  <a:pt x="43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0" y="23"/>
                  <a:pt x="9" y="24"/>
                  <a:pt x="9" y="25"/>
                </a:cubicBezTo>
                <a:cubicBezTo>
                  <a:pt x="9" y="30"/>
                  <a:pt x="9" y="30"/>
                  <a:pt x="9" y="30"/>
                </a:cubicBezTo>
                <a:cubicBezTo>
                  <a:pt x="9" y="31"/>
                  <a:pt x="10" y="32"/>
                  <a:pt x="11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4" y="32"/>
                  <a:pt x="45" y="31"/>
                  <a:pt x="45" y="30"/>
                </a:cubicBezTo>
                <a:lnTo>
                  <a:pt x="45" y="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0" name="Google Shape;2790;p10"/>
          <p:cNvSpPr/>
          <p:nvPr/>
        </p:nvSpPr>
        <p:spPr>
          <a:xfrm>
            <a:off x="2474913" y="3111500"/>
            <a:ext cx="233362" cy="157163"/>
          </a:xfrm>
          <a:custGeom>
            <a:rect b="b" l="l" r="r" t="t"/>
            <a:pathLst>
              <a:path extrusionOk="0" h="46" w="68">
                <a:moveTo>
                  <a:pt x="68" y="43"/>
                </a:moveTo>
                <a:cubicBezTo>
                  <a:pt x="68" y="45"/>
                  <a:pt x="67" y="46"/>
                  <a:pt x="66" y="46"/>
                </a:cubicBezTo>
                <a:cubicBezTo>
                  <a:pt x="2" y="46"/>
                  <a:pt x="2" y="46"/>
                  <a:pt x="2" y="46"/>
                </a:cubicBezTo>
                <a:cubicBezTo>
                  <a:pt x="1" y="46"/>
                  <a:pt x="0" y="45"/>
                  <a:pt x="0" y="43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7" y="0"/>
                  <a:pt x="68" y="1"/>
                  <a:pt x="68" y="2"/>
                </a:cubicBezTo>
                <a:lnTo>
                  <a:pt x="68" y="43"/>
                </a:lnTo>
                <a:close/>
                <a:moveTo>
                  <a:pt x="64" y="14"/>
                </a:moveTo>
                <a:cubicBezTo>
                  <a:pt x="59" y="14"/>
                  <a:pt x="55" y="10"/>
                  <a:pt x="55" y="4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10"/>
                  <a:pt x="9" y="14"/>
                  <a:pt x="4" y="14"/>
                </a:cubicBezTo>
                <a:cubicBezTo>
                  <a:pt x="4" y="32"/>
                  <a:pt x="4" y="32"/>
                  <a:pt x="4" y="32"/>
                </a:cubicBezTo>
                <a:cubicBezTo>
                  <a:pt x="9" y="32"/>
                  <a:pt x="13" y="36"/>
                  <a:pt x="13" y="41"/>
                </a:cubicBezTo>
                <a:cubicBezTo>
                  <a:pt x="55" y="41"/>
                  <a:pt x="55" y="41"/>
                  <a:pt x="55" y="41"/>
                </a:cubicBezTo>
                <a:cubicBezTo>
                  <a:pt x="55" y="36"/>
                  <a:pt x="59" y="32"/>
                  <a:pt x="64" y="32"/>
                </a:cubicBezTo>
                <a:lnTo>
                  <a:pt x="64" y="14"/>
                </a:lnTo>
                <a:close/>
                <a:moveTo>
                  <a:pt x="34" y="38"/>
                </a:moveTo>
                <a:cubicBezTo>
                  <a:pt x="27" y="38"/>
                  <a:pt x="23" y="29"/>
                  <a:pt x="23" y="23"/>
                </a:cubicBezTo>
                <a:cubicBezTo>
                  <a:pt x="23" y="16"/>
                  <a:pt x="27" y="8"/>
                  <a:pt x="34" y="8"/>
                </a:cubicBezTo>
                <a:cubicBezTo>
                  <a:pt x="42" y="8"/>
                  <a:pt x="45" y="16"/>
                  <a:pt x="45" y="23"/>
                </a:cubicBezTo>
                <a:cubicBezTo>
                  <a:pt x="45" y="29"/>
                  <a:pt x="42" y="38"/>
                  <a:pt x="34" y="38"/>
                </a:cubicBezTo>
                <a:close/>
                <a:moveTo>
                  <a:pt x="41" y="32"/>
                </a:moveTo>
                <a:cubicBezTo>
                  <a:pt x="41" y="28"/>
                  <a:pt x="41" y="28"/>
                  <a:pt x="41" y="28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12"/>
                  <a:pt x="36" y="12"/>
                  <a:pt x="36" y="12"/>
                </a:cubicBezTo>
                <a:cubicBezTo>
                  <a:pt x="32" y="12"/>
                  <a:pt x="32" y="12"/>
                  <a:pt x="32" y="12"/>
                </a:cubicBezTo>
                <a:cubicBezTo>
                  <a:pt x="27" y="17"/>
                  <a:pt x="27" y="17"/>
                  <a:pt x="27" y="17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1" y="19"/>
                  <a:pt x="32" y="18"/>
                </a:cubicBezTo>
                <a:cubicBezTo>
                  <a:pt x="32" y="18"/>
                  <a:pt x="32" y="18"/>
                  <a:pt x="32" y="18"/>
                </a:cubicBezTo>
                <a:cubicBezTo>
                  <a:pt x="32" y="28"/>
                  <a:pt x="32" y="28"/>
                  <a:pt x="32" y="28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32"/>
                  <a:pt x="27" y="32"/>
                  <a:pt x="27" y="32"/>
                </a:cubicBezTo>
                <a:lnTo>
                  <a:pt x="41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1" name="Google Shape;2791;p10"/>
          <p:cNvSpPr/>
          <p:nvPr/>
        </p:nvSpPr>
        <p:spPr>
          <a:xfrm>
            <a:off x="2968625" y="3111500"/>
            <a:ext cx="188913" cy="157163"/>
          </a:xfrm>
          <a:custGeom>
            <a:rect b="b" l="l" r="r" t="t"/>
            <a:pathLst>
              <a:path extrusionOk="0" h="46" w="55">
                <a:moveTo>
                  <a:pt x="55" y="7"/>
                </a:moveTo>
                <a:cubicBezTo>
                  <a:pt x="55" y="8"/>
                  <a:pt x="54" y="9"/>
                  <a:pt x="5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7"/>
                </a:lnTo>
                <a:close/>
                <a:moveTo>
                  <a:pt x="55" y="25"/>
                </a:moveTo>
                <a:cubicBezTo>
                  <a:pt x="55" y="26"/>
                  <a:pt x="54" y="27"/>
                  <a:pt x="5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4" y="18"/>
                  <a:pt x="55" y="19"/>
                  <a:pt x="55" y="20"/>
                </a:cubicBezTo>
                <a:lnTo>
                  <a:pt x="55" y="25"/>
                </a:lnTo>
                <a:close/>
                <a:moveTo>
                  <a:pt x="55" y="43"/>
                </a:moveTo>
                <a:cubicBezTo>
                  <a:pt x="55" y="45"/>
                  <a:pt x="54" y="46"/>
                  <a:pt x="52" y="46"/>
                </a:cubicBezTo>
                <a:cubicBezTo>
                  <a:pt x="2" y="46"/>
                  <a:pt x="2" y="46"/>
                  <a:pt x="2" y="46"/>
                </a:cubicBezTo>
                <a:cubicBezTo>
                  <a:pt x="1" y="46"/>
                  <a:pt x="0" y="45"/>
                  <a:pt x="0" y="43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7"/>
                  <a:pt x="1" y="36"/>
                  <a:pt x="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5" y="37"/>
                  <a:pt x="55" y="39"/>
                </a:cubicBezTo>
                <a:lnTo>
                  <a:pt x="55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10"/>
          <p:cNvSpPr/>
          <p:nvPr/>
        </p:nvSpPr>
        <p:spPr>
          <a:xfrm>
            <a:off x="3463925" y="3079750"/>
            <a:ext cx="171450" cy="220663"/>
          </a:xfrm>
          <a:custGeom>
            <a:rect b="b" l="l" r="r" t="t"/>
            <a:pathLst>
              <a:path extrusionOk="0" h="64" w="50">
                <a:moveTo>
                  <a:pt x="25" y="46"/>
                </a:moveTo>
                <a:cubicBezTo>
                  <a:pt x="20" y="57"/>
                  <a:pt x="11" y="64"/>
                  <a:pt x="1" y="64"/>
                </a:cubicBezTo>
                <a:cubicBezTo>
                  <a:pt x="0" y="64"/>
                  <a:pt x="0" y="63"/>
                  <a:pt x="0" y="62"/>
                </a:cubicBezTo>
                <a:cubicBezTo>
                  <a:pt x="0" y="61"/>
                  <a:pt x="0" y="61"/>
                  <a:pt x="1" y="61"/>
                </a:cubicBezTo>
                <a:cubicBezTo>
                  <a:pt x="10" y="61"/>
                  <a:pt x="17" y="55"/>
                  <a:pt x="22" y="46"/>
                </a:cubicBezTo>
                <a:cubicBezTo>
                  <a:pt x="17" y="48"/>
                  <a:pt x="6" y="50"/>
                  <a:pt x="1" y="36"/>
                </a:cubicBezTo>
                <a:cubicBezTo>
                  <a:pt x="15" y="30"/>
                  <a:pt x="22" y="37"/>
                  <a:pt x="24" y="41"/>
                </a:cubicBezTo>
                <a:cubicBezTo>
                  <a:pt x="25" y="38"/>
                  <a:pt x="26" y="35"/>
                  <a:pt x="27" y="31"/>
                </a:cubicBezTo>
                <a:cubicBezTo>
                  <a:pt x="27" y="31"/>
                  <a:pt x="9" y="34"/>
                  <a:pt x="7" y="18"/>
                </a:cubicBezTo>
                <a:cubicBezTo>
                  <a:pt x="23" y="12"/>
                  <a:pt x="27" y="28"/>
                  <a:pt x="27" y="28"/>
                </a:cubicBezTo>
                <a:cubicBezTo>
                  <a:pt x="27" y="26"/>
                  <a:pt x="28" y="21"/>
                  <a:pt x="28" y="21"/>
                </a:cubicBezTo>
                <a:cubicBezTo>
                  <a:pt x="28" y="21"/>
                  <a:pt x="14" y="12"/>
                  <a:pt x="23" y="0"/>
                </a:cubicBezTo>
                <a:cubicBezTo>
                  <a:pt x="39" y="5"/>
                  <a:pt x="31" y="21"/>
                  <a:pt x="31" y="21"/>
                </a:cubicBezTo>
                <a:cubicBezTo>
                  <a:pt x="31" y="21"/>
                  <a:pt x="31" y="24"/>
                  <a:pt x="31" y="25"/>
                </a:cubicBezTo>
                <a:cubicBezTo>
                  <a:pt x="31" y="25"/>
                  <a:pt x="37" y="14"/>
                  <a:pt x="48" y="18"/>
                </a:cubicBezTo>
                <a:cubicBezTo>
                  <a:pt x="48" y="35"/>
                  <a:pt x="30" y="32"/>
                  <a:pt x="30" y="32"/>
                </a:cubicBezTo>
                <a:cubicBezTo>
                  <a:pt x="29" y="35"/>
                  <a:pt x="29" y="39"/>
                  <a:pt x="27" y="42"/>
                </a:cubicBezTo>
                <a:cubicBezTo>
                  <a:pt x="27" y="42"/>
                  <a:pt x="38" y="30"/>
                  <a:pt x="50" y="39"/>
                </a:cubicBezTo>
                <a:cubicBezTo>
                  <a:pt x="43" y="57"/>
                  <a:pt x="25" y="46"/>
                  <a:pt x="25" y="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10"/>
          <p:cNvSpPr/>
          <p:nvPr/>
        </p:nvSpPr>
        <p:spPr>
          <a:xfrm>
            <a:off x="3959225" y="3094038"/>
            <a:ext cx="171450" cy="188912"/>
          </a:xfrm>
          <a:custGeom>
            <a:rect b="b" l="l" r="r" t="t"/>
            <a:pathLst>
              <a:path extrusionOk="0" h="55" w="50">
                <a:moveTo>
                  <a:pt x="40" y="55"/>
                </a:moveTo>
                <a:cubicBezTo>
                  <a:pt x="37" y="55"/>
                  <a:pt x="34" y="54"/>
                  <a:pt x="32" y="51"/>
                </a:cubicBezTo>
                <a:cubicBezTo>
                  <a:pt x="4" y="24"/>
                  <a:pt x="4" y="24"/>
                  <a:pt x="4" y="24"/>
                </a:cubicBezTo>
                <a:cubicBezTo>
                  <a:pt x="1" y="21"/>
                  <a:pt x="0" y="18"/>
                  <a:pt x="0" y="14"/>
                </a:cubicBezTo>
                <a:cubicBezTo>
                  <a:pt x="0" y="7"/>
                  <a:pt x="6" y="0"/>
                  <a:pt x="13" y="0"/>
                </a:cubicBezTo>
                <a:cubicBezTo>
                  <a:pt x="17" y="0"/>
                  <a:pt x="21" y="2"/>
                  <a:pt x="23" y="5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7"/>
                  <a:pt x="45" y="27"/>
                </a:cubicBezTo>
                <a:cubicBezTo>
                  <a:pt x="45" y="28"/>
                  <a:pt x="43" y="30"/>
                  <a:pt x="42" y="30"/>
                </a:cubicBezTo>
                <a:cubicBezTo>
                  <a:pt x="42" y="30"/>
                  <a:pt x="42" y="30"/>
                  <a:pt x="42" y="29"/>
                </a:cubicBezTo>
                <a:cubicBezTo>
                  <a:pt x="20" y="8"/>
                  <a:pt x="20" y="8"/>
                  <a:pt x="20" y="8"/>
                </a:cubicBezTo>
                <a:cubicBezTo>
                  <a:pt x="18" y="6"/>
                  <a:pt x="16" y="5"/>
                  <a:pt x="13" y="5"/>
                </a:cubicBezTo>
                <a:cubicBezTo>
                  <a:pt x="8" y="5"/>
                  <a:pt x="4" y="9"/>
                  <a:pt x="4" y="14"/>
                </a:cubicBezTo>
                <a:cubicBezTo>
                  <a:pt x="4" y="16"/>
                  <a:pt x="5" y="19"/>
                  <a:pt x="7" y="21"/>
                </a:cubicBezTo>
                <a:cubicBezTo>
                  <a:pt x="35" y="48"/>
                  <a:pt x="35" y="48"/>
                  <a:pt x="35" y="48"/>
                </a:cubicBezTo>
                <a:cubicBezTo>
                  <a:pt x="36" y="50"/>
                  <a:pt x="38" y="50"/>
                  <a:pt x="40" y="50"/>
                </a:cubicBezTo>
                <a:cubicBezTo>
                  <a:pt x="43" y="50"/>
                  <a:pt x="45" y="48"/>
                  <a:pt x="45" y="45"/>
                </a:cubicBezTo>
                <a:cubicBezTo>
                  <a:pt x="45" y="43"/>
                  <a:pt x="44" y="41"/>
                  <a:pt x="43" y="40"/>
                </a:cubicBezTo>
                <a:cubicBezTo>
                  <a:pt x="22" y="19"/>
                  <a:pt x="22" y="19"/>
                  <a:pt x="22" y="19"/>
                </a:cubicBezTo>
                <a:cubicBezTo>
                  <a:pt x="22" y="19"/>
                  <a:pt x="21" y="18"/>
                  <a:pt x="20" y="18"/>
                </a:cubicBezTo>
                <a:cubicBezTo>
                  <a:pt x="19" y="18"/>
                  <a:pt x="18" y="19"/>
                  <a:pt x="18" y="21"/>
                </a:cubicBezTo>
                <a:cubicBezTo>
                  <a:pt x="18" y="22"/>
                  <a:pt x="18" y="22"/>
                  <a:pt x="19" y="23"/>
                </a:cubicBezTo>
                <a:cubicBezTo>
                  <a:pt x="33" y="38"/>
                  <a:pt x="33" y="38"/>
                  <a:pt x="33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9"/>
                  <a:pt x="32" y="41"/>
                  <a:pt x="31" y="41"/>
                </a:cubicBezTo>
                <a:cubicBezTo>
                  <a:pt x="31" y="41"/>
                  <a:pt x="30" y="41"/>
                  <a:pt x="30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14" y="25"/>
                  <a:pt x="13" y="23"/>
                  <a:pt x="13" y="21"/>
                </a:cubicBezTo>
                <a:cubicBezTo>
                  <a:pt x="13" y="17"/>
                  <a:pt x="16" y="14"/>
                  <a:pt x="20" y="14"/>
                </a:cubicBezTo>
                <a:cubicBezTo>
                  <a:pt x="22" y="14"/>
                  <a:pt x="24" y="15"/>
                  <a:pt x="26" y="16"/>
                </a:cubicBezTo>
                <a:cubicBezTo>
                  <a:pt x="46" y="37"/>
                  <a:pt x="46" y="37"/>
                  <a:pt x="46" y="37"/>
                </a:cubicBezTo>
                <a:cubicBezTo>
                  <a:pt x="49" y="39"/>
                  <a:pt x="50" y="42"/>
                  <a:pt x="50" y="45"/>
                </a:cubicBezTo>
                <a:cubicBezTo>
                  <a:pt x="50" y="51"/>
                  <a:pt x="46" y="55"/>
                  <a:pt x="40" y="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4" name="Google Shape;2794;p10"/>
          <p:cNvSpPr/>
          <p:nvPr/>
        </p:nvSpPr>
        <p:spPr>
          <a:xfrm>
            <a:off x="4452938" y="3094038"/>
            <a:ext cx="203200" cy="188912"/>
          </a:xfrm>
          <a:custGeom>
            <a:rect b="b" l="l" r="r" t="t"/>
            <a:pathLst>
              <a:path extrusionOk="0" h="55" w="59">
                <a:moveTo>
                  <a:pt x="10" y="37"/>
                </a:moveTo>
                <a:cubicBezTo>
                  <a:pt x="4" y="37"/>
                  <a:pt x="0" y="30"/>
                  <a:pt x="0" y="25"/>
                </a:cubicBezTo>
                <a:cubicBezTo>
                  <a:pt x="0" y="21"/>
                  <a:pt x="2" y="18"/>
                  <a:pt x="6" y="18"/>
                </a:cubicBezTo>
                <a:cubicBezTo>
                  <a:pt x="11" y="18"/>
                  <a:pt x="15" y="25"/>
                  <a:pt x="15" y="30"/>
                </a:cubicBezTo>
                <a:cubicBezTo>
                  <a:pt x="15" y="33"/>
                  <a:pt x="14" y="37"/>
                  <a:pt x="10" y="37"/>
                </a:cubicBezTo>
                <a:close/>
                <a:moveTo>
                  <a:pt x="50" y="50"/>
                </a:moveTo>
                <a:cubicBezTo>
                  <a:pt x="50" y="54"/>
                  <a:pt x="46" y="55"/>
                  <a:pt x="43" y="55"/>
                </a:cubicBezTo>
                <a:cubicBezTo>
                  <a:pt x="38" y="55"/>
                  <a:pt x="34" y="52"/>
                  <a:pt x="29" y="52"/>
                </a:cubicBezTo>
                <a:cubicBezTo>
                  <a:pt x="25" y="52"/>
                  <a:pt x="21" y="55"/>
                  <a:pt x="15" y="55"/>
                </a:cubicBezTo>
                <a:cubicBezTo>
                  <a:pt x="12" y="55"/>
                  <a:pt x="9" y="54"/>
                  <a:pt x="9" y="50"/>
                </a:cubicBezTo>
                <a:cubicBezTo>
                  <a:pt x="9" y="41"/>
                  <a:pt x="21" y="29"/>
                  <a:pt x="29" y="29"/>
                </a:cubicBezTo>
                <a:cubicBezTo>
                  <a:pt x="38" y="29"/>
                  <a:pt x="50" y="41"/>
                  <a:pt x="50" y="50"/>
                </a:cubicBezTo>
                <a:close/>
                <a:moveTo>
                  <a:pt x="21" y="21"/>
                </a:moveTo>
                <a:cubicBezTo>
                  <a:pt x="15" y="21"/>
                  <a:pt x="12" y="14"/>
                  <a:pt x="12" y="9"/>
                </a:cubicBezTo>
                <a:cubicBezTo>
                  <a:pt x="12" y="5"/>
                  <a:pt x="14" y="0"/>
                  <a:pt x="18" y="0"/>
                </a:cubicBezTo>
                <a:cubicBezTo>
                  <a:pt x="24" y="0"/>
                  <a:pt x="28" y="8"/>
                  <a:pt x="28" y="13"/>
                </a:cubicBezTo>
                <a:cubicBezTo>
                  <a:pt x="28" y="17"/>
                  <a:pt x="26" y="21"/>
                  <a:pt x="21" y="21"/>
                </a:cubicBezTo>
                <a:close/>
                <a:moveTo>
                  <a:pt x="31" y="13"/>
                </a:moveTo>
                <a:cubicBezTo>
                  <a:pt x="31" y="8"/>
                  <a:pt x="35" y="0"/>
                  <a:pt x="41" y="0"/>
                </a:cubicBezTo>
                <a:cubicBezTo>
                  <a:pt x="45" y="0"/>
                  <a:pt x="47" y="5"/>
                  <a:pt x="47" y="9"/>
                </a:cubicBezTo>
                <a:cubicBezTo>
                  <a:pt x="47" y="14"/>
                  <a:pt x="44" y="21"/>
                  <a:pt x="38" y="21"/>
                </a:cubicBezTo>
                <a:cubicBezTo>
                  <a:pt x="33" y="21"/>
                  <a:pt x="31" y="17"/>
                  <a:pt x="31" y="13"/>
                </a:cubicBezTo>
                <a:close/>
                <a:moveTo>
                  <a:pt x="59" y="25"/>
                </a:moveTo>
                <a:cubicBezTo>
                  <a:pt x="59" y="30"/>
                  <a:pt x="55" y="37"/>
                  <a:pt x="49" y="37"/>
                </a:cubicBezTo>
                <a:cubicBezTo>
                  <a:pt x="45" y="37"/>
                  <a:pt x="44" y="33"/>
                  <a:pt x="44" y="30"/>
                </a:cubicBezTo>
                <a:cubicBezTo>
                  <a:pt x="44" y="25"/>
                  <a:pt x="48" y="18"/>
                  <a:pt x="53" y="18"/>
                </a:cubicBezTo>
                <a:cubicBezTo>
                  <a:pt x="57" y="18"/>
                  <a:pt x="59" y="21"/>
                  <a:pt x="59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10"/>
          <p:cNvSpPr/>
          <p:nvPr/>
        </p:nvSpPr>
        <p:spPr>
          <a:xfrm>
            <a:off x="4948238" y="3094038"/>
            <a:ext cx="233362" cy="188912"/>
          </a:xfrm>
          <a:custGeom>
            <a:rect b="b" l="l" r="r" t="t"/>
            <a:pathLst>
              <a:path extrusionOk="0" h="55" w="68">
                <a:moveTo>
                  <a:pt x="68" y="49"/>
                </a:moveTo>
                <a:cubicBezTo>
                  <a:pt x="68" y="53"/>
                  <a:pt x="66" y="55"/>
                  <a:pt x="63" y="55"/>
                </a:cubicBezTo>
                <a:cubicBezTo>
                  <a:pt x="5" y="55"/>
                  <a:pt x="5" y="55"/>
                  <a:pt x="5" y="55"/>
                </a:cubicBezTo>
                <a:cubicBezTo>
                  <a:pt x="2" y="55"/>
                  <a:pt x="0" y="53"/>
                  <a:pt x="0" y="49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2" y="0"/>
                  <a:pt x="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6" y="0"/>
                  <a:pt x="68" y="3"/>
                  <a:pt x="68" y="6"/>
                </a:cubicBezTo>
                <a:lnTo>
                  <a:pt x="68" y="49"/>
                </a:lnTo>
                <a:close/>
                <a:moveTo>
                  <a:pt x="5" y="5"/>
                </a:moveTo>
                <a:cubicBezTo>
                  <a:pt x="5" y="5"/>
                  <a:pt x="4" y="5"/>
                  <a:pt x="4" y="6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50"/>
                  <a:pt x="5" y="51"/>
                  <a:pt x="5" y="51"/>
                </a:cubicBezTo>
                <a:cubicBezTo>
                  <a:pt x="63" y="51"/>
                  <a:pt x="63" y="51"/>
                  <a:pt x="63" y="51"/>
                </a:cubicBezTo>
                <a:cubicBezTo>
                  <a:pt x="63" y="51"/>
                  <a:pt x="64" y="50"/>
                  <a:pt x="64" y="49"/>
                </a:cubicBezTo>
                <a:cubicBezTo>
                  <a:pt x="64" y="6"/>
                  <a:pt x="64" y="6"/>
                  <a:pt x="64" y="6"/>
                </a:cubicBezTo>
                <a:cubicBezTo>
                  <a:pt x="64" y="5"/>
                  <a:pt x="63" y="5"/>
                  <a:pt x="63" y="5"/>
                </a:cubicBezTo>
                <a:lnTo>
                  <a:pt x="5" y="5"/>
                </a:lnTo>
                <a:close/>
                <a:moveTo>
                  <a:pt x="16" y="23"/>
                </a:moveTo>
                <a:cubicBezTo>
                  <a:pt x="12" y="23"/>
                  <a:pt x="9" y="20"/>
                  <a:pt x="9" y="16"/>
                </a:cubicBezTo>
                <a:cubicBezTo>
                  <a:pt x="9" y="13"/>
                  <a:pt x="12" y="9"/>
                  <a:pt x="16" y="9"/>
                </a:cubicBezTo>
                <a:cubicBezTo>
                  <a:pt x="20" y="9"/>
                  <a:pt x="23" y="13"/>
                  <a:pt x="23" y="16"/>
                </a:cubicBezTo>
                <a:cubicBezTo>
                  <a:pt x="23" y="20"/>
                  <a:pt x="20" y="23"/>
                  <a:pt x="16" y="23"/>
                </a:cubicBezTo>
                <a:close/>
                <a:moveTo>
                  <a:pt x="59" y="46"/>
                </a:moveTo>
                <a:cubicBezTo>
                  <a:pt x="9" y="46"/>
                  <a:pt x="9" y="46"/>
                  <a:pt x="9" y="46"/>
                </a:cubicBezTo>
                <a:cubicBezTo>
                  <a:pt x="9" y="39"/>
                  <a:pt x="9" y="39"/>
                  <a:pt x="9" y="39"/>
                </a:cubicBezTo>
                <a:cubicBezTo>
                  <a:pt x="20" y="28"/>
                  <a:pt x="20" y="28"/>
                  <a:pt x="20" y="28"/>
                </a:cubicBezTo>
                <a:cubicBezTo>
                  <a:pt x="26" y="33"/>
                  <a:pt x="26" y="33"/>
                  <a:pt x="26" y="33"/>
                </a:cubicBezTo>
                <a:cubicBezTo>
                  <a:pt x="44" y="15"/>
                  <a:pt x="44" y="15"/>
                  <a:pt x="44" y="15"/>
                </a:cubicBezTo>
                <a:cubicBezTo>
                  <a:pt x="59" y="30"/>
                  <a:pt x="59" y="30"/>
                  <a:pt x="59" y="30"/>
                </a:cubicBezTo>
                <a:lnTo>
                  <a:pt x="59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10"/>
          <p:cNvSpPr/>
          <p:nvPr/>
        </p:nvSpPr>
        <p:spPr>
          <a:xfrm>
            <a:off x="5443538" y="3094038"/>
            <a:ext cx="188912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24" y="55"/>
                  <a:pt x="22" y="55"/>
                  <a:pt x="19" y="54"/>
                </a:cubicBezTo>
                <a:cubicBezTo>
                  <a:pt x="20" y="52"/>
                  <a:pt x="22" y="50"/>
                  <a:pt x="22" y="48"/>
                </a:cubicBezTo>
                <a:cubicBezTo>
                  <a:pt x="22" y="48"/>
                  <a:pt x="23" y="47"/>
                  <a:pt x="24" y="41"/>
                </a:cubicBezTo>
                <a:cubicBezTo>
                  <a:pt x="25" y="42"/>
                  <a:pt x="28" y="44"/>
                  <a:pt x="31" y="44"/>
                </a:cubicBezTo>
                <a:cubicBezTo>
                  <a:pt x="40" y="44"/>
                  <a:pt x="46" y="36"/>
                  <a:pt x="46" y="25"/>
                </a:cubicBezTo>
                <a:cubicBezTo>
                  <a:pt x="46" y="17"/>
                  <a:pt x="39" y="10"/>
                  <a:pt x="28" y="10"/>
                </a:cubicBezTo>
                <a:cubicBezTo>
                  <a:pt x="15" y="10"/>
                  <a:pt x="9" y="19"/>
                  <a:pt x="9" y="27"/>
                </a:cubicBezTo>
                <a:cubicBezTo>
                  <a:pt x="9" y="31"/>
                  <a:pt x="10" y="36"/>
                  <a:pt x="14" y="37"/>
                </a:cubicBezTo>
                <a:cubicBezTo>
                  <a:pt x="15" y="37"/>
                  <a:pt x="15" y="37"/>
                  <a:pt x="16" y="36"/>
                </a:cubicBezTo>
                <a:cubicBezTo>
                  <a:pt x="16" y="36"/>
                  <a:pt x="16" y="35"/>
                  <a:pt x="16" y="34"/>
                </a:cubicBezTo>
                <a:cubicBezTo>
                  <a:pt x="16" y="34"/>
                  <a:pt x="16" y="33"/>
                  <a:pt x="16" y="33"/>
                </a:cubicBezTo>
                <a:cubicBezTo>
                  <a:pt x="15" y="31"/>
                  <a:pt x="14" y="30"/>
                  <a:pt x="14" y="27"/>
                </a:cubicBezTo>
                <a:cubicBezTo>
                  <a:pt x="14" y="20"/>
                  <a:pt x="19" y="14"/>
                  <a:pt x="27" y="14"/>
                </a:cubicBezTo>
                <a:cubicBezTo>
                  <a:pt x="35" y="14"/>
                  <a:pt x="39" y="19"/>
                  <a:pt x="39" y="25"/>
                </a:cubicBezTo>
                <a:cubicBezTo>
                  <a:pt x="39" y="33"/>
                  <a:pt x="35" y="39"/>
                  <a:pt x="30" y="39"/>
                </a:cubicBezTo>
                <a:cubicBezTo>
                  <a:pt x="27" y="39"/>
                  <a:pt x="25" y="37"/>
                  <a:pt x="26" y="34"/>
                </a:cubicBezTo>
                <a:cubicBezTo>
                  <a:pt x="27" y="31"/>
                  <a:pt x="28" y="27"/>
                  <a:pt x="28" y="24"/>
                </a:cubicBezTo>
                <a:cubicBezTo>
                  <a:pt x="28" y="22"/>
                  <a:pt x="27" y="20"/>
                  <a:pt x="25" y="20"/>
                </a:cubicBezTo>
                <a:cubicBezTo>
                  <a:pt x="22" y="20"/>
                  <a:pt x="19" y="23"/>
                  <a:pt x="19" y="27"/>
                </a:cubicBezTo>
                <a:cubicBezTo>
                  <a:pt x="19" y="27"/>
                  <a:pt x="19" y="30"/>
                  <a:pt x="20" y="32"/>
                </a:cubicBezTo>
                <a:cubicBezTo>
                  <a:pt x="17" y="44"/>
                  <a:pt x="17" y="47"/>
                  <a:pt x="17" y="47"/>
                </a:cubicBezTo>
                <a:cubicBezTo>
                  <a:pt x="16" y="49"/>
                  <a:pt x="16" y="51"/>
                  <a:pt x="16" y="53"/>
                </a:cubicBezTo>
                <a:cubicBezTo>
                  <a:pt x="7" y="49"/>
                  <a:pt x="0" y="39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10"/>
          <p:cNvSpPr/>
          <p:nvPr/>
        </p:nvSpPr>
        <p:spPr>
          <a:xfrm>
            <a:off x="5937250" y="3094038"/>
            <a:ext cx="188913" cy="188912"/>
          </a:xfrm>
          <a:custGeom>
            <a:rect b="b" l="l" r="r" t="t"/>
            <a:pathLst>
              <a:path extrusionOk="0" h="55" w="55">
                <a:moveTo>
                  <a:pt x="55" y="28"/>
                </a:moveTo>
                <a:cubicBezTo>
                  <a:pt x="55" y="43"/>
                  <a:pt x="42" y="55"/>
                  <a:pt x="27" y="55"/>
                </a:cubicBez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lose/>
                <a:moveTo>
                  <a:pt x="42" y="28"/>
                </a:moveTo>
                <a:cubicBezTo>
                  <a:pt x="42" y="27"/>
                  <a:pt x="42" y="26"/>
                  <a:pt x="41" y="26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4"/>
                  <a:pt x="20" y="14"/>
                  <a:pt x="19" y="14"/>
                </a:cubicBezTo>
                <a:cubicBezTo>
                  <a:pt x="18" y="15"/>
                  <a:pt x="18" y="16"/>
                  <a:pt x="18" y="16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40"/>
                  <a:pt x="18" y="41"/>
                  <a:pt x="19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1"/>
                  <a:pt x="21" y="41"/>
                  <a:pt x="21" y="41"/>
                </a:cubicBezTo>
                <a:cubicBezTo>
                  <a:pt x="41" y="30"/>
                  <a:pt x="41" y="30"/>
                  <a:pt x="41" y="30"/>
                </a:cubicBezTo>
                <a:cubicBezTo>
                  <a:pt x="42" y="29"/>
                  <a:pt x="42" y="29"/>
                  <a:pt x="4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10"/>
          <p:cNvSpPr/>
          <p:nvPr/>
        </p:nvSpPr>
        <p:spPr>
          <a:xfrm>
            <a:off x="6432550" y="3094038"/>
            <a:ext cx="188913" cy="188912"/>
          </a:xfrm>
          <a:custGeom>
            <a:rect b="b" l="l" r="r" t="t"/>
            <a:pathLst>
              <a:path extrusionOk="0" h="55" w="55">
                <a:moveTo>
                  <a:pt x="27" y="55"/>
                </a:moveTo>
                <a:cubicBezTo>
                  <a:pt x="12" y="55"/>
                  <a:pt x="0" y="43"/>
                  <a:pt x="0" y="28"/>
                </a:cubicBezTo>
                <a:cubicBezTo>
                  <a:pt x="0" y="13"/>
                  <a:pt x="12" y="0"/>
                  <a:pt x="27" y="0"/>
                </a:cubicBezTo>
                <a:cubicBezTo>
                  <a:pt x="42" y="0"/>
                  <a:pt x="55" y="13"/>
                  <a:pt x="55" y="28"/>
                </a:cubicBezTo>
                <a:cubicBezTo>
                  <a:pt x="55" y="43"/>
                  <a:pt x="42" y="55"/>
                  <a:pt x="27" y="55"/>
                </a:cubicBezTo>
                <a:close/>
                <a:moveTo>
                  <a:pt x="43" y="25"/>
                </a:moveTo>
                <a:cubicBezTo>
                  <a:pt x="43" y="24"/>
                  <a:pt x="42" y="23"/>
                  <a:pt x="41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14"/>
                  <a:pt x="32" y="14"/>
                  <a:pt x="32" y="14"/>
                </a:cubicBezTo>
                <a:cubicBezTo>
                  <a:pt x="32" y="13"/>
                  <a:pt x="31" y="12"/>
                  <a:pt x="29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4" y="12"/>
                  <a:pt x="23" y="13"/>
                  <a:pt x="23" y="14"/>
                </a:cubicBezTo>
                <a:cubicBezTo>
                  <a:pt x="23" y="23"/>
                  <a:pt x="23" y="23"/>
                  <a:pt x="23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2" y="23"/>
                  <a:pt x="11" y="24"/>
                  <a:pt x="11" y="25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1"/>
                  <a:pt x="12" y="32"/>
                  <a:pt x="13" y="32"/>
                </a:cubicBezTo>
                <a:cubicBezTo>
                  <a:pt x="23" y="32"/>
                  <a:pt x="23" y="32"/>
                  <a:pt x="23" y="32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43"/>
                  <a:pt x="24" y="44"/>
                  <a:pt x="25" y="44"/>
                </a:cubicBezTo>
                <a:cubicBezTo>
                  <a:pt x="29" y="44"/>
                  <a:pt x="29" y="44"/>
                  <a:pt x="29" y="44"/>
                </a:cubicBezTo>
                <a:cubicBezTo>
                  <a:pt x="31" y="44"/>
                  <a:pt x="32" y="43"/>
                  <a:pt x="32" y="41"/>
                </a:cubicBezTo>
                <a:cubicBezTo>
                  <a:pt x="32" y="32"/>
                  <a:pt x="32" y="32"/>
                  <a:pt x="32" y="32"/>
                </a:cubicBezTo>
                <a:cubicBezTo>
                  <a:pt x="41" y="32"/>
                  <a:pt x="41" y="32"/>
                  <a:pt x="41" y="32"/>
                </a:cubicBezTo>
                <a:cubicBezTo>
                  <a:pt x="42" y="32"/>
                  <a:pt x="43" y="31"/>
                  <a:pt x="43" y="30"/>
                </a:cubicBezTo>
                <a:lnTo>
                  <a:pt x="43" y="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10"/>
          <p:cNvSpPr/>
          <p:nvPr/>
        </p:nvSpPr>
        <p:spPr>
          <a:xfrm>
            <a:off x="6927850" y="3094038"/>
            <a:ext cx="203200" cy="188912"/>
          </a:xfrm>
          <a:custGeom>
            <a:rect b="b" l="l" r="r" t="t"/>
            <a:pathLst>
              <a:path extrusionOk="0" h="55" w="59">
                <a:moveTo>
                  <a:pt x="59" y="45"/>
                </a:moveTo>
                <a:cubicBezTo>
                  <a:pt x="59" y="45"/>
                  <a:pt x="59" y="46"/>
                  <a:pt x="58" y="46"/>
                </a:cubicBezTo>
                <a:cubicBezTo>
                  <a:pt x="50" y="46"/>
                  <a:pt x="50" y="46"/>
                  <a:pt x="50" y="46"/>
                </a:cubicBezTo>
                <a:cubicBezTo>
                  <a:pt x="50" y="52"/>
                  <a:pt x="50" y="52"/>
                  <a:pt x="50" y="52"/>
                </a:cubicBezTo>
                <a:cubicBezTo>
                  <a:pt x="50" y="54"/>
                  <a:pt x="48" y="55"/>
                  <a:pt x="47" y="55"/>
                </a:cubicBezTo>
                <a:cubicBezTo>
                  <a:pt x="12" y="55"/>
                  <a:pt x="12" y="55"/>
                  <a:pt x="12" y="55"/>
                </a:cubicBezTo>
                <a:cubicBezTo>
                  <a:pt x="10" y="55"/>
                  <a:pt x="9" y="54"/>
                  <a:pt x="9" y="52"/>
                </a:cubicBezTo>
                <a:cubicBezTo>
                  <a:pt x="9" y="46"/>
                  <a:pt x="9" y="46"/>
                  <a:pt x="9" y="46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5"/>
                  <a:pt x="0" y="45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6"/>
                  <a:pt x="3" y="23"/>
                  <a:pt x="7" y="23"/>
                </a:cubicBezTo>
                <a:cubicBezTo>
                  <a:pt x="9" y="23"/>
                  <a:pt x="9" y="23"/>
                  <a:pt x="9" y="23"/>
                </a:cubicBezTo>
                <a:cubicBezTo>
                  <a:pt x="9" y="4"/>
                  <a:pt x="9" y="4"/>
                  <a:pt x="9" y="4"/>
                </a:cubicBezTo>
                <a:cubicBezTo>
                  <a:pt x="9" y="2"/>
                  <a:pt x="10" y="0"/>
                  <a:pt x="1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8" y="0"/>
                  <a:pt x="41" y="1"/>
                  <a:pt x="42" y="3"/>
                </a:cubicBezTo>
                <a:cubicBezTo>
                  <a:pt x="48" y="8"/>
                  <a:pt x="48" y="8"/>
                  <a:pt x="48" y="8"/>
                </a:cubicBezTo>
                <a:cubicBezTo>
                  <a:pt x="49" y="10"/>
                  <a:pt x="50" y="12"/>
                  <a:pt x="50" y="14"/>
                </a:cubicBezTo>
                <a:cubicBezTo>
                  <a:pt x="50" y="23"/>
                  <a:pt x="50" y="23"/>
                  <a:pt x="50" y="23"/>
                </a:cubicBezTo>
                <a:cubicBezTo>
                  <a:pt x="52" y="23"/>
                  <a:pt x="52" y="23"/>
                  <a:pt x="52" y="23"/>
                </a:cubicBezTo>
                <a:cubicBezTo>
                  <a:pt x="56" y="23"/>
                  <a:pt x="59" y="26"/>
                  <a:pt x="59" y="30"/>
                </a:cubicBezTo>
                <a:lnTo>
                  <a:pt x="59" y="45"/>
                </a:lnTo>
                <a:close/>
                <a:moveTo>
                  <a:pt x="45" y="28"/>
                </a:moveTo>
                <a:cubicBezTo>
                  <a:pt x="45" y="14"/>
                  <a:pt x="45" y="14"/>
                  <a:pt x="45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38" y="14"/>
                  <a:pt x="36" y="13"/>
                  <a:pt x="36" y="11"/>
                </a:cubicBezTo>
                <a:cubicBezTo>
                  <a:pt x="36" y="5"/>
                  <a:pt x="36" y="5"/>
                  <a:pt x="36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3" y="28"/>
                  <a:pt x="13" y="28"/>
                  <a:pt x="13" y="28"/>
                </a:cubicBezTo>
                <a:lnTo>
                  <a:pt x="45" y="28"/>
                </a:lnTo>
                <a:close/>
                <a:moveTo>
                  <a:pt x="45" y="51"/>
                </a:moveTo>
                <a:cubicBezTo>
                  <a:pt x="45" y="41"/>
                  <a:pt x="45" y="41"/>
                  <a:pt x="45" y="41"/>
                </a:cubicBezTo>
                <a:cubicBezTo>
                  <a:pt x="13" y="41"/>
                  <a:pt x="13" y="41"/>
                  <a:pt x="13" y="41"/>
                </a:cubicBezTo>
                <a:cubicBezTo>
                  <a:pt x="13" y="51"/>
                  <a:pt x="13" y="51"/>
                  <a:pt x="13" y="51"/>
                </a:cubicBezTo>
                <a:lnTo>
                  <a:pt x="45" y="51"/>
                </a:lnTo>
                <a:close/>
                <a:moveTo>
                  <a:pt x="52" y="28"/>
                </a:moveTo>
                <a:cubicBezTo>
                  <a:pt x="51" y="28"/>
                  <a:pt x="50" y="29"/>
                  <a:pt x="50" y="30"/>
                </a:cubicBezTo>
                <a:cubicBezTo>
                  <a:pt x="50" y="31"/>
                  <a:pt x="51" y="32"/>
                  <a:pt x="52" y="32"/>
                </a:cubicBezTo>
                <a:cubicBezTo>
                  <a:pt x="54" y="32"/>
                  <a:pt x="55" y="31"/>
                  <a:pt x="55" y="30"/>
                </a:cubicBezTo>
                <a:cubicBezTo>
                  <a:pt x="55" y="29"/>
                  <a:pt x="54" y="28"/>
                  <a:pt x="52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0" name="Google Shape;2800;p10"/>
          <p:cNvSpPr/>
          <p:nvPr/>
        </p:nvSpPr>
        <p:spPr>
          <a:xfrm>
            <a:off x="7423150" y="3079750"/>
            <a:ext cx="215900" cy="220663"/>
          </a:xfrm>
          <a:custGeom>
            <a:rect b="b" l="l" r="r" t="t"/>
            <a:pathLst>
              <a:path extrusionOk="0" h="64" w="63">
                <a:moveTo>
                  <a:pt x="15" y="5"/>
                </a:moveTo>
                <a:cubicBezTo>
                  <a:pt x="16" y="5"/>
                  <a:pt x="16" y="5"/>
                  <a:pt x="16" y="5"/>
                </a:cubicBezTo>
                <a:cubicBezTo>
                  <a:pt x="15" y="6"/>
                  <a:pt x="1" y="22"/>
                  <a:pt x="14" y="34"/>
                </a:cubicBezTo>
                <a:cubicBezTo>
                  <a:pt x="20" y="41"/>
                  <a:pt x="25" y="35"/>
                  <a:pt x="25" y="35"/>
                </a:cubicBezTo>
                <a:cubicBezTo>
                  <a:pt x="30" y="28"/>
                  <a:pt x="25" y="19"/>
                  <a:pt x="25" y="19"/>
                </a:cubicBezTo>
                <a:cubicBezTo>
                  <a:pt x="24" y="15"/>
                  <a:pt x="19" y="13"/>
                  <a:pt x="19" y="13"/>
                </a:cubicBezTo>
                <a:cubicBezTo>
                  <a:pt x="23" y="9"/>
                  <a:pt x="23" y="9"/>
                  <a:pt x="23" y="9"/>
                </a:cubicBezTo>
                <a:cubicBezTo>
                  <a:pt x="26" y="11"/>
                  <a:pt x="29" y="14"/>
                  <a:pt x="29" y="14"/>
                </a:cubicBezTo>
                <a:cubicBezTo>
                  <a:pt x="29" y="10"/>
                  <a:pt x="26" y="6"/>
                  <a:pt x="26" y="6"/>
                </a:cubicBezTo>
                <a:cubicBezTo>
                  <a:pt x="32" y="0"/>
                  <a:pt x="32" y="0"/>
                  <a:pt x="32" y="0"/>
                </a:cubicBezTo>
                <a:cubicBezTo>
                  <a:pt x="37" y="6"/>
                  <a:pt x="37" y="6"/>
                  <a:pt x="37" y="6"/>
                </a:cubicBezTo>
                <a:cubicBezTo>
                  <a:pt x="35" y="10"/>
                  <a:pt x="35" y="14"/>
                  <a:pt x="35" y="14"/>
                </a:cubicBezTo>
                <a:cubicBezTo>
                  <a:pt x="36" y="11"/>
                  <a:pt x="40" y="9"/>
                  <a:pt x="40" y="9"/>
                </a:cubicBezTo>
                <a:cubicBezTo>
                  <a:pt x="44" y="13"/>
                  <a:pt x="44" y="13"/>
                  <a:pt x="44" y="13"/>
                </a:cubicBezTo>
                <a:cubicBezTo>
                  <a:pt x="40" y="14"/>
                  <a:pt x="38" y="18"/>
                  <a:pt x="38" y="18"/>
                </a:cubicBezTo>
                <a:cubicBezTo>
                  <a:pt x="36" y="22"/>
                  <a:pt x="34" y="30"/>
                  <a:pt x="38" y="35"/>
                </a:cubicBezTo>
                <a:cubicBezTo>
                  <a:pt x="42" y="41"/>
                  <a:pt x="49" y="35"/>
                  <a:pt x="49" y="35"/>
                </a:cubicBezTo>
                <a:cubicBezTo>
                  <a:pt x="63" y="23"/>
                  <a:pt x="48" y="6"/>
                  <a:pt x="48" y="6"/>
                </a:cubicBezTo>
                <a:cubicBezTo>
                  <a:pt x="47" y="5"/>
                  <a:pt x="48" y="5"/>
                  <a:pt x="48" y="5"/>
                </a:cubicBezTo>
                <a:cubicBezTo>
                  <a:pt x="55" y="10"/>
                  <a:pt x="63" y="16"/>
                  <a:pt x="63" y="32"/>
                </a:cubicBezTo>
                <a:cubicBezTo>
                  <a:pt x="63" y="50"/>
                  <a:pt x="50" y="64"/>
                  <a:pt x="32" y="64"/>
                </a:cubicBezTo>
                <a:cubicBezTo>
                  <a:pt x="14" y="64"/>
                  <a:pt x="0" y="49"/>
                  <a:pt x="0" y="31"/>
                </a:cubicBezTo>
                <a:cubicBezTo>
                  <a:pt x="1" y="21"/>
                  <a:pt x="6" y="11"/>
                  <a:pt x="15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10"/>
          <p:cNvSpPr/>
          <p:nvPr/>
        </p:nvSpPr>
        <p:spPr>
          <a:xfrm>
            <a:off x="7916863" y="3097213"/>
            <a:ext cx="188912" cy="185737"/>
          </a:xfrm>
          <a:custGeom>
            <a:rect b="b" l="l" r="r" t="t"/>
            <a:pathLst>
              <a:path extrusionOk="0" h="54" w="55">
                <a:moveTo>
                  <a:pt x="23" y="17"/>
                </a:moveTo>
                <a:cubicBezTo>
                  <a:pt x="23" y="29"/>
                  <a:pt x="16" y="40"/>
                  <a:pt x="6" y="44"/>
                </a:cubicBezTo>
                <a:cubicBezTo>
                  <a:pt x="2" y="40"/>
                  <a:pt x="0" y="34"/>
                  <a:pt x="0" y="27"/>
                </a:cubicBezTo>
                <a:cubicBezTo>
                  <a:pt x="0" y="13"/>
                  <a:pt x="10" y="2"/>
                  <a:pt x="23" y="0"/>
                </a:cubicBezTo>
                <a:lnTo>
                  <a:pt x="23" y="17"/>
                </a:lnTo>
                <a:close/>
                <a:moveTo>
                  <a:pt x="27" y="54"/>
                </a:moveTo>
                <a:cubicBezTo>
                  <a:pt x="22" y="54"/>
                  <a:pt x="18" y="53"/>
                  <a:pt x="14" y="51"/>
                </a:cubicBezTo>
                <a:cubicBezTo>
                  <a:pt x="20" y="47"/>
                  <a:pt x="25" y="41"/>
                  <a:pt x="27" y="34"/>
                </a:cubicBezTo>
                <a:cubicBezTo>
                  <a:pt x="29" y="41"/>
                  <a:pt x="34" y="47"/>
                  <a:pt x="40" y="51"/>
                </a:cubicBezTo>
                <a:cubicBezTo>
                  <a:pt x="36" y="53"/>
                  <a:pt x="32" y="54"/>
                  <a:pt x="27" y="54"/>
                </a:cubicBezTo>
                <a:close/>
                <a:moveTo>
                  <a:pt x="48" y="44"/>
                </a:moveTo>
                <a:cubicBezTo>
                  <a:pt x="39" y="40"/>
                  <a:pt x="32" y="29"/>
                  <a:pt x="32" y="17"/>
                </a:cubicBezTo>
                <a:cubicBezTo>
                  <a:pt x="32" y="0"/>
                  <a:pt x="32" y="0"/>
                  <a:pt x="32" y="0"/>
                </a:cubicBezTo>
                <a:cubicBezTo>
                  <a:pt x="45" y="2"/>
                  <a:pt x="55" y="13"/>
                  <a:pt x="55" y="27"/>
                </a:cubicBezTo>
                <a:cubicBezTo>
                  <a:pt x="55" y="34"/>
                  <a:pt x="52" y="40"/>
                  <a:pt x="48" y="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2" name="Google Shape;2802;p10"/>
          <p:cNvSpPr/>
          <p:nvPr/>
        </p:nvSpPr>
        <p:spPr>
          <a:xfrm>
            <a:off x="8412163" y="3086100"/>
            <a:ext cx="219075" cy="196850"/>
          </a:xfrm>
          <a:custGeom>
            <a:rect b="b" l="l" r="r" t="t"/>
            <a:pathLst>
              <a:path extrusionOk="0" h="57" w="64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10"/>
          <p:cNvSpPr/>
          <p:nvPr/>
        </p:nvSpPr>
        <p:spPr>
          <a:xfrm>
            <a:off x="8869363" y="3094038"/>
            <a:ext cx="198437" cy="203200"/>
          </a:xfrm>
          <a:custGeom>
            <a:rect b="b" l="l" r="r" t="t"/>
            <a:pathLst>
              <a:path extrusionOk="0" h="59" w="58">
                <a:moveTo>
                  <a:pt x="46" y="30"/>
                </a:moveTo>
                <a:cubicBezTo>
                  <a:pt x="44" y="32"/>
                  <a:pt x="42" y="34"/>
                  <a:pt x="39" y="36"/>
                </a:cubicBezTo>
                <a:cubicBezTo>
                  <a:pt x="39" y="50"/>
                  <a:pt x="39" y="50"/>
                  <a:pt x="39" y="50"/>
                </a:cubicBezTo>
                <a:cubicBezTo>
                  <a:pt x="39" y="50"/>
                  <a:pt x="39" y="50"/>
                  <a:pt x="38" y="50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59"/>
                  <a:pt x="24" y="59"/>
                  <a:pt x="24" y="59"/>
                </a:cubicBezTo>
                <a:cubicBezTo>
                  <a:pt x="24" y="59"/>
                  <a:pt x="23" y="58"/>
                  <a:pt x="23" y="58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6"/>
                  <a:pt x="20" y="55"/>
                  <a:pt x="21" y="55"/>
                </a:cubicBezTo>
                <a:cubicBezTo>
                  <a:pt x="24" y="45"/>
                  <a:pt x="24" y="45"/>
                  <a:pt x="24" y="45"/>
                </a:cubicBezTo>
                <a:cubicBezTo>
                  <a:pt x="14" y="35"/>
                  <a:pt x="14" y="35"/>
                  <a:pt x="14" y="35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3" y="38"/>
                  <a:pt x="3" y="38"/>
                </a:cubicBezTo>
                <a:cubicBezTo>
                  <a:pt x="3" y="38"/>
                  <a:pt x="3" y="38"/>
                  <a:pt x="3" y="3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20"/>
                  <a:pt x="9" y="20"/>
                  <a:pt x="9" y="20"/>
                </a:cubicBezTo>
                <a:cubicBezTo>
                  <a:pt x="23" y="19"/>
                  <a:pt x="23" y="19"/>
                  <a:pt x="23" y="19"/>
                </a:cubicBezTo>
                <a:cubicBezTo>
                  <a:pt x="25" y="17"/>
                  <a:pt x="27" y="14"/>
                  <a:pt x="29" y="12"/>
                </a:cubicBezTo>
                <a:cubicBezTo>
                  <a:pt x="38" y="3"/>
                  <a:pt x="45" y="0"/>
                  <a:pt x="57" y="0"/>
                </a:cubicBezTo>
                <a:cubicBezTo>
                  <a:pt x="58" y="0"/>
                  <a:pt x="58" y="1"/>
                  <a:pt x="58" y="1"/>
                </a:cubicBezTo>
                <a:cubicBezTo>
                  <a:pt x="58" y="13"/>
                  <a:pt x="55" y="21"/>
                  <a:pt x="46" y="30"/>
                </a:cubicBezTo>
                <a:close/>
                <a:moveTo>
                  <a:pt x="47" y="8"/>
                </a:moveTo>
                <a:cubicBezTo>
                  <a:pt x="45" y="8"/>
                  <a:pt x="43" y="10"/>
                  <a:pt x="43" y="12"/>
                </a:cubicBezTo>
                <a:cubicBezTo>
                  <a:pt x="43" y="14"/>
                  <a:pt x="45" y="15"/>
                  <a:pt x="47" y="15"/>
                </a:cubicBezTo>
                <a:cubicBezTo>
                  <a:pt x="49" y="15"/>
                  <a:pt x="50" y="14"/>
                  <a:pt x="50" y="12"/>
                </a:cubicBezTo>
                <a:cubicBezTo>
                  <a:pt x="50" y="10"/>
                  <a:pt x="49" y="8"/>
                  <a:pt x="47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4" name="Google Shape;2804;p10"/>
          <p:cNvSpPr/>
          <p:nvPr/>
        </p:nvSpPr>
        <p:spPr>
          <a:xfrm>
            <a:off x="76200" y="3554413"/>
            <a:ext cx="220663" cy="171450"/>
          </a:xfrm>
          <a:custGeom>
            <a:rect b="b" l="l" r="r" t="t"/>
            <a:pathLst>
              <a:path extrusionOk="0" h="50" w="64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1" y="0"/>
                  <a:pt x="43" y="0"/>
                  <a:pt x="44" y="1"/>
                </a:cubicBezTo>
                <a:cubicBezTo>
                  <a:pt x="44" y="1"/>
                  <a:pt x="44" y="1"/>
                  <a:pt x="45" y="2"/>
                </a:cubicBezTo>
                <a:cubicBezTo>
                  <a:pt x="45" y="2"/>
                  <a:pt x="45" y="2"/>
                  <a:pt x="44" y="3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5"/>
                  <a:pt x="42" y="5"/>
                  <a:pt x="41" y="5"/>
                </a:cubicBezTo>
                <a:cubicBezTo>
                  <a:pt x="41" y="5"/>
                  <a:pt x="40" y="4"/>
                  <a:pt x="40" y="4"/>
                </a:cubicBezTo>
                <a:cubicBezTo>
                  <a:pt x="10" y="4"/>
                  <a:pt x="10" y="4"/>
                  <a:pt x="10" y="4"/>
                </a:cubicBez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35"/>
                  <a:pt x="45" y="35"/>
                  <a:pt x="45" y="35"/>
                </a:cubicBezTo>
                <a:cubicBezTo>
                  <a:pt x="45" y="35"/>
                  <a:pt x="46" y="35"/>
                  <a:pt x="46" y="35"/>
                </a:cubicBezTo>
                <a:cubicBezTo>
                  <a:pt x="48" y="32"/>
                  <a:pt x="48" y="32"/>
                  <a:pt x="48" y="32"/>
                </a:cubicBezTo>
                <a:cubicBezTo>
                  <a:pt x="48" y="32"/>
                  <a:pt x="49" y="32"/>
                  <a:pt x="49" y="32"/>
                </a:cubicBezTo>
                <a:cubicBezTo>
                  <a:pt x="50" y="32"/>
                  <a:pt x="50" y="33"/>
                  <a:pt x="50" y="33"/>
                </a:cubicBezTo>
                <a:lnTo>
                  <a:pt x="50" y="40"/>
                </a:lnTo>
                <a:close/>
                <a:moveTo>
                  <a:pt x="57" y="17"/>
                </a:moveTo>
                <a:cubicBezTo>
                  <a:pt x="33" y="41"/>
                  <a:pt x="33" y="41"/>
                  <a:pt x="33" y="41"/>
                </a:cubicBezTo>
                <a:cubicBezTo>
                  <a:pt x="23" y="41"/>
                  <a:pt x="23" y="41"/>
                  <a:pt x="23" y="41"/>
                </a:cubicBezTo>
                <a:cubicBezTo>
                  <a:pt x="23" y="31"/>
                  <a:pt x="23" y="31"/>
                  <a:pt x="23" y="31"/>
                </a:cubicBezTo>
                <a:cubicBezTo>
                  <a:pt x="47" y="7"/>
                  <a:pt x="47" y="7"/>
                  <a:pt x="47" y="7"/>
                </a:cubicBezTo>
                <a:lnTo>
                  <a:pt x="57" y="17"/>
                </a:lnTo>
                <a:close/>
                <a:moveTo>
                  <a:pt x="36" y="33"/>
                </a:moveTo>
                <a:cubicBezTo>
                  <a:pt x="30" y="28"/>
                  <a:pt x="30" y="28"/>
                  <a:pt x="30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4"/>
                  <a:pt x="26" y="34"/>
                  <a:pt x="26" y="34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8"/>
                  <a:pt x="29" y="38"/>
                  <a:pt x="29" y="38"/>
                </a:cubicBezTo>
                <a:cubicBezTo>
                  <a:pt x="31" y="38"/>
                  <a:pt x="31" y="38"/>
                  <a:pt x="31" y="38"/>
                </a:cubicBezTo>
                <a:lnTo>
                  <a:pt x="36" y="33"/>
                </a:lnTo>
                <a:close/>
                <a:moveTo>
                  <a:pt x="46" y="12"/>
                </a:moveTo>
                <a:cubicBezTo>
                  <a:pt x="34" y="24"/>
                  <a:pt x="34" y="24"/>
                  <a:pt x="34" y="24"/>
                </a:cubicBezTo>
                <a:cubicBezTo>
                  <a:pt x="33" y="25"/>
                  <a:pt x="33" y="25"/>
                  <a:pt x="33" y="26"/>
                </a:cubicBezTo>
                <a:cubicBezTo>
                  <a:pt x="34" y="26"/>
                  <a:pt x="34" y="26"/>
                  <a:pt x="35" y="26"/>
                </a:cubicBezTo>
                <a:cubicBezTo>
                  <a:pt x="47" y="13"/>
                  <a:pt x="47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6" y="12"/>
                  <a:pt x="46" y="12"/>
                </a:cubicBezTo>
                <a:close/>
                <a:moveTo>
                  <a:pt x="59" y="15"/>
                </a:moveTo>
                <a:cubicBezTo>
                  <a:pt x="49" y="4"/>
                  <a:pt x="49" y="4"/>
                  <a:pt x="49" y="4"/>
                </a:cubicBezTo>
                <a:cubicBezTo>
                  <a:pt x="52" y="1"/>
                  <a:pt x="52" y="1"/>
                  <a:pt x="52" y="1"/>
                </a:cubicBezTo>
                <a:cubicBezTo>
                  <a:pt x="53" y="0"/>
                  <a:pt x="56" y="0"/>
                  <a:pt x="57" y="1"/>
                </a:cubicBezTo>
                <a:cubicBezTo>
                  <a:pt x="62" y="7"/>
                  <a:pt x="62" y="7"/>
                  <a:pt x="62" y="7"/>
                </a:cubicBezTo>
                <a:cubicBezTo>
                  <a:pt x="64" y="8"/>
                  <a:pt x="64" y="10"/>
                  <a:pt x="62" y="11"/>
                </a:cubicBezTo>
                <a:lnTo>
                  <a:pt x="59" y="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5" name="Google Shape;2805;p10"/>
          <p:cNvSpPr/>
          <p:nvPr/>
        </p:nvSpPr>
        <p:spPr>
          <a:xfrm>
            <a:off x="495300" y="3554413"/>
            <a:ext cx="171450" cy="171450"/>
          </a:xfrm>
          <a:custGeom>
            <a:rect b="b" l="l" r="r" t="t"/>
            <a:pathLst>
              <a:path extrusionOk="0" h="50" w="50">
                <a:moveTo>
                  <a:pt x="49" y="49"/>
                </a:moveTo>
                <a:cubicBezTo>
                  <a:pt x="49" y="50"/>
                  <a:pt x="48" y="50"/>
                  <a:pt x="48" y="50"/>
                </a:cubicBezTo>
                <a:cubicBezTo>
                  <a:pt x="43" y="50"/>
                  <a:pt x="43" y="50"/>
                  <a:pt x="43" y="50"/>
                </a:cubicBezTo>
                <a:cubicBezTo>
                  <a:pt x="41" y="50"/>
                  <a:pt x="40" y="49"/>
                  <a:pt x="40" y="48"/>
                </a:cubicBezTo>
                <a:cubicBezTo>
                  <a:pt x="39" y="27"/>
                  <a:pt x="23" y="11"/>
                  <a:pt x="2" y="10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1" y="0"/>
                  <a:pt x="1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5" y="1"/>
                  <a:pt x="26" y="6"/>
                  <a:pt x="35" y="15"/>
                </a:cubicBezTo>
                <a:cubicBezTo>
                  <a:pt x="44" y="24"/>
                  <a:pt x="49" y="35"/>
                  <a:pt x="50" y="48"/>
                </a:cubicBezTo>
                <a:cubicBezTo>
                  <a:pt x="50" y="48"/>
                  <a:pt x="50" y="49"/>
                  <a:pt x="49" y="49"/>
                </a:cubicBezTo>
                <a:close/>
                <a:moveTo>
                  <a:pt x="31" y="49"/>
                </a:moveTo>
                <a:cubicBezTo>
                  <a:pt x="31" y="50"/>
                  <a:pt x="30" y="50"/>
                  <a:pt x="29" y="50"/>
                </a:cubicBezTo>
                <a:cubicBezTo>
                  <a:pt x="25" y="50"/>
                  <a:pt x="25" y="50"/>
                  <a:pt x="25" y="50"/>
                </a:cubicBezTo>
                <a:cubicBezTo>
                  <a:pt x="23" y="50"/>
                  <a:pt x="23" y="49"/>
                  <a:pt x="22" y="48"/>
                </a:cubicBezTo>
                <a:cubicBezTo>
                  <a:pt x="21" y="37"/>
                  <a:pt x="13" y="29"/>
                  <a:pt x="2" y="28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19"/>
                  <a:pt x="1" y="19"/>
                </a:cubicBezTo>
                <a:cubicBezTo>
                  <a:pt x="1" y="18"/>
                  <a:pt x="1" y="18"/>
                  <a:pt x="2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10" y="19"/>
                  <a:pt x="17" y="22"/>
                  <a:pt x="22" y="28"/>
                </a:cubicBezTo>
                <a:cubicBezTo>
                  <a:pt x="28" y="33"/>
                  <a:pt x="31" y="40"/>
                  <a:pt x="32" y="48"/>
                </a:cubicBezTo>
                <a:cubicBezTo>
                  <a:pt x="32" y="48"/>
                  <a:pt x="32" y="49"/>
                  <a:pt x="31" y="49"/>
                </a:cubicBezTo>
                <a:close/>
                <a:moveTo>
                  <a:pt x="7" y="50"/>
                </a:moveTo>
                <a:cubicBezTo>
                  <a:pt x="3" y="50"/>
                  <a:pt x="0" y="47"/>
                  <a:pt x="0" y="43"/>
                </a:cubicBezTo>
                <a:cubicBezTo>
                  <a:pt x="0" y="40"/>
                  <a:pt x="3" y="36"/>
                  <a:pt x="7" y="36"/>
                </a:cubicBezTo>
                <a:cubicBezTo>
                  <a:pt x="10" y="36"/>
                  <a:pt x="13" y="40"/>
                  <a:pt x="13" y="43"/>
                </a:cubicBezTo>
                <a:cubicBezTo>
                  <a:pt x="13" y="47"/>
                  <a:pt x="10" y="50"/>
                  <a:pt x="7" y="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6" name="Google Shape;2806;p10"/>
          <p:cNvSpPr/>
          <p:nvPr/>
        </p:nvSpPr>
        <p:spPr>
          <a:xfrm>
            <a:off x="989013" y="3554413"/>
            <a:ext cx="111125" cy="171450"/>
          </a:xfrm>
          <a:custGeom>
            <a:rect b="b" l="l" r="r" t="t"/>
            <a:pathLst>
              <a:path extrusionOk="0" h="50" w="32">
                <a:moveTo>
                  <a:pt x="32" y="16"/>
                </a:moveTo>
                <a:cubicBezTo>
                  <a:pt x="32" y="16"/>
                  <a:pt x="31" y="17"/>
                  <a:pt x="31" y="17"/>
                </a:cubicBezTo>
                <a:cubicBezTo>
                  <a:pt x="25" y="17"/>
                  <a:pt x="25" y="17"/>
                  <a:pt x="25" y="17"/>
                </a:cubicBezTo>
                <a:cubicBezTo>
                  <a:pt x="24" y="24"/>
                  <a:pt x="18" y="28"/>
                  <a:pt x="10" y="29"/>
                </a:cubicBezTo>
                <a:cubicBezTo>
                  <a:pt x="16" y="35"/>
                  <a:pt x="21" y="42"/>
                  <a:pt x="27" y="48"/>
                </a:cubicBezTo>
                <a:cubicBezTo>
                  <a:pt x="27" y="49"/>
                  <a:pt x="27" y="49"/>
                  <a:pt x="27" y="50"/>
                </a:cubicBezTo>
                <a:cubicBezTo>
                  <a:pt x="27" y="50"/>
                  <a:pt x="26" y="50"/>
                  <a:pt x="26" y="50"/>
                </a:cubicBezTo>
                <a:cubicBezTo>
                  <a:pt x="19" y="50"/>
                  <a:pt x="19" y="50"/>
                  <a:pt x="19" y="50"/>
                </a:cubicBezTo>
                <a:cubicBezTo>
                  <a:pt x="18" y="50"/>
                  <a:pt x="18" y="50"/>
                  <a:pt x="18" y="50"/>
                </a:cubicBezTo>
                <a:cubicBezTo>
                  <a:pt x="12" y="43"/>
                  <a:pt x="7" y="37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3"/>
                  <a:pt x="0" y="23"/>
                  <a:pt x="1" y="23"/>
                </a:cubicBezTo>
                <a:cubicBezTo>
                  <a:pt x="5" y="23"/>
                  <a:pt x="5" y="23"/>
                  <a:pt x="5" y="23"/>
                </a:cubicBezTo>
                <a:cubicBezTo>
                  <a:pt x="11" y="23"/>
                  <a:pt x="15" y="21"/>
                  <a:pt x="16" y="17"/>
                </a:cubicBezTo>
                <a:cubicBezTo>
                  <a:pt x="1" y="17"/>
                  <a:pt x="1" y="17"/>
                  <a:pt x="1" y="17"/>
                </a:cubicBezTo>
                <a:cubicBezTo>
                  <a:pt x="0" y="17"/>
                  <a:pt x="0" y="16"/>
                  <a:pt x="0" y="1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0" y="11"/>
                  <a:pt x="1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4" y="8"/>
                  <a:pt x="11" y="7"/>
                  <a:pt x="6" y="7"/>
                </a:cubicBezTo>
                <a:cubicBezTo>
                  <a:pt x="1" y="7"/>
                  <a:pt x="1" y="7"/>
                  <a:pt x="1" y="7"/>
                </a:cubicBezTo>
                <a:cubicBezTo>
                  <a:pt x="0" y="7"/>
                  <a:pt x="0" y="6"/>
                  <a:pt x="0" y="6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1" y="0"/>
                  <a:pt x="32" y="0"/>
                  <a:pt x="32" y="1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1" y="6"/>
                  <a:pt x="31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3" y="7"/>
                  <a:pt x="24" y="9"/>
                  <a:pt x="25" y="11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1"/>
                  <a:pt x="32" y="11"/>
                  <a:pt x="32" y="12"/>
                </a:cubicBezTo>
                <a:lnTo>
                  <a:pt x="32" y="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10"/>
          <p:cNvSpPr/>
          <p:nvPr/>
        </p:nvSpPr>
        <p:spPr>
          <a:xfrm>
            <a:off x="1484313" y="3554413"/>
            <a:ext cx="203200" cy="201612"/>
          </a:xfrm>
          <a:custGeom>
            <a:rect b="b" l="l" r="r" t="t"/>
            <a:pathLst>
              <a:path extrusionOk="0" h="59" w="59">
                <a:moveTo>
                  <a:pt x="55" y="59"/>
                </a:moveTo>
                <a:cubicBezTo>
                  <a:pt x="53" y="59"/>
                  <a:pt x="52" y="59"/>
                  <a:pt x="51" y="58"/>
                </a:cubicBezTo>
                <a:cubicBezTo>
                  <a:pt x="39" y="46"/>
                  <a:pt x="39" y="46"/>
                  <a:pt x="39" y="46"/>
                </a:cubicBezTo>
                <a:cubicBezTo>
                  <a:pt x="35" y="49"/>
                  <a:pt x="30" y="50"/>
                  <a:pt x="25" y="50"/>
                </a:cubicBezTo>
                <a:cubicBezTo>
                  <a:pt x="11" y="50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39" y="0"/>
                  <a:pt x="50" y="11"/>
                  <a:pt x="50" y="25"/>
                </a:cubicBezTo>
                <a:cubicBezTo>
                  <a:pt x="50" y="30"/>
                  <a:pt x="48" y="35"/>
                  <a:pt x="46" y="39"/>
                </a:cubicBezTo>
                <a:cubicBezTo>
                  <a:pt x="58" y="52"/>
                  <a:pt x="58" y="52"/>
                  <a:pt x="58" y="52"/>
                </a:cubicBezTo>
                <a:cubicBezTo>
                  <a:pt x="59" y="52"/>
                  <a:pt x="59" y="54"/>
                  <a:pt x="59" y="55"/>
                </a:cubicBezTo>
                <a:cubicBezTo>
                  <a:pt x="59" y="57"/>
                  <a:pt x="57" y="59"/>
                  <a:pt x="55" y="59"/>
                </a:cubicBezTo>
                <a:close/>
                <a:moveTo>
                  <a:pt x="25" y="9"/>
                </a:moveTo>
                <a:cubicBezTo>
                  <a:pt x="16" y="9"/>
                  <a:pt x="9" y="16"/>
                  <a:pt x="9" y="25"/>
                </a:cubicBezTo>
                <a:cubicBezTo>
                  <a:pt x="9" y="34"/>
                  <a:pt x="16" y="41"/>
                  <a:pt x="25" y="41"/>
                </a:cubicBezTo>
                <a:cubicBezTo>
                  <a:pt x="34" y="41"/>
                  <a:pt x="41" y="34"/>
                  <a:pt x="41" y="25"/>
                </a:cubicBezTo>
                <a:cubicBezTo>
                  <a:pt x="41" y="16"/>
                  <a:pt x="34" y="9"/>
                  <a:pt x="25" y="9"/>
                </a:cubicBezTo>
                <a:close/>
                <a:moveTo>
                  <a:pt x="36" y="26"/>
                </a:moveTo>
                <a:cubicBezTo>
                  <a:pt x="36" y="27"/>
                  <a:pt x="36" y="27"/>
                  <a:pt x="35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4" y="27"/>
                  <a:pt x="13" y="27"/>
                  <a:pt x="13" y="26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3"/>
                  <a:pt x="14" y="23"/>
                  <a:pt x="15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3"/>
                  <a:pt x="36" y="24"/>
                </a:cubicBezTo>
                <a:lnTo>
                  <a:pt x="36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8" name="Google Shape;2808;p10"/>
          <p:cNvSpPr/>
          <p:nvPr/>
        </p:nvSpPr>
        <p:spPr>
          <a:xfrm>
            <a:off x="1979613" y="3546475"/>
            <a:ext cx="219075" cy="196850"/>
          </a:xfrm>
          <a:custGeom>
            <a:rect b="b" l="l" r="r" t="t"/>
            <a:pathLst>
              <a:path extrusionOk="0" h="57" w="64">
                <a:moveTo>
                  <a:pt x="63" y="22"/>
                </a:moveTo>
                <a:cubicBezTo>
                  <a:pt x="45" y="40"/>
                  <a:pt x="45" y="40"/>
                  <a:pt x="45" y="40"/>
                </a:cubicBezTo>
                <a:cubicBezTo>
                  <a:pt x="44" y="41"/>
                  <a:pt x="44" y="41"/>
                  <a:pt x="43" y="41"/>
                </a:cubicBezTo>
                <a:cubicBezTo>
                  <a:pt x="42" y="41"/>
                  <a:pt x="41" y="40"/>
                  <a:pt x="41" y="38"/>
                </a:cubicBezTo>
                <a:cubicBezTo>
                  <a:pt x="41" y="29"/>
                  <a:pt x="41" y="29"/>
                  <a:pt x="41" y="29"/>
                </a:cubicBezTo>
                <a:cubicBezTo>
                  <a:pt x="33" y="29"/>
                  <a:pt x="33" y="29"/>
                  <a:pt x="33" y="29"/>
                </a:cubicBezTo>
                <a:cubicBezTo>
                  <a:pt x="18" y="29"/>
                  <a:pt x="7" y="32"/>
                  <a:pt x="7" y="49"/>
                </a:cubicBezTo>
                <a:cubicBezTo>
                  <a:pt x="7" y="51"/>
                  <a:pt x="7" y="52"/>
                  <a:pt x="8" y="54"/>
                </a:cubicBezTo>
                <a:cubicBezTo>
                  <a:pt x="8" y="54"/>
                  <a:pt x="8" y="55"/>
                  <a:pt x="8" y="56"/>
                </a:cubicBezTo>
                <a:cubicBezTo>
                  <a:pt x="8" y="56"/>
                  <a:pt x="7" y="57"/>
                  <a:pt x="7" y="57"/>
                </a:cubicBezTo>
                <a:cubicBezTo>
                  <a:pt x="6" y="57"/>
                  <a:pt x="6" y="57"/>
                  <a:pt x="6" y="56"/>
                </a:cubicBezTo>
                <a:cubicBezTo>
                  <a:pt x="5" y="55"/>
                  <a:pt x="5" y="54"/>
                  <a:pt x="4" y="53"/>
                </a:cubicBezTo>
                <a:cubicBezTo>
                  <a:pt x="2" y="49"/>
                  <a:pt x="0" y="42"/>
                  <a:pt x="0" y="37"/>
                </a:cubicBezTo>
                <a:cubicBezTo>
                  <a:pt x="0" y="33"/>
                  <a:pt x="0" y="29"/>
                  <a:pt x="2" y="25"/>
                </a:cubicBezTo>
                <a:cubicBezTo>
                  <a:pt x="7" y="13"/>
                  <a:pt x="21" y="11"/>
                  <a:pt x="33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2"/>
                  <a:pt x="41" y="2"/>
                  <a:pt x="41" y="2"/>
                </a:cubicBezTo>
                <a:cubicBezTo>
                  <a:pt x="41" y="1"/>
                  <a:pt x="42" y="0"/>
                  <a:pt x="43" y="0"/>
                </a:cubicBezTo>
                <a:cubicBezTo>
                  <a:pt x="44" y="0"/>
                  <a:pt x="44" y="0"/>
                  <a:pt x="45" y="0"/>
                </a:cubicBezTo>
                <a:cubicBezTo>
                  <a:pt x="63" y="19"/>
                  <a:pt x="63" y="19"/>
                  <a:pt x="63" y="19"/>
                </a:cubicBezTo>
                <a:cubicBezTo>
                  <a:pt x="63" y="19"/>
                  <a:pt x="64" y="20"/>
                  <a:pt x="64" y="20"/>
                </a:cubicBezTo>
                <a:cubicBezTo>
                  <a:pt x="64" y="21"/>
                  <a:pt x="63" y="21"/>
                  <a:pt x="63" y="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10"/>
          <p:cNvSpPr/>
          <p:nvPr/>
        </p:nvSpPr>
        <p:spPr>
          <a:xfrm>
            <a:off x="2474913" y="3536950"/>
            <a:ext cx="201612" cy="188913"/>
          </a:xfrm>
          <a:custGeom>
            <a:rect b="b" l="l" r="r" t="t"/>
            <a:pathLst>
              <a:path extrusionOk="0" h="55" w="59">
                <a:moveTo>
                  <a:pt x="50" y="45"/>
                </a:moveTo>
                <a:cubicBezTo>
                  <a:pt x="50" y="51"/>
                  <a:pt x="45" y="55"/>
                  <a:pt x="40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1"/>
                  <a:pt x="0" y="45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0"/>
                  <a:pt x="4" y="5"/>
                  <a:pt x="10" y="5"/>
                </a:cubicBezTo>
                <a:cubicBezTo>
                  <a:pt x="19" y="5"/>
                  <a:pt x="19" y="5"/>
                  <a:pt x="19" y="5"/>
                </a:cubicBezTo>
                <a:cubicBezTo>
                  <a:pt x="20" y="5"/>
                  <a:pt x="20" y="5"/>
                  <a:pt x="20" y="6"/>
                </a:cubicBezTo>
                <a:cubicBezTo>
                  <a:pt x="20" y="7"/>
                  <a:pt x="20" y="7"/>
                  <a:pt x="19" y="7"/>
                </a:cubicBezTo>
                <a:cubicBezTo>
                  <a:pt x="18" y="8"/>
                  <a:pt x="16" y="9"/>
                  <a:pt x="15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7" y="9"/>
                  <a:pt x="4" y="12"/>
                  <a:pt x="4" y="15"/>
                </a:cubicBezTo>
                <a:cubicBezTo>
                  <a:pt x="4" y="45"/>
                  <a:pt x="4" y="45"/>
                  <a:pt x="4" y="45"/>
                </a:cubicBezTo>
                <a:cubicBezTo>
                  <a:pt x="4" y="48"/>
                  <a:pt x="7" y="51"/>
                  <a:pt x="10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3" y="51"/>
                  <a:pt x="45" y="48"/>
                  <a:pt x="45" y="45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37"/>
                  <a:pt x="46" y="36"/>
                  <a:pt x="46" y="36"/>
                </a:cubicBezTo>
                <a:cubicBezTo>
                  <a:pt x="47" y="36"/>
                  <a:pt x="47" y="35"/>
                  <a:pt x="48" y="35"/>
                </a:cubicBezTo>
                <a:cubicBezTo>
                  <a:pt x="48" y="35"/>
                  <a:pt x="49" y="34"/>
                  <a:pt x="49" y="35"/>
                </a:cubicBezTo>
                <a:cubicBezTo>
                  <a:pt x="50" y="35"/>
                  <a:pt x="50" y="35"/>
                  <a:pt x="50" y="36"/>
                </a:cubicBezTo>
                <a:lnTo>
                  <a:pt x="50" y="45"/>
                </a:lnTo>
                <a:close/>
                <a:moveTo>
                  <a:pt x="45" y="32"/>
                </a:moveTo>
                <a:cubicBezTo>
                  <a:pt x="44" y="32"/>
                  <a:pt x="44" y="32"/>
                  <a:pt x="43" y="32"/>
                </a:cubicBezTo>
                <a:cubicBezTo>
                  <a:pt x="43" y="32"/>
                  <a:pt x="43" y="32"/>
                  <a:pt x="42" y="32"/>
                </a:cubicBezTo>
                <a:cubicBezTo>
                  <a:pt x="41" y="32"/>
                  <a:pt x="41" y="31"/>
                  <a:pt x="41" y="30"/>
                </a:cubicBezTo>
                <a:cubicBezTo>
                  <a:pt x="41" y="23"/>
                  <a:pt x="41" y="23"/>
                  <a:pt x="41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27" y="23"/>
                  <a:pt x="22" y="25"/>
                  <a:pt x="20" y="28"/>
                </a:cubicBezTo>
                <a:cubicBezTo>
                  <a:pt x="17" y="31"/>
                  <a:pt x="16" y="37"/>
                  <a:pt x="17" y="45"/>
                </a:cubicBezTo>
                <a:cubicBezTo>
                  <a:pt x="17" y="45"/>
                  <a:pt x="17" y="46"/>
                  <a:pt x="16" y="46"/>
                </a:cubicBezTo>
                <a:cubicBezTo>
                  <a:pt x="16" y="46"/>
                  <a:pt x="16" y="46"/>
                  <a:pt x="16" y="46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45"/>
                  <a:pt x="9" y="37"/>
                  <a:pt x="9" y="30"/>
                </a:cubicBezTo>
                <a:cubicBezTo>
                  <a:pt x="9" y="20"/>
                  <a:pt x="12" y="9"/>
                  <a:pt x="35" y="9"/>
                </a:cubicBezTo>
                <a:cubicBezTo>
                  <a:pt x="41" y="9"/>
                  <a:pt x="41" y="9"/>
                  <a:pt x="41" y="9"/>
                </a:cubicBezTo>
                <a:cubicBezTo>
                  <a:pt x="41" y="3"/>
                  <a:pt x="41" y="3"/>
                  <a:pt x="41" y="3"/>
                </a:cubicBezTo>
                <a:cubicBezTo>
                  <a:pt x="41" y="2"/>
                  <a:pt x="41" y="1"/>
                  <a:pt x="42" y="1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1"/>
                  <a:pt x="45" y="1"/>
                </a:cubicBezTo>
                <a:cubicBezTo>
                  <a:pt x="58" y="15"/>
                  <a:pt x="58" y="15"/>
                  <a:pt x="58" y="15"/>
                </a:cubicBezTo>
                <a:cubicBezTo>
                  <a:pt x="59" y="16"/>
                  <a:pt x="59" y="17"/>
                  <a:pt x="58" y="18"/>
                </a:cubicBezTo>
                <a:lnTo>
                  <a:pt x="45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10"/>
          <p:cNvSpPr/>
          <p:nvPr/>
        </p:nvSpPr>
        <p:spPr>
          <a:xfrm>
            <a:off x="2968625" y="3567113"/>
            <a:ext cx="203200" cy="176212"/>
          </a:xfrm>
          <a:custGeom>
            <a:rect b="b" l="l" r="r" t="t"/>
            <a:pathLst>
              <a:path extrusionOk="0" h="51" w="59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10"/>
          <p:cNvSpPr/>
          <p:nvPr/>
        </p:nvSpPr>
        <p:spPr>
          <a:xfrm>
            <a:off x="3463925" y="3554413"/>
            <a:ext cx="219075" cy="188912"/>
          </a:xfrm>
          <a:custGeom>
            <a:rect b="b" l="l" r="r" t="t"/>
            <a:pathLst>
              <a:path extrusionOk="0" h="55" w="64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10"/>
          <p:cNvSpPr/>
          <p:nvPr/>
        </p:nvSpPr>
        <p:spPr>
          <a:xfrm>
            <a:off x="3959225" y="3536950"/>
            <a:ext cx="219075" cy="239713"/>
          </a:xfrm>
          <a:custGeom>
            <a:rect b="b" l="l" r="r" t="t"/>
            <a:pathLst>
              <a:path extrusionOk="0" h="70" w="64">
                <a:moveTo>
                  <a:pt x="49" y="42"/>
                </a:moveTo>
                <a:cubicBezTo>
                  <a:pt x="56" y="66"/>
                  <a:pt x="32" y="70"/>
                  <a:pt x="33" y="58"/>
                </a:cubicBezTo>
                <a:cubicBezTo>
                  <a:pt x="33" y="58"/>
                  <a:pt x="33" y="51"/>
                  <a:pt x="33" y="46"/>
                </a:cubicBezTo>
                <a:cubicBezTo>
                  <a:pt x="32" y="46"/>
                  <a:pt x="32" y="46"/>
                  <a:pt x="31" y="45"/>
                </a:cubicBezTo>
                <a:cubicBezTo>
                  <a:pt x="31" y="51"/>
                  <a:pt x="31" y="58"/>
                  <a:pt x="31" y="58"/>
                </a:cubicBezTo>
                <a:cubicBezTo>
                  <a:pt x="31" y="70"/>
                  <a:pt x="7" y="66"/>
                  <a:pt x="14" y="42"/>
                </a:cubicBezTo>
                <a:cubicBezTo>
                  <a:pt x="7" y="39"/>
                  <a:pt x="3" y="36"/>
                  <a:pt x="1" y="33"/>
                </a:cubicBezTo>
                <a:cubicBezTo>
                  <a:pt x="0" y="31"/>
                  <a:pt x="1" y="29"/>
                  <a:pt x="3" y="31"/>
                </a:cubicBezTo>
                <a:cubicBezTo>
                  <a:pt x="3" y="31"/>
                  <a:pt x="3" y="31"/>
                  <a:pt x="4" y="31"/>
                </a:cubicBezTo>
                <a:cubicBezTo>
                  <a:pt x="4" y="7"/>
                  <a:pt x="4" y="7"/>
                  <a:pt x="4" y="7"/>
                </a:cubicBezTo>
                <a:cubicBezTo>
                  <a:pt x="4" y="3"/>
                  <a:pt x="6" y="0"/>
                  <a:pt x="9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7" y="0"/>
                  <a:pt x="60" y="3"/>
                  <a:pt x="60" y="7"/>
                </a:cubicBezTo>
                <a:cubicBezTo>
                  <a:pt x="60" y="31"/>
                  <a:pt x="60" y="31"/>
                  <a:pt x="60" y="31"/>
                </a:cubicBezTo>
                <a:cubicBezTo>
                  <a:pt x="60" y="31"/>
                  <a:pt x="60" y="31"/>
                  <a:pt x="61" y="31"/>
                </a:cubicBezTo>
                <a:cubicBezTo>
                  <a:pt x="63" y="29"/>
                  <a:pt x="64" y="31"/>
                  <a:pt x="63" y="33"/>
                </a:cubicBezTo>
                <a:cubicBezTo>
                  <a:pt x="60" y="36"/>
                  <a:pt x="56" y="39"/>
                  <a:pt x="49" y="42"/>
                </a:cubicBezTo>
                <a:close/>
                <a:moveTo>
                  <a:pt x="57" y="9"/>
                </a:moveTo>
                <a:cubicBezTo>
                  <a:pt x="57" y="5"/>
                  <a:pt x="56" y="4"/>
                  <a:pt x="5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8" y="4"/>
                  <a:pt x="7" y="5"/>
                  <a:pt x="7" y="9"/>
                </a:cubicBezTo>
                <a:cubicBezTo>
                  <a:pt x="7" y="33"/>
                  <a:pt x="7" y="33"/>
                  <a:pt x="7" y="33"/>
                </a:cubicBezTo>
                <a:cubicBezTo>
                  <a:pt x="15" y="38"/>
                  <a:pt x="23" y="37"/>
                  <a:pt x="27" y="37"/>
                </a:cubicBezTo>
                <a:cubicBezTo>
                  <a:pt x="28" y="37"/>
                  <a:pt x="29" y="37"/>
                  <a:pt x="30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9"/>
                  <a:pt x="32" y="39"/>
                  <a:pt x="33" y="40"/>
                </a:cubicBezTo>
                <a:cubicBezTo>
                  <a:pt x="33" y="38"/>
                  <a:pt x="34" y="37"/>
                  <a:pt x="37" y="37"/>
                </a:cubicBezTo>
                <a:cubicBezTo>
                  <a:pt x="41" y="37"/>
                  <a:pt x="48" y="38"/>
                  <a:pt x="57" y="33"/>
                </a:cubicBezTo>
                <a:lnTo>
                  <a:pt x="57" y="9"/>
                </a:lnTo>
                <a:close/>
                <a:moveTo>
                  <a:pt x="23" y="34"/>
                </a:moveTo>
                <a:cubicBezTo>
                  <a:pt x="19" y="34"/>
                  <a:pt x="16" y="31"/>
                  <a:pt x="16" y="27"/>
                </a:cubicBezTo>
                <a:cubicBezTo>
                  <a:pt x="16" y="23"/>
                  <a:pt x="19" y="20"/>
                  <a:pt x="23" y="20"/>
                </a:cubicBezTo>
                <a:cubicBezTo>
                  <a:pt x="27" y="20"/>
                  <a:pt x="31" y="23"/>
                  <a:pt x="31" y="27"/>
                </a:cubicBezTo>
                <a:cubicBezTo>
                  <a:pt x="31" y="31"/>
                  <a:pt x="27" y="34"/>
                  <a:pt x="23" y="34"/>
                </a:cubicBezTo>
                <a:close/>
                <a:moveTo>
                  <a:pt x="41" y="34"/>
                </a:moveTo>
                <a:cubicBezTo>
                  <a:pt x="37" y="34"/>
                  <a:pt x="33" y="31"/>
                  <a:pt x="33" y="27"/>
                </a:cubicBezTo>
                <a:cubicBezTo>
                  <a:pt x="33" y="23"/>
                  <a:pt x="37" y="20"/>
                  <a:pt x="41" y="20"/>
                </a:cubicBezTo>
                <a:cubicBezTo>
                  <a:pt x="45" y="20"/>
                  <a:pt x="49" y="23"/>
                  <a:pt x="49" y="27"/>
                </a:cubicBezTo>
                <a:cubicBezTo>
                  <a:pt x="49" y="31"/>
                  <a:pt x="45" y="34"/>
                  <a:pt x="41" y="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10"/>
          <p:cNvSpPr/>
          <p:nvPr/>
        </p:nvSpPr>
        <p:spPr>
          <a:xfrm>
            <a:off x="4457700" y="3536950"/>
            <a:ext cx="198438" cy="219075"/>
          </a:xfrm>
          <a:custGeom>
            <a:rect b="b" l="l" r="r" t="t"/>
            <a:pathLst>
              <a:path extrusionOk="0" h="64" w="58">
                <a:moveTo>
                  <a:pt x="25" y="53"/>
                </a:moveTo>
                <a:cubicBezTo>
                  <a:pt x="13" y="64"/>
                  <a:pt x="13" y="64"/>
                  <a:pt x="13" y="64"/>
                </a:cubicBezTo>
                <a:cubicBezTo>
                  <a:pt x="13" y="64"/>
                  <a:pt x="13" y="64"/>
                  <a:pt x="12" y="64"/>
                </a:cubicBezTo>
                <a:cubicBezTo>
                  <a:pt x="12" y="64"/>
                  <a:pt x="12" y="64"/>
                  <a:pt x="12" y="6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0" y="52"/>
                  <a:pt x="0" y="51"/>
                </a:cubicBezTo>
                <a:cubicBezTo>
                  <a:pt x="0" y="51"/>
                  <a:pt x="1" y="51"/>
                  <a:pt x="1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8" y="0"/>
                  <a:pt x="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1"/>
                  <a:pt x="17" y="1"/>
                </a:cubicBezTo>
                <a:cubicBezTo>
                  <a:pt x="17" y="51"/>
                  <a:pt x="17" y="51"/>
                  <a:pt x="17" y="51"/>
                </a:cubicBezTo>
                <a:cubicBezTo>
                  <a:pt x="24" y="51"/>
                  <a:pt x="24" y="51"/>
                  <a:pt x="24" y="51"/>
                </a:cubicBezTo>
                <a:cubicBezTo>
                  <a:pt x="25" y="51"/>
                  <a:pt x="25" y="51"/>
                  <a:pt x="25" y="52"/>
                </a:cubicBezTo>
                <a:cubicBezTo>
                  <a:pt x="25" y="52"/>
                  <a:pt x="25" y="52"/>
                  <a:pt x="25" y="53"/>
                </a:cubicBezTo>
                <a:close/>
                <a:moveTo>
                  <a:pt x="58" y="28"/>
                </a:moveTo>
                <a:cubicBezTo>
                  <a:pt x="48" y="28"/>
                  <a:pt x="48" y="28"/>
                  <a:pt x="48" y="28"/>
                </a:cubicBezTo>
                <a:cubicBezTo>
                  <a:pt x="48" y="24"/>
                  <a:pt x="48" y="24"/>
                  <a:pt x="48" y="24"/>
                </a:cubicBezTo>
                <a:cubicBezTo>
                  <a:pt x="50" y="24"/>
                  <a:pt x="50" y="24"/>
                  <a:pt x="50" y="24"/>
                </a:cubicBezTo>
                <a:cubicBezTo>
                  <a:pt x="49" y="19"/>
                  <a:pt x="49" y="19"/>
                  <a:pt x="49" y="19"/>
                </a:cubicBezTo>
                <a:cubicBezTo>
                  <a:pt x="40" y="19"/>
                  <a:pt x="40" y="19"/>
                  <a:pt x="40" y="19"/>
                </a:cubicBezTo>
                <a:cubicBezTo>
                  <a:pt x="38" y="24"/>
                  <a:pt x="38" y="24"/>
                  <a:pt x="38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28"/>
                  <a:pt x="41" y="28"/>
                  <a:pt x="41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4"/>
                  <a:pt x="31" y="24"/>
                  <a:pt x="31" y="24"/>
                </a:cubicBezTo>
                <a:cubicBezTo>
                  <a:pt x="33" y="24"/>
                  <a:pt x="33" y="24"/>
                  <a:pt x="33" y="24"/>
                </a:cubicBezTo>
                <a:cubicBezTo>
                  <a:pt x="42" y="0"/>
                  <a:pt x="42" y="0"/>
                  <a:pt x="42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6" y="24"/>
                  <a:pt x="56" y="24"/>
                  <a:pt x="5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8"/>
                </a:lnTo>
                <a:close/>
                <a:moveTo>
                  <a:pt x="55" y="64"/>
                </a:moveTo>
                <a:cubicBezTo>
                  <a:pt x="34" y="64"/>
                  <a:pt x="34" y="64"/>
                  <a:pt x="34" y="64"/>
                </a:cubicBezTo>
                <a:cubicBezTo>
                  <a:pt x="34" y="61"/>
                  <a:pt x="34" y="61"/>
                  <a:pt x="34" y="61"/>
                </a:cubicBezTo>
                <a:cubicBezTo>
                  <a:pt x="47" y="42"/>
                  <a:pt x="47" y="42"/>
                  <a:pt x="47" y="42"/>
                </a:cubicBezTo>
                <a:cubicBezTo>
                  <a:pt x="47" y="42"/>
                  <a:pt x="48" y="41"/>
                  <a:pt x="48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41"/>
                  <a:pt x="47" y="41"/>
                  <a:pt x="47" y="41"/>
                </a:cubicBezTo>
                <a:cubicBezTo>
                  <a:pt x="38" y="41"/>
                  <a:pt x="38" y="41"/>
                  <a:pt x="38" y="41"/>
                </a:cubicBezTo>
                <a:cubicBezTo>
                  <a:pt x="38" y="45"/>
                  <a:pt x="38" y="45"/>
                  <a:pt x="38" y="45"/>
                </a:cubicBezTo>
                <a:cubicBezTo>
                  <a:pt x="34" y="45"/>
                  <a:pt x="34" y="45"/>
                  <a:pt x="34" y="45"/>
                </a:cubicBezTo>
                <a:cubicBezTo>
                  <a:pt x="34" y="37"/>
                  <a:pt x="34" y="37"/>
                  <a:pt x="34" y="37"/>
                </a:cubicBezTo>
                <a:cubicBezTo>
                  <a:pt x="54" y="37"/>
                  <a:pt x="54" y="37"/>
                  <a:pt x="54" y="37"/>
                </a:cubicBezTo>
                <a:cubicBezTo>
                  <a:pt x="54" y="40"/>
                  <a:pt x="54" y="40"/>
                  <a:pt x="54" y="40"/>
                </a:cubicBezTo>
                <a:cubicBezTo>
                  <a:pt x="41" y="59"/>
                  <a:pt x="41" y="59"/>
                  <a:pt x="41" y="59"/>
                </a:cubicBezTo>
                <a:cubicBezTo>
                  <a:pt x="41" y="59"/>
                  <a:pt x="41" y="60"/>
                  <a:pt x="41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41" y="60"/>
                  <a:pt x="41" y="60"/>
                  <a:pt x="41" y="60"/>
                </a:cubicBezTo>
                <a:cubicBezTo>
                  <a:pt x="41" y="60"/>
                  <a:pt x="41" y="60"/>
                  <a:pt x="42" y="60"/>
                </a:cubicBezTo>
                <a:cubicBezTo>
                  <a:pt x="51" y="60"/>
                  <a:pt x="51" y="60"/>
                  <a:pt x="51" y="60"/>
                </a:cubicBezTo>
                <a:cubicBezTo>
                  <a:pt x="51" y="56"/>
                  <a:pt x="51" y="56"/>
                  <a:pt x="51" y="56"/>
                </a:cubicBezTo>
                <a:cubicBezTo>
                  <a:pt x="55" y="56"/>
                  <a:pt x="55" y="56"/>
                  <a:pt x="55" y="56"/>
                </a:cubicBezTo>
                <a:lnTo>
                  <a:pt x="55" y="64"/>
                </a:lnTo>
                <a:close/>
                <a:moveTo>
                  <a:pt x="48" y="15"/>
                </a:moveTo>
                <a:cubicBezTo>
                  <a:pt x="45" y="7"/>
                  <a:pt x="45" y="7"/>
                  <a:pt x="45" y="7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4" y="5"/>
                  <a:pt x="44" y="5"/>
                  <a:pt x="44" y="5"/>
                </a:cubicBezTo>
                <a:cubicBezTo>
                  <a:pt x="44" y="5"/>
                  <a:pt x="44" y="5"/>
                  <a:pt x="44" y="5"/>
                </a:cubicBezTo>
                <a:cubicBezTo>
                  <a:pt x="44" y="6"/>
                  <a:pt x="44" y="6"/>
                  <a:pt x="44" y="7"/>
                </a:cubicBezTo>
                <a:cubicBezTo>
                  <a:pt x="41" y="15"/>
                  <a:pt x="41" y="15"/>
                  <a:pt x="41" y="15"/>
                </a:cubicBezTo>
                <a:lnTo>
                  <a:pt x="48" y="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4" name="Google Shape;2814;p10"/>
          <p:cNvSpPr/>
          <p:nvPr/>
        </p:nvSpPr>
        <p:spPr>
          <a:xfrm>
            <a:off x="4948238" y="3560763"/>
            <a:ext cx="123825" cy="71437"/>
          </a:xfrm>
          <a:custGeom>
            <a:rect b="b" l="l" r="r" t="t"/>
            <a:pathLst>
              <a:path extrusionOk="0" h="21" w="36">
                <a:moveTo>
                  <a:pt x="34" y="21"/>
                </a:moveTo>
                <a:cubicBezTo>
                  <a:pt x="2" y="21"/>
                  <a:pt x="2" y="21"/>
                  <a:pt x="2" y="21"/>
                </a:cubicBezTo>
                <a:cubicBezTo>
                  <a:pt x="1" y="21"/>
                  <a:pt x="0" y="20"/>
                  <a:pt x="0" y="18"/>
                </a:cubicBezTo>
                <a:cubicBezTo>
                  <a:pt x="0" y="18"/>
                  <a:pt x="0" y="17"/>
                  <a:pt x="0" y="17"/>
                </a:cubicBezTo>
                <a:cubicBezTo>
                  <a:pt x="16" y="1"/>
                  <a:pt x="16" y="1"/>
                  <a:pt x="16" y="1"/>
                </a:cubicBezTo>
                <a:cubicBezTo>
                  <a:pt x="17" y="0"/>
                  <a:pt x="17" y="0"/>
                  <a:pt x="18" y="0"/>
                </a:cubicBezTo>
                <a:cubicBezTo>
                  <a:pt x="19" y="0"/>
                  <a:pt x="19" y="0"/>
                  <a:pt x="20" y="1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17"/>
                  <a:pt x="36" y="18"/>
                  <a:pt x="36" y="18"/>
                </a:cubicBezTo>
                <a:cubicBezTo>
                  <a:pt x="36" y="20"/>
                  <a:pt x="35" y="21"/>
                  <a:pt x="34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10"/>
          <p:cNvSpPr/>
          <p:nvPr/>
        </p:nvSpPr>
        <p:spPr>
          <a:xfrm>
            <a:off x="5446713" y="3536950"/>
            <a:ext cx="177800" cy="219075"/>
          </a:xfrm>
          <a:custGeom>
            <a:rect b="b" l="l" r="r" t="t"/>
            <a:pathLst>
              <a:path extrusionOk="0" h="64" w="52">
                <a:moveTo>
                  <a:pt x="25" y="53"/>
                </a:moveTo>
                <a:cubicBezTo>
                  <a:pt x="13" y="64"/>
                  <a:pt x="13" y="64"/>
                  <a:pt x="13" y="64"/>
                </a:cubicBezTo>
                <a:cubicBezTo>
                  <a:pt x="13" y="64"/>
                  <a:pt x="13" y="64"/>
                  <a:pt x="12" y="64"/>
                </a:cubicBezTo>
                <a:cubicBezTo>
                  <a:pt x="12" y="64"/>
                  <a:pt x="12" y="64"/>
                  <a:pt x="12" y="64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2"/>
                  <a:pt x="0" y="52"/>
                  <a:pt x="0" y="51"/>
                </a:cubicBezTo>
                <a:cubicBezTo>
                  <a:pt x="0" y="51"/>
                  <a:pt x="1" y="51"/>
                  <a:pt x="1" y="51"/>
                </a:cubicBezTo>
                <a:cubicBezTo>
                  <a:pt x="8" y="51"/>
                  <a:pt x="8" y="51"/>
                  <a:pt x="8" y="51"/>
                </a:cubicBezTo>
                <a:cubicBezTo>
                  <a:pt x="8" y="1"/>
                  <a:pt x="8" y="1"/>
                  <a:pt x="8" y="1"/>
                </a:cubicBezTo>
                <a:cubicBezTo>
                  <a:pt x="8" y="1"/>
                  <a:pt x="8" y="0"/>
                  <a:pt x="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1"/>
                  <a:pt x="17" y="1"/>
                </a:cubicBezTo>
                <a:cubicBezTo>
                  <a:pt x="17" y="51"/>
                  <a:pt x="17" y="51"/>
                  <a:pt x="17" y="51"/>
                </a:cubicBezTo>
                <a:cubicBezTo>
                  <a:pt x="24" y="51"/>
                  <a:pt x="24" y="51"/>
                  <a:pt x="24" y="51"/>
                </a:cubicBezTo>
                <a:cubicBezTo>
                  <a:pt x="25" y="51"/>
                  <a:pt x="25" y="51"/>
                  <a:pt x="25" y="52"/>
                </a:cubicBezTo>
                <a:cubicBezTo>
                  <a:pt x="25" y="52"/>
                  <a:pt x="25" y="52"/>
                  <a:pt x="25" y="53"/>
                </a:cubicBezTo>
                <a:close/>
                <a:moveTo>
                  <a:pt x="39" y="28"/>
                </a:moveTo>
                <a:cubicBezTo>
                  <a:pt x="38" y="28"/>
                  <a:pt x="36" y="28"/>
                  <a:pt x="36" y="27"/>
                </a:cubicBezTo>
                <a:cubicBezTo>
                  <a:pt x="35" y="27"/>
                  <a:pt x="34" y="27"/>
                  <a:pt x="34" y="27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3"/>
                  <a:pt x="37" y="23"/>
                </a:cubicBezTo>
                <a:cubicBezTo>
                  <a:pt x="37" y="23"/>
                  <a:pt x="38" y="23"/>
                  <a:pt x="39" y="23"/>
                </a:cubicBezTo>
                <a:cubicBezTo>
                  <a:pt x="43" y="23"/>
                  <a:pt x="46" y="20"/>
                  <a:pt x="46" y="16"/>
                </a:cubicBezTo>
                <a:cubicBezTo>
                  <a:pt x="46" y="16"/>
                  <a:pt x="46" y="16"/>
                  <a:pt x="46" y="16"/>
                </a:cubicBezTo>
                <a:cubicBezTo>
                  <a:pt x="45" y="17"/>
                  <a:pt x="43" y="18"/>
                  <a:pt x="41" y="18"/>
                </a:cubicBezTo>
                <a:cubicBezTo>
                  <a:pt x="36" y="18"/>
                  <a:pt x="33" y="14"/>
                  <a:pt x="33" y="9"/>
                </a:cubicBezTo>
                <a:cubicBezTo>
                  <a:pt x="33" y="4"/>
                  <a:pt x="36" y="0"/>
                  <a:pt x="42" y="0"/>
                </a:cubicBezTo>
                <a:cubicBezTo>
                  <a:pt x="47" y="0"/>
                  <a:pt x="52" y="5"/>
                  <a:pt x="52" y="13"/>
                </a:cubicBezTo>
                <a:cubicBezTo>
                  <a:pt x="52" y="20"/>
                  <a:pt x="48" y="28"/>
                  <a:pt x="39" y="28"/>
                </a:cubicBezTo>
                <a:close/>
                <a:moveTo>
                  <a:pt x="51" y="64"/>
                </a:moveTo>
                <a:cubicBezTo>
                  <a:pt x="34" y="64"/>
                  <a:pt x="34" y="64"/>
                  <a:pt x="34" y="64"/>
                </a:cubicBezTo>
                <a:cubicBezTo>
                  <a:pt x="34" y="60"/>
                  <a:pt x="34" y="60"/>
                  <a:pt x="34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4"/>
                  <a:pt x="40" y="44"/>
                  <a:pt x="40" y="44"/>
                </a:cubicBezTo>
                <a:cubicBezTo>
                  <a:pt x="40" y="43"/>
                  <a:pt x="40" y="43"/>
                  <a:pt x="40" y="43"/>
                </a:cubicBezTo>
                <a:cubicBezTo>
                  <a:pt x="40" y="43"/>
                  <a:pt x="40" y="43"/>
                  <a:pt x="40" y="43"/>
                </a:cubicBezTo>
                <a:cubicBezTo>
                  <a:pt x="40" y="43"/>
                  <a:pt x="40" y="43"/>
                  <a:pt x="40" y="43"/>
                </a:cubicBezTo>
                <a:cubicBezTo>
                  <a:pt x="39" y="44"/>
                  <a:pt x="39" y="44"/>
                  <a:pt x="39" y="45"/>
                </a:cubicBezTo>
                <a:cubicBezTo>
                  <a:pt x="37" y="47"/>
                  <a:pt x="37" y="47"/>
                  <a:pt x="37" y="47"/>
                </a:cubicBezTo>
                <a:cubicBezTo>
                  <a:pt x="34" y="44"/>
                  <a:pt x="34" y="44"/>
                  <a:pt x="34" y="44"/>
                </a:cubicBezTo>
                <a:cubicBezTo>
                  <a:pt x="40" y="37"/>
                  <a:pt x="40" y="37"/>
                  <a:pt x="40" y="37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60"/>
                  <a:pt x="45" y="60"/>
                  <a:pt x="45" y="60"/>
                </a:cubicBezTo>
                <a:cubicBezTo>
                  <a:pt x="51" y="60"/>
                  <a:pt x="51" y="60"/>
                  <a:pt x="51" y="60"/>
                </a:cubicBezTo>
                <a:lnTo>
                  <a:pt x="51" y="64"/>
                </a:lnTo>
                <a:close/>
                <a:moveTo>
                  <a:pt x="42" y="5"/>
                </a:moveTo>
                <a:cubicBezTo>
                  <a:pt x="39" y="5"/>
                  <a:pt x="38" y="7"/>
                  <a:pt x="38" y="9"/>
                </a:cubicBezTo>
                <a:cubicBezTo>
                  <a:pt x="38" y="12"/>
                  <a:pt x="39" y="14"/>
                  <a:pt x="43" y="14"/>
                </a:cubicBezTo>
                <a:cubicBezTo>
                  <a:pt x="45" y="14"/>
                  <a:pt x="47" y="13"/>
                  <a:pt x="47" y="11"/>
                </a:cubicBezTo>
                <a:cubicBezTo>
                  <a:pt x="47" y="8"/>
                  <a:pt x="44" y="5"/>
                  <a:pt x="42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10"/>
          <p:cNvSpPr/>
          <p:nvPr/>
        </p:nvSpPr>
        <p:spPr>
          <a:xfrm>
            <a:off x="5937250" y="3546475"/>
            <a:ext cx="188913" cy="196850"/>
          </a:xfrm>
          <a:custGeom>
            <a:rect b="b" l="l" r="r" t="t"/>
            <a:pathLst>
              <a:path extrusionOk="0" h="57" w="55">
                <a:moveTo>
                  <a:pt x="5" y="35"/>
                </a:moveTo>
                <a:cubicBezTo>
                  <a:pt x="2" y="35"/>
                  <a:pt x="0" y="32"/>
                  <a:pt x="0" y="29"/>
                </a:cubicBezTo>
                <a:cubicBezTo>
                  <a:pt x="0" y="26"/>
                  <a:pt x="2" y="24"/>
                  <a:pt x="5" y="24"/>
                </a:cubicBezTo>
                <a:cubicBezTo>
                  <a:pt x="9" y="24"/>
                  <a:pt x="11" y="26"/>
                  <a:pt x="11" y="29"/>
                </a:cubicBezTo>
                <a:cubicBezTo>
                  <a:pt x="11" y="32"/>
                  <a:pt x="9" y="35"/>
                  <a:pt x="5" y="35"/>
                </a:cubicBezTo>
                <a:close/>
                <a:moveTo>
                  <a:pt x="12" y="20"/>
                </a:moveTo>
                <a:cubicBezTo>
                  <a:pt x="9" y="20"/>
                  <a:pt x="6" y="17"/>
                  <a:pt x="6" y="13"/>
                </a:cubicBezTo>
                <a:cubicBezTo>
                  <a:pt x="6" y="10"/>
                  <a:pt x="9" y="7"/>
                  <a:pt x="12" y="7"/>
                </a:cubicBezTo>
                <a:cubicBezTo>
                  <a:pt x="16" y="7"/>
                  <a:pt x="19" y="10"/>
                  <a:pt x="19" y="13"/>
                </a:cubicBezTo>
                <a:cubicBezTo>
                  <a:pt x="19" y="17"/>
                  <a:pt x="16" y="20"/>
                  <a:pt x="12" y="20"/>
                </a:cubicBezTo>
                <a:close/>
                <a:moveTo>
                  <a:pt x="12" y="50"/>
                </a:moveTo>
                <a:cubicBezTo>
                  <a:pt x="9" y="50"/>
                  <a:pt x="7" y="48"/>
                  <a:pt x="7" y="45"/>
                </a:cubicBezTo>
                <a:cubicBezTo>
                  <a:pt x="7" y="42"/>
                  <a:pt x="9" y="40"/>
                  <a:pt x="12" y="40"/>
                </a:cubicBezTo>
                <a:cubicBezTo>
                  <a:pt x="15" y="40"/>
                  <a:pt x="17" y="42"/>
                  <a:pt x="17" y="45"/>
                </a:cubicBezTo>
                <a:cubicBezTo>
                  <a:pt x="17" y="48"/>
                  <a:pt x="15" y="50"/>
                  <a:pt x="12" y="50"/>
                </a:cubicBezTo>
                <a:close/>
                <a:moveTo>
                  <a:pt x="28" y="13"/>
                </a:moveTo>
                <a:cubicBezTo>
                  <a:pt x="25" y="13"/>
                  <a:pt x="21" y="10"/>
                  <a:pt x="21" y="6"/>
                </a:cubicBezTo>
                <a:cubicBezTo>
                  <a:pt x="21" y="3"/>
                  <a:pt x="25" y="0"/>
                  <a:pt x="28" y="0"/>
                </a:cubicBezTo>
                <a:cubicBezTo>
                  <a:pt x="32" y="0"/>
                  <a:pt x="35" y="3"/>
                  <a:pt x="35" y="6"/>
                </a:cubicBezTo>
                <a:cubicBezTo>
                  <a:pt x="35" y="10"/>
                  <a:pt x="32" y="13"/>
                  <a:pt x="28" y="13"/>
                </a:cubicBezTo>
                <a:close/>
                <a:moveTo>
                  <a:pt x="28" y="57"/>
                </a:moveTo>
                <a:cubicBezTo>
                  <a:pt x="26" y="57"/>
                  <a:pt x="24" y="55"/>
                  <a:pt x="24" y="52"/>
                </a:cubicBezTo>
                <a:cubicBezTo>
                  <a:pt x="24" y="50"/>
                  <a:pt x="26" y="48"/>
                  <a:pt x="28" y="48"/>
                </a:cubicBezTo>
                <a:cubicBezTo>
                  <a:pt x="31" y="48"/>
                  <a:pt x="33" y="50"/>
                  <a:pt x="33" y="52"/>
                </a:cubicBezTo>
                <a:cubicBezTo>
                  <a:pt x="33" y="55"/>
                  <a:pt x="31" y="57"/>
                  <a:pt x="28" y="57"/>
                </a:cubicBezTo>
                <a:close/>
                <a:moveTo>
                  <a:pt x="44" y="49"/>
                </a:moveTo>
                <a:cubicBezTo>
                  <a:pt x="42" y="49"/>
                  <a:pt x="40" y="48"/>
                  <a:pt x="40" y="45"/>
                </a:cubicBezTo>
                <a:cubicBezTo>
                  <a:pt x="40" y="43"/>
                  <a:pt x="42" y="41"/>
                  <a:pt x="44" y="41"/>
                </a:cubicBezTo>
                <a:cubicBezTo>
                  <a:pt x="47" y="41"/>
                  <a:pt x="48" y="43"/>
                  <a:pt x="48" y="45"/>
                </a:cubicBezTo>
                <a:cubicBezTo>
                  <a:pt x="48" y="48"/>
                  <a:pt x="47" y="49"/>
                  <a:pt x="44" y="49"/>
                </a:cubicBezTo>
                <a:close/>
                <a:moveTo>
                  <a:pt x="44" y="16"/>
                </a:moveTo>
                <a:cubicBezTo>
                  <a:pt x="43" y="16"/>
                  <a:pt x="41" y="15"/>
                  <a:pt x="41" y="13"/>
                </a:cubicBezTo>
                <a:cubicBezTo>
                  <a:pt x="41" y="12"/>
                  <a:pt x="43" y="10"/>
                  <a:pt x="44" y="10"/>
                </a:cubicBezTo>
                <a:cubicBezTo>
                  <a:pt x="46" y="10"/>
                  <a:pt x="47" y="12"/>
                  <a:pt x="47" y="13"/>
                </a:cubicBezTo>
                <a:cubicBezTo>
                  <a:pt x="47" y="15"/>
                  <a:pt x="46" y="16"/>
                  <a:pt x="44" y="16"/>
                </a:cubicBezTo>
                <a:close/>
                <a:moveTo>
                  <a:pt x="51" y="33"/>
                </a:moveTo>
                <a:cubicBezTo>
                  <a:pt x="49" y="33"/>
                  <a:pt x="48" y="31"/>
                  <a:pt x="48" y="29"/>
                </a:cubicBezTo>
                <a:cubicBezTo>
                  <a:pt x="48" y="27"/>
                  <a:pt x="49" y="26"/>
                  <a:pt x="51" y="26"/>
                </a:cubicBezTo>
                <a:cubicBezTo>
                  <a:pt x="53" y="26"/>
                  <a:pt x="55" y="27"/>
                  <a:pt x="55" y="29"/>
                </a:cubicBezTo>
                <a:cubicBezTo>
                  <a:pt x="55" y="31"/>
                  <a:pt x="53" y="33"/>
                  <a:pt x="51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10"/>
          <p:cNvSpPr/>
          <p:nvPr/>
        </p:nvSpPr>
        <p:spPr>
          <a:xfrm>
            <a:off x="6432550" y="3554413"/>
            <a:ext cx="171450" cy="171450"/>
          </a:xfrm>
          <a:custGeom>
            <a:rect b="b" l="l" r="r" t="t"/>
            <a:pathLst>
              <a:path extrusionOk="0" h="50" w="50">
                <a:moveTo>
                  <a:pt x="50" y="40"/>
                </a:moveTo>
                <a:cubicBezTo>
                  <a:pt x="50" y="46"/>
                  <a:pt x="45" y="50"/>
                  <a:pt x="4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4" y="50"/>
                  <a:pt x="0" y="46"/>
                  <a:pt x="0" y="4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5" y="0"/>
                  <a:pt x="50" y="5"/>
                  <a:pt x="50" y="10"/>
                </a:cubicBezTo>
                <a:lnTo>
                  <a:pt x="50" y="40"/>
                </a:lnTo>
                <a:close/>
                <a:moveTo>
                  <a:pt x="10" y="4"/>
                </a:moveTo>
                <a:cubicBezTo>
                  <a:pt x="7" y="4"/>
                  <a:pt x="4" y="7"/>
                  <a:pt x="4" y="10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3"/>
                  <a:pt x="7" y="46"/>
                  <a:pt x="10" y="46"/>
                </a:cubicBezTo>
                <a:cubicBezTo>
                  <a:pt x="40" y="46"/>
                  <a:pt x="40" y="46"/>
                  <a:pt x="40" y="46"/>
                </a:cubicBezTo>
                <a:cubicBezTo>
                  <a:pt x="43" y="46"/>
                  <a:pt x="45" y="43"/>
                  <a:pt x="45" y="40"/>
                </a:cubicBezTo>
                <a:cubicBezTo>
                  <a:pt x="45" y="10"/>
                  <a:pt x="45" y="10"/>
                  <a:pt x="45" y="10"/>
                </a:cubicBezTo>
                <a:cubicBezTo>
                  <a:pt x="45" y="7"/>
                  <a:pt x="43" y="4"/>
                  <a:pt x="40" y="4"/>
                </a:cubicBezTo>
                <a:lnTo>
                  <a:pt x="1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10"/>
          <p:cNvSpPr/>
          <p:nvPr/>
        </p:nvSpPr>
        <p:spPr>
          <a:xfrm>
            <a:off x="6927850" y="3540125"/>
            <a:ext cx="100013" cy="195263"/>
          </a:xfrm>
          <a:custGeom>
            <a:rect b="b" l="l" r="r" t="t"/>
            <a:pathLst>
              <a:path extrusionOk="0" h="57" w="29">
                <a:moveTo>
                  <a:pt x="29" y="48"/>
                </a:moveTo>
                <a:cubicBezTo>
                  <a:pt x="13" y="57"/>
                  <a:pt x="13" y="57"/>
                  <a:pt x="13" y="57"/>
                </a:cubicBezTo>
                <a:cubicBezTo>
                  <a:pt x="13" y="57"/>
                  <a:pt x="13" y="57"/>
                  <a:pt x="12" y="57"/>
                </a:cubicBezTo>
                <a:cubicBezTo>
                  <a:pt x="11" y="57"/>
                  <a:pt x="11" y="56"/>
                  <a:pt x="11" y="55"/>
                </a:cubicBezTo>
                <a:cubicBezTo>
                  <a:pt x="11" y="55"/>
                  <a:pt x="11" y="55"/>
                  <a:pt x="11" y="55"/>
                </a:cubicBezTo>
                <a:cubicBezTo>
                  <a:pt x="14" y="37"/>
                  <a:pt x="14" y="37"/>
                  <a:pt x="14" y="37"/>
                </a:cubicBezTo>
                <a:cubicBezTo>
                  <a:pt x="1" y="24"/>
                  <a:pt x="1" y="24"/>
                  <a:pt x="1" y="24"/>
                </a:cubicBezTo>
                <a:cubicBezTo>
                  <a:pt x="0" y="24"/>
                  <a:pt x="0" y="23"/>
                  <a:pt x="0" y="22"/>
                </a:cubicBezTo>
                <a:cubicBezTo>
                  <a:pt x="0" y="21"/>
                  <a:pt x="1" y="21"/>
                  <a:pt x="2" y="21"/>
                </a:cubicBezTo>
                <a:cubicBezTo>
                  <a:pt x="20" y="18"/>
                  <a:pt x="20" y="18"/>
                  <a:pt x="20" y="18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1"/>
                  <a:pt x="29" y="0"/>
                  <a:pt x="29" y="0"/>
                </a:cubicBezTo>
                <a:lnTo>
                  <a:pt x="29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9" name="Google Shape;2819;p10"/>
          <p:cNvSpPr/>
          <p:nvPr/>
        </p:nvSpPr>
        <p:spPr>
          <a:xfrm>
            <a:off x="7423150" y="3540125"/>
            <a:ext cx="201613" cy="195263"/>
          </a:xfrm>
          <a:custGeom>
            <a:rect b="b" l="l" r="r" t="t"/>
            <a:pathLst>
              <a:path extrusionOk="0" h="57" w="59">
                <a:moveTo>
                  <a:pt x="58" y="24"/>
                </a:moveTo>
                <a:cubicBezTo>
                  <a:pt x="45" y="37"/>
                  <a:pt x="45" y="37"/>
                  <a:pt x="45" y="37"/>
                </a:cubicBezTo>
                <a:cubicBezTo>
                  <a:pt x="48" y="55"/>
                  <a:pt x="48" y="55"/>
                  <a:pt x="48" y="55"/>
                </a:cubicBezTo>
                <a:cubicBezTo>
                  <a:pt x="48" y="55"/>
                  <a:pt x="48" y="55"/>
                  <a:pt x="48" y="55"/>
                </a:cubicBezTo>
                <a:cubicBezTo>
                  <a:pt x="48" y="56"/>
                  <a:pt x="48" y="57"/>
                  <a:pt x="47" y="57"/>
                </a:cubicBezTo>
                <a:cubicBezTo>
                  <a:pt x="46" y="57"/>
                  <a:pt x="46" y="57"/>
                  <a:pt x="45" y="57"/>
                </a:cubicBezTo>
                <a:cubicBezTo>
                  <a:pt x="29" y="48"/>
                  <a:pt x="29" y="48"/>
                  <a:pt x="29" y="48"/>
                </a:cubicBezTo>
                <a:cubicBezTo>
                  <a:pt x="13" y="57"/>
                  <a:pt x="13" y="57"/>
                  <a:pt x="13" y="57"/>
                </a:cubicBezTo>
                <a:cubicBezTo>
                  <a:pt x="13" y="57"/>
                  <a:pt x="13" y="57"/>
                  <a:pt x="12" y="57"/>
                </a:cubicBezTo>
                <a:cubicBezTo>
                  <a:pt x="11" y="57"/>
                  <a:pt x="11" y="56"/>
                  <a:pt x="11" y="55"/>
                </a:cubicBezTo>
                <a:cubicBezTo>
                  <a:pt x="11" y="55"/>
                  <a:pt x="11" y="55"/>
                  <a:pt x="11" y="55"/>
                </a:cubicBezTo>
                <a:cubicBezTo>
                  <a:pt x="14" y="37"/>
                  <a:pt x="14" y="37"/>
                  <a:pt x="14" y="37"/>
                </a:cubicBezTo>
                <a:cubicBezTo>
                  <a:pt x="1" y="24"/>
                  <a:pt x="1" y="24"/>
                  <a:pt x="1" y="24"/>
                </a:cubicBezTo>
                <a:cubicBezTo>
                  <a:pt x="0" y="24"/>
                  <a:pt x="0" y="23"/>
                  <a:pt x="0" y="22"/>
                </a:cubicBezTo>
                <a:cubicBezTo>
                  <a:pt x="0" y="21"/>
                  <a:pt x="1" y="21"/>
                  <a:pt x="2" y="21"/>
                </a:cubicBezTo>
                <a:cubicBezTo>
                  <a:pt x="20" y="18"/>
                  <a:pt x="20" y="18"/>
                  <a:pt x="20" y="18"/>
                </a:cubicBezTo>
                <a:cubicBezTo>
                  <a:pt x="28" y="2"/>
                  <a:pt x="28" y="2"/>
                  <a:pt x="28" y="2"/>
                </a:cubicBezTo>
                <a:cubicBezTo>
                  <a:pt x="28" y="1"/>
                  <a:pt x="29" y="0"/>
                  <a:pt x="29" y="0"/>
                </a:cubicBezTo>
                <a:cubicBezTo>
                  <a:pt x="30" y="0"/>
                  <a:pt x="31" y="1"/>
                  <a:pt x="31" y="2"/>
                </a:cubicBezTo>
                <a:cubicBezTo>
                  <a:pt x="39" y="18"/>
                  <a:pt x="39" y="18"/>
                  <a:pt x="39" y="18"/>
                </a:cubicBezTo>
                <a:cubicBezTo>
                  <a:pt x="57" y="21"/>
                  <a:pt x="57" y="21"/>
                  <a:pt x="57" y="21"/>
                </a:cubicBezTo>
                <a:cubicBezTo>
                  <a:pt x="58" y="21"/>
                  <a:pt x="59" y="21"/>
                  <a:pt x="59" y="22"/>
                </a:cubicBezTo>
                <a:cubicBezTo>
                  <a:pt x="59" y="23"/>
                  <a:pt x="59" y="24"/>
                  <a:pt x="58" y="24"/>
                </a:cubicBezTo>
                <a:close/>
                <a:moveTo>
                  <a:pt x="51" y="25"/>
                </a:moveTo>
                <a:cubicBezTo>
                  <a:pt x="36" y="22"/>
                  <a:pt x="36" y="22"/>
                  <a:pt x="36" y="22"/>
                </a:cubicBezTo>
                <a:cubicBezTo>
                  <a:pt x="29" y="9"/>
                  <a:pt x="29" y="9"/>
                  <a:pt x="29" y="9"/>
                </a:cubicBezTo>
                <a:cubicBezTo>
                  <a:pt x="23" y="22"/>
                  <a:pt x="23" y="22"/>
                  <a:pt x="23" y="22"/>
                </a:cubicBezTo>
                <a:cubicBezTo>
                  <a:pt x="8" y="25"/>
                  <a:pt x="8" y="25"/>
                  <a:pt x="8" y="25"/>
                </a:cubicBezTo>
                <a:cubicBezTo>
                  <a:pt x="19" y="35"/>
                  <a:pt x="19" y="35"/>
                  <a:pt x="19" y="35"/>
                </a:cubicBezTo>
                <a:cubicBezTo>
                  <a:pt x="16" y="50"/>
                  <a:pt x="16" y="50"/>
                  <a:pt x="16" y="50"/>
                </a:cubicBezTo>
                <a:cubicBezTo>
                  <a:pt x="29" y="43"/>
                  <a:pt x="29" y="43"/>
                  <a:pt x="29" y="43"/>
                </a:cubicBezTo>
                <a:cubicBezTo>
                  <a:pt x="43" y="50"/>
                  <a:pt x="43" y="50"/>
                  <a:pt x="43" y="50"/>
                </a:cubicBezTo>
                <a:cubicBezTo>
                  <a:pt x="40" y="35"/>
                  <a:pt x="40" y="35"/>
                  <a:pt x="40" y="35"/>
                </a:cubicBezTo>
                <a:lnTo>
                  <a:pt x="51" y="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10"/>
          <p:cNvSpPr/>
          <p:nvPr/>
        </p:nvSpPr>
        <p:spPr>
          <a:xfrm>
            <a:off x="7916863" y="3549650"/>
            <a:ext cx="123825" cy="193675"/>
          </a:xfrm>
          <a:custGeom>
            <a:rect b="b" l="l" r="r" t="t"/>
            <a:pathLst>
              <a:path extrusionOk="0" h="56" w="36">
                <a:moveTo>
                  <a:pt x="0" y="55"/>
                </a:move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1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3"/>
                  <a:pt x="27" y="3"/>
                  <a:pt x="27" y="3"/>
                </a:cubicBezTo>
                <a:cubicBezTo>
                  <a:pt x="27" y="2"/>
                  <a:pt x="28" y="1"/>
                  <a:pt x="29" y="1"/>
                </a:cubicBezTo>
                <a:cubicBezTo>
                  <a:pt x="34" y="1"/>
                  <a:pt x="34" y="1"/>
                  <a:pt x="34" y="1"/>
                </a:cubicBezTo>
                <a:cubicBezTo>
                  <a:pt x="35" y="1"/>
                  <a:pt x="36" y="2"/>
                  <a:pt x="36" y="3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5"/>
                  <a:pt x="35" y="56"/>
                  <a:pt x="34" y="56"/>
                </a:cubicBezTo>
                <a:cubicBezTo>
                  <a:pt x="29" y="56"/>
                  <a:pt x="29" y="56"/>
                  <a:pt x="29" y="56"/>
                </a:cubicBezTo>
                <a:cubicBezTo>
                  <a:pt x="28" y="56"/>
                  <a:pt x="27" y="55"/>
                  <a:pt x="27" y="53"/>
                </a:cubicBezTo>
                <a:cubicBezTo>
                  <a:pt x="27" y="29"/>
                  <a:pt x="27" y="29"/>
                  <a:pt x="27" y="29"/>
                </a:cubicBezTo>
                <a:cubicBezTo>
                  <a:pt x="27" y="30"/>
                  <a:pt x="27" y="30"/>
                  <a:pt x="27" y="30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6"/>
                  <a:pt x="0" y="56"/>
                  <a:pt x="0" y="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0"/>
          <p:cNvSpPr/>
          <p:nvPr/>
        </p:nvSpPr>
        <p:spPr>
          <a:xfrm>
            <a:off x="8412163" y="3557588"/>
            <a:ext cx="233362" cy="182562"/>
          </a:xfrm>
          <a:custGeom>
            <a:rect b="b" l="l" r="r" t="t"/>
            <a:pathLst>
              <a:path extrusionOk="0" h="53" w="68">
                <a:moveTo>
                  <a:pt x="38" y="16"/>
                </a:moveTo>
                <a:cubicBezTo>
                  <a:pt x="38" y="14"/>
                  <a:pt x="36" y="12"/>
                  <a:pt x="34" y="12"/>
                </a:cubicBezTo>
                <a:cubicBezTo>
                  <a:pt x="32" y="12"/>
                  <a:pt x="30" y="14"/>
                  <a:pt x="30" y="16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46"/>
                  <a:pt x="23" y="53"/>
                  <a:pt x="15" y="53"/>
                </a:cubicBezTo>
                <a:cubicBezTo>
                  <a:pt x="7" y="53"/>
                  <a:pt x="0" y="46"/>
                  <a:pt x="0" y="37"/>
                </a:cubicBezTo>
                <a:cubicBezTo>
                  <a:pt x="0" y="37"/>
                  <a:pt x="0" y="37"/>
                  <a:pt x="0" y="28"/>
                </a:cubicBezTo>
                <a:cubicBezTo>
                  <a:pt x="11" y="28"/>
                  <a:pt x="11" y="28"/>
                  <a:pt x="11" y="28"/>
                </a:cubicBezTo>
                <a:cubicBezTo>
                  <a:pt x="11" y="37"/>
                  <a:pt x="11" y="37"/>
                  <a:pt x="11" y="37"/>
                </a:cubicBezTo>
                <a:cubicBezTo>
                  <a:pt x="11" y="39"/>
                  <a:pt x="13" y="41"/>
                  <a:pt x="15" y="41"/>
                </a:cubicBezTo>
                <a:cubicBezTo>
                  <a:pt x="17" y="41"/>
                  <a:pt x="19" y="39"/>
                  <a:pt x="19" y="37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7"/>
                  <a:pt x="26" y="0"/>
                  <a:pt x="34" y="0"/>
                </a:cubicBezTo>
                <a:cubicBezTo>
                  <a:pt x="42" y="0"/>
                  <a:pt x="49" y="7"/>
                  <a:pt x="49" y="15"/>
                </a:cubicBezTo>
                <a:cubicBezTo>
                  <a:pt x="49" y="20"/>
                  <a:pt x="49" y="20"/>
                  <a:pt x="49" y="20"/>
                </a:cubicBezTo>
                <a:cubicBezTo>
                  <a:pt x="42" y="22"/>
                  <a:pt x="42" y="22"/>
                  <a:pt x="42" y="22"/>
                </a:cubicBezTo>
                <a:cubicBezTo>
                  <a:pt x="38" y="20"/>
                  <a:pt x="38" y="20"/>
                  <a:pt x="38" y="20"/>
                </a:cubicBezTo>
                <a:lnTo>
                  <a:pt x="38" y="16"/>
                </a:lnTo>
                <a:close/>
                <a:moveTo>
                  <a:pt x="68" y="28"/>
                </a:moveTo>
                <a:cubicBezTo>
                  <a:pt x="68" y="37"/>
                  <a:pt x="68" y="37"/>
                  <a:pt x="68" y="37"/>
                </a:cubicBezTo>
                <a:cubicBezTo>
                  <a:pt x="68" y="46"/>
                  <a:pt x="61" y="53"/>
                  <a:pt x="53" y="53"/>
                </a:cubicBezTo>
                <a:cubicBezTo>
                  <a:pt x="45" y="53"/>
                  <a:pt x="38" y="46"/>
                  <a:pt x="38" y="37"/>
                </a:cubicBezTo>
                <a:cubicBezTo>
                  <a:pt x="38" y="28"/>
                  <a:pt x="38" y="28"/>
                  <a:pt x="38" y="28"/>
                </a:cubicBezTo>
                <a:cubicBezTo>
                  <a:pt x="42" y="30"/>
                  <a:pt x="42" y="30"/>
                  <a:pt x="42" y="30"/>
                </a:cubicBezTo>
                <a:cubicBezTo>
                  <a:pt x="49" y="28"/>
                  <a:pt x="49" y="28"/>
                  <a:pt x="49" y="28"/>
                </a:cubicBezTo>
                <a:cubicBezTo>
                  <a:pt x="49" y="38"/>
                  <a:pt x="49" y="38"/>
                  <a:pt x="49" y="38"/>
                </a:cubicBezTo>
                <a:cubicBezTo>
                  <a:pt x="49" y="40"/>
                  <a:pt x="51" y="41"/>
                  <a:pt x="53" y="41"/>
                </a:cubicBezTo>
                <a:cubicBezTo>
                  <a:pt x="55" y="41"/>
                  <a:pt x="57" y="40"/>
                  <a:pt x="57" y="38"/>
                </a:cubicBezTo>
                <a:cubicBezTo>
                  <a:pt x="57" y="28"/>
                  <a:pt x="57" y="28"/>
                  <a:pt x="57" y="28"/>
                </a:cubicBezTo>
                <a:lnTo>
                  <a:pt x="68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0"/>
          <p:cNvSpPr/>
          <p:nvPr/>
        </p:nvSpPr>
        <p:spPr>
          <a:xfrm>
            <a:off x="8869363" y="3536950"/>
            <a:ext cx="209550" cy="219075"/>
          </a:xfrm>
          <a:custGeom>
            <a:rect b="b" l="l" r="r" t="t"/>
            <a:pathLst>
              <a:path extrusionOk="0" h="64" w="61">
                <a:moveTo>
                  <a:pt x="60" y="43"/>
                </a:moveTo>
                <a:cubicBezTo>
                  <a:pt x="50" y="46"/>
                  <a:pt x="50" y="46"/>
                  <a:pt x="50" y="46"/>
                </a:cubicBezTo>
                <a:cubicBezTo>
                  <a:pt x="50" y="57"/>
                  <a:pt x="50" y="57"/>
                  <a:pt x="50" y="57"/>
                </a:cubicBezTo>
                <a:cubicBezTo>
                  <a:pt x="50" y="58"/>
                  <a:pt x="50" y="58"/>
                  <a:pt x="50" y="58"/>
                </a:cubicBezTo>
                <a:cubicBezTo>
                  <a:pt x="49" y="58"/>
                  <a:pt x="49" y="59"/>
                  <a:pt x="49" y="58"/>
                </a:cubicBezTo>
                <a:cubicBezTo>
                  <a:pt x="38" y="55"/>
                  <a:pt x="38" y="55"/>
                  <a:pt x="38" y="55"/>
                </a:cubicBezTo>
                <a:cubicBezTo>
                  <a:pt x="32" y="64"/>
                  <a:pt x="32" y="64"/>
                  <a:pt x="32" y="64"/>
                </a:cubicBezTo>
                <a:cubicBezTo>
                  <a:pt x="31" y="64"/>
                  <a:pt x="31" y="64"/>
                  <a:pt x="31" y="64"/>
                </a:cubicBezTo>
                <a:cubicBezTo>
                  <a:pt x="30" y="64"/>
                  <a:pt x="30" y="64"/>
                  <a:pt x="30" y="64"/>
                </a:cubicBezTo>
                <a:cubicBezTo>
                  <a:pt x="23" y="55"/>
                  <a:pt x="23" y="55"/>
                  <a:pt x="23" y="55"/>
                </a:cubicBezTo>
                <a:cubicBezTo>
                  <a:pt x="13" y="58"/>
                  <a:pt x="13" y="58"/>
                  <a:pt x="13" y="58"/>
                </a:cubicBezTo>
                <a:cubicBezTo>
                  <a:pt x="13" y="59"/>
                  <a:pt x="12" y="58"/>
                  <a:pt x="12" y="58"/>
                </a:cubicBezTo>
                <a:cubicBezTo>
                  <a:pt x="12" y="58"/>
                  <a:pt x="11" y="58"/>
                  <a:pt x="11" y="57"/>
                </a:cubicBezTo>
                <a:cubicBezTo>
                  <a:pt x="11" y="46"/>
                  <a:pt x="11" y="46"/>
                  <a:pt x="11" y="46"/>
                </a:cubicBezTo>
                <a:cubicBezTo>
                  <a:pt x="1" y="43"/>
                  <a:pt x="1" y="43"/>
                  <a:pt x="1" y="43"/>
                </a:cubicBezTo>
                <a:cubicBezTo>
                  <a:pt x="1" y="43"/>
                  <a:pt x="0" y="43"/>
                  <a:pt x="0" y="42"/>
                </a:cubicBezTo>
                <a:cubicBezTo>
                  <a:pt x="0" y="42"/>
                  <a:pt x="0" y="41"/>
                  <a:pt x="0" y="41"/>
                </a:cubicBezTo>
                <a:cubicBezTo>
                  <a:pt x="7" y="32"/>
                  <a:pt x="7" y="32"/>
                  <a:pt x="7" y="3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3"/>
                  <a:pt x="0" y="22"/>
                </a:cubicBezTo>
                <a:cubicBezTo>
                  <a:pt x="0" y="22"/>
                  <a:pt x="1" y="22"/>
                  <a:pt x="1" y="22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7"/>
                  <a:pt x="12" y="7"/>
                  <a:pt x="12" y="6"/>
                </a:cubicBezTo>
                <a:cubicBezTo>
                  <a:pt x="12" y="6"/>
                  <a:pt x="13" y="6"/>
                  <a:pt x="13" y="6"/>
                </a:cubicBezTo>
                <a:cubicBezTo>
                  <a:pt x="23" y="10"/>
                  <a:pt x="23" y="10"/>
                  <a:pt x="23" y="10"/>
                </a:cubicBezTo>
                <a:cubicBezTo>
                  <a:pt x="30" y="1"/>
                  <a:pt x="30" y="1"/>
                  <a:pt x="30" y="1"/>
                </a:cubicBezTo>
                <a:cubicBezTo>
                  <a:pt x="30" y="0"/>
                  <a:pt x="31" y="0"/>
                  <a:pt x="32" y="1"/>
                </a:cubicBezTo>
                <a:cubicBezTo>
                  <a:pt x="38" y="10"/>
                  <a:pt x="38" y="10"/>
                  <a:pt x="38" y="10"/>
                </a:cubicBezTo>
                <a:cubicBezTo>
                  <a:pt x="49" y="6"/>
                  <a:pt x="49" y="6"/>
                  <a:pt x="49" y="6"/>
                </a:cubicBezTo>
                <a:cubicBezTo>
                  <a:pt x="49" y="6"/>
                  <a:pt x="49" y="6"/>
                  <a:pt x="50" y="6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18"/>
                  <a:pt x="50" y="18"/>
                  <a:pt x="50" y="18"/>
                </a:cubicBezTo>
                <a:cubicBezTo>
                  <a:pt x="60" y="22"/>
                  <a:pt x="60" y="22"/>
                  <a:pt x="60" y="22"/>
                </a:cubicBezTo>
                <a:cubicBezTo>
                  <a:pt x="61" y="22"/>
                  <a:pt x="61" y="22"/>
                  <a:pt x="61" y="22"/>
                </a:cubicBezTo>
                <a:cubicBezTo>
                  <a:pt x="61" y="23"/>
                  <a:pt x="61" y="23"/>
                  <a:pt x="61" y="23"/>
                </a:cubicBezTo>
                <a:cubicBezTo>
                  <a:pt x="55" y="32"/>
                  <a:pt x="55" y="32"/>
                  <a:pt x="55" y="32"/>
                </a:cubicBezTo>
                <a:cubicBezTo>
                  <a:pt x="61" y="41"/>
                  <a:pt x="61" y="41"/>
                  <a:pt x="61" y="41"/>
                </a:cubicBezTo>
                <a:cubicBezTo>
                  <a:pt x="61" y="41"/>
                  <a:pt x="61" y="42"/>
                  <a:pt x="61" y="42"/>
                </a:cubicBezTo>
                <a:cubicBezTo>
                  <a:pt x="61" y="43"/>
                  <a:pt x="61" y="43"/>
                  <a:pt x="60" y="43"/>
                </a:cubicBezTo>
                <a:close/>
                <a:moveTo>
                  <a:pt x="31" y="12"/>
                </a:moveTo>
                <a:cubicBezTo>
                  <a:pt x="19" y="12"/>
                  <a:pt x="10" y="21"/>
                  <a:pt x="10" y="32"/>
                </a:cubicBezTo>
                <a:cubicBezTo>
                  <a:pt x="10" y="44"/>
                  <a:pt x="19" y="53"/>
                  <a:pt x="31" y="53"/>
                </a:cubicBezTo>
                <a:cubicBezTo>
                  <a:pt x="42" y="53"/>
                  <a:pt x="51" y="44"/>
                  <a:pt x="51" y="32"/>
                </a:cubicBezTo>
                <a:cubicBezTo>
                  <a:pt x="51" y="21"/>
                  <a:pt x="42" y="12"/>
                  <a:pt x="31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0"/>
          <p:cNvSpPr/>
          <p:nvPr/>
        </p:nvSpPr>
        <p:spPr>
          <a:xfrm>
            <a:off x="76200" y="4011613"/>
            <a:ext cx="141288" cy="173037"/>
          </a:xfrm>
          <a:custGeom>
            <a:rect b="b" l="l" r="r" t="t"/>
            <a:pathLst>
              <a:path extrusionOk="0" h="50" w="41">
                <a:moveTo>
                  <a:pt x="41" y="44"/>
                </a:moveTo>
                <a:cubicBezTo>
                  <a:pt x="41" y="47"/>
                  <a:pt x="38" y="50"/>
                  <a:pt x="35" y="50"/>
                </a:cubicBezTo>
                <a:cubicBezTo>
                  <a:pt x="5" y="50"/>
                  <a:pt x="5" y="50"/>
                  <a:pt x="5" y="50"/>
                </a:cubicBezTo>
                <a:cubicBezTo>
                  <a:pt x="2" y="50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8" y="0"/>
                  <a:pt x="41" y="2"/>
                  <a:pt x="41" y="5"/>
                </a:cubicBezTo>
                <a:lnTo>
                  <a:pt x="41" y="44"/>
                </a:lnTo>
                <a:close/>
                <a:moveTo>
                  <a:pt x="36" y="5"/>
                </a:moveTo>
                <a:cubicBezTo>
                  <a:pt x="36" y="5"/>
                  <a:pt x="36" y="4"/>
                  <a:pt x="35" y="4"/>
                </a:cubicBezTo>
                <a:cubicBezTo>
                  <a:pt x="5" y="4"/>
                  <a:pt x="5" y="4"/>
                  <a:pt x="5" y="4"/>
                </a:cubicBezTo>
                <a:cubicBezTo>
                  <a:pt x="5" y="4"/>
                  <a:pt x="4" y="5"/>
                  <a:pt x="4" y="5"/>
                </a:cubicBezTo>
                <a:cubicBezTo>
                  <a:pt x="4" y="40"/>
                  <a:pt x="4" y="40"/>
                  <a:pt x="4" y="40"/>
                </a:cubicBezTo>
                <a:cubicBezTo>
                  <a:pt x="4" y="40"/>
                  <a:pt x="5" y="41"/>
                  <a:pt x="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0"/>
                  <a:pt x="36" y="40"/>
                </a:cubicBezTo>
                <a:lnTo>
                  <a:pt x="36" y="5"/>
                </a:lnTo>
                <a:close/>
                <a:moveTo>
                  <a:pt x="20" y="43"/>
                </a:moveTo>
                <a:cubicBezTo>
                  <a:pt x="19" y="43"/>
                  <a:pt x="18" y="44"/>
                  <a:pt x="18" y="45"/>
                </a:cubicBezTo>
                <a:cubicBezTo>
                  <a:pt x="18" y="46"/>
                  <a:pt x="19" y="48"/>
                  <a:pt x="20" y="48"/>
                </a:cubicBezTo>
                <a:cubicBezTo>
                  <a:pt x="22" y="48"/>
                  <a:pt x="23" y="46"/>
                  <a:pt x="23" y="45"/>
                </a:cubicBezTo>
                <a:cubicBezTo>
                  <a:pt x="23" y="44"/>
                  <a:pt x="22" y="43"/>
                  <a:pt x="20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0"/>
          <p:cNvSpPr/>
          <p:nvPr/>
        </p:nvSpPr>
        <p:spPr>
          <a:xfrm>
            <a:off x="495300" y="4011613"/>
            <a:ext cx="219075" cy="173037"/>
          </a:xfrm>
          <a:custGeom>
            <a:rect b="b" l="l" r="r" t="t"/>
            <a:pathLst>
              <a:path extrusionOk="0" h="50" w="64">
                <a:moveTo>
                  <a:pt x="64" y="11"/>
                </a:moveTo>
                <a:cubicBezTo>
                  <a:pt x="64" y="12"/>
                  <a:pt x="63" y="13"/>
                  <a:pt x="61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1" y="13"/>
                  <a:pt x="0" y="12"/>
                  <a:pt x="0" y="1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4" y="1"/>
                  <a:pt x="64" y="2"/>
                </a:cubicBezTo>
                <a:lnTo>
                  <a:pt x="64" y="11"/>
                </a:lnTo>
                <a:close/>
                <a:moveTo>
                  <a:pt x="64" y="29"/>
                </a:moveTo>
                <a:cubicBezTo>
                  <a:pt x="64" y="30"/>
                  <a:pt x="63" y="32"/>
                  <a:pt x="61" y="32"/>
                </a:cubicBezTo>
                <a:cubicBezTo>
                  <a:pt x="2" y="32"/>
                  <a:pt x="2" y="32"/>
                  <a:pt x="2" y="32"/>
                </a:cubicBezTo>
                <a:cubicBezTo>
                  <a:pt x="1" y="32"/>
                  <a:pt x="0" y="30"/>
                  <a:pt x="0" y="29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3" y="18"/>
                  <a:pt x="64" y="19"/>
                  <a:pt x="64" y="20"/>
                </a:cubicBezTo>
                <a:lnTo>
                  <a:pt x="64" y="29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7"/>
                  <a:pt x="1" y="36"/>
                  <a:pt x="2" y="36"/>
                </a:cubicBezTo>
                <a:cubicBezTo>
                  <a:pt x="61" y="36"/>
                  <a:pt x="61" y="36"/>
                  <a:pt x="61" y="36"/>
                </a:cubicBezTo>
                <a:cubicBezTo>
                  <a:pt x="63" y="36"/>
                  <a:pt x="64" y="37"/>
                  <a:pt x="64" y="38"/>
                </a:cubicBezTo>
                <a:lnTo>
                  <a:pt x="64" y="48"/>
                </a:lnTo>
                <a:close/>
                <a:moveTo>
                  <a:pt x="59" y="27"/>
                </a:moveTo>
                <a:cubicBezTo>
                  <a:pt x="59" y="22"/>
                  <a:pt x="59" y="22"/>
                  <a:pt x="59" y="22"/>
                </a:cubicBezTo>
                <a:cubicBezTo>
                  <a:pt x="23" y="22"/>
                  <a:pt x="23" y="22"/>
                  <a:pt x="23" y="22"/>
                </a:cubicBezTo>
                <a:cubicBezTo>
                  <a:pt x="23" y="27"/>
                  <a:pt x="23" y="27"/>
                  <a:pt x="23" y="27"/>
                </a:cubicBezTo>
                <a:lnTo>
                  <a:pt x="59" y="27"/>
                </a:lnTo>
                <a:close/>
                <a:moveTo>
                  <a:pt x="59" y="45"/>
                </a:moveTo>
                <a:cubicBezTo>
                  <a:pt x="59" y="41"/>
                  <a:pt x="59" y="41"/>
                  <a:pt x="59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6" y="45"/>
                  <a:pt x="36" y="45"/>
                  <a:pt x="36" y="45"/>
                </a:cubicBezTo>
                <a:lnTo>
                  <a:pt x="59" y="45"/>
                </a:lnTo>
                <a:close/>
                <a:moveTo>
                  <a:pt x="59" y="9"/>
                </a:moveTo>
                <a:cubicBezTo>
                  <a:pt x="59" y="4"/>
                  <a:pt x="59" y="4"/>
                  <a:pt x="59" y="4"/>
                </a:cubicBezTo>
                <a:cubicBezTo>
                  <a:pt x="45" y="4"/>
                  <a:pt x="45" y="4"/>
                  <a:pt x="45" y="4"/>
                </a:cubicBezTo>
                <a:cubicBezTo>
                  <a:pt x="45" y="9"/>
                  <a:pt x="45" y="9"/>
                  <a:pt x="45" y="9"/>
                </a:cubicBezTo>
                <a:lnTo>
                  <a:pt x="59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0"/>
          <p:cNvSpPr/>
          <p:nvPr/>
        </p:nvSpPr>
        <p:spPr>
          <a:xfrm>
            <a:off x="989013" y="4008438"/>
            <a:ext cx="220662" cy="192087"/>
          </a:xfrm>
          <a:custGeom>
            <a:rect b="b" l="l" r="r" t="t"/>
            <a:pathLst>
              <a:path extrusionOk="0" h="56" w="64">
                <a:moveTo>
                  <a:pt x="5" y="2"/>
                </a:moveTo>
                <a:cubicBezTo>
                  <a:pt x="5" y="2"/>
                  <a:pt x="11" y="2"/>
                  <a:pt x="12" y="2"/>
                </a:cubicBezTo>
                <a:cubicBezTo>
                  <a:pt x="15" y="2"/>
                  <a:pt x="18" y="2"/>
                  <a:pt x="22" y="2"/>
                </a:cubicBezTo>
                <a:cubicBezTo>
                  <a:pt x="24" y="2"/>
                  <a:pt x="27" y="2"/>
                  <a:pt x="29" y="2"/>
                </a:cubicBezTo>
                <a:cubicBezTo>
                  <a:pt x="40" y="2"/>
                  <a:pt x="40" y="2"/>
                  <a:pt x="40" y="2"/>
                </a:cubicBezTo>
                <a:cubicBezTo>
                  <a:pt x="41" y="2"/>
                  <a:pt x="42" y="2"/>
                  <a:pt x="43" y="1"/>
                </a:cubicBezTo>
                <a:cubicBezTo>
                  <a:pt x="44" y="1"/>
                  <a:pt x="44" y="1"/>
                  <a:pt x="44" y="1"/>
                </a:cubicBezTo>
                <a:cubicBezTo>
                  <a:pt x="45" y="1"/>
                  <a:pt x="45" y="1"/>
                  <a:pt x="45" y="1"/>
                </a:cubicBezTo>
                <a:cubicBezTo>
                  <a:pt x="45" y="5"/>
                  <a:pt x="45" y="9"/>
                  <a:pt x="45" y="13"/>
                </a:cubicBezTo>
                <a:cubicBezTo>
                  <a:pt x="45" y="14"/>
                  <a:pt x="45" y="15"/>
                  <a:pt x="45" y="16"/>
                </a:cubicBezTo>
                <a:cubicBezTo>
                  <a:pt x="44" y="17"/>
                  <a:pt x="44" y="17"/>
                  <a:pt x="43" y="17"/>
                </a:cubicBezTo>
                <a:cubicBezTo>
                  <a:pt x="42" y="16"/>
                  <a:pt x="41" y="14"/>
                  <a:pt x="41" y="13"/>
                </a:cubicBezTo>
                <a:cubicBezTo>
                  <a:pt x="41" y="12"/>
                  <a:pt x="40" y="7"/>
                  <a:pt x="40" y="7"/>
                </a:cubicBezTo>
                <a:cubicBezTo>
                  <a:pt x="39" y="6"/>
                  <a:pt x="38" y="6"/>
                  <a:pt x="37" y="6"/>
                </a:cubicBezTo>
                <a:cubicBezTo>
                  <a:pt x="34" y="6"/>
                  <a:pt x="30" y="6"/>
                  <a:pt x="27" y="6"/>
                </a:cubicBezTo>
                <a:cubicBezTo>
                  <a:pt x="27" y="8"/>
                  <a:pt x="27" y="10"/>
                  <a:pt x="27" y="11"/>
                </a:cubicBezTo>
                <a:cubicBezTo>
                  <a:pt x="27" y="21"/>
                  <a:pt x="27" y="31"/>
                  <a:pt x="27" y="41"/>
                </a:cubicBezTo>
                <a:cubicBezTo>
                  <a:pt x="27" y="44"/>
                  <a:pt x="27" y="47"/>
                  <a:pt x="27" y="50"/>
                </a:cubicBezTo>
                <a:cubicBezTo>
                  <a:pt x="30" y="51"/>
                  <a:pt x="33" y="51"/>
                  <a:pt x="36" y="53"/>
                </a:cubicBezTo>
                <a:cubicBezTo>
                  <a:pt x="36" y="53"/>
                  <a:pt x="36" y="54"/>
                  <a:pt x="36" y="54"/>
                </a:cubicBezTo>
                <a:cubicBezTo>
                  <a:pt x="36" y="55"/>
                  <a:pt x="36" y="55"/>
                  <a:pt x="36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0" y="56"/>
                  <a:pt x="25" y="55"/>
                  <a:pt x="20" y="55"/>
                </a:cubicBezTo>
                <a:cubicBezTo>
                  <a:pt x="16" y="55"/>
                  <a:pt x="13" y="55"/>
                  <a:pt x="9" y="55"/>
                </a:cubicBezTo>
                <a:cubicBezTo>
                  <a:pt x="9" y="55"/>
                  <a:pt x="9" y="54"/>
                  <a:pt x="9" y="54"/>
                </a:cubicBezTo>
                <a:cubicBezTo>
                  <a:pt x="9" y="53"/>
                  <a:pt x="9" y="53"/>
                  <a:pt x="9" y="53"/>
                </a:cubicBezTo>
                <a:cubicBezTo>
                  <a:pt x="10" y="51"/>
                  <a:pt x="15" y="51"/>
                  <a:pt x="17" y="50"/>
                </a:cubicBezTo>
                <a:cubicBezTo>
                  <a:pt x="18" y="48"/>
                  <a:pt x="18" y="38"/>
                  <a:pt x="18" y="36"/>
                </a:cubicBezTo>
                <a:cubicBezTo>
                  <a:pt x="18" y="29"/>
                  <a:pt x="18" y="22"/>
                  <a:pt x="18" y="14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7"/>
                  <a:pt x="18" y="6"/>
                </a:cubicBezTo>
                <a:cubicBezTo>
                  <a:pt x="17" y="6"/>
                  <a:pt x="12" y="6"/>
                  <a:pt x="12" y="6"/>
                </a:cubicBezTo>
                <a:cubicBezTo>
                  <a:pt x="10" y="6"/>
                  <a:pt x="7" y="7"/>
                  <a:pt x="6" y="7"/>
                </a:cubicBezTo>
                <a:cubicBezTo>
                  <a:pt x="4" y="9"/>
                  <a:pt x="4" y="16"/>
                  <a:pt x="2" y="16"/>
                </a:cubicBezTo>
                <a:cubicBezTo>
                  <a:pt x="1" y="15"/>
                  <a:pt x="0" y="15"/>
                  <a:pt x="0" y="14"/>
                </a:cubicBezTo>
                <a:cubicBezTo>
                  <a:pt x="0" y="1"/>
                  <a:pt x="0" y="1"/>
                  <a:pt x="0" y="1"/>
                </a:cubicBezTo>
                <a:cubicBezTo>
                  <a:pt x="3" y="1"/>
                  <a:pt x="3" y="1"/>
                  <a:pt x="3" y="1"/>
                </a:cubicBezTo>
                <a:lnTo>
                  <a:pt x="5" y="2"/>
                </a:lnTo>
                <a:close/>
                <a:moveTo>
                  <a:pt x="63" y="48"/>
                </a:moveTo>
                <a:cubicBezTo>
                  <a:pt x="59" y="54"/>
                  <a:pt x="59" y="54"/>
                  <a:pt x="59" y="54"/>
                </a:cubicBezTo>
                <a:cubicBezTo>
                  <a:pt x="58" y="56"/>
                  <a:pt x="56" y="56"/>
                  <a:pt x="55" y="54"/>
                </a:cubicBezTo>
                <a:cubicBezTo>
                  <a:pt x="51" y="48"/>
                  <a:pt x="51" y="48"/>
                  <a:pt x="51" y="48"/>
                </a:cubicBezTo>
                <a:cubicBezTo>
                  <a:pt x="50" y="47"/>
                  <a:pt x="50" y="46"/>
                  <a:pt x="52" y="46"/>
                </a:cubicBezTo>
                <a:cubicBezTo>
                  <a:pt x="55" y="46"/>
                  <a:pt x="55" y="46"/>
                  <a:pt x="55" y="46"/>
                </a:cubicBezTo>
                <a:cubicBezTo>
                  <a:pt x="55" y="10"/>
                  <a:pt x="55" y="10"/>
                  <a:pt x="55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0" y="10"/>
                  <a:pt x="50" y="9"/>
                  <a:pt x="51" y="7"/>
                </a:cubicBezTo>
                <a:cubicBezTo>
                  <a:pt x="55" y="2"/>
                  <a:pt x="55" y="2"/>
                  <a:pt x="55" y="2"/>
                </a:cubicBezTo>
                <a:cubicBezTo>
                  <a:pt x="56" y="0"/>
                  <a:pt x="58" y="0"/>
                  <a:pt x="59" y="2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9"/>
                  <a:pt x="64" y="10"/>
                  <a:pt x="62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46"/>
                  <a:pt x="59" y="46"/>
                  <a:pt x="59" y="46"/>
                </a:cubicBezTo>
                <a:cubicBezTo>
                  <a:pt x="62" y="46"/>
                  <a:pt x="62" y="46"/>
                  <a:pt x="62" y="46"/>
                </a:cubicBezTo>
                <a:cubicBezTo>
                  <a:pt x="64" y="46"/>
                  <a:pt x="64" y="47"/>
                  <a:pt x="63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6" name="Google Shape;2826;p10"/>
          <p:cNvSpPr/>
          <p:nvPr/>
        </p:nvSpPr>
        <p:spPr>
          <a:xfrm>
            <a:off x="1484313" y="4011613"/>
            <a:ext cx="220662" cy="173037"/>
          </a:xfrm>
          <a:custGeom>
            <a:rect b="b" l="l" r="r" t="t"/>
            <a:pathLst>
              <a:path extrusionOk="0" h="50" w="64">
                <a:moveTo>
                  <a:pt x="18" y="10"/>
                </a:moveTo>
                <a:cubicBezTo>
                  <a:pt x="18" y="12"/>
                  <a:pt x="17" y="13"/>
                  <a:pt x="15" y="13"/>
                </a:cubicBezTo>
                <a:cubicBezTo>
                  <a:pt x="3" y="13"/>
                  <a:pt x="3" y="13"/>
                  <a:pt x="3" y="13"/>
                </a:cubicBezTo>
                <a:cubicBezTo>
                  <a:pt x="1" y="13"/>
                  <a:pt x="0" y="12"/>
                  <a:pt x="0" y="1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7" y="0"/>
                  <a:pt x="18" y="1"/>
                  <a:pt x="18" y="3"/>
                </a:cubicBezTo>
                <a:lnTo>
                  <a:pt x="18" y="10"/>
                </a:lnTo>
                <a:close/>
                <a:moveTo>
                  <a:pt x="18" y="28"/>
                </a:moveTo>
                <a:cubicBezTo>
                  <a:pt x="18" y="30"/>
                  <a:pt x="17" y="32"/>
                  <a:pt x="15" y="32"/>
                </a:cubicBezTo>
                <a:cubicBezTo>
                  <a:pt x="3" y="32"/>
                  <a:pt x="3" y="32"/>
                  <a:pt x="3" y="32"/>
                </a:cubicBezTo>
                <a:cubicBezTo>
                  <a:pt x="1" y="32"/>
                  <a:pt x="0" y="30"/>
                  <a:pt x="0" y="28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9"/>
                  <a:pt x="1" y="18"/>
                  <a:pt x="3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7" y="18"/>
                  <a:pt x="18" y="19"/>
                  <a:pt x="18" y="21"/>
                </a:cubicBezTo>
                <a:lnTo>
                  <a:pt x="18" y="28"/>
                </a:lnTo>
                <a:close/>
                <a:moveTo>
                  <a:pt x="18" y="46"/>
                </a:moveTo>
                <a:cubicBezTo>
                  <a:pt x="18" y="48"/>
                  <a:pt x="17" y="50"/>
                  <a:pt x="1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1" y="50"/>
                  <a:pt x="0" y="48"/>
                  <a:pt x="0" y="46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lnTo>
                  <a:pt x="18" y="46"/>
                </a:lnTo>
                <a:close/>
                <a:moveTo>
                  <a:pt x="64" y="10"/>
                </a:moveTo>
                <a:cubicBezTo>
                  <a:pt x="64" y="12"/>
                  <a:pt x="62" y="13"/>
                  <a:pt x="60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4" y="13"/>
                  <a:pt x="23" y="12"/>
                  <a:pt x="23" y="10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2" y="0"/>
                  <a:pt x="64" y="1"/>
                  <a:pt x="64" y="3"/>
                </a:cubicBezTo>
                <a:lnTo>
                  <a:pt x="64" y="10"/>
                </a:lnTo>
                <a:close/>
                <a:moveTo>
                  <a:pt x="64" y="28"/>
                </a:moveTo>
                <a:cubicBezTo>
                  <a:pt x="64" y="30"/>
                  <a:pt x="62" y="32"/>
                  <a:pt x="60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4" y="32"/>
                  <a:pt x="23" y="30"/>
                  <a:pt x="23" y="28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19"/>
                  <a:pt x="24" y="18"/>
                  <a:pt x="26" y="18"/>
                </a:cubicBezTo>
                <a:cubicBezTo>
                  <a:pt x="60" y="18"/>
                  <a:pt x="60" y="18"/>
                  <a:pt x="60" y="18"/>
                </a:cubicBezTo>
                <a:cubicBezTo>
                  <a:pt x="62" y="18"/>
                  <a:pt x="64" y="19"/>
                  <a:pt x="64" y="21"/>
                </a:cubicBezTo>
                <a:lnTo>
                  <a:pt x="64" y="28"/>
                </a:lnTo>
                <a:close/>
                <a:moveTo>
                  <a:pt x="64" y="46"/>
                </a:moveTo>
                <a:cubicBezTo>
                  <a:pt x="64" y="48"/>
                  <a:pt x="62" y="50"/>
                  <a:pt x="60" y="50"/>
                </a:cubicBezTo>
                <a:cubicBezTo>
                  <a:pt x="26" y="50"/>
                  <a:pt x="26" y="50"/>
                  <a:pt x="26" y="50"/>
                </a:cubicBezTo>
                <a:cubicBezTo>
                  <a:pt x="24" y="50"/>
                  <a:pt x="23" y="48"/>
                  <a:pt x="23" y="46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10"/>
          <p:cNvSpPr/>
          <p:nvPr/>
        </p:nvSpPr>
        <p:spPr>
          <a:xfrm>
            <a:off x="1979613" y="3994150"/>
            <a:ext cx="188912" cy="203200"/>
          </a:xfrm>
          <a:custGeom>
            <a:rect b="b" l="l" r="r" t="t"/>
            <a:pathLst>
              <a:path extrusionOk="0" h="59" w="55">
                <a:moveTo>
                  <a:pt x="53" y="33"/>
                </a:moveTo>
                <a:cubicBezTo>
                  <a:pt x="53" y="34"/>
                  <a:pt x="53" y="35"/>
                  <a:pt x="53" y="36"/>
                </a:cubicBezTo>
                <a:cubicBezTo>
                  <a:pt x="53" y="37"/>
                  <a:pt x="53" y="39"/>
                  <a:pt x="52" y="41"/>
                </a:cubicBezTo>
                <a:cubicBezTo>
                  <a:pt x="52" y="41"/>
                  <a:pt x="52" y="42"/>
                  <a:pt x="52" y="42"/>
                </a:cubicBezTo>
                <a:cubicBezTo>
                  <a:pt x="52" y="45"/>
                  <a:pt x="51" y="47"/>
                  <a:pt x="50" y="49"/>
                </a:cubicBezTo>
                <a:cubicBezTo>
                  <a:pt x="50" y="55"/>
                  <a:pt x="45" y="59"/>
                  <a:pt x="39" y="59"/>
                </a:cubicBezTo>
                <a:cubicBezTo>
                  <a:pt x="37" y="59"/>
                  <a:pt x="37" y="59"/>
                  <a:pt x="37" y="59"/>
                </a:cubicBezTo>
                <a:cubicBezTo>
                  <a:pt x="34" y="59"/>
                  <a:pt x="34" y="59"/>
                  <a:pt x="34" y="59"/>
                </a:cubicBezTo>
                <a:cubicBezTo>
                  <a:pt x="29" y="59"/>
                  <a:pt x="24" y="58"/>
                  <a:pt x="20" y="56"/>
                </a:cubicBezTo>
                <a:cubicBezTo>
                  <a:pt x="19" y="56"/>
                  <a:pt x="16" y="55"/>
                  <a:pt x="15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2" y="55"/>
                  <a:pt x="0" y="53"/>
                  <a:pt x="0" y="50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5"/>
                  <a:pt x="2" y="23"/>
                  <a:pt x="4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6" y="22"/>
                  <a:pt x="18" y="19"/>
                  <a:pt x="19" y="17"/>
                </a:cubicBezTo>
                <a:cubicBezTo>
                  <a:pt x="20" y="16"/>
                  <a:pt x="21" y="14"/>
                  <a:pt x="23" y="13"/>
                </a:cubicBezTo>
                <a:cubicBezTo>
                  <a:pt x="25" y="10"/>
                  <a:pt x="24" y="5"/>
                  <a:pt x="27" y="1"/>
                </a:cubicBezTo>
                <a:cubicBezTo>
                  <a:pt x="28" y="0"/>
                  <a:pt x="29" y="0"/>
                  <a:pt x="31" y="0"/>
                </a:cubicBezTo>
                <a:cubicBezTo>
                  <a:pt x="34" y="0"/>
                  <a:pt x="38" y="1"/>
                  <a:pt x="40" y="5"/>
                </a:cubicBezTo>
                <a:cubicBezTo>
                  <a:pt x="41" y="7"/>
                  <a:pt x="41" y="9"/>
                  <a:pt x="41" y="11"/>
                </a:cubicBezTo>
                <a:cubicBezTo>
                  <a:pt x="41" y="14"/>
                  <a:pt x="40" y="16"/>
                  <a:pt x="39" y="18"/>
                </a:cubicBezTo>
                <a:cubicBezTo>
                  <a:pt x="45" y="18"/>
                  <a:pt x="45" y="18"/>
                  <a:pt x="45" y="18"/>
                </a:cubicBezTo>
                <a:cubicBezTo>
                  <a:pt x="50" y="18"/>
                  <a:pt x="55" y="22"/>
                  <a:pt x="55" y="27"/>
                </a:cubicBezTo>
                <a:cubicBezTo>
                  <a:pt x="55" y="29"/>
                  <a:pt x="54" y="31"/>
                  <a:pt x="53" y="33"/>
                </a:cubicBezTo>
                <a:close/>
                <a:moveTo>
                  <a:pt x="7" y="46"/>
                </a:moveTo>
                <a:cubicBezTo>
                  <a:pt x="5" y="46"/>
                  <a:pt x="4" y="47"/>
                  <a:pt x="4" y="48"/>
                </a:cubicBezTo>
                <a:cubicBezTo>
                  <a:pt x="4" y="49"/>
                  <a:pt x="5" y="50"/>
                  <a:pt x="7" y="50"/>
                </a:cubicBezTo>
                <a:cubicBezTo>
                  <a:pt x="8" y="50"/>
                  <a:pt x="9" y="49"/>
                  <a:pt x="9" y="48"/>
                </a:cubicBezTo>
                <a:cubicBezTo>
                  <a:pt x="9" y="47"/>
                  <a:pt x="8" y="46"/>
                  <a:pt x="7" y="46"/>
                </a:cubicBezTo>
                <a:close/>
                <a:moveTo>
                  <a:pt x="45" y="23"/>
                </a:moveTo>
                <a:cubicBezTo>
                  <a:pt x="33" y="23"/>
                  <a:pt x="33" y="23"/>
                  <a:pt x="33" y="23"/>
                </a:cubicBezTo>
                <a:cubicBezTo>
                  <a:pt x="33" y="19"/>
                  <a:pt x="36" y="16"/>
                  <a:pt x="36" y="11"/>
                </a:cubicBezTo>
                <a:cubicBezTo>
                  <a:pt x="36" y="7"/>
                  <a:pt x="36" y="5"/>
                  <a:pt x="31" y="5"/>
                </a:cubicBezTo>
                <a:cubicBezTo>
                  <a:pt x="28" y="7"/>
                  <a:pt x="30" y="12"/>
                  <a:pt x="26" y="16"/>
                </a:cubicBezTo>
                <a:cubicBezTo>
                  <a:pt x="25" y="17"/>
                  <a:pt x="24" y="18"/>
                  <a:pt x="23" y="19"/>
                </a:cubicBezTo>
                <a:cubicBezTo>
                  <a:pt x="22" y="21"/>
                  <a:pt x="17" y="27"/>
                  <a:pt x="15" y="27"/>
                </a:cubicBezTo>
                <a:cubicBezTo>
                  <a:pt x="13" y="27"/>
                  <a:pt x="13" y="27"/>
                  <a:pt x="13" y="27"/>
                </a:cubicBezTo>
                <a:cubicBezTo>
                  <a:pt x="13" y="50"/>
                  <a:pt x="13" y="50"/>
                  <a:pt x="13" y="50"/>
                </a:cubicBezTo>
                <a:cubicBezTo>
                  <a:pt x="15" y="50"/>
                  <a:pt x="15" y="50"/>
                  <a:pt x="15" y="50"/>
                </a:cubicBezTo>
                <a:cubicBezTo>
                  <a:pt x="17" y="50"/>
                  <a:pt x="20" y="52"/>
                  <a:pt x="22" y="52"/>
                </a:cubicBezTo>
                <a:cubicBezTo>
                  <a:pt x="26" y="54"/>
                  <a:pt x="30" y="55"/>
                  <a:pt x="34" y="55"/>
                </a:cubicBezTo>
                <a:cubicBezTo>
                  <a:pt x="38" y="55"/>
                  <a:pt x="38" y="55"/>
                  <a:pt x="38" y="55"/>
                </a:cubicBezTo>
                <a:cubicBezTo>
                  <a:pt x="42" y="55"/>
                  <a:pt x="45" y="53"/>
                  <a:pt x="45" y="49"/>
                </a:cubicBezTo>
                <a:cubicBezTo>
                  <a:pt x="45" y="48"/>
                  <a:pt x="45" y="47"/>
                  <a:pt x="45" y="47"/>
                </a:cubicBezTo>
                <a:cubicBezTo>
                  <a:pt x="47" y="46"/>
                  <a:pt x="47" y="44"/>
                  <a:pt x="47" y="42"/>
                </a:cubicBezTo>
                <a:cubicBezTo>
                  <a:pt x="47" y="41"/>
                  <a:pt x="47" y="41"/>
                  <a:pt x="47" y="40"/>
                </a:cubicBezTo>
                <a:cubicBezTo>
                  <a:pt x="48" y="39"/>
                  <a:pt x="49" y="37"/>
                  <a:pt x="49" y="36"/>
                </a:cubicBezTo>
                <a:cubicBezTo>
                  <a:pt x="49" y="34"/>
                  <a:pt x="48" y="33"/>
                  <a:pt x="47" y="32"/>
                </a:cubicBezTo>
                <a:cubicBezTo>
                  <a:pt x="49" y="32"/>
                  <a:pt x="50" y="29"/>
                  <a:pt x="50" y="27"/>
                </a:cubicBezTo>
                <a:cubicBezTo>
                  <a:pt x="50" y="25"/>
                  <a:pt x="48" y="23"/>
                  <a:pt x="45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10"/>
          <p:cNvSpPr/>
          <p:nvPr/>
        </p:nvSpPr>
        <p:spPr>
          <a:xfrm>
            <a:off x="2474913" y="4011613"/>
            <a:ext cx="188912" cy="185737"/>
          </a:xfrm>
          <a:custGeom>
            <a:rect b="b" l="l" r="r" t="t"/>
            <a:pathLst>
              <a:path extrusionOk="0" h="54" w="55">
                <a:moveTo>
                  <a:pt x="27" y="54"/>
                </a:moveTo>
                <a:cubicBezTo>
                  <a:pt x="12" y="54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4"/>
                  <a:pt x="27" y="54"/>
                </a:cubicBezTo>
                <a:close/>
                <a:moveTo>
                  <a:pt x="40" y="33"/>
                </a:moveTo>
                <a:cubicBezTo>
                  <a:pt x="34" y="27"/>
                  <a:pt x="34" y="27"/>
                  <a:pt x="34" y="27"/>
                </a:cubicBezTo>
                <a:cubicBezTo>
                  <a:pt x="40" y="20"/>
                  <a:pt x="40" y="20"/>
                  <a:pt x="40" y="20"/>
                </a:cubicBezTo>
                <a:cubicBezTo>
                  <a:pt x="41" y="20"/>
                  <a:pt x="41" y="19"/>
                  <a:pt x="41" y="19"/>
                </a:cubicBezTo>
                <a:cubicBezTo>
                  <a:pt x="41" y="18"/>
                  <a:pt x="41" y="18"/>
                  <a:pt x="40" y="17"/>
                </a:cubicBezTo>
                <a:cubicBezTo>
                  <a:pt x="37" y="14"/>
                  <a:pt x="37" y="14"/>
                  <a:pt x="37" y="14"/>
                </a:cubicBezTo>
                <a:cubicBezTo>
                  <a:pt x="36" y="14"/>
                  <a:pt x="36" y="13"/>
                  <a:pt x="35" y="13"/>
                </a:cubicBezTo>
                <a:cubicBezTo>
                  <a:pt x="35" y="13"/>
                  <a:pt x="34" y="14"/>
                  <a:pt x="34" y="14"/>
                </a:cubicBezTo>
                <a:cubicBezTo>
                  <a:pt x="27" y="20"/>
                  <a:pt x="27" y="20"/>
                  <a:pt x="27" y="20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4"/>
                  <a:pt x="20" y="13"/>
                  <a:pt x="19" y="13"/>
                </a:cubicBezTo>
                <a:cubicBezTo>
                  <a:pt x="19" y="13"/>
                  <a:pt x="18" y="14"/>
                  <a:pt x="17" y="14"/>
                </a:cubicBezTo>
                <a:cubicBezTo>
                  <a:pt x="14" y="17"/>
                  <a:pt x="14" y="17"/>
                  <a:pt x="14" y="17"/>
                </a:cubicBezTo>
                <a:cubicBezTo>
                  <a:pt x="14" y="18"/>
                  <a:pt x="14" y="18"/>
                  <a:pt x="14" y="19"/>
                </a:cubicBezTo>
                <a:cubicBezTo>
                  <a:pt x="14" y="19"/>
                  <a:pt x="14" y="20"/>
                  <a:pt x="14" y="20"/>
                </a:cubicBezTo>
                <a:cubicBezTo>
                  <a:pt x="21" y="27"/>
                  <a:pt x="21" y="27"/>
                  <a:pt x="21" y="27"/>
                </a:cubicBezTo>
                <a:cubicBezTo>
                  <a:pt x="14" y="33"/>
                  <a:pt x="14" y="33"/>
                  <a:pt x="14" y="33"/>
                </a:cubicBezTo>
                <a:cubicBezTo>
                  <a:pt x="14" y="34"/>
                  <a:pt x="14" y="34"/>
                  <a:pt x="14" y="35"/>
                </a:cubicBezTo>
                <a:cubicBezTo>
                  <a:pt x="14" y="36"/>
                  <a:pt x="14" y="36"/>
                  <a:pt x="14" y="37"/>
                </a:cubicBezTo>
                <a:cubicBezTo>
                  <a:pt x="17" y="40"/>
                  <a:pt x="17" y="40"/>
                  <a:pt x="17" y="40"/>
                </a:cubicBezTo>
                <a:cubicBezTo>
                  <a:pt x="18" y="40"/>
                  <a:pt x="19" y="41"/>
                  <a:pt x="19" y="41"/>
                </a:cubicBezTo>
                <a:cubicBezTo>
                  <a:pt x="20" y="41"/>
                  <a:pt x="20" y="40"/>
                  <a:pt x="21" y="40"/>
                </a:cubicBezTo>
                <a:cubicBezTo>
                  <a:pt x="27" y="33"/>
                  <a:pt x="27" y="33"/>
                  <a:pt x="27" y="33"/>
                </a:cubicBezTo>
                <a:cubicBezTo>
                  <a:pt x="34" y="40"/>
                  <a:pt x="34" y="40"/>
                  <a:pt x="34" y="40"/>
                </a:cubicBezTo>
                <a:cubicBezTo>
                  <a:pt x="34" y="40"/>
                  <a:pt x="35" y="41"/>
                  <a:pt x="35" y="41"/>
                </a:cubicBezTo>
                <a:cubicBezTo>
                  <a:pt x="36" y="41"/>
                  <a:pt x="36" y="40"/>
                  <a:pt x="37" y="40"/>
                </a:cubicBezTo>
                <a:cubicBezTo>
                  <a:pt x="40" y="37"/>
                  <a:pt x="40" y="37"/>
                  <a:pt x="40" y="37"/>
                </a:cubicBezTo>
                <a:cubicBezTo>
                  <a:pt x="41" y="36"/>
                  <a:pt x="41" y="36"/>
                  <a:pt x="41" y="35"/>
                </a:cubicBezTo>
                <a:cubicBezTo>
                  <a:pt x="41" y="34"/>
                  <a:pt x="41" y="34"/>
                  <a:pt x="40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9" name="Google Shape;2829;p10"/>
          <p:cNvSpPr/>
          <p:nvPr/>
        </p:nvSpPr>
        <p:spPr>
          <a:xfrm>
            <a:off x="2968625" y="4011613"/>
            <a:ext cx="188913" cy="185737"/>
          </a:xfrm>
          <a:custGeom>
            <a:rect b="b" l="l" r="r" t="t"/>
            <a:pathLst>
              <a:path extrusionOk="0" h="54" w="55">
                <a:moveTo>
                  <a:pt x="55" y="44"/>
                </a:moveTo>
                <a:cubicBezTo>
                  <a:pt x="55" y="50"/>
                  <a:pt x="50" y="54"/>
                  <a:pt x="44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4" y="54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45" y="10"/>
                </a:moveTo>
                <a:cubicBezTo>
                  <a:pt x="45" y="9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9"/>
                  <a:pt x="9" y="10"/>
                </a:cubicBezTo>
                <a:cubicBezTo>
                  <a:pt x="9" y="44"/>
                  <a:pt x="9" y="44"/>
                  <a:pt x="9" y="44"/>
                </a:cubicBezTo>
                <a:cubicBezTo>
                  <a:pt x="9" y="45"/>
                  <a:pt x="9" y="45"/>
                  <a:pt x="10" y="45"/>
                </a:cubicBezTo>
                <a:cubicBezTo>
                  <a:pt x="44" y="45"/>
                  <a:pt x="44" y="45"/>
                  <a:pt x="44" y="45"/>
                </a:cubicBezTo>
                <a:cubicBezTo>
                  <a:pt x="45" y="45"/>
                  <a:pt x="45" y="45"/>
                  <a:pt x="45" y="44"/>
                </a:cubicBezTo>
                <a:lnTo>
                  <a:pt x="45" y="10"/>
                </a:lnTo>
                <a:close/>
                <a:moveTo>
                  <a:pt x="36" y="38"/>
                </a:moveTo>
                <a:cubicBezTo>
                  <a:pt x="36" y="40"/>
                  <a:pt x="35" y="41"/>
                  <a:pt x="34" y="41"/>
                </a:cubicBezTo>
                <a:cubicBezTo>
                  <a:pt x="34" y="41"/>
                  <a:pt x="33" y="41"/>
                  <a:pt x="33" y="40"/>
                </a:cubicBezTo>
                <a:cubicBezTo>
                  <a:pt x="17" y="29"/>
                  <a:pt x="17" y="29"/>
                  <a:pt x="17" y="29"/>
                </a:cubicBezTo>
                <a:cubicBezTo>
                  <a:pt x="16" y="28"/>
                  <a:pt x="16" y="28"/>
                  <a:pt x="16" y="27"/>
                </a:cubicBezTo>
                <a:cubicBezTo>
                  <a:pt x="16" y="26"/>
                  <a:pt x="16" y="26"/>
                  <a:pt x="17" y="25"/>
                </a:cubicBezTo>
                <a:cubicBezTo>
                  <a:pt x="33" y="14"/>
                  <a:pt x="33" y="14"/>
                  <a:pt x="33" y="14"/>
                </a:cubicBezTo>
                <a:cubicBezTo>
                  <a:pt x="33" y="13"/>
                  <a:pt x="34" y="13"/>
                  <a:pt x="34" y="13"/>
                </a:cubicBezTo>
                <a:cubicBezTo>
                  <a:pt x="35" y="13"/>
                  <a:pt x="36" y="14"/>
                  <a:pt x="36" y="16"/>
                </a:cubicBezTo>
                <a:lnTo>
                  <a:pt x="36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0" name="Google Shape;2830;p10"/>
          <p:cNvSpPr/>
          <p:nvPr/>
        </p:nvSpPr>
        <p:spPr>
          <a:xfrm>
            <a:off x="3463925" y="4011613"/>
            <a:ext cx="188913" cy="185737"/>
          </a:xfrm>
          <a:custGeom>
            <a:rect b="b" l="l" r="r" t="t"/>
            <a:pathLst>
              <a:path extrusionOk="0" h="54" w="55">
                <a:moveTo>
                  <a:pt x="55" y="44"/>
                </a:moveTo>
                <a:cubicBezTo>
                  <a:pt x="55" y="50"/>
                  <a:pt x="50" y="54"/>
                  <a:pt x="44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4" y="54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4"/>
                  <a:pt x="55" y="10"/>
                </a:cubicBezTo>
                <a:lnTo>
                  <a:pt x="55" y="44"/>
                </a:lnTo>
                <a:close/>
                <a:moveTo>
                  <a:pt x="45" y="10"/>
                </a:moveTo>
                <a:cubicBezTo>
                  <a:pt x="45" y="9"/>
                  <a:pt x="45" y="9"/>
                  <a:pt x="44" y="9"/>
                </a:cubicBezTo>
                <a:cubicBezTo>
                  <a:pt x="10" y="9"/>
                  <a:pt x="10" y="9"/>
                  <a:pt x="10" y="9"/>
                </a:cubicBezTo>
                <a:cubicBezTo>
                  <a:pt x="9" y="9"/>
                  <a:pt x="9" y="9"/>
                  <a:pt x="9" y="10"/>
                </a:cubicBezTo>
                <a:cubicBezTo>
                  <a:pt x="9" y="44"/>
                  <a:pt x="9" y="44"/>
                  <a:pt x="9" y="44"/>
                </a:cubicBezTo>
                <a:cubicBezTo>
                  <a:pt x="9" y="45"/>
                  <a:pt x="9" y="45"/>
                  <a:pt x="10" y="45"/>
                </a:cubicBezTo>
                <a:cubicBezTo>
                  <a:pt x="44" y="45"/>
                  <a:pt x="44" y="45"/>
                  <a:pt x="44" y="45"/>
                </a:cubicBezTo>
                <a:cubicBezTo>
                  <a:pt x="45" y="45"/>
                  <a:pt x="45" y="45"/>
                  <a:pt x="45" y="44"/>
                </a:cubicBezTo>
                <a:lnTo>
                  <a:pt x="45" y="10"/>
                </a:lnTo>
                <a:close/>
                <a:moveTo>
                  <a:pt x="39" y="36"/>
                </a:moveTo>
                <a:cubicBezTo>
                  <a:pt x="16" y="36"/>
                  <a:pt x="16" y="36"/>
                  <a:pt x="16" y="36"/>
                </a:cubicBezTo>
                <a:cubicBezTo>
                  <a:pt x="15" y="36"/>
                  <a:pt x="14" y="36"/>
                  <a:pt x="14" y="35"/>
                </a:cubicBezTo>
                <a:cubicBezTo>
                  <a:pt x="13" y="34"/>
                  <a:pt x="13" y="33"/>
                  <a:pt x="14" y="32"/>
                </a:cubicBezTo>
                <a:cubicBezTo>
                  <a:pt x="25" y="16"/>
                  <a:pt x="25" y="16"/>
                  <a:pt x="25" y="16"/>
                </a:cubicBezTo>
                <a:cubicBezTo>
                  <a:pt x="26" y="16"/>
                  <a:pt x="26" y="16"/>
                  <a:pt x="27" y="16"/>
                </a:cubicBezTo>
                <a:cubicBezTo>
                  <a:pt x="28" y="16"/>
                  <a:pt x="29" y="16"/>
                  <a:pt x="29" y="16"/>
                </a:cubicBezTo>
                <a:cubicBezTo>
                  <a:pt x="40" y="32"/>
                  <a:pt x="40" y="32"/>
                  <a:pt x="40" y="32"/>
                </a:cubicBezTo>
                <a:cubicBezTo>
                  <a:pt x="41" y="33"/>
                  <a:pt x="41" y="34"/>
                  <a:pt x="41" y="35"/>
                </a:cubicBezTo>
                <a:cubicBezTo>
                  <a:pt x="40" y="36"/>
                  <a:pt x="39" y="36"/>
                  <a:pt x="39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1" name="Google Shape;2831;p10"/>
          <p:cNvSpPr/>
          <p:nvPr/>
        </p:nvSpPr>
        <p:spPr>
          <a:xfrm>
            <a:off x="3959225" y="4011613"/>
            <a:ext cx="188913" cy="185737"/>
          </a:xfrm>
          <a:custGeom>
            <a:rect b="b" l="l" r="r" t="t"/>
            <a:pathLst>
              <a:path extrusionOk="0" h="54" w="55">
                <a:moveTo>
                  <a:pt x="55" y="52"/>
                </a:moveTo>
                <a:cubicBezTo>
                  <a:pt x="55" y="53"/>
                  <a:pt x="54" y="54"/>
                  <a:pt x="52" y="54"/>
                </a:cubicBezTo>
                <a:cubicBezTo>
                  <a:pt x="2" y="54"/>
                  <a:pt x="2" y="54"/>
                  <a:pt x="2" y="54"/>
                </a:cubicBezTo>
                <a:cubicBezTo>
                  <a:pt x="1" y="54"/>
                  <a:pt x="0" y="53"/>
                  <a:pt x="0" y="5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52"/>
                </a:lnTo>
                <a:close/>
                <a:moveTo>
                  <a:pt x="25" y="6"/>
                </a:moveTo>
                <a:cubicBezTo>
                  <a:pt x="25" y="6"/>
                  <a:pt x="24" y="5"/>
                  <a:pt x="24" y="5"/>
                </a:cubicBezTo>
                <a:cubicBezTo>
                  <a:pt x="7" y="5"/>
                  <a:pt x="7" y="5"/>
                  <a:pt x="7" y="5"/>
                </a:cubicBezTo>
                <a:cubicBezTo>
                  <a:pt x="6" y="5"/>
                  <a:pt x="5" y="6"/>
                  <a:pt x="5" y="6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4"/>
                  <a:pt x="6" y="44"/>
                  <a:pt x="7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4" y="44"/>
                  <a:pt x="25" y="44"/>
                  <a:pt x="25" y="43"/>
                </a:cubicBezTo>
                <a:lnTo>
                  <a:pt x="25" y="6"/>
                </a:lnTo>
                <a:close/>
                <a:moveTo>
                  <a:pt x="49" y="6"/>
                </a:moveTo>
                <a:cubicBezTo>
                  <a:pt x="49" y="6"/>
                  <a:pt x="48" y="5"/>
                  <a:pt x="48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0" y="5"/>
                  <a:pt x="29" y="6"/>
                  <a:pt x="29" y="6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30"/>
                  <a:pt x="30" y="30"/>
                  <a:pt x="31" y="30"/>
                </a:cubicBezTo>
                <a:cubicBezTo>
                  <a:pt x="48" y="30"/>
                  <a:pt x="48" y="30"/>
                  <a:pt x="48" y="30"/>
                </a:cubicBezTo>
                <a:cubicBezTo>
                  <a:pt x="48" y="30"/>
                  <a:pt x="49" y="30"/>
                  <a:pt x="49" y="29"/>
                </a:cubicBezTo>
                <a:lnTo>
                  <a:pt x="49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10"/>
          <p:cNvSpPr/>
          <p:nvPr/>
        </p:nvSpPr>
        <p:spPr>
          <a:xfrm>
            <a:off x="4452938" y="4011613"/>
            <a:ext cx="220662" cy="173037"/>
          </a:xfrm>
          <a:custGeom>
            <a:rect b="b" l="l" r="r" t="t"/>
            <a:pathLst>
              <a:path extrusionOk="0" h="50" w="64">
                <a:moveTo>
                  <a:pt x="64" y="14"/>
                </a:moveTo>
                <a:cubicBezTo>
                  <a:pt x="45" y="14"/>
                  <a:pt x="45" y="14"/>
                  <a:pt x="45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2"/>
                  <a:pt x="44" y="10"/>
                  <a:pt x="32" y="10"/>
                </a:cubicBezTo>
                <a:cubicBezTo>
                  <a:pt x="19" y="10"/>
                  <a:pt x="18" y="12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1"/>
                  <a:pt x="4" y="0"/>
                  <a:pt x="32" y="0"/>
                </a:cubicBezTo>
                <a:cubicBezTo>
                  <a:pt x="59" y="0"/>
                  <a:pt x="64" y="11"/>
                  <a:pt x="64" y="14"/>
                </a:cubicBezTo>
                <a:close/>
                <a:moveTo>
                  <a:pt x="0" y="20"/>
                </a:moveTo>
                <a:cubicBezTo>
                  <a:pt x="0" y="15"/>
                  <a:pt x="0" y="15"/>
                  <a:pt x="0" y="15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20"/>
                  <a:pt x="18" y="20"/>
                  <a:pt x="18" y="20"/>
                </a:cubicBezTo>
                <a:cubicBezTo>
                  <a:pt x="18" y="21"/>
                  <a:pt x="17" y="22"/>
                  <a:pt x="16" y="22"/>
                </a:cubicBezTo>
                <a:cubicBezTo>
                  <a:pt x="2" y="22"/>
                  <a:pt x="2" y="22"/>
                  <a:pt x="2" y="22"/>
                </a:cubicBezTo>
                <a:cubicBezTo>
                  <a:pt x="1" y="22"/>
                  <a:pt x="0" y="21"/>
                  <a:pt x="0" y="20"/>
                </a:cubicBezTo>
                <a:close/>
                <a:moveTo>
                  <a:pt x="9" y="35"/>
                </a:moveTo>
                <a:cubicBezTo>
                  <a:pt x="9" y="36"/>
                  <a:pt x="8" y="36"/>
                  <a:pt x="8" y="36"/>
                </a:cubicBezTo>
                <a:cubicBezTo>
                  <a:pt x="1" y="36"/>
                  <a:pt x="1" y="36"/>
                  <a:pt x="1" y="36"/>
                </a:cubicBezTo>
                <a:cubicBezTo>
                  <a:pt x="0" y="36"/>
                  <a:pt x="0" y="36"/>
                  <a:pt x="0" y="35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9" y="27"/>
                  <a:pt x="9" y="28"/>
                </a:cubicBezTo>
                <a:lnTo>
                  <a:pt x="9" y="35"/>
                </a:lnTo>
                <a:close/>
                <a:moveTo>
                  <a:pt x="16" y="49"/>
                </a:moveTo>
                <a:cubicBezTo>
                  <a:pt x="16" y="49"/>
                  <a:pt x="15" y="50"/>
                  <a:pt x="15" y="50"/>
                </a:cubicBezTo>
                <a:cubicBezTo>
                  <a:pt x="8" y="50"/>
                  <a:pt x="8" y="50"/>
                  <a:pt x="8" y="50"/>
                </a:cubicBezTo>
                <a:cubicBezTo>
                  <a:pt x="7" y="50"/>
                  <a:pt x="7" y="49"/>
                  <a:pt x="7" y="49"/>
                </a:cubicBezTo>
                <a:cubicBezTo>
                  <a:pt x="7" y="42"/>
                  <a:pt x="7" y="42"/>
                  <a:pt x="7" y="42"/>
                </a:cubicBezTo>
                <a:cubicBezTo>
                  <a:pt x="7" y="41"/>
                  <a:pt x="7" y="41"/>
                  <a:pt x="8" y="41"/>
                </a:cubicBezTo>
                <a:cubicBezTo>
                  <a:pt x="15" y="41"/>
                  <a:pt x="15" y="41"/>
                  <a:pt x="15" y="41"/>
                </a:cubicBezTo>
                <a:cubicBezTo>
                  <a:pt x="15" y="41"/>
                  <a:pt x="16" y="41"/>
                  <a:pt x="16" y="42"/>
                </a:cubicBezTo>
                <a:lnTo>
                  <a:pt x="16" y="49"/>
                </a:lnTo>
                <a:close/>
                <a:moveTo>
                  <a:pt x="23" y="35"/>
                </a:moveTo>
                <a:cubicBezTo>
                  <a:pt x="23" y="36"/>
                  <a:pt x="22" y="36"/>
                  <a:pt x="2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4" y="36"/>
                  <a:pt x="13" y="36"/>
                  <a:pt x="13" y="35"/>
                </a:cubicBezTo>
                <a:cubicBezTo>
                  <a:pt x="13" y="28"/>
                  <a:pt x="13" y="28"/>
                  <a:pt x="13" y="28"/>
                </a:cubicBezTo>
                <a:cubicBezTo>
                  <a:pt x="13" y="27"/>
                  <a:pt x="14" y="27"/>
                  <a:pt x="15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22" y="27"/>
                  <a:pt x="23" y="27"/>
                  <a:pt x="23" y="28"/>
                </a:cubicBezTo>
                <a:lnTo>
                  <a:pt x="23" y="35"/>
                </a:lnTo>
                <a:close/>
                <a:moveTo>
                  <a:pt x="29" y="49"/>
                </a:moveTo>
                <a:cubicBezTo>
                  <a:pt x="29" y="49"/>
                  <a:pt x="29" y="50"/>
                  <a:pt x="28" y="50"/>
                </a:cubicBezTo>
                <a:cubicBezTo>
                  <a:pt x="21" y="50"/>
                  <a:pt x="21" y="50"/>
                  <a:pt x="21" y="50"/>
                </a:cubicBezTo>
                <a:cubicBezTo>
                  <a:pt x="21" y="50"/>
                  <a:pt x="20" y="49"/>
                  <a:pt x="20" y="49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1"/>
                  <a:pt x="21" y="41"/>
                  <a:pt x="21" y="41"/>
                </a:cubicBezTo>
                <a:cubicBezTo>
                  <a:pt x="28" y="41"/>
                  <a:pt x="28" y="41"/>
                  <a:pt x="28" y="41"/>
                </a:cubicBezTo>
                <a:cubicBezTo>
                  <a:pt x="29" y="41"/>
                  <a:pt x="29" y="41"/>
                  <a:pt x="29" y="42"/>
                </a:cubicBezTo>
                <a:lnTo>
                  <a:pt x="29" y="49"/>
                </a:lnTo>
                <a:close/>
                <a:moveTo>
                  <a:pt x="36" y="35"/>
                </a:moveTo>
                <a:cubicBezTo>
                  <a:pt x="36" y="36"/>
                  <a:pt x="36" y="36"/>
                  <a:pt x="35" y="36"/>
                </a:cubicBezTo>
                <a:cubicBezTo>
                  <a:pt x="28" y="36"/>
                  <a:pt x="28" y="36"/>
                  <a:pt x="28" y="36"/>
                </a:cubicBezTo>
                <a:cubicBezTo>
                  <a:pt x="28" y="36"/>
                  <a:pt x="27" y="36"/>
                  <a:pt x="27" y="35"/>
                </a:cubicBezTo>
                <a:cubicBezTo>
                  <a:pt x="27" y="28"/>
                  <a:pt x="27" y="28"/>
                  <a:pt x="27" y="28"/>
                </a:cubicBezTo>
                <a:cubicBezTo>
                  <a:pt x="27" y="27"/>
                  <a:pt x="28" y="27"/>
                  <a:pt x="28" y="27"/>
                </a:cubicBezTo>
                <a:cubicBezTo>
                  <a:pt x="35" y="27"/>
                  <a:pt x="35" y="27"/>
                  <a:pt x="35" y="27"/>
                </a:cubicBezTo>
                <a:cubicBezTo>
                  <a:pt x="36" y="27"/>
                  <a:pt x="36" y="27"/>
                  <a:pt x="36" y="28"/>
                </a:cubicBezTo>
                <a:lnTo>
                  <a:pt x="36" y="35"/>
                </a:lnTo>
                <a:close/>
                <a:moveTo>
                  <a:pt x="43" y="49"/>
                </a:moveTo>
                <a:cubicBezTo>
                  <a:pt x="43" y="49"/>
                  <a:pt x="43" y="50"/>
                  <a:pt x="42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5" y="50"/>
                  <a:pt x="34" y="49"/>
                  <a:pt x="34" y="49"/>
                </a:cubicBezTo>
                <a:cubicBezTo>
                  <a:pt x="34" y="42"/>
                  <a:pt x="34" y="42"/>
                  <a:pt x="34" y="42"/>
                </a:cubicBezTo>
                <a:cubicBezTo>
                  <a:pt x="34" y="41"/>
                  <a:pt x="35" y="41"/>
                  <a:pt x="35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3" y="41"/>
                  <a:pt x="43" y="41"/>
                  <a:pt x="43" y="42"/>
                </a:cubicBezTo>
                <a:lnTo>
                  <a:pt x="43" y="49"/>
                </a:lnTo>
                <a:close/>
                <a:moveTo>
                  <a:pt x="50" y="35"/>
                </a:moveTo>
                <a:cubicBezTo>
                  <a:pt x="50" y="36"/>
                  <a:pt x="50" y="36"/>
                  <a:pt x="49" y="36"/>
                </a:cubicBezTo>
                <a:cubicBezTo>
                  <a:pt x="42" y="36"/>
                  <a:pt x="42" y="36"/>
                  <a:pt x="42" y="36"/>
                </a:cubicBezTo>
                <a:cubicBezTo>
                  <a:pt x="41" y="36"/>
                  <a:pt x="41" y="36"/>
                  <a:pt x="41" y="35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7"/>
                  <a:pt x="41" y="27"/>
                  <a:pt x="42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0" y="27"/>
                  <a:pt x="50" y="27"/>
                  <a:pt x="50" y="28"/>
                </a:cubicBezTo>
                <a:lnTo>
                  <a:pt x="50" y="35"/>
                </a:lnTo>
                <a:close/>
                <a:moveTo>
                  <a:pt x="64" y="20"/>
                </a:moveTo>
                <a:cubicBezTo>
                  <a:pt x="64" y="21"/>
                  <a:pt x="63" y="22"/>
                  <a:pt x="61" y="22"/>
                </a:cubicBezTo>
                <a:cubicBezTo>
                  <a:pt x="48" y="22"/>
                  <a:pt x="48" y="22"/>
                  <a:pt x="48" y="22"/>
                </a:cubicBezTo>
                <a:cubicBezTo>
                  <a:pt x="46" y="22"/>
                  <a:pt x="45" y="21"/>
                  <a:pt x="45" y="20"/>
                </a:cubicBezTo>
                <a:cubicBezTo>
                  <a:pt x="45" y="15"/>
                  <a:pt x="45" y="15"/>
                  <a:pt x="45" y="15"/>
                </a:cubicBezTo>
                <a:cubicBezTo>
                  <a:pt x="64" y="15"/>
                  <a:pt x="64" y="15"/>
                  <a:pt x="64" y="15"/>
                </a:cubicBezTo>
                <a:lnTo>
                  <a:pt x="64" y="20"/>
                </a:lnTo>
                <a:close/>
                <a:moveTo>
                  <a:pt x="57" y="49"/>
                </a:moveTo>
                <a:cubicBezTo>
                  <a:pt x="57" y="49"/>
                  <a:pt x="56" y="50"/>
                  <a:pt x="56" y="50"/>
                </a:cubicBezTo>
                <a:cubicBezTo>
                  <a:pt x="49" y="50"/>
                  <a:pt x="49" y="50"/>
                  <a:pt x="49" y="50"/>
                </a:cubicBezTo>
                <a:cubicBezTo>
                  <a:pt x="48" y="50"/>
                  <a:pt x="48" y="49"/>
                  <a:pt x="48" y="49"/>
                </a:cubicBezTo>
                <a:cubicBezTo>
                  <a:pt x="48" y="42"/>
                  <a:pt x="48" y="42"/>
                  <a:pt x="48" y="42"/>
                </a:cubicBezTo>
                <a:cubicBezTo>
                  <a:pt x="48" y="41"/>
                  <a:pt x="48" y="41"/>
                  <a:pt x="49" y="41"/>
                </a:cubicBezTo>
                <a:cubicBezTo>
                  <a:pt x="56" y="41"/>
                  <a:pt x="56" y="41"/>
                  <a:pt x="56" y="41"/>
                </a:cubicBezTo>
                <a:cubicBezTo>
                  <a:pt x="56" y="41"/>
                  <a:pt x="57" y="41"/>
                  <a:pt x="57" y="42"/>
                </a:cubicBezTo>
                <a:lnTo>
                  <a:pt x="57" y="49"/>
                </a:lnTo>
                <a:close/>
                <a:moveTo>
                  <a:pt x="64" y="35"/>
                </a:moveTo>
                <a:cubicBezTo>
                  <a:pt x="64" y="36"/>
                  <a:pt x="63" y="36"/>
                  <a:pt x="63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5" y="36"/>
                  <a:pt x="55" y="36"/>
                  <a:pt x="55" y="35"/>
                </a:cubicBezTo>
                <a:cubicBezTo>
                  <a:pt x="55" y="28"/>
                  <a:pt x="55" y="28"/>
                  <a:pt x="55" y="28"/>
                </a:cubicBezTo>
                <a:cubicBezTo>
                  <a:pt x="55" y="27"/>
                  <a:pt x="55" y="27"/>
                  <a:pt x="56" y="27"/>
                </a:cubicBezTo>
                <a:cubicBezTo>
                  <a:pt x="63" y="27"/>
                  <a:pt x="63" y="27"/>
                  <a:pt x="63" y="27"/>
                </a:cubicBezTo>
                <a:cubicBezTo>
                  <a:pt x="63" y="27"/>
                  <a:pt x="64" y="27"/>
                  <a:pt x="64" y="28"/>
                </a:cubicBezTo>
                <a:lnTo>
                  <a:pt x="64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3" name="Google Shape;2833;p10"/>
          <p:cNvSpPr/>
          <p:nvPr/>
        </p:nvSpPr>
        <p:spPr>
          <a:xfrm>
            <a:off x="4959350" y="3994150"/>
            <a:ext cx="195263" cy="203200"/>
          </a:xfrm>
          <a:custGeom>
            <a:rect b="b" l="l" r="r" t="t"/>
            <a:pathLst>
              <a:path extrusionOk="0" h="128" w="123">
                <a:moveTo>
                  <a:pt x="123" y="78"/>
                </a:moveTo>
                <a:lnTo>
                  <a:pt x="90" y="113"/>
                </a:lnTo>
                <a:lnTo>
                  <a:pt x="64" y="113"/>
                </a:lnTo>
                <a:lnTo>
                  <a:pt x="47" y="128"/>
                </a:lnTo>
                <a:lnTo>
                  <a:pt x="32" y="128"/>
                </a:lnTo>
                <a:lnTo>
                  <a:pt x="32" y="113"/>
                </a:lnTo>
                <a:lnTo>
                  <a:pt x="0" y="113"/>
                </a:lnTo>
                <a:lnTo>
                  <a:pt x="0" y="22"/>
                </a:lnTo>
                <a:lnTo>
                  <a:pt x="8" y="0"/>
                </a:lnTo>
                <a:lnTo>
                  <a:pt x="123" y="0"/>
                </a:lnTo>
                <a:lnTo>
                  <a:pt x="123" y="78"/>
                </a:lnTo>
                <a:close/>
                <a:moveTo>
                  <a:pt x="112" y="74"/>
                </a:moveTo>
                <a:lnTo>
                  <a:pt x="112" y="11"/>
                </a:lnTo>
                <a:lnTo>
                  <a:pt x="19" y="11"/>
                </a:lnTo>
                <a:lnTo>
                  <a:pt x="19" y="94"/>
                </a:lnTo>
                <a:lnTo>
                  <a:pt x="45" y="94"/>
                </a:lnTo>
                <a:lnTo>
                  <a:pt x="45" y="109"/>
                </a:lnTo>
                <a:lnTo>
                  <a:pt x="62" y="94"/>
                </a:lnTo>
                <a:lnTo>
                  <a:pt x="93" y="94"/>
                </a:lnTo>
                <a:lnTo>
                  <a:pt x="112" y="74"/>
                </a:lnTo>
                <a:close/>
                <a:moveTo>
                  <a:pt x="62" y="68"/>
                </a:moveTo>
                <a:lnTo>
                  <a:pt x="51" y="68"/>
                </a:lnTo>
                <a:lnTo>
                  <a:pt x="51" y="33"/>
                </a:lnTo>
                <a:lnTo>
                  <a:pt x="62" y="33"/>
                </a:lnTo>
                <a:lnTo>
                  <a:pt x="62" y="68"/>
                </a:lnTo>
                <a:close/>
                <a:moveTo>
                  <a:pt x="93" y="68"/>
                </a:moveTo>
                <a:lnTo>
                  <a:pt x="82" y="68"/>
                </a:lnTo>
                <a:lnTo>
                  <a:pt x="82" y="33"/>
                </a:lnTo>
                <a:lnTo>
                  <a:pt x="93" y="33"/>
                </a:lnTo>
                <a:lnTo>
                  <a:pt x="93" y="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0"/>
          <p:cNvSpPr/>
          <p:nvPr/>
        </p:nvSpPr>
        <p:spPr>
          <a:xfrm>
            <a:off x="5443538" y="4011613"/>
            <a:ext cx="201612" cy="173037"/>
          </a:xfrm>
          <a:custGeom>
            <a:rect b="b" l="l" r="r" t="t"/>
            <a:pathLst>
              <a:path extrusionOk="0" h="50" w="59">
                <a:moveTo>
                  <a:pt x="59" y="25"/>
                </a:moveTo>
                <a:cubicBezTo>
                  <a:pt x="59" y="26"/>
                  <a:pt x="58" y="27"/>
                  <a:pt x="57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3" y="27"/>
                  <a:pt x="52" y="26"/>
                  <a:pt x="52" y="25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0"/>
                  <a:pt x="48" y="6"/>
                  <a:pt x="43" y="6"/>
                </a:cubicBezTo>
                <a:cubicBezTo>
                  <a:pt x="38" y="6"/>
                  <a:pt x="34" y="10"/>
                  <a:pt x="34" y="16"/>
                </a:cubicBezTo>
                <a:cubicBezTo>
                  <a:pt x="34" y="22"/>
                  <a:pt x="34" y="22"/>
                  <a:pt x="34" y="22"/>
                </a:cubicBezTo>
                <a:cubicBezTo>
                  <a:pt x="37" y="22"/>
                  <a:pt x="37" y="22"/>
                  <a:pt x="37" y="22"/>
                </a:cubicBezTo>
                <a:cubicBezTo>
                  <a:pt x="39" y="22"/>
                  <a:pt x="41" y="24"/>
                  <a:pt x="41" y="26"/>
                </a:cubicBezTo>
                <a:cubicBezTo>
                  <a:pt x="41" y="46"/>
                  <a:pt x="41" y="46"/>
                  <a:pt x="41" y="46"/>
                </a:cubicBezTo>
                <a:cubicBezTo>
                  <a:pt x="41" y="48"/>
                  <a:pt x="39" y="50"/>
                  <a:pt x="37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1" y="50"/>
                  <a:pt x="0" y="48"/>
                  <a:pt x="0" y="4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4"/>
                  <a:pt x="1" y="22"/>
                  <a:pt x="3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7"/>
                  <a:pt x="34" y="0"/>
                  <a:pt x="43" y="0"/>
                </a:cubicBezTo>
                <a:cubicBezTo>
                  <a:pt x="52" y="0"/>
                  <a:pt x="59" y="7"/>
                  <a:pt x="59" y="16"/>
                </a:cubicBezTo>
                <a:lnTo>
                  <a:pt x="59" y="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0"/>
          <p:cNvSpPr/>
          <p:nvPr/>
        </p:nvSpPr>
        <p:spPr>
          <a:xfrm>
            <a:off x="5942013" y="3994150"/>
            <a:ext cx="115887" cy="220663"/>
          </a:xfrm>
          <a:custGeom>
            <a:rect b="b" l="l" r="r" t="t"/>
            <a:pathLst>
              <a:path extrusionOk="0" h="64" w="3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0"/>
          <p:cNvSpPr/>
          <p:nvPr/>
        </p:nvSpPr>
        <p:spPr>
          <a:xfrm>
            <a:off x="6432550" y="4011613"/>
            <a:ext cx="188913" cy="185737"/>
          </a:xfrm>
          <a:custGeom>
            <a:rect b="b" l="l" r="r" t="t"/>
            <a:pathLst>
              <a:path extrusionOk="0" h="54" w="55">
                <a:moveTo>
                  <a:pt x="0" y="3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2" y="0"/>
                  <a:pt x="4" y="0"/>
                  <a:pt x="5" y="0"/>
                </a:cubicBezTo>
                <a:cubicBezTo>
                  <a:pt x="9" y="0"/>
                  <a:pt x="11" y="0"/>
                  <a:pt x="11" y="0"/>
                </a:cubicBezTo>
                <a:cubicBezTo>
                  <a:pt x="13" y="0"/>
                  <a:pt x="15" y="0"/>
                  <a:pt x="17" y="0"/>
                </a:cubicBezTo>
                <a:cubicBezTo>
                  <a:pt x="19" y="0"/>
                  <a:pt x="21" y="0"/>
                  <a:pt x="22" y="0"/>
                </a:cubicBezTo>
                <a:cubicBezTo>
                  <a:pt x="24" y="0"/>
                  <a:pt x="25" y="0"/>
                  <a:pt x="2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3"/>
                  <a:pt x="25" y="3"/>
                  <a:pt x="25" y="3"/>
                </a:cubicBezTo>
                <a:cubicBezTo>
                  <a:pt x="24" y="3"/>
                  <a:pt x="23" y="3"/>
                  <a:pt x="21" y="3"/>
                </a:cubicBezTo>
                <a:cubicBezTo>
                  <a:pt x="20" y="3"/>
                  <a:pt x="19" y="3"/>
                  <a:pt x="18" y="4"/>
                </a:cubicBezTo>
                <a:cubicBezTo>
                  <a:pt x="18" y="4"/>
                  <a:pt x="18" y="6"/>
                  <a:pt x="18" y="9"/>
                </a:cubicBezTo>
                <a:cubicBezTo>
                  <a:pt x="18" y="10"/>
                  <a:pt x="18" y="10"/>
                  <a:pt x="18" y="11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32"/>
                  <a:pt x="19" y="34"/>
                  <a:pt x="20" y="36"/>
                </a:cubicBezTo>
                <a:cubicBezTo>
                  <a:pt x="21" y="38"/>
                  <a:pt x="22" y="39"/>
                  <a:pt x="24" y="39"/>
                </a:cubicBezTo>
                <a:cubicBezTo>
                  <a:pt x="26" y="41"/>
                  <a:pt x="28" y="41"/>
                  <a:pt x="30" y="41"/>
                </a:cubicBezTo>
                <a:cubicBezTo>
                  <a:pt x="32" y="41"/>
                  <a:pt x="35" y="41"/>
                  <a:pt x="37" y="40"/>
                </a:cubicBezTo>
                <a:cubicBezTo>
                  <a:pt x="38" y="40"/>
                  <a:pt x="39" y="39"/>
                  <a:pt x="40" y="38"/>
                </a:cubicBezTo>
                <a:cubicBezTo>
                  <a:pt x="41" y="37"/>
                  <a:pt x="42" y="37"/>
                  <a:pt x="43" y="36"/>
                </a:cubicBezTo>
                <a:cubicBezTo>
                  <a:pt x="43" y="35"/>
                  <a:pt x="44" y="33"/>
                  <a:pt x="44" y="32"/>
                </a:cubicBezTo>
                <a:cubicBezTo>
                  <a:pt x="45" y="30"/>
                  <a:pt x="45" y="27"/>
                  <a:pt x="45" y="24"/>
                </a:cubicBezTo>
                <a:cubicBezTo>
                  <a:pt x="45" y="17"/>
                  <a:pt x="45" y="17"/>
                  <a:pt x="44" y="9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5"/>
                  <a:pt x="44" y="4"/>
                  <a:pt x="43" y="4"/>
                </a:cubicBezTo>
                <a:cubicBezTo>
                  <a:pt x="42" y="3"/>
                  <a:pt x="41" y="3"/>
                  <a:pt x="40" y="3"/>
                </a:cubicBezTo>
                <a:cubicBezTo>
                  <a:pt x="37" y="3"/>
                  <a:pt x="37" y="3"/>
                  <a:pt x="37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9" y="0"/>
                  <a:pt x="51" y="0"/>
                  <a:pt x="54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5" y="1"/>
                  <a:pt x="55" y="1"/>
                </a:cubicBezTo>
                <a:cubicBezTo>
                  <a:pt x="55" y="2"/>
                  <a:pt x="55" y="2"/>
                  <a:pt x="54" y="3"/>
                </a:cubicBezTo>
                <a:cubicBezTo>
                  <a:pt x="53" y="3"/>
                  <a:pt x="52" y="3"/>
                  <a:pt x="51" y="3"/>
                </a:cubicBezTo>
                <a:cubicBezTo>
                  <a:pt x="50" y="3"/>
                  <a:pt x="49" y="3"/>
                  <a:pt x="49" y="4"/>
                </a:cubicBezTo>
                <a:cubicBezTo>
                  <a:pt x="48" y="4"/>
                  <a:pt x="48" y="4"/>
                  <a:pt x="48" y="5"/>
                </a:cubicBezTo>
                <a:cubicBezTo>
                  <a:pt x="48" y="6"/>
                  <a:pt x="48" y="6"/>
                  <a:pt x="48" y="7"/>
                </a:cubicBezTo>
                <a:cubicBezTo>
                  <a:pt x="48" y="7"/>
                  <a:pt x="48" y="8"/>
                  <a:pt x="49" y="21"/>
                </a:cubicBezTo>
                <a:cubicBezTo>
                  <a:pt x="49" y="27"/>
                  <a:pt x="49" y="30"/>
                  <a:pt x="48" y="32"/>
                </a:cubicBezTo>
                <a:cubicBezTo>
                  <a:pt x="48" y="34"/>
                  <a:pt x="48" y="35"/>
                  <a:pt x="47" y="36"/>
                </a:cubicBezTo>
                <a:cubicBezTo>
                  <a:pt x="46" y="38"/>
                  <a:pt x="45" y="40"/>
                  <a:pt x="43" y="41"/>
                </a:cubicBezTo>
                <a:cubicBezTo>
                  <a:pt x="41" y="42"/>
                  <a:pt x="39" y="43"/>
                  <a:pt x="37" y="44"/>
                </a:cubicBezTo>
                <a:cubicBezTo>
                  <a:pt x="34" y="45"/>
                  <a:pt x="31" y="45"/>
                  <a:pt x="27" y="45"/>
                </a:cubicBezTo>
                <a:cubicBezTo>
                  <a:pt x="23" y="45"/>
                  <a:pt x="20" y="45"/>
                  <a:pt x="17" y="44"/>
                </a:cubicBezTo>
                <a:cubicBezTo>
                  <a:pt x="14" y="42"/>
                  <a:pt x="12" y="41"/>
                  <a:pt x="11" y="39"/>
                </a:cubicBezTo>
                <a:cubicBezTo>
                  <a:pt x="9" y="37"/>
                  <a:pt x="8" y="35"/>
                  <a:pt x="8" y="32"/>
                </a:cubicBezTo>
                <a:cubicBezTo>
                  <a:pt x="8" y="30"/>
                  <a:pt x="7" y="27"/>
                  <a:pt x="7" y="24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7"/>
                  <a:pt x="7" y="5"/>
                  <a:pt x="7" y="4"/>
                </a:cubicBezTo>
                <a:cubicBezTo>
                  <a:pt x="6" y="3"/>
                  <a:pt x="4" y="3"/>
                  <a:pt x="1" y="3"/>
                </a:cubicBezTo>
                <a:cubicBezTo>
                  <a:pt x="1" y="3"/>
                  <a:pt x="0" y="3"/>
                  <a:pt x="0" y="3"/>
                </a:cubicBezTo>
                <a:close/>
                <a:moveTo>
                  <a:pt x="55" y="51"/>
                </a:moveTo>
                <a:cubicBezTo>
                  <a:pt x="55" y="50"/>
                  <a:pt x="54" y="50"/>
                  <a:pt x="53" y="50"/>
                </a:cubicBezTo>
                <a:cubicBezTo>
                  <a:pt x="1" y="50"/>
                  <a:pt x="1" y="50"/>
                  <a:pt x="1" y="50"/>
                </a:cubicBezTo>
                <a:cubicBezTo>
                  <a:pt x="0" y="50"/>
                  <a:pt x="0" y="50"/>
                  <a:pt x="0" y="51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4"/>
                  <a:pt x="0" y="54"/>
                  <a:pt x="1" y="54"/>
                </a:cubicBezTo>
                <a:cubicBezTo>
                  <a:pt x="53" y="54"/>
                  <a:pt x="53" y="54"/>
                  <a:pt x="53" y="54"/>
                </a:cubicBezTo>
                <a:cubicBezTo>
                  <a:pt x="54" y="54"/>
                  <a:pt x="55" y="54"/>
                  <a:pt x="55" y="53"/>
                </a:cubicBezTo>
                <a:lnTo>
                  <a:pt x="55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0"/>
          <p:cNvSpPr/>
          <p:nvPr/>
        </p:nvSpPr>
        <p:spPr>
          <a:xfrm>
            <a:off x="6927850" y="4025900"/>
            <a:ext cx="219075" cy="158750"/>
          </a:xfrm>
          <a:custGeom>
            <a:rect b="b" l="l" r="r" t="t"/>
            <a:pathLst>
              <a:path extrusionOk="0" h="46" w="64">
                <a:moveTo>
                  <a:pt x="64" y="42"/>
                </a:moveTo>
                <a:cubicBezTo>
                  <a:pt x="64" y="43"/>
                  <a:pt x="63" y="44"/>
                  <a:pt x="62" y="44"/>
                </a:cubicBezTo>
                <a:cubicBezTo>
                  <a:pt x="62" y="45"/>
                  <a:pt x="62" y="45"/>
                  <a:pt x="61" y="45"/>
                </a:cubicBezTo>
                <a:cubicBezTo>
                  <a:pt x="61" y="45"/>
                  <a:pt x="60" y="44"/>
                  <a:pt x="60" y="44"/>
                </a:cubicBezTo>
                <a:cubicBezTo>
                  <a:pt x="45" y="30"/>
                  <a:pt x="45" y="30"/>
                  <a:pt x="45" y="30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41"/>
                  <a:pt x="41" y="46"/>
                  <a:pt x="35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4" y="46"/>
                  <a:pt x="0" y="41"/>
                  <a:pt x="0" y="36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41" y="0"/>
                  <a:pt x="45" y="5"/>
                  <a:pt x="45" y="10"/>
                </a:cubicBezTo>
                <a:cubicBezTo>
                  <a:pt x="45" y="16"/>
                  <a:pt x="45" y="16"/>
                  <a:pt x="45" y="16"/>
                </a:cubicBezTo>
                <a:cubicBezTo>
                  <a:pt x="60" y="2"/>
                  <a:pt x="60" y="2"/>
                  <a:pt x="60" y="2"/>
                </a:cubicBezTo>
                <a:cubicBezTo>
                  <a:pt x="60" y="1"/>
                  <a:pt x="61" y="1"/>
                  <a:pt x="61" y="1"/>
                </a:cubicBezTo>
                <a:cubicBezTo>
                  <a:pt x="62" y="1"/>
                  <a:pt x="62" y="1"/>
                  <a:pt x="62" y="1"/>
                </a:cubicBezTo>
                <a:cubicBezTo>
                  <a:pt x="63" y="2"/>
                  <a:pt x="64" y="3"/>
                  <a:pt x="64" y="4"/>
                </a:cubicBezTo>
                <a:lnTo>
                  <a:pt x="64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0"/>
          <p:cNvSpPr/>
          <p:nvPr/>
        </p:nvSpPr>
        <p:spPr>
          <a:xfrm>
            <a:off x="7423150" y="4029075"/>
            <a:ext cx="139700" cy="150813"/>
          </a:xfrm>
          <a:custGeom>
            <a:rect b="b" l="l" r="r" t="t"/>
            <a:pathLst>
              <a:path extrusionOk="0" h="44" w="41">
                <a:moveTo>
                  <a:pt x="27" y="41"/>
                </a:moveTo>
                <a:cubicBezTo>
                  <a:pt x="27" y="43"/>
                  <a:pt x="26" y="44"/>
                  <a:pt x="25" y="44"/>
                </a:cubicBezTo>
                <a:cubicBezTo>
                  <a:pt x="24" y="44"/>
                  <a:pt x="24" y="43"/>
                  <a:pt x="23" y="43"/>
                </a:cubicBezTo>
                <a:cubicBezTo>
                  <a:pt x="11" y="31"/>
                  <a:pt x="11" y="31"/>
                  <a:pt x="11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1" y="31"/>
                  <a:pt x="0" y="30"/>
                  <a:pt x="0" y="29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4"/>
                  <a:pt x="1" y="13"/>
                  <a:pt x="2" y="13"/>
                </a:cubicBezTo>
                <a:cubicBezTo>
                  <a:pt x="11" y="13"/>
                  <a:pt x="11" y="13"/>
                  <a:pt x="11" y="13"/>
                </a:cubicBezTo>
                <a:cubicBezTo>
                  <a:pt x="23" y="1"/>
                  <a:pt x="23" y="1"/>
                  <a:pt x="23" y="1"/>
                </a:cubicBez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7" y="1"/>
                  <a:pt x="27" y="3"/>
                </a:cubicBezTo>
                <a:lnTo>
                  <a:pt x="27" y="41"/>
                </a:lnTo>
                <a:close/>
                <a:moveTo>
                  <a:pt x="35" y="30"/>
                </a:moveTo>
                <a:cubicBezTo>
                  <a:pt x="35" y="30"/>
                  <a:pt x="35" y="31"/>
                  <a:pt x="34" y="31"/>
                </a:cubicBezTo>
                <a:cubicBezTo>
                  <a:pt x="33" y="31"/>
                  <a:pt x="32" y="30"/>
                  <a:pt x="32" y="28"/>
                </a:cubicBezTo>
                <a:cubicBezTo>
                  <a:pt x="32" y="26"/>
                  <a:pt x="36" y="26"/>
                  <a:pt x="36" y="22"/>
                </a:cubicBezTo>
                <a:cubicBezTo>
                  <a:pt x="36" y="18"/>
                  <a:pt x="32" y="18"/>
                  <a:pt x="32" y="16"/>
                </a:cubicBezTo>
                <a:cubicBezTo>
                  <a:pt x="32" y="14"/>
                  <a:pt x="33" y="13"/>
                  <a:pt x="34" y="13"/>
                </a:cubicBezTo>
                <a:cubicBezTo>
                  <a:pt x="35" y="13"/>
                  <a:pt x="35" y="13"/>
                  <a:pt x="35" y="14"/>
                </a:cubicBezTo>
                <a:cubicBezTo>
                  <a:pt x="39" y="15"/>
                  <a:pt x="41" y="18"/>
                  <a:pt x="41" y="22"/>
                </a:cubicBezTo>
                <a:cubicBezTo>
                  <a:pt x="41" y="26"/>
                  <a:pt x="39" y="29"/>
                  <a:pt x="35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10"/>
          <p:cNvSpPr/>
          <p:nvPr/>
        </p:nvSpPr>
        <p:spPr>
          <a:xfrm>
            <a:off x="7916863" y="4002088"/>
            <a:ext cx="250825" cy="206375"/>
          </a:xfrm>
          <a:custGeom>
            <a:rect b="b" l="l" r="r" t="t"/>
            <a:pathLst>
              <a:path extrusionOk="0" h="60" w="73">
                <a:moveTo>
                  <a:pt x="49" y="18"/>
                </a:moveTo>
                <a:cubicBezTo>
                  <a:pt x="37" y="18"/>
                  <a:pt x="27" y="27"/>
                  <a:pt x="27" y="39"/>
                </a:cubicBezTo>
                <a:cubicBezTo>
                  <a:pt x="27" y="41"/>
                  <a:pt x="28" y="42"/>
                  <a:pt x="28" y="44"/>
                </a:cubicBezTo>
                <a:cubicBezTo>
                  <a:pt x="27" y="44"/>
                  <a:pt x="26" y="44"/>
                  <a:pt x="26" y="44"/>
                </a:cubicBezTo>
                <a:cubicBezTo>
                  <a:pt x="22" y="44"/>
                  <a:pt x="20" y="44"/>
                  <a:pt x="17" y="43"/>
                </a:cubicBezTo>
                <a:cubicBezTo>
                  <a:pt x="8" y="47"/>
                  <a:pt x="8" y="47"/>
                  <a:pt x="8" y="47"/>
                </a:cubicBezTo>
                <a:cubicBezTo>
                  <a:pt x="10" y="40"/>
                  <a:pt x="10" y="40"/>
                  <a:pt x="10" y="40"/>
                </a:cubicBezTo>
                <a:cubicBezTo>
                  <a:pt x="4" y="35"/>
                  <a:pt x="0" y="29"/>
                  <a:pt x="0" y="22"/>
                </a:cubicBezTo>
                <a:cubicBezTo>
                  <a:pt x="0" y="10"/>
                  <a:pt x="11" y="0"/>
                  <a:pt x="26" y="0"/>
                </a:cubicBezTo>
                <a:cubicBezTo>
                  <a:pt x="38" y="0"/>
                  <a:pt x="50" y="8"/>
                  <a:pt x="52" y="18"/>
                </a:cubicBezTo>
                <a:cubicBezTo>
                  <a:pt x="51" y="18"/>
                  <a:pt x="50" y="18"/>
                  <a:pt x="49" y="18"/>
                </a:cubicBezTo>
                <a:close/>
                <a:moveTo>
                  <a:pt x="17" y="11"/>
                </a:moveTo>
                <a:cubicBezTo>
                  <a:pt x="15" y="11"/>
                  <a:pt x="13" y="12"/>
                  <a:pt x="13" y="14"/>
                </a:cubicBezTo>
                <a:cubicBezTo>
                  <a:pt x="13" y="16"/>
                  <a:pt x="15" y="18"/>
                  <a:pt x="17" y="18"/>
                </a:cubicBezTo>
                <a:cubicBezTo>
                  <a:pt x="19" y="18"/>
                  <a:pt x="20" y="16"/>
                  <a:pt x="20" y="14"/>
                </a:cubicBezTo>
                <a:cubicBezTo>
                  <a:pt x="20" y="12"/>
                  <a:pt x="19" y="11"/>
                  <a:pt x="17" y="11"/>
                </a:cubicBezTo>
                <a:close/>
                <a:moveTo>
                  <a:pt x="64" y="53"/>
                </a:moveTo>
                <a:cubicBezTo>
                  <a:pt x="66" y="60"/>
                  <a:pt x="66" y="60"/>
                  <a:pt x="66" y="60"/>
                </a:cubicBezTo>
                <a:cubicBezTo>
                  <a:pt x="59" y="56"/>
                  <a:pt x="59" y="56"/>
                  <a:pt x="59" y="56"/>
                </a:cubicBezTo>
                <a:cubicBezTo>
                  <a:pt x="56" y="56"/>
                  <a:pt x="53" y="57"/>
                  <a:pt x="51" y="57"/>
                </a:cubicBezTo>
                <a:cubicBezTo>
                  <a:pt x="39" y="57"/>
                  <a:pt x="29" y="49"/>
                  <a:pt x="29" y="38"/>
                </a:cubicBezTo>
                <a:cubicBezTo>
                  <a:pt x="29" y="28"/>
                  <a:pt x="39" y="20"/>
                  <a:pt x="51" y="20"/>
                </a:cubicBezTo>
                <a:cubicBezTo>
                  <a:pt x="63" y="20"/>
                  <a:pt x="73" y="28"/>
                  <a:pt x="73" y="38"/>
                </a:cubicBezTo>
                <a:cubicBezTo>
                  <a:pt x="73" y="44"/>
                  <a:pt x="69" y="49"/>
                  <a:pt x="64" y="53"/>
                </a:cubicBezTo>
                <a:close/>
                <a:moveTo>
                  <a:pt x="35" y="11"/>
                </a:moveTo>
                <a:cubicBezTo>
                  <a:pt x="33" y="11"/>
                  <a:pt x="31" y="12"/>
                  <a:pt x="31" y="14"/>
                </a:cubicBezTo>
                <a:cubicBezTo>
                  <a:pt x="31" y="16"/>
                  <a:pt x="33" y="18"/>
                  <a:pt x="35" y="18"/>
                </a:cubicBezTo>
                <a:cubicBezTo>
                  <a:pt x="37" y="18"/>
                  <a:pt x="39" y="16"/>
                  <a:pt x="39" y="14"/>
                </a:cubicBezTo>
                <a:cubicBezTo>
                  <a:pt x="39" y="12"/>
                  <a:pt x="37" y="11"/>
                  <a:pt x="35" y="11"/>
                </a:cubicBezTo>
                <a:close/>
                <a:moveTo>
                  <a:pt x="44" y="30"/>
                </a:moveTo>
                <a:cubicBezTo>
                  <a:pt x="42" y="30"/>
                  <a:pt x="41" y="31"/>
                  <a:pt x="41" y="33"/>
                </a:cubicBezTo>
                <a:cubicBezTo>
                  <a:pt x="41" y="34"/>
                  <a:pt x="42" y="35"/>
                  <a:pt x="44" y="35"/>
                </a:cubicBezTo>
                <a:cubicBezTo>
                  <a:pt x="46" y="35"/>
                  <a:pt x="47" y="34"/>
                  <a:pt x="47" y="33"/>
                </a:cubicBezTo>
                <a:cubicBezTo>
                  <a:pt x="47" y="31"/>
                  <a:pt x="46" y="30"/>
                  <a:pt x="44" y="30"/>
                </a:cubicBezTo>
                <a:close/>
                <a:moveTo>
                  <a:pt x="58" y="30"/>
                </a:moveTo>
                <a:cubicBezTo>
                  <a:pt x="57" y="30"/>
                  <a:pt x="55" y="31"/>
                  <a:pt x="55" y="33"/>
                </a:cubicBezTo>
                <a:cubicBezTo>
                  <a:pt x="55" y="34"/>
                  <a:pt x="57" y="35"/>
                  <a:pt x="58" y="35"/>
                </a:cubicBezTo>
                <a:cubicBezTo>
                  <a:pt x="60" y="35"/>
                  <a:pt x="61" y="34"/>
                  <a:pt x="61" y="33"/>
                </a:cubicBezTo>
                <a:cubicBezTo>
                  <a:pt x="61" y="31"/>
                  <a:pt x="60" y="30"/>
                  <a:pt x="58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10"/>
          <p:cNvSpPr/>
          <p:nvPr/>
        </p:nvSpPr>
        <p:spPr>
          <a:xfrm>
            <a:off x="8415338" y="4011613"/>
            <a:ext cx="241300" cy="168275"/>
          </a:xfrm>
          <a:custGeom>
            <a:rect b="b" l="l" r="r" t="t"/>
            <a:pathLst>
              <a:path extrusionOk="0" h="49" w="70">
                <a:moveTo>
                  <a:pt x="64" y="20"/>
                </a:moveTo>
                <a:cubicBezTo>
                  <a:pt x="55" y="13"/>
                  <a:pt x="46" y="9"/>
                  <a:pt x="35" y="9"/>
                </a:cubicBezTo>
                <a:cubicBezTo>
                  <a:pt x="24" y="9"/>
                  <a:pt x="15" y="13"/>
                  <a:pt x="7" y="20"/>
                </a:cubicBezTo>
                <a:cubicBezTo>
                  <a:pt x="7" y="20"/>
                  <a:pt x="7" y="20"/>
                  <a:pt x="6" y="20"/>
                </a:cubicBezTo>
                <a:cubicBezTo>
                  <a:pt x="5" y="20"/>
                  <a:pt x="0" y="15"/>
                  <a:pt x="0" y="14"/>
                </a:cubicBezTo>
                <a:cubicBezTo>
                  <a:pt x="0" y="14"/>
                  <a:pt x="0" y="14"/>
                  <a:pt x="1" y="13"/>
                </a:cubicBezTo>
                <a:cubicBezTo>
                  <a:pt x="10" y="4"/>
                  <a:pt x="23" y="0"/>
                  <a:pt x="35" y="0"/>
                </a:cubicBezTo>
                <a:cubicBezTo>
                  <a:pt x="48" y="0"/>
                  <a:pt x="61" y="4"/>
                  <a:pt x="70" y="13"/>
                </a:cubicBezTo>
                <a:cubicBezTo>
                  <a:pt x="70" y="14"/>
                  <a:pt x="70" y="14"/>
                  <a:pt x="70" y="14"/>
                </a:cubicBezTo>
                <a:cubicBezTo>
                  <a:pt x="70" y="15"/>
                  <a:pt x="65" y="20"/>
                  <a:pt x="64" y="20"/>
                </a:cubicBezTo>
                <a:cubicBezTo>
                  <a:pt x="64" y="20"/>
                  <a:pt x="64" y="20"/>
                  <a:pt x="64" y="20"/>
                </a:cubicBezTo>
                <a:close/>
                <a:moveTo>
                  <a:pt x="54" y="30"/>
                </a:moveTo>
                <a:cubicBezTo>
                  <a:pt x="48" y="25"/>
                  <a:pt x="43" y="22"/>
                  <a:pt x="35" y="22"/>
                </a:cubicBezTo>
                <a:cubicBezTo>
                  <a:pt x="25" y="22"/>
                  <a:pt x="16" y="30"/>
                  <a:pt x="16" y="30"/>
                </a:cubicBezTo>
                <a:cubicBezTo>
                  <a:pt x="15" y="30"/>
                  <a:pt x="10" y="25"/>
                  <a:pt x="10" y="24"/>
                </a:cubicBezTo>
                <a:cubicBezTo>
                  <a:pt x="10" y="24"/>
                  <a:pt x="10" y="23"/>
                  <a:pt x="10" y="23"/>
                </a:cubicBezTo>
                <a:cubicBezTo>
                  <a:pt x="17" y="17"/>
                  <a:pt x="26" y="13"/>
                  <a:pt x="35" y="13"/>
                </a:cubicBezTo>
                <a:cubicBezTo>
                  <a:pt x="44" y="13"/>
                  <a:pt x="54" y="17"/>
                  <a:pt x="60" y="23"/>
                </a:cubicBezTo>
                <a:cubicBezTo>
                  <a:pt x="61" y="23"/>
                  <a:pt x="61" y="24"/>
                  <a:pt x="61" y="24"/>
                </a:cubicBezTo>
                <a:cubicBezTo>
                  <a:pt x="61" y="25"/>
                  <a:pt x="56" y="30"/>
                  <a:pt x="55" y="30"/>
                </a:cubicBezTo>
                <a:cubicBezTo>
                  <a:pt x="54" y="30"/>
                  <a:pt x="54" y="30"/>
                  <a:pt x="54" y="30"/>
                </a:cubicBezTo>
                <a:close/>
                <a:moveTo>
                  <a:pt x="35" y="36"/>
                </a:moveTo>
                <a:cubicBezTo>
                  <a:pt x="30" y="36"/>
                  <a:pt x="26" y="40"/>
                  <a:pt x="26" y="40"/>
                </a:cubicBezTo>
                <a:cubicBezTo>
                  <a:pt x="25" y="40"/>
                  <a:pt x="20" y="35"/>
                  <a:pt x="20" y="34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29"/>
                  <a:pt x="30" y="27"/>
                  <a:pt x="35" y="27"/>
                </a:cubicBezTo>
                <a:cubicBezTo>
                  <a:pt x="41" y="27"/>
                  <a:pt x="47" y="29"/>
                  <a:pt x="51" y="33"/>
                </a:cubicBezTo>
                <a:cubicBezTo>
                  <a:pt x="51" y="33"/>
                  <a:pt x="51" y="33"/>
                  <a:pt x="51" y="34"/>
                </a:cubicBezTo>
                <a:cubicBezTo>
                  <a:pt x="51" y="35"/>
                  <a:pt x="46" y="40"/>
                  <a:pt x="45" y="40"/>
                </a:cubicBezTo>
                <a:cubicBezTo>
                  <a:pt x="44" y="40"/>
                  <a:pt x="41" y="36"/>
                  <a:pt x="35" y="36"/>
                </a:cubicBezTo>
                <a:close/>
                <a:moveTo>
                  <a:pt x="29" y="43"/>
                </a:moveTo>
                <a:cubicBezTo>
                  <a:pt x="29" y="42"/>
                  <a:pt x="34" y="41"/>
                  <a:pt x="35" y="41"/>
                </a:cubicBezTo>
                <a:cubicBezTo>
                  <a:pt x="37" y="41"/>
                  <a:pt x="41" y="42"/>
                  <a:pt x="41" y="43"/>
                </a:cubicBezTo>
                <a:cubicBezTo>
                  <a:pt x="41" y="44"/>
                  <a:pt x="36" y="49"/>
                  <a:pt x="35" y="49"/>
                </a:cubicBezTo>
                <a:cubicBezTo>
                  <a:pt x="34" y="49"/>
                  <a:pt x="29" y="44"/>
                  <a:pt x="29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10"/>
          <p:cNvSpPr/>
          <p:nvPr/>
        </p:nvSpPr>
        <p:spPr>
          <a:xfrm>
            <a:off x="8869363" y="4011613"/>
            <a:ext cx="198437" cy="200025"/>
          </a:xfrm>
          <a:custGeom>
            <a:rect b="b" l="l" r="r" t="t"/>
            <a:pathLst>
              <a:path extrusionOk="0" h="58" w="58">
                <a:moveTo>
                  <a:pt x="11" y="57"/>
                </a:moveTo>
                <a:cubicBezTo>
                  <a:pt x="10" y="58"/>
                  <a:pt x="9" y="58"/>
                  <a:pt x="8" y="58"/>
                </a:cubicBezTo>
                <a:cubicBezTo>
                  <a:pt x="7" y="58"/>
                  <a:pt x="6" y="58"/>
                  <a:pt x="5" y="57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2"/>
                  <a:pt x="0" y="51"/>
                  <a:pt x="0" y="50"/>
                </a:cubicBezTo>
                <a:cubicBezTo>
                  <a:pt x="0" y="49"/>
                  <a:pt x="0" y="47"/>
                  <a:pt x="1" y="47"/>
                </a:cubicBezTo>
                <a:cubicBezTo>
                  <a:pt x="25" y="22"/>
                  <a:pt x="25" y="22"/>
                  <a:pt x="25" y="22"/>
                </a:cubicBezTo>
                <a:cubicBezTo>
                  <a:pt x="27" y="27"/>
                  <a:pt x="31" y="31"/>
                  <a:pt x="35" y="33"/>
                </a:cubicBezTo>
                <a:lnTo>
                  <a:pt x="11" y="57"/>
                </a:lnTo>
                <a:close/>
                <a:moveTo>
                  <a:pt x="10" y="45"/>
                </a:moveTo>
                <a:cubicBezTo>
                  <a:pt x="9" y="45"/>
                  <a:pt x="8" y="46"/>
                  <a:pt x="8" y="48"/>
                </a:cubicBezTo>
                <a:cubicBezTo>
                  <a:pt x="8" y="49"/>
                  <a:pt x="9" y="50"/>
                  <a:pt x="10" y="50"/>
                </a:cubicBezTo>
                <a:cubicBezTo>
                  <a:pt x="11" y="50"/>
                  <a:pt x="12" y="49"/>
                  <a:pt x="12" y="48"/>
                </a:cubicBezTo>
                <a:cubicBezTo>
                  <a:pt x="12" y="46"/>
                  <a:pt x="11" y="45"/>
                  <a:pt x="10" y="45"/>
                </a:cubicBezTo>
                <a:close/>
                <a:moveTo>
                  <a:pt x="57" y="21"/>
                </a:moveTo>
                <a:cubicBezTo>
                  <a:pt x="55" y="27"/>
                  <a:pt x="49" y="32"/>
                  <a:pt x="42" y="32"/>
                </a:cubicBezTo>
                <a:cubicBezTo>
                  <a:pt x="33" y="32"/>
                  <a:pt x="26" y="24"/>
                  <a:pt x="26" y="16"/>
                </a:cubicBezTo>
                <a:cubicBezTo>
                  <a:pt x="26" y="7"/>
                  <a:pt x="33" y="0"/>
                  <a:pt x="42" y="0"/>
                </a:cubicBezTo>
                <a:cubicBezTo>
                  <a:pt x="45" y="0"/>
                  <a:pt x="48" y="0"/>
                  <a:pt x="50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1" y="3"/>
                  <a:pt x="51" y="4"/>
                  <a:pt x="50" y="4"/>
                </a:cubicBezTo>
                <a:cubicBezTo>
                  <a:pt x="40" y="10"/>
                  <a:pt x="40" y="10"/>
                  <a:pt x="40" y="10"/>
                </a:cubicBezTo>
                <a:cubicBezTo>
                  <a:pt x="40" y="18"/>
                  <a:pt x="40" y="18"/>
                  <a:pt x="40" y="18"/>
                </a:cubicBezTo>
                <a:cubicBezTo>
                  <a:pt x="47" y="22"/>
                  <a:pt x="47" y="22"/>
                  <a:pt x="47" y="22"/>
                </a:cubicBezTo>
                <a:cubicBezTo>
                  <a:pt x="48" y="21"/>
                  <a:pt x="56" y="16"/>
                  <a:pt x="57" y="16"/>
                </a:cubicBezTo>
                <a:cubicBezTo>
                  <a:pt x="58" y="16"/>
                  <a:pt x="58" y="16"/>
                  <a:pt x="58" y="17"/>
                </a:cubicBezTo>
                <a:cubicBezTo>
                  <a:pt x="58" y="18"/>
                  <a:pt x="58" y="20"/>
                  <a:pt x="57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10"/>
          <p:cNvSpPr/>
          <p:nvPr/>
        </p:nvSpPr>
        <p:spPr>
          <a:xfrm>
            <a:off x="87313" y="4451350"/>
            <a:ext cx="168275" cy="223838"/>
          </a:xfrm>
          <a:custGeom>
            <a:rect b="b" l="l" r="r" t="t"/>
            <a:pathLst>
              <a:path extrusionOk="0" h="65" w="49">
                <a:moveTo>
                  <a:pt x="17" y="41"/>
                </a:moveTo>
                <a:cubicBezTo>
                  <a:pt x="17" y="41"/>
                  <a:pt x="17" y="41"/>
                  <a:pt x="13" y="43"/>
                </a:cubicBezTo>
                <a:cubicBezTo>
                  <a:pt x="3" y="46"/>
                  <a:pt x="3" y="46"/>
                  <a:pt x="2" y="46"/>
                </a:cubicBezTo>
                <a:cubicBezTo>
                  <a:pt x="2" y="46"/>
                  <a:pt x="1" y="45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38"/>
                  <a:pt x="0" y="33"/>
                  <a:pt x="1" y="31"/>
                </a:cubicBezTo>
                <a:cubicBezTo>
                  <a:pt x="2" y="31"/>
                  <a:pt x="2" y="30"/>
                  <a:pt x="3" y="30"/>
                </a:cubicBezTo>
                <a:cubicBezTo>
                  <a:pt x="4" y="30"/>
                  <a:pt x="4" y="30"/>
                  <a:pt x="14" y="35"/>
                </a:cubicBezTo>
                <a:cubicBezTo>
                  <a:pt x="14" y="35"/>
                  <a:pt x="14" y="35"/>
                  <a:pt x="17" y="36"/>
                </a:cubicBezTo>
                <a:cubicBezTo>
                  <a:pt x="18" y="36"/>
                  <a:pt x="19" y="37"/>
                  <a:pt x="19" y="39"/>
                </a:cubicBezTo>
                <a:cubicBezTo>
                  <a:pt x="19" y="40"/>
                  <a:pt x="18" y="41"/>
                  <a:pt x="17" y="41"/>
                </a:cubicBezTo>
                <a:close/>
                <a:moveTo>
                  <a:pt x="23" y="31"/>
                </a:moveTo>
                <a:cubicBezTo>
                  <a:pt x="22" y="31"/>
                  <a:pt x="21" y="32"/>
                  <a:pt x="19" y="29"/>
                </a:cubicBezTo>
                <a:cubicBezTo>
                  <a:pt x="5" y="8"/>
                  <a:pt x="5" y="7"/>
                  <a:pt x="5" y="7"/>
                </a:cubicBezTo>
                <a:cubicBezTo>
                  <a:pt x="5" y="6"/>
                  <a:pt x="5" y="6"/>
                  <a:pt x="6" y="5"/>
                </a:cubicBezTo>
                <a:cubicBezTo>
                  <a:pt x="8" y="3"/>
                  <a:pt x="18" y="0"/>
                  <a:pt x="21" y="1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3"/>
                  <a:pt x="24" y="22"/>
                  <a:pt x="25" y="27"/>
                </a:cubicBezTo>
                <a:cubicBezTo>
                  <a:pt x="25" y="30"/>
                  <a:pt x="23" y="31"/>
                  <a:pt x="23" y="31"/>
                </a:cubicBezTo>
                <a:close/>
                <a:moveTo>
                  <a:pt x="24" y="52"/>
                </a:moveTo>
                <a:cubicBezTo>
                  <a:pt x="24" y="62"/>
                  <a:pt x="24" y="63"/>
                  <a:pt x="24" y="63"/>
                </a:cubicBezTo>
                <a:cubicBezTo>
                  <a:pt x="24" y="64"/>
                  <a:pt x="23" y="64"/>
                  <a:pt x="22" y="65"/>
                </a:cubicBezTo>
                <a:cubicBezTo>
                  <a:pt x="20" y="65"/>
                  <a:pt x="12" y="62"/>
                  <a:pt x="10" y="60"/>
                </a:cubicBezTo>
                <a:cubicBezTo>
                  <a:pt x="10" y="60"/>
                  <a:pt x="10" y="59"/>
                  <a:pt x="9" y="59"/>
                </a:cubicBezTo>
                <a:cubicBezTo>
                  <a:pt x="9" y="58"/>
                  <a:pt x="9" y="58"/>
                  <a:pt x="10" y="58"/>
                </a:cubicBezTo>
                <a:cubicBezTo>
                  <a:pt x="10" y="57"/>
                  <a:pt x="10" y="57"/>
                  <a:pt x="17" y="48"/>
                </a:cubicBezTo>
                <a:cubicBezTo>
                  <a:pt x="17" y="48"/>
                  <a:pt x="17" y="48"/>
                  <a:pt x="19" y="46"/>
                </a:cubicBezTo>
                <a:cubicBezTo>
                  <a:pt x="20" y="45"/>
                  <a:pt x="21" y="45"/>
                  <a:pt x="23" y="45"/>
                </a:cubicBezTo>
                <a:cubicBezTo>
                  <a:pt x="24" y="46"/>
                  <a:pt x="24" y="47"/>
                  <a:pt x="24" y="48"/>
                </a:cubicBezTo>
                <a:cubicBezTo>
                  <a:pt x="24" y="48"/>
                  <a:pt x="24" y="48"/>
                  <a:pt x="24" y="52"/>
                </a:cubicBezTo>
                <a:close/>
                <a:moveTo>
                  <a:pt x="47" y="33"/>
                </a:moveTo>
                <a:cubicBezTo>
                  <a:pt x="47" y="33"/>
                  <a:pt x="46" y="33"/>
                  <a:pt x="35" y="36"/>
                </a:cubicBezTo>
                <a:cubicBezTo>
                  <a:pt x="34" y="36"/>
                  <a:pt x="33" y="36"/>
                  <a:pt x="32" y="37"/>
                </a:cubicBezTo>
                <a:cubicBezTo>
                  <a:pt x="32" y="37"/>
                  <a:pt x="32" y="37"/>
                  <a:pt x="32" y="37"/>
                </a:cubicBezTo>
                <a:cubicBezTo>
                  <a:pt x="31" y="37"/>
                  <a:pt x="30" y="36"/>
                  <a:pt x="29" y="35"/>
                </a:cubicBezTo>
                <a:cubicBezTo>
                  <a:pt x="29" y="34"/>
                  <a:pt x="29" y="33"/>
                  <a:pt x="29" y="32"/>
                </a:cubicBezTo>
                <a:cubicBezTo>
                  <a:pt x="29" y="32"/>
                  <a:pt x="29" y="32"/>
                  <a:pt x="32" y="28"/>
                </a:cubicBezTo>
                <a:cubicBezTo>
                  <a:pt x="38" y="20"/>
                  <a:pt x="38" y="20"/>
                  <a:pt x="39" y="20"/>
                </a:cubicBezTo>
                <a:cubicBezTo>
                  <a:pt x="39" y="19"/>
                  <a:pt x="40" y="19"/>
                  <a:pt x="41" y="20"/>
                </a:cubicBezTo>
                <a:cubicBezTo>
                  <a:pt x="43" y="21"/>
                  <a:pt x="48" y="28"/>
                  <a:pt x="48" y="30"/>
                </a:cubicBezTo>
                <a:cubicBezTo>
                  <a:pt x="48" y="31"/>
                  <a:pt x="48" y="31"/>
                  <a:pt x="48" y="31"/>
                </a:cubicBezTo>
                <a:cubicBezTo>
                  <a:pt x="48" y="31"/>
                  <a:pt x="48" y="32"/>
                  <a:pt x="47" y="33"/>
                </a:cubicBezTo>
                <a:close/>
                <a:moveTo>
                  <a:pt x="40" y="60"/>
                </a:moveTo>
                <a:cubicBezTo>
                  <a:pt x="40" y="60"/>
                  <a:pt x="39" y="60"/>
                  <a:pt x="38" y="59"/>
                </a:cubicBezTo>
                <a:cubicBezTo>
                  <a:pt x="38" y="59"/>
                  <a:pt x="37" y="58"/>
                  <a:pt x="32" y="49"/>
                </a:cubicBezTo>
                <a:cubicBezTo>
                  <a:pt x="30" y="46"/>
                  <a:pt x="30" y="46"/>
                  <a:pt x="30" y="46"/>
                </a:cubicBezTo>
                <a:cubicBezTo>
                  <a:pt x="29" y="45"/>
                  <a:pt x="29" y="44"/>
                  <a:pt x="30" y="43"/>
                </a:cubicBezTo>
                <a:cubicBezTo>
                  <a:pt x="31" y="42"/>
                  <a:pt x="32" y="42"/>
                  <a:pt x="33" y="42"/>
                </a:cubicBezTo>
                <a:cubicBezTo>
                  <a:pt x="33" y="42"/>
                  <a:pt x="33" y="42"/>
                  <a:pt x="37" y="44"/>
                </a:cubicBezTo>
                <a:cubicBezTo>
                  <a:pt x="47" y="47"/>
                  <a:pt x="47" y="47"/>
                  <a:pt x="48" y="47"/>
                </a:cubicBezTo>
                <a:cubicBezTo>
                  <a:pt x="48" y="48"/>
                  <a:pt x="49" y="48"/>
                  <a:pt x="49" y="49"/>
                </a:cubicBezTo>
                <a:cubicBezTo>
                  <a:pt x="48" y="52"/>
                  <a:pt x="43" y="59"/>
                  <a:pt x="40" y="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10"/>
          <p:cNvSpPr/>
          <p:nvPr/>
        </p:nvSpPr>
        <p:spPr>
          <a:xfrm>
            <a:off x="495300" y="4468813"/>
            <a:ext cx="188913" cy="188912"/>
          </a:xfrm>
          <a:custGeom>
            <a:rect b="b" l="l" r="r" t="t"/>
            <a:pathLst>
              <a:path extrusionOk="0" h="55" w="55">
                <a:moveTo>
                  <a:pt x="55" y="45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5"/>
                </a:lnTo>
                <a:close/>
                <a:moveTo>
                  <a:pt x="46" y="28"/>
                </a:moveTo>
                <a:cubicBezTo>
                  <a:pt x="46" y="26"/>
                  <a:pt x="44" y="24"/>
                  <a:pt x="42" y="24"/>
                </a:cubicBezTo>
                <a:cubicBezTo>
                  <a:pt x="37" y="24"/>
                  <a:pt x="32" y="24"/>
                  <a:pt x="27" y="24"/>
                </a:cubicBezTo>
                <a:cubicBezTo>
                  <a:pt x="22" y="24"/>
                  <a:pt x="17" y="24"/>
                  <a:pt x="13" y="24"/>
                </a:cubicBezTo>
                <a:cubicBezTo>
                  <a:pt x="10" y="24"/>
                  <a:pt x="9" y="26"/>
                  <a:pt x="8" y="28"/>
                </a:cubicBezTo>
                <a:cubicBezTo>
                  <a:pt x="8" y="31"/>
                  <a:pt x="8" y="34"/>
                  <a:pt x="8" y="37"/>
                </a:cubicBezTo>
                <a:cubicBezTo>
                  <a:pt x="8" y="40"/>
                  <a:pt x="8" y="44"/>
                  <a:pt x="8" y="47"/>
                </a:cubicBezTo>
                <a:cubicBezTo>
                  <a:pt x="9" y="49"/>
                  <a:pt x="10" y="50"/>
                  <a:pt x="12" y="50"/>
                </a:cubicBezTo>
                <a:cubicBezTo>
                  <a:pt x="17" y="51"/>
                  <a:pt x="22" y="51"/>
                  <a:pt x="27" y="51"/>
                </a:cubicBezTo>
                <a:cubicBezTo>
                  <a:pt x="32" y="51"/>
                  <a:pt x="37" y="51"/>
                  <a:pt x="42" y="50"/>
                </a:cubicBezTo>
                <a:cubicBezTo>
                  <a:pt x="44" y="50"/>
                  <a:pt x="46" y="49"/>
                  <a:pt x="46" y="47"/>
                </a:cubicBezTo>
                <a:cubicBezTo>
                  <a:pt x="47" y="44"/>
                  <a:pt x="47" y="40"/>
                  <a:pt x="47" y="37"/>
                </a:cubicBezTo>
                <a:cubicBezTo>
                  <a:pt x="47" y="34"/>
                  <a:pt x="47" y="31"/>
                  <a:pt x="46" y="28"/>
                </a:cubicBezTo>
                <a:close/>
                <a:moveTo>
                  <a:pt x="19" y="31"/>
                </a:moveTo>
                <a:cubicBezTo>
                  <a:pt x="16" y="31"/>
                  <a:pt x="16" y="31"/>
                  <a:pt x="16" y="31"/>
                </a:cubicBezTo>
                <a:cubicBezTo>
                  <a:pt x="16" y="46"/>
                  <a:pt x="16" y="46"/>
                  <a:pt x="16" y="46"/>
                </a:cubicBezTo>
                <a:cubicBezTo>
                  <a:pt x="13" y="46"/>
                  <a:pt x="13" y="46"/>
                  <a:pt x="13" y="46"/>
                </a:cubicBezTo>
                <a:cubicBezTo>
                  <a:pt x="13" y="31"/>
                  <a:pt x="13" y="31"/>
                  <a:pt x="13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28"/>
                  <a:pt x="10" y="28"/>
                  <a:pt x="10" y="28"/>
                </a:cubicBezTo>
                <a:cubicBezTo>
                  <a:pt x="19" y="28"/>
                  <a:pt x="19" y="28"/>
                  <a:pt x="19" y="28"/>
                </a:cubicBezTo>
                <a:lnTo>
                  <a:pt x="19" y="31"/>
                </a:lnTo>
                <a:close/>
                <a:moveTo>
                  <a:pt x="23" y="4"/>
                </a:moveTo>
                <a:cubicBezTo>
                  <a:pt x="20" y="4"/>
                  <a:pt x="20" y="4"/>
                  <a:pt x="20" y="4"/>
                </a:cubicBezTo>
                <a:cubicBezTo>
                  <a:pt x="19" y="10"/>
                  <a:pt x="19" y="10"/>
                  <a:pt x="19" y="10"/>
                </a:cubicBezTo>
                <a:cubicBezTo>
                  <a:pt x="17" y="4"/>
                  <a:pt x="17" y="4"/>
                  <a:pt x="17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5"/>
                  <a:pt x="15" y="7"/>
                  <a:pt x="16" y="8"/>
                </a:cubicBezTo>
                <a:cubicBezTo>
                  <a:pt x="16" y="11"/>
                  <a:pt x="17" y="13"/>
                  <a:pt x="17" y="14"/>
                </a:cubicBezTo>
                <a:cubicBezTo>
                  <a:pt x="17" y="21"/>
                  <a:pt x="17" y="21"/>
                  <a:pt x="17" y="21"/>
                </a:cubicBezTo>
                <a:cubicBezTo>
                  <a:pt x="20" y="21"/>
                  <a:pt x="20" y="21"/>
                  <a:pt x="20" y="21"/>
                </a:cubicBezTo>
                <a:cubicBezTo>
                  <a:pt x="20" y="14"/>
                  <a:pt x="20" y="14"/>
                  <a:pt x="20" y="14"/>
                </a:cubicBezTo>
                <a:lnTo>
                  <a:pt x="23" y="4"/>
                </a:lnTo>
                <a:close/>
                <a:moveTo>
                  <a:pt x="26" y="46"/>
                </a:moveTo>
                <a:cubicBezTo>
                  <a:pt x="24" y="46"/>
                  <a:pt x="24" y="46"/>
                  <a:pt x="24" y="46"/>
                </a:cubicBezTo>
                <a:cubicBezTo>
                  <a:pt x="24" y="44"/>
                  <a:pt x="24" y="44"/>
                  <a:pt x="24" y="44"/>
                </a:cubicBezTo>
                <a:cubicBezTo>
                  <a:pt x="23" y="45"/>
                  <a:pt x="22" y="46"/>
                  <a:pt x="21" y="46"/>
                </a:cubicBezTo>
                <a:cubicBezTo>
                  <a:pt x="20" y="46"/>
                  <a:pt x="20" y="46"/>
                  <a:pt x="19" y="45"/>
                </a:cubicBezTo>
                <a:cubicBezTo>
                  <a:pt x="19" y="45"/>
                  <a:pt x="19" y="44"/>
                  <a:pt x="19" y="43"/>
                </a:cubicBezTo>
                <a:cubicBezTo>
                  <a:pt x="19" y="33"/>
                  <a:pt x="19" y="33"/>
                  <a:pt x="19" y="33"/>
                </a:cubicBezTo>
                <a:cubicBezTo>
                  <a:pt x="21" y="33"/>
                  <a:pt x="21" y="33"/>
                  <a:pt x="21" y="33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43"/>
                  <a:pt x="21" y="43"/>
                  <a:pt x="22" y="43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4"/>
                  <a:pt x="23" y="43"/>
                  <a:pt x="24" y="43"/>
                </a:cubicBezTo>
                <a:cubicBezTo>
                  <a:pt x="24" y="33"/>
                  <a:pt x="24" y="33"/>
                  <a:pt x="24" y="33"/>
                </a:cubicBezTo>
                <a:cubicBezTo>
                  <a:pt x="26" y="33"/>
                  <a:pt x="26" y="33"/>
                  <a:pt x="26" y="33"/>
                </a:cubicBezTo>
                <a:lnTo>
                  <a:pt x="26" y="46"/>
                </a:lnTo>
                <a:close/>
                <a:moveTo>
                  <a:pt x="30" y="12"/>
                </a:moveTo>
                <a:cubicBezTo>
                  <a:pt x="30" y="11"/>
                  <a:pt x="30" y="10"/>
                  <a:pt x="29" y="9"/>
                </a:cubicBezTo>
                <a:cubicBezTo>
                  <a:pt x="29" y="8"/>
                  <a:pt x="28" y="8"/>
                  <a:pt x="27" y="8"/>
                </a:cubicBezTo>
                <a:cubicBezTo>
                  <a:pt x="25" y="8"/>
                  <a:pt x="25" y="8"/>
                  <a:pt x="24" y="9"/>
                </a:cubicBezTo>
                <a:cubicBezTo>
                  <a:pt x="23" y="10"/>
                  <a:pt x="23" y="11"/>
                  <a:pt x="23" y="12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18"/>
                  <a:pt x="23" y="19"/>
                  <a:pt x="24" y="20"/>
                </a:cubicBezTo>
                <a:cubicBezTo>
                  <a:pt x="25" y="21"/>
                  <a:pt x="25" y="21"/>
                  <a:pt x="27" y="21"/>
                </a:cubicBezTo>
                <a:cubicBezTo>
                  <a:pt x="28" y="21"/>
                  <a:pt x="29" y="21"/>
                  <a:pt x="29" y="20"/>
                </a:cubicBezTo>
                <a:cubicBezTo>
                  <a:pt x="30" y="19"/>
                  <a:pt x="30" y="18"/>
                  <a:pt x="30" y="17"/>
                </a:cubicBezTo>
                <a:lnTo>
                  <a:pt x="30" y="12"/>
                </a:lnTo>
                <a:close/>
                <a:moveTo>
                  <a:pt x="28" y="17"/>
                </a:moveTo>
                <a:cubicBezTo>
                  <a:pt x="28" y="19"/>
                  <a:pt x="27" y="19"/>
                  <a:pt x="27" y="19"/>
                </a:cubicBezTo>
                <a:cubicBezTo>
                  <a:pt x="26" y="19"/>
                  <a:pt x="26" y="19"/>
                  <a:pt x="26" y="17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11"/>
                  <a:pt x="26" y="10"/>
                  <a:pt x="27" y="10"/>
                </a:cubicBezTo>
                <a:cubicBezTo>
                  <a:pt x="27" y="10"/>
                  <a:pt x="28" y="11"/>
                  <a:pt x="28" y="12"/>
                </a:cubicBezTo>
                <a:lnTo>
                  <a:pt x="28" y="17"/>
                </a:lnTo>
                <a:close/>
                <a:moveTo>
                  <a:pt x="35" y="42"/>
                </a:moveTo>
                <a:cubicBezTo>
                  <a:pt x="35" y="43"/>
                  <a:pt x="35" y="44"/>
                  <a:pt x="35" y="45"/>
                </a:cubicBezTo>
                <a:cubicBezTo>
                  <a:pt x="34" y="46"/>
                  <a:pt x="34" y="46"/>
                  <a:pt x="33" y="46"/>
                </a:cubicBezTo>
                <a:cubicBezTo>
                  <a:pt x="32" y="46"/>
                  <a:pt x="31" y="46"/>
                  <a:pt x="30" y="45"/>
                </a:cubicBezTo>
                <a:cubicBezTo>
                  <a:pt x="30" y="46"/>
                  <a:pt x="30" y="46"/>
                  <a:pt x="30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28"/>
                  <a:pt x="28" y="28"/>
                  <a:pt x="28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0" y="34"/>
                  <a:pt x="30" y="34"/>
                  <a:pt x="30" y="34"/>
                </a:cubicBezTo>
                <a:cubicBezTo>
                  <a:pt x="31" y="33"/>
                  <a:pt x="32" y="33"/>
                  <a:pt x="33" y="33"/>
                </a:cubicBezTo>
                <a:cubicBezTo>
                  <a:pt x="34" y="33"/>
                  <a:pt x="34" y="33"/>
                  <a:pt x="35" y="34"/>
                </a:cubicBezTo>
                <a:cubicBezTo>
                  <a:pt x="35" y="35"/>
                  <a:pt x="35" y="35"/>
                  <a:pt x="35" y="37"/>
                </a:cubicBezTo>
                <a:lnTo>
                  <a:pt x="35" y="42"/>
                </a:lnTo>
                <a:close/>
                <a:moveTo>
                  <a:pt x="33" y="36"/>
                </a:moveTo>
                <a:cubicBezTo>
                  <a:pt x="33" y="35"/>
                  <a:pt x="32" y="35"/>
                  <a:pt x="32" y="35"/>
                </a:cubicBezTo>
                <a:cubicBezTo>
                  <a:pt x="31" y="35"/>
                  <a:pt x="31" y="35"/>
                  <a:pt x="30" y="35"/>
                </a:cubicBezTo>
                <a:cubicBezTo>
                  <a:pt x="30" y="43"/>
                  <a:pt x="30" y="43"/>
                  <a:pt x="30" y="43"/>
                </a:cubicBezTo>
                <a:cubicBezTo>
                  <a:pt x="31" y="44"/>
                  <a:pt x="31" y="44"/>
                  <a:pt x="32" y="44"/>
                </a:cubicBezTo>
                <a:cubicBezTo>
                  <a:pt x="32" y="44"/>
                  <a:pt x="33" y="43"/>
                  <a:pt x="33" y="42"/>
                </a:cubicBezTo>
                <a:lnTo>
                  <a:pt x="33" y="36"/>
                </a:lnTo>
                <a:close/>
                <a:moveTo>
                  <a:pt x="39" y="21"/>
                </a:moveTo>
                <a:cubicBezTo>
                  <a:pt x="39" y="8"/>
                  <a:pt x="39" y="8"/>
                  <a:pt x="39" y="8"/>
                </a:cubicBezTo>
                <a:cubicBezTo>
                  <a:pt x="37" y="8"/>
                  <a:pt x="37" y="8"/>
                  <a:pt x="37" y="8"/>
                </a:cubicBezTo>
                <a:cubicBezTo>
                  <a:pt x="37" y="18"/>
                  <a:pt x="37" y="18"/>
                  <a:pt x="37" y="18"/>
                </a:cubicBezTo>
                <a:cubicBezTo>
                  <a:pt x="36" y="19"/>
                  <a:pt x="36" y="19"/>
                  <a:pt x="35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35" y="19"/>
                  <a:pt x="35" y="18"/>
                  <a:pt x="35" y="18"/>
                </a:cubicBezTo>
                <a:cubicBezTo>
                  <a:pt x="35" y="8"/>
                  <a:pt x="35" y="8"/>
                  <a:pt x="35" y="8"/>
                </a:cubicBezTo>
                <a:cubicBezTo>
                  <a:pt x="32" y="8"/>
                  <a:pt x="32" y="8"/>
                  <a:pt x="32" y="8"/>
                </a:cubicBezTo>
                <a:cubicBezTo>
                  <a:pt x="32" y="19"/>
                  <a:pt x="32" y="19"/>
                  <a:pt x="32" y="19"/>
                </a:cubicBezTo>
                <a:cubicBezTo>
                  <a:pt x="32" y="19"/>
                  <a:pt x="32" y="20"/>
                  <a:pt x="32" y="20"/>
                </a:cubicBezTo>
                <a:cubicBezTo>
                  <a:pt x="33" y="21"/>
                  <a:pt x="33" y="21"/>
                  <a:pt x="34" y="21"/>
                </a:cubicBezTo>
                <a:cubicBezTo>
                  <a:pt x="35" y="21"/>
                  <a:pt x="36" y="21"/>
                  <a:pt x="37" y="20"/>
                </a:cubicBezTo>
                <a:cubicBezTo>
                  <a:pt x="37" y="21"/>
                  <a:pt x="37" y="21"/>
                  <a:pt x="37" y="21"/>
                </a:cubicBezTo>
                <a:lnTo>
                  <a:pt x="39" y="21"/>
                </a:lnTo>
                <a:close/>
                <a:moveTo>
                  <a:pt x="44" y="42"/>
                </a:moveTo>
                <a:cubicBezTo>
                  <a:pt x="44" y="42"/>
                  <a:pt x="44" y="43"/>
                  <a:pt x="44" y="43"/>
                </a:cubicBezTo>
                <a:cubicBezTo>
                  <a:pt x="44" y="44"/>
                  <a:pt x="44" y="44"/>
                  <a:pt x="43" y="45"/>
                </a:cubicBezTo>
                <a:cubicBezTo>
                  <a:pt x="43" y="46"/>
                  <a:pt x="42" y="46"/>
                  <a:pt x="40" y="46"/>
                </a:cubicBezTo>
                <a:cubicBezTo>
                  <a:pt x="39" y="46"/>
                  <a:pt x="38" y="46"/>
                  <a:pt x="38" y="45"/>
                </a:cubicBezTo>
                <a:cubicBezTo>
                  <a:pt x="37" y="44"/>
                  <a:pt x="37" y="43"/>
                  <a:pt x="37" y="42"/>
                </a:cubicBezTo>
                <a:cubicBezTo>
                  <a:pt x="37" y="37"/>
                  <a:pt x="37" y="37"/>
                  <a:pt x="37" y="37"/>
                </a:cubicBezTo>
                <a:cubicBezTo>
                  <a:pt x="37" y="36"/>
                  <a:pt x="37" y="35"/>
                  <a:pt x="37" y="34"/>
                </a:cubicBezTo>
                <a:cubicBezTo>
                  <a:pt x="38" y="33"/>
                  <a:pt x="39" y="33"/>
                  <a:pt x="40" y="33"/>
                </a:cubicBezTo>
                <a:cubicBezTo>
                  <a:pt x="42" y="33"/>
                  <a:pt x="42" y="33"/>
                  <a:pt x="43" y="34"/>
                </a:cubicBezTo>
                <a:cubicBezTo>
                  <a:pt x="44" y="35"/>
                  <a:pt x="44" y="36"/>
                  <a:pt x="44" y="37"/>
                </a:cubicBezTo>
                <a:cubicBezTo>
                  <a:pt x="44" y="40"/>
                  <a:pt x="44" y="40"/>
                  <a:pt x="44" y="40"/>
                </a:cubicBezTo>
                <a:cubicBezTo>
                  <a:pt x="39" y="40"/>
                  <a:pt x="39" y="40"/>
                  <a:pt x="39" y="40"/>
                </a:cubicBezTo>
                <a:cubicBezTo>
                  <a:pt x="39" y="42"/>
                  <a:pt x="39" y="42"/>
                  <a:pt x="39" y="42"/>
                </a:cubicBezTo>
                <a:cubicBezTo>
                  <a:pt x="39" y="43"/>
                  <a:pt x="40" y="44"/>
                  <a:pt x="40" y="44"/>
                </a:cubicBezTo>
                <a:cubicBezTo>
                  <a:pt x="41" y="44"/>
                  <a:pt x="41" y="44"/>
                  <a:pt x="41" y="43"/>
                </a:cubicBezTo>
                <a:cubicBezTo>
                  <a:pt x="41" y="43"/>
                  <a:pt x="41" y="42"/>
                  <a:pt x="41" y="41"/>
                </a:cubicBezTo>
                <a:cubicBezTo>
                  <a:pt x="44" y="41"/>
                  <a:pt x="44" y="41"/>
                  <a:pt x="44" y="41"/>
                </a:cubicBezTo>
                <a:lnTo>
                  <a:pt x="44" y="42"/>
                </a:lnTo>
                <a:close/>
                <a:moveTo>
                  <a:pt x="41" y="38"/>
                </a:moveTo>
                <a:cubicBezTo>
                  <a:pt x="41" y="37"/>
                  <a:pt x="41" y="37"/>
                  <a:pt x="41" y="37"/>
                </a:cubicBezTo>
                <a:cubicBezTo>
                  <a:pt x="41" y="35"/>
                  <a:pt x="41" y="35"/>
                  <a:pt x="40" y="35"/>
                </a:cubicBezTo>
                <a:cubicBezTo>
                  <a:pt x="40" y="35"/>
                  <a:pt x="39" y="35"/>
                  <a:pt x="39" y="37"/>
                </a:cubicBezTo>
                <a:cubicBezTo>
                  <a:pt x="39" y="38"/>
                  <a:pt x="39" y="38"/>
                  <a:pt x="39" y="38"/>
                </a:cubicBezTo>
                <a:lnTo>
                  <a:pt x="41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10"/>
          <p:cNvSpPr/>
          <p:nvPr/>
        </p:nvSpPr>
        <p:spPr>
          <a:xfrm>
            <a:off x="989013" y="4468813"/>
            <a:ext cx="250825" cy="188912"/>
          </a:xfrm>
          <a:custGeom>
            <a:rect b="b" l="l" r="r" t="t"/>
            <a:pathLst>
              <a:path extrusionOk="0" h="119" w="158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10"/>
          <p:cNvSpPr/>
          <p:nvPr/>
        </p:nvSpPr>
        <p:spPr>
          <a:xfrm>
            <a:off x="990600" y="3105150"/>
            <a:ext cx="188913" cy="153988"/>
          </a:xfrm>
          <a:custGeom>
            <a:rect b="b" l="l" r="r" t="t"/>
            <a:pathLst>
              <a:path extrusionOk="0" h="45" w="55">
                <a:moveTo>
                  <a:pt x="55" y="7"/>
                </a:moveTo>
                <a:cubicBezTo>
                  <a:pt x="55" y="8"/>
                  <a:pt x="54" y="9"/>
                  <a:pt x="5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7"/>
                </a:lnTo>
                <a:close/>
                <a:moveTo>
                  <a:pt x="55" y="25"/>
                </a:moveTo>
                <a:cubicBezTo>
                  <a:pt x="55" y="26"/>
                  <a:pt x="54" y="27"/>
                  <a:pt x="52" y="27"/>
                </a:cubicBezTo>
                <a:cubicBezTo>
                  <a:pt x="2" y="27"/>
                  <a:pt x="2" y="27"/>
                  <a:pt x="2" y="27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1" y="18"/>
                  <a:pt x="2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4" y="18"/>
                  <a:pt x="55" y="19"/>
                  <a:pt x="55" y="20"/>
                </a:cubicBezTo>
                <a:lnTo>
                  <a:pt x="55" y="25"/>
                </a:lnTo>
                <a:close/>
                <a:moveTo>
                  <a:pt x="55" y="43"/>
                </a:moveTo>
                <a:cubicBezTo>
                  <a:pt x="55" y="44"/>
                  <a:pt x="54" y="45"/>
                  <a:pt x="52" y="45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5"/>
                  <a:pt x="0" y="44"/>
                  <a:pt x="0" y="43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7"/>
                  <a:pt x="1" y="36"/>
                  <a:pt x="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5" y="37"/>
                  <a:pt x="55" y="39"/>
                </a:cubicBezTo>
                <a:lnTo>
                  <a:pt x="55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11"/>
          <p:cNvSpPr/>
          <p:nvPr/>
        </p:nvSpPr>
        <p:spPr>
          <a:xfrm>
            <a:off x="71438" y="161925"/>
            <a:ext cx="233362" cy="182563"/>
          </a:xfrm>
          <a:custGeom>
            <a:rect b="b" l="l" r="r" t="t"/>
            <a:pathLst>
              <a:path extrusionOk="0" h="53" w="68">
                <a:moveTo>
                  <a:pt x="68" y="7"/>
                </a:moveTo>
                <a:cubicBezTo>
                  <a:pt x="68" y="8"/>
                  <a:pt x="67" y="9"/>
                  <a:pt x="65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8" y="1"/>
                  <a:pt x="68" y="2"/>
                </a:cubicBezTo>
                <a:lnTo>
                  <a:pt x="68" y="7"/>
                </a:lnTo>
                <a:close/>
                <a:moveTo>
                  <a:pt x="68" y="21"/>
                </a:moveTo>
                <a:cubicBezTo>
                  <a:pt x="68" y="23"/>
                  <a:pt x="67" y="24"/>
                  <a:pt x="65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1" y="14"/>
                  <a:pt x="2" y="14"/>
                </a:cubicBezTo>
                <a:cubicBezTo>
                  <a:pt x="65" y="14"/>
                  <a:pt x="65" y="14"/>
                  <a:pt x="65" y="14"/>
                </a:cubicBezTo>
                <a:cubicBezTo>
                  <a:pt x="67" y="14"/>
                  <a:pt x="68" y="15"/>
                  <a:pt x="68" y="17"/>
                </a:cubicBezTo>
                <a:lnTo>
                  <a:pt x="68" y="21"/>
                </a:lnTo>
                <a:close/>
                <a:moveTo>
                  <a:pt x="68" y="36"/>
                </a:moveTo>
                <a:cubicBezTo>
                  <a:pt x="68" y="37"/>
                  <a:pt x="67" y="38"/>
                  <a:pt x="65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1" y="38"/>
                  <a:pt x="0" y="37"/>
                  <a:pt x="0" y="36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0"/>
                  <a:pt x="1" y="29"/>
                  <a:pt x="2" y="29"/>
                </a:cubicBezTo>
                <a:cubicBezTo>
                  <a:pt x="65" y="29"/>
                  <a:pt x="65" y="29"/>
                  <a:pt x="65" y="29"/>
                </a:cubicBezTo>
                <a:cubicBezTo>
                  <a:pt x="67" y="29"/>
                  <a:pt x="68" y="30"/>
                  <a:pt x="68" y="31"/>
                </a:cubicBezTo>
                <a:lnTo>
                  <a:pt x="68" y="36"/>
                </a:lnTo>
                <a:close/>
                <a:moveTo>
                  <a:pt x="68" y="51"/>
                </a:moveTo>
                <a:cubicBezTo>
                  <a:pt x="68" y="52"/>
                  <a:pt x="67" y="53"/>
                  <a:pt x="65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3"/>
                  <a:pt x="2" y="43"/>
                </a:cubicBezTo>
                <a:cubicBezTo>
                  <a:pt x="65" y="43"/>
                  <a:pt x="65" y="43"/>
                  <a:pt x="65" y="43"/>
                </a:cubicBezTo>
                <a:cubicBezTo>
                  <a:pt x="67" y="43"/>
                  <a:pt x="68" y="44"/>
                  <a:pt x="68" y="46"/>
                </a:cubicBezTo>
                <a:lnTo>
                  <a:pt x="68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11"/>
          <p:cNvSpPr/>
          <p:nvPr/>
        </p:nvSpPr>
        <p:spPr>
          <a:xfrm>
            <a:off x="493713" y="144463"/>
            <a:ext cx="233362" cy="230187"/>
          </a:xfrm>
          <a:custGeom>
            <a:rect b="b" l="l" r="r" t="t"/>
            <a:pathLst>
              <a:path extrusionOk="0" h="67" w="68">
                <a:moveTo>
                  <a:pt x="68" y="58"/>
                </a:moveTo>
                <a:cubicBezTo>
                  <a:pt x="68" y="58"/>
                  <a:pt x="67" y="59"/>
                  <a:pt x="67" y="59"/>
                </a:cubicBezTo>
                <a:cubicBezTo>
                  <a:pt x="67" y="59"/>
                  <a:pt x="67" y="59"/>
                  <a:pt x="67" y="59"/>
                </a:cubicBezTo>
                <a:cubicBezTo>
                  <a:pt x="66" y="59"/>
                  <a:pt x="66" y="59"/>
                  <a:pt x="66" y="59"/>
                </a:cubicBezTo>
                <a:cubicBezTo>
                  <a:pt x="62" y="55"/>
                  <a:pt x="62" y="55"/>
                  <a:pt x="62" y="55"/>
                </a:cubicBezTo>
                <a:cubicBezTo>
                  <a:pt x="56" y="63"/>
                  <a:pt x="46" y="67"/>
                  <a:pt x="34" y="67"/>
                </a:cubicBezTo>
                <a:cubicBezTo>
                  <a:pt x="22" y="67"/>
                  <a:pt x="11" y="63"/>
                  <a:pt x="5" y="55"/>
                </a:cubicBezTo>
                <a:cubicBezTo>
                  <a:pt x="2" y="59"/>
                  <a:pt x="2" y="59"/>
                  <a:pt x="2" y="59"/>
                </a:cubicBezTo>
                <a:cubicBezTo>
                  <a:pt x="2" y="59"/>
                  <a:pt x="1" y="59"/>
                  <a:pt x="1" y="59"/>
                </a:cubicBezTo>
                <a:cubicBezTo>
                  <a:pt x="1" y="59"/>
                  <a:pt x="1" y="59"/>
                  <a:pt x="1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4"/>
                  <a:pt x="0" y="43"/>
                  <a:pt x="1" y="43"/>
                </a:cubicBezTo>
                <a:cubicBezTo>
                  <a:pt x="14" y="43"/>
                  <a:pt x="14" y="43"/>
                  <a:pt x="14" y="43"/>
                </a:cubicBezTo>
                <a:cubicBezTo>
                  <a:pt x="15" y="43"/>
                  <a:pt x="15" y="44"/>
                  <a:pt x="15" y="44"/>
                </a:cubicBezTo>
                <a:cubicBezTo>
                  <a:pt x="16" y="45"/>
                  <a:pt x="16" y="45"/>
                  <a:pt x="15" y="46"/>
                </a:cubicBezTo>
                <a:cubicBezTo>
                  <a:pt x="11" y="49"/>
                  <a:pt x="11" y="49"/>
                  <a:pt x="11" y="49"/>
                </a:cubicBezTo>
                <a:cubicBezTo>
                  <a:pt x="15" y="54"/>
                  <a:pt x="21" y="57"/>
                  <a:pt x="29" y="58"/>
                </a:cubicBezTo>
                <a:cubicBezTo>
                  <a:pt x="29" y="34"/>
                  <a:pt x="29" y="34"/>
                  <a:pt x="29" y="34"/>
                </a:cubicBezTo>
                <a:cubicBezTo>
                  <a:pt x="22" y="34"/>
                  <a:pt x="22" y="34"/>
                  <a:pt x="22" y="34"/>
                </a:cubicBezTo>
                <a:cubicBezTo>
                  <a:pt x="20" y="34"/>
                  <a:pt x="19" y="33"/>
                  <a:pt x="19" y="31"/>
                </a:cubicBezTo>
                <a:cubicBezTo>
                  <a:pt x="19" y="26"/>
                  <a:pt x="19" y="26"/>
                  <a:pt x="19" y="26"/>
                </a:cubicBezTo>
                <a:cubicBezTo>
                  <a:pt x="19" y="25"/>
                  <a:pt x="20" y="24"/>
                  <a:pt x="22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6"/>
                  <a:pt x="24" y="13"/>
                  <a:pt x="24" y="9"/>
                </a:cubicBezTo>
                <a:cubicBezTo>
                  <a:pt x="24" y="4"/>
                  <a:pt x="28" y="0"/>
                  <a:pt x="34" y="0"/>
                </a:cubicBezTo>
                <a:cubicBezTo>
                  <a:pt x="39" y="0"/>
                  <a:pt x="43" y="4"/>
                  <a:pt x="43" y="9"/>
                </a:cubicBezTo>
                <a:cubicBezTo>
                  <a:pt x="43" y="13"/>
                  <a:pt x="42" y="16"/>
                  <a:pt x="39" y="18"/>
                </a:cubicBezTo>
                <a:cubicBezTo>
                  <a:pt x="39" y="24"/>
                  <a:pt x="39" y="24"/>
                  <a:pt x="39" y="24"/>
                </a:cubicBezTo>
                <a:cubicBezTo>
                  <a:pt x="46" y="24"/>
                  <a:pt x="46" y="24"/>
                  <a:pt x="46" y="24"/>
                </a:cubicBezTo>
                <a:cubicBezTo>
                  <a:pt x="47" y="24"/>
                  <a:pt x="48" y="25"/>
                  <a:pt x="48" y="26"/>
                </a:cubicBezTo>
                <a:cubicBezTo>
                  <a:pt x="48" y="31"/>
                  <a:pt x="48" y="31"/>
                  <a:pt x="48" y="31"/>
                </a:cubicBezTo>
                <a:cubicBezTo>
                  <a:pt x="48" y="33"/>
                  <a:pt x="47" y="34"/>
                  <a:pt x="46" y="34"/>
                </a:cubicBezTo>
                <a:cubicBezTo>
                  <a:pt x="39" y="34"/>
                  <a:pt x="39" y="34"/>
                  <a:pt x="39" y="34"/>
                </a:cubicBezTo>
                <a:cubicBezTo>
                  <a:pt x="39" y="58"/>
                  <a:pt x="39" y="58"/>
                  <a:pt x="39" y="58"/>
                </a:cubicBezTo>
                <a:cubicBezTo>
                  <a:pt x="46" y="57"/>
                  <a:pt x="53" y="54"/>
                  <a:pt x="56" y="49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45"/>
                  <a:pt x="52" y="45"/>
                  <a:pt x="52" y="44"/>
                </a:cubicBezTo>
                <a:cubicBezTo>
                  <a:pt x="52" y="44"/>
                  <a:pt x="53" y="43"/>
                  <a:pt x="53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3"/>
                  <a:pt x="68" y="44"/>
                  <a:pt x="68" y="45"/>
                </a:cubicBezTo>
                <a:lnTo>
                  <a:pt x="68" y="58"/>
                </a:lnTo>
                <a:close/>
                <a:moveTo>
                  <a:pt x="34" y="7"/>
                </a:moveTo>
                <a:cubicBezTo>
                  <a:pt x="32" y="7"/>
                  <a:pt x="31" y="8"/>
                  <a:pt x="31" y="9"/>
                </a:cubicBezTo>
                <a:cubicBezTo>
                  <a:pt x="31" y="11"/>
                  <a:pt x="32" y="12"/>
                  <a:pt x="34" y="12"/>
                </a:cubicBezTo>
                <a:cubicBezTo>
                  <a:pt x="35" y="12"/>
                  <a:pt x="36" y="11"/>
                  <a:pt x="36" y="9"/>
                </a:cubicBezTo>
                <a:cubicBezTo>
                  <a:pt x="36" y="8"/>
                  <a:pt x="35" y="7"/>
                  <a:pt x="34" y="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11"/>
          <p:cNvSpPr/>
          <p:nvPr/>
        </p:nvSpPr>
        <p:spPr>
          <a:xfrm>
            <a:off x="992188" y="203200"/>
            <a:ext cx="127000" cy="130175"/>
          </a:xfrm>
          <a:custGeom>
            <a:rect b="b" l="l" r="r" t="t"/>
            <a:pathLst>
              <a:path extrusionOk="0" h="38" w="37">
                <a:moveTo>
                  <a:pt x="22" y="36"/>
                </a:moveTo>
                <a:cubicBezTo>
                  <a:pt x="20" y="38"/>
                  <a:pt x="20" y="38"/>
                  <a:pt x="20" y="38"/>
                </a:cubicBezTo>
                <a:cubicBezTo>
                  <a:pt x="20" y="38"/>
                  <a:pt x="20" y="38"/>
                  <a:pt x="19" y="38"/>
                </a:cubicBezTo>
                <a:cubicBezTo>
                  <a:pt x="19" y="38"/>
                  <a:pt x="19" y="38"/>
                  <a:pt x="19" y="3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19"/>
                  <a:pt x="0" y="19"/>
                </a:cubicBezTo>
                <a:cubicBezTo>
                  <a:pt x="0" y="19"/>
                  <a:pt x="1" y="18"/>
                  <a:pt x="1" y="18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19" y="0"/>
                  <a:pt x="19" y="0"/>
                </a:cubicBezTo>
                <a:cubicBezTo>
                  <a:pt x="20" y="0"/>
                  <a:pt x="20" y="0"/>
                  <a:pt x="20" y="1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3"/>
                  <a:pt x="23" y="3"/>
                  <a:pt x="23" y="3"/>
                </a:cubicBezTo>
                <a:cubicBezTo>
                  <a:pt x="23" y="4"/>
                  <a:pt x="22" y="4"/>
                  <a:pt x="22" y="4"/>
                </a:cubicBezTo>
                <a:cubicBezTo>
                  <a:pt x="7" y="19"/>
                  <a:pt x="7" y="19"/>
                  <a:pt x="7" y="19"/>
                </a:cubicBezTo>
                <a:cubicBezTo>
                  <a:pt x="22" y="34"/>
                  <a:pt x="22" y="34"/>
                  <a:pt x="22" y="34"/>
                </a:cubicBezTo>
                <a:cubicBezTo>
                  <a:pt x="22" y="34"/>
                  <a:pt x="23" y="35"/>
                  <a:pt x="23" y="35"/>
                </a:cubicBezTo>
                <a:cubicBezTo>
                  <a:pt x="23" y="35"/>
                  <a:pt x="22" y="36"/>
                  <a:pt x="22" y="36"/>
                </a:cubicBezTo>
                <a:close/>
                <a:moveTo>
                  <a:pt x="37" y="36"/>
                </a:moveTo>
                <a:cubicBezTo>
                  <a:pt x="35" y="38"/>
                  <a:pt x="35" y="38"/>
                  <a:pt x="35" y="38"/>
                </a:cubicBezTo>
                <a:cubicBezTo>
                  <a:pt x="35" y="38"/>
                  <a:pt x="34" y="38"/>
                  <a:pt x="34" y="38"/>
                </a:cubicBezTo>
                <a:cubicBezTo>
                  <a:pt x="34" y="38"/>
                  <a:pt x="33" y="38"/>
                  <a:pt x="33" y="38"/>
                </a:cubicBezTo>
                <a:cubicBezTo>
                  <a:pt x="15" y="20"/>
                  <a:pt x="15" y="20"/>
                  <a:pt x="15" y="20"/>
                </a:cubicBezTo>
                <a:cubicBezTo>
                  <a:pt x="15" y="20"/>
                  <a:pt x="15" y="19"/>
                  <a:pt x="15" y="19"/>
                </a:cubicBezTo>
                <a:cubicBezTo>
                  <a:pt x="15" y="19"/>
                  <a:pt x="15" y="18"/>
                  <a:pt x="15" y="1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4" y="0"/>
                  <a:pt x="34" y="0"/>
                </a:cubicBezTo>
                <a:cubicBezTo>
                  <a:pt x="34" y="0"/>
                  <a:pt x="35" y="0"/>
                  <a:pt x="35" y="1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4"/>
                  <a:pt x="37" y="4"/>
                  <a:pt x="37" y="4"/>
                </a:cubicBezTo>
                <a:cubicBezTo>
                  <a:pt x="22" y="19"/>
                  <a:pt x="22" y="19"/>
                  <a:pt x="22" y="19"/>
                </a:cubicBezTo>
                <a:cubicBezTo>
                  <a:pt x="37" y="34"/>
                  <a:pt x="37" y="34"/>
                  <a:pt x="37" y="34"/>
                </a:cubicBezTo>
                <a:cubicBezTo>
                  <a:pt x="37" y="34"/>
                  <a:pt x="37" y="35"/>
                  <a:pt x="37" y="35"/>
                </a:cubicBezTo>
                <a:cubicBezTo>
                  <a:pt x="37" y="35"/>
                  <a:pt x="37" y="36"/>
                  <a:pt x="37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11"/>
          <p:cNvSpPr/>
          <p:nvPr/>
        </p:nvSpPr>
        <p:spPr>
          <a:xfrm>
            <a:off x="1485900" y="203200"/>
            <a:ext cx="79375" cy="130175"/>
          </a:xfrm>
          <a:custGeom>
            <a:rect b="b" l="l" r="r" t="t"/>
            <a:pathLst>
              <a:path extrusionOk="0" h="38" w="23">
                <a:moveTo>
                  <a:pt x="22" y="4"/>
                </a:moveTo>
                <a:cubicBezTo>
                  <a:pt x="7" y="19"/>
                  <a:pt x="7" y="19"/>
                  <a:pt x="7" y="19"/>
                </a:cubicBezTo>
                <a:cubicBezTo>
                  <a:pt x="22" y="34"/>
                  <a:pt x="22" y="34"/>
                  <a:pt x="22" y="34"/>
                </a:cubicBezTo>
                <a:cubicBezTo>
                  <a:pt x="22" y="34"/>
                  <a:pt x="23" y="35"/>
                  <a:pt x="23" y="35"/>
                </a:cubicBezTo>
                <a:cubicBezTo>
                  <a:pt x="23" y="35"/>
                  <a:pt x="22" y="36"/>
                  <a:pt x="22" y="36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38"/>
                  <a:pt x="20" y="38"/>
                  <a:pt x="19" y="38"/>
                </a:cubicBezTo>
                <a:cubicBezTo>
                  <a:pt x="19" y="38"/>
                  <a:pt x="19" y="38"/>
                  <a:pt x="19" y="3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19"/>
                  <a:pt x="0" y="19"/>
                </a:cubicBezTo>
                <a:cubicBezTo>
                  <a:pt x="0" y="19"/>
                  <a:pt x="1" y="18"/>
                  <a:pt x="1" y="18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19" y="0"/>
                  <a:pt x="19" y="0"/>
                </a:cubicBezTo>
                <a:cubicBezTo>
                  <a:pt x="20" y="0"/>
                  <a:pt x="20" y="0"/>
                  <a:pt x="20" y="1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3"/>
                  <a:pt x="23" y="3"/>
                  <a:pt x="23" y="3"/>
                </a:cubicBezTo>
                <a:cubicBezTo>
                  <a:pt x="23" y="4"/>
                  <a:pt x="22" y="4"/>
                  <a:pt x="22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11"/>
          <p:cNvSpPr/>
          <p:nvPr/>
        </p:nvSpPr>
        <p:spPr>
          <a:xfrm>
            <a:off x="1984375" y="161925"/>
            <a:ext cx="215900" cy="200025"/>
          </a:xfrm>
          <a:custGeom>
            <a:rect b="b" l="l" r="r" t="t"/>
            <a:pathLst>
              <a:path extrusionOk="0" h="58" w="63">
                <a:moveTo>
                  <a:pt x="63" y="12"/>
                </a:moveTo>
                <a:cubicBezTo>
                  <a:pt x="63" y="13"/>
                  <a:pt x="62" y="14"/>
                  <a:pt x="61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4"/>
                  <a:pt x="0" y="13"/>
                  <a:pt x="0" y="1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3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2" y="0"/>
                  <a:pt x="63" y="1"/>
                  <a:pt x="63" y="2"/>
                </a:cubicBezTo>
                <a:lnTo>
                  <a:pt x="63" y="12"/>
                </a:lnTo>
                <a:close/>
                <a:moveTo>
                  <a:pt x="61" y="55"/>
                </a:moveTo>
                <a:cubicBezTo>
                  <a:pt x="61" y="57"/>
                  <a:pt x="60" y="58"/>
                  <a:pt x="59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4" y="58"/>
                  <a:pt x="3" y="57"/>
                  <a:pt x="3" y="55"/>
                </a:cubicBezTo>
                <a:cubicBezTo>
                  <a:pt x="3" y="19"/>
                  <a:pt x="3" y="19"/>
                  <a:pt x="3" y="19"/>
                </a:cubicBezTo>
                <a:cubicBezTo>
                  <a:pt x="3" y="18"/>
                  <a:pt x="4" y="17"/>
                  <a:pt x="5" y="17"/>
                </a:cubicBezTo>
                <a:cubicBezTo>
                  <a:pt x="59" y="17"/>
                  <a:pt x="59" y="17"/>
                  <a:pt x="59" y="17"/>
                </a:cubicBezTo>
                <a:cubicBezTo>
                  <a:pt x="60" y="17"/>
                  <a:pt x="61" y="18"/>
                  <a:pt x="61" y="19"/>
                </a:cubicBezTo>
                <a:lnTo>
                  <a:pt x="61" y="55"/>
                </a:lnTo>
                <a:close/>
                <a:moveTo>
                  <a:pt x="37" y="24"/>
                </a:moveTo>
                <a:cubicBezTo>
                  <a:pt x="27" y="24"/>
                  <a:pt x="27" y="24"/>
                  <a:pt x="27" y="24"/>
                </a:cubicBezTo>
                <a:cubicBezTo>
                  <a:pt x="26" y="24"/>
                  <a:pt x="24" y="25"/>
                  <a:pt x="24" y="26"/>
                </a:cubicBezTo>
                <a:cubicBezTo>
                  <a:pt x="24" y="28"/>
                  <a:pt x="26" y="29"/>
                  <a:pt x="27" y="29"/>
                </a:cubicBezTo>
                <a:cubicBezTo>
                  <a:pt x="37" y="29"/>
                  <a:pt x="37" y="29"/>
                  <a:pt x="37" y="29"/>
                </a:cubicBezTo>
                <a:cubicBezTo>
                  <a:pt x="38" y="29"/>
                  <a:pt x="39" y="28"/>
                  <a:pt x="39" y="26"/>
                </a:cubicBezTo>
                <a:cubicBezTo>
                  <a:pt x="39" y="25"/>
                  <a:pt x="38" y="24"/>
                  <a:pt x="37" y="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5" name="Google Shape;2855;p11"/>
          <p:cNvSpPr/>
          <p:nvPr/>
        </p:nvSpPr>
        <p:spPr>
          <a:xfrm>
            <a:off x="2471738" y="161925"/>
            <a:ext cx="201612" cy="200025"/>
          </a:xfrm>
          <a:custGeom>
            <a:rect b="b" l="l" r="r" t="t"/>
            <a:pathLst>
              <a:path extrusionOk="0" h="58" w="59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9" y="29"/>
                </a:moveTo>
                <a:cubicBezTo>
                  <a:pt x="9" y="40"/>
                  <a:pt x="18" y="49"/>
                  <a:pt x="30" y="49"/>
                </a:cubicBezTo>
                <a:cubicBezTo>
                  <a:pt x="41" y="49"/>
                  <a:pt x="50" y="40"/>
                  <a:pt x="50" y="29"/>
                </a:cubicBezTo>
                <a:cubicBezTo>
                  <a:pt x="50" y="17"/>
                  <a:pt x="41" y="8"/>
                  <a:pt x="30" y="8"/>
                </a:cubicBezTo>
                <a:cubicBezTo>
                  <a:pt x="18" y="8"/>
                  <a:pt x="9" y="17"/>
                  <a:pt x="9" y="29"/>
                </a:cubicBezTo>
                <a:close/>
                <a:moveTo>
                  <a:pt x="43" y="31"/>
                </a:moveTo>
                <a:cubicBezTo>
                  <a:pt x="30" y="43"/>
                  <a:pt x="30" y="43"/>
                  <a:pt x="30" y="43"/>
                </a:cubicBezTo>
                <a:cubicBezTo>
                  <a:pt x="30" y="43"/>
                  <a:pt x="30" y="43"/>
                  <a:pt x="30" y="43"/>
                </a:cubicBezTo>
                <a:cubicBezTo>
                  <a:pt x="29" y="43"/>
                  <a:pt x="29" y="43"/>
                  <a:pt x="29" y="43"/>
                </a:cubicBezTo>
                <a:cubicBezTo>
                  <a:pt x="17" y="31"/>
                  <a:pt x="17" y="31"/>
                  <a:pt x="17" y="31"/>
                </a:cubicBezTo>
                <a:cubicBezTo>
                  <a:pt x="16" y="30"/>
                  <a:pt x="16" y="30"/>
                  <a:pt x="16" y="29"/>
                </a:cubicBezTo>
                <a:cubicBezTo>
                  <a:pt x="16" y="29"/>
                  <a:pt x="17" y="29"/>
                  <a:pt x="17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4"/>
                  <a:pt x="26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4"/>
                  <a:pt x="34" y="15"/>
                  <a:pt x="34" y="15"/>
                </a:cubicBezTo>
                <a:cubicBezTo>
                  <a:pt x="34" y="29"/>
                  <a:pt x="34" y="29"/>
                  <a:pt x="34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3" y="29"/>
                  <a:pt x="43" y="30"/>
                </a:cubicBezTo>
                <a:cubicBezTo>
                  <a:pt x="43" y="30"/>
                  <a:pt x="43" y="31"/>
                  <a:pt x="43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11"/>
          <p:cNvSpPr/>
          <p:nvPr/>
        </p:nvSpPr>
        <p:spPr>
          <a:xfrm>
            <a:off x="2965450" y="161925"/>
            <a:ext cx="203200" cy="200025"/>
          </a:xfrm>
          <a:custGeom>
            <a:rect b="b" l="l" r="r" t="t"/>
            <a:pathLst>
              <a:path extrusionOk="0" h="58" w="59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49" y="27"/>
                </a:moveTo>
                <a:cubicBezTo>
                  <a:pt x="45" y="24"/>
                  <a:pt x="45" y="24"/>
                  <a:pt x="45" y="24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9"/>
                  <a:pt x="30" y="9"/>
                  <a:pt x="30" y="9"/>
                </a:cubicBezTo>
                <a:cubicBezTo>
                  <a:pt x="29" y="9"/>
                  <a:pt x="28" y="9"/>
                  <a:pt x="28" y="10"/>
                </a:cubicBezTo>
                <a:cubicBezTo>
                  <a:pt x="24" y="13"/>
                  <a:pt x="24" y="13"/>
                  <a:pt x="24" y="13"/>
                </a:cubicBezTo>
                <a:cubicBezTo>
                  <a:pt x="24" y="14"/>
                  <a:pt x="24" y="14"/>
                  <a:pt x="24" y="15"/>
                </a:cubicBezTo>
                <a:cubicBezTo>
                  <a:pt x="24" y="16"/>
                  <a:pt x="24" y="16"/>
                  <a:pt x="24" y="17"/>
                </a:cubicBezTo>
                <a:cubicBezTo>
                  <a:pt x="32" y="24"/>
                  <a:pt x="32" y="24"/>
                  <a:pt x="32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1" y="24"/>
                  <a:pt x="10" y="25"/>
                  <a:pt x="10" y="26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32"/>
                  <a:pt x="11" y="34"/>
                  <a:pt x="13" y="34"/>
                </a:cubicBezTo>
                <a:cubicBezTo>
                  <a:pt x="32" y="34"/>
                  <a:pt x="32" y="34"/>
                  <a:pt x="32" y="34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41"/>
                  <a:pt x="24" y="42"/>
                  <a:pt x="24" y="42"/>
                </a:cubicBezTo>
                <a:cubicBezTo>
                  <a:pt x="24" y="43"/>
                  <a:pt x="24" y="44"/>
                  <a:pt x="24" y="44"/>
                </a:cubicBezTo>
                <a:cubicBezTo>
                  <a:pt x="28" y="48"/>
                  <a:pt x="28" y="48"/>
                  <a:pt x="28" y="48"/>
                </a:cubicBezTo>
                <a:cubicBezTo>
                  <a:pt x="28" y="48"/>
                  <a:pt x="29" y="48"/>
                  <a:pt x="30" y="48"/>
                </a:cubicBezTo>
                <a:cubicBezTo>
                  <a:pt x="30" y="48"/>
                  <a:pt x="31" y="48"/>
                  <a:pt x="31" y="48"/>
                </a:cubicBezTo>
                <a:cubicBezTo>
                  <a:pt x="45" y="34"/>
                  <a:pt x="45" y="34"/>
                  <a:pt x="45" y="34"/>
                </a:cubicBezTo>
                <a:cubicBezTo>
                  <a:pt x="49" y="30"/>
                  <a:pt x="49" y="30"/>
                  <a:pt x="49" y="30"/>
                </a:cubicBezTo>
                <a:cubicBezTo>
                  <a:pt x="49" y="30"/>
                  <a:pt x="49" y="29"/>
                  <a:pt x="49" y="29"/>
                </a:cubicBezTo>
                <a:cubicBezTo>
                  <a:pt x="49" y="28"/>
                  <a:pt x="49" y="27"/>
                  <a:pt x="49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7" name="Google Shape;2857;p11"/>
          <p:cNvSpPr/>
          <p:nvPr/>
        </p:nvSpPr>
        <p:spPr>
          <a:xfrm>
            <a:off x="3460750" y="168275"/>
            <a:ext cx="192088" cy="203200"/>
          </a:xfrm>
          <a:custGeom>
            <a:rect b="b" l="l" r="r" t="t"/>
            <a:pathLst>
              <a:path extrusionOk="0" h="59" w="56">
                <a:moveTo>
                  <a:pt x="55" y="33"/>
                </a:moveTo>
                <a:cubicBezTo>
                  <a:pt x="30" y="57"/>
                  <a:pt x="30" y="57"/>
                  <a:pt x="30" y="57"/>
                </a:cubicBezTo>
                <a:cubicBezTo>
                  <a:pt x="29" y="58"/>
                  <a:pt x="28" y="59"/>
                  <a:pt x="27" y="59"/>
                </a:cubicBezTo>
                <a:cubicBezTo>
                  <a:pt x="25" y="59"/>
                  <a:pt x="24" y="58"/>
                  <a:pt x="23" y="57"/>
                </a:cubicBezTo>
                <a:cubicBezTo>
                  <a:pt x="20" y="54"/>
                  <a:pt x="20" y="54"/>
                  <a:pt x="20" y="54"/>
                </a:cubicBezTo>
                <a:cubicBezTo>
                  <a:pt x="20" y="54"/>
                  <a:pt x="19" y="52"/>
                  <a:pt x="19" y="51"/>
                </a:cubicBezTo>
                <a:cubicBezTo>
                  <a:pt x="19" y="50"/>
                  <a:pt x="20" y="48"/>
                  <a:pt x="20" y="48"/>
                </a:cubicBezTo>
                <a:cubicBezTo>
                  <a:pt x="32" y="36"/>
                  <a:pt x="32" y="36"/>
                  <a:pt x="32" y="36"/>
                </a:cubicBezTo>
                <a:cubicBezTo>
                  <a:pt x="5" y="36"/>
                  <a:pt x="5" y="36"/>
                  <a:pt x="5" y="36"/>
                </a:cubicBezTo>
                <a:cubicBezTo>
                  <a:pt x="2" y="36"/>
                  <a:pt x="0" y="34"/>
                  <a:pt x="0" y="32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4"/>
                  <a:pt x="2" y="22"/>
                  <a:pt x="5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19" y="9"/>
                  <a:pt x="19" y="7"/>
                </a:cubicBezTo>
                <a:cubicBezTo>
                  <a:pt x="19" y="6"/>
                  <a:pt x="20" y="5"/>
                  <a:pt x="20" y="4"/>
                </a:cubicBezTo>
                <a:cubicBezTo>
                  <a:pt x="23" y="1"/>
                  <a:pt x="23" y="1"/>
                  <a:pt x="23" y="1"/>
                </a:cubicBezTo>
                <a:cubicBezTo>
                  <a:pt x="24" y="0"/>
                  <a:pt x="25" y="0"/>
                  <a:pt x="27" y="0"/>
                </a:cubicBezTo>
                <a:cubicBezTo>
                  <a:pt x="28" y="0"/>
                  <a:pt x="29" y="0"/>
                  <a:pt x="30" y="1"/>
                </a:cubicBezTo>
                <a:cubicBezTo>
                  <a:pt x="55" y="26"/>
                  <a:pt x="55" y="26"/>
                  <a:pt x="55" y="26"/>
                </a:cubicBezTo>
                <a:cubicBezTo>
                  <a:pt x="56" y="27"/>
                  <a:pt x="56" y="28"/>
                  <a:pt x="56" y="29"/>
                </a:cubicBezTo>
                <a:cubicBezTo>
                  <a:pt x="56" y="30"/>
                  <a:pt x="56" y="32"/>
                  <a:pt x="55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1"/>
          <p:cNvSpPr/>
          <p:nvPr/>
        </p:nvSpPr>
        <p:spPr>
          <a:xfrm>
            <a:off x="3954463" y="220663"/>
            <a:ext cx="233362" cy="82550"/>
          </a:xfrm>
          <a:custGeom>
            <a:rect b="b" l="l" r="r" t="t"/>
            <a:pathLst>
              <a:path extrusionOk="0" h="24" w="68">
                <a:moveTo>
                  <a:pt x="68" y="13"/>
                </a:moveTo>
                <a:cubicBezTo>
                  <a:pt x="58" y="23"/>
                  <a:pt x="58" y="23"/>
                  <a:pt x="58" y="23"/>
                </a:cubicBezTo>
                <a:cubicBezTo>
                  <a:pt x="58" y="24"/>
                  <a:pt x="57" y="24"/>
                  <a:pt x="56" y="24"/>
                </a:cubicBezTo>
                <a:cubicBezTo>
                  <a:pt x="55" y="24"/>
                  <a:pt x="54" y="23"/>
                  <a:pt x="54" y="21"/>
                </a:cubicBezTo>
                <a:cubicBezTo>
                  <a:pt x="54" y="17"/>
                  <a:pt x="54" y="17"/>
                  <a:pt x="54" y="17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3"/>
                  <a:pt x="14" y="24"/>
                  <a:pt x="13" y="24"/>
                </a:cubicBezTo>
                <a:cubicBezTo>
                  <a:pt x="12" y="24"/>
                  <a:pt x="11" y="24"/>
                  <a:pt x="11" y="23"/>
                </a:cubicBezTo>
                <a:cubicBezTo>
                  <a:pt x="1" y="13"/>
                  <a:pt x="1" y="13"/>
                  <a:pt x="1" y="13"/>
                </a:cubicBezTo>
                <a:cubicBezTo>
                  <a:pt x="1" y="13"/>
                  <a:pt x="0" y="12"/>
                  <a:pt x="0" y="12"/>
                </a:cubicBezTo>
                <a:cubicBezTo>
                  <a:pt x="0" y="11"/>
                  <a:pt x="1" y="10"/>
                  <a:pt x="1" y="1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2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7"/>
                  <a:pt x="15" y="7"/>
                  <a:pt x="15" y="7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2"/>
                  <a:pt x="54" y="2"/>
                  <a:pt x="54" y="2"/>
                </a:cubicBezTo>
                <a:cubicBezTo>
                  <a:pt x="54" y="1"/>
                  <a:pt x="55" y="0"/>
                  <a:pt x="56" y="0"/>
                </a:cubicBezTo>
                <a:cubicBezTo>
                  <a:pt x="57" y="0"/>
                  <a:pt x="58" y="0"/>
                  <a:pt x="58" y="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11"/>
                  <a:pt x="68" y="12"/>
                </a:cubicBezTo>
                <a:cubicBezTo>
                  <a:pt x="68" y="12"/>
                  <a:pt x="68" y="13"/>
                  <a:pt x="68" y="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11"/>
          <p:cNvSpPr/>
          <p:nvPr/>
        </p:nvSpPr>
        <p:spPr>
          <a:xfrm>
            <a:off x="4448175" y="161925"/>
            <a:ext cx="268288" cy="206375"/>
          </a:xfrm>
          <a:custGeom>
            <a:rect b="b" l="l" r="r" t="t"/>
            <a:pathLst>
              <a:path extrusionOk="0" h="60" w="78">
                <a:moveTo>
                  <a:pt x="78" y="47"/>
                </a:moveTo>
                <a:cubicBezTo>
                  <a:pt x="78" y="48"/>
                  <a:pt x="77" y="48"/>
                  <a:pt x="76" y="48"/>
                </a:cubicBezTo>
                <a:cubicBezTo>
                  <a:pt x="73" y="48"/>
                  <a:pt x="73" y="48"/>
                  <a:pt x="73" y="48"/>
                </a:cubicBezTo>
                <a:cubicBezTo>
                  <a:pt x="73" y="53"/>
                  <a:pt x="73" y="53"/>
                  <a:pt x="73" y="53"/>
                </a:cubicBezTo>
                <a:cubicBezTo>
                  <a:pt x="73" y="57"/>
                  <a:pt x="69" y="60"/>
                  <a:pt x="65" y="60"/>
                </a:cubicBezTo>
                <a:cubicBezTo>
                  <a:pt x="61" y="60"/>
                  <a:pt x="58" y="57"/>
                  <a:pt x="58" y="53"/>
                </a:cubicBezTo>
                <a:cubicBezTo>
                  <a:pt x="58" y="48"/>
                  <a:pt x="58" y="48"/>
                  <a:pt x="58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53"/>
                  <a:pt x="19" y="53"/>
                  <a:pt x="19" y="53"/>
                </a:cubicBezTo>
                <a:cubicBezTo>
                  <a:pt x="19" y="57"/>
                  <a:pt x="16" y="60"/>
                  <a:pt x="12" y="60"/>
                </a:cubicBezTo>
                <a:cubicBezTo>
                  <a:pt x="8" y="60"/>
                  <a:pt x="5" y="57"/>
                  <a:pt x="5" y="53"/>
                </a:cubicBezTo>
                <a:cubicBezTo>
                  <a:pt x="5" y="48"/>
                  <a:pt x="5" y="48"/>
                  <a:pt x="5" y="48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8"/>
                  <a:pt x="0" y="48"/>
                  <a:pt x="0" y="47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28"/>
                  <a:pt x="4" y="24"/>
                  <a:pt x="8" y="24"/>
                </a:cubicBezTo>
                <a:cubicBezTo>
                  <a:pt x="9" y="24"/>
                  <a:pt x="9" y="24"/>
                  <a:pt x="9" y="24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3"/>
                  <a:pt x="19" y="0"/>
                  <a:pt x="24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8" y="0"/>
                  <a:pt x="63" y="3"/>
                  <a:pt x="64" y="8"/>
                </a:cubicBezTo>
                <a:cubicBezTo>
                  <a:pt x="68" y="24"/>
                  <a:pt x="68" y="24"/>
                  <a:pt x="68" y="24"/>
                </a:cubicBezTo>
                <a:cubicBezTo>
                  <a:pt x="69" y="24"/>
                  <a:pt x="69" y="24"/>
                  <a:pt x="69" y="24"/>
                </a:cubicBezTo>
                <a:cubicBezTo>
                  <a:pt x="74" y="24"/>
                  <a:pt x="78" y="28"/>
                  <a:pt x="78" y="32"/>
                </a:cubicBezTo>
                <a:lnTo>
                  <a:pt x="78" y="47"/>
                </a:lnTo>
                <a:close/>
                <a:moveTo>
                  <a:pt x="12" y="30"/>
                </a:moveTo>
                <a:cubicBezTo>
                  <a:pt x="9" y="30"/>
                  <a:pt x="6" y="33"/>
                  <a:pt x="6" y="36"/>
                </a:cubicBezTo>
                <a:cubicBezTo>
                  <a:pt x="6" y="39"/>
                  <a:pt x="9" y="42"/>
                  <a:pt x="12" y="42"/>
                </a:cubicBezTo>
                <a:cubicBezTo>
                  <a:pt x="15" y="42"/>
                  <a:pt x="18" y="39"/>
                  <a:pt x="18" y="36"/>
                </a:cubicBezTo>
                <a:cubicBezTo>
                  <a:pt x="18" y="33"/>
                  <a:pt x="15" y="30"/>
                  <a:pt x="12" y="30"/>
                </a:cubicBezTo>
                <a:close/>
                <a:moveTo>
                  <a:pt x="58" y="24"/>
                </a:moveTo>
                <a:cubicBezTo>
                  <a:pt x="55" y="10"/>
                  <a:pt x="55" y="10"/>
                  <a:pt x="55" y="10"/>
                </a:cubicBezTo>
                <a:cubicBezTo>
                  <a:pt x="54" y="10"/>
                  <a:pt x="54" y="9"/>
                  <a:pt x="5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9"/>
                  <a:pt x="23" y="10"/>
                  <a:pt x="23" y="10"/>
                </a:cubicBezTo>
                <a:cubicBezTo>
                  <a:pt x="19" y="24"/>
                  <a:pt x="19" y="24"/>
                  <a:pt x="19" y="24"/>
                </a:cubicBezTo>
                <a:lnTo>
                  <a:pt x="58" y="24"/>
                </a:lnTo>
                <a:close/>
                <a:moveTo>
                  <a:pt x="65" y="30"/>
                </a:moveTo>
                <a:cubicBezTo>
                  <a:pt x="62" y="30"/>
                  <a:pt x="59" y="33"/>
                  <a:pt x="59" y="36"/>
                </a:cubicBezTo>
                <a:cubicBezTo>
                  <a:pt x="59" y="39"/>
                  <a:pt x="62" y="42"/>
                  <a:pt x="65" y="42"/>
                </a:cubicBezTo>
                <a:cubicBezTo>
                  <a:pt x="69" y="42"/>
                  <a:pt x="71" y="39"/>
                  <a:pt x="71" y="36"/>
                </a:cubicBezTo>
                <a:cubicBezTo>
                  <a:pt x="71" y="33"/>
                  <a:pt x="69" y="30"/>
                  <a:pt x="65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1"/>
          <p:cNvSpPr/>
          <p:nvPr/>
        </p:nvSpPr>
        <p:spPr>
          <a:xfrm>
            <a:off x="4943475" y="161925"/>
            <a:ext cx="266700" cy="200025"/>
          </a:xfrm>
          <a:custGeom>
            <a:rect b="b" l="l" r="r" t="t"/>
            <a:pathLst>
              <a:path extrusionOk="0" h="126" w="168">
                <a:moveTo>
                  <a:pt x="168" y="126"/>
                </a:moveTo>
                <a:lnTo>
                  <a:pt x="0" y="126"/>
                </a:lnTo>
                <a:lnTo>
                  <a:pt x="0" y="0"/>
                </a:lnTo>
                <a:lnTo>
                  <a:pt x="10" y="0"/>
                </a:lnTo>
                <a:lnTo>
                  <a:pt x="10" y="115"/>
                </a:lnTo>
                <a:lnTo>
                  <a:pt x="168" y="115"/>
                </a:lnTo>
                <a:lnTo>
                  <a:pt x="168" y="126"/>
                </a:lnTo>
                <a:close/>
                <a:moveTo>
                  <a:pt x="54" y="104"/>
                </a:moveTo>
                <a:lnTo>
                  <a:pt x="32" y="104"/>
                </a:lnTo>
                <a:lnTo>
                  <a:pt x="32" y="63"/>
                </a:lnTo>
                <a:lnTo>
                  <a:pt x="54" y="63"/>
                </a:lnTo>
                <a:lnTo>
                  <a:pt x="54" y="104"/>
                </a:lnTo>
                <a:close/>
                <a:moveTo>
                  <a:pt x="84" y="104"/>
                </a:moveTo>
                <a:lnTo>
                  <a:pt x="64" y="104"/>
                </a:lnTo>
                <a:lnTo>
                  <a:pt x="64" y="19"/>
                </a:lnTo>
                <a:lnTo>
                  <a:pt x="84" y="19"/>
                </a:lnTo>
                <a:lnTo>
                  <a:pt x="84" y="104"/>
                </a:lnTo>
                <a:close/>
                <a:moveTo>
                  <a:pt x="116" y="104"/>
                </a:moveTo>
                <a:lnTo>
                  <a:pt x="95" y="104"/>
                </a:lnTo>
                <a:lnTo>
                  <a:pt x="95" y="41"/>
                </a:lnTo>
                <a:lnTo>
                  <a:pt x="116" y="41"/>
                </a:lnTo>
                <a:lnTo>
                  <a:pt x="116" y="104"/>
                </a:lnTo>
                <a:close/>
                <a:moveTo>
                  <a:pt x="147" y="104"/>
                </a:moveTo>
                <a:lnTo>
                  <a:pt x="127" y="104"/>
                </a:lnTo>
                <a:lnTo>
                  <a:pt x="127" y="9"/>
                </a:lnTo>
                <a:lnTo>
                  <a:pt x="147" y="9"/>
                </a:lnTo>
                <a:lnTo>
                  <a:pt x="147" y="1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1"/>
          <p:cNvSpPr/>
          <p:nvPr/>
        </p:nvSpPr>
        <p:spPr>
          <a:xfrm>
            <a:off x="5446713" y="161925"/>
            <a:ext cx="209550" cy="182563"/>
          </a:xfrm>
          <a:custGeom>
            <a:rect b="b" l="l" r="r" t="t"/>
            <a:pathLst>
              <a:path extrusionOk="0" h="53" w="61">
                <a:moveTo>
                  <a:pt x="61" y="53"/>
                </a:moveTo>
                <a:cubicBezTo>
                  <a:pt x="17" y="53"/>
                  <a:pt x="17" y="53"/>
                  <a:pt x="17" y="53"/>
                </a:cubicBezTo>
                <a:cubicBezTo>
                  <a:pt x="17" y="46"/>
                  <a:pt x="17" y="46"/>
                  <a:pt x="17" y="46"/>
                </a:cubicBezTo>
                <a:cubicBezTo>
                  <a:pt x="22" y="38"/>
                  <a:pt x="22" y="38"/>
                  <a:pt x="22" y="38"/>
                </a:cubicBezTo>
                <a:cubicBezTo>
                  <a:pt x="21" y="38"/>
                  <a:pt x="17" y="38"/>
                  <a:pt x="17" y="38"/>
                </a:cubicBezTo>
                <a:cubicBezTo>
                  <a:pt x="9" y="38"/>
                  <a:pt x="2" y="32"/>
                  <a:pt x="2" y="24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9"/>
                  <a:pt x="0" y="9"/>
                  <a:pt x="0" y="9"/>
                </a:cubicBezTo>
                <a:cubicBezTo>
                  <a:pt x="1" y="4"/>
                  <a:pt x="1" y="4"/>
                  <a:pt x="1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21" y="0"/>
                  <a:pt x="21" y="0"/>
                  <a:pt x="21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8" y="7"/>
                  <a:pt x="58" y="7"/>
                  <a:pt x="58" y="7"/>
                </a:cubicBezTo>
                <a:cubicBezTo>
                  <a:pt x="56" y="8"/>
                  <a:pt x="56" y="8"/>
                  <a:pt x="56" y="8"/>
                </a:cubicBezTo>
                <a:cubicBezTo>
                  <a:pt x="56" y="38"/>
                  <a:pt x="56" y="38"/>
                  <a:pt x="56" y="38"/>
                </a:cubicBezTo>
                <a:cubicBezTo>
                  <a:pt x="61" y="46"/>
                  <a:pt x="61" y="46"/>
                  <a:pt x="61" y="46"/>
                </a:cubicBezTo>
                <a:lnTo>
                  <a:pt x="61" y="53"/>
                </a:lnTo>
                <a:close/>
                <a:moveTo>
                  <a:pt x="22" y="14"/>
                </a:moveTo>
                <a:cubicBezTo>
                  <a:pt x="12" y="14"/>
                  <a:pt x="12" y="14"/>
                  <a:pt x="12" y="14"/>
                </a:cubicBezTo>
                <a:cubicBezTo>
                  <a:pt x="12" y="19"/>
                  <a:pt x="12" y="24"/>
                  <a:pt x="12" y="24"/>
                </a:cubicBezTo>
                <a:cubicBezTo>
                  <a:pt x="12" y="27"/>
                  <a:pt x="14" y="29"/>
                  <a:pt x="17" y="29"/>
                </a:cubicBezTo>
                <a:cubicBezTo>
                  <a:pt x="20" y="29"/>
                  <a:pt x="21" y="29"/>
                  <a:pt x="22" y="29"/>
                </a:cubicBezTo>
                <a:lnTo>
                  <a:pt x="22" y="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1"/>
          <p:cNvSpPr/>
          <p:nvPr/>
        </p:nvSpPr>
        <p:spPr>
          <a:xfrm>
            <a:off x="5942013" y="144463"/>
            <a:ext cx="215900" cy="233362"/>
          </a:xfrm>
          <a:custGeom>
            <a:rect b="b" l="l" r="r" t="t"/>
            <a:pathLst>
              <a:path extrusionOk="0" h="68" w="63">
                <a:moveTo>
                  <a:pt x="5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63"/>
                  <a:pt x="37" y="68"/>
                  <a:pt x="31" y="68"/>
                </a:cubicBezTo>
                <a:cubicBezTo>
                  <a:pt x="26" y="68"/>
                  <a:pt x="22" y="63"/>
                  <a:pt x="22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5" y="48"/>
                  <a:pt x="12" y="40"/>
                  <a:pt x="12" y="22"/>
                </a:cubicBezTo>
                <a:cubicBezTo>
                  <a:pt x="12" y="14"/>
                  <a:pt x="18" y="6"/>
                  <a:pt x="28" y="5"/>
                </a:cubicBezTo>
                <a:cubicBezTo>
                  <a:pt x="28" y="4"/>
                  <a:pt x="28" y="4"/>
                  <a:pt x="28" y="3"/>
                </a:cubicBezTo>
                <a:cubicBezTo>
                  <a:pt x="28" y="1"/>
                  <a:pt x="29" y="0"/>
                  <a:pt x="31" y="0"/>
                </a:cubicBezTo>
                <a:cubicBezTo>
                  <a:pt x="33" y="0"/>
                  <a:pt x="35" y="1"/>
                  <a:pt x="35" y="3"/>
                </a:cubicBezTo>
                <a:cubicBezTo>
                  <a:pt x="35" y="4"/>
                  <a:pt x="35" y="4"/>
                  <a:pt x="35" y="5"/>
                </a:cubicBezTo>
                <a:cubicBezTo>
                  <a:pt x="45" y="6"/>
                  <a:pt x="51" y="14"/>
                  <a:pt x="51" y="22"/>
                </a:cubicBezTo>
                <a:cubicBezTo>
                  <a:pt x="51" y="40"/>
                  <a:pt x="57" y="48"/>
                  <a:pt x="63" y="53"/>
                </a:cubicBezTo>
                <a:cubicBezTo>
                  <a:pt x="63" y="56"/>
                  <a:pt x="61" y="58"/>
                  <a:pt x="58" y="58"/>
                </a:cubicBezTo>
                <a:close/>
                <a:moveTo>
                  <a:pt x="56" y="53"/>
                </a:moveTo>
                <a:cubicBezTo>
                  <a:pt x="49" y="45"/>
                  <a:pt x="46" y="35"/>
                  <a:pt x="46" y="22"/>
                </a:cubicBezTo>
                <a:cubicBezTo>
                  <a:pt x="46" y="17"/>
                  <a:pt x="41" y="9"/>
                  <a:pt x="31" y="9"/>
                </a:cubicBezTo>
                <a:cubicBezTo>
                  <a:pt x="22" y="9"/>
                  <a:pt x="17" y="17"/>
                  <a:pt x="17" y="22"/>
                </a:cubicBezTo>
                <a:cubicBezTo>
                  <a:pt x="17" y="35"/>
                  <a:pt x="14" y="45"/>
                  <a:pt x="7" y="53"/>
                </a:cubicBezTo>
                <a:lnTo>
                  <a:pt x="56" y="53"/>
                </a:lnTo>
                <a:close/>
                <a:moveTo>
                  <a:pt x="31" y="63"/>
                </a:moveTo>
                <a:cubicBezTo>
                  <a:pt x="28" y="63"/>
                  <a:pt x="26" y="61"/>
                  <a:pt x="26" y="58"/>
                </a:cubicBezTo>
                <a:cubicBezTo>
                  <a:pt x="26" y="58"/>
                  <a:pt x="26" y="57"/>
                  <a:pt x="25" y="57"/>
                </a:cubicBezTo>
                <a:cubicBezTo>
                  <a:pt x="25" y="57"/>
                  <a:pt x="25" y="58"/>
                  <a:pt x="25" y="58"/>
                </a:cubicBezTo>
                <a:cubicBezTo>
                  <a:pt x="25" y="62"/>
                  <a:pt x="28" y="65"/>
                  <a:pt x="31" y="65"/>
                </a:cubicBezTo>
                <a:cubicBezTo>
                  <a:pt x="32" y="65"/>
                  <a:pt x="32" y="64"/>
                  <a:pt x="32" y="64"/>
                </a:cubicBezTo>
                <a:cubicBezTo>
                  <a:pt x="32" y="64"/>
                  <a:pt x="32" y="63"/>
                  <a:pt x="31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11"/>
          <p:cNvSpPr/>
          <p:nvPr/>
        </p:nvSpPr>
        <p:spPr>
          <a:xfrm>
            <a:off x="6426200" y="144463"/>
            <a:ext cx="233363" cy="233362"/>
          </a:xfrm>
          <a:custGeom>
            <a:rect b="b" l="l" r="r" t="t"/>
            <a:pathLst>
              <a:path extrusionOk="0" h="68" w="68">
                <a:moveTo>
                  <a:pt x="26" y="41"/>
                </a:moveTo>
                <a:cubicBezTo>
                  <a:pt x="26" y="42"/>
                  <a:pt x="25" y="43"/>
                  <a:pt x="24" y="43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67"/>
                  <a:pt x="23" y="68"/>
                  <a:pt x="22" y="68"/>
                </a:cubicBezTo>
                <a:cubicBezTo>
                  <a:pt x="2" y="68"/>
                  <a:pt x="2" y="68"/>
                  <a:pt x="2" y="68"/>
                </a:cubicBezTo>
                <a:cubicBezTo>
                  <a:pt x="1" y="68"/>
                  <a:pt x="0" y="67"/>
                  <a:pt x="0" y="65"/>
                </a:cubicBezTo>
                <a:cubicBezTo>
                  <a:pt x="0" y="46"/>
                  <a:pt x="0" y="46"/>
                  <a:pt x="0" y="46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2"/>
                  <a:pt x="10" y="12"/>
                  <a:pt x="10" y="12"/>
                </a:cubicBezTo>
                <a:cubicBezTo>
                  <a:pt x="26" y="12"/>
                  <a:pt x="26" y="12"/>
                  <a:pt x="26" y="12"/>
                </a:cubicBezTo>
                <a:lnTo>
                  <a:pt x="26" y="41"/>
                </a:lnTo>
                <a:close/>
                <a:moveTo>
                  <a:pt x="28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5" y="0"/>
                  <a:pt x="1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8" y="0"/>
                  <a:pt x="28" y="1"/>
                </a:cubicBezTo>
                <a:lnTo>
                  <a:pt x="28" y="9"/>
                </a:lnTo>
                <a:close/>
                <a:moveTo>
                  <a:pt x="39" y="39"/>
                </a:moveTo>
                <a:cubicBezTo>
                  <a:pt x="29" y="39"/>
                  <a:pt x="29" y="39"/>
                  <a:pt x="29" y="39"/>
                </a:cubicBezTo>
                <a:cubicBezTo>
                  <a:pt x="29" y="12"/>
                  <a:pt x="29" y="12"/>
                  <a:pt x="29" y="12"/>
                </a:cubicBezTo>
                <a:cubicBezTo>
                  <a:pt x="39" y="12"/>
                  <a:pt x="39" y="12"/>
                  <a:pt x="39" y="12"/>
                </a:cubicBezTo>
                <a:lnTo>
                  <a:pt x="39" y="39"/>
                </a:lnTo>
                <a:close/>
                <a:moveTo>
                  <a:pt x="53" y="9"/>
                </a:moveTo>
                <a:cubicBezTo>
                  <a:pt x="40" y="9"/>
                  <a:pt x="40" y="9"/>
                  <a:pt x="40" y="9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0"/>
                  <a:pt x="40" y="0"/>
                  <a:pt x="41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3" y="0"/>
                  <a:pt x="53" y="0"/>
                  <a:pt x="53" y="1"/>
                </a:cubicBezTo>
                <a:lnTo>
                  <a:pt x="53" y="9"/>
                </a:lnTo>
                <a:close/>
                <a:moveTo>
                  <a:pt x="68" y="65"/>
                </a:moveTo>
                <a:cubicBezTo>
                  <a:pt x="68" y="67"/>
                  <a:pt x="67" y="68"/>
                  <a:pt x="65" y="68"/>
                </a:cubicBezTo>
                <a:cubicBezTo>
                  <a:pt x="46" y="68"/>
                  <a:pt x="46" y="68"/>
                  <a:pt x="46" y="68"/>
                </a:cubicBezTo>
                <a:cubicBezTo>
                  <a:pt x="45" y="68"/>
                  <a:pt x="43" y="67"/>
                  <a:pt x="43" y="65"/>
                </a:cubicBezTo>
                <a:cubicBezTo>
                  <a:pt x="43" y="43"/>
                  <a:pt x="43" y="43"/>
                  <a:pt x="43" y="43"/>
                </a:cubicBezTo>
                <a:cubicBezTo>
                  <a:pt x="42" y="43"/>
                  <a:pt x="41" y="42"/>
                  <a:pt x="41" y="41"/>
                </a:cubicBezTo>
                <a:cubicBezTo>
                  <a:pt x="41" y="12"/>
                  <a:pt x="41" y="12"/>
                  <a:pt x="41" y="12"/>
                </a:cubicBezTo>
                <a:cubicBezTo>
                  <a:pt x="57" y="12"/>
                  <a:pt x="57" y="12"/>
                  <a:pt x="57" y="12"/>
                </a:cubicBezTo>
                <a:cubicBezTo>
                  <a:pt x="58" y="12"/>
                  <a:pt x="58" y="12"/>
                  <a:pt x="58" y="13"/>
                </a:cubicBezTo>
                <a:cubicBezTo>
                  <a:pt x="68" y="46"/>
                  <a:pt x="68" y="46"/>
                  <a:pt x="68" y="46"/>
                </a:cubicBezTo>
                <a:lnTo>
                  <a:pt x="68" y="6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4" name="Google Shape;2864;p11"/>
          <p:cNvSpPr/>
          <p:nvPr/>
        </p:nvSpPr>
        <p:spPr>
          <a:xfrm>
            <a:off x="6926263" y="161925"/>
            <a:ext cx="158750" cy="215900"/>
          </a:xfrm>
          <a:custGeom>
            <a:rect b="b" l="l" r="r" t="t"/>
            <a:pathLst>
              <a:path extrusionOk="0" h="63" w="46">
                <a:moveTo>
                  <a:pt x="37" y="29"/>
                </a:moveTo>
                <a:cubicBezTo>
                  <a:pt x="43" y="30"/>
                  <a:pt x="46" y="33"/>
                  <a:pt x="45" y="41"/>
                </a:cubicBezTo>
                <a:cubicBezTo>
                  <a:pt x="45" y="50"/>
                  <a:pt x="38" y="53"/>
                  <a:pt x="28" y="53"/>
                </a:cubicBezTo>
                <a:cubicBezTo>
                  <a:pt x="28" y="63"/>
                  <a:pt x="28" y="63"/>
                  <a:pt x="28" y="63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53"/>
                  <a:pt x="22" y="53"/>
                  <a:pt x="22" y="53"/>
                </a:cubicBezTo>
                <a:cubicBezTo>
                  <a:pt x="21" y="53"/>
                  <a:pt x="19" y="53"/>
                  <a:pt x="17" y="53"/>
                </a:cubicBezTo>
                <a:cubicBezTo>
                  <a:pt x="17" y="63"/>
                  <a:pt x="17" y="63"/>
                  <a:pt x="17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12" y="53"/>
                  <a:pt x="12" y="53"/>
                  <a:pt x="12" y="53"/>
                </a:cubicBezTo>
                <a:cubicBezTo>
                  <a:pt x="10" y="53"/>
                  <a:pt x="9" y="53"/>
                  <a:pt x="7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1" y="46"/>
                  <a:pt x="1" y="46"/>
                  <a:pt x="1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7" y="46"/>
                  <a:pt x="7" y="45"/>
                  <a:pt x="7" y="44"/>
                </a:cubicBezTo>
                <a:cubicBezTo>
                  <a:pt x="7" y="29"/>
                  <a:pt x="7" y="29"/>
                  <a:pt x="7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7" y="29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7"/>
                  <a:pt x="6" y="15"/>
                  <a:pt x="4" y="15"/>
                </a:cubicBezTo>
                <a:cubicBezTo>
                  <a:pt x="4" y="15"/>
                  <a:pt x="4" y="15"/>
                  <a:pt x="0" y="15"/>
                </a:cubicBezTo>
                <a:cubicBezTo>
                  <a:pt x="0" y="9"/>
                  <a:pt x="0" y="9"/>
                  <a:pt x="0" y="9"/>
                </a:cubicBezTo>
                <a:cubicBezTo>
                  <a:pt x="8" y="9"/>
                  <a:pt x="8" y="9"/>
                  <a:pt x="8" y="9"/>
                </a:cubicBezTo>
                <a:cubicBezTo>
                  <a:pt x="9" y="9"/>
                  <a:pt x="10" y="9"/>
                  <a:pt x="12" y="9"/>
                </a:cubicBezTo>
                <a:cubicBezTo>
                  <a:pt x="12" y="0"/>
                  <a:pt x="12" y="0"/>
                  <a:pt x="12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9"/>
                  <a:pt x="17" y="9"/>
                  <a:pt x="17" y="9"/>
                </a:cubicBezTo>
                <a:cubicBezTo>
                  <a:pt x="19" y="9"/>
                  <a:pt x="21" y="9"/>
                  <a:pt x="22" y="9"/>
                </a:cubicBezTo>
                <a:cubicBezTo>
                  <a:pt x="22" y="0"/>
                  <a:pt x="22" y="0"/>
                  <a:pt x="2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9"/>
                  <a:pt x="28" y="9"/>
                  <a:pt x="28" y="9"/>
                </a:cubicBezTo>
                <a:cubicBezTo>
                  <a:pt x="35" y="10"/>
                  <a:pt x="41" y="12"/>
                  <a:pt x="42" y="19"/>
                </a:cubicBezTo>
                <a:cubicBezTo>
                  <a:pt x="43" y="24"/>
                  <a:pt x="40" y="27"/>
                  <a:pt x="37" y="29"/>
                </a:cubicBezTo>
                <a:close/>
                <a:moveTo>
                  <a:pt x="18" y="16"/>
                </a:moveTo>
                <a:cubicBezTo>
                  <a:pt x="18" y="27"/>
                  <a:pt x="18" y="27"/>
                  <a:pt x="18" y="27"/>
                </a:cubicBezTo>
                <a:cubicBezTo>
                  <a:pt x="21" y="27"/>
                  <a:pt x="31" y="28"/>
                  <a:pt x="31" y="22"/>
                </a:cubicBezTo>
                <a:cubicBezTo>
                  <a:pt x="31" y="15"/>
                  <a:pt x="21" y="16"/>
                  <a:pt x="18" y="16"/>
                </a:cubicBezTo>
                <a:close/>
                <a:moveTo>
                  <a:pt x="18" y="33"/>
                </a:moveTo>
                <a:cubicBezTo>
                  <a:pt x="18" y="46"/>
                  <a:pt x="18" y="46"/>
                  <a:pt x="18" y="46"/>
                </a:cubicBezTo>
                <a:cubicBezTo>
                  <a:pt x="22" y="46"/>
                  <a:pt x="34" y="47"/>
                  <a:pt x="34" y="40"/>
                </a:cubicBezTo>
                <a:cubicBezTo>
                  <a:pt x="34" y="32"/>
                  <a:pt x="22" y="33"/>
                  <a:pt x="18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5" name="Google Shape;2865;p11"/>
          <p:cNvSpPr/>
          <p:nvPr/>
        </p:nvSpPr>
        <p:spPr>
          <a:xfrm>
            <a:off x="7413625" y="155575"/>
            <a:ext cx="220663" cy="206375"/>
          </a:xfrm>
          <a:custGeom>
            <a:rect b="b" l="l" r="r" t="t"/>
            <a:pathLst>
              <a:path extrusionOk="0" h="60" w="64">
                <a:moveTo>
                  <a:pt x="63" y="20"/>
                </a:moveTo>
                <a:cubicBezTo>
                  <a:pt x="53" y="54"/>
                  <a:pt x="53" y="54"/>
                  <a:pt x="53" y="54"/>
                </a:cubicBezTo>
                <a:cubicBezTo>
                  <a:pt x="52" y="57"/>
                  <a:pt x="49" y="60"/>
                  <a:pt x="45" y="60"/>
                </a:cubicBezTo>
                <a:cubicBezTo>
                  <a:pt x="10" y="60"/>
                  <a:pt x="10" y="60"/>
                  <a:pt x="10" y="60"/>
                </a:cubicBezTo>
                <a:cubicBezTo>
                  <a:pt x="6" y="60"/>
                  <a:pt x="2" y="57"/>
                  <a:pt x="1" y="53"/>
                </a:cubicBezTo>
                <a:cubicBezTo>
                  <a:pt x="0" y="51"/>
                  <a:pt x="0" y="49"/>
                  <a:pt x="1" y="48"/>
                </a:cubicBezTo>
                <a:cubicBezTo>
                  <a:pt x="1" y="47"/>
                  <a:pt x="1" y="46"/>
                  <a:pt x="1" y="46"/>
                </a:cubicBezTo>
                <a:cubicBezTo>
                  <a:pt x="1" y="45"/>
                  <a:pt x="1" y="44"/>
                  <a:pt x="1" y="44"/>
                </a:cubicBezTo>
                <a:cubicBezTo>
                  <a:pt x="1" y="43"/>
                  <a:pt x="2" y="42"/>
                  <a:pt x="2" y="41"/>
                </a:cubicBezTo>
                <a:cubicBezTo>
                  <a:pt x="4" y="40"/>
                  <a:pt x="5" y="36"/>
                  <a:pt x="5" y="34"/>
                </a:cubicBezTo>
                <a:cubicBezTo>
                  <a:pt x="5" y="34"/>
                  <a:pt x="5" y="33"/>
                  <a:pt x="5" y="32"/>
                </a:cubicBezTo>
                <a:cubicBezTo>
                  <a:pt x="5" y="32"/>
                  <a:pt x="6" y="31"/>
                  <a:pt x="7" y="30"/>
                </a:cubicBezTo>
                <a:cubicBezTo>
                  <a:pt x="8" y="29"/>
                  <a:pt x="9" y="25"/>
                  <a:pt x="9" y="23"/>
                </a:cubicBezTo>
                <a:cubicBezTo>
                  <a:pt x="9" y="23"/>
                  <a:pt x="9" y="22"/>
                  <a:pt x="9" y="21"/>
                </a:cubicBezTo>
                <a:cubicBezTo>
                  <a:pt x="9" y="20"/>
                  <a:pt x="10" y="20"/>
                  <a:pt x="11" y="19"/>
                </a:cubicBezTo>
                <a:cubicBezTo>
                  <a:pt x="12" y="18"/>
                  <a:pt x="13" y="14"/>
                  <a:pt x="13" y="12"/>
                </a:cubicBezTo>
                <a:cubicBezTo>
                  <a:pt x="13" y="12"/>
                  <a:pt x="13" y="11"/>
                  <a:pt x="13" y="10"/>
                </a:cubicBezTo>
                <a:cubicBezTo>
                  <a:pt x="13" y="10"/>
                  <a:pt x="14" y="9"/>
                  <a:pt x="15" y="8"/>
                </a:cubicBezTo>
                <a:cubicBezTo>
                  <a:pt x="16" y="6"/>
                  <a:pt x="17" y="0"/>
                  <a:pt x="22" y="2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2"/>
                  <a:pt x="23" y="2"/>
                  <a:pt x="23" y="2"/>
                </a:cubicBezTo>
                <a:cubicBezTo>
                  <a:pt x="52" y="2"/>
                  <a:pt x="52" y="2"/>
                  <a:pt x="52" y="2"/>
                </a:cubicBezTo>
                <a:cubicBezTo>
                  <a:pt x="54" y="2"/>
                  <a:pt x="56" y="2"/>
                  <a:pt x="57" y="4"/>
                </a:cubicBezTo>
                <a:cubicBezTo>
                  <a:pt x="58" y="5"/>
                  <a:pt x="58" y="7"/>
                  <a:pt x="57" y="9"/>
                </a:cubicBezTo>
                <a:cubicBezTo>
                  <a:pt x="47" y="43"/>
                  <a:pt x="47" y="43"/>
                  <a:pt x="47" y="43"/>
                </a:cubicBezTo>
                <a:cubicBezTo>
                  <a:pt x="45" y="49"/>
                  <a:pt x="44" y="50"/>
                  <a:pt x="39" y="50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0"/>
                  <a:pt x="5" y="50"/>
                  <a:pt x="5" y="51"/>
                </a:cubicBezTo>
                <a:cubicBezTo>
                  <a:pt x="5" y="51"/>
                  <a:pt x="5" y="52"/>
                  <a:pt x="5" y="52"/>
                </a:cubicBezTo>
                <a:cubicBezTo>
                  <a:pt x="6" y="55"/>
                  <a:pt x="8" y="55"/>
                  <a:pt x="10" y="55"/>
                </a:cubicBezTo>
                <a:cubicBezTo>
                  <a:pt x="45" y="55"/>
                  <a:pt x="45" y="55"/>
                  <a:pt x="45" y="55"/>
                </a:cubicBezTo>
                <a:cubicBezTo>
                  <a:pt x="47" y="55"/>
                  <a:pt x="48" y="54"/>
                  <a:pt x="49" y="53"/>
                </a:cubicBezTo>
                <a:cubicBezTo>
                  <a:pt x="60" y="15"/>
                  <a:pt x="60" y="15"/>
                  <a:pt x="60" y="15"/>
                </a:cubicBezTo>
                <a:cubicBezTo>
                  <a:pt x="60" y="15"/>
                  <a:pt x="60" y="14"/>
                  <a:pt x="60" y="13"/>
                </a:cubicBezTo>
                <a:cubicBezTo>
                  <a:pt x="61" y="14"/>
                  <a:pt x="62" y="14"/>
                  <a:pt x="63" y="15"/>
                </a:cubicBezTo>
                <a:cubicBezTo>
                  <a:pt x="64" y="16"/>
                  <a:pt x="64" y="18"/>
                  <a:pt x="63" y="20"/>
                </a:cubicBezTo>
                <a:close/>
                <a:moveTo>
                  <a:pt x="20" y="26"/>
                </a:moveTo>
                <a:cubicBezTo>
                  <a:pt x="43" y="26"/>
                  <a:pt x="43" y="26"/>
                  <a:pt x="43" y="26"/>
                </a:cubicBezTo>
                <a:cubicBezTo>
                  <a:pt x="44" y="26"/>
                  <a:pt x="44" y="25"/>
                  <a:pt x="45" y="25"/>
                </a:cubicBezTo>
                <a:cubicBezTo>
                  <a:pt x="45" y="22"/>
                  <a:pt x="45" y="22"/>
                  <a:pt x="45" y="22"/>
                </a:cubicBezTo>
                <a:cubicBezTo>
                  <a:pt x="46" y="22"/>
                  <a:pt x="45" y="21"/>
                  <a:pt x="45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2"/>
                  <a:pt x="20" y="22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9" y="26"/>
                  <a:pt x="20" y="26"/>
                </a:cubicBezTo>
                <a:close/>
                <a:moveTo>
                  <a:pt x="23" y="16"/>
                </a:moveTo>
                <a:cubicBezTo>
                  <a:pt x="46" y="16"/>
                  <a:pt x="46" y="16"/>
                  <a:pt x="46" y="16"/>
                </a:cubicBezTo>
                <a:cubicBezTo>
                  <a:pt x="47" y="16"/>
                  <a:pt x="48" y="16"/>
                  <a:pt x="48" y="15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8" y="11"/>
                  <a:pt x="48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4" y="11"/>
                  <a:pt x="23" y="12"/>
                  <a:pt x="23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2" y="16"/>
                  <a:pt x="22" y="16"/>
                  <a:pt x="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11"/>
          <p:cNvSpPr/>
          <p:nvPr/>
        </p:nvSpPr>
        <p:spPr>
          <a:xfrm>
            <a:off x="7915275" y="161925"/>
            <a:ext cx="157163" cy="215900"/>
          </a:xfrm>
          <a:custGeom>
            <a:rect b="b" l="l" r="r" t="t"/>
            <a:pathLst>
              <a:path extrusionOk="0" h="63" w="46">
                <a:moveTo>
                  <a:pt x="37" y="29"/>
                </a:moveTo>
                <a:cubicBezTo>
                  <a:pt x="43" y="30"/>
                  <a:pt x="46" y="33"/>
                  <a:pt x="45" y="41"/>
                </a:cubicBezTo>
                <a:cubicBezTo>
                  <a:pt x="45" y="50"/>
                  <a:pt x="38" y="53"/>
                  <a:pt x="28" y="53"/>
                </a:cubicBezTo>
                <a:cubicBezTo>
                  <a:pt x="28" y="63"/>
                  <a:pt x="28" y="63"/>
                  <a:pt x="28" y="63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53"/>
                  <a:pt x="22" y="53"/>
                  <a:pt x="22" y="53"/>
                </a:cubicBezTo>
                <a:cubicBezTo>
                  <a:pt x="21" y="53"/>
                  <a:pt x="19" y="53"/>
                  <a:pt x="17" y="53"/>
                </a:cubicBezTo>
                <a:cubicBezTo>
                  <a:pt x="17" y="63"/>
                  <a:pt x="17" y="63"/>
                  <a:pt x="17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12" y="53"/>
                  <a:pt x="12" y="53"/>
                  <a:pt x="12" y="53"/>
                </a:cubicBezTo>
                <a:cubicBezTo>
                  <a:pt x="10" y="53"/>
                  <a:pt x="9" y="53"/>
                  <a:pt x="7" y="53"/>
                </a:cubicBezTo>
                <a:cubicBezTo>
                  <a:pt x="0" y="53"/>
                  <a:pt x="0" y="53"/>
                  <a:pt x="0" y="53"/>
                </a:cubicBezTo>
                <a:cubicBezTo>
                  <a:pt x="1" y="46"/>
                  <a:pt x="1" y="46"/>
                  <a:pt x="1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7" y="46"/>
                  <a:pt x="7" y="45"/>
                  <a:pt x="7" y="44"/>
                </a:cubicBezTo>
                <a:cubicBezTo>
                  <a:pt x="7" y="29"/>
                  <a:pt x="7" y="29"/>
                  <a:pt x="7" y="29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9"/>
                  <a:pt x="8" y="29"/>
                  <a:pt x="7" y="29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7"/>
                  <a:pt x="6" y="15"/>
                  <a:pt x="4" y="15"/>
                </a:cubicBezTo>
                <a:cubicBezTo>
                  <a:pt x="4" y="15"/>
                  <a:pt x="4" y="15"/>
                  <a:pt x="0" y="15"/>
                </a:cubicBezTo>
                <a:cubicBezTo>
                  <a:pt x="0" y="9"/>
                  <a:pt x="0" y="9"/>
                  <a:pt x="0" y="9"/>
                </a:cubicBezTo>
                <a:cubicBezTo>
                  <a:pt x="8" y="9"/>
                  <a:pt x="8" y="9"/>
                  <a:pt x="8" y="9"/>
                </a:cubicBezTo>
                <a:cubicBezTo>
                  <a:pt x="9" y="9"/>
                  <a:pt x="10" y="9"/>
                  <a:pt x="12" y="9"/>
                </a:cubicBezTo>
                <a:cubicBezTo>
                  <a:pt x="12" y="0"/>
                  <a:pt x="12" y="0"/>
                  <a:pt x="12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9"/>
                  <a:pt x="17" y="9"/>
                  <a:pt x="17" y="9"/>
                </a:cubicBezTo>
                <a:cubicBezTo>
                  <a:pt x="19" y="9"/>
                  <a:pt x="21" y="9"/>
                  <a:pt x="22" y="9"/>
                </a:cubicBezTo>
                <a:cubicBezTo>
                  <a:pt x="22" y="0"/>
                  <a:pt x="22" y="0"/>
                  <a:pt x="2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9"/>
                  <a:pt x="28" y="9"/>
                  <a:pt x="28" y="9"/>
                </a:cubicBezTo>
                <a:cubicBezTo>
                  <a:pt x="35" y="10"/>
                  <a:pt x="41" y="12"/>
                  <a:pt x="42" y="19"/>
                </a:cubicBezTo>
                <a:cubicBezTo>
                  <a:pt x="43" y="24"/>
                  <a:pt x="40" y="27"/>
                  <a:pt x="37" y="29"/>
                </a:cubicBezTo>
                <a:close/>
                <a:moveTo>
                  <a:pt x="18" y="16"/>
                </a:moveTo>
                <a:cubicBezTo>
                  <a:pt x="18" y="27"/>
                  <a:pt x="18" y="27"/>
                  <a:pt x="18" y="27"/>
                </a:cubicBezTo>
                <a:cubicBezTo>
                  <a:pt x="21" y="27"/>
                  <a:pt x="31" y="28"/>
                  <a:pt x="31" y="22"/>
                </a:cubicBezTo>
                <a:cubicBezTo>
                  <a:pt x="31" y="15"/>
                  <a:pt x="21" y="16"/>
                  <a:pt x="18" y="16"/>
                </a:cubicBezTo>
                <a:close/>
                <a:moveTo>
                  <a:pt x="18" y="33"/>
                </a:moveTo>
                <a:cubicBezTo>
                  <a:pt x="18" y="46"/>
                  <a:pt x="18" y="46"/>
                  <a:pt x="18" y="46"/>
                </a:cubicBezTo>
                <a:cubicBezTo>
                  <a:pt x="22" y="46"/>
                  <a:pt x="34" y="47"/>
                  <a:pt x="34" y="40"/>
                </a:cubicBezTo>
                <a:cubicBezTo>
                  <a:pt x="34" y="32"/>
                  <a:pt x="22" y="33"/>
                  <a:pt x="18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11"/>
          <p:cNvSpPr/>
          <p:nvPr/>
        </p:nvSpPr>
        <p:spPr>
          <a:xfrm>
            <a:off x="8402638" y="161925"/>
            <a:ext cx="233362" cy="203200"/>
          </a:xfrm>
          <a:custGeom>
            <a:rect b="b" l="l" r="r" t="t"/>
            <a:pathLst>
              <a:path extrusionOk="0" h="59" w="68">
                <a:moveTo>
                  <a:pt x="68" y="24"/>
                </a:moveTo>
                <a:cubicBezTo>
                  <a:pt x="68" y="27"/>
                  <a:pt x="66" y="29"/>
                  <a:pt x="64" y="29"/>
                </a:cubicBezTo>
                <a:cubicBezTo>
                  <a:pt x="64" y="43"/>
                  <a:pt x="64" y="43"/>
                  <a:pt x="64" y="43"/>
                </a:cubicBezTo>
                <a:cubicBezTo>
                  <a:pt x="64" y="46"/>
                  <a:pt x="61" y="48"/>
                  <a:pt x="59" y="48"/>
                </a:cubicBezTo>
                <a:cubicBezTo>
                  <a:pt x="52" y="43"/>
                  <a:pt x="41" y="35"/>
                  <a:pt x="28" y="34"/>
                </a:cubicBezTo>
                <a:cubicBezTo>
                  <a:pt x="23" y="35"/>
                  <a:pt x="22" y="41"/>
                  <a:pt x="25" y="44"/>
                </a:cubicBezTo>
                <a:cubicBezTo>
                  <a:pt x="22" y="48"/>
                  <a:pt x="26" y="51"/>
                  <a:pt x="30" y="54"/>
                </a:cubicBezTo>
                <a:cubicBezTo>
                  <a:pt x="27" y="59"/>
                  <a:pt x="17" y="59"/>
                  <a:pt x="14" y="56"/>
                </a:cubicBezTo>
                <a:cubicBezTo>
                  <a:pt x="12" y="49"/>
                  <a:pt x="8" y="42"/>
                  <a:pt x="11" y="34"/>
                </a:cubicBezTo>
                <a:cubicBezTo>
                  <a:pt x="7" y="34"/>
                  <a:pt x="7" y="34"/>
                  <a:pt x="7" y="34"/>
                </a:cubicBezTo>
                <a:cubicBezTo>
                  <a:pt x="3" y="34"/>
                  <a:pt x="0" y="31"/>
                  <a:pt x="0" y="27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7"/>
                  <a:pt x="3" y="14"/>
                  <a:pt x="7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39" y="14"/>
                  <a:pt x="51" y="6"/>
                  <a:pt x="59" y="0"/>
                </a:cubicBezTo>
                <a:cubicBezTo>
                  <a:pt x="61" y="0"/>
                  <a:pt x="64" y="2"/>
                  <a:pt x="64" y="4"/>
                </a:cubicBezTo>
                <a:cubicBezTo>
                  <a:pt x="64" y="19"/>
                  <a:pt x="64" y="19"/>
                  <a:pt x="64" y="19"/>
                </a:cubicBezTo>
                <a:cubicBezTo>
                  <a:pt x="66" y="19"/>
                  <a:pt x="68" y="21"/>
                  <a:pt x="68" y="24"/>
                </a:cubicBezTo>
                <a:close/>
                <a:moveTo>
                  <a:pt x="59" y="6"/>
                </a:moveTo>
                <a:cubicBezTo>
                  <a:pt x="49" y="13"/>
                  <a:pt x="39" y="18"/>
                  <a:pt x="30" y="19"/>
                </a:cubicBezTo>
                <a:cubicBezTo>
                  <a:pt x="30" y="29"/>
                  <a:pt x="30" y="29"/>
                  <a:pt x="30" y="29"/>
                </a:cubicBezTo>
                <a:cubicBezTo>
                  <a:pt x="39" y="30"/>
                  <a:pt x="49" y="34"/>
                  <a:pt x="59" y="42"/>
                </a:cubicBezTo>
                <a:lnTo>
                  <a:pt x="59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11"/>
          <p:cNvSpPr/>
          <p:nvPr/>
        </p:nvSpPr>
        <p:spPr>
          <a:xfrm>
            <a:off x="8843963" y="144463"/>
            <a:ext cx="217487" cy="233362"/>
          </a:xfrm>
          <a:custGeom>
            <a:rect b="b" l="l" r="r" t="t"/>
            <a:pathLst>
              <a:path extrusionOk="0" h="68" w="63">
                <a:moveTo>
                  <a:pt x="63" y="63"/>
                </a:moveTo>
                <a:cubicBezTo>
                  <a:pt x="63" y="66"/>
                  <a:pt x="61" y="68"/>
                  <a:pt x="58" y="68"/>
                </a:cubicBezTo>
                <a:cubicBezTo>
                  <a:pt x="5" y="68"/>
                  <a:pt x="5" y="68"/>
                  <a:pt x="5" y="68"/>
                </a:cubicBezTo>
                <a:cubicBezTo>
                  <a:pt x="2" y="68"/>
                  <a:pt x="0" y="66"/>
                  <a:pt x="0" y="63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3" y="2"/>
                  <a:pt x="63" y="5"/>
                </a:cubicBezTo>
                <a:lnTo>
                  <a:pt x="63" y="63"/>
                </a:lnTo>
                <a:close/>
                <a:moveTo>
                  <a:pt x="58" y="7"/>
                </a:moveTo>
                <a:cubicBezTo>
                  <a:pt x="58" y="6"/>
                  <a:pt x="57" y="5"/>
                  <a:pt x="56" y="5"/>
                </a:cubicBezTo>
                <a:cubicBezTo>
                  <a:pt x="7" y="5"/>
                  <a:pt x="7" y="5"/>
                  <a:pt x="7" y="5"/>
                </a:cubicBezTo>
                <a:cubicBezTo>
                  <a:pt x="6" y="5"/>
                  <a:pt x="5" y="6"/>
                  <a:pt x="5" y="7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8"/>
                  <a:pt x="6" y="19"/>
                  <a:pt x="7" y="19"/>
                </a:cubicBezTo>
                <a:cubicBezTo>
                  <a:pt x="56" y="19"/>
                  <a:pt x="56" y="19"/>
                  <a:pt x="56" y="19"/>
                </a:cubicBezTo>
                <a:cubicBezTo>
                  <a:pt x="57" y="19"/>
                  <a:pt x="58" y="18"/>
                  <a:pt x="58" y="17"/>
                </a:cubicBezTo>
                <a:lnTo>
                  <a:pt x="58" y="7"/>
                </a:lnTo>
                <a:close/>
                <a:moveTo>
                  <a:pt x="9" y="24"/>
                </a:moveTo>
                <a:cubicBezTo>
                  <a:pt x="7" y="24"/>
                  <a:pt x="5" y="26"/>
                  <a:pt x="5" y="29"/>
                </a:cubicBezTo>
                <a:cubicBezTo>
                  <a:pt x="5" y="32"/>
                  <a:pt x="7" y="34"/>
                  <a:pt x="9" y="34"/>
                </a:cubicBezTo>
                <a:cubicBezTo>
                  <a:pt x="12" y="34"/>
                  <a:pt x="14" y="32"/>
                  <a:pt x="14" y="29"/>
                </a:cubicBezTo>
                <a:cubicBezTo>
                  <a:pt x="14" y="26"/>
                  <a:pt x="12" y="24"/>
                  <a:pt x="9" y="24"/>
                </a:cubicBezTo>
                <a:close/>
                <a:moveTo>
                  <a:pt x="9" y="39"/>
                </a:moveTo>
                <a:cubicBezTo>
                  <a:pt x="7" y="39"/>
                  <a:pt x="5" y="41"/>
                  <a:pt x="5" y="43"/>
                </a:cubicBezTo>
                <a:cubicBezTo>
                  <a:pt x="5" y="46"/>
                  <a:pt x="7" y="48"/>
                  <a:pt x="9" y="48"/>
                </a:cubicBezTo>
                <a:cubicBezTo>
                  <a:pt x="12" y="48"/>
                  <a:pt x="14" y="46"/>
                  <a:pt x="14" y="43"/>
                </a:cubicBezTo>
                <a:cubicBezTo>
                  <a:pt x="14" y="41"/>
                  <a:pt x="12" y="39"/>
                  <a:pt x="9" y="39"/>
                </a:cubicBezTo>
                <a:close/>
                <a:moveTo>
                  <a:pt x="9" y="53"/>
                </a:moveTo>
                <a:cubicBezTo>
                  <a:pt x="7" y="53"/>
                  <a:pt x="5" y="55"/>
                  <a:pt x="5" y="58"/>
                </a:cubicBezTo>
                <a:cubicBezTo>
                  <a:pt x="5" y="61"/>
                  <a:pt x="7" y="63"/>
                  <a:pt x="9" y="63"/>
                </a:cubicBezTo>
                <a:cubicBezTo>
                  <a:pt x="12" y="63"/>
                  <a:pt x="14" y="61"/>
                  <a:pt x="14" y="58"/>
                </a:cubicBezTo>
                <a:cubicBezTo>
                  <a:pt x="14" y="55"/>
                  <a:pt x="12" y="53"/>
                  <a:pt x="9" y="53"/>
                </a:cubicBezTo>
                <a:close/>
                <a:moveTo>
                  <a:pt x="24" y="24"/>
                </a:moveTo>
                <a:cubicBezTo>
                  <a:pt x="21" y="24"/>
                  <a:pt x="19" y="26"/>
                  <a:pt x="19" y="29"/>
                </a:cubicBezTo>
                <a:cubicBezTo>
                  <a:pt x="19" y="32"/>
                  <a:pt x="21" y="34"/>
                  <a:pt x="24" y="34"/>
                </a:cubicBezTo>
                <a:cubicBezTo>
                  <a:pt x="27" y="34"/>
                  <a:pt x="29" y="32"/>
                  <a:pt x="29" y="29"/>
                </a:cubicBezTo>
                <a:cubicBezTo>
                  <a:pt x="29" y="26"/>
                  <a:pt x="27" y="24"/>
                  <a:pt x="24" y="24"/>
                </a:cubicBezTo>
                <a:close/>
                <a:moveTo>
                  <a:pt x="24" y="39"/>
                </a:moveTo>
                <a:cubicBezTo>
                  <a:pt x="21" y="39"/>
                  <a:pt x="19" y="41"/>
                  <a:pt x="19" y="43"/>
                </a:cubicBezTo>
                <a:cubicBezTo>
                  <a:pt x="19" y="46"/>
                  <a:pt x="21" y="48"/>
                  <a:pt x="24" y="48"/>
                </a:cubicBezTo>
                <a:cubicBezTo>
                  <a:pt x="27" y="48"/>
                  <a:pt x="29" y="46"/>
                  <a:pt x="29" y="43"/>
                </a:cubicBezTo>
                <a:cubicBezTo>
                  <a:pt x="29" y="41"/>
                  <a:pt x="27" y="39"/>
                  <a:pt x="24" y="39"/>
                </a:cubicBezTo>
                <a:close/>
                <a:moveTo>
                  <a:pt x="24" y="53"/>
                </a:moveTo>
                <a:cubicBezTo>
                  <a:pt x="21" y="53"/>
                  <a:pt x="19" y="55"/>
                  <a:pt x="19" y="58"/>
                </a:cubicBezTo>
                <a:cubicBezTo>
                  <a:pt x="19" y="61"/>
                  <a:pt x="21" y="63"/>
                  <a:pt x="24" y="63"/>
                </a:cubicBezTo>
                <a:cubicBezTo>
                  <a:pt x="27" y="63"/>
                  <a:pt x="29" y="61"/>
                  <a:pt x="29" y="58"/>
                </a:cubicBezTo>
                <a:cubicBezTo>
                  <a:pt x="29" y="55"/>
                  <a:pt x="27" y="53"/>
                  <a:pt x="24" y="53"/>
                </a:cubicBezTo>
                <a:close/>
                <a:moveTo>
                  <a:pt x="39" y="24"/>
                </a:moveTo>
                <a:cubicBezTo>
                  <a:pt x="36" y="24"/>
                  <a:pt x="34" y="26"/>
                  <a:pt x="34" y="29"/>
                </a:cubicBezTo>
                <a:cubicBezTo>
                  <a:pt x="34" y="32"/>
                  <a:pt x="36" y="34"/>
                  <a:pt x="39" y="34"/>
                </a:cubicBezTo>
                <a:cubicBezTo>
                  <a:pt x="41" y="34"/>
                  <a:pt x="43" y="32"/>
                  <a:pt x="43" y="29"/>
                </a:cubicBezTo>
                <a:cubicBezTo>
                  <a:pt x="43" y="26"/>
                  <a:pt x="41" y="24"/>
                  <a:pt x="39" y="24"/>
                </a:cubicBezTo>
                <a:close/>
                <a:moveTo>
                  <a:pt x="39" y="39"/>
                </a:moveTo>
                <a:cubicBezTo>
                  <a:pt x="36" y="39"/>
                  <a:pt x="34" y="41"/>
                  <a:pt x="34" y="43"/>
                </a:cubicBezTo>
                <a:cubicBezTo>
                  <a:pt x="34" y="46"/>
                  <a:pt x="36" y="48"/>
                  <a:pt x="39" y="48"/>
                </a:cubicBezTo>
                <a:cubicBezTo>
                  <a:pt x="41" y="48"/>
                  <a:pt x="43" y="46"/>
                  <a:pt x="43" y="43"/>
                </a:cubicBezTo>
                <a:cubicBezTo>
                  <a:pt x="43" y="41"/>
                  <a:pt x="41" y="39"/>
                  <a:pt x="39" y="39"/>
                </a:cubicBezTo>
                <a:close/>
                <a:moveTo>
                  <a:pt x="39" y="53"/>
                </a:moveTo>
                <a:cubicBezTo>
                  <a:pt x="36" y="53"/>
                  <a:pt x="34" y="55"/>
                  <a:pt x="34" y="58"/>
                </a:cubicBezTo>
                <a:cubicBezTo>
                  <a:pt x="34" y="61"/>
                  <a:pt x="36" y="63"/>
                  <a:pt x="39" y="63"/>
                </a:cubicBezTo>
                <a:cubicBezTo>
                  <a:pt x="41" y="63"/>
                  <a:pt x="43" y="61"/>
                  <a:pt x="43" y="58"/>
                </a:cubicBezTo>
                <a:cubicBezTo>
                  <a:pt x="43" y="55"/>
                  <a:pt x="41" y="53"/>
                  <a:pt x="39" y="53"/>
                </a:cubicBezTo>
                <a:close/>
                <a:moveTo>
                  <a:pt x="53" y="24"/>
                </a:moveTo>
                <a:cubicBezTo>
                  <a:pt x="51" y="24"/>
                  <a:pt x="48" y="26"/>
                  <a:pt x="48" y="29"/>
                </a:cubicBezTo>
                <a:cubicBezTo>
                  <a:pt x="48" y="32"/>
                  <a:pt x="51" y="34"/>
                  <a:pt x="53" y="34"/>
                </a:cubicBezTo>
                <a:cubicBezTo>
                  <a:pt x="56" y="34"/>
                  <a:pt x="58" y="32"/>
                  <a:pt x="58" y="29"/>
                </a:cubicBezTo>
                <a:cubicBezTo>
                  <a:pt x="58" y="26"/>
                  <a:pt x="56" y="24"/>
                  <a:pt x="53" y="24"/>
                </a:cubicBezTo>
                <a:close/>
                <a:moveTo>
                  <a:pt x="58" y="43"/>
                </a:moveTo>
                <a:cubicBezTo>
                  <a:pt x="58" y="41"/>
                  <a:pt x="56" y="39"/>
                  <a:pt x="53" y="39"/>
                </a:cubicBezTo>
                <a:cubicBezTo>
                  <a:pt x="51" y="39"/>
                  <a:pt x="48" y="41"/>
                  <a:pt x="48" y="43"/>
                </a:cubicBezTo>
                <a:cubicBezTo>
                  <a:pt x="48" y="58"/>
                  <a:pt x="48" y="58"/>
                  <a:pt x="48" y="58"/>
                </a:cubicBezTo>
                <a:cubicBezTo>
                  <a:pt x="48" y="61"/>
                  <a:pt x="51" y="63"/>
                  <a:pt x="53" y="63"/>
                </a:cubicBezTo>
                <a:cubicBezTo>
                  <a:pt x="56" y="63"/>
                  <a:pt x="58" y="61"/>
                  <a:pt x="58" y="58"/>
                </a:cubicBezTo>
                <a:lnTo>
                  <a:pt x="58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11"/>
          <p:cNvSpPr/>
          <p:nvPr/>
        </p:nvSpPr>
        <p:spPr>
          <a:xfrm>
            <a:off x="71438" y="546100"/>
            <a:ext cx="233362" cy="200025"/>
          </a:xfrm>
          <a:custGeom>
            <a:rect b="b" l="l" r="r" t="t"/>
            <a:pathLst>
              <a:path extrusionOk="0" h="58" w="68">
                <a:moveTo>
                  <a:pt x="68" y="53"/>
                </a:moveTo>
                <a:cubicBezTo>
                  <a:pt x="68" y="56"/>
                  <a:pt x="66" y="58"/>
                  <a:pt x="63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66" y="0"/>
                  <a:pt x="68" y="2"/>
                  <a:pt x="68" y="4"/>
                </a:cubicBezTo>
                <a:lnTo>
                  <a:pt x="68" y="53"/>
                </a:lnTo>
                <a:close/>
                <a:moveTo>
                  <a:pt x="63" y="14"/>
                </a:moveTo>
                <a:cubicBezTo>
                  <a:pt x="63" y="10"/>
                  <a:pt x="63" y="10"/>
                  <a:pt x="63" y="10"/>
                </a:cubicBezTo>
                <a:cubicBezTo>
                  <a:pt x="63" y="4"/>
                  <a:pt x="63" y="4"/>
                  <a:pt x="63" y="4"/>
                </a:cubicBezTo>
                <a:cubicBezTo>
                  <a:pt x="31" y="4"/>
                  <a:pt x="31" y="4"/>
                  <a:pt x="31" y="4"/>
                </a:cubicBezTo>
                <a:cubicBezTo>
                  <a:pt x="29" y="9"/>
                  <a:pt x="29" y="9"/>
                  <a:pt x="29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14"/>
                  <a:pt x="5" y="14"/>
                  <a:pt x="5" y="14"/>
                </a:cubicBezTo>
                <a:lnTo>
                  <a:pt x="63" y="14"/>
                </a:lnTo>
                <a:close/>
                <a:moveTo>
                  <a:pt x="63" y="53"/>
                </a:moveTo>
                <a:cubicBezTo>
                  <a:pt x="63" y="48"/>
                  <a:pt x="63" y="48"/>
                  <a:pt x="63" y="48"/>
                </a:cubicBezTo>
                <a:cubicBezTo>
                  <a:pt x="5" y="48"/>
                  <a:pt x="5" y="48"/>
                  <a:pt x="5" y="48"/>
                </a:cubicBezTo>
                <a:cubicBezTo>
                  <a:pt x="5" y="53"/>
                  <a:pt x="5" y="53"/>
                  <a:pt x="5" y="53"/>
                </a:cubicBezTo>
                <a:lnTo>
                  <a:pt x="63" y="53"/>
                </a:lnTo>
                <a:close/>
                <a:moveTo>
                  <a:pt x="24" y="7"/>
                </a:moveTo>
                <a:cubicBezTo>
                  <a:pt x="24" y="2"/>
                  <a:pt x="24" y="2"/>
                  <a:pt x="24" y="2"/>
                </a:cubicBezTo>
                <a:cubicBezTo>
                  <a:pt x="9" y="2"/>
                  <a:pt x="9" y="2"/>
                  <a:pt x="9" y="2"/>
                </a:cubicBezTo>
                <a:cubicBezTo>
                  <a:pt x="9" y="7"/>
                  <a:pt x="9" y="7"/>
                  <a:pt x="9" y="7"/>
                </a:cubicBezTo>
                <a:lnTo>
                  <a:pt x="24" y="7"/>
                </a:lnTo>
                <a:close/>
                <a:moveTo>
                  <a:pt x="34" y="17"/>
                </a:moveTo>
                <a:cubicBezTo>
                  <a:pt x="26" y="17"/>
                  <a:pt x="19" y="23"/>
                  <a:pt x="19" y="31"/>
                </a:cubicBezTo>
                <a:cubicBezTo>
                  <a:pt x="19" y="39"/>
                  <a:pt x="26" y="46"/>
                  <a:pt x="34" y="46"/>
                </a:cubicBezTo>
                <a:cubicBezTo>
                  <a:pt x="42" y="46"/>
                  <a:pt x="48" y="39"/>
                  <a:pt x="48" y="31"/>
                </a:cubicBezTo>
                <a:cubicBezTo>
                  <a:pt x="48" y="23"/>
                  <a:pt x="42" y="17"/>
                  <a:pt x="34" y="17"/>
                </a:cubicBezTo>
                <a:close/>
                <a:moveTo>
                  <a:pt x="34" y="41"/>
                </a:moveTo>
                <a:cubicBezTo>
                  <a:pt x="28" y="41"/>
                  <a:pt x="24" y="37"/>
                  <a:pt x="24" y="31"/>
                </a:cubicBezTo>
                <a:cubicBezTo>
                  <a:pt x="24" y="26"/>
                  <a:pt x="28" y="21"/>
                  <a:pt x="34" y="21"/>
                </a:cubicBezTo>
                <a:cubicBezTo>
                  <a:pt x="39" y="21"/>
                  <a:pt x="43" y="26"/>
                  <a:pt x="43" y="31"/>
                </a:cubicBezTo>
                <a:cubicBezTo>
                  <a:pt x="43" y="37"/>
                  <a:pt x="39" y="41"/>
                  <a:pt x="34" y="41"/>
                </a:cubicBezTo>
                <a:close/>
                <a:moveTo>
                  <a:pt x="34" y="25"/>
                </a:moveTo>
                <a:cubicBezTo>
                  <a:pt x="30" y="25"/>
                  <a:pt x="28" y="28"/>
                  <a:pt x="28" y="31"/>
                </a:cubicBezTo>
                <a:cubicBezTo>
                  <a:pt x="28" y="32"/>
                  <a:pt x="28" y="32"/>
                  <a:pt x="29" y="32"/>
                </a:cubicBezTo>
                <a:cubicBezTo>
                  <a:pt x="30" y="32"/>
                  <a:pt x="30" y="32"/>
                  <a:pt x="30" y="31"/>
                </a:cubicBezTo>
                <a:cubicBezTo>
                  <a:pt x="30" y="29"/>
                  <a:pt x="32" y="27"/>
                  <a:pt x="34" y="27"/>
                </a:cubicBezTo>
                <a:cubicBezTo>
                  <a:pt x="34" y="27"/>
                  <a:pt x="35" y="27"/>
                  <a:pt x="35" y="26"/>
                </a:cubicBezTo>
                <a:cubicBezTo>
                  <a:pt x="35" y="26"/>
                  <a:pt x="34" y="25"/>
                  <a:pt x="34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11"/>
          <p:cNvSpPr/>
          <p:nvPr/>
        </p:nvSpPr>
        <p:spPr>
          <a:xfrm>
            <a:off x="493713" y="577850"/>
            <a:ext cx="76200" cy="133350"/>
          </a:xfrm>
          <a:custGeom>
            <a:rect b="b" l="l" r="r" t="t"/>
            <a:pathLst>
              <a:path extrusionOk="0" h="39" w="22">
                <a:moveTo>
                  <a:pt x="22" y="21"/>
                </a:moveTo>
                <a:cubicBezTo>
                  <a:pt x="5" y="38"/>
                  <a:pt x="5" y="38"/>
                  <a:pt x="5" y="38"/>
                </a:cubicBezTo>
                <a:cubicBezTo>
                  <a:pt x="4" y="39"/>
                  <a:pt x="4" y="39"/>
                  <a:pt x="3" y="39"/>
                </a:cubicBezTo>
                <a:cubicBezTo>
                  <a:pt x="2" y="39"/>
                  <a:pt x="0" y="38"/>
                  <a:pt x="0" y="37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3" y="0"/>
                </a:cubicBezTo>
                <a:cubicBezTo>
                  <a:pt x="4" y="0"/>
                  <a:pt x="4" y="1"/>
                  <a:pt x="5" y="1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8"/>
                  <a:pt x="22" y="19"/>
                  <a:pt x="22" y="20"/>
                </a:cubicBezTo>
                <a:cubicBezTo>
                  <a:pt x="22" y="20"/>
                  <a:pt x="22" y="21"/>
                  <a:pt x="22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11"/>
          <p:cNvSpPr/>
          <p:nvPr/>
        </p:nvSpPr>
        <p:spPr>
          <a:xfrm>
            <a:off x="989013" y="546100"/>
            <a:ext cx="198437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1" y="38"/>
                </a:moveTo>
                <a:cubicBezTo>
                  <a:pt x="17" y="38"/>
                  <a:pt x="17" y="38"/>
                  <a:pt x="17" y="38"/>
                </a:cubicBezTo>
                <a:cubicBezTo>
                  <a:pt x="16" y="38"/>
                  <a:pt x="15" y="38"/>
                  <a:pt x="15" y="37"/>
                </a:cubicBezTo>
                <a:cubicBezTo>
                  <a:pt x="14" y="36"/>
                  <a:pt x="14" y="35"/>
                  <a:pt x="15" y="35"/>
                </a:cubicBezTo>
                <a:cubicBezTo>
                  <a:pt x="27" y="18"/>
                  <a:pt x="27" y="18"/>
                  <a:pt x="27" y="18"/>
                </a:cubicBezTo>
                <a:cubicBezTo>
                  <a:pt x="27" y="17"/>
                  <a:pt x="28" y="17"/>
                  <a:pt x="29" y="17"/>
                </a:cubicBezTo>
                <a:cubicBezTo>
                  <a:pt x="30" y="17"/>
                  <a:pt x="30" y="17"/>
                  <a:pt x="31" y="18"/>
                </a:cubicBezTo>
                <a:cubicBezTo>
                  <a:pt x="43" y="35"/>
                  <a:pt x="43" y="35"/>
                  <a:pt x="43" y="35"/>
                </a:cubicBezTo>
                <a:cubicBezTo>
                  <a:pt x="44" y="35"/>
                  <a:pt x="44" y="36"/>
                  <a:pt x="43" y="37"/>
                </a:cubicBezTo>
                <a:cubicBezTo>
                  <a:pt x="43" y="38"/>
                  <a:pt x="42" y="38"/>
                  <a:pt x="41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11"/>
          <p:cNvSpPr/>
          <p:nvPr/>
        </p:nvSpPr>
        <p:spPr>
          <a:xfrm>
            <a:off x="2489200" y="569913"/>
            <a:ext cx="201613" cy="155575"/>
          </a:xfrm>
          <a:custGeom>
            <a:rect b="b" l="l" r="r" t="t"/>
            <a:pathLst>
              <a:path extrusionOk="0" h="45" w="59">
                <a:moveTo>
                  <a:pt x="58" y="12"/>
                </a:moveTo>
                <a:cubicBezTo>
                  <a:pt x="30" y="39"/>
                  <a:pt x="30" y="39"/>
                  <a:pt x="30" y="39"/>
                </a:cubicBezTo>
                <a:cubicBezTo>
                  <a:pt x="25" y="44"/>
                  <a:pt x="25" y="44"/>
                  <a:pt x="25" y="44"/>
                </a:cubicBezTo>
                <a:cubicBezTo>
                  <a:pt x="24" y="45"/>
                  <a:pt x="24" y="45"/>
                  <a:pt x="23" y="45"/>
                </a:cubicBezTo>
                <a:cubicBezTo>
                  <a:pt x="22" y="45"/>
                  <a:pt x="21" y="45"/>
                  <a:pt x="20" y="44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5"/>
                  <a:pt x="0" y="24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6" y="15"/>
                  <a:pt x="6" y="15"/>
                  <a:pt x="6" y="15"/>
                </a:cubicBezTo>
                <a:cubicBezTo>
                  <a:pt x="7" y="14"/>
                  <a:pt x="8" y="14"/>
                  <a:pt x="9" y="14"/>
                </a:cubicBezTo>
                <a:cubicBezTo>
                  <a:pt x="10" y="14"/>
                  <a:pt x="11" y="14"/>
                  <a:pt x="11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47" y="1"/>
                  <a:pt x="47" y="1"/>
                  <a:pt x="47" y="1"/>
                </a:cubicBezTo>
                <a:cubicBezTo>
                  <a:pt x="48" y="1"/>
                  <a:pt x="49" y="0"/>
                  <a:pt x="50" y="0"/>
                </a:cubicBezTo>
                <a:cubicBezTo>
                  <a:pt x="51" y="0"/>
                  <a:pt x="52" y="1"/>
                  <a:pt x="53" y="1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7"/>
                  <a:pt x="59" y="8"/>
                  <a:pt x="59" y="9"/>
                </a:cubicBezTo>
                <a:cubicBezTo>
                  <a:pt x="59" y="10"/>
                  <a:pt x="58" y="11"/>
                  <a:pt x="58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11"/>
          <p:cNvSpPr/>
          <p:nvPr/>
        </p:nvSpPr>
        <p:spPr>
          <a:xfrm>
            <a:off x="2965450" y="546100"/>
            <a:ext cx="220663" cy="182563"/>
          </a:xfrm>
          <a:custGeom>
            <a:rect b="b" l="l" r="r" t="t"/>
            <a:pathLst>
              <a:path extrusionOk="0" h="53" w="64">
                <a:moveTo>
                  <a:pt x="54" y="42"/>
                </a:moveTo>
                <a:cubicBezTo>
                  <a:pt x="54" y="48"/>
                  <a:pt x="49" y="53"/>
                  <a:pt x="43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5" y="53"/>
                  <a:pt x="0" y="48"/>
                  <a:pt x="0" y="4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6" y="0"/>
                  <a:pt x="47" y="0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2"/>
                  <a:pt x="48" y="2"/>
                  <a:pt x="48" y="2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5"/>
                  <a:pt x="45" y="5"/>
                  <a:pt x="45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4" y="4"/>
                  <a:pt x="44" y="4"/>
                  <a:pt x="43" y="4"/>
                </a:cubicBezTo>
                <a:cubicBezTo>
                  <a:pt x="11" y="4"/>
                  <a:pt x="11" y="4"/>
                  <a:pt x="11" y="4"/>
                </a:cubicBezTo>
                <a:cubicBezTo>
                  <a:pt x="8" y="4"/>
                  <a:pt x="5" y="7"/>
                  <a:pt x="5" y="10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5"/>
                  <a:pt x="8" y="48"/>
                  <a:pt x="11" y="48"/>
                </a:cubicBezTo>
                <a:cubicBezTo>
                  <a:pt x="43" y="48"/>
                  <a:pt x="43" y="48"/>
                  <a:pt x="43" y="48"/>
                </a:cubicBezTo>
                <a:cubicBezTo>
                  <a:pt x="46" y="48"/>
                  <a:pt x="49" y="45"/>
                  <a:pt x="49" y="42"/>
                </a:cubicBezTo>
                <a:cubicBezTo>
                  <a:pt x="49" y="32"/>
                  <a:pt x="49" y="32"/>
                  <a:pt x="49" y="32"/>
                </a:cubicBezTo>
                <a:cubicBezTo>
                  <a:pt x="49" y="32"/>
                  <a:pt x="49" y="32"/>
                  <a:pt x="49" y="32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4" y="29"/>
                  <a:pt x="54" y="30"/>
                  <a:pt x="54" y="30"/>
                </a:cubicBezTo>
                <a:lnTo>
                  <a:pt x="54" y="42"/>
                </a:lnTo>
                <a:close/>
                <a:moveTo>
                  <a:pt x="32" y="42"/>
                </a:moveTo>
                <a:cubicBezTo>
                  <a:pt x="31" y="44"/>
                  <a:pt x="29" y="44"/>
                  <a:pt x="27" y="42"/>
                </a:cubicBezTo>
                <a:cubicBezTo>
                  <a:pt x="11" y="26"/>
                  <a:pt x="11" y="26"/>
                  <a:pt x="11" y="26"/>
                </a:cubicBezTo>
                <a:cubicBezTo>
                  <a:pt x="10" y="25"/>
                  <a:pt x="10" y="23"/>
                  <a:pt x="11" y="22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6"/>
                  <a:pt x="18" y="16"/>
                  <a:pt x="20" y="18"/>
                </a:cubicBezTo>
                <a:cubicBezTo>
                  <a:pt x="30" y="27"/>
                  <a:pt x="30" y="27"/>
                  <a:pt x="30" y="27"/>
                </a:cubicBezTo>
                <a:cubicBezTo>
                  <a:pt x="54" y="3"/>
                  <a:pt x="54" y="3"/>
                  <a:pt x="54" y="3"/>
                </a:cubicBezTo>
                <a:cubicBezTo>
                  <a:pt x="55" y="2"/>
                  <a:pt x="57" y="2"/>
                  <a:pt x="58" y="3"/>
                </a:cubicBezTo>
                <a:cubicBezTo>
                  <a:pt x="63" y="7"/>
                  <a:pt x="63" y="7"/>
                  <a:pt x="63" y="7"/>
                </a:cubicBezTo>
                <a:cubicBezTo>
                  <a:pt x="64" y="8"/>
                  <a:pt x="64" y="10"/>
                  <a:pt x="63" y="11"/>
                </a:cubicBezTo>
                <a:lnTo>
                  <a:pt x="32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11"/>
          <p:cNvSpPr/>
          <p:nvPr/>
        </p:nvSpPr>
        <p:spPr>
          <a:xfrm>
            <a:off x="3460750" y="546100"/>
            <a:ext cx="198438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48" y="34"/>
                </a:moveTo>
                <a:cubicBezTo>
                  <a:pt x="49" y="33"/>
                  <a:pt x="49" y="32"/>
                  <a:pt x="48" y="31"/>
                </a:cubicBezTo>
                <a:cubicBezTo>
                  <a:pt x="31" y="13"/>
                  <a:pt x="31" y="13"/>
                  <a:pt x="31" y="13"/>
                </a:cubicBezTo>
                <a:cubicBezTo>
                  <a:pt x="30" y="12"/>
                  <a:pt x="28" y="12"/>
                  <a:pt x="27" y="13"/>
                </a:cubicBezTo>
                <a:cubicBezTo>
                  <a:pt x="10" y="31"/>
                  <a:pt x="10" y="31"/>
                  <a:pt x="10" y="31"/>
                </a:cubicBezTo>
                <a:cubicBezTo>
                  <a:pt x="9" y="32"/>
                  <a:pt x="9" y="33"/>
                  <a:pt x="10" y="34"/>
                </a:cubicBezTo>
                <a:cubicBezTo>
                  <a:pt x="14" y="38"/>
                  <a:pt x="14" y="38"/>
                  <a:pt x="14" y="38"/>
                </a:cubicBezTo>
                <a:cubicBezTo>
                  <a:pt x="15" y="39"/>
                  <a:pt x="16" y="39"/>
                  <a:pt x="17" y="38"/>
                </a:cubicBezTo>
                <a:cubicBezTo>
                  <a:pt x="29" y="26"/>
                  <a:pt x="29" y="26"/>
                  <a:pt x="29" y="26"/>
                </a:cubicBezTo>
                <a:cubicBezTo>
                  <a:pt x="41" y="38"/>
                  <a:pt x="41" y="38"/>
                  <a:pt x="41" y="38"/>
                </a:cubicBezTo>
                <a:cubicBezTo>
                  <a:pt x="42" y="39"/>
                  <a:pt x="43" y="39"/>
                  <a:pt x="44" y="38"/>
                </a:cubicBezTo>
                <a:lnTo>
                  <a:pt x="48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11"/>
          <p:cNvSpPr/>
          <p:nvPr/>
        </p:nvSpPr>
        <p:spPr>
          <a:xfrm>
            <a:off x="3968750" y="590550"/>
            <a:ext cx="207963" cy="134938"/>
          </a:xfrm>
          <a:custGeom>
            <a:rect b="b" l="l" r="r" t="t"/>
            <a:pathLst>
              <a:path extrusionOk="0" h="39" w="61">
                <a:moveTo>
                  <a:pt x="54" y="38"/>
                </a:moveTo>
                <a:cubicBezTo>
                  <a:pt x="53" y="39"/>
                  <a:pt x="52" y="39"/>
                  <a:pt x="51" y="38"/>
                </a:cubicBezTo>
                <a:cubicBezTo>
                  <a:pt x="30" y="18"/>
                  <a:pt x="30" y="18"/>
                  <a:pt x="30" y="18"/>
                </a:cubicBezTo>
                <a:cubicBezTo>
                  <a:pt x="10" y="38"/>
                  <a:pt x="10" y="38"/>
                  <a:pt x="10" y="38"/>
                </a:cubicBezTo>
                <a:cubicBezTo>
                  <a:pt x="9" y="39"/>
                  <a:pt x="8" y="39"/>
                  <a:pt x="7" y="38"/>
                </a:cubicBezTo>
                <a:cubicBezTo>
                  <a:pt x="1" y="32"/>
                  <a:pt x="1" y="32"/>
                  <a:pt x="1" y="32"/>
                </a:cubicBezTo>
                <a:cubicBezTo>
                  <a:pt x="0" y="31"/>
                  <a:pt x="0" y="30"/>
                  <a:pt x="1" y="29"/>
                </a:cubicBezTo>
                <a:cubicBezTo>
                  <a:pt x="29" y="1"/>
                  <a:pt x="29" y="1"/>
                  <a:pt x="29" y="1"/>
                </a:cubicBezTo>
                <a:cubicBezTo>
                  <a:pt x="30" y="0"/>
                  <a:pt x="31" y="0"/>
                  <a:pt x="32" y="1"/>
                </a:cubicBezTo>
                <a:cubicBezTo>
                  <a:pt x="60" y="29"/>
                  <a:pt x="60" y="29"/>
                  <a:pt x="60" y="29"/>
                </a:cubicBezTo>
                <a:cubicBezTo>
                  <a:pt x="61" y="30"/>
                  <a:pt x="61" y="31"/>
                  <a:pt x="60" y="32"/>
                </a:cubicBezTo>
                <a:lnTo>
                  <a:pt x="54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11"/>
          <p:cNvSpPr/>
          <p:nvPr/>
        </p:nvSpPr>
        <p:spPr>
          <a:xfrm>
            <a:off x="4448175" y="530225"/>
            <a:ext cx="233363" cy="233363"/>
          </a:xfrm>
          <a:custGeom>
            <a:rect b="b" l="l" r="r" t="t"/>
            <a:pathLst>
              <a:path extrusionOk="0" h="68" w="68">
                <a:moveTo>
                  <a:pt x="34" y="68"/>
                </a:moveTo>
                <a:cubicBezTo>
                  <a:pt x="15" y="68"/>
                  <a:pt x="0" y="52"/>
                  <a:pt x="0" y="34"/>
                </a:cubicBezTo>
                <a:cubicBezTo>
                  <a:pt x="0" y="17"/>
                  <a:pt x="12" y="2"/>
                  <a:pt x="29" y="0"/>
                </a:cubicBezTo>
                <a:cubicBezTo>
                  <a:pt x="29" y="10"/>
                  <a:pt x="29" y="10"/>
                  <a:pt x="29" y="10"/>
                </a:cubicBezTo>
                <a:cubicBezTo>
                  <a:pt x="18" y="12"/>
                  <a:pt x="9" y="22"/>
                  <a:pt x="9" y="34"/>
                </a:cubicBezTo>
                <a:cubicBezTo>
                  <a:pt x="9" y="47"/>
                  <a:pt x="20" y="58"/>
                  <a:pt x="34" y="58"/>
                </a:cubicBezTo>
                <a:cubicBezTo>
                  <a:pt x="47" y="58"/>
                  <a:pt x="58" y="47"/>
                  <a:pt x="58" y="34"/>
                </a:cubicBezTo>
                <a:cubicBezTo>
                  <a:pt x="58" y="22"/>
                  <a:pt x="50" y="12"/>
                  <a:pt x="39" y="10"/>
                </a:cubicBezTo>
                <a:cubicBezTo>
                  <a:pt x="39" y="0"/>
                  <a:pt x="39" y="0"/>
                  <a:pt x="39" y="0"/>
                </a:cubicBezTo>
                <a:cubicBezTo>
                  <a:pt x="55" y="2"/>
                  <a:pt x="68" y="17"/>
                  <a:pt x="68" y="34"/>
                </a:cubicBezTo>
                <a:cubicBezTo>
                  <a:pt x="68" y="52"/>
                  <a:pt x="53" y="68"/>
                  <a:pt x="34" y="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11"/>
          <p:cNvSpPr/>
          <p:nvPr/>
        </p:nvSpPr>
        <p:spPr>
          <a:xfrm>
            <a:off x="4959350" y="577850"/>
            <a:ext cx="155575" cy="153988"/>
          </a:xfrm>
          <a:custGeom>
            <a:rect b="b" l="l" r="r" t="t"/>
            <a:pathLst>
              <a:path extrusionOk="0" h="45" w="45">
                <a:moveTo>
                  <a:pt x="44" y="38"/>
                </a:moveTo>
                <a:cubicBezTo>
                  <a:pt x="38" y="44"/>
                  <a:pt x="38" y="44"/>
                  <a:pt x="38" y="44"/>
                </a:cubicBezTo>
                <a:cubicBezTo>
                  <a:pt x="38" y="44"/>
                  <a:pt x="37" y="45"/>
                  <a:pt x="36" y="45"/>
                </a:cubicBezTo>
                <a:cubicBezTo>
                  <a:pt x="35" y="45"/>
                  <a:pt x="34" y="44"/>
                  <a:pt x="33" y="44"/>
                </a:cubicBezTo>
                <a:cubicBezTo>
                  <a:pt x="22" y="32"/>
                  <a:pt x="22" y="32"/>
                  <a:pt x="22" y="32"/>
                </a:cubicBezTo>
                <a:cubicBezTo>
                  <a:pt x="11" y="44"/>
                  <a:pt x="11" y="44"/>
                  <a:pt x="11" y="44"/>
                </a:cubicBezTo>
                <a:cubicBezTo>
                  <a:pt x="10" y="44"/>
                  <a:pt x="9" y="45"/>
                  <a:pt x="8" y="45"/>
                </a:cubicBezTo>
                <a:cubicBezTo>
                  <a:pt x="7" y="45"/>
                  <a:pt x="7" y="44"/>
                  <a:pt x="6" y="44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5"/>
                  <a:pt x="0" y="34"/>
                  <a:pt x="1" y="33"/>
                </a:cubicBezTo>
                <a:cubicBezTo>
                  <a:pt x="12" y="22"/>
                  <a:pt x="12" y="22"/>
                  <a:pt x="12" y="22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0" y="8"/>
                </a:cubicBezTo>
                <a:cubicBezTo>
                  <a:pt x="0" y="7"/>
                  <a:pt x="0" y="6"/>
                  <a:pt x="1" y="6"/>
                </a:cubicBezTo>
                <a:cubicBezTo>
                  <a:pt x="6" y="1"/>
                  <a:pt x="6" y="1"/>
                  <a:pt x="6" y="1"/>
                </a:cubicBezTo>
                <a:cubicBezTo>
                  <a:pt x="7" y="0"/>
                  <a:pt x="7" y="0"/>
                  <a:pt x="8" y="0"/>
                </a:cubicBezTo>
                <a:cubicBezTo>
                  <a:pt x="9" y="0"/>
                  <a:pt x="10" y="0"/>
                  <a:pt x="11" y="1"/>
                </a:cubicBezTo>
                <a:cubicBezTo>
                  <a:pt x="22" y="12"/>
                  <a:pt x="22" y="12"/>
                  <a:pt x="22" y="12"/>
                </a:cubicBezTo>
                <a:cubicBezTo>
                  <a:pt x="33" y="1"/>
                  <a:pt x="33" y="1"/>
                  <a:pt x="33" y="1"/>
                </a:cubicBezTo>
                <a:cubicBezTo>
                  <a:pt x="34" y="0"/>
                  <a:pt x="35" y="0"/>
                  <a:pt x="36" y="0"/>
                </a:cubicBezTo>
                <a:cubicBezTo>
                  <a:pt x="37" y="0"/>
                  <a:pt x="38" y="0"/>
                  <a:pt x="38" y="1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6"/>
                  <a:pt x="45" y="7"/>
                  <a:pt x="45" y="8"/>
                </a:cubicBezTo>
                <a:cubicBezTo>
                  <a:pt x="45" y="9"/>
                  <a:pt x="44" y="10"/>
                  <a:pt x="44" y="11"/>
                </a:cubicBezTo>
                <a:cubicBezTo>
                  <a:pt x="32" y="22"/>
                  <a:pt x="32" y="22"/>
                  <a:pt x="32" y="22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34"/>
                  <a:pt x="45" y="35"/>
                  <a:pt x="45" y="36"/>
                </a:cubicBezTo>
                <a:cubicBezTo>
                  <a:pt x="45" y="37"/>
                  <a:pt x="44" y="38"/>
                  <a:pt x="44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p11"/>
          <p:cNvSpPr/>
          <p:nvPr/>
        </p:nvSpPr>
        <p:spPr>
          <a:xfrm>
            <a:off x="5437188" y="546100"/>
            <a:ext cx="133350" cy="182563"/>
          </a:xfrm>
          <a:custGeom>
            <a:rect b="b" l="l" r="r" t="t"/>
            <a:pathLst>
              <a:path extrusionOk="0" h="53" w="39">
                <a:moveTo>
                  <a:pt x="16" y="53"/>
                </a:moveTo>
                <a:cubicBezTo>
                  <a:pt x="15" y="53"/>
                  <a:pt x="15" y="52"/>
                  <a:pt x="15" y="52"/>
                </a:cubicBezTo>
                <a:cubicBezTo>
                  <a:pt x="15" y="39"/>
                  <a:pt x="15" y="39"/>
                  <a:pt x="15" y="39"/>
                </a:cubicBezTo>
                <a:cubicBezTo>
                  <a:pt x="4" y="39"/>
                  <a:pt x="4" y="39"/>
                  <a:pt x="4" y="39"/>
                </a:cubicBezTo>
                <a:cubicBezTo>
                  <a:pt x="3" y="39"/>
                  <a:pt x="3" y="39"/>
                  <a:pt x="3" y="38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3"/>
                  <a:pt x="3" y="33"/>
                  <a:pt x="4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0"/>
                  <a:pt x="15" y="30"/>
                  <a:pt x="15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3" y="29"/>
                  <a:pt x="3" y="28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4"/>
                  <a:pt x="3" y="23"/>
                  <a:pt x="4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8"/>
                  <a:pt x="19" y="20"/>
                  <a:pt x="20" y="21"/>
                </a:cubicBezTo>
                <a:cubicBezTo>
                  <a:pt x="20" y="19"/>
                  <a:pt x="21" y="18"/>
                  <a:pt x="22" y="16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9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27" y="23"/>
                  <a:pt x="27" y="23"/>
                  <a:pt x="27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4"/>
                  <a:pt x="36" y="25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9"/>
                  <a:pt x="36" y="30"/>
                  <a:pt x="35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3"/>
                  <a:pt x="24" y="33"/>
                  <a:pt x="24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6" y="33"/>
                  <a:pt x="36" y="33"/>
                  <a:pt x="36" y="34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9"/>
                  <a:pt x="36" y="39"/>
                  <a:pt x="3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2"/>
                  <a:pt x="23" y="53"/>
                  <a:pt x="23" y="53"/>
                </a:cubicBezTo>
                <a:lnTo>
                  <a:pt x="16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11"/>
          <p:cNvSpPr/>
          <p:nvPr/>
        </p:nvSpPr>
        <p:spPr>
          <a:xfrm>
            <a:off x="5930900" y="560388"/>
            <a:ext cx="244475" cy="185737"/>
          </a:xfrm>
          <a:custGeom>
            <a:rect b="b" l="l" r="r" t="t"/>
            <a:pathLst>
              <a:path extrusionOk="0" h="54" w="71">
                <a:moveTo>
                  <a:pt x="68" y="44"/>
                </a:moveTo>
                <a:cubicBezTo>
                  <a:pt x="68" y="49"/>
                  <a:pt x="64" y="54"/>
                  <a:pt x="59" y="54"/>
                </a:cubicBezTo>
                <a:cubicBezTo>
                  <a:pt x="10" y="54"/>
                  <a:pt x="10" y="54"/>
                  <a:pt x="10" y="54"/>
                </a:cubicBezTo>
                <a:cubicBezTo>
                  <a:pt x="5" y="54"/>
                  <a:pt x="0" y="49"/>
                  <a:pt x="0" y="44"/>
                </a:cubicBezTo>
                <a:lnTo>
                  <a:pt x="68" y="44"/>
                </a:lnTo>
                <a:close/>
                <a:moveTo>
                  <a:pt x="56" y="30"/>
                </a:moveTo>
                <a:cubicBezTo>
                  <a:pt x="54" y="30"/>
                  <a:pt x="54" y="30"/>
                  <a:pt x="54" y="30"/>
                </a:cubicBezTo>
                <a:cubicBezTo>
                  <a:pt x="54" y="31"/>
                  <a:pt x="54" y="31"/>
                  <a:pt x="54" y="31"/>
                </a:cubicBezTo>
                <a:cubicBezTo>
                  <a:pt x="54" y="35"/>
                  <a:pt x="50" y="39"/>
                  <a:pt x="45" y="39"/>
                </a:cubicBezTo>
                <a:cubicBezTo>
                  <a:pt x="19" y="39"/>
                  <a:pt x="19" y="39"/>
                  <a:pt x="19" y="39"/>
                </a:cubicBezTo>
                <a:cubicBezTo>
                  <a:pt x="14" y="39"/>
                  <a:pt x="10" y="35"/>
                  <a:pt x="10" y="31"/>
                </a:cubicBezTo>
                <a:cubicBezTo>
                  <a:pt x="10" y="3"/>
                  <a:pt x="10" y="3"/>
                  <a:pt x="10" y="3"/>
                </a:cubicBezTo>
                <a:cubicBezTo>
                  <a:pt x="10" y="2"/>
                  <a:pt x="11" y="0"/>
                  <a:pt x="1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64" y="0"/>
                  <a:pt x="71" y="7"/>
                  <a:pt x="71" y="15"/>
                </a:cubicBezTo>
                <a:cubicBezTo>
                  <a:pt x="71" y="23"/>
                  <a:pt x="64" y="30"/>
                  <a:pt x="56" y="30"/>
                </a:cubicBezTo>
                <a:close/>
                <a:moveTo>
                  <a:pt x="56" y="8"/>
                </a:moveTo>
                <a:cubicBezTo>
                  <a:pt x="54" y="8"/>
                  <a:pt x="54" y="8"/>
                  <a:pt x="54" y="8"/>
                </a:cubicBezTo>
                <a:cubicBezTo>
                  <a:pt x="54" y="22"/>
                  <a:pt x="54" y="22"/>
                  <a:pt x="54" y="22"/>
                </a:cubicBezTo>
                <a:cubicBezTo>
                  <a:pt x="56" y="22"/>
                  <a:pt x="56" y="22"/>
                  <a:pt x="56" y="22"/>
                </a:cubicBezTo>
                <a:cubicBezTo>
                  <a:pt x="60" y="22"/>
                  <a:pt x="64" y="19"/>
                  <a:pt x="64" y="15"/>
                </a:cubicBezTo>
                <a:cubicBezTo>
                  <a:pt x="64" y="11"/>
                  <a:pt x="60" y="8"/>
                  <a:pt x="56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11"/>
          <p:cNvSpPr/>
          <p:nvPr/>
        </p:nvSpPr>
        <p:spPr>
          <a:xfrm>
            <a:off x="6426200" y="560388"/>
            <a:ext cx="233363" cy="203200"/>
          </a:xfrm>
          <a:custGeom>
            <a:rect b="b" l="l" r="r" t="t"/>
            <a:pathLst>
              <a:path extrusionOk="0" h="59" w="68">
                <a:moveTo>
                  <a:pt x="34" y="49"/>
                </a:moveTo>
                <a:cubicBezTo>
                  <a:pt x="33" y="49"/>
                  <a:pt x="31" y="49"/>
                  <a:pt x="29" y="49"/>
                </a:cubicBezTo>
                <a:cubicBezTo>
                  <a:pt x="24" y="53"/>
                  <a:pt x="18" y="56"/>
                  <a:pt x="11" y="58"/>
                </a:cubicBezTo>
                <a:cubicBezTo>
                  <a:pt x="10" y="58"/>
                  <a:pt x="9" y="59"/>
                  <a:pt x="7" y="59"/>
                </a:cubicBezTo>
                <a:cubicBezTo>
                  <a:pt x="6" y="59"/>
                  <a:pt x="6" y="58"/>
                  <a:pt x="5" y="57"/>
                </a:cubicBezTo>
                <a:cubicBezTo>
                  <a:pt x="5" y="57"/>
                  <a:pt x="5" y="57"/>
                  <a:pt x="5" y="57"/>
                </a:cubicBezTo>
                <a:cubicBezTo>
                  <a:pt x="5" y="56"/>
                  <a:pt x="6" y="56"/>
                  <a:pt x="6" y="55"/>
                </a:cubicBezTo>
                <a:cubicBezTo>
                  <a:pt x="9" y="52"/>
                  <a:pt x="11" y="50"/>
                  <a:pt x="13" y="44"/>
                </a:cubicBezTo>
                <a:cubicBezTo>
                  <a:pt x="5" y="39"/>
                  <a:pt x="0" y="32"/>
                  <a:pt x="0" y="25"/>
                </a:cubicBezTo>
                <a:cubicBezTo>
                  <a:pt x="0" y="11"/>
                  <a:pt x="16" y="0"/>
                  <a:pt x="34" y="0"/>
                </a:cubicBezTo>
                <a:cubicBezTo>
                  <a:pt x="53" y="0"/>
                  <a:pt x="68" y="11"/>
                  <a:pt x="68" y="25"/>
                </a:cubicBezTo>
                <a:cubicBezTo>
                  <a:pt x="68" y="38"/>
                  <a:pt x="53" y="49"/>
                  <a:pt x="34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11"/>
          <p:cNvSpPr/>
          <p:nvPr/>
        </p:nvSpPr>
        <p:spPr>
          <a:xfrm>
            <a:off x="6919913" y="546100"/>
            <a:ext cx="198437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29" y="8"/>
                </a:moveTo>
                <a:cubicBezTo>
                  <a:pt x="18" y="8"/>
                  <a:pt x="8" y="17"/>
                  <a:pt x="8" y="29"/>
                </a:cubicBezTo>
                <a:cubicBezTo>
                  <a:pt x="8" y="40"/>
                  <a:pt x="18" y="49"/>
                  <a:pt x="29" y="49"/>
                </a:cubicBezTo>
                <a:cubicBezTo>
                  <a:pt x="40" y="49"/>
                  <a:pt x="50" y="40"/>
                  <a:pt x="50" y="29"/>
                </a:cubicBezTo>
                <a:cubicBezTo>
                  <a:pt x="50" y="17"/>
                  <a:pt x="40" y="8"/>
                  <a:pt x="29" y="8"/>
                </a:cubicBezTo>
                <a:close/>
                <a:moveTo>
                  <a:pt x="39" y="34"/>
                </a:moveTo>
                <a:cubicBezTo>
                  <a:pt x="19" y="44"/>
                  <a:pt x="19" y="44"/>
                  <a:pt x="19" y="44"/>
                </a:cubicBezTo>
                <a:cubicBezTo>
                  <a:pt x="19" y="23"/>
                  <a:pt x="19" y="23"/>
                  <a:pt x="19" y="23"/>
                </a:cubicBezTo>
                <a:cubicBezTo>
                  <a:pt x="39" y="14"/>
                  <a:pt x="39" y="14"/>
                  <a:pt x="39" y="14"/>
                </a:cubicBezTo>
                <a:lnTo>
                  <a:pt x="39" y="34"/>
                </a:lnTo>
                <a:close/>
                <a:moveTo>
                  <a:pt x="34" y="31"/>
                </a:moveTo>
                <a:cubicBezTo>
                  <a:pt x="24" y="26"/>
                  <a:pt x="24" y="26"/>
                  <a:pt x="24" y="26"/>
                </a:cubicBezTo>
                <a:cubicBezTo>
                  <a:pt x="24" y="36"/>
                  <a:pt x="24" y="36"/>
                  <a:pt x="24" y="36"/>
                </a:cubicBezTo>
                <a:lnTo>
                  <a:pt x="34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p11"/>
          <p:cNvSpPr/>
          <p:nvPr/>
        </p:nvSpPr>
        <p:spPr>
          <a:xfrm>
            <a:off x="7413625" y="546100"/>
            <a:ext cx="250825" cy="200025"/>
          </a:xfrm>
          <a:custGeom>
            <a:rect b="b" l="l" r="r" t="t"/>
            <a:pathLst>
              <a:path extrusionOk="0" h="58" w="73">
                <a:moveTo>
                  <a:pt x="73" y="6"/>
                </a:moveTo>
                <a:cubicBezTo>
                  <a:pt x="73" y="52"/>
                  <a:pt x="73" y="52"/>
                  <a:pt x="73" y="52"/>
                </a:cubicBezTo>
                <a:cubicBezTo>
                  <a:pt x="73" y="55"/>
                  <a:pt x="71" y="58"/>
                  <a:pt x="67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1" y="0"/>
                  <a:pt x="73" y="2"/>
                  <a:pt x="73" y="6"/>
                </a:cubicBezTo>
                <a:close/>
                <a:moveTo>
                  <a:pt x="5" y="6"/>
                </a:moveTo>
                <a:cubicBezTo>
                  <a:pt x="5" y="14"/>
                  <a:pt x="5" y="14"/>
                  <a:pt x="5" y="14"/>
                </a:cubicBezTo>
                <a:cubicBezTo>
                  <a:pt x="68" y="14"/>
                  <a:pt x="68" y="14"/>
                  <a:pt x="68" y="14"/>
                </a:cubicBezTo>
                <a:cubicBezTo>
                  <a:pt x="68" y="6"/>
                  <a:pt x="68" y="6"/>
                  <a:pt x="68" y="6"/>
                </a:cubicBezTo>
                <a:cubicBezTo>
                  <a:pt x="68" y="5"/>
                  <a:pt x="68" y="4"/>
                  <a:pt x="67" y="4"/>
                </a:cubicBezTo>
                <a:cubicBezTo>
                  <a:pt x="7" y="4"/>
                  <a:pt x="7" y="4"/>
                  <a:pt x="7" y="4"/>
                </a:cubicBezTo>
                <a:cubicBezTo>
                  <a:pt x="6" y="4"/>
                  <a:pt x="5" y="5"/>
                  <a:pt x="5" y="6"/>
                </a:cubicBezTo>
                <a:close/>
                <a:moveTo>
                  <a:pt x="68" y="52"/>
                </a:moveTo>
                <a:cubicBezTo>
                  <a:pt x="68" y="29"/>
                  <a:pt x="68" y="29"/>
                  <a:pt x="68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2"/>
                  <a:pt x="6" y="53"/>
                  <a:pt x="7" y="53"/>
                </a:cubicBezTo>
                <a:cubicBezTo>
                  <a:pt x="67" y="53"/>
                  <a:pt x="67" y="53"/>
                  <a:pt x="67" y="53"/>
                </a:cubicBezTo>
                <a:cubicBezTo>
                  <a:pt x="68" y="53"/>
                  <a:pt x="68" y="52"/>
                  <a:pt x="68" y="52"/>
                </a:cubicBezTo>
                <a:close/>
                <a:moveTo>
                  <a:pt x="10" y="43"/>
                </a:moveTo>
                <a:cubicBezTo>
                  <a:pt x="20" y="43"/>
                  <a:pt x="20" y="43"/>
                  <a:pt x="20" y="43"/>
                </a:cubicBezTo>
                <a:cubicBezTo>
                  <a:pt x="20" y="48"/>
                  <a:pt x="20" y="48"/>
                  <a:pt x="20" y="48"/>
                </a:cubicBezTo>
                <a:cubicBezTo>
                  <a:pt x="10" y="48"/>
                  <a:pt x="10" y="48"/>
                  <a:pt x="10" y="48"/>
                </a:cubicBezTo>
                <a:lnTo>
                  <a:pt x="10" y="43"/>
                </a:lnTo>
                <a:close/>
                <a:moveTo>
                  <a:pt x="25" y="43"/>
                </a:moveTo>
                <a:cubicBezTo>
                  <a:pt x="39" y="43"/>
                  <a:pt x="39" y="43"/>
                  <a:pt x="39" y="43"/>
                </a:cubicBezTo>
                <a:cubicBezTo>
                  <a:pt x="39" y="48"/>
                  <a:pt x="39" y="48"/>
                  <a:pt x="39" y="48"/>
                </a:cubicBezTo>
                <a:cubicBezTo>
                  <a:pt x="25" y="48"/>
                  <a:pt x="25" y="48"/>
                  <a:pt x="25" y="48"/>
                </a:cubicBezTo>
                <a:lnTo>
                  <a:pt x="25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11"/>
          <p:cNvSpPr/>
          <p:nvPr/>
        </p:nvSpPr>
        <p:spPr>
          <a:xfrm>
            <a:off x="7908925" y="546100"/>
            <a:ext cx="215900" cy="217488"/>
          </a:xfrm>
          <a:custGeom>
            <a:rect b="b" l="l" r="r" t="t"/>
            <a:pathLst>
              <a:path extrusionOk="0" h="63" w="63">
                <a:moveTo>
                  <a:pt x="63" y="43"/>
                </a:moveTo>
                <a:cubicBezTo>
                  <a:pt x="63" y="45"/>
                  <a:pt x="62" y="47"/>
                  <a:pt x="60" y="48"/>
                </a:cubicBezTo>
                <a:cubicBezTo>
                  <a:pt x="34" y="62"/>
                  <a:pt x="34" y="62"/>
                  <a:pt x="34" y="62"/>
                </a:cubicBezTo>
                <a:cubicBezTo>
                  <a:pt x="33" y="63"/>
                  <a:pt x="32" y="63"/>
                  <a:pt x="31" y="63"/>
                </a:cubicBezTo>
                <a:cubicBezTo>
                  <a:pt x="31" y="63"/>
                  <a:pt x="30" y="63"/>
                  <a:pt x="29" y="62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0" y="43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2"/>
                  <a:pt x="1" y="10"/>
                  <a:pt x="3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2" y="0"/>
                  <a:pt x="32" y="0"/>
                  <a:pt x="33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62" y="10"/>
                  <a:pt x="63" y="12"/>
                  <a:pt x="63" y="14"/>
                </a:cubicBezTo>
                <a:lnTo>
                  <a:pt x="63" y="43"/>
                </a:lnTo>
                <a:close/>
                <a:moveTo>
                  <a:pt x="58" y="14"/>
                </a:moveTo>
                <a:cubicBezTo>
                  <a:pt x="31" y="4"/>
                  <a:pt x="31" y="4"/>
                  <a:pt x="31" y="4"/>
                </a:cubicBezTo>
                <a:cubicBezTo>
                  <a:pt x="5" y="14"/>
                  <a:pt x="5" y="14"/>
                  <a:pt x="5" y="14"/>
                </a:cubicBezTo>
                <a:cubicBezTo>
                  <a:pt x="31" y="24"/>
                  <a:pt x="31" y="24"/>
                  <a:pt x="31" y="24"/>
                </a:cubicBezTo>
                <a:lnTo>
                  <a:pt x="58" y="14"/>
                </a:lnTo>
                <a:close/>
                <a:moveTo>
                  <a:pt x="58" y="43"/>
                </a:moveTo>
                <a:cubicBezTo>
                  <a:pt x="58" y="19"/>
                  <a:pt x="58" y="19"/>
                  <a:pt x="58" y="19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57"/>
                  <a:pt x="34" y="57"/>
                  <a:pt x="34" y="57"/>
                </a:cubicBezTo>
                <a:lnTo>
                  <a:pt x="58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11"/>
          <p:cNvSpPr/>
          <p:nvPr/>
        </p:nvSpPr>
        <p:spPr>
          <a:xfrm>
            <a:off x="8402638" y="560388"/>
            <a:ext cx="233362" cy="185737"/>
          </a:xfrm>
          <a:custGeom>
            <a:rect b="b" l="l" r="r" t="t"/>
            <a:pathLst>
              <a:path extrusionOk="0" h="54" w="68">
                <a:moveTo>
                  <a:pt x="63" y="53"/>
                </a:moveTo>
                <a:cubicBezTo>
                  <a:pt x="63" y="53"/>
                  <a:pt x="62" y="54"/>
                  <a:pt x="61" y="54"/>
                </a:cubicBezTo>
                <a:cubicBezTo>
                  <a:pt x="8" y="54"/>
                  <a:pt x="8" y="54"/>
                  <a:pt x="8" y="54"/>
                </a:cubicBezTo>
                <a:cubicBezTo>
                  <a:pt x="7" y="54"/>
                  <a:pt x="6" y="53"/>
                  <a:pt x="6" y="53"/>
                </a:cubicBezTo>
                <a:cubicBezTo>
                  <a:pt x="2" y="47"/>
                  <a:pt x="0" y="41"/>
                  <a:pt x="0" y="34"/>
                </a:cubicBezTo>
                <a:cubicBezTo>
                  <a:pt x="0" y="16"/>
                  <a:pt x="16" y="0"/>
                  <a:pt x="34" y="0"/>
                </a:cubicBezTo>
                <a:cubicBezTo>
                  <a:pt x="53" y="0"/>
                  <a:pt x="68" y="16"/>
                  <a:pt x="68" y="34"/>
                </a:cubicBezTo>
                <a:cubicBezTo>
                  <a:pt x="68" y="41"/>
                  <a:pt x="67" y="47"/>
                  <a:pt x="63" y="53"/>
                </a:cubicBezTo>
                <a:close/>
                <a:moveTo>
                  <a:pt x="10" y="30"/>
                </a:moveTo>
                <a:cubicBezTo>
                  <a:pt x="7" y="30"/>
                  <a:pt x="5" y="32"/>
                  <a:pt x="5" y="34"/>
                </a:cubicBezTo>
                <a:cubicBezTo>
                  <a:pt x="5" y="37"/>
                  <a:pt x="7" y="39"/>
                  <a:pt x="10" y="39"/>
                </a:cubicBezTo>
                <a:cubicBezTo>
                  <a:pt x="13" y="39"/>
                  <a:pt x="15" y="37"/>
                  <a:pt x="15" y="34"/>
                </a:cubicBezTo>
                <a:cubicBezTo>
                  <a:pt x="15" y="32"/>
                  <a:pt x="13" y="30"/>
                  <a:pt x="10" y="30"/>
                </a:cubicBezTo>
                <a:close/>
                <a:moveTo>
                  <a:pt x="17" y="13"/>
                </a:moveTo>
                <a:cubicBezTo>
                  <a:pt x="15" y="13"/>
                  <a:pt x="13" y="15"/>
                  <a:pt x="13" y="17"/>
                </a:cubicBezTo>
                <a:cubicBezTo>
                  <a:pt x="13" y="20"/>
                  <a:pt x="15" y="22"/>
                  <a:pt x="17" y="22"/>
                </a:cubicBezTo>
                <a:cubicBezTo>
                  <a:pt x="20" y="22"/>
                  <a:pt x="22" y="20"/>
                  <a:pt x="22" y="17"/>
                </a:cubicBezTo>
                <a:cubicBezTo>
                  <a:pt x="22" y="15"/>
                  <a:pt x="20" y="13"/>
                  <a:pt x="17" y="13"/>
                </a:cubicBezTo>
                <a:close/>
                <a:moveTo>
                  <a:pt x="42" y="21"/>
                </a:moveTo>
                <a:cubicBezTo>
                  <a:pt x="43" y="20"/>
                  <a:pt x="42" y="19"/>
                  <a:pt x="41" y="18"/>
                </a:cubicBezTo>
                <a:cubicBezTo>
                  <a:pt x="39" y="18"/>
                  <a:pt x="38" y="19"/>
                  <a:pt x="38" y="20"/>
                </a:cubicBezTo>
                <a:cubicBezTo>
                  <a:pt x="34" y="34"/>
                  <a:pt x="34" y="34"/>
                  <a:pt x="34" y="34"/>
                </a:cubicBezTo>
                <a:cubicBezTo>
                  <a:pt x="31" y="35"/>
                  <a:pt x="28" y="37"/>
                  <a:pt x="27" y="40"/>
                </a:cubicBezTo>
                <a:cubicBezTo>
                  <a:pt x="26" y="44"/>
                  <a:pt x="29" y="48"/>
                  <a:pt x="33" y="49"/>
                </a:cubicBezTo>
                <a:cubicBezTo>
                  <a:pt x="37" y="50"/>
                  <a:pt x="40" y="47"/>
                  <a:pt x="42" y="44"/>
                </a:cubicBezTo>
                <a:cubicBezTo>
                  <a:pt x="42" y="40"/>
                  <a:pt x="41" y="37"/>
                  <a:pt x="39" y="36"/>
                </a:cubicBezTo>
                <a:lnTo>
                  <a:pt x="42" y="21"/>
                </a:lnTo>
                <a:close/>
                <a:moveTo>
                  <a:pt x="34" y="5"/>
                </a:moveTo>
                <a:cubicBezTo>
                  <a:pt x="32" y="5"/>
                  <a:pt x="30" y="7"/>
                  <a:pt x="30" y="10"/>
                </a:cubicBezTo>
                <a:cubicBezTo>
                  <a:pt x="30" y="13"/>
                  <a:pt x="32" y="15"/>
                  <a:pt x="34" y="15"/>
                </a:cubicBezTo>
                <a:cubicBezTo>
                  <a:pt x="37" y="15"/>
                  <a:pt x="39" y="13"/>
                  <a:pt x="39" y="10"/>
                </a:cubicBezTo>
                <a:cubicBezTo>
                  <a:pt x="39" y="7"/>
                  <a:pt x="37" y="5"/>
                  <a:pt x="34" y="5"/>
                </a:cubicBezTo>
                <a:close/>
                <a:moveTo>
                  <a:pt x="51" y="13"/>
                </a:moveTo>
                <a:cubicBezTo>
                  <a:pt x="49" y="13"/>
                  <a:pt x="47" y="15"/>
                  <a:pt x="47" y="17"/>
                </a:cubicBezTo>
                <a:cubicBezTo>
                  <a:pt x="47" y="20"/>
                  <a:pt x="49" y="22"/>
                  <a:pt x="51" y="22"/>
                </a:cubicBezTo>
                <a:cubicBezTo>
                  <a:pt x="54" y="22"/>
                  <a:pt x="56" y="20"/>
                  <a:pt x="56" y="17"/>
                </a:cubicBezTo>
                <a:cubicBezTo>
                  <a:pt x="56" y="15"/>
                  <a:pt x="54" y="13"/>
                  <a:pt x="51" y="13"/>
                </a:cubicBezTo>
                <a:close/>
                <a:moveTo>
                  <a:pt x="59" y="30"/>
                </a:moveTo>
                <a:cubicBezTo>
                  <a:pt x="56" y="30"/>
                  <a:pt x="54" y="32"/>
                  <a:pt x="54" y="34"/>
                </a:cubicBezTo>
                <a:cubicBezTo>
                  <a:pt x="54" y="37"/>
                  <a:pt x="56" y="39"/>
                  <a:pt x="59" y="39"/>
                </a:cubicBezTo>
                <a:cubicBezTo>
                  <a:pt x="61" y="39"/>
                  <a:pt x="64" y="37"/>
                  <a:pt x="64" y="34"/>
                </a:cubicBezTo>
                <a:cubicBezTo>
                  <a:pt x="64" y="32"/>
                  <a:pt x="61" y="30"/>
                  <a:pt x="59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11"/>
          <p:cNvSpPr/>
          <p:nvPr/>
        </p:nvSpPr>
        <p:spPr>
          <a:xfrm>
            <a:off x="8843963" y="530225"/>
            <a:ext cx="250825" cy="215900"/>
          </a:xfrm>
          <a:custGeom>
            <a:rect b="b" l="l" r="r" t="t"/>
            <a:pathLst>
              <a:path extrusionOk="0" h="63" w="7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11"/>
          <p:cNvSpPr/>
          <p:nvPr/>
        </p:nvSpPr>
        <p:spPr>
          <a:xfrm>
            <a:off x="71438" y="931863"/>
            <a:ext cx="198437" cy="198437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8" y="29"/>
                </a:moveTo>
                <a:cubicBezTo>
                  <a:pt x="8" y="40"/>
                  <a:pt x="18" y="49"/>
                  <a:pt x="29" y="49"/>
                </a:cubicBezTo>
                <a:cubicBezTo>
                  <a:pt x="40" y="49"/>
                  <a:pt x="50" y="40"/>
                  <a:pt x="50" y="29"/>
                </a:cubicBezTo>
                <a:cubicBezTo>
                  <a:pt x="50" y="17"/>
                  <a:pt x="40" y="8"/>
                  <a:pt x="29" y="8"/>
                </a:cubicBezTo>
                <a:cubicBezTo>
                  <a:pt x="18" y="8"/>
                  <a:pt x="8" y="17"/>
                  <a:pt x="8" y="29"/>
                </a:cubicBezTo>
                <a:close/>
                <a:moveTo>
                  <a:pt x="29" y="38"/>
                </a:moveTo>
                <a:cubicBezTo>
                  <a:pt x="24" y="38"/>
                  <a:pt x="19" y="34"/>
                  <a:pt x="19" y="29"/>
                </a:cubicBezTo>
                <a:cubicBezTo>
                  <a:pt x="19" y="23"/>
                  <a:pt x="24" y="19"/>
                  <a:pt x="29" y="19"/>
                </a:cubicBezTo>
                <a:cubicBezTo>
                  <a:pt x="34" y="19"/>
                  <a:pt x="39" y="23"/>
                  <a:pt x="39" y="29"/>
                </a:cubicBezTo>
                <a:cubicBezTo>
                  <a:pt x="39" y="34"/>
                  <a:pt x="34" y="38"/>
                  <a:pt x="29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11"/>
          <p:cNvSpPr/>
          <p:nvPr/>
        </p:nvSpPr>
        <p:spPr>
          <a:xfrm>
            <a:off x="493713" y="914400"/>
            <a:ext cx="200025" cy="230188"/>
          </a:xfrm>
          <a:custGeom>
            <a:rect b="b" l="l" r="r" t="t"/>
            <a:pathLst>
              <a:path extrusionOk="0" h="67" w="58">
                <a:moveTo>
                  <a:pt x="29" y="67"/>
                </a:moveTo>
                <a:cubicBezTo>
                  <a:pt x="14" y="67"/>
                  <a:pt x="0" y="55"/>
                  <a:pt x="0" y="38"/>
                </a:cubicBezTo>
                <a:cubicBezTo>
                  <a:pt x="0" y="22"/>
                  <a:pt x="13" y="14"/>
                  <a:pt x="15" y="13"/>
                </a:cubicBezTo>
                <a:cubicBezTo>
                  <a:pt x="18" y="11"/>
                  <a:pt x="20" y="10"/>
                  <a:pt x="23" y="8"/>
                </a:cubicBezTo>
                <a:cubicBezTo>
                  <a:pt x="25" y="7"/>
                  <a:pt x="26" y="5"/>
                  <a:pt x="27" y="0"/>
                </a:cubicBezTo>
                <a:cubicBezTo>
                  <a:pt x="29" y="3"/>
                  <a:pt x="32" y="6"/>
                  <a:pt x="34" y="8"/>
                </a:cubicBezTo>
                <a:cubicBezTo>
                  <a:pt x="37" y="10"/>
                  <a:pt x="40" y="11"/>
                  <a:pt x="43" y="13"/>
                </a:cubicBezTo>
                <a:cubicBezTo>
                  <a:pt x="45" y="14"/>
                  <a:pt x="58" y="22"/>
                  <a:pt x="58" y="39"/>
                </a:cubicBezTo>
                <a:cubicBezTo>
                  <a:pt x="58" y="56"/>
                  <a:pt x="45" y="67"/>
                  <a:pt x="29" y="67"/>
                </a:cubicBezTo>
                <a:close/>
                <a:moveTo>
                  <a:pt x="52" y="40"/>
                </a:moveTo>
                <a:cubicBezTo>
                  <a:pt x="49" y="40"/>
                  <a:pt x="43" y="46"/>
                  <a:pt x="40" y="46"/>
                </a:cubicBezTo>
                <a:cubicBezTo>
                  <a:pt x="36" y="46"/>
                  <a:pt x="31" y="38"/>
                  <a:pt x="23" y="39"/>
                </a:cubicBezTo>
                <a:cubicBezTo>
                  <a:pt x="17" y="39"/>
                  <a:pt x="12" y="43"/>
                  <a:pt x="12" y="48"/>
                </a:cubicBezTo>
                <a:cubicBezTo>
                  <a:pt x="12" y="51"/>
                  <a:pt x="13" y="53"/>
                  <a:pt x="15" y="55"/>
                </a:cubicBezTo>
                <a:cubicBezTo>
                  <a:pt x="17" y="55"/>
                  <a:pt x="18" y="56"/>
                  <a:pt x="22" y="56"/>
                </a:cubicBezTo>
                <a:cubicBezTo>
                  <a:pt x="28" y="56"/>
                  <a:pt x="36" y="48"/>
                  <a:pt x="40" y="48"/>
                </a:cubicBezTo>
                <a:cubicBezTo>
                  <a:pt x="43" y="48"/>
                  <a:pt x="47" y="55"/>
                  <a:pt x="50" y="56"/>
                </a:cubicBezTo>
                <a:cubicBezTo>
                  <a:pt x="51" y="56"/>
                  <a:pt x="52" y="55"/>
                  <a:pt x="54" y="53"/>
                </a:cubicBezTo>
                <a:cubicBezTo>
                  <a:pt x="55" y="50"/>
                  <a:pt x="56" y="47"/>
                  <a:pt x="56" y="45"/>
                </a:cubicBezTo>
                <a:cubicBezTo>
                  <a:pt x="56" y="43"/>
                  <a:pt x="55" y="40"/>
                  <a:pt x="52" y="40"/>
                </a:cubicBezTo>
                <a:close/>
                <a:moveTo>
                  <a:pt x="43" y="60"/>
                </a:moveTo>
                <a:cubicBezTo>
                  <a:pt x="42" y="61"/>
                  <a:pt x="39" y="62"/>
                  <a:pt x="35" y="62"/>
                </a:cubicBezTo>
                <a:cubicBezTo>
                  <a:pt x="31" y="62"/>
                  <a:pt x="29" y="61"/>
                  <a:pt x="28" y="60"/>
                </a:cubicBezTo>
                <a:cubicBezTo>
                  <a:pt x="27" y="60"/>
                  <a:pt x="27" y="60"/>
                  <a:pt x="27" y="60"/>
                </a:cubicBezTo>
                <a:cubicBezTo>
                  <a:pt x="27" y="60"/>
                  <a:pt x="26" y="60"/>
                  <a:pt x="26" y="60"/>
                </a:cubicBezTo>
                <a:cubicBezTo>
                  <a:pt x="26" y="61"/>
                  <a:pt x="26" y="61"/>
                  <a:pt x="26" y="62"/>
                </a:cubicBezTo>
                <a:cubicBezTo>
                  <a:pt x="29" y="64"/>
                  <a:pt x="34" y="64"/>
                  <a:pt x="37" y="64"/>
                </a:cubicBezTo>
                <a:cubicBezTo>
                  <a:pt x="41" y="63"/>
                  <a:pt x="43" y="61"/>
                  <a:pt x="44" y="61"/>
                </a:cubicBezTo>
                <a:cubicBezTo>
                  <a:pt x="44" y="61"/>
                  <a:pt x="44" y="60"/>
                  <a:pt x="44" y="60"/>
                </a:cubicBezTo>
                <a:cubicBezTo>
                  <a:pt x="44" y="60"/>
                  <a:pt x="44" y="59"/>
                  <a:pt x="43" y="60"/>
                </a:cubicBezTo>
                <a:close/>
                <a:moveTo>
                  <a:pt x="41" y="53"/>
                </a:moveTo>
                <a:cubicBezTo>
                  <a:pt x="40" y="53"/>
                  <a:pt x="39" y="53"/>
                  <a:pt x="38" y="53"/>
                </a:cubicBezTo>
                <a:cubicBezTo>
                  <a:pt x="37" y="53"/>
                  <a:pt x="37" y="53"/>
                  <a:pt x="36" y="53"/>
                </a:cubicBezTo>
                <a:cubicBezTo>
                  <a:pt x="34" y="53"/>
                  <a:pt x="33" y="55"/>
                  <a:pt x="33" y="55"/>
                </a:cubicBezTo>
                <a:cubicBezTo>
                  <a:pt x="32" y="56"/>
                  <a:pt x="32" y="56"/>
                  <a:pt x="32" y="57"/>
                </a:cubicBezTo>
                <a:cubicBezTo>
                  <a:pt x="32" y="57"/>
                  <a:pt x="33" y="57"/>
                  <a:pt x="34" y="56"/>
                </a:cubicBezTo>
                <a:cubicBezTo>
                  <a:pt x="35" y="55"/>
                  <a:pt x="36" y="54"/>
                  <a:pt x="38" y="54"/>
                </a:cubicBezTo>
                <a:cubicBezTo>
                  <a:pt x="40" y="54"/>
                  <a:pt x="41" y="55"/>
                  <a:pt x="41" y="56"/>
                </a:cubicBezTo>
                <a:cubicBezTo>
                  <a:pt x="42" y="57"/>
                  <a:pt x="42" y="57"/>
                  <a:pt x="42" y="57"/>
                </a:cubicBezTo>
                <a:cubicBezTo>
                  <a:pt x="43" y="57"/>
                  <a:pt x="43" y="56"/>
                  <a:pt x="43" y="56"/>
                </a:cubicBezTo>
                <a:cubicBezTo>
                  <a:pt x="42" y="55"/>
                  <a:pt x="42" y="54"/>
                  <a:pt x="41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11"/>
          <p:cNvSpPr/>
          <p:nvPr/>
        </p:nvSpPr>
        <p:spPr>
          <a:xfrm>
            <a:off x="1066800" y="942975"/>
            <a:ext cx="47625" cy="180975"/>
          </a:xfrm>
          <a:custGeom>
            <a:rect b="b" l="l" r="r" t="t"/>
            <a:pathLst>
              <a:path extrusionOk="0" h="53" w="14">
                <a:moveTo>
                  <a:pt x="14" y="10"/>
                </a:moveTo>
                <a:cubicBezTo>
                  <a:pt x="14" y="12"/>
                  <a:pt x="13" y="14"/>
                  <a:pt x="11" y="1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4"/>
                  <a:pt x="0" y="12"/>
                  <a:pt x="0" y="1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3" y="0"/>
                  <a:pt x="14" y="1"/>
                  <a:pt x="14" y="3"/>
                </a:cubicBezTo>
                <a:lnTo>
                  <a:pt x="14" y="10"/>
                </a:lnTo>
                <a:close/>
                <a:moveTo>
                  <a:pt x="14" y="30"/>
                </a:moveTo>
                <a:cubicBezTo>
                  <a:pt x="14" y="32"/>
                  <a:pt x="13" y="34"/>
                  <a:pt x="11" y="34"/>
                </a:cubicBezTo>
                <a:cubicBezTo>
                  <a:pt x="3" y="34"/>
                  <a:pt x="3" y="34"/>
                  <a:pt x="3" y="34"/>
                </a:cubicBezTo>
                <a:cubicBezTo>
                  <a:pt x="1" y="34"/>
                  <a:pt x="0" y="32"/>
                  <a:pt x="0" y="30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3" y="19"/>
                  <a:pt x="14" y="21"/>
                  <a:pt x="14" y="23"/>
                </a:cubicBezTo>
                <a:lnTo>
                  <a:pt x="14" y="30"/>
                </a:lnTo>
                <a:close/>
                <a:moveTo>
                  <a:pt x="14" y="49"/>
                </a:moveTo>
                <a:cubicBezTo>
                  <a:pt x="14" y="51"/>
                  <a:pt x="13" y="53"/>
                  <a:pt x="11" y="53"/>
                </a:cubicBezTo>
                <a:cubicBezTo>
                  <a:pt x="3" y="53"/>
                  <a:pt x="3" y="53"/>
                  <a:pt x="3" y="53"/>
                </a:cubicBezTo>
                <a:cubicBezTo>
                  <a:pt x="1" y="53"/>
                  <a:pt x="0" y="51"/>
                  <a:pt x="0" y="49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0"/>
                  <a:pt x="1" y="38"/>
                  <a:pt x="3" y="38"/>
                </a:cubicBezTo>
                <a:cubicBezTo>
                  <a:pt x="11" y="38"/>
                  <a:pt x="11" y="38"/>
                  <a:pt x="11" y="38"/>
                </a:cubicBezTo>
                <a:cubicBezTo>
                  <a:pt x="13" y="38"/>
                  <a:pt x="14" y="40"/>
                  <a:pt x="14" y="42"/>
                </a:cubicBezTo>
                <a:lnTo>
                  <a:pt x="14" y="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11"/>
          <p:cNvSpPr/>
          <p:nvPr/>
        </p:nvSpPr>
        <p:spPr>
          <a:xfrm>
            <a:off x="1482725" y="931863"/>
            <a:ext cx="200025" cy="198437"/>
          </a:xfrm>
          <a:custGeom>
            <a:rect b="b" l="l" r="r" t="t"/>
            <a:pathLst>
              <a:path extrusionOk="0" h="58" w="58">
                <a:moveTo>
                  <a:pt x="58" y="10"/>
                </a:moveTo>
                <a:cubicBezTo>
                  <a:pt x="58" y="47"/>
                  <a:pt x="58" y="47"/>
                  <a:pt x="58" y="47"/>
                </a:cubicBez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close/>
                <a:moveTo>
                  <a:pt x="45" y="14"/>
                </a:moveTo>
                <a:cubicBezTo>
                  <a:pt x="13" y="14"/>
                  <a:pt x="13" y="14"/>
                  <a:pt x="13" y="14"/>
                </a:cubicBezTo>
                <a:cubicBezTo>
                  <a:pt x="11" y="14"/>
                  <a:pt x="9" y="16"/>
                  <a:pt x="9" y="18"/>
                </a:cubicBezTo>
                <a:cubicBezTo>
                  <a:pt x="9" y="20"/>
                  <a:pt x="12" y="22"/>
                  <a:pt x="13" y="23"/>
                </a:cubicBezTo>
                <a:cubicBezTo>
                  <a:pt x="17" y="25"/>
                  <a:pt x="20" y="27"/>
                  <a:pt x="23" y="30"/>
                </a:cubicBezTo>
                <a:cubicBezTo>
                  <a:pt x="25" y="31"/>
                  <a:pt x="27" y="32"/>
                  <a:pt x="29" y="32"/>
                </a:cubicBezTo>
                <a:cubicBezTo>
                  <a:pt x="31" y="32"/>
                  <a:pt x="33" y="31"/>
                  <a:pt x="34" y="30"/>
                </a:cubicBezTo>
                <a:cubicBezTo>
                  <a:pt x="38" y="27"/>
                  <a:pt x="41" y="25"/>
                  <a:pt x="45" y="23"/>
                </a:cubicBezTo>
                <a:cubicBezTo>
                  <a:pt x="46" y="22"/>
                  <a:pt x="48" y="20"/>
                  <a:pt x="48" y="18"/>
                </a:cubicBezTo>
                <a:cubicBezTo>
                  <a:pt x="48" y="16"/>
                  <a:pt x="47" y="14"/>
                  <a:pt x="45" y="14"/>
                </a:cubicBezTo>
                <a:close/>
                <a:moveTo>
                  <a:pt x="48" y="23"/>
                </a:moveTo>
                <a:cubicBezTo>
                  <a:pt x="48" y="24"/>
                  <a:pt x="47" y="25"/>
                  <a:pt x="46" y="25"/>
                </a:cubicBezTo>
                <a:cubicBezTo>
                  <a:pt x="42" y="28"/>
                  <a:pt x="39" y="30"/>
                  <a:pt x="35" y="32"/>
                </a:cubicBezTo>
                <a:cubicBezTo>
                  <a:pt x="33" y="33"/>
                  <a:pt x="31" y="35"/>
                  <a:pt x="29" y="35"/>
                </a:cubicBezTo>
                <a:cubicBezTo>
                  <a:pt x="27" y="35"/>
                  <a:pt x="24" y="33"/>
                  <a:pt x="23" y="32"/>
                </a:cubicBezTo>
                <a:cubicBezTo>
                  <a:pt x="19" y="30"/>
                  <a:pt x="15" y="28"/>
                  <a:pt x="12" y="25"/>
                </a:cubicBezTo>
                <a:cubicBezTo>
                  <a:pt x="11" y="25"/>
                  <a:pt x="10" y="24"/>
                  <a:pt x="9" y="23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42"/>
                  <a:pt x="11" y="43"/>
                  <a:pt x="13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7" y="43"/>
                  <a:pt x="48" y="42"/>
                  <a:pt x="48" y="40"/>
                </a:cubicBezTo>
                <a:lnTo>
                  <a:pt x="48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11"/>
          <p:cNvSpPr/>
          <p:nvPr/>
        </p:nvSpPr>
        <p:spPr>
          <a:xfrm>
            <a:off x="1976438" y="952500"/>
            <a:ext cx="233362" cy="174625"/>
          </a:xfrm>
          <a:custGeom>
            <a:rect b="b" l="l" r="r" t="t"/>
            <a:pathLst>
              <a:path extrusionOk="0" h="51" w="68">
                <a:moveTo>
                  <a:pt x="68" y="14"/>
                </a:moveTo>
                <a:cubicBezTo>
                  <a:pt x="56" y="26"/>
                  <a:pt x="56" y="26"/>
                  <a:pt x="56" y="26"/>
                </a:cubicBezTo>
                <a:cubicBezTo>
                  <a:pt x="56" y="26"/>
                  <a:pt x="55" y="26"/>
                  <a:pt x="55" y="26"/>
                </a:cubicBezTo>
                <a:cubicBezTo>
                  <a:pt x="54" y="26"/>
                  <a:pt x="54" y="26"/>
                  <a:pt x="54" y="25"/>
                </a:cubicBezTo>
                <a:cubicBezTo>
                  <a:pt x="54" y="18"/>
                  <a:pt x="54" y="18"/>
                  <a:pt x="54" y="18"/>
                </a:cubicBezTo>
                <a:cubicBezTo>
                  <a:pt x="2" y="18"/>
                  <a:pt x="2" y="18"/>
                  <a:pt x="2" y="18"/>
                </a:cubicBezTo>
                <a:cubicBezTo>
                  <a:pt x="1" y="18"/>
                  <a:pt x="0" y="17"/>
                  <a:pt x="0" y="17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1"/>
                  <a:pt x="54" y="1"/>
                  <a:pt x="54" y="1"/>
                </a:cubicBezTo>
                <a:cubicBezTo>
                  <a:pt x="54" y="0"/>
                  <a:pt x="54" y="0"/>
                  <a:pt x="55" y="0"/>
                </a:cubicBezTo>
                <a:cubicBezTo>
                  <a:pt x="55" y="0"/>
                  <a:pt x="56" y="0"/>
                  <a:pt x="56" y="0"/>
                </a:cubicBezTo>
                <a:cubicBezTo>
                  <a:pt x="68" y="12"/>
                  <a:pt x="68" y="12"/>
                  <a:pt x="68" y="12"/>
                </a:cubicBezTo>
                <a:cubicBezTo>
                  <a:pt x="68" y="12"/>
                  <a:pt x="68" y="13"/>
                  <a:pt x="68" y="13"/>
                </a:cubicBezTo>
                <a:cubicBezTo>
                  <a:pt x="68" y="13"/>
                  <a:pt x="68" y="14"/>
                  <a:pt x="68" y="14"/>
                </a:cubicBezTo>
                <a:close/>
                <a:moveTo>
                  <a:pt x="68" y="41"/>
                </a:moveTo>
                <a:cubicBezTo>
                  <a:pt x="68" y="42"/>
                  <a:pt x="68" y="42"/>
                  <a:pt x="67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50"/>
                  <a:pt x="14" y="51"/>
                  <a:pt x="14" y="51"/>
                </a:cubicBezTo>
                <a:cubicBezTo>
                  <a:pt x="13" y="51"/>
                  <a:pt x="13" y="50"/>
                  <a:pt x="13" y="50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8"/>
                  <a:pt x="0" y="37"/>
                </a:cubicBezTo>
                <a:cubicBezTo>
                  <a:pt x="0" y="37"/>
                  <a:pt x="1" y="37"/>
                  <a:pt x="1" y="36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4"/>
                  <a:pt x="13" y="24"/>
                  <a:pt x="14" y="24"/>
                </a:cubicBezTo>
                <a:cubicBezTo>
                  <a:pt x="14" y="24"/>
                  <a:pt x="15" y="24"/>
                  <a:pt x="15" y="25"/>
                </a:cubicBezTo>
                <a:cubicBezTo>
                  <a:pt x="15" y="32"/>
                  <a:pt x="15" y="32"/>
                  <a:pt x="15" y="32"/>
                </a:cubicBezTo>
                <a:cubicBezTo>
                  <a:pt x="67" y="32"/>
                  <a:pt x="67" y="32"/>
                  <a:pt x="67" y="32"/>
                </a:cubicBezTo>
                <a:cubicBezTo>
                  <a:pt x="68" y="32"/>
                  <a:pt x="68" y="33"/>
                  <a:pt x="68" y="34"/>
                </a:cubicBezTo>
                <a:lnTo>
                  <a:pt x="68" y="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1"/>
          <p:cNvSpPr/>
          <p:nvPr/>
        </p:nvSpPr>
        <p:spPr>
          <a:xfrm>
            <a:off x="2471738" y="931863"/>
            <a:ext cx="201612" cy="198437"/>
          </a:xfrm>
          <a:custGeom>
            <a:rect b="b" l="l" r="r" t="t"/>
            <a:pathLst>
              <a:path extrusionOk="0" h="58" w="59">
                <a:moveTo>
                  <a:pt x="29" y="36"/>
                </a:moveTo>
                <a:cubicBezTo>
                  <a:pt x="16" y="48"/>
                  <a:pt x="16" y="48"/>
                  <a:pt x="16" y="48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4"/>
                  <a:pt x="22" y="55"/>
                  <a:pt x="22" y="55"/>
                </a:cubicBezTo>
                <a:cubicBezTo>
                  <a:pt x="22" y="57"/>
                  <a:pt x="21" y="58"/>
                  <a:pt x="20" y="58"/>
                </a:cubicBezTo>
                <a:cubicBezTo>
                  <a:pt x="3" y="58"/>
                  <a:pt x="3" y="58"/>
                  <a:pt x="3" y="58"/>
                </a:cubicBezTo>
                <a:cubicBezTo>
                  <a:pt x="2" y="58"/>
                  <a:pt x="0" y="57"/>
                  <a:pt x="0" y="55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7"/>
                  <a:pt x="2" y="36"/>
                  <a:pt x="3" y="36"/>
                </a:cubicBezTo>
                <a:cubicBezTo>
                  <a:pt x="4" y="36"/>
                  <a:pt x="4" y="36"/>
                  <a:pt x="5" y="37"/>
                </a:cubicBezTo>
                <a:cubicBezTo>
                  <a:pt x="10" y="42"/>
                  <a:pt x="10" y="42"/>
                  <a:pt x="10" y="42"/>
                </a:cubicBezTo>
                <a:cubicBezTo>
                  <a:pt x="23" y="30"/>
                  <a:pt x="23" y="30"/>
                  <a:pt x="23" y="30"/>
                </a:cubicBezTo>
                <a:cubicBezTo>
                  <a:pt x="23" y="29"/>
                  <a:pt x="23" y="29"/>
                  <a:pt x="24" y="29"/>
                </a:cubicBezTo>
                <a:cubicBezTo>
                  <a:pt x="24" y="29"/>
                  <a:pt x="24" y="29"/>
                  <a:pt x="24" y="30"/>
                </a:cubicBezTo>
                <a:cubicBezTo>
                  <a:pt x="29" y="34"/>
                  <a:pt x="29" y="34"/>
                  <a:pt x="29" y="34"/>
                </a:cubicBezTo>
                <a:cubicBezTo>
                  <a:pt x="29" y="34"/>
                  <a:pt x="29" y="34"/>
                  <a:pt x="29" y="35"/>
                </a:cubicBezTo>
                <a:cubicBezTo>
                  <a:pt x="29" y="35"/>
                  <a:pt x="29" y="35"/>
                  <a:pt x="29" y="36"/>
                </a:cubicBezTo>
                <a:close/>
                <a:moveTo>
                  <a:pt x="59" y="19"/>
                </a:moveTo>
                <a:cubicBezTo>
                  <a:pt x="59" y="20"/>
                  <a:pt x="58" y="21"/>
                  <a:pt x="56" y="21"/>
                </a:cubicBezTo>
                <a:cubicBezTo>
                  <a:pt x="56" y="21"/>
                  <a:pt x="55" y="21"/>
                  <a:pt x="55" y="21"/>
                </a:cubicBezTo>
                <a:cubicBezTo>
                  <a:pt x="49" y="15"/>
                  <a:pt x="49" y="15"/>
                  <a:pt x="49" y="15"/>
                </a:cubicBezTo>
                <a:cubicBezTo>
                  <a:pt x="37" y="28"/>
                  <a:pt x="37" y="28"/>
                  <a:pt x="37" y="28"/>
                </a:cubicBezTo>
                <a:cubicBezTo>
                  <a:pt x="36" y="28"/>
                  <a:pt x="36" y="28"/>
                  <a:pt x="36" y="28"/>
                </a:cubicBezTo>
                <a:cubicBezTo>
                  <a:pt x="35" y="28"/>
                  <a:pt x="35" y="28"/>
                  <a:pt x="35" y="28"/>
                </a:cubicBezTo>
                <a:cubicBezTo>
                  <a:pt x="30" y="24"/>
                  <a:pt x="30" y="24"/>
                  <a:pt x="30" y="24"/>
                </a:cubicBezTo>
                <a:cubicBezTo>
                  <a:pt x="30" y="23"/>
                  <a:pt x="30" y="23"/>
                  <a:pt x="30" y="23"/>
                </a:cubicBezTo>
                <a:cubicBezTo>
                  <a:pt x="30" y="22"/>
                  <a:pt x="30" y="22"/>
                  <a:pt x="30" y="22"/>
                </a:cubicBezTo>
                <a:cubicBezTo>
                  <a:pt x="43" y="9"/>
                  <a:pt x="43" y="9"/>
                  <a:pt x="43" y="9"/>
                </a:cubicBezTo>
                <a:cubicBezTo>
                  <a:pt x="38" y="4"/>
                  <a:pt x="38" y="4"/>
                  <a:pt x="38" y="4"/>
                </a:cubicBezTo>
                <a:cubicBezTo>
                  <a:pt x="37" y="3"/>
                  <a:pt x="37" y="3"/>
                  <a:pt x="37" y="2"/>
                </a:cubicBezTo>
                <a:cubicBezTo>
                  <a:pt x="37" y="1"/>
                  <a:pt x="38" y="0"/>
                  <a:pt x="39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lnTo>
                  <a:pt x="5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11"/>
          <p:cNvSpPr/>
          <p:nvPr/>
        </p:nvSpPr>
        <p:spPr>
          <a:xfrm>
            <a:off x="2965450" y="952500"/>
            <a:ext cx="233363" cy="174625"/>
          </a:xfrm>
          <a:custGeom>
            <a:rect b="b" l="l" r="r" t="t"/>
            <a:pathLst>
              <a:path extrusionOk="0" h="51" w="68">
                <a:moveTo>
                  <a:pt x="50" y="4"/>
                </a:moveTo>
                <a:cubicBezTo>
                  <a:pt x="42" y="18"/>
                  <a:pt x="34" y="32"/>
                  <a:pt x="26" y="47"/>
                </a:cubicBezTo>
                <a:cubicBezTo>
                  <a:pt x="24" y="50"/>
                  <a:pt x="24" y="50"/>
                  <a:pt x="24" y="50"/>
                </a:cubicBezTo>
                <a:cubicBezTo>
                  <a:pt x="24" y="50"/>
                  <a:pt x="24" y="51"/>
                  <a:pt x="23" y="51"/>
                </a:cubicBezTo>
                <a:cubicBezTo>
                  <a:pt x="22" y="51"/>
                  <a:pt x="19" y="48"/>
                  <a:pt x="18" y="48"/>
                </a:cubicBezTo>
                <a:cubicBezTo>
                  <a:pt x="18" y="48"/>
                  <a:pt x="17" y="47"/>
                  <a:pt x="17" y="47"/>
                </a:cubicBezTo>
                <a:cubicBezTo>
                  <a:pt x="17" y="46"/>
                  <a:pt x="19" y="44"/>
                  <a:pt x="19" y="44"/>
                </a:cubicBezTo>
                <a:cubicBezTo>
                  <a:pt x="12" y="40"/>
                  <a:pt x="6" y="35"/>
                  <a:pt x="1" y="28"/>
                </a:cubicBezTo>
                <a:cubicBezTo>
                  <a:pt x="1" y="27"/>
                  <a:pt x="0" y="26"/>
                  <a:pt x="0" y="25"/>
                </a:cubicBezTo>
                <a:cubicBezTo>
                  <a:pt x="0" y="24"/>
                  <a:pt x="1" y="23"/>
                  <a:pt x="1" y="23"/>
                </a:cubicBezTo>
                <a:cubicBezTo>
                  <a:pt x="9" y="11"/>
                  <a:pt x="20" y="3"/>
                  <a:pt x="34" y="3"/>
                </a:cubicBezTo>
                <a:cubicBezTo>
                  <a:pt x="37" y="3"/>
                  <a:pt x="39" y="3"/>
                  <a:pt x="41" y="4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9" y="2"/>
                  <a:pt x="49" y="2"/>
                </a:cubicBezTo>
                <a:cubicBezTo>
                  <a:pt x="50" y="3"/>
                  <a:pt x="50" y="3"/>
                  <a:pt x="50" y="3"/>
                </a:cubicBezTo>
                <a:cubicBezTo>
                  <a:pt x="50" y="3"/>
                  <a:pt x="50" y="4"/>
                  <a:pt x="50" y="4"/>
                </a:cubicBezTo>
                <a:close/>
                <a:moveTo>
                  <a:pt x="24" y="34"/>
                </a:moveTo>
                <a:cubicBezTo>
                  <a:pt x="20" y="31"/>
                  <a:pt x="17" y="26"/>
                  <a:pt x="17" y="20"/>
                </a:cubicBezTo>
                <a:cubicBezTo>
                  <a:pt x="17" y="17"/>
                  <a:pt x="18" y="14"/>
                  <a:pt x="20" y="12"/>
                </a:cubicBezTo>
                <a:cubicBezTo>
                  <a:pt x="14" y="15"/>
                  <a:pt x="9" y="20"/>
                  <a:pt x="5" y="25"/>
                </a:cubicBezTo>
                <a:cubicBezTo>
                  <a:pt x="9" y="31"/>
                  <a:pt x="15" y="36"/>
                  <a:pt x="22" y="39"/>
                </a:cubicBezTo>
                <a:lnTo>
                  <a:pt x="24" y="34"/>
                </a:lnTo>
                <a:close/>
                <a:moveTo>
                  <a:pt x="34" y="9"/>
                </a:moveTo>
                <a:cubicBezTo>
                  <a:pt x="28" y="9"/>
                  <a:pt x="23" y="14"/>
                  <a:pt x="23" y="20"/>
                </a:cubicBezTo>
                <a:cubicBezTo>
                  <a:pt x="23" y="21"/>
                  <a:pt x="24" y="22"/>
                  <a:pt x="25" y="22"/>
                </a:cubicBezTo>
                <a:cubicBezTo>
                  <a:pt x="26" y="22"/>
                  <a:pt x="27" y="21"/>
                  <a:pt x="27" y="20"/>
                </a:cubicBezTo>
                <a:cubicBezTo>
                  <a:pt x="27" y="16"/>
                  <a:pt x="30" y="12"/>
                  <a:pt x="34" y="12"/>
                </a:cubicBezTo>
                <a:cubicBezTo>
                  <a:pt x="35" y="12"/>
                  <a:pt x="36" y="12"/>
                  <a:pt x="36" y="11"/>
                </a:cubicBezTo>
                <a:cubicBezTo>
                  <a:pt x="36" y="10"/>
                  <a:pt x="35" y="9"/>
                  <a:pt x="34" y="9"/>
                </a:cubicBezTo>
                <a:close/>
                <a:moveTo>
                  <a:pt x="68" y="28"/>
                </a:moveTo>
                <a:cubicBezTo>
                  <a:pt x="67" y="30"/>
                  <a:pt x="65" y="32"/>
                  <a:pt x="64" y="33"/>
                </a:cubicBezTo>
                <a:cubicBezTo>
                  <a:pt x="56" y="42"/>
                  <a:pt x="46" y="47"/>
                  <a:pt x="34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8" y="41"/>
                  <a:pt x="58" y="34"/>
                  <a:pt x="64" y="25"/>
                </a:cubicBezTo>
                <a:cubicBezTo>
                  <a:pt x="61" y="21"/>
                  <a:pt x="57" y="17"/>
                  <a:pt x="53" y="14"/>
                </a:cubicBezTo>
                <a:cubicBezTo>
                  <a:pt x="55" y="10"/>
                  <a:pt x="55" y="10"/>
                  <a:pt x="55" y="10"/>
                </a:cubicBezTo>
                <a:cubicBezTo>
                  <a:pt x="60" y="13"/>
                  <a:pt x="65" y="18"/>
                  <a:pt x="68" y="23"/>
                </a:cubicBezTo>
                <a:cubicBezTo>
                  <a:pt x="68" y="23"/>
                  <a:pt x="68" y="24"/>
                  <a:pt x="68" y="25"/>
                </a:cubicBezTo>
                <a:cubicBezTo>
                  <a:pt x="68" y="26"/>
                  <a:pt x="68" y="27"/>
                  <a:pt x="68" y="28"/>
                </a:cubicBezTo>
                <a:close/>
                <a:moveTo>
                  <a:pt x="41" y="36"/>
                </a:moveTo>
                <a:cubicBezTo>
                  <a:pt x="51" y="17"/>
                  <a:pt x="51" y="17"/>
                  <a:pt x="51" y="17"/>
                </a:cubicBezTo>
                <a:cubicBezTo>
                  <a:pt x="51" y="18"/>
                  <a:pt x="51" y="19"/>
                  <a:pt x="51" y="20"/>
                </a:cubicBezTo>
                <a:cubicBezTo>
                  <a:pt x="51" y="27"/>
                  <a:pt x="47" y="34"/>
                  <a:pt x="41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11"/>
          <p:cNvSpPr/>
          <p:nvPr/>
        </p:nvSpPr>
        <p:spPr>
          <a:xfrm>
            <a:off x="3460750" y="928688"/>
            <a:ext cx="233363" cy="201612"/>
          </a:xfrm>
          <a:custGeom>
            <a:rect b="b" l="l" r="r" t="t"/>
            <a:pathLst>
              <a:path extrusionOk="0" h="59" w="68">
                <a:moveTo>
                  <a:pt x="68" y="2"/>
                </a:moveTo>
                <a:cubicBezTo>
                  <a:pt x="68" y="58"/>
                  <a:pt x="68" y="58"/>
                  <a:pt x="68" y="58"/>
                </a:cubicBezTo>
                <a:cubicBezTo>
                  <a:pt x="68" y="59"/>
                  <a:pt x="68" y="59"/>
                  <a:pt x="67" y="58"/>
                </a:cubicBezTo>
                <a:cubicBezTo>
                  <a:pt x="40" y="31"/>
                  <a:pt x="40" y="31"/>
                  <a:pt x="40" y="31"/>
                </a:cubicBezTo>
                <a:cubicBezTo>
                  <a:pt x="40" y="31"/>
                  <a:pt x="39" y="31"/>
                  <a:pt x="39" y="31"/>
                </a:cubicBezTo>
                <a:cubicBezTo>
                  <a:pt x="39" y="58"/>
                  <a:pt x="39" y="58"/>
                  <a:pt x="39" y="58"/>
                </a:cubicBezTo>
                <a:cubicBezTo>
                  <a:pt x="39" y="59"/>
                  <a:pt x="39" y="59"/>
                  <a:pt x="38" y="58"/>
                </a:cubicBezTo>
                <a:cubicBezTo>
                  <a:pt x="11" y="31"/>
                  <a:pt x="11" y="31"/>
                  <a:pt x="11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8"/>
                  <a:pt x="9" y="59"/>
                  <a:pt x="8" y="59"/>
                </a:cubicBezTo>
                <a:cubicBezTo>
                  <a:pt x="3" y="59"/>
                  <a:pt x="3" y="59"/>
                  <a:pt x="3" y="59"/>
                </a:cubicBezTo>
                <a:cubicBezTo>
                  <a:pt x="2" y="59"/>
                  <a:pt x="0" y="58"/>
                  <a:pt x="0" y="56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1"/>
                  <a:pt x="3" y="1"/>
                </a:cubicBezTo>
                <a:cubicBezTo>
                  <a:pt x="8" y="1"/>
                  <a:pt x="8" y="1"/>
                  <a:pt x="8" y="1"/>
                </a:cubicBezTo>
                <a:cubicBezTo>
                  <a:pt x="9" y="1"/>
                  <a:pt x="10" y="2"/>
                  <a:pt x="10" y="3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8"/>
                  <a:pt x="10" y="28"/>
                  <a:pt x="11" y="28"/>
                </a:cubicBezTo>
                <a:cubicBezTo>
                  <a:pt x="38" y="1"/>
                  <a:pt x="38" y="1"/>
                  <a:pt x="38" y="1"/>
                </a:cubicBezTo>
                <a:cubicBezTo>
                  <a:pt x="39" y="0"/>
                  <a:pt x="39" y="0"/>
                  <a:pt x="39" y="2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8"/>
                  <a:pt x="40" y="28"/>
                  <a:pt x="40" y="28"/>
                </a:cubicBezTo>
                <a:cubicBezTo>
                  <a:pt x="67" y="1"/>
                  <a:pt x="67" y="1"/>
                  <a:pt x="67" y="1"/>
                </a:cubicBezTo>
                <a:cubicBezTo>
                  <a:pt x="68" y="0"/>
                  <a:pt x="68" y="0"/>
                  <a:pt x="68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11"/>
          <p:cNvSpPr/>
          <p:nvPr/>
        </p:nvSpPr>
        <p:spPr>
          <a:xfrm>
            <a:off x="3954463" y="962025"/>
            <a:ext cx="250825" cy="150813"/>
          </a:xfrm>
          <a:custGeom>
            <a:rect b="b" l="l" r="r" t="t"/>
            <a:pathLst>
              <a:path extrusionOk="0" h="44" w="73">
                <a:moveTo>
                  <a:pt x="62" y="26"/>
                </a:moveTo>
                <a:cubicBezTo>
                  <a:pt x="49" y="27"/>
                  <a:pt x="49" y="27"/>
                  <a:pt x="49" y="27"/>
                </a:cubicBezTo>
                <a:cubicBezTo>
                  <a:pt x="41" y="29"/>
                  <a:pt x="41" y="29"/>
                  <a:pt x="41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27" y="43"/>
                  <a:pt x="27" y="43"/>
                  <a:pt x="27" y="43"/>
                </a:cubicBezTo>
                <a:cubicBezTo>
                  <a:pt x="30" y="43"/>
                  <a:pt x="30" y="43"/>
                  <a:pt x="30" y="43"/>
                </a:cubicBezTo>
                <a:cubicBezTo>
                  <a:pt x="31" y="43"/>
                  <a:pt x="32" y="43"/>
                  <a:pt x="32" y="43"/>
                </a:cubicBezTo>
                <a:cubicBezTo>
                  <a:pt x="32" y="44"/>
                  <a:pt x="31" y="44"/>
                  <a:pt x="30" y="44"/>
                </a:cubicBezTo>
                <a:cubicBezTo>
                  <a:pt x="26" y="44"/>
                  <a:pt x="26" y="44"/>
                  <a:pt x="26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17" y="43"/>
                  <a:pt x="17" y="43"/>
                  <a:pt x="17" y="43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27"/>
                  <a:pt x="20" y="27"/>
                  <a:pt x="20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7" y="35"/>
                  <a:pt x="7" y="35"/>
                  <a:pt x="7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2" y="34"/>
                  <a:pt x="2" y="34"/>
                  <a:pt x="2" y="34"/>
                </a:cubicBezTo>
                <a:cubicBezTo>
                  <a:pt x="2" y="27"/>
                  <a:pt x="2" y="27"/>
                  <a:pt x="2" y="27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6"/>
                  <a:pt x="3" y="26"/>
                  <a:pt x="3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8" y="25"/>
                  <a:pt x="8" y="25"/>
                  <a:pt x="8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18"/>
                  <a:pt x="8" y="18"/>
                  <a:pt x="8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3" y="17"/>
                  <a:pt x="3" y="17"/>
                  <a:pt x="3" y="17"/>
                </a:cubicBezTo>
                <a:cubicBezTo>
                  <a:pt x="2" y="17"/>
                  <a:pt x="2" y="17"/>
                  <a:pt x="2" y="17"/>
                </a:cubicBezTo>
                <a:cubicBezTo>
                  <a:pt x="2" y="10"/>
                  <a:pt x="2" y="10"/>
                  <a:pt x="2" y="10"/>
                </a:cubicBezTo>
                <a:cubicBezTo>
                  <a:pt x="3" y="9"/>
                  <a:pt x="3" y="9"/>
                  <a:pt x="3" y="9"/>
                </a:cubicBezTo>
                <a:cubicBezTo>
                  <a:pt x="7" y="9"/>
                  <a:pt x="7" y="9"/>
                  <a:pt x="7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0" y="17"/>
                  <a:pt x="20" y="17"/>
                  <a:pt x="20" y="17"/>
                </a:cubicBezTo>
                <a:cubicBezTo>
                  <a:pt x="20" y="1"/>
                  <a:pt x="20" y="1"/>
                  <a:pt x="20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0"/>
                  <a:pt x="17" y="0"/>
                  <a:pt x="1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1" y="0"/>
                  <a:pt x="32" y="1"/>
                  <a:pt x="32" y="1"/>
                </a:cubicBezTo>
                <a:cubicBezTo>
                  <a:pt x="32" y="1"/>
                  <a:pt x="31" y="1"/>
                  <a:pt x="30" y="1"/>
                </a:cubicBezTo>
                <a:cubicBezTo>
                  <a:pt x="27" y="1"/>
                  <a:pt x="27" y="1"/>
                  <a:pt x="27" y="1"/>
                </a:cubicBezTo>
                <a:cubicBezTo>
                  <a:pt x="38" y="15"/>
                  <a:pt x="38" y="15"/>
                  <a:pt x="38" y="15"/>
                </a:cubicBezTo>
                <a:cubicBezTo>
                  <a:pt x="41" y="15"/>
                  <a:pt x="41" y="15"/>
                  <a:pt x="41" y="15"/>
                </a:cubicBezTo>
                <a:cubicBezTo>
                  <a:pt x="49" y="17"/>
                  <a:pt x="49" y="17"/>
                  <a:pt x="49" y="17"/>
                </a:cubicBezTo>
                <a:cubicBezTo>
                  <a:pt x="62" y="18"/>
                  <a:pt x="62" y="18"/>
                  <a:pt x="62" y="18"/>
                </a:cubicBezTo>
                <a:cubicBezTo>
                  <a:pt x="73" y="21"/>
                  <a:pt x="73" y="22"/>
                  <a:pt x="73" y="22"/>
                </a:cubicBezTo>
                <a:cubicBezTo>
                  <a:pt x="73" y="22"/>
                  <a:pt x="73" y="23"/>
                  <a:pt x="62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11"/>
          <p:cNvSpPr/>
          <p:nvPr/>
        </p:nvSpPr>
        <p:spPr>
          <a:xfrm>
            <a:off x="4448175" y="914400"/>
            <a:ext cx="200025" cy="233363"/>
          </a:xfrm>
          <a:custGeom>
            <a:rect b="b" l="l" r="r" t="t"/>
            <a:pathLst>
              <a:path extrusionOk="0" h="68" w="5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20" y="29"/>
                </a:moveTo>
                <a:cubicBezTo>
                  <a:pt x="22" y="30"/>
                  <a:pt x="22" y="30"/>
                  <a:pt x="22" y="30"/>
                </a:cubicBezTo>
                <a:cubicBezTo>
                  <a:pt x="22" y="30"/>
                  <a:pt x="22" y="31"/>
                  <a:pt x="22" y="32"/>
                </a:cubicBezTo>
                <a:cubicBezTo>
                  <a:pt x="15" y="41"/>
                  <a:pt x="15" y="41"/>
                  <a:pt x="15" y="41"/>
                </a:cubicBezTo>
                <a:cubicBezTo>
                  <a:pt x="22" y="50"/>
                  <a:pt x="22" y="50"/>
                  <a:pt x="22" y="50"/>
                </a:cubicBezTo>
                <a:cubicBezTo>
                  <a:pt x="22" y="51"/>
                  <a:pt x="22" y="52"/>
                  <a:pt x="22" y="52"/>
                </a:cubicBezTo>
                <a:cubicBezTo>
                  <a:pt x="20" y="53"/>
                  <a:pt x="20" y="53"/>
                  <a:pt x="20" y="53"/>
                </a:cubicBezTo>
                <a:cubicBezTo>
                  <a:pt x="19" y="54"/>
                  <a:pt x="18" y="54"/>
                  <a:pt x="18" y="53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41"/>
                  <a:pt x="9" y="41"/>
                  <a:pt x="9" y="40"/>
                </a:cubicBezTo>
                <a:cubicBezTo>
                  <a:pt x="18" y="29"/>
                  <a:pt x="18" y="29"/>
                  <a:pt x="18" y="29"/>
                </a:cubicBezTo>
                <a:cubicBezTo>
                  <a:pt x="18" y="28"/>
                  <a:pt x="19" y="28"/>
                  <a:pt x="20" y="29"/>
                </a:cubicBezTo>
                <a:close/>
                <a:moveTo>
                  <a:pt x="24" y="56"/>
                </a:moveTo>
                <a:cubicBezTo>
                  <a:pt x="29" y="25"/>
                  <a:pt x="29" y="25"/>
                  <a:pt x="29" y="25"/>
                </a:cubicBezTo>
                <a:cubicBezTo>
                  <a:pt x="29" y="24"/>
                  <a:pt x="30" y="24"/>
                  <a:pt x="31" y="24"/>
                </a:cubicBezTo>
                <a:cubicBezTo>
                  <a:pt x="33" y="24"/>
                  <a:pt x="33" y="24"/>
                  <a:pt x="33" y="24"/>
                </a:cubicBezTo>
                <a:cubicBezTo>
                  <a:pt x="34" y="24"/>
                  <a:pt x="34" y="25"/>
                  <a:pt x="34" y="26"/>
                </a:cubicBezTo>
                <a:cubicBezTo>
                  <a:pt x="29" y="57"/>
                  <a:pt x="29" y="57"/>
                  <a:pt x="29" y="57"/>
                </a:cubicBezTo>
                <a:cubicBezTo>
                  <a:pt x="29" y="58"/>
                  <a:pt x="28" y="58"/>
                  <a:pt x="27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4" y="57"/>
                  <a:pt x="24" y="56"/>
                </a:cubicBezTo>
                <a:close/>
                <a:moveTo>
                  <a:pt x="48" y="42"/>
                </a:moveTo>
                <a:cubicBezTo>
                  <a:pt x="40" y="53"/>
                  <a:pt x="40" y="53"/>
                  <a:pt x="40" y="53"/>
                </a:cubicBezTo>
                <a:cubicBezTo>
                  <a:pt x="39" y="54"/>
                  <a:pt x="39" y="54"/>
                  <a:pt x="38" y="53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52"/>
                  <a:pt x="36" y="51"/>
                  <a:pt x="36" y="50"/>
                </a:cubicBezTo>
                <a:cubicBezTo>
                  <a:pt x="43" y="41"/>
                  <a:pt x="43" y="41"/>
                  <a:pt x="43" y="41"/>
                </a:cubicBezTo>
                <a:cubicBezTo>
                  <a:pt x="36" y="32"/>
                  <a:pt x="36" y="32"/>
                  <a:pt x="36" y="32"/>
                </a:cubicBezTo>
                <a:cubicBezTo>
                  <a:pt x="36" y="31"/>
                  <a:pt x="36" y="30"/>
                  <a:pt x="36" y="30"/>
                </a:cubicBezTo>
                <a:cubicBezTo>
                  <a:pt x="38" y="29"/>
                  <a:pt x="38" y="29"/>
                  <a:pt x="38" y="29"/>
                </a:cubicBezTo>
                <a:cubicBezTo>
                  <a:pt x="39" y="28"/>
                  <a:pt x="39" y="28"/>
                  <a:pt x="40" y="29"/>
                </a:cubicBezTo>
                <a:cubicBezTo>
                  <a:pt x="48" y="40"/>
                  <a:pt x="48" y="40"/>
                  <a:pt x="48" y="40"/>
                </a:cubicBezTo>
                <a:cubicBezTo>
                  <a:pt x="49" y="41"/>
                  <a:pt x="49" y="41"/>
                  <a:pt x="48" y="42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11"/>
          <p:cNvSpPr/>
          <p:nvPr/>
        </p:nvSpPr>
        <p:spPr>
          <a:xfrm>
            <a:off x="4943475" y="914400"/>
            <a:ext cx="201613" cy="233363"/>
          </a:xfrm>
          <a:custGeom>
            <a:rect b="b" l="l" r="r" t="t"/>
            <a:pathLst>
              <a:path extrusionOk="0" h="68" w="59">
                <a:moveTo>
                  <a:pt x="59" y="20"/>
                </a:moveTo>
                <a:cubicBezTo>
                  <a:pt x="59" y="64"/>
                  <a:pt x="59" y="64"/>
                  <a:pt x="59" y="64"/>
                </a:cubicBezTo>
                <a:cubicBezTo>
                  <a:pt x="59" y="66"/>
                  <a:pt x="57" y="68"/>
                  <a:pt x="55" y="68"/>
                </a:cubicBezTo>
                <a:cubicBezTo>
                  <a:pt x="4" y="68"/>
                  <a:pt x="4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4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3" y="1"/>
                  <a:pt x="44" y="2"/>
                </a:cubicBezTo>
                <a:cubicBezTo>
                  <a:pt x="56" y="14"/>
                  <a:pt x="56" y="14"/>
                  <a:pt x="56" y="14"/>
                </a:cubicBezTo>
                <a:cubicBezTo>
                  <a:pt x="58" y="16"/>
                  <a:pt x="59" y="18"/>
                  <a:pt x="59" y="20"/>
                </a:cubicBezTo>
                <a:close/>
                <a:moveTo>
                  <a:pt x="54" y="24"/>
                </a:moveTo>
                <a:cubicBezTo>
                  <a:pt x="38" y="24"/>
                  <a:pt x="38" y="24"/>
                  <a:pt x="38" y="24"/>
                </a:cubicBezTo>
                <a:cubicBezTo>
                  <a:pt x="36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4" y="63"/>
                  <a:pt x="54" y="63"/>
                  <a:pt x="54" y="63"/>
                </a:cubicBezTo>
                <a:lnTo>
                  <a:pt x="54" y="24"/>
                </a:lnTo>
                <a:close/>
                <a:moveTo>
                  <a:pt x="39" y="19"/>
                </a:moveTo>
                <a:cubicBezTo>
                  <a:pt x="54" y="19"/>
                  <a:pt x="54" y="19"/>
                  <a:pt x="54" y="19"/>
                </a:cubicBezTo>
                <a:cubicBezTo>
                  <a:pt x="53" y="18"/>
                  <a:pt x="53" y="18"/>
                  <a:pt x="53" y="18"/>
                </a:cubicBezTo>
                <a:cubicBezTo>
                  <a:pt x="41" y="6"/>
                  <a:pt x="41" y="6"/>
                  <a:pt x="41" y="6"/>
                </a:cubicBezTo>
                <a:cubicBezTo>
                  <a:pt x="41" y="5"/>
                  <a:pt x="40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11"/>
          <p:cNvSpPr/>
          <p:nvPr/>
        </p:nvSpPr>
        <p:spPr>
          <a:xfrm>
            <a:off x="5437188" y="914400"/>
            <a:ext cx="198437" cy="233363"/>
          </a:xfrm>
          <a:custGeom>
            <a:rect b="b" l="l" r="r" t="t"/>
            <a:pathLst>
              <a:path extrusionOk="0" h="68" w="5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16" y="58"/>
                </a:moveTo>
                <a:cubicBezTo>
                  <a:pt x="28" y="58"/>
                  <a:pt x="28" y="58"/>
                  <a:pt x="28" y="58"/>
                </a:cubicBezTo>
                <a:cubicBezTo>
                  <a:pt x="28" y="54"/>
                  <a:pt x="28" y="54"/>
                  <a:pt x="28" y="54"/>
                </a:cubicBezTo>
                <a:cubicBezTo>
                  <a:pt x="24" y="54"/>
                  <a:pt x="24" y="54"/>
                  <a:pt x="24" y="54"/>
                </a:cubicBezTo>
                <a:cubicBezTo>
                  <a:pt x="24" y="48"/>
                  <a:pt x="24" y="48"/>
                  <a:pt x="24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31" y="48"/>
                  <a:pt x="33" y="48"/>
                  <a:pt x="34" y="47"/>
                </a:cubicBezTo>
                <a:cubicBezTo>
                  <a:pt x="38" y="46"/>
                  <a:pt x="40" y="42"/>
                  <a:pt x="40" y="38"/>
                </a:cubicBezTo>
                <a:cubicBezTo>
                  <a:pt x="40" y="34"/>
                  <a:pt x="38" y="31"/>
                  <a:pt x="34" y="30"/>
                </a:cubicBezTo>
                <a:cubicBezTo>
                  <a:pt x="33" y="29"/>
                  <a:pt x="31" y="29"/>
                  <a:pt x="30" y="29"/>
                </a:cubicBezTo>
                <a:cubicBezTo>
                  <a:pt x="16" y="29"/>
                  <a:pt x="16" y="29"/>
                  <a:pt x="16" y="29"/>
                </a:cubicBezTo>
                <a:cubicBezTo>
                  <a:pt x="16" y="33"/>
                  <a:pt x="16" y="33"/>
                  <a:pt x="16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54"/>
                  <a:pt x="19" y="54"/>
                  <a:pt x="19" y="54"/>
                </a:cubicBezTo>
                <a:cubicBezTo>
                  <a:pt x="16" y="54"/>
                  <a:pt x="16" y="54"/>
                  <a:pt x="16" y="54"/>
                </a:cubicBezTo>
                <a:lnTo>
                  <a:pt x="16" y="58"/>
                </a:lnTo>
                <a:close/>
                <a:moveTo>
                  <a:pt x="24" y="43"/>
                </a:moveTo>
                <a:cubicBezTo>
                  <a:pt x="24" y="33"/>
                  <a:pt x="24" y="33"/>
                  <a:pt x="24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30" y="33"/>
                  <a:pt x="31" y="33"/>
                  <a:pt x="32" y="34"/>
                </a:cubicBezTo>
                <a:cubicBezTo>
                  <a:pt x="34" y="35"/>
                  <a:pt x="34" y="36"/>
                  <a:pt x="34" y="38"/>
                </a:cubicBezTo>
                <a:cubicBezTo>
                  <a:pt x="34" y="40"/>
                  <a:pt x="34" y="42"/>
                  <a:pt x="32" y="43"/>
                </a:cubicBezTo>
                <a:cubicBezTo>
                  <a:pt x="31" y="43"/>
                  <a:pt x="30" y="43"/>
                  <a:pt x="29" y="43"/>
                </a:cubicBezTo>
                <a:lnTo>
                  <a:pt x="24" y="43"/>
                </a:ln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8" name="Google Shape;2898;p11"/>
          <p:cNvSpPr/>
          <p:nvPr/>
        </p:nvSpPr>
        <p:spPr>
          <a:xfrm>
            <a:off x="5930900" y="914400"/>
            <a:ext cx="200025" cy="233363"/>
          </a:xfrm>
          <a:custGeom>
            <a:rect b="b" l="l" r="r" t="t"/>
            <a:pathLst>
              <a:path extrusionOk="0" h="68" w="5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34" y="34"/>
                </a:moveTo>
                <a:cubicBezTo>
                  <a:pt x="34" y="48"/>
                  <a:pt x="34" y="48"/>
                  <a:pt x="34" y="48"/>
                </a:cubicBezTo>
                <a:cubicBezTo>
                  <a:pt x="34" y="51"/>
                  <a:pt x="32" y="53"/>
                  <a:pt x="29" y="53"/>
                </a:cubicBezTo>
                <a:cubicBezTo>
                  <a:pt x="14" y="53"/>
                  <a:pt x="14" y="53"/>
                  <a:pt x="14" y="53"/>
                </a:cubicBezTo>
                <a:cubicBezTo>
                  <a:pt x="12" y="53"/>
                  <a:pt x="9" y="51"/>
                  <a:pt x="9" y="48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1"/>
                  <a:pt x="12" y="29"/>
                  <a:pt x="14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32" y="29"/>
                  <a:pt x="34" y="31"/>
                  <a:pt x="34" y="34"/>
                </a:cubicBezTo>
                <a:close/>
                <a:moveTo>
                  <a:pt x="48" y="30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2"/>
                  <a:pt x="48" y="53"/>
                  <a:pt x="48" y="53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3"/>
                  <a:pt x="46" y="53"/>
                  <a:pt x="46" y="5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39"/>
                  <a:pt x="36" y="39"/>
                  <a:pt x="36" y="3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7" y="29"/>
                  <a:pt x="47" y="29"/>
                </a:cubicBezTo>
                <a:cubicBezTo>
                  <a:pt x="47" y="29"/>
                  <a:pt x="47" y="29"/>
                  <a:pt x="48" y="29"/>
                </a:cubicBezTo>
                <a:cubicBezTo>
                  <a:pt x="48" y="29"/>
                  <a:pt x="48" y="30"/>
                  <a:pt x="48" y="30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11"/>
          <p:cNvSpPr/>
          <p:nvPr/>
        </p:nvSpPr>
        <p:spPr>
          <a:xfrm>
            <a:off x="6426200" y="931863"/>
            <a:ext cx="249238" cy="215900"/>
          </a:xfrm>
          <a:custGeom>
            <a:rect b="b" l="l" r="r" t="t"/>
            <a:pathLst>
              <a:path extrusionOk="0" h="63" w="73">
                <a:moveTo>
                  <a:pt x="73" y="57"/>
                </a:moveTo>
                <a:cubicBezTo>
                  <a:pt x="73" y="60"/>
                  <a:pt x="71" y="63"/>
                  <a:pt x="67" y="63"/>
                </a:cubicBezTo>
                <a:cubicBezTo>
                  <a:pt x="7" y="63"/>
                  <a:pt x="7" y="63"/>
                  <a:pt x="7" y="63"/>
                </a:cubicBezTo>
                <a:cubicBezTo>
                  <a:pt x="3" y="63"/>
                  <a:pt x="0" y="60"/>
                  <a:pt x="0" y="5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1" y="0"/>
                  <a:pt x="73" y="2"/>
                  <a:pt x="73" y="6"/>
                </a:cubicBezTo>
                <a:lnTo>
                  <a:pt x="73" y="57"/>
                </a:lnTo>
                <a:close/>
                <a:moveTo>
                  <a:pt x="15" y="7"/>
                </a:moveTo>
                <a:cubicBezTo>
                  <a:pt x="15" y="6"/>
                  <a:pt x="14" y="4"/>
                  <a:pt x="13" y="4"/>
                </a:cubicBezTo>
                <a:cubicBezTo>
                  <a:pt x="8" y="4"/>
                  <a:pt x="8" y="4"/>
                  <a:pt x="8" y="4"/>
                </a:cubicBezTo>
                <a:cubicBezTo>
                  <a:pt x="6" y="4"/>
                  <a:pt x="5" y="6"/>
                  <a:pt x="5" y="7"/>
                </a:cubicBezTo>
                <a:cubicBezTo>
                  <a:pt x="5" y="12"/>
                  <a:pt x="5" y="12"/>
                  <a:pt x="5" y="12"/>
                </a:cubicBezTo>
                <a:cubicBezTo>
                  <a:pt x="5" y="13"/>
                  <a:pt x="6" y="14"/>
                  <a:pt x="8" y="14"/>
                </a:cubicBezTo>
                <a:cubicBezTo>
                  <a:pt x="13" y="14"/>
                  <a:pt x="13" y="14"/>
                  <a:pt x="13" y="14"/>
                </a:cubicBezTo>
                <a:cubicBezTo>
                  <a:pt x="14" y="14"/>
                  <a:pt x="15" y="13"/>
                  <a:pt x="15" y="12"/>
                </a:cubicBezTo>
                <a:lnTo>
                  <a:pt x="15" y="7"/>
                </a:lnTo>
                <a:close/>
                <a:moveTo>
                  <a:pt x="15" y="21"/>
                </a:moveTo>
                <a:cubicBezTo>
                  <a:pt x="15" y="20"/>
                  <a:pt x="14" y="19"/>
                  <a:pt x="13" y="19"/>
                </a:cubicBezTo>
                <a:cubicBezTo>
                  <a:pt x="8" y="19"/>
                  <a:pt x="8" y="19"/>
                  <a:pt x="8" y="19"/>
                </a:cubicBezTo>
                <a:cubicBezTo>
                  <a:pt x="6" y="19"/>
                  <a:pt x="5" y="20"/>
                  <a:pt x="5" y="21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28"/>
                  <a:pt x="6" y="29"/>
                  <a:pt x="8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4" y="29"/>
                  <a:pt x="15" y="28"/>
                  <a:pt x="15" y="26"/>
                </a:cubicBezTo>
                <a:lnTo>
                  <a:pt x="15" y="21"/>
                </a:lnTo>
                <a:close/>
                <a:moveTo>
                  <a:pt x="15" y="36"/>
                </a:moveTo>
                <a:cubicBezTo>
                  <a:pt x="15" y="35"/>
                  <a:pt x="14" y="34"/>
                  <a:pt x="13" y="34"/>
                </a:cubicBezTo>
                <a:cubicBezTo>
                  <a:pt x="8" y="34"/>
                  <a:pt x="8" y="34"/>
                  <a:pt x="8" y="34"/>
                </a:cubicBezTo>
                <a:cubicBezTo>
                  <a:pt x="6" y="34"/>
                  <a:pt x="5" y="35"/>
                  <a:pt x="5" y="36"/>
                </a:cubicBezTo>
                <a:cubicBezTo>
                  <a:pt x="5" y="41"/>
                  <a:pt x="5" y="41"/>
                  <a:pt x="5" y="41"/>
                </a:cubicBezTo>
                <a:cubicBezTo>
                  <a:pt x="5" y="42"/>
                  <a:pt x="6" y="43"/>
                  <a:pt x="8" y="43"/>
                </a:cubicBezTo>
                <a:cubicBezTo>
                  <a:pt x="13" y="43"/>
                  <a:pt x="13" y="43"/>
                  <a:pt x="13" y="43"/>
                </a:cubicBezTo>
                <a:cubicBezTo>
                  <a:pt x="14" y="43"/>
                  <a:pt x="15" y="42"/>
                  <a:pt x="15" y="41"/>
                </a:cubicBezTo>
                <a:lnTo>
                  <a:pt x="15" y="36"/>
                </a:lnTo>
                <a:close/>
                <a:moveTo>
                  <a:pt x="15" y="51"/>
                </a:moveTo>
                <a:cubicBezTo>
                  <a:pt x="15" y="49"/>
                  <a:pt x="14" y="48"/>
                  <a:pt x="13" y="48"/>
                </a:cubicBezTo>
                <a:cubicBezTo>
                  <a:pt x="8" y="48"/>
                  <a:pt x="8" y="48"/>
                  <a:pt x="8" y="48"/>
                </a:cubicBezTo>
                <a:cubicBezTo>
                  <a:pt x="6" y="48"/>
                  <a:pt x="5" y="49"/>
                  <a:pt x="5" y="51"/>
                </a:cubicBezTo>
                <a:cubicBezTo>
                  <a:pt x="5" y="55"/>
                  <a:pt x="5" y="55"/>
                  <a:pt x="5" y="55"/>
                </a:cubicBezTo>
                <a:cubicBezTo>
                  <a:pt x="5" y="57"/>
                  <a:pt x="6" y="58"/>
                  <a:pt x="8" y="58"/>
                </a:cubicBezTo>
                <a:cubicBezTo>
                  <a:pt x="13" y="58"/>
                  <a:pt x="13" y="58"/>
                  <a:pt x="13" y="58"/>
                </a:cubicBezTo>
                <a:cubicBezTo>
                  <a:pt x="14" y="58"/>
                  <a:pt x="15" y="57"/>
                  <a:pt x="15" y="55"/>
                </a:cubicBezTo>
                <a:lnTo>
                  <a:pt x="15" y="51"/>
                </a:lnTo>
                <a:close/>
                <a:moveTo>
                  <a:pt x="54" y="7"/>
                </a:moveTo>
                <a:cubicBezTo>
                  <a:pt x="54" y="6"/>
                  <a:pt x="53" y="4"/>
                  <a:pt x="5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1" y="4"/>
                  <a:pt x="20" y="6"/>
                  <a:pt x="20" y="7"/>
                </a:cubicBezTo>
                <a:cubicBezTo>
                  <a:pt x="20" y="26"/>
                  <a:pt x="20" y="26"/>
                  <a:pt x="20" y="26"/>
                </a:cubicBezTo>
                <a:cubicBezTo>
                  <a:pt x="20" y="28"/>
                  <a:pt x="21" y="29"/>
                  <a:pt x="22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3" y="29"/>
                  <a:pt x="54" y="28"/>
                  <a:pt x="54" y="26"/>
                </a:cubicBezTo>
                <a:lnTo>
                  <a:pt x="54" y="7"/>
                </a:lnTo>
                <a:close/>
                <a:moveTo>
                  <a:pt x="54" y="36"/>
                </a:moveTo>
                <a:cubicBezTo>
                  <a:pt x="54" y="35"/>
                  <a:pt x="53" y="34"/>
                  <a:pt x="51" y="34"/>
                </a:cubicBezTo>
                <a:cubicBezTo>
                  <a:pt x="22" y="34"/>
                  <a:pt x="22" y="34"/>
                  <a:pt x="22" y="34"/>
                </a:cubicBezTo>
                <a:cubicBezTo>
                  <a:pt x="21" y="34"/>
                  <a:pt x="20" y="35"/>
                  <a:pt x="20" y="36"/>
                </a:cubicBezTo>
                <a:cubicBezTo>
                  <a:pt x="20" y="55"/>
                  <a:pt x="20" y="55"/>
                  <a:pt x="20" y="55"/>
                </a:cubicBezTo>
                <a:cubicBezTo>
                  <a:pt x="20" y="57"/>
                  <a:pt x="21" y="58"/>
                  <a:pt x="22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3" y="58"/>
                  <a:pt x="54" y="57"/>
                  <a:pt x="54" y="55"/>
                </a:cubicBezTo>
                <a:lnTo>
                  <a:pt x="54" y="36"/>
                </a:lnTo>
                <a:close/>
                <a:moveTo>
                  <a:pt x="68" y="7"/>
                </a:moveTo>
                <a:cubicBezTo>
                  <a:pt x="68" y="6"/>
                  <a:pt x="67" y="4"/>
                  <a:pt x="66" y="4"/>
                </a:cubicBezTo>
                <a:cubicBezTo>
                  <a:pt x="61" y="4"/>
                  <a:pt x="61" y="4"/>
                  <a:pt x="61" y="4"/>
                </a:cubicBezTo>
                <a:cubicBezTo>
                  <a:pt x="60" y="4"/>
                  <a:pt x="59" y="6"/>
                  <a:pt x="59" y="7"/>
                </a:cubicBezTo>
                <a:cubicBezTo>
                  <a:pt x="59" y="12"/>
                  <a:pt x="59" y="12"/>
                  <a:pt x="59" y="12"/>
                </a:cubicBezTo>
                <a:cubicBezTo>
                  <a:pt x="59" y="13"/>
                  <a:pt x="60" y="14"/>
                  <a:pt x="61" y="14"/>
                </a:cubicBezTo>
                <a:cubicBezTo>
                  <a:pt x="66" y="14"/>
                  <a:pt x="66" y="14"/>
                  <a:pt x="66" y="14"/>
                </a:cubicBezTo>
                <a:cubicBezTo>
                  <a:pt x="67" y="14"/>
                  <a:pt x="68" y="13"/>
                  <a:pt x="68" y="12"/>
                </a:cubicBezTo>
                <a:lnTo>
                  <a:pt x="68" y="7"/>
                </a:lnTo>
                <a:close/>
                <a:moveTo>
                  <a:pt x="68" y="21"/>
                </a:moveTo>
                <a:cubicBezTo>
                  <a:pt x="68" y="20"/>
                  <a:pt x="67" y="19"/>
                  <a:pt x="66" y="19"/>
                </a:cubicBezTo>
                <a:cubicBezTo>
                  <a:pt x="61" y="19"/>
                  <a:pt x="61" y="19"/>
                  <a:pt x="61" y="19"/>
                </a:cubicBezTo>
                <a:cubicBezTo>
                  <a:pt x="60" y="19"/>
                  <a:pt x="59" y="20"/>
                  <a:pt x="59" y="21"/>
                </a:cubicBezTo>
                <a:cubicBezTo>
                  <a:pt x="59" y="26"/>
                  <a:pt x="59" y="26"/>
                  <a:pt x="59" y="26"/>
                </a:cubicBezTo>
                <a:cubicBezTo>
                  <a:pt x="59" y="28"/>
                  <a:pt x="60" y="29"/>
                  <a:pt x="61" y="29"/>
                </a:cubicBezTo>
                <a:cubicBezTo>
                  <a:pt x="66" y="29"/>
                  <a:pt x="66" y="29"/>
                  <a:pt x="66" y="29"/>
                </a:cubicBezTo>
                <a:cubicBezTo>
                  <a:pt x="67" y="29"/>
                  <a:pt x="68" y="28"/>
                  <a:pt x="68" y="26"/>
                </a:cubicBezTo>
                <a:lnTo>
                  <a:pt x="68" y="21"/>
                </a:lnTo>
                <a:close/>
                <a:moveTo>
                  <a:pt x="68" y="36"/>
                </a:moveTo>
                <a:cubicBezTo>
                  <a:pt x="68" y="35"/>
                  <a:pt x="67" y="34"/>
                  <a:pt x="66" y="34"/>
                </a:cubicBezTo>
                <a:cubicBezTo>
                  <a:pt x="61" y="34"/>
                  <a:pt x="61" y="34"/>
                  <a:pt x="61" y="34"/>
                </a:cubicBezTo>
                <a:cubicBezTo>
                  <a:pt x="60" y="34"/>
                  <a:pt x="59" y="35"/>
                  <a:pt x="59" y="36"/>
                </a:cubicBezTo>
                <a:cubicBezTo>
                  <a:pt x="59" y="41"/>
                  <a:pt x="59" y="41"/>
                  <a:pt x="59" y="41"/>
                </a:cubicBezTo>
                <a:cubicBezTo>
                  <a:pt x="59" y="42"/>
                  <a:pt x="60" y="43"/>
                  <a:pt x="61" y="43"/>
                </a:cubicBezTo>
                <a:cubicBezTo>
                  <a:pt x="66" y="43"/>
                  <a:pt x="66" y="43"/>
                  <a:pt x="66" y="43"/>
                </a:cubicBezTo>
                <a:cubicBezTo>
                  <a:pt x="67" y="43"/>
                  <a:pt x="68" y="42"/>
                  <a:pt x="68" y="41"/>
                </a:cubicBezTo>
                <a:lnTo>
                  <a:pt x="68" y="36"/>
                </a:lnTo>
                <a:close/>
                <a:moveTo>
                  <a:pt x="68" y="51"/>
                </a:moveTo>
                <a:cubicBezTo>
                  <a:pt x="68" y="49"/>
                  <a:pt x="67" y="48"/>
                  <a:pt x="66" y="48"/>
                </a:cubicBezTo>
                <a:cubicBezTo>
                  <a:pt x="61" y="48"/>
                  <a:pt x="61" y="48"/>
                  <a:pt x="61" y="48"/>
                </a:cubicBezTo>
                <a:cubicBezTo>
                  <a:pt x="60" y="48"/>
                  <a:pt x="59" y="49"/>
                  <a:pt x="59" y="51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7"/>
                  <a:pt x="60" y="58"/>
                  <a:pt x="61" y="58"/>
                </a:cubicBezTo>
                <a:cubicBezTo>
                  <a:pt x="66" y="58"/>
                  <a:pt x="66" y="58"/>
                  <a:pt x="66" y="58"/>
                </a:cubicBezTo>
                <a:cubicBezTo>
                  <a:pt x="67" y="58"/>
                  <a:pt x="68" y="57"/>
                  <a:pt x="68" y="55"/>
                </a:cubicBezTo>
                <a:lnTo>
                  <a:pt x="68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0" name="Google Shape;2900;p11"/>
          <p:cNvSpPr/>
          <p:nvPr/>
        </p:nvSpPr>
        <p:spPr>
          <a:xfrm>
            <a:off x="6929438" y="931863"/>
            <a:ext cx="223837" cy="198437"/>
          </a:xfrm>
          <a:custGeom>
            <a:rect b="b" l="l" r="r" t="t"/>
            <a:pathLst>
              <a:path extrusionOk="0" h="58" w="65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11"/>
          <p:cNvSpPr/>
          <p:nvPr/>
        </p:nvSpPr>
        <p:spPr>
          <a:xfrm>
            <a:off x="7424738" y="931863"/>
            <a:ext cx="198437" cy="198437"/>
          </a:xfrm>
          <a:custGeom>
            <a:rect b="b" l="l" r="r" t="t"/>
            <a:pathLst>
              <a:path extrusionOk="0" h="58" w="58">
                <a:moveTo>
                  <a:pt x="51" y="58"/>
                </a:moveTo>
                <a:cubicBezTo>
                  <a:pt x="7" y="58"/>
                  <a:pt x="7" y="58"/>
                  <a:pt x="7" y="58"/>
                </a:cubicBezTo>
                <a:cubicBezTo>
                  <a:pt x="2" y="58"/>
                  <a:pt x="0" y="54"/>
                  <a:pt x="3" y="50"/>
                </a:cubicBezTo>
                <a:cubicBezTo>
                  <a:pt x="22" y="20"/>
                  <a:pt x="22" y="20"/>
                  <a:pt x="22" y="20"/>
                </a:cubicBezTo>
                <a:cubicBezTo>
                  <a:pt x="22" y="4"/>
                  <a:pt x="22" y="4"/>
                  <a:pt x="22" y="4"/>
                </a:cubicBezTo>
                <a:cubicBezTo>
                  <a:pt x="19" y="4"/>
                  <a:pt x="19" y="4"/>
                  <a:pt x="19" y="4"/>
                </a:cubicBezTo>
                <a:cubicBezTo>
                  <a:pt x="18" y="4"/>
                  <a:pt x="17" y="3"/>
                  <a:pt x="17" y="2"/>
                </a:cubicBezTo>
                <a:cubicBezTo>
                  <a:pt x="17" y="1"/>
                  <a:pt x="18" y="0"/>
                  <a:pt x="1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40" y="0"/>
                  <a:pt x="41" y="1"/>
                  <a:pt x="41" y="2"/>
                </a:cubicBezTo>
                <a:cubicBezTo>
                  <a:pt x="41" y="3"/>
                  <a:pt x="40" y="4"/>
                  <a:pt x="39" y="4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20"/>
                  <a:pt x="36" y="20"/>
                  <a:pt x="36" y="20"/>
                </a:cubicBezTo>
                <a:cubicBezTo>
                  <a:pt x="55" y="50"/>
                  <a:pt x="55" y="50"/>
                  <a:pt x="55" y="50"/>
                </a:cubicBezTo>
                <a:cubicBezTo>
                  <a:pt x="58" y="54"/>
                  <a:pt x="56" y="58"/>
                  <a:pt x="51" y="58"/>
                </a:cubicBezTo>
                <a:close/>
                <a:moveTo>
                  <a:pt x="16" y="38"/>
                </a:moveTo>
                <a:cubicBezTo>
                  <a:pt x="43" y="38"/>
                  <a:pt x="43" y="38"/>
                  <a:pt x="43" y="38"/>
                </a:cubicBezTo>
                <a:cubicBezTo>
                  <a:pt x="32" y="22"/>
                  <a:pt x="32" y="22"/>
                  <a:pt x="32" y="22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4"/>
                  <a:pt x="31" y="4"/>
                  <a:pt x="31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21"/>
                  <a:pt x="27" y="21"/>
                  <a:pt x="27" y="21"/>
                </a:cubicBezTo>
                <a:cubicBezTo>
                  <a:pt x="26" y="22"/>
                  <a:pt x="26" y="22"/>
                  <a:pt x="26" y="22"/>
                </a:cubicBezTo>
                <a:lnTo>
                  <a:pt x="16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11"/>
          <p:cNvSpPr/>
          <p:nvPr/>
        </p:nvSpPr>
        <p:spPr>
          <a:xfrm>
            <a:off x="7908925" y="931863"/>
            <a:ext cx="215900" cy="180975"/>
          </a:xfrm>
          <a:custGeom>
            <a:rect b="b" l="l" r="r" t="t"/>
            <a:pathLst>
              <a:path extrusionOk="0" h="53" w="63">
                <a:moveTo>
                  <a:pt x="63" y="44"/>
                </a:moveTo>
                <a:cubicBezTo>
                  <a:pt x="63" y="49"/>
                  <a:pt x="59" y="53"/>
                  <a:pt x="54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4" y="53"/>
                  <a:pt x="0" y="49"/>
                  <a:pt x="0" y="44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4" y="0"/>
                  <a:pt x="8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5" y="0"/>
                  <a:pt x="29" y="3"/>
                  <a:pt x="29" y="8"/>
                </a:cubicBezTo>
                <a:cubicBezTo>
                  <a:pt x="29" y="9"/>
                  <a:pt x="29" y="9"/>
                  <a:pt x="29" y="9"/>
                </a:cubicBezTo>
                <a:cubicBezTo>
                  <a:pt x="54" y="9"/>
                  <a:pt x="54" y="9"/>
                  <a:pt x="54" y="9"/>
                </a:cubicBezTo>
                <a:cubicBezTo>
                  <a:pt x="59" y="9"/>
                  <a:pt x="63" y="13"/>
                  <a:pt x="63" y="18"/>
                </a:cubicBezTo>
                <a:lnTo>
                  <a:pt x="63" y="44"/>
                </a:lnTo>
                <a:close/>
                <a:moveTo>
                  <a:pt x="58" y="18"/>
                </a:moveTo>
                <a:cubicBezTo>
                  <a:pt x="58" y="16"/>
                  <a:pt x="56" y="14"/>
                  <a:pt x="54" y="14"/>
                </a:cubicBezTo>
                <a:cubicBezTo>
                  <a:pt x="28" y="14"/>
                  <a:pt x="28" y="14"/>
                  <a:pt x="28" y="14"/>
                </a:cubicBezTo>
                <a:cubicBezTo>
                  <a:pt x="26" y="14"/>
                  <a:pt x="24" y="12"/>
                  <a:pt x="24" y="10"/>
                </a:cubicBezTo>
                <a:cubicBezTo>
                  <a:pt x="24" y="8"/>
                  <a:pt x="24" y="8"/>
                  <a:pt x="24" y="8"/>
                </a:cubicBezTo>
                <a:cubicBezTo>
                  <a:pt x="24" y="6"/>
                  <a:pt x="22" y="4"/>
                  <a:pt x="20" y="4"/>
                </a:cubicBezTo>
                <a:cubicBezTo>
                  <a:pt x="8" y="4"/>
                  <a:pt x="8" y="4"/>
                  <a:pt x="8" y="4"/>
                </a:cubicBezTo>
                <a:cubicBezTo>
                  <a:pt x="6" y="4"/>
                  <a:pt x="5" y="6"/>
                  <a:pt x="5" y="8"/>
                </a:cubicBezTo>
                <a:cubicBezTo>
                  <a:pt x="5" y="44"/>
                  <a:pt x="5" y="44"/>
                  <a:pt x="5" y="44"/>
                </a:cubicBezTo>
                <a:cubicBezTo>
                  <a:pt x="5" y="47"/>
                  <a:pt x="6" y="48"/>
                  <a:pt x="8" y="48"/>
                </a:cubicBezTo>
                <a:cubicBezTo>
                  <a:pt x="54" y="48"/>
                  <a:pt x="54" y="48"/>
                  <a:pt x="54" y="48"/>
                </a:cubicBezTo>
                <a:cubicBezTo>
                  <a:pt x="56" y="48"/>
                  <a:pt x="58" y="47"/>
                  <a:pt x="58" y="44"/>
                </a:cubicBezTo>
                <a:lnTo>
                  <a:pt x="58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11"/>
          <p:cNvSpPr/>
          <p:nvPr/>
        </p:nvSpPr>
        <p:spPr>
          <a:xfrm>
            <a:off x="8402638" y="928688"/>
            <a:ext cx="203200" cy="201612"/>
          </a:xfrm>
          <a:custGeom>
            <a:rect b="b" l="l" r="r" t="t"/>
            <a:pathLst>
              <a:path extrusionOk="0" h="59" w="59">
                <a:moveTo>
                  <a:pt x="0" y="58"/>
                </a:moveTo>
                <a:cubicBezTo>
                  <a:pt x="0" y="2"/>
                  <a:pt x="0" y="2"/>
                  <a:pt x="0" y="2"/>
                </a:cubicBezTo>
                <a:cubicBezTo>
                  <a:pt x="0" y="0"/>
                  <a:pt x="1" y="0"/>
                  <a:pt x="2" y="1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9" y="28"/>
                  <a:pt x="30" y="29"/>
                </a:cubicBezTo>
                <a:cubicBezTo>
                  <a:pt x="30" y="2"/>
                  <a:pt x="30" y="2"/>
                  <a:pt x="30" y="2"/>
                </a:cubicBezTo>
                <a:cubicBezTo>
                  <a:pt x="30" y="0"/>
                  <a:pt x="30" y="0"/>
                  <a:pt x="31" y="1"/>
                </a:cubicBezTo>
                <a:cubicBezTo>
                  <a:pt x="58" y="28"/>
                  <a:pt x="58" y="28"/>
                  <a:pt x="58" y="28"/>
                </a:cubicBezTo>
                <a:cubicBezTo>
                  <a:pt x="59" y="29"/>
                  <a:pt x="59" y="30"/>
                  <a:pt x="58" y="31"/>
                </a:cubicBezTo>
                <a:cubicBezTo>
                  <a:pt x="31" y="58"/>
                  <a:pt x="31" y="58"/>
                  <a:pt x="31" y="58"/>
                </a:cubicBezTo>
                <a:cubicBezTo>
                  <a:pt x="30" y="59"/>
                  <a:pt x="30" y="59"/>
                  <a:pt x="30" y="58"/>
                </a:cubicBezTo>
                <a:cubicBezTo>
                  <a:pt x="30" y="31"/>
                  <a:pt x="30" y="31"/>
                  <a:pt x="3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9"/>
                  <a:pt x="0" y="59"/>
                  <a:pt x="0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11"/>
          <p:cNvSpPr/>
          <p:nvPr/>
        </p:nvSpPr>
        <p:spPr>
          <a:xfrm>
            <a:off x="8843963" y="979488"/>
            <a:ext cx="250825" cy="133350"/>
          </a:xfrm>
          <a:custGeom>
            <a:rect b="b" l="l" r="r" t="t"/>
            <a:pathLst>
              <a:path extrusionOk="0" h="39" w="73">
                <a:moveTo>
                  <a:pt x="53" y="39"/>
                </a:moveTo>
                <a:cubicBezTo>
                  <a:pt x="48" y="39"/>
                  <a:pt x="44" y="37"/>
                  <a:pt x="40" y="34"/>
                </a:cubicBezTo>
                <a:cubicBezTo>
                  <a:pt x="32" y="34"/>
                  <a:pt x="32" y="34"/>
                  <a:pt x="32" y="34"/>
                </a:cubicBezTo>
                <a:cubicBezTo>
                  <a:pt x="29" y="37"/>
                  <a:pt x="24" y="39"/>
                  <a:pt x="19" y="39"/>
                </a:cubicBezTo>
                <a:cubicBezTo>
                  <a:pt x="8" y="39"/>
                  <a:pt x="0" y="30"/>
                  <a:pt x="0" y="20"/>
                </a:cubicBezTo>
                <a:cubicBezTo>
                  <a:pt x="0" y="9"/>
                  <a:pt x="8" y="0"/>
                  <a:pt x="19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64" y="0"/>
                  <a:pt x="73" y="9"/>
                  <a:pt x="73" y="20"/>
                </a:cubicBezTo>
                <a:cubicBezTo>
                  <a:pt x="73" y="30"/>
                  <a:pt x="64" y="39"/>
                  <a:pt x="53" y="39"/>
                </a:cubicBezTo>
                <a:close/>
                <a:moveTo>
                  <a:pt x="31" y="17"/>
                </a:moveTo>
                <a:cubicBezTo>
                  <a:pt x="31" y="16"/>
                  <a:pt x="31" y="16"/>
                  <a:pt x="30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3" y="9"/>
                  <a:pt x="23" y="9"/>
                  <a:pt x="23" y="9"/>
                </a:cubicBezTo>
                <a:cubicBezTo>
                  <a:pt x="23" y="8"/>
                  <a:pt x="22" y="7"/>
                  <a:pt x="22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16" y="7"/>
                  <a:pt x="16" y="8"/>
                  <a:pt x="16" y="9"/>
                </a:cubicBezTo>
                <a:cubicBezTo>
                  <a:pt x="16" y="16"/>
                  <a:pt x="16" y="16"/>
                  <a:pt x="16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7" y="16"/>
                  <a:pt x="7" y="17"/>
                </a:cubicBezTo>
                <a:cubicBezTo>
                  <a:pt x="7" y="22"/>
                  <a:pt x="7" y="22"/>
                  <a:pt x="7" y="22"/>
                </a:cubicBezTo>
                <a:cubicBezTo>
                  <a:pt x="7" y="23"/>
                  <a:pt x="8" y="23"/>
                  <a:pt x="8" y="23"/>
                </a:cubicBezTo>
                <a:cubicBezTo>
                  <a:pt x="16" y="23"/>
                  <a:pt x="16" y="23"/>
                  <a:pt x="16" y="23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1"/>
                  <a:pt x="16" y="32"/>
                  <a:pt x="17" y="32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3" y="31"/>
                  <a:pt x="23" y="30"/>
                </a:cubicBezTo>
                <a:cubicBezTo>
                  <a:pt x="23" y="23"/>
                  <a:pt x="23" y="23"/>
                  <a:pt x="23" y="23"/>
                </a:cubicBezTo>
                <a:cubicBezTo>
                  <a:pt x="30" y="23"/>
                  <a:pt x="30" y="23"/>
                  <a:pt x="30" y="23"/>
                </a:cubicBezTo>
                <a:cubicBezTo>
                  <a:pt x="31" y="23"/>
                  <a:pt x="31" y="23"/>
                  <a:pt x="31" y="22"/>
                </a:cubicBezTo>
                <a:lnTo>
                  <a:pt x="31" y="17"/>
                </a:lnTo>
                <a:close/>
                <a:moveTo>
                  <a:pt x="48" y="20"/>
                </a:moveTo>
                <a:cubicBezTo>
                  <a:pt x="46" y="20"/>
                  <a:pt x="43" y="22"/>
                  <a:pt x="43" y="24"/>
                </a:cubicBezTo>
                <a:cubicBezTo>
                  <a:pt x="43" y="27"/>
                  <a:pt x="46" y="29"/>
                  <a:pt x="48" y="29"/>
                </a:cubicBezTo>
                <a:cubicBezTo>
                  <a:pt x="51" y="29"/>
                  <a:pt x="53" y="27"/>
                  <a:pt x="53" y="24"/>
                </a:cubicBezTo>
                <a:cubicBezTo>
                  <a:pt x="53" y="22"/>
                  <a:pt x="51" y="20"/>
                  <a:pt x="48" y="20"/>
                </a:cubicBezTo>
                <a:close/>
                <a:moveTo>
                  <a:pt x="58" y="10"/>
                </a:moveTo>
                <a:cubicBezTo>
                  <a:pt x="55" y="10"/>
                  <a:pt x="53" y="12"/>
                  <a:pt x="53" y="15"/>
                </a:cubicBezTo>
                <a:cubicBezTo>
                  <a:pt x="53" y="17"/>
                  <a:pt x="55" y="20"/>
                  <a:pt x="58" y="20"/>
                </a:cubicBezTo>
                <a:cubicBezTo>
                  <a:pt x="61" y="20"/>
                  <a:pt x="63" y="17"/>
                  <a:pt x="63" y="15"/>
                </a:cubicBezTo>
                <a:cubicBezTo>
                  <a:pt x="63" y="12"/>
                  <a:pt x="61" y="10"/>
                  <a:pt x="58" y="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11"/>
          <p:cNvSpPr/>
          <p:nvPr/>
        </p:nvSpPr>
        <p:spPr>
          <a:xfrm>
            <a:off x="71438" y="1316038"/>
            <a:ext cx="198437" cy="200025"/>
          </a:xfrm>
          <a:custGeom>
            <a:rect b="b" l="l" r="r" t="t"/>
            <a:pathLst>
              <a:path extrusionOk="0" h="58" w="58">
                <a:moveTo>
                  <a:pt x="58" y="33"/>
                </a:moveTo>
                <a:cubicBezTo>
                  <a:pt x="58" y="34"/>
                  <a:pt x="58" y="34"/>
                  <a:pt x="57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7"/>
                  <a:pt x="49" y="38"/>
                  <a:pt x="49" y="39"/>
                </a:cubicBezTo>
                <a:cubicBezTo>
                  <a:pt x="50" y="41"/>
                  <a:pt x="51" y="42"/>
                  <a:pt x="53" y="44"/>
                </a:cubicBezTo>
                <a:cubicBezTo>
                  <a:pt x="53" y="44"/>
                  <a:pt x="53" y="45"/>
                  <a:pt x="53" y="45"/>
                </a:cubicBezTo>
                <a:cubicBezTo>
                  <a:pt x="53" y="45"/>
                  <a:pt x="53" y="46"/>
                  <a:pt x="53" y="46"/>
                </a:cubicBezTo>
                <a:cubicBezTo>
                  <a:pt x="52" y="47"/>
                  <a:pt x="47" y="53"/>
                  <a:pt x="45" y="53"/>
                </a:cubicBezTo>
                <a:cubicBezTo>
                  <a:pt x="45" y="53"/>
                  <a:pt x="45" y="53"/>
                  <a:pt x="44" y="52"/>
                </a:cubicBezTo>
                <a:cubicBezTo>
                  <a:pt x="39" y="48"/>
                  <a:pt x="39" y="48"/>
                  <a:pt x="39" y="48"/>
                </a:cubicBezTo>
                <a:cubicBezTo>
                  <a:pt x="38" y="49"/>
                  <a:pt x="37" y="49"/>
                  <a:pt x="36" y="50"/>
                </a:cubicBezTo>
                <a:cubicBezTo>
                  <a:pt x="35" y="52"/>
                  <a:pt x="35" y="55"/>
                  <a:pt x="34" y="57"/>
                </a:cubicBezTo>
                <a:cubicBezTo>
                  <a:pt x="34" y="57"/>
                  <a:pt x="34" y="58"/>
                  <a:pt x="33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3" y="57"/>
                  <a:pt x="23" y="57"/>
                </a:cubicBezTo>
                <a:cubicBezTo>
                  <a:pt x="22" y="50"/>
                  <a:pt x="22" y="50"/>
                  <a:pt x="22" y="50"/>
                </a:cubicBezTo>
                <a:cubicBezTo>
                  <a:pt x="21" y="49"/>
                  <a:pt x="20" y="49"/>
                  <a:pt x="19" y="48"/>
                </a:cubicBezTo>
                <a:cubicBezTo>
                  <a:pt x="14" y="52"/>
                  <a:pt x="14" y="52"/>
                  <a:pt x="14" y="52"/>
                </a:cubicBezTo>
                <a:cubicBezTo>
                  <a:pt x="13" y="53"/>
                  <a:pt x="13" y="53"/>
                  <a:pt x="13" y="53"/>
                </a:cubicBezTo>
                <a:cubicBezTo>
                  <a:pt x="12" y="53"/>
                  <a:pt x="12" y="53"/>
                  <a:pt x="12" y="52"/>
                </a:cubicBezTo>
                <a:cubicBezTo>
                  <a:pt x="10" y="50"/>
                  <a:pt x="7" y="48"/>
                  <a:pt x="5" y="46"/>
                </a:cubicBezTo>
                <a:cubicBezTo>
                  <a:pt x="5" y="46"/>
                  <a:pt x="5" y="45"/>
                  <a:pt x="5" y="45"/>
                </a:cubicBezTo>
                <a:cubicBezTo>
                  <a:pt x="5" y="45"/>
                  <a:pt x="5" y="44"/>
                  <a:pt x="5" y="44"/>
                </a:cubicBezTo>
                <a:cubicBezTo>
                  <a:pt x="7" y="42"/>
                  <a:pt x="8" y="41"/>
                  <a:pt x="9" y="39"/>
                </a:cubicBezTo>
                <a:cubicBezTo>
                  <a:pt x="9" y="38"/>
                  <a:pt x="8" y="37"/>
                  <a:pt x="8" y="35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1" y="23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9" y="20"/>
                  <a:pt x="9" y="18"/>
                </a:cubicBezTo>
                <a:cubicBezTo>
                  <a:pt x="8" y="17"/>
                  <a:pt x="7" y="15"/>
                  <a:pt x="5" y="13"/>
                </a:cubicBezTo>
                <a:cubicBezTo>
                  <a:pt x="5" y="13"/>
                  <a:pt x="5" y="13"/>
                  <a:pt x="5" y="12"/>
                </a:cubicBezTo>
                <a:cubicBezTo>
                  <a:pt x="5" y="12"/>
                  <a:pt x="5" y="12"/>
                  <a:pt x="5" y="11"/>
                </a:cubicBezTo>
                <a:cubicBezTo>
                  <a:pt x="6" y="10"/>
                  <a:pt x="11" y="5"/>
                  <a:pt x="13" y="5"/>
                </a:cubicBezTo>
                <a:cubicBezTo>
                  <a:pt x="13" y="5"/>
                  <a:pt x="13" y="5"/>
                  <a:pt x="14" y="5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1" y="8"/>
                  <a:pt x="22" y="8"/>
                </a:cubicBezTo>
                <a:cubicBezTo>
                  <a:pt x="22" y="5"/>
                  <a:pt x="23" y="3"/>
                  <a:pt x="23" y="1"/>
                </a:cubicBezTo>
                <a:cubicBezTo>
                  <a:pt x="23" y="0"/>
                  <a:pt x="24" y="0"/>
                  <a:pt x="2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4" y="0"/>
                  <a:pt x="34" y="1"/>
                </a:cubicBezTo>
                <a:cubicBezTo>
                  <a:pt x="36" y="8"/>
                  <a:pt x="36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44" y="5"/>
                  <a:pt x="44" y="5"/>
                  <a:pt x="44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6" y="5"/>
                  <a:pt x="46" y="5"/>
                  <a:pt x="46" y="5"/>
                </a:cubicBezTo>
                <a:cubicBezTo>
                  <a:pt x="48" y="7"/>
                  <a:pt x="51" y="9"/>
                  <a:pt x="52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3" y="13"/>
                  <a:pt x="53" y="13"/>
                  <a:pt x="52" y="13"/>
                </a:cubicBezTo>
                <a:cubicBezTo>
                  <a:pt x="51" y="15"/>
                  <a:pt x="50" y="17"/>
                  <a:pt x="48" y="18"/>
                </a:cubicBezTo>
                <a:cubicBezTo>
                  <a:pt x="49" y="20"/>
                  <a:pt x="50" y="21"/>
                  <a:pt x="50" y="22"/>
                </a:cubicBezTo>
                <a:cubicBezTo>
                  <a:pt x="57" y="23"/>
                  <a:pt x="57" y="23"/>
                  <a:pt x="57" y="23"/>
                </a:cubicBezTo>
                <a:cubicBezTo>
                  <a:pt x="58" y="23"/>
                  <a:pt x="58" y="24"/>
                  <a:pt x="58" y="25"/>
                </a:cubicBezTo>
                <a:lnTo>
                  <a:pt x="58" y="33"/>
                </a:lnTo>
                <a:close/>
                <a:moveTo>
                  <a:pt x="29" y="19"/>
                </a:moveTo>
                <a:cubicBezTo>
                  <a:pt x="24" y="19"/>
                  <a:pt x="19" y="23"/>
                  <a:pt x="19" y="29"/>
                </a:cubicBezTo>
                <a:cubicBezTo>
                  <a:pt x="19" y="34"/>
                  <a:pt x="24" y="38"/>
                  <a:pt x="29" y="38"/>
                </a:cubicBezTo>
                <a:cubicBezTo>
                  <a:pt x="34" y="38"/>
                  <a:pt x="39" y="34"/>
                  <a:pt x="39" y="29"/>
                </a:cubicBezTo>
                <a:cubicBezTo>
                  <a:pt x="39" y="23"/>
                  <a:pt x="34" y="19"/>
                  <a:pt x="29" y="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1"/>
          <p:cNvSpPr/>
          <p:nvPr/>
        </p:nvSpPr>
        <p:spPr>
          <a:xfrm>
            <a:off x="493713" y="1316038"/>
            <a:ext cx="200025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27" y="19"/>
                </a:moveTo>
                <a:cubicBezTo>
                  <a:pt x="25" y="20"/>
                  <a:pt x="23" y="20"/>
                  <a:pt x="22" y="20"/>
                </a:cubicBezTo>
                <a:cubicBezTo>
                  <a:pt x="20" y="19"/>
                  <a:pt x="19" y="19"/>
                  <a:pt x="17" y="19"/>
                </a:cubicBezTo>
                <a:cubicBezTo>
                  <a:pt x="13" y="19"/>
                  <a:pt x="10" y="22"/>
                  <a:pt x="10" y="27"/>
                </a:cubicBezTo>
                <a:cubicBezTo>
                  <a:pt x="10" y="29"/>
                  <a:pt x="11" y="32"/>
                  <a:pt x="14" y="33"/>
                </a:cubicBezTo>
                <a:cubicBezTo>
                  <a:pt x="14" y="33"/>
                  <a:pt x="14" y="33"/>
                  <a:pt x="14" y="33"/>
                </a:cubicBezTo>
                <a:cubicBezTo>
                  <a:pt x="12" y="34"/>
                  <a:pt x="12" y="35"/>
                  <a:pt x="12" y="36"/>
                </a:cubicBezTo>
                <a:cubicBezTo>
                  <a:pt x="12" y="38"/>
                  <a:pt x="13" y="39"/>
                  <a:pt x="14" y="39"/>
                </a:cubicBezTo>
                <a:cubicBezTo>
                  <a:pt x="14" y="39"/>
                  <a:pt x="14" y="39"/>
                  <a:pt x="14" y="39"/>
                </a:cubicBezTo>
                <a:cubicBezTo>
                  <a:pt x="11" y="40"/>
                  <a:pt x="9" y="42"/>
                  <a:pt x="9" y="45"/>
                </a:cubicBezTo>
                <a:cubicBezTo>
                  <a:pt x="9" y="50"/>
                  <a:pt x="14" y="51"/>
                  <a:pt x="18" y="51"/>
                </a:cubicBezTo>
                <a:cubicBezTo>
                  <a:pt x="23" y="51"/>
                  <a:pt x="27" y="49"/>
                  <a:pt x="27" y="44"/>
                </a:cubicBezTo>
                <a:cubicBezTo>
                  <a:pt x="27" y="40"/>
                  <a:pt x="23" y="39"/>
                  <a:pt x="20" y="38"/>
                </a:cubicBezTo>
                <a:cubicBezTo>
                  <a:pt x="19" y="38"/>
                  <a:pt x="17" y="37"/>
                  <a:pt x="17" y="36"/>
                </a:cubicBezTo>
                <a:cubicBezTo>
                  <a:pt x="17" y="35"/>
                  <a:pt x="18" y="34"/>
                  <a:pt x="19" y="34"/>
                </a:cubicBezTo>
                <a:cubicBezTo>
                  <a:pt x="23" y="33"/>
                  <a:pt x="25" y="30"/>
                  <a:pt x="25" y="26"/>
                </a:cubicBezTo>
                <a:cubicBezTo>
                  <a:pt x="25" y="26"/>
                  <a:pt x="25" y="25"/>
                  <a:pt x="25" y="24"/>
                </a:cubicBezTo>
                <a:cubicBezTo>
                  <a:pt x="26" y="24"/>
                  <a:pt x="26" y="24"/>
                  <a:pt x="27" y="24"/>
                </a:cubicBezTo>
                <a:lnTo>
                  <a:pt x="27" y="19"/>
                </a:lnTo>
                <a:close/>
                <a:moveTo>
                  <a:pt x="18" y="47"/>
                </a:moveTo>
                <a:cubicBezTo>
                  <a:pt x="17" y="47"/>
                  <a:pt x="14" y="47"/>
                  <a:pt x="14" y="44"/>
                </a:cubicBezTo>
                <a:cubicBezTo>
                  <a:pt x="14" y="42"/>
                  <a:pt x="16" y="42"/>
                  <a:pt x="18" y="42"/>
                </a:cubicBezTo>
                <a:cubicBezTo>
                  <a:pt x="20" y="42"/>
                  <a:pt x="22" y="42"/>
                  <a:pt x="22" y="44"/>
                </a:cubicBezTo>
                <a:cubicBezTo>
                  <a:pt x="22" y="46"/>
                  <a:pt x="20" y="47"/>
                  <a:pt x="18" y="47"/>
                </a:cubicBezTo>
                <a:close/>
                <a:moveTo>
                  <a:pt x="18" y="30"/>
                </a:moveTo>
                <a:cubicBezTo>
                  <a:pt x="16" y="30"/>
                  <a:pt x="15" y="29"/>
                  <a:pt x="15" y="27"/>
                </a:cubicBezTo>
                <a:cubicBezTo>
                  <a:pt x="15" y="25"/>
                  <a:pt x="16" y="23"/>
                  <a:pt x="18" y="23"/>
                </a:cubicBezTo>
                <a:cubicBezTo>
                  <a:pt x="20" y="23"/>
                  <a:pt x="20" y="25"/>
                  <a:pt x="20" y="27"/>
                </a:cubicBezTo>
                <a:cubicBezTo>
                  <a:pt x="20" y="29"/>
                  <a:pt x="20" y="30"/>
                  <a:pt x="18" y="30"/>
                </a:cubicBezTo>
                <a:close/>
                <a:moveTo>
                  <a:pt x="32" y="9"/>
                </a:moveTo>
                <a:cubicBezTo>
                  <a:pt x="30" y="9"/>
                  <a:pt x="28" y="10"/>
                  <a:pt x="28" y="12"/>
                </a:cubicBezTo>
                <a:cubicBezTo>
                  <a:pt x="28" y="14"/>
                  <a:pt x="30" y="16"/>
                  <a:pt x="32" y="16"/>
                </a:cubicBezTo>
                <a:cubicBezTo>
                  <a:pt x="33" y="16"/>
                  <a:pt x="35" y="14"/>
                  <a:pt x="35" y="12"/>
                </a:cubicBezTo>
                <a:cubicBezTo>
                  <a:pt x="35" y="11"/>
                  <a:pt x="34" y="9"/>
                  <a:pt x="32" y="9"/>
                </a:cubicBezTo>
                <a:close/>
                <a:moveTo>
                  <a:pt x="34" y="40"/>
                </a:moveTo>
                <a:cubicBezTo>
                  <a:pt x="34" y="39"/>
                  <a:pt x="34" y="38"/>
                  <a:pt x="34" y="37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1"/>
                  <a:pt x="34" y="20"/>
                  <a:pt x="34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20"/>
                  <a:pt x="29" y="21"/>
                  <a:pt x="29" y="22"/>
                </a:cubicBezTo>
                <a:cubicBezTo>
                  <a:pt x="29" y="37"/>
                  <a:pt x="29" y="37"/>
                  <a:pt x="29" y="37"/>
                </a:cubicBezTo>
                <a:cubicBezTo>
                  <a:pt x="29" y="38"/>
                  <a:pt x="29" y="39"/>
                  <a:pt x="29" y="40"/>
                </a:cubicBezTo>
                <a:lnTo>
                  <a:pt x="34" y="40"/>
                </a:lnTo>
                <a:close/>
                <a:moveTo>
                  <a:pt x="48" y="35"/>
                </a:moveTo>
                <a:cubicBezTo>
                  <a:pt x="48" y="35"/>
                  <a:pt x="47" y="35"/>
                  <a:pt x="46" y="35"/>
                </a:cubicBezTo>
                <a:cubicBezTo>
                  <a:pt x="44" y="35"/>
                  <a:pt x="44" y="34"/>
                  <a:pt x="44" y="32"/>
                </a:cubicBezTo>
                <a:cubicBezTo>
                  <a:pt x="44" y="24"/>
                  <a:pt x="44" y="24"/>
                  <a:pt x="44" y="24"/>
                </a:cubicBezTo>
                <a:cubicBezTo>
                  <a:pt x="46" y="24"/>
                  <a:pt x="46" y="24"/>
                  <a:pt x="46" y="24"/>
                </a:cubicBezTo>
                <a:cubicBezTo>
                  <a:pt x="46" y="24"/>
                  <a:pt x="47" y="24"/>
                  <a:pt x="48" y="24"/>
                </a:cubicBezTo>
                <a:cubicBezTo>
                  <a:pt x="48" y="19"/>
                  <a:pt x="48" y="19"/>
                  <a:pt x="48" y="19"/>
                </a:cubicBezTo>
                <a:cubicBezTo>
                  <a:pt x="44" y="19"/>
                  <a:pt x="44" y="19"/>
                  <a:pt x="44" y="19"/>
                </a:cubicBezTo>
                <a:cubicBezTo>
                  <a:pt x="44" y="18"/>
                  <a:pt x="44" y="17"/>
                  <a:pt x="44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39" y="16"/>
                  <a:pt x="39" y="17"/>
                  <a:pt x="39" y="18"/>
                </a:cubicBezTo>
                <a:cubicBezTo>
                  <a:pt x="39" y="19"/>
                  <a:pt x="39" y="19"/>
                  <a:pt x="39" y="19"/>
                </a:cubicBezTo>
                <a:cubicBezTo>
                  <a:pt x="36" y="19"/>
                  <a:pt x="36" y="19"/>
                  <a:pt x="36" y="19"/>
                </a:cubicBezTo>
                <a:cubicBezTo>
                  <a:pt x="36" y="24"/>
                  <a:pt x="36" y="24"/>
                  <a:pt x="36" y="24"/>
                </a:cubicBezTo>
                <a:cubicBezTo>
                  <a:pt x="37" y="24"/>
                  <a:pt x="37" y="24"/>
                  <a:pt x="38" y="24"/>
                </a:cubicBezTo>
                <a:cubicBezTo>
                  <a:pt x="38" y="24"/>
                  <a:pt x="38" y="24"/>
                  <a:pt x="39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9" y="32"/>
                  <a:pt x="39" y="32"/>
                  <a:pt x="39" y="32"/>
                </a:cubicBezTo>
                <a:cubicBezTo>
                  <a:pt x="39" y="36"/>
                  <a:pt x="39" y="40"/>
                  <a:pt x="44" y="40"/>
                </a:cubicBezTo>
                <a:cubicBezTo>
                  <a:pt x="46" y="40"/>
                  <a:pt x="47" y="40"/>
                  <a:pt x="48" y="39"/>
                </a:cubicBezTo>
                <a:lnTo>
                  <a:pt x="48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1"/>
          <p:cNvSpPr/>
          <p:nvPr/>
        </p:nvSpPr>
        <p:spPr>
          <a:xfrm>
            <a:off x="989013" y="1316038"/>
            <a:ext cx="198437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42" y="26"/>
                </a:moveTo>
                <a:cubicBezTo>
                  <a:pt x="43" y="25"/>
                  <a:pt x="45" y="20"/>
                  <a:pt x="41" y="18"/>
                </a:cubicBezTo>
                <a:cubicBezTo>
                  <a:pt x="37" y="16"/>
                  <a:pt x="34" y="17"/>
                  <a:pt x="33" y="19"/>
                </a:cubicBezTo>
                <a:cubicBezTo>
                  <a:pt x="32" y="20"/>
                  <a:pt x="31" y="21"/>
                  <a:pt x="29" y="21"/>
                </a:cubicBezTo>
                <a:cubicBezTo>
                  <a:pt x="27" y="21"/>
                  <a:pt x="26" y="20"/>
                  <a:pt x="25" y="19"/>
                </a:cubicBezTo>
                <a:cubicBezTo>
                  <a:pt x="24" y="17"/>
                  <a:pt x="21" y="16"/>
                  <a:pt x="17" y="18"/>
                </a:cubicBezTo>
                <a:cubicBezTo>
                  <a:pt x="14" y="20"/>
                  <a:pt x="15" y="25"/>
                  <a:pt x="16" y="26"/>
                </a:cubicBezTo>
                <a:cubicBezTo>
                  <a:pt x="29" y="44"/>
                  <a:pt x="29" y="44"/>
                  <a:pt x="29" y="44"/>
                </a:cubicBezTo>
                <a:lnTo>
                  <a:pt x="42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1"/>
          <p:cNvSpPr/>
          <p:nvPr/>
        </p:nvSpPr>
        <p:spPr>
          <a:xfrm>
            <a:off x="1489075" y="1298575"/>
            <a:ext cx="206375" cy="217488"/>
          </a:xfrm>
          <a:custGeom>
            <a:rect b="b" l="l" r="r" t="t"/>
            <a:pathLst>
              <a:path extrusionOk="0" h="63" w="60">
                <a:moveTo>
                  <a:pt x="38" y="47"/>
                </a:moveTo>
                <a:cubicBezTo>
                  <a:pt x="38" y="50"/>
                  <a:pt x="37" y="52"/>
                  <a:pt x="36" y="54"/>
                </a:cubicBezTo>
                <a:cubicBezTo>
                  <a:pt x="32" y="61"/>
                  <a:pt x="24" y="63"/>
                  <a:pt x="17" y="63"/>
                </a:cubicBezTo>
                <a:cubicBezTo>
                  <a:pt x="11" y="63"/>
                  <a:pt x="4" y="61"/>
                  <a:pt x="1" y="56"/>
                </a:cubicBezTo>
                <a:cubicBezTo>
                  <a:pt x="0" y="55"/>
                  <a:pt x="0" y="53"/>
                  <a:pt x="0" y="51"/>
                </a:cubicBezTo>
                <a:cubicBezTo>
                  <a:pt x="0" y="47"/>
                  <a:pt x="2" y="43"/>
                  <a:pt x="6" y="41"/>
                </a:cubicBezTo>
                <a:cubicBezTo>
                  <a:pt x="10" y="38"/>
                  <a:pt x="16" y="38"/>
                  <a:pt x="21" y="37"/>
                </a:cubicBezTo>
                <a:cubicBezTo>
                  <a:pt x="20" y="35"/>
                  <a:pt x="19" y="34"/>
                  <a:pt x="19" y="32"/>
                </a:cubicBezTo>
                <a:cubicBezTo>
                  <a:pt x="19" y="30"/>
                  <a:pt x="19" y="29"/>
                  <a:pt x="20" y="28"/>
                </a:cubicBezTo>
                <a:cubicBezTo>
                  <a:pt x="19" y="29"/>
                  <a:pt x="18" y="29"/>
                  <a:pt x="17" y="29"/>
                </a:cubicBezTo>
                <a:cubicBezTo>
                  <a:pt x="10" y="29"/>
                  <a:pt x="4" y="23"/>
                  <a:pt x="4" y="16"/>
                </a:cubicBezTo>
                <a:cubicBezTo>
                  <a:pt x="4" y="11"/>
                  <a:pt x="6" y="7"/>
                  <a:pt x="9" y="5"/>
                </a:cubicBezTo>
                <a:cubicBezTo>
                  <a:pt x="13" y="1"/>
                  <a:pt x="19" y="0"/>
                  <a:pt x="2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5" y="3"/>
                  <a:pt x="35" y="3"/>
                  <a:pt x="35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3" y="6"/>
                  <a:pt x="35" y="9"/>
                  <a:pt x="35" y="14"/>
                </a:cubicBezTo>
                <a:cubicBezTo>
                  <a:pt x="35" y="24"/>
                  <a:pt x="26" y="25"/>
                  <a:pt x="26" y="30"/>
                </a:cubicBezTo>
                <a:cubicBezTo>
                  <a:pt x="26" y="35"/>
                  <a:pt x="38" y="37"/>
                  <a:pt x="38" y="47"/>
                </a:cubicBezTo>
                <a:close/>
                <a:moveTo>
                  <a:pt x="33" y="51"/>
                </a:moveTo>
                <a:cubicBezTo>
                  <a:pt x="33" y="45"/>
                  <a:pt x="28" y="42"/>
                  <a:pt x="24" y="40"/>
                </a:cubicBezTo>
                <a:cubicBezTo>
                  <a:pt x="23" y="40"/>
                  <a:pt x="23" y="40"/>
                  <a:pt x="22" y="40"/>
                </a:cubicBezTo>
                <a:cubicBezTo>
                  <a:pt x="16" y="40"/>
                  <a:pt x="7" y="42"/>
                  <a:pt x="7" y="49"/>
                </a:cubicBezTo>
                <a:cubicBezTo>
                  <a:pt x="7" y="57"/>
                  <a:pt x="15" y="59"/>
                  <a:pt x="21" y="59"/>
                </a:cubicBezTo>
                <a:cubicBezTo>
                  <a:pt x="26" y="59"/>
                  <a:pt x="33" y="57"/>
                  <a:pt x="33" y="51"/>
                </a:cubicBezTo>
                <a:close/>
                <a:moveTo>
                  <a:pt x="26" y="24"/>
                </a:moveTo>
                <a:cubicBezTo>
                  <a:pt x="28" y="22"/>
                  <a:pt x="28" y="20"/>
                  <a:pt x="28" y="18"/>
                </a:cubicBezTo>
                <a:cubicBezTo>
                  <a:pt x="28" y="12"/>
                  <a:pt x="25" y="3"/>
                  <a:pt x="18" y="3"/>
                </a:cubicBezTo>
                <a:cubicBezTo>
                  <a:pt x="16" y="3"/>
                  <a:pt x="14" y="4"/>
                  <a:pt x="13" y="6"/>
                </a:cubicBezTo>
                <a:cubicBezTo>
                  <a:pt x="11" y="7"/>
                  <a:pt x="11" y="9"/>
                  <a:pt x="11" y="12"/>
                </a:cubicBezTo>
                <a:cubicBezTo>
                  <a:pt x="11" y="17"/>
                  <a:pt x="14" y="26"/>
                  <a:pt x="21" y="26"/>
                </a:cubicBezTo>
                <a:cubicBezTo>
                  <a:pt x="23" y="26"/>
                  <a:pt x="25" y="25"/>
                  <a:pt x="26" y="24"/>
                </a:cubicBezTo>
                <a:close/>
                <a:moveTo>
                  <a:pt x="60" y="26"/>
                </a:moveTo>
                <a:cubicBezTo>
                  <a:pt x="60" y="30"/>
                  <a:pt x="60" y="30"/>
                  <a:pt x="60" y="30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9"/>
                  <a:pt x="52" y="39"/>
                  <a:pt x="52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8" y="30"/>
                  <a:pt x="48" y="30"/>
                  <a:pt x="48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40" y="26"/>
                  <a:pt x="40" y="26"/>
                  <a:pt x="40" y="26"/>
                </a:cubicBezTo>
                <a:cubicBezTo>
                  <a:pt x="48" y="26"/>
                  <a:pt x="48" y="26"/>
                  <a:pt x="48" y="26"/>
                </a:cubicBezTo>
                <a:cubicBezTo>
                  <a:pt x="48" y="18"/>
                  <a:pt x="48" y="18"/>
                  <a:pt x="48" y="18"/>
                </a:cubicBezTo>
                <a:cubicBezTo>
                  <a:pt x="52" y="18"/>
                  <a:pt x="52" y="18"/>
                  <a:pt x="52" y="18"/>
                </a:cubicBezTo>
                <a:cubicBezTo>
                  <a:pt x="52" y="26"/>
                  <a:pt x="52" y="26"/>
                  <a:pt x="52" y="26"/>
                </a:cubicBezTo>
                <a:lnTo>
                  <a:pt x="60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1"/>
          <p:cNvSpPr/>
          <p:nvPr/>
        </p:nvSpPr>
        <p:spPr>
          <a:xfrm>
            <a:off x="1976438" y="1298575"/>
            <a:ext cx="250825" cy="233363"/>
          </a:xfrm>
          <a:custGeom>
            <a:rect b="b" l="l" r="r" t="t"/>
            <a:pathLst>
              <a:path extrusionOk="0" h="68" w="73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1"/>
          <p:cNvSpPr/>
          <p:nvPr/>
        </p:nvSpPr>
        <p:spPr>
          <a:xfrm>
            <a:off x="2471738" y="1316038"/>
            <a:ext cx="233362" cy="200025"/>
          </a:xfrm>
          <a:custGeom>
            <a:rect b="b" l="l" r="r" t="t"/>
            <a:pathLst>
              <a:path extrusionOk="0" h="58" w="68">
                <a:moveTo>
                  <a:pt x="68" y="48"/>
                </a:moveTo>
                <a:cubicBezTo>
                  <a:pt x="68" y="51"/>
                  <a:pt x="66" y="53"/>
                  <a:pt x="64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0" y="53"/>
                  <a:pt x="47" y="54"/>
                  <a:pt x="44" y="55"/>
                </a:cubicBezTo>
                <a:cubicBezTo>
                  <a:pt x="40" y="57"/>
                  <a:pt x="36" y="58"/>
                  <a:pt x="32" y="58"/>
                </a:cubicBezTo>
                <a:cubicBezTo>
                  <a:pt x="25" y="58"/>
                  <a:pt x="20" y="54"/>
                  <a:pt x="20" y="47"/>
                </a:cubicBezTo>
                <a:cubicBezTo>
                  <a:pt x="20" y="46"/>
                  <a:pt x="20" y="46"/>
                  <a:pt x="20" y="46"/>
                </a:cubicBezTo>
                <a:cubicBezTo>
                  <a:pt x="19" y="45"/>
                  <a:pt x="18" y="42"/>
                  <a:pt x="18" y="40"/>
                </a:cubicBezTo>
                <a:cubicBezTo>
                  <a:pt x="18" y="39"/>
                  <a:pt x="18" y="39"/>
                  <a:pt x="18" y="38"/>
                </a:cubicBezTo>
                <a:cubicBezTo>
                  <a:pt x="17" y="37"/>
                  <a:pt x="17" y="35"/>
                  <a:pt x="17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5" y="34"/>
                  <a:pt x="0" y="29"/>
                  <a:pt x="0" y="24"/>
                </a:cubicBezTo>
                <a:cubicBezTo>
                  <a:pt x="0" y="19"/>
                  <a:pt x="5" y="14"/>
                  <a:pt x="10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4" y="13"/>
                  <a:pt x="24" y="11"/>
                  <a:pt x="24" y="9"/>
                </a:cubicBezTo>
                <a:cubicBezTo>
                  <a:pt x="24" y="3"/>
                  <a:pt x="28" y="0"/>
                  <a:pt x="34" y="0"/>
                </a:cubicBezTo>
                <a:cubicBezTo>
                  <a:pt x="40" y="0"/>
                  <a:pt x="41" y="6"/>
                  <a:pt x="43" y="10"/>
                </a:cubicBezTo>
                <a:cubicBezTo>
                  <a:pt x="45" y="11"/>
                  <a:pt x="46" y="13"/>
                  <a:pt x="47" y="14"/>
                </a:cubicBezTo>
                <a:cubicBezTo>
                  <a:pt x="48" y="16"/>
                  <a:pt x="51" y="19"/>
                  <a:pt x="53" y="19"/>
                </a:cubicBezTo>
                <a:cubicBezTo>
                  <a:pt x="64" y="19"/>
                  <a:pt x="64" y="19"/>
                  <a:pt x="64" y="19"/>
                </a:cubicBezTo>
                <a:cubicBezTo>
                  <a:pt x="66" y="19"/>
                  <a:pt x="68" y="21"/>
                  <a:pt x="68" y="24"/>
                </a:cubicBezTo>
                <a:lnTo>
                  <a:pt x="68" y="48"/>
                </a:lnTo>
                <a:close/>
                <a:moveTo>
                  <a:pt x="54" y="48"/>
                </a:moveTo>
                <a:cubicBezTo>
                  <a:pt x="54" y="24"/>
                  <a:pt x="54" y="24"/>
                  <a:pt x="54" y="24"/>
                </a:cubicBezTo>
                <a:cubicBezTo>
                  <a:pt x="53" y="24"/>
                  <a:pt x="53" y="24"/>
                  <a:pt x="53" y="24"/>
                </a:cubicBezTo>
                <a:cubicBezTo>
                  <a:pt x="49" y="24"/>
                  <a:pt x="46" y="20"/>
                  <a:pt x="44" y="18"/>
                </a:cubicBezTo>
                <a:cubicBezTo>
                  <a:pt x="42" y="16"/>
                  <a:pt x="41" y="14"/>
                  <a:pt x="39" y="12"/>
                </a:cubicBezTo>
                <a:cubicBezTo>
                  <a:pt x="39" y="11"/>
                  <a:pt x="38" y="10"/>
                  <a:pt x="38" y="10"/>
                </a:cubicBezTo>
                <a:cubicBezTo>
                  <a:pt x="37" y="9"/>
                  <a:pt x="35" y="4"/>
                  <a:pt x="34" y="4"/>
                </a:cubicBezTo>
                <a:cubicBezTo>
                  <a:pt x="31" y="4"/>
                  <a:pt x="28" y="6"/>
                  <a:pt x="28" y="9"/>
                </a:cubicBezTo>
                <a:cubicBezTo>
                  <a:pt x="28" y="14"/>
                  <a:pt x="32" y="17"/>
                  <a:pt x="32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8" y="19"/>
                  <a:pt x="5" y="21"/>
                  <a:pt x="5" y="24"/>
                </a:cubicBezTo>
                <a:cubicBezTo>
                  <a:pt x="5" y="26"/>
                  <a:pt x="8" y="29"/>
                  <a:pt x="10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30"/>
                  <a:pt x="21" y="31"/>
                  <a:pt x="21" y="33"/>
                </a:cubicBezTo>
                <a:cubicBezTo>
                  <a:pt x="21" y="34"/>
                  <a:pt x="22" y="36"/>
                  <a:pt x="23" y="37"/>
                </a:cubicBezTo>
                <a:cubicBezTo>
                  <a:pt x="23" y="38"/>
                  <a:pt x="23" y="39"/>
                  <a:pt x="23" y="40"/>
                </a:cubicBezTo>
                <a:cubicBezTo>
                  <a:pt x="23" y="41"/>
                  <a:pt x="24" y="44"/>
                  <a:pt x="25" y="45"/>
                </a:cubicBezTo>
                <a:cubicBezTo>
                  <a:pt x="25" y="45"/>
                  <a:pt x="25" y="46"/>
                  <a:pt x="25" y="47"/>
                </a:cubicBezTo>
                <a:cubicBezTo>
                  <a:pt x="25" y="51"/>
                  <a:pt x="28" y="53"/>
                  <a:pt x="32" y="53"/>
                </a:cubicBezTo>
                <a:cubicBezTo>
                  <a:pt x="40" y="53"/>
                  <a:pt x="46" y="48"/>
                  <a:pt x="53" y="48"/>
                </a:cubicBezTo>
                <a:lnTo>
                  <a:pt x="54" y="48"/>
                </a:lnTo>
                <a:close/>
                <a:moveTo>
                  <a:pt x="61" y="43"/>
                </a:moveTo>
                <a:cubicBezTo>
                  <a:pt x="60" y="43"/>
                  <a:pt x="59" y="44"/>
                  <a:pt x="59" y="46"/>
                </a:cubicBezTo>
                <a:cubicBezTo>
                  <a:pt x="59" y="47"/>
                  <a:pt x="60" y="48"/>
                  <a:pt x="61" y="48"/>
                </a:cubicBezTo>
                <a:cubicBezTo>
                  <a:pt x="63" y="48"/>
                  <a:pt x="64" y="47"/>
                  <a:pt x="64" y="46"/>
                </a:cubicBezTo>
                <a:cubicBezTo>
                  <a:pt x="64" y="44"/>
                  <a:pt x="63" y="43"/>
                  <a:pt x="61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11"/>
          <p:cNvSpPr/>
          <p:nvPr/>
        </p:nvSpPr>
        <p:spPr>
          <a:xfrm>
            <a:off x="2971800" y="1316038"/>
            <a:ext cx="217488" cy="200025"/>
          </a:xfrm>
          <a:custGeom>
            <a:rect b="b" l="l" r="r" t="t"/>
            <a:pathLst>
              <a:path extrusionOk="0" h="58" w="63">
                <a:moveTo>
                  <a:pt x="52" y="58"/>
                </a:moveTo>
                <a:cubicBezTo>
                  <a:pt x="48" y="58"/>
                  <a:pt x="45" y="58"/>
                  <a:pt x="41" y="58"/>
                </a:cubicBezTo>
                <a:cubicBezTo>
                  <a:pt x="40" y="58"/>
                  <a:pt x="40" y="56"/>
                  <a:pt x="40" y="55"/>
                </a:cubicBezTo>
                <a:cubicBezTo>
                  <a:pt x="40" y="52"/>
                  <a:pt x="43" y="53"/>
                  <a:pt x="45" y="52"/>
                </a:cubicBezTo>
                <a:cubicBezTo>
                  <a:pt x="47" y="51"/>
                  <a:pt x="47" y="48"/>
                  <a:pt x="47" y="47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32"/>
                  <a:pt x="47" y="31"/>
                  <a:pt x="47" y="31"/>
                </a:cubicBezTo>
                <a:cubicBezTo>
                  <a:pt x="46" y="31"/>
                  <a:pt x="45" y="31"/>
                  <a:pt x="45" y="31"/>
                </a:cubicBezTo>
                <a:cubicBezTo>
                  <a:pt x="19" y="31"/>
                  <a:pt x="19" y="31"/>
                  <a:pt x="19" y="31"/>
                </a:cubicBezTo>
                <a:cubicBezTo>
                  <a:pt x="18" y="31"/>
                  <a:pt x="18" y="31"/>
                  <a:pt x="17" y="31"/>
                </a:cubicBezTo>
                <a:cubicBezTo>
                  <a:pt x="17" y="31"/>
                  <a:pt x="17" y="32"/>
                  <a:pt x="17" y="32"/>
                </a:cubicBezTo>
                <a:cubicBezTo>
                  <a:pt x="17" y="46"/>
                  <a:pt x="17" y="46"/>
                  <a:pt x="17" y="46"/>
                </a:cubicBezTo>
                <a:cubicBezTo>
                  <a:pt x="17" y="47"/>
                  <a:pt x="17" y="51"/>
                  <a:pt x="18" y="52"/>
                </a:cubicBezTo>
                <a:cubicBezTo>
                  <a:pt x="20" y="53"/>
                  <a:pt x="25" y="52"/>
                  <a:pt x="25" y="55"/>
                </a:cubicBezTo>
                <a:cubicBezTo>
                  <a:pt x="25" y="56"/>
                  <a:pt x="24" y="58"/>
                  <a:pt x="23" y="58"/>
                </a:cubicBezTo>
                <a:cubicBezTo>
                  <a:pt x="19" y="58"/>
                  <a:pt x="16" y="58"/>
                  <a:pt x="12" y="58"/>
                </a:cubicBezTo>
                <a:cubicBezTo>
                  <a:pt x="9" y="58"/>
                  <a:pt x="6" y="58"/>
                  <a:pt x="3" y="58"/>
                </a:cubicBezTo>
                <a:cubicBezTo>
                  <a:pt x="2" y="58"/>
                  <a:pt x="1" y="56"/>
                  <a:pt x="1" y="55"/>
                </a:cubicBezTo>
                <a:cubicBezTo>
                  <a:pt x="1" y="52"/>
                  <a:pt x="4" y="53"/>
                  <a:pt x="6" y="52"/>
                </a:cubicBezTo>
                <a:cubicBezTo>
                  <a:pt x="8" y="51"/>
                  <a:pt x="8" y="48"/>
                  <a:pt x="8" y="47"/>
                </a:cubicBezTo>
                <a:cubicBezTo>
                  <a:pt x="8" y="45"/>
                  <a:pt x="8" y="45"/>
                  <a:pt x="8" y="45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2"/>
                  <a:pt x="8" y="6"/>
                  <a:pt x="6" y="5"/>
                </a:cubicBezTo>
                <a:cubicBezTo>
                  <a:pt x="4" y="4"/>
                  <a:pt x="0" y="6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5" y="0"/>
                  <a:pt x="9" y="0"/>
                  <a:pt x="12" y="0"/>
                </a:cubicBezTo>
                <a:cubicBezTo>
                  <a:pt x="16" y="0"/>
                  <a:pt x="19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5"/>
                  <a:pt x="20" y="4"/>
                  <a:pt x="18" y="5"/>
                </a:cubicBezTo>
                <a:cubicBezTo>
                  <a:pt x="17" y="6"/>
                  <a:pt x="17" y="10"/>
                  <a:pt x="17" y="11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4"/>
                  <a:pt x="17" y="24"/>
                  <a:pt x="17" y="24"/>
                </a:cubicBezTo>
                <a:cubicBezTo>
                  <a:pt x="18" y="25"/>
                  <a:pt x="18" y="25"/>
                  <a:pt x="19" y="25"/>
                </a:cubicBezTo>
                <a:cubicBezTo>
                  <a:pt x="45" y="25"/>
                  <a:pt x="45" y="25"/>
                  <a:pt x="45" y="25"/>
                </a:cubicBezTo>
                <a:cubicBezTo>
                  <a:pt x="46" y="25"/>
                  <a:pt x="46" y="25"/>
                  <a:pt x="47" y="24"/>
                </a:cubicBezTo>
                <a:cubicBezTo>
                  <a:pt x="47" y="24"/>
                  <a:pt x="47" y="24"/>
                  <a:pt x="47" y="23"/>
                </a:cubicBezTo>
                <a:cubicBezTo>
                  <a:pt x="47" y="11"/>
                  <a:pt x="47" y="11"/>
                  <a:pt x="47" y="11"/>
                </a:cubicBezTo>
                <a:cubicBezTo>
                  <a:pt x="47" y="10"/>
                  <a:pt x="47" y="6"/>
                  <a:pt x="45" y="5"/>
                </a:cubicBezTo>
                <a:cubicBezTo>
                  <a:pt x="43" y="4"/>
                  <a:pt x="40" y="5"/>
                  <a:pt x="40" y="2"/>
                </a:cubicBezTo>
                <a:cubicBezTo>
                  <a:pt x="40" y="1"/>
                  <a:pt x="40" y="0"/>
                  <a:pt x="41" y="0"/>
                </a:cubicBezTo>
                <a:cubicBezTo>
                  <a:pt x="45" y="0"/>
                  <a:pt x="48" y="0"/>
                  <a:pt x="52" y="0"/>
                </a:cubicBezTo>
                <a:cubicBezTo>
                  <a:pt x="55" y="0"/>
                  <a:pt x="58" y="0"/>
                  <a:pt x="61" y="0"/>
                </a:cubicBezTo>
                <a:cubicBezTo>
                  <a:pt x="63" y="0"/>
                  <a:pt x="63" y="1"/>
                  <a:pt x="63" y="2"/>
                </a:cubicBezTo>
                <a:cubicBezTo>
                  <a:pt x="63" y="6"/>
                  <a:pt x="59" y="4"/>
                  <a:pt x="57" y="5"/>
                </a:cubicBezTo>
                <a:cubicBezTo>
                  <a:pt x="56" y="6"/>
                  <a:pt x="56" y="10"/>
                  <a:pt x="56" y="11"/>
                </a:cubicBezTo>
                <a:cubicBezTo>
                  <a:pt x="56" y="47"/>
                  <a:pt x="56" y="47"/>
                  <a:pt x="56" y="47"/>
                </a:cubicBezTo>
                <a:cubicBezTo>
                  <a:pt x="56" y="48"/>
                  <a:pt x="56" y="51"/>
                  <a:pt x="57" y="52"/>
                </a:cubicBezTo>
                <a:cubicBezTo>
                  <a:pt x="59" y="53"/>
                  <a:pt x="63" y="52"/>
                  <a:pt x="63" y="55"/>
                </a:cubicBezTo>
                <a:cubicBezTo>
                  <a:pt x="63" y="56"/>
                  <a:pt x="63" y="58"/>
                  <a:pt x="62" y="58"/>
                </a:cubicBezTo>
                <a:cubicBezTo>
                  <a:pt x="58" y="58"/>
                  <a:pt x="55" y="58"/>
                  <a:pt x="52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11"/>
          <p:cNvSpPr/>
          <p:nvPr/>
        </p:nvSpPr>
        <p:spPr>
          <a:xfrm>
            <a:off x="3460750" y="1316038"/>
            <a:ext cx="198438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11"/>
          <p:cNvSpPr/>
          <p:nvPr/>
        </p:nvSpPr>
        <p:spPr>
          <a:xfrm>
            <a:off x="3954463" y="1316038"/>
            <a:ext cx="177800" cy="182562"/>
          </a:xfrm>
          <a:custGeom>
            <a:rect b="b" l="l" r="r" t="t"/>
            <a:pathLst>
              <a:path extrusionOk="0" h="53" w="52">
                <a:moveTo>
                  <a:pt x="37" y="37"/>
                </a:moveTo>
                <a:cubicBezTo>
                  <a:pt x="37" y="38"/>
                  <a:pt x="37" y="38"/>
                  <a:pt x="36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29" y="38"/>
                  <a:pt x="29" y="38"/>
                  <a:pt x="29" y="37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3"/>
                  <a:pt x="24" y="8"/>
                  <a:pt x="1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52"/>
                  <a:pt x="8" y="53"/>
                  <a:pt x="7" y="53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9" y="0"/>
                  <a:pt x="37" y="8"/>
                  <a:pt x="37" y="18"/>
                </a:cubicBezTo>
                <a:lnTo>
                  <a:pt x="37" y="37"/>
                </a:lnTo>
                <a:close/>
                <a:moveTo>
                  <a:pt x="52" y="34"/>
                </a:moveTo>
                <a:cubicBezTo>
                  <a:pt x="52" y="45"/>
                  <a:pt x="44" y="53"/>
                  <a:pt x="33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5" y="53"/>
                  <a:pt x="14" y="52"/>
                  <a:pt x="14" y="52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5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3" y="15"/>
                  <a:pt x="23" y="15"/>
                </a:cubicBezTo>
                <a:cubicBezTo>
                  <a:pt x="23" y="44"/>
                  <a:pt x="23" y="44"/>
                  <a:pt x="23" y="44"/>
                </a:cubicBezTo>
                <a:cubicBezTo>
                  <a:pt x="33" y="44"/>
                  <a:pt x="33" y="44"/>
                  <a:pt x="33" y="44"/>
                </a:cubicBezTo>
                <a:cubicBezTo>
                  <a:pt x="39" y="44"/>
                  <a:pt x="43" y="40"/>
                  <a:pt x="43" y="34"/>
                </a:cubicBezTo>
                <a:cubicBezTo>
                  <a:pt x="43" y="1"/>
                  <a:pt x="43" y="1"/>
                  <a:pt x="43" y="1"/>
                </a:cubicBezTo>
                <a:cubicBezTo>
                  <a:pt x="43" y="0"/>
                  <a:pt x="44" y="0"/>
                  <a:pt x="45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2" y="0"/>
                  <a:pt x="52" y="1"/>
                </a:cubicBezTo>
                <a:lnTo>
                  <a:pt x="52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11"/>
          <p:cNvSpPr/>
          <p:nvPr/>
        </p:nvSpPr>
        <p:spPr>
          <a:xfrm>
            <a:off x="4448175" y="1316038"/>
            <a:ext cx="82550" cy="182562"/>
          </a:xfrm>
          <a:custGeom>
            <a:rect b="b" l="l" r="r" t="t"/>
            <a:pathLst>
              <a:path extrusionOk="0" h="53" w="24">
                <a:moveTo>
                  <a:pt x="24" y="51"/>
                </a:moveTo>
                <a:cubicBezTo>
                  <a:pt x="24" y="52"/>
                  <a:pt x="23" y="53"/>
                  <a:pt x="22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1" y="43"/>
                  <a:pt x="2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29"/>
                  <a:pt x="5" y="29"/>
                  <a:pt x="5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1" y="29"/>
                  <a:pt x="0" y="28"/>
                  <a:pt x="0" y="26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0"/>
                  <a:pt x="1" y="19"/>
                  <a:pt x="2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9"/>
                  <a:pt x="19" y="20"/>
                  <a:pt x="19" y="21"/>
                </a:cubicBezTo>
                <a:cubicBezTo>
                  <a:pt x="19" y="43"/>
                  <a:pt x="19" y="43"/>
                  <a:pt x="19" y="43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4" y="44"/>
                  <a:pt x="24" y="46"/>
                </a:cubicBezTo>
                <a:lnTo>
                  <a:pt x="24" y="51"/>
                </a:lnTo>
                <a:close/>
                <a:moveTo>
                  <a:pt x="19" y="9"/>
                </a:moveTo>
                <a:cubicBezTo>
                  <a:pt x="19" y="11"/>
                  <a:pt x="18" y="12"/>
                  <a:pt x="1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6" y="12"/>
                  <a:pt x="5" y="11"/>
                  <a:pt x="5" y="9"/>
                </a:cubicBezTo>
                <a:cubicBezTo>
                  <a:pt x="5" y="2"/>
                  <a:pt x="5" y="2"/>
                  <a:pt x="5" y="2"/>
                </a:cubicBezTo>
                <a:cubicBezTo>
                  <a:pt x="5" y="1"/>
                  <a:pt x="6" y="0"/>
                  <a:pt x="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9" y="1"/>
                  <a:pt x="19" y="2"/>
                </a:cubicBezTo>
                <a:lnTo>
                  <a:pt x="19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11"/>
          <p:cNvSpPr/>
          <p:nvPr/>
        </p:nvSpPr>
        <p:spPr>
          <a:xfrm>
            <a:off x="4943475" y="1298575"/>
            <a:ext cx="249238" cy="233363"/>
          </a:xfrm>
          <a:custGeom>
            <a:rect b="b" l="l" r="r" t="t"/>
            <a:pathLst>
              <a:path extrusionOk="0" h="68" w="73">
                <a:moveTo>
                  <a:pt x="73" y="14"/>
                </a:moveTo>
                <a:cubicBezTo>
                  <a:pt x="73" y="19"/>
                  <a:pt x="73" y="19"/>
                  <a:pt x="73" y="19"/>
                </a:cubicBezTo>
                <a:cubicBezTo>
                  <a:pt x="68" y="19"/>
                  <a:pt x="68" y="19"/>
                  <a:pt x="68" y="19"/>
                </a:cubicBezTo>
                <a:cubicBezTo>
                  <a:pt x="68" y="20"/>
                  <a:pt x="67" y="22"/>
                  <a:pt x="65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22"/>
                  <a:pt x="5" y="20"/>
                  <a:pt x="5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36" y="0"/>
                  <a:pt x="36" y="0"/>
                  <a:pt x="36" y="0"/>
                </a:cubicBezTo>
                <a:lnTo>
                  <a:pt x="73" y="14"/>
                </a:lnTo>
                <a:close/>
                <a:moveTo>
                  <a:pt x="73" y="63"/>
                </a:moveTo>
                <a:cubicBezTo>
                  <a:pt x="73" y="68"/>
                  <a:pt x="73" y="68"/>
                  <a:pt x="73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2"/>
                  <a:pt x="1" y="60"/>
                  <a:pt x="2" y="60"/>
                </a:cubicBezTo>
                <a:cubicBezTo>
                  <a:pt x="70" y="60"/>
                  <a:pt x="70" y="60"/>
                  <a:pt x="70" y="60"/>
                </a:cubicBezTo>
                <a:cubicBezTo>
                  <a:pt x="71" y="60"/>
                  <a:pt x="73" y="62"/>
                  <a:pt x="73" y="63"/>
                </a:cubicBezTo>
                <a:close/>
                <a:moveTo>
                  <a:pt x="19" y="24"/>
                </a:moveTo>
                <a:cubicBezTo>
                  <a:pt x="19" y="53"/>
                  <a:pt x="19" y="53"/>
                  <a:pt x="19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4" y="24"/>
                  <a:pt x="24" y="24"/>
                  <a:pt x="24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53"/>
                  <a:pt x="34" y="53"/>
                  <a:pt x="34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24"/>
                  <a:pt x="39" y="24"/>
                  <a:pt x="39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53"/>
                  <a:pt x="48" y="53"/>
                  <a:pt x="48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3" y="24"/>
                  <a:pt x="53" y="24"/>
                  <a:pt x="5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3" y="53"/>
                  <a:pt x="63" y="53"/>
                  <a:pt x="63" y="53"/>
                </a:cubicBezTo>
                <a:cubicBezTo>
                  <a:pt x="65" y="53"/>
                  <a:pt x="65" y="53"/>
                  <a:pt x="65" y="53"/>
                </a:cubicBezTo>
                <a:cubicBezTo>
                  <a:pt x="67" y="53"/>
                  <a:pt x="68" y="54"/>
                  <a:pt x="68" y="56"/>
                </a:cubicBezTo>
                <a:cubicBezTo>
                  <a:pt x="68" y="58"/>
                  <a:pt x="68" y="58"/>
                  <a:pt x="68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5" y="56"/>
                  <a:pt x="5" y="56"/>
                  <a:pt x="5" y="56"/>
                </a:cubicBezTo>
                <a:cubicBezTo>
                  <a:pt x="5" y="54"/>
                  <a:pt x="6" y="53"/>
                  <a:pt x="7" y="53"/>
                </a:cubicBezTo>
                <a:cubicBezTo>
                  <a:pt x="9" y="53"/>
                  <a:pt x="9" y="53"/>
                  <a:pt x="9" y="53"/>
                </a:cubicBezTo>
                <a:cubicBezTo>
                  <a:pt x="9" y="24"/>
                  <a:pt x="9" y="24"/>
                  <a:pt x="9" y="24"/>
                </a:cubicBezTo>
                <a:lnTo>
                  <a:pt x="19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11"/>
          <p:cNvSpPr/>
          <p:nvPr/>
        </p:nvSpPr>
        <p:spPr>
          <a:xfrm>
            <a:off x="5437188" y="1316038"/>
            <a:ext cx="133350" cy="182562"/>
          </a:xfrm>
          <a:custGeom>
            <a:rect b="b" l="l" r="r" t="t"/>
            <a:pathLst>
              <a:path extrusionOk="0" h="53" w="39">
                <a:moveTo>
                  <a:pt x="16" y="53"/>
                </a:moveTo>
                <a:cubicBezTo>
                  <a:pt x="15" y="53"/>
                  <a:pt x="15" y="52"/>
                  <a:pt x="15" y="52"/>
                </a:cubicBezTo>
                <a:cubicBezTo>
                  <a:pt x="15" y="39"/>
                  <a:pt x="15" y="39"/>
                  <a:pt x="15" y="39"/>
                </a:cubicBezTo>
                <a:cubicBezTo>
                  <a:pt x="4" y="39"/>
                  <a:pt x="4" y="39"/>
                  <a:pt x="4" y="39"/>
                </a:cubicBezTo>
                <a:cubicBezTo>
                  <a:pt x="3" y="39"/>
                  <a:pt x="3" y="39"/>
                  <a:pt x="3" y="38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3"/>
                  <a:pt x="3" y="33"/>
                  <a:pt x="4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0"/>
                  <a:pt x="15" y="30"/>
                  <a:pt x="15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3" y="29"/>
                  <a:pt x="3" y="28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4"/>
                  <a:pt x="3" y="23"/>
                  <a:pt x="4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8"/>
                  <a:pt x="19" y="20"/>
                  <a:pt x="20" y="21"/>
                </a:cubicBezTo>
                <a:cubicBezTo>
                  <a:pt x="20" y="19"/>
                  <a:pt x="21" y="18"/>
                  <a:pt x="22" y="16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9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27" y="23"/>
                  <a:pt x="27" y="23"/>
                  <a:pt x="27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4"/>
                  <a:pt x="36" y="25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9"/>
                  <a:pt x="36" y="30"/>
                  <a:pt x="35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3"/>
                  <a:pt x="24" y="33"/>
                  <a:pt x="24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6" y="33"/>
                  <a:pt x="36" y="33"/>
                  <a:pt x="36" y="34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9"/>
                  <a:pt x="36" y="39"/>
                  <a:pt x="3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2"/>
                  <a:pt x="23" y="53"/>
                  <a:pt x="23" y="53"/>
                </a:cubicBezTo>
                <a:lnTo>
                  <a:pt x="16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11"/>
          <p:cNvSpPr/>
          <p:nvPr/>
        </p:nvSpPr>
        <p:spPr>
          <a:xfrm>
            <a:off x="5930900" y="1316038"/>
            <a:ext cx="233363" cy="182562"/>
          </a:xfrm>
          <a:custGeom>
            <a:rect b="b" l="l" r="r" t="t"/>
            <a:pathLst>
              <a:path extrusionOk="0" h="53" w="68">
                <a:moveTo>
                  <a:pt x="68" y="27"/>
                </a:moveTo>
                <a:cubicBezTo>
                  <a:pt x="68" y="28"/>
                  <a:pt x="67" y="29"/>
                  <a:pt x="67" y="29"/>
                </a:cubicBezTo>
                <a:cubicBezTo>
                  <a:pt x="58" y="29"/>
                  <a:pt x="58" y="29"/>
                  <a:pt x="58" y="29"/>
                </a:cubicBezTo>
                <a:cubicBezTo>
                  <a:pt x="52" y="52"/>
                  <a:pt x="52" y="52"/>
                  <a:pt x="52" y="52"/>
                </a:cubicBezTo>
                <a:cubicBezTo>
                  <a:pt x="52" y="53"/>
                  <a:pt x="52" y="53"/>
                  <a:pt x="51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3"/>
                  <a:pt x="44" y="53"/>
                  <a:pt x="44" y="52"/>
                </a:cubicBezTo>
                <a:cubicBezTo>
                  <a:pt x="38" y="29"/>
                  <a:pt x="38" y="29"/>
                  <a:pt x="38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23" y="52"/>
                  <a:pt x="23" y="52"/>
                  <a:pt x="23" y="52"/>
                </a:cubicBezTo>
                <a:cubicBezTo>
                  <a:pt x="23" y="53"/>
                  <a:pt x="23" y="53"/>
                  <a:pt x="22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5" y="53"/>
                  <a:pt x="15" y="52"/>
                </a:cubicBezTo>
                <a:cubicBezTo>
                  <a:pt x="9" y="29"/>
                  <a:pt x="9" y="29"/>
                  <a:pt x="9" y="29"/>
                </a:cubicBezTo>
                <a:cubicBezTo>
                  <a:pt x="1" y="29"/>
                  <a:pt x="1" y="29"/>
                  <a:pt x="1" y="29"/>
                </a:cubicBezTo>
                <a:cubicBezTo>
                  <a:pt x="0" y="29"/>
                  <a:pt x="0" y="28"/>
                  <a:pt x="0" y="27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4"/>
                  <a:pt x="0" y="24"/>
                  <a:pt x="1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6" y="19"/>
                  <a:pt x="6" y="19"/>
                  <a:pt x="6" y="19"/>
                </a:cubicBezTo>
                <a:cubicBezTo>
                  <a:pt x="1" y="19"/>
                  <a:pt x="1" y="19"/>
                  <a:pt x="1" y="19"/>
                </a:cubicBezTo>
                <a:cubicBezTo>
                  <a:pt x="0" y="19"/>
                  <a:pt x="0" y="18"/>
                  <a:pt x="0" y="1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4"/>
                  <a:pt x="1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2" y="0"/>
                  <a:pt x="3" y="0"/>
                  <a:pt x="3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3" y="14"/>
                  <a:pt x="13" y="14"/>
                  <a:pt x="13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41" y="14"/>
                  <a:pt x="41" y="14"/>
                  <a:pt x="41" y="14"/>
                </a:cubicBezTo>
                <a:cubicBezTo>
                  <a:pt x="55" y="14"/>
                  <a:pt x="55" y="14"/>
                  <a:pt x="55" y="14"/>
                </a:cubicBezTo>
                <a:cubicBezTo>
                  <a:pt x="58" y="0"/>
                  <a:pt x="58" y="0"/>
                  <a:pt x="58" y="0"/>
                </a:cubicBezTo>
                <a:cubicBezTo>
                  <a:pt x="58" y="0"/>
                  <a:pt x="59" y="0"/>
                  <a:pt x="59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5" y="0"/>
                  <a:pt x="65" y="0"/>
                  <a:pt x="66" y="0"/>
                </a:cubicBezTo>
                <a:cubicBezTo>
                  <a:pt x="66" y="0"/>
                  <a:pt x="66" y="1"/>
                  <a:pt x="66" y="1"/>
                </a:cubicBezTo>
                <a:cubicBezTo>
                  <a:pt x="62" y="14"/>
                  <a:pt x="62" y="14"/>
                  <a:pt x="62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7" y="14"/>
                  <a:pt x="68" y="15"/>
                  <a:pt x="68" y="15"/>
                </a:cubicBezTo>
                <a:cubicBezTo>
                  <a:pt x="68" y="18"/>
                  <a:pt x="68" y="18"/>
                  <a:pt x="68" y="18"/>
                </a:cubicBezTo>
                <a:cubicBezTo>
                  <a:pt x="68" y="18"/>
                  <a:pt x="67" y="19"/>
                  <a:pt x="67" y="19"/>
                </a:cubicBezTo>
                <a:cubicBezTo>
                  <a:pt x="61" y="19"/>
                  <a:pt x="61" y="19"/>
                  <a:pt x="61" y="19"/>
                </a:cubicBezTo>
                <a:cubicBezTo>
                  <a:pt x="60" y="24"/>
                  <a:pt x="60" y="24"/>
                  <a:pt x="60" y="24"/>
                </a:cubicBezTo>
                <a:cubicBezTo>
                  <a:pt x="67" y="24"/>
                  <a:pt x="67" y="24"/>
                  <a:pt x="67" y="24"/>
                </a:cubicBezTo>
                <a:cubicBezTo>
                  <a:pt x="67" y="24"/>
                  <a:pt x="68" y="24"/>
                  <a:pt x="68" y="25"/>
                </a:cubicBezTo>
                <a:lnTo>
                  <a:pt x="68" y="27"/>
                </a:lnTo>
                <a:close/>
                <a:moveTo>
                  <a:pt x="25" y="19"/>
                </a:moveTo>
                <a:cubicBezTo>
                  <a:pt x="14" y="19"/>
                  <a:pt x="14" y="19"/>
                  <a:pt x="14" y="19"/>
                </a:cubicBezTo>
                <a:cubicBezTo>
                  <a:pt x="15" y="24"/>
                  <a:pt x="15" y="24"/>
                  <a:pt x="15" y="24"/>
                </a:cubicBezTo>
                <a:cubicBezTo>
                  <a:pt x="24" y="24"/>
                  <a:pt x="24" y="24"/>
                  <a:pt x="24" y="24"/>
                </a:cubicBezTo>
                <a:lnTo>
                  <a:pt x="25" y="19"/>
                </a:lnTo>
                <a:close/>
                <a:moveTo>
                  <a:pt x="22" y="29"/>
                </a:moveTo>
                <a:cubicBezTo>
                  <a:pt x="16" y="29"/>
                  <a:pt x="16" y="29"/>
                  <a:pt x="16" y="29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40"/>
                  <a:pt x="19" y="40"/>
                  <a:pt x="19" y="40"/>
                </a:cubicBezTo>
                <a:lnTo>
                  <a:pt x="22" y="29"/>
                </a:lnTo>
                <a:close/>
                <a:moveTo>
                  <a:pt x="36" y="24"/>
                </a:moveTo>
                <a:cubicBezTo>
                  <a:pt x="35" y="19"/>
                  <a:pt x="35" y="19"/>
                  <a:pt x="35" y="19"/>
                </a:cubicBezTo>
                <a:cubicBezTo>
                  <a:pt x="32" y="19"/>
                  <a:pt x="32" y="19"/>
                  <a:pt x="32" y="19"/>
                </a:cubicBezTo>
                <a:cubicBezTo>
                  <a:pt x="31" y="24"/>
                  <a:pt x="31" y="24"/>
                  <a:pt x="31" y="24"/>
                </a:cubicBezTo>
                <a:lnTo>
                  <a:pt x="36" y="24"/>
                </a:lnTo>
                <a:close/>
                <a:moveTo>
                  <a:pt x="53" y="19"/>
                </a:moveTo>
                <a:cubicBezTo>
                  <a:pt x="42" y="19"/>
                  <a:pt x="42" y="19"/>
                  <a:pt x="42" y="19"/>
                </a:cubicBezTo>
                <a:cubicBezTo>
                  <a:pt x="43" y="24"/>
                  <a:pt x="43" y="24"/>
                  <a:pt x="43" y="24"/>
                </a:cubicBezTo>
                <a:cubicBezTo>
                  <a:pt x="52" y="24"/>
                  <a:pt x="52" y="24"/>
                  <a:pt x="52" y="24"/>
                </a:cubicBezTo>
                <a:lnTo>
                  <a:pt x="53" y="19"/>
                </a:lnTo>
                <a:close/>
                <a:moveTo>
                  <a:pt x="51" y="29"/>
                </a:moveTo>
                <a:cubicBezTo>
                  <a:pt x="45" y="29"/>
                  <a:pt x="45" y="29"/>
                  <a:pt x="45" y="29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lnTo>
                  <a:pt x="51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11"/>
          <p:cNvSpPr/>
          <p:nvPr/>
        </p:nvSpPr>
        <p:spPr>
          <a:xfrm>
            <a:off x="6426200" y="1316038"/>
            <a:ext cx="198438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5" y="26"/>
                </a:moveTo>
                <a:cubicBezTo>
                  <a:pt x="43" y="25"/>
                  <a:pt x="41" y="24"/>
                  <a:pt x="41" y="22"/>
                </a:cubicBezTo>
                <a:cubicBezTo>
                  <a:pt x="41" y="22"/>
                  <a:pt x="40" y="21"/>
                  <a:pt x="40" y="21"/>
                </a:cubicBezTo>
                <a:cubicBezTo>
                  <a:pt x="40" y="19"/>
                  <a:pt x="42" y="18"/>
                  <a:pt x="44" y="18"/>
                </a:cubicBezTo>
                <a:cubicBezTo>
                  <a:pt x="45" y="18"/>
                  <a:pt x="46" y="18"/>
                  <a:pt x="46" y="19"/>
                </a:cubicBezTo>
                <a:cubicBezTo>
                  <a:pt x="46" y="19"/>
                  <a:pt x="46" y="19"/>
                  <a:pt x="46" y="19"/>
                </a:cubicBezTo>
                <a:cubicBezTo>
                  <a:pt x="47" y="19"/>
                  <a:pt x="47" y="20"/>
                  <a:pt x="48" y="21"/>
                </a:cubicBezTo>
                <a:cubicBezTo>
                  <a:pt x="51" y="18"/>
                  <a:pt x="51" y="18"/>
                  <a:pt x="51" y="18"/>
                </a:cubicBezTo>
                <a:cubicBezTo>
                  <a:pt x="51" y="17"/>
                  <a:pt x="50" y="16"/>
                  <a:pt x="49" y="15"/>
                </a:cubicBezTo>
                <a:cubicBezTo>
                  <a:pt x="48" y="14"/>
                  <a:pt x="46" y="14"/>
                  <a:pt x="44" y="14"/>
                </a:cubicBezTo>
                <a:cubicBezTo>
                  <a:pt x="40" y="14"/>
                  <a:pt x="36" y="17"/>
                  <a:pt x="36" y="21"/>
                </a:cubicBezTo>
                <a:cubicBezTo>
                  <a:pt x="36" y="21"/>
                  <a:pt x="36" y="21"/>
                  <a:pt x="36" y="22"/>
                </a:cubicBezTo>
                <a:cubicBezTo>
                  <a:pt x="37" y="27"/>
                  <a:pt x="39" y="29"/>
                  <a:pt x="44" y="30"/>
                </a:cubicBezTo>
                <a:cubicBezTo>
                  <a:pt x="46" y="31"/>
                  <a:pt x="50" y="32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8"/>
                  <a:pt x="47" y="39"/>
                  <a:pt x="44" y="39"/>
                </a:cubicBezTo>
                <a:cubicBezTo>
                  <a:pt x="41" y="39"/>
                  <a:pt x="39" y="36"/>
                  <a:pt x="38" y="34"/>
                </a:cubicBezTo>
                <a:cubicBezTo>
                  <a:pt x="34" y="25"/>
                  <a:pt x="33" y="14"/>
                  <a:pt x="20" y="14"/>
                </a:cubicBezTo>
                <a:cubicBezTo>
                  <a:pt x="12" y="14"/>
                  <a:pt x="5" y="21"/>
                  <a:pt x="5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37"/>
                  <a:pt x="11" y="44"/>
                  <a:pt x="20" y="44"/>
                </a:cubicBezTo>
                <a:cubicBezTo>
                  <a:pt x="24" y="44"/>
                  <a:pt x="27" y="43"/>
                  <a:pt x="30" y="40"/>
                </a:cubicBezTo>
                <a:cubicBezTo>
                  <a:pt x="31" y="39"/>
                  <a:pt x="31" y="38"/>
                  <a:pt x="31" y="38"/>
                </a:cubicBezTo>
                <a:cubicBezTo>
                  <a:pt x="29" y="34"/>
                  <a:pt x="29" y="34"/>
                  <a:pt x="29" y="34"/>
                </a:cubicBezTo>
                <a:cubicBezTo>
                  <a:pt x="27" y="38"/>
                  <a:pt x="24" y="39"/>
                  <a:pt x="20" y="39"/>
                </a:cubicBezTo>
                <a:cubicBezTo>
                  <a:pt x="14" y="39"/>
                  <a:pt x="10" y="34"/>
                  <a:pt x="10" y="28"/>
                </a:cubicBezTo>
                <a:cubicBezTo>
                  <a:pt x="10" y="23"/>
                  <a:pt x="14" y="18"/>
                  <a:pt x="20" y="18"/>
                </a:cubicBezTo>
                <a:cubicBezTo>
                  <a:pt x="26" y="18"/>
                  <a:pt x="28" y="21"/>
                  <a:pt x="30" y="27"/>
                </a:cubicBezTo>
                <a:cubicBezTo>
                  <a:pt x="33" y="33"/>
                  <a:pt x="35" y="44"/>
                  <a:pt x="44" y="44"/>
                </a:cubicBezTo>
                <a:cubicBezTo>
                  <a:pt x="50" y="44"/>
                  <a:pt x="54" y="40"/>
                  <a:pt x="54" y="35"/>
                </a:cubicBezTo>
                <a:cubicBezTo>
                  <a:pt x="54" y="29"/>
                  <a:pt x="50" y="27"/>
                  <a:pt x="45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11"/>
          <p:cNvSpPr/>
          <p:nvPr/>
        </p:nvSpPr>
        <p:spPr>
          <a:xfrm>
            <a:off x="6919913" y="1330325"/>
            <a:ext cx="133350" cy="185738"/>
          </a:xfrm>
          <a:custGeom>
            <a:rect b="b" l="l" r="r" t="t"/>
            <a:pathLst>
              <a:path extrusionOk="0" h="54" w="39">
                <a:moveTo>
                  <a:pt x="28" y="0"/>
                </a:moveTo>
                <a:cubicBezTo>
                  <a:pt x="28" y="0"/>
                  <a:pt x="29" y="1"/>
                  <a:pt x="29" y="2"/>
                </a:cubicBezTo>
                <a:cubicBezTo>
                  <a:pt x="29" y="34"/>
                  <a:pt x="29" y="34"/>
                  <a:pt x="29" y="34"/>
                </a:cubicBezTo>
                <a:cubicBezTo>
                  <a:pt x="36" y="34"/>
                  <a:pt x="36" y="34"/>
                  <a:pt x="36" y="34"/>
                </a:cubicBezTo>
                <a:cubicBezTo>
                  <a:pt x="37" y="34"/>
                  <a:pt x="38" y="35"/>
                  <a:pt x="38" y="36"/>
                </a:cubicBezTo>
                <a:cubicBezTo>
                  <a:pt x="39" y="37"/>
                  <a:pt x="39" y="38"/>
                  <a:pt x="38" y="38"/>
                </a:cubicBezTo>
                <a:cubicBezTo>
                  <a:pt x="26" y="53"/>
                  <a:pt x="26" y="53"/>
                  <a:pt x="26" y="53"/>
                </a:cubicBezTo>
                <a:cubicBezTo>
                  <a:pt x="25" y="54"/>
                  <a:pt x="23" y="54"/>
                  <a:pt x="22" y="53"/>
                </a:cubicBezTo>
                <a:cubicBezTo>
                  <a:pt x="10" y="38"/>
                  <a:pt x="10" y="38"/>
                  <a:pt x="10" y="38"/>
                </a:cubicBezTo>
                <a:cubicBezTo>
                  <a:pt x="9" y="38"/>
                  <a:pt x="9" y="37"/>
                  <a:pt x="10" y="36"/>
                </a:cubicBezTo>
                <a:cubicBezTo>
                  <a:pt x="10" y="35"/>
                  <a:pt x="11" y="34"/>
                  <a:pt x="12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10"/>
                  <a:pt x="19" y="10"/>
                  <a:pt x="19" y="10"/>
                </a:cubicBezTo>
                <a:cubicBezTo>
                  <a:pt x="7" y="10"/>
                  <a:pt x="7" y="10"/>
                  <a:pt x="7" y="10"/>
                </a:cubicBezTo>
                <a:cubicBezTo>
                  <a:pt x="7" y="10"/>
                  <a:pt x="6" y="10"/>
                  <a:pt x="6" y="10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1"/>
                </a:cubicBezTo>
                <a:cubicBezTo>
                  <a:pt x="0" y="1"/>
                  <a:pt x="1" y="0"/>
                  <a:pt x="1" y="0"/>
                </a:cubicBezTo>
                <a:lnTo>
                  <a:pt x="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11"/>
          <p:cNvSpPr/>
          <p:nvPr/>
        </p:nvSpPr>
        <p:spPr>
          <a:xfrm>
            <a:off x="7413625" y="1298575"/>
            <a:ext cx="233363" cy="233363"/>
          </a:xfrm>
          <a:custGeom>
            <a:rect b="b" l="l" r="r" t="t"/>
            <a:pathLst>
              <a:path extrusionOk="0" h="68" w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15" y="40"/>
                </a:moveTo>
                <a:cubicBezTo>
                  <a:pt x="15" y="38"/>
                  <a:pt x="14" y="36"/>
                  <a:pt x="14" y="34"/>
                </a:cubicBezTo>
                <a:cubicBezTo>
                  <a:pt x="14" y="31"/>
                  <a:pt x="15" y="29"/>
                  <a:pt x="15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6" y="24"/>
                  <a:pt x="5" y="29"/>
                  <a:pt x="5" y="34"/>
                </a:cubicBezTo>
                <a:cubicBezTo>
                  <a:pt x="5" y="39"/>
                  <a:pt x="6" y="43"/>
                  <a:pt x="8" y="47"/>
                </a:cubicBezTo>
                <a:lnTo>
                  <a:pt x="15" y="40"/>
                </a:lnTo>
                <a:close/>
                <a:moveTo>
                  <a:pt x="48" y="34"/>
                </a:moveTo>
                <a:cubicBezTo>
                  <a:pt x="48" y="26"/>
                  <a:pt x="42" y="19"/>
                  <a:pt x="34" y="19"/>
                </a:cubicBezTo>
                <a:cubicBezTo>
                  <a:pt x="26" y="19"/>
                  <a:pt x="19" y="26"/>
                  <a:pt x="19" y="34"/>
                </a:cubicBezTo>
                <a:cubicBezTo>
                  <a:pt x="19" y="42"/>
                  <a:pt x="26" y="48"/>
                  <a:pt x="34" y="48"/>
                </a:cubicBezTo>
                <a:cubicBezTo>
                  <a:pt x="42" y="48"/>
                  <a:pt x="48" y="42"/>
                  <a:pt x="48" y="34"/>
                </a:cubicBezTo>
                <a:close/>
                <a:moveTo>
                  <a:pt x="20" y="8"/>
                </a:move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32" y="14"/>
                  <a:pt x="34" y="14"/>
                </a:cubicBezTo>
                <a:cubicBezTo>
                  <a:pt x="36" y="14"/>
                  <a:pt x="38" y="15"/>
                  <a:pt x="40" y="15"/>
                </a:cubicBezTo>
                <a:cubicBezTo>
                  <a:pt x="47" y="8"/>
                  <a:pt x="47" y="8"/>
                  <a:pt x="47" y="8"/>
                </a:cubicBezTo>
                <a:cubicBezTo>
                  <a:pt x="43" y="6"/>
                  <a:pt x="39" y="5"/>
                  <a:pt x="34" y="5"/>
                </a:cubicBezTo>
                <a:cubicBezTo>
                  <a:pt x="29" y="5"/>
                  <a:pt x="24" y="6"/>
                  <a:pt x="20" y="8"/>
                </a:cubicBezTo>
                <a:close/>
                <a:moveTo>
                  <a:pt x="47" y="59"/>
                </a:moveTo>
                <a:cubicBezTo>
                  <a:pt x="40" y="52"/>
                  <a:pt x="40" y="52"/>
                  <a:pt x="40" y="52"/>
                </a:cubicBezTo>
                <a:cubicBezTo>
                  <a:pt x="38" y="53"/>
                  <a:pt x="36" y="53"/>
                  <a:pt x="34" y="53"/>
                </a:cubicBezTo>
                <a:cubicBezTo>
                  <a:pt x="32" y="53"/>
                  <a:pt x="29" y="53"/>
                  <a:pt x="27" y="52"/>
                </a:cubicBezTo>
                <a:cubicBezTo>
                  <a:pt x="20" y="59"/>
                  <a:pt x="20" y="59"/>
                  <a:pt x="20" y="59"/>
                </a:cubicBezTo>
                <a:cubicBezTo>
                  <a:pt x="24" y="62"/>
                  <a:pt x="29" y="63"/>
                  <a:pt x="34" y="63"/>
                </a:cubicBezTo>
                <a:cubicBezTo>
                  <a:pt x="39" y="63"/>
                  <a:pt x="43" y="62"/>
                  <a:pt x="47" y="59"/>
                </a:cubicBezTo>
                <a:close/>
                <a:moveTo>
                  <a:pt x="60" y="47"/>
                </a:moveTo>
                <a:cubicBezTo>
                  <a:pt x="62" y="43"/>
                  <a:pt x="63" y="39"/>
                  <a:pt x="63" y="34"/>
                </a:cubicBezTo>
                <a:cubicBezTo>
                  <a:pt x="63" y="29"/>
                  <a:pt x="62" y="24"/>
                  <a:pt x="60" y="20"/>
                </a:cubicBezTo>
                <a:cubicBezTo>
                  <a:pt x="52" y="27"/>
                  <a:pt x="52" y="27"/>
                  <a:pt x="52" y="27"/>
                </a:cubicBezTo>
                <a:cubicBezTo>
                  <a:pt x="53" y="29"/>
                  <a:pt x="53" y="32"/>
                  <a:pt x="53" y="34"/>
                </a:cubicBezTo>
                <a:cubicBezTo>
                  <a:pt x="53" y="36"/>
                  <a:pt x="53" y="38"/>
                  <a:pt x="52" y="40"/>
                </a:cubicBezTo>
                <a:lnTo>
                  <a:pt x="60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1"/>
          <p:cNvSpPr/>
          <p:nvPr/>
        </p:nvSpPr>
        <p:spPr>
          <a:xfrm>
            <a:off x="7912100" y="1298575"/>
            <a:ext cx="212725" cy="212725"/>
          </a:xfrm>
          <a:custGeom>
            <a:rect b="b" l="l" r="r" t="t"/>
            <a:pathLst>
              <a:path extrusionOk="0" h="62" w="62">
                <a:moveTo>
                  <a:pt x="59" y="54"/>
                </a:moveTo>
                <a:cubicBezTo>
                  <a:pt x="53" y="59"/>
                  <a:pt x="53" y="59"/>
                  <a:pt x="53" y="59"/>
                </a:cubicBezTo>
                <a:cubicBezTo>
                  <a:pt x="51" y="61"/>
                  <a:pt x="48" y="62"/>
                  <a:pt x="45" y="62"/>
                </a:cubicBezTo>
                <a:cubicBezTo>
                  <a:pt x="43" y="62"/>
                  <a:pt x="40" y="61"/>
                  <a:pt x="38" y="59"/>
                </a:cubicBezTo>
                <a:cubicBezTo>
                  <a:pt x="30" y="51"/>
                  <a:pt x="30" y="51"/>
                  <a:pt x="30" y="51"/>
                </a:cubicBezTo>
                <a:cubicBezTo>
                  <a:pt x="28" y="49"/>
                  <a:pt x="27" y="46"/>
                  <a:pt x="27" y="43"/>
                </a:cubicBezTo>
                <a:cubicBezTo>
                  <a:pt x="27" y="40"/>
                  <a:pt x="28" y="38"/>
                  <a:pt x="30" y="36"/>
                </a:cubicBezTo>
                <a:cubicBezTo>
                  <a:pt x="27" y="32"/>
                  <a:pt x="27" y="32"/>
                  <a:pt x="27" y="32"/>
                </a:cubicBezTo>
                <a:cubicBezTo>
                  <a:pt x="25" y="34"/>
                  <a:pt x="22" y="36"/>
                  <a:pt x="19" y="36"/>
                </a:cubicBezTo>
                <a:cubicBezTo>
                  <a:pt x="16" y="36"/>
                  <a:pt x="13" y="34"/>
                  <a:pt x="11" y="32"/>
                </a:cubicBezTo>
                <a:cubicBezTo>
                  <a:pt x="3" y="24"/>
                  <a:pt x="3" y="24"/>
                  <a:pt x="3" y="24"/>
                </a:cubicBezTo>
                <a:cubicBezTo>
                  <a:pt x="1" y="22"/>
                  <a:pt x="0" y="20"/>
                  <a:pt x="0" y="17"/>
                </a:cubicBezTo>
                <a:cubicBezTo>
                  <a:pt x="0" y="14"/>
                  <a:pt x="1" y="11"/>
                  <a:pt x="3" y="9"/>
                </a:cubicBezTo>
                <a:cubicBezTo>
                  <a:pt x="9" y="3"/>
                  <a:pt x="9" y="3"/>
                  <a:pt x="9" y="3"/>
                </a:cubicBezTo>
                <a:cubicBezTo>
                  <a:pt x="11" y="1"/>
                  <a:pt x="14" y="0"/>
                  <a:pt x="17" y="0"/>
                </a:cubicBezTo>
                <a:cubicBezTo>
                  <a:pt x="19" y="0"/>
                  <a:pt x="22" y="1"/>
                  <a:pt x="24" y="4"/>
                </a:cubicBezTo>
                <a:cubicBezTo>
                  <a:pt x="32" y="11"/>
                  <a:pt x="32" y="11"/>
                  <a:pt x="32" y="11"/>
                </a:cubicBezTo>
                <a:cubicBezTo>
                  <a:pt x="34" y="13"/>
                  <a:pt x="35" y="16"/>
                  <a:pt x="35" y="19"/>
                </a:cubicBezTo>
                <a:cubicBezTo>
                  <a:pt x="35" y="22"/>
                  <a:pt x="34" y="25"/>
                  <a:pt x="32" y="27"/>
                </a:cubicBezTo>
                <a:cubicBezTo>
                  <a:pt x="35" y="30"/>
                  <a:pt x="35" y="30"/>
                  <a:pt x="35" y="30"/>
                </a:cubicBezTo>
                <a:cubicBezTo>
                  <a:pt x="37" y="28"/>
                  <a:pt x="40" y="27"/>
                  <a:pt x="43" y="27"/>
                </a:cubicBezTo>
                <a:cubicBezTo>
                  <a:pt x="46" y="27"/>
                  <a:pt x="49" y="28"/>
                  <a:pt x="51" y="30"/>
                </a:cubicBezTo>
                <a:cubicBezTo>
                  <a:pt x="59" y="38"/>
                  <a:pt x="59" y="38"/>
                  <a:pt x="59" y="38"/>
                </a:cubicBezTo>
                <a:cubicBezTo>
                  <a:pt x="61" y="40"/>
                  <a:pt x="62" y="43"/>
                  <a:pt x="62" y="46"/>
                </a:cubicBezTo>
                <a:cubicBezTo>
                  <a:pt x="62" y="49"/>
                  <a:pt x="61" y="52"/>
                  <a:pt x="59" y="54"/>
                </a:cubicBezTo>
                <a:close/>
                <a:moveTo>
                  <a:pt x="27" y="17"/>
                </a:moveTo>
                <a:cubicBezTo>
                  <a:pt x="19" y="9"/>
                  <a:pt x="19" y="9"/>
                  <a:pt x="19" y="9"/>
                </a:cubicBezTo>
                <a:cubicBezTo>
                  <a:pt x="18" y="8"/>
                  <a:pt x="18" y="8"/>
                  <a:pt x="17" y="8"/>
                </a:cubicBezTo>
                <a:cubicBezTo>
                  <a:pt x="16" y="8"/>
                  <a:pt x="15" y="8"/>
                  <a:pt x="14" y="9"/>
                </a:cubicBezTo>
                <a:cubicBezTo>
                  <a:pt x="8" y="14"/>
                  <a:pt x="8" y="14"/>
                  <a:pt x="8" y="14"/>
                </a:cubicBezTo>
                <a:cubicBezTo>
                  <a:pt x="8" y="15"/>
                  <a:pt x="7" y="16"/>
                  <a:pt x="7" y="17"/>
                </a:cubicBezTo>
                <a:cubicBezTo>
                  <a:pt x="7" y="18"/>
                  <a:pt x="8" y="19"/>
                  <a:pt x="8" y="19"/>
                </a:cubicBezTo>
                <a:cubicBezTo>
                  <a:pt x="16" y="27"/>
                  <a:pt x="16" y="27"/>
                  <a:pt x="16" y="27"/>
                </a:cubicBezTo>
                <a:cubicBezTo>
                  <a:pt x="17" y="28"/>
                  <a:pt x="18" y="28"/>
                  <a:pt x="19" y="28"/>
                </a:cubicBezTo>
                <a:cubicBezTo>
                  <a:pt x="20" y="28"/>
                  <a:pt x="21" y="28"/>
                  <a:pt x="22" y="27"/>
                </a:cubicBezTo>
                <a:cubicBezTo>
                  <a:pt x="20" y="26"/>
                  <a:pt x="19" y="25"/>
                  <a:pt x="19" y="23"/>
                </a:cubicBezTo>
                <a:cubicBezTo>
                  <a:pt x="19" y="21"/>
                  <a:pt x="21" y="19"/>
                  <a:pt x="23" y="19"/>
                </a:cubicBezTo>
                <a:cubicBezTo>
                  <a:pt x="24" y="19"/>
                  <a:pt x="26" y="21"/>
                  <a:pt x="27" y="22"/>
                </a:cubicBezTo>
                <a:cubicBezTo>
                  <a:pt x="28" y="21"/>
                  <a:pt x="28" y="20"/>
                  <a:pt x="28" y="19"/>
                </a:cubicBezTo>
                <a:cubicBezTo>
                  <a:pt x="28" y="18"/>
                  <a:pt x="28" y="17"/>
                  <a:pt x="27" y="17"/>
                </a:cubicBezTo>
                <a:close/>
                <a:moveTo>
                  <a:pt x="54" y="43"/>
                </a:moveTo>
                <a:cubicBezTo>
                  <a:pt x="46" y="35"/>
                  <a:pt x="46" y="35"/>
                  <a:pt x="46" y="35"/>
                </a:cubicBezTo>
                <a:cubicBezTo>
                  <a:pt x="45" y="35"/>
                  <a:pt x="44" y="34"/>
                  <a:pt x="43" y="34"/>
                </a:cubicBezTo>
                <a:cubicBezTo>
                  <a:pt x="42" y="34"/>
                  <a:pt x="41" y="35"/>
                  <a:pt x="40" y="36"/>
                </a:cubicBezTo>
                <a:cubicBezTo>
                  <a:pt x="42" y="37"/>
                  <a:pt x="43" y="38"/>
                  <a:pt x="43" y="40"/>
                </a:cubicBezTo>
                <a:cubicBezTo>
                  <a:pt x="43" y="42"/>
                  <a:pt x="42" y="43"/>
                  <a:pt x="40" y="43"/>
                </a:cubicBezTo>
                <a:cubicBezTo>
                  <a:pt x="38" y="43"/>
                  <a:pt x="37" y="42"/>
                  <a:pt x="35" y="41"/>
                </a:cubicBezTo>
                <a:cubicBezTo>
                  <a:pt x="34" y="41"/>
                  <a:pt x="34" y="42"/>
                  <a:pt x="34" y="43"/>
                </a:cubicBezTo>
                <a:cubicBezTo>
                  <a:pt x="34" y="44"/>
                  <a:pt x="34" y="45"/>
                  <a:pt x="35" y="46"/>
                </a:cubicBezTo>
                <a:cubicBezTo>
                  <a:pt x="43" y="54"/>
                  <a:pt x="43" y="54"/>
                  <a:pt x="43" y="54"/>
                </a:cubicBezTo>
                <a:cubicBezTo>
                  <a:pt x="44" y="55"/>
                  <a:pt x="45" y="55"/>
                  <a:pt x="45" y="55"/>
                </a:cubicBezTo>
                <a:cubicBezTo>
                  <a:pt x="46" y="55"/>
                  <a:pt x="47" y="55"/>
                  <a:pt x="48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4" y="48"/>
                  <a:pt x="55" y="47"/>
                  <a:pt x="55" y="46"/>
                </a:cubicBezTo>
                <a:cubicBezTo>
                  <a:pt x="55" y="45"/>
                  <a:pt x="54" y="44"/>
                  <a:pt x="54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1"/>
          <p:cNvSpPr/>
          <p:nvPr/>
        </p:nvSpPr>
        <p:spPr>
          <a:xfrm>
            <a:off x="8402638" y="1316038"/>
            <a:ext cx="233362" cy="182562"/>
          </a:xfrm>
          <a:custGeom>
            <a:rect b="b" l="l" r="r" t="t"/>
            <a:pathLst>
              <a:path extrusionOk="0" h="53" w="68">
                <a:moveTo>
                  <a:pt x="10" y="8"/>
                </a:moveTo>
                <a:cubicBezTo>
                  <a:pt x="10" y="9"/>
                  <a:pt x="10" y="9"/>
                  <a:pt x="9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9"/>
                  <a:pt x="0" y="8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1"/>
                </a:cubicBezTo>
                <a:lnTo>
                  <a:pt x="10" y="8"/>
                </a:lnTo>
                <a:close/>
                <a:moveTo>
                  <a:pt x="10" y="23"/>
                </a:moveTo>
                <a:cubicBezTo>
                  <a:pt x="10" y="23"/>
                  <a:pt x="10" y="24"/>
                  <a:pt x="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3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1" y="14"/>
                  <a:pt x="2" y="14"/>
                </a:cubicBezTo>
                <a:cubicBezTo>
                  <a:pt x="9" y="14"/>
                  <a:pt x="9" y="14"/>
                  <a:pt x="9" y="14"/>
                </a:cubicBezTo>
                <a:cubicBezTo>
                  <a:pt x="10" y="14"/>
                  <a:pt x="10" y="15"/>
                  <a:pt x="10" y="15"/>
                </a:cubicBezTo>
                <a:lnTo>
                  <a:pt x="10" y="23"/>
                </a:lnTo>
                <a:close/>
                <a:moveTo>
                  <a:pt x="10" y="37"/>
                </a:moveTo>
                <a:cubicBezTo>
                  <a:pt x="10" y="38"/>
                  <a:pt x="10" y="38"/>
                  <a:pt x="9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1" y="38"/>
                  <a:pt x="0" y="38"/>
                  <a:pt x="0" y="37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9"/>
                  <a:pt x="1" y="29"/>
                  <a:pt x="2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10" y="29"/>
                  <a:pt x="10" y="29"/>
                  <a:pt x="10" y="30"/>
                </a:cubicBezTo>
                <a:lnTo>
                  <a:pt x="10" y="37"/>
                </a:lnTo>
                <a:close/>
                <a:moveTo>
                  <a:pt x="10" y="52"/>
                </a:moveTo>
                <a:cubicBezTo>
                  <a:pt x="10" y="52"/>
                  <a:pt x="10" y="53"/>
                  <a:pt x="9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2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1" y="43"/>
                  <a:pt x="2" y="43"/>
                </a:cubicBezTo>
                <a:cubicBezTo>
                  <a:pt x="9" y="43"/>
                  <a:pt x="9" y="43"/>
                  <a:pt x="9" y="43"/>
                </a:cubicBezTo>
                <a:cubicBezTo>
                  <a:pt x="10" y="43"/>
                  <a:pt x="10" y="44"/>
                  <a:pt x="10" y="44"/>
                </a:cubicBezTo>
                <a:lnTo>
                  <a:pt x="10" y="52"/>
                </a:lnTo>
                <a:close/>
                <a:moveTo>
                  <a:pt x="68" y="8"/>
                </a:moveTo>
                <a:cubicBezTo>
                  <a:pt x="68" y="9"/>
                  <a:pt x="68" y="9"/>
                  <a:pt x="6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5" y="9"/>
                  <a:pt x="15" y="8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6" y="0"/>
                  <a:pt x="1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8"/>
                </a:lnTo>
                <a:close/>
                <a:moveTo>
                  <a:pt x="68" y="23"/>
                </a:moveTo>
                <a:cubicBezTo>
                  <a:pt x="68" y="23"/>
                  <a:pt x="68" y="24"/>
                  <a:pt x="67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6" y="24"/>
                  <a:pt x="15" y="23"/>
                  <a:pt x="15" y="23"/>
                </a:cubicBezTo>
                <a:cubicBezTo>
                  <a:pt x="15" y="15"/>
                  <a:pt x="15" y="15"/>
                  <a:pt x="15" y="15"/>
                </a:cubicBezTo>
                <a:cubicBezTo>
                  <a:pt x="15" y="15"/>
                  <a:pt x="16" y="14"/>
                  <a:pt x="16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8" y="14"/>
                  <a:pt x="68" y="15"/>
                  <a:pt x="68" y="15"/>
                </a:cubicBezTo>
                <a:lnTo>
                  <a:pt x="68" y="23"/>
                </a:lnTo>
                <a:close/>
                <a:moveTo>
                  <a:pt x="68" y="37"/>
                </a:moveTo>
                <a:cubicBezTo>
                  <a:pt x="68" y="38"/>
                  <a:pt x="68" y="38"/>
                  <a:pt x="67" y="38"/>
                </a:cubicBezTo>
                <a:cubicBezTo>
                  <a:pt x="16" y="38"/>
                  <a:pt x="16" y="38"/>
                  <a:pt x="16" y="38"/>
                </a:cubicBezTo>
                <a:cubicBezTo>
                  <a:pt x="16" y="38"/>
                  <a:pt x="15" y="38"/>
                  <a:pt x="15" y="37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29"/>
                  <a:pt x="16" y="29"/>
                  <a:pt x="16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8" y="29"/>
                  <a:pt x="68" y="29"/>
                  <a:pt x="68" y="30"/>
                </a:cubicBezTo>
                <a:lnTo>
                  <a:pt x="68" y="37"/>
                </a:lnTo>
                <a:close/>
                <a:moveTo>
                  <a:pt x="68" y="52"/>
                </a:moveTo>
                <a:cubicBezTo>
                  <a:pt x="68" y="52"/>
                  <a:pt x="68" y="53"/>
                  <a:pt x="67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5" y="52"/>
                  <a:pt x="15" y="52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4"/>
                  <a:pt x="16" y="43"/>
                  <a:pt x="16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8" y="43"/>
                  <a:pt x="68" y="44"/>
                  <a:pt x="68" y="44"/>
                </a:cubicBezTo>
                <a:lnTo>
                  <a:pt x="68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1"/>
          <p:cNvSpPr/>
          <p:nvPr/>
        </p:nvSpPr>
        <p:spPr>
          <a:xfrm>
            <a:off x="8843963" y="1330325"/>
            <a:ext cx="182562" cy="185738"/>
          </a:xfrm>
          <a:custGeom>
            <a:rect b="b" l="l" r="r" t="t"/>
            <a:pathLst>
              <a:path extrusionOk="0" h="54" w="53">
                <a:moveTo>
                  <a:pt x="29" y="53"/>
                </a:moveTo>
                <a:cubicBezTo>
                  <a:pt x="28" y="53"/>
                  <a:pt x="27" y="54"/>
                  <a:pt x="26" y="54"/>
                </a:cubicBezTo>
                <a:cubicBezTo>
                  <a:pt x="26" y="54"/>
                  <a:pt x="26" y="54"/>
                  <a:pt x="26" y="54"/>
                </a:cubicBezTo>
                <a:cubicBezTo>
                  <a:pt x="25" y="54"/>
                  <a:pt x="24" y="53"/>
                  <a:pt x="24" y="51"/>
                </a:cubicBezTo>
                <a:cubicBezTo>
                  <a:pt x="24" y="30"/>
                  <a:pt x="24" y="30"/>
                  <a:pt x="24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1" y="30"/>
                  <a:pt x="0" y="29"/>
                  <a:pt x="0" y="28"/>
                </a:cubicBezTo>
                <a:cubicBezTo>
                  <a:pt x="0" y="27"/>
                  <a:pt x="0" y="25"/>
                  <a:pt x="1" y="25"/>
                </a:cubicBezTo>
                <a:cubicBezTo>
                  <a:pt x="50" y="1"/>
                  <a:pt x="50" y="1"/>
                  <a:pt x="50" y="1"/>
                </a:cubicBezTo>
                <a:cubicBezTo>
                  <a:pt x="50" y="0"/>
                  <a:pt x="50" y="0"/>
                  <a:pt x="51" y="0"/>
                </a:cubicBezTo>
                <a:cubicBezTo>
                  <a:pt x="51" y="0"/>
                  <a:pt x="52" y="1"/>
                  <a:pt x="52" y="1"/>
                </a:cubicBezTo>
                <a:cubicBezTo>
                  <a:pt x="53" y="2"/>
                  <a:pt x="53" y="3"/>
                  <a:pt x="53" y="4"/>
                </a:cubicBezTo>
                <a:lnTo>
                  <a:pt x="29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4" name="Google Shape;2924;p11"/>
          <p:cNvSpPr/>
          <p:nvPr/>
        </p:nvSpPr>
        <p:spPr>
          <a:xfrm>
            <a:off x="71438" y="1749425"/>
            <a:ext cx="223837" cy="100013"/>
          </a:xfrm>
          <a:custGeom>
            <a:rect b="b" l="l" r="r" t="t"/>
            <a:pathLst>
              <a:path extrusionOk="0" h="29" w="65">
                <a:moveTo>
                  <a:pt x="65" y="16"/>
                </a:moveTo>
                <a:cubicBezTo>
                  <a:pt x="50" y="29"/>
                  <a:pt x="50" y="29"/>
                  <a:pt x="50" y="29"/>
                </a:cubicBezTo>
                <a:cubicBezTo>
                  <a:pt x="50" y="29"/>
                  <a:pt x="50" y="29"/>
                  <a:pt x="49" y="29"/>
                </a:cubicBezTo>
                <a:cubicBezTo>
                  <a:pt x="49" y="29"/>
                  <a:pt x="48" y="29"/>
                  <a:pt x="48" y="28"/>
                </a:cubicBezTo>
                <a:cubicBezTo>
                  <a:pt x="48" y="20"/>
                  <a:pt x="48" y="20"/>
                  <a:pt x="48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19"/>
                  <a:pt x="0" y="1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0"/>
                  <a:pt x="0" y="10"/>
                  <a:pt x="1" y="10"/>
                </a:cubicBezTo>
                <a:cubicBezTo>
                  <a:pt x="48" y="10"/>
                  <a:pt x="48" y="10"/>
                  <a:pt x="48" y="10"/>
                </a:cubicBezTo>
                <a:cubicBezTo>
                  <a:pt x="48" y="1"/>
                  <a:pt x="48" y="1"/>
                  <a:pt x="48" y="1"/>
                </a:cubicBezTo>
                <a:cubicBezTo>
                  <a:pt x="48" y="1"/>
                  <a:pt x="49" y="0"/>
                  <a:pt x="49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65" y="14"/>
                  <a:pt x="65" y="14"/>
                  <a:pt x="65" y="14"/>
                </a:cubicBezTo>
                <a:cubicBezTo>
                  <a:pt x="65" y="14"/>
                  <a:pt x="65" y="14"/>
                  <a:pt x="65" y="15"/>
                </a:cubicBezTo>
                <a:cubicBezTo>
                  <a:pt x="65" y="15"/>
                  <a:pt x="65" y="15"/>
                  <a:pt x="65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11"/>
          <p:cNvSpPr/>
          <p:nvPr/>
        </p:nvSpPr>
        <p:spPr>
          <a:xfrm>
            <a:off x="493713" y="1690688"/>
            <a:ext cx="233362" cy="209550"/>
          </a:xfrm>
          <a:custGeom>
            <a:rect b="b" l="l" r="r" t="t"/>
            <a:pathLst>
              <a:path extrusionOk="0" h="61" w="68">
                <a:moveTo>
                  <a:pt x="68" y="24"/>
                </a:moveTo>
                <a:cubicBezTo>
                  <a:pt x="48" y="43"/>
                  <a:pt x="48" y="43"/>
                  <a:pt x="48" y="43"/>
                </a:cubicBezTo>
                <a:cubicBezTo>
                  <a:pt x="48" y="44"/>
                  <a:pt x="47" y="44"/>
                  <a:pt x="47" y="44"/>
                </a:cubicBezTo>
                <a:cubicBezTo>
                  <a:pt x="45" y="44"/>
                  <a:pt x="44" y="43"/>
                  <a:pt x="44" y="41"/>
                </a:cubicBezTo>
                <a:cubicBezTo>
                  <a:pt x="44" y="32"/>
                  <a:pt x="44" y="32"/>
                  <a:pt x="44" y="32"/>
                </a:cubicBezTo>
                <a:cubicBezTo>
                  <a:pt x="36" y="32"/>
                  <a:pt x="36" y="32"/>
                  <a:pt x="36" y="32"/>
                </a:cubicBezTo>
                <a:cubicBezTo>
                  <a:pt x="19" y="32"/>
                  <a:pt x="9" y="35"/>
                  <a:pt x="9" y="53"/>
                </a:cubicBezTo>
                <a:cubicBezTo>
                  <a:pt x="9" y="55"/>
                  <a:pt x="9" y="56"/>
                  <a:pt x="9" y="58"/>
                </a:cubicBezTo>
                <a:cubicBezTo>
                  <a:pt x="9" y="58"/>
                  <a:pt x="9" y="59"/>
                  <a:pt x="9" y="60"/>
                </a:cubicBezTo>
                <a:cubicBezTo>
                  <a:pt x="9" y="60"/>
                  <a:pt x="8" y="61"/>
                  <a:pt x="8" y="61"/>
                </a:cubicBezTo>
                <a:cubicBezTo>
                  <a:pt x="7" y="61"/>
                  <a:pt x="7" y="61"/>
                  <a:pt x="7" y="60"/>
                </a:cubicBezTo>
                <a:cubicBezTo>
                  <a:pt x="6" y="59"/>
                  <a:pt x="6" y="58"/>
                  <a:pt x="5" y="57"/>
                </a:cubicBezTo>
                <a:cubicBezTo>
                  <a:pt x="3" y="52"/>
                  <a:pt x="0" y="46"/>
                  <a:pt x="0" y="40"/>
                </a:cubicBezTo>
                <a:cubicBezTo>
                  <a:pt x="0" y="36"/>
                  <a:pt x="1" y="32"/>
                  <a:pt x="2" y="28"/>
                </a:cubicBezTo>
                <a:cubicBezTo>
                  <a:pt x="8" y="14"/>
                  <a:pt x="23" y="12"/>
                  <a:pt x="36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3"/>
                  <a:pt x="44" y="3"/>
                  <a:pt x="44" y="3"/>
                </a:cubicBezTo>
                <a:cubicBezTo>
                  <a:pt x="44" y="1"/>
                  <a:pt x="45" y="0"/>
                  <a:pt x="47" y="0"/>
                </a:cubicBezTo>
                <a:cubicBezTo>
                  <a:pt x="47" y="0"/>
                  <a:pt x="48" y="0"/>
                  <a:pt x="48" y="1"/>
                </a:cubicBezTo>
                <a:cubicBezTo>
                  <a:pt x="68" y="20"/>
                  <a:pt x="68" y="20"/>
                  <a:pt x="68" y="20"/>
                </a:cubicBezTo>
                <a:cubicBezTo>
                  <a:pt x="68" y="21"/>
                  <a:pt x="68" y="21"/>
                  <a:pt x="68" y="22"/>
                </a:cubicBezTo>
                <a:cubicBezTo>
                  <a:pt x="68" y="23"/>
                  <a:pt x="68" y="23"/>
                  <a:pt x="68" y="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6" name="Google Shape;2926;p11"/>
          <p:cNvSpPr/>
          <p:nvPr/>
        </p:nvSpPr>
        <p:spPr>
          <a:xfrm>
            <a:off x="1066800" y="1700213"/>
            <a:ext cx="133350" cy="200025"/>
          </a:xfrm>
          <a:custGeom>
            <a:rect b="b" l="l" r="r" t="t"/>
            <a:pathLst>
              <a:path extrusionOk="0" h="58" w="39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11"/>
          <p:cNvSpPr/>
          <p:nvPr/>
        </p:nvSpPr>
        <p:spPr>
          <a:xfrm>
            <a:off x="1482725" y="1700213"/>
            <a:ext cx="200025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29" y="4"/>
                </a:moveTo>
                <a:cubicBezTo>
                  <a:pt x="16" y="4"/>
                  <a:pt x="5" y="15"/>
                  <a:pt x="5" y="29"/>
                </a:cubicBezTo>
                <a:cubicBezTo>
                  <a:pt x="5" y="42"/>
                  <a:pt x="16" y="53"/>
                  <a:pt x="29" y="53"/>
                </a:cubicBezTo>
                <a:cubicBezTo>
                  <a:pt x="42" y="53"/>
                  <a:pt x="53" y="42"/>
                  <a:pt x="53" y="29"/>
                </a:cubicBezTo>
                <a:cubicBezTo>
                  <a:pt x="53" y="15"/>
                  <a:pt x="42" y="4"/>
                  <a:pt x="29" y="4"/>
                </a:cubicBezTo>
                <a:close/>
                <a:moveTo>
                  <a:pt x="19" y="24"/>
                </a:moveTo>
                <a:cubicBezTo>
                  <a:pt x="17" y="24"/>
                  <a:pt x="14" y="22"/>
                  <a:pt x="14" y="19"/>
                </a:cubicBezTo>
                <a:cubicBezTo>
                  <a:pt x="14" y="16"/>
                  <a:pt x="17" y="14"/>
                  <a:pt x="19" y="14"/>
                </a:cubicBezTo>
                <a:cubicBezTo>
                  <a:pt x="22" y="14"/>
                  <a:pt x="24" y="16"/>
                  <a:pt x="24" y="19"/>
                </a:cubicBezTo>
                <a:cubicBezTo>
                  <a:pt x="24" y="22"/>
                  <a:pt x="22" y="24"/>
                  <a:pt x="19" y="24"/>
                </a:cubicBezTo>
                <a:close/>
                <a:moveTo>
                  <a:pt x="41" y="38"/>
                </a:moveTo>
                <a:cubicBezTo>
                  <a:pt x="17" y="38"/>
                  <a:pt x="17" y="38"/>
                  <a:pt x="17" y="38"/>
                </a:cubicBezTo>
                <a:cubicBezTo>
                  <a:pt x="15" y="38"/>
                  <a:pt x="14" y="37"/>
                  <a:pt x="14" y="36"/>
                </a:cubicBezTo>
                <a:cubicBezTo>
                  <a:pt x="14" y="35"/>
                  <a:pt x="15" y="34"/>
                  <a:pt x="17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42" y="34"/>
                  <a:pt x="43" y="35"/>
                  <a:pt x="43" y="36"/>
                </a:cubicBezTo>
                <a:cubicBezTo>
                  <a:pt x="43" y="37"/>
                  <a:pt x="42" y="38"/>
                  <a:pt x="41" y="38"/>
                </a:cubicBezTo>
                <a:close/>
                <a:moveTo>
                  <a:pt x="39" y="24"/>
                </a:moveTo>
                <a:cubicBezTo>
                  <a:pt x="36" y="24"/>
                  <a:pt x="34" y="22"/>
                  <a:pt x="34" y="19"/>
                </a:cubicBezTo>
                <a:cubicBezTo>
                  <a:pt x="34" y="16"/>
                  <a:pt x="36" y="14"/>
                  <a:pt x="39" y="14"/>
                </a:cubicBezTo>
                <a:cubicBezTo>
                  <a:pt x="41" y="14"/>
                  <a:pt x="43" y="16"/>
                  <a:pt x="43" y="19"/>
                </a:cubicBezTo>
                <a:cubicBezTo>
                  <a:pt x="43" y="22"/>
                  <a:pt x="41" y="24"/>
                  <a:pt x="39" y="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8" name="Google Shape;2928;p11"/>
          <p:cNvSpPr/>
          <p:nvPr/>
        </p:nvSpPr>
        <p:spPr>
          <a:xfrm>
            <a:off x="1976438" y="1700213"/>
            <a:ext cx="203200" cy="200025"/>
          </a:xfrm>
          <a:custGeom>
            <a:rect b="b" l="l" r="r" t="t"/>
            <a:pathLst>
              <a:path extrusionOk="0" h="58" w="59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47" y="26"/>
                </a:moveTo>
                <a:cubicBezTo>
                  <a:pt x="47" y="25"/>
                  <a:pt x="46" y="24"/>
                  <a:pt x="44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4"/>
                  <a:pt x="13" y="25"/>
                  <a:pt x="13" y="26"/>
                </a:cubicBezTo>
                <a:cubicBezTo>
                  <a:pt x="13" y="31"/>
                  <a:pt x="13" y="31"/>
                  <a:pt x="13" y="31"/>
                </a:cubicBezTo>
                <a:cubicBezTo>
                  <a:pt x="13" y="32"/>
                  <a:pt x="14" y="34"/>
                  <a:pt x="15" y="34"/>
                </a:cubicBezTo>
                <a:cubicBezTo>
                  <a:pt x="44" y="34"/>
                  <a:pt x="44" y="34"/>
                  <a:pt x="44" y="34"/>
                </a:cubicBezTo>
                <a:cubicBezTo>
                  <a:pt x="46" y="34"/>
                  <a:pt x="47" y="32"/>
                  <a:pt x="47" y="31"/>
                </a:cubicBezTo>
                <a:lnTo>
                  <a:pt x="47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11"/>
          <p:cNvSpPr/>
          <p:nvPr/>
        </p:nvSpPr>
        <p:spPr>
          <a:xfrm>
            <a:off x="2546350" y="1714500"/>
            <a:ext cx="100013" cy="168275"/>
          </a:xfrm>
          <a:custGeom>
            <a:rect b="b" l="l" r="r" t="t"/>
            <a:pathLst>
              <a:path extrusionOk="0" h="49" w="2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0" name="Google Shape;2930;p11"/>
          <p:cNvSpPr/>
          <p:nvPr/>
        </p:nvSpPr>
        <p:spPr>
          <a:xfrm>
            <a:off x="2965450" y="1700213"/>
            <a:ext cx="203200" cy="217487"/>
          </a:xfrm>
          <a:custGeom>
            <a:rect b="b" l="l" r="r" t="t"/>
            <a:pathLst>
              <a:path extrusionOk="0" h="63" w="59">
                <a:moveTo>
                  <a:pt x="59" y="46"/>
                </a:moveTo>
                <a:cubicBezTo>
                  <a:pt x="59" y="51"/>
                  <a:pt x="51" y="53"/>
                  <a:pt x="47" y="53"/>
                </a:cubicBezTo>
                <a:cubicBezTo>
                  <a:pt x="42" y="53"/>
                  <a:pt x="34" y="51"/>
                  <a:pt x="34" y="46"/>
                </a:cubicBezTo>
                <a:cubicBezTo>
                  <a:pt x="34" y="40"/>
                  <a:pt x="42" y="38"/>
                  <a:pt x="47" y="38"/>
                </a:cubicBezTo>
                <a:cubicBezTo>
                  <a:pt x="49" y="38"/>
                  <a:pt x="52" y="39"/>
                  <a:pt x="54" y="40"/>
                </a:cubicBezTo>
                <a:cubicBezTo>
                  <a:pt x="54" y="20"/>
                  <a:pt x="54" y="20"/>
                  <a:pt x="54" y="20"/>
                </a:cubicBezTo>
                <a:cubicBezTo>
                  <a:pt x="25" y="29"/>
                  <a:pt x="25" y="29"/>
                  <a:pt x="25" y="29"/>
                </a:cubicBezTo>
                <a:cubicBezTo>
                  <a:pt x="25" y="55"/>
                  <a:pt x="25" y="55"/>
                  <a:pt x="25" y="55"/>
                </a:cubicBezTo>
                <a:cubicBezTo>
                  <a:pt x="25" y="61"/>
                  <a:pt x="17" y="63"/>
                  <a:pt x="13" y="63"/>
                </a:cubicBezTo>
                <a:cubicBezTo>
                  <a:pt x="8" y="63"/>
                  <a:pt x="0" y="61"/>
                  <a:pt x="0" y="55"/>
                </a:cubicBezTo>
                <a:cubicBezTo>
                  <a:pt x="0" y="50"/>
                  <a:pt x="8" y="48"/>
                  <a:pt x="13" y="48"/>
                </a:cubicBezTo>
                <a:cubicBezTo>
                  <a:pt x="15" y="48"/>
                  <a:pt x="18" y="49"/>
                  <a:pt x="20" y="50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1"/>
                  <a:pt x="21" y="10"/>
                  <a:pt x="22" y="9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5" y="0"/>
                  <a:pt x="55" y="0"/>
                </a:cubicBezTo>
                <a:cubicBezTo>
                  <a:pt x="57" y="0"/>
                  <a:pt x="59" y="1"/>
                  <a:pt x="59" y="3"/>
                </a:cubicBezTo>
                <a:lnTo>
                  <a:pt x="59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11"/>
          <p:cNvSpPr/>
          <p:nvPr/>
        </p:nvSpPr>
        <p:spPr>
          <a:xfrm>
            <a:off x="3460750" y="1700213"/>
            <a:ext cx="233363" cy="182562"/>
          </a:xfrm>
          <a:custGeom>
            <a:rect b="b" l="l" r="r" t="t"/>
            <a:pathLst>
              <a:path extrusionOk="0" h="53" w="68">
                <a:moveTo>
                  <a:pt x="68" y="8"/>
                </a:moveTo>
                <a:cubicBezTo>
                  <a:pt x="68" y="9"/>
                  <a:pt x="68" y="9"/>
                  <a:pt x="67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9"/>
                  <a:pt x="0" y="8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8"/>
                </a:lnTo>
                <a:close/>
                <a:moveTo>
                  <a:pt x="68" y="52"/>
                </a:moveTo>
                <a:cubicBezTo>
                  <a:pt x="68" y="52"/>
                  <a:pt x="68" y="53"/>
                  <a:pt x="67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2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1" y="43"/>
                  <a:pt x="2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8" y="43"/>
                  <a:pt x="68" y="44"/>
                  <a:pt x="68" y="44"/>
                </a:cubicBezTo>
                <a:lnTo>
                  <a:pt x="68" y="52"/>
                </a:lnTo>
                <a:close/>
                <a:moveTo>
                  <a:pt x="15" y="37"/>
                </a:moveTo>
                <a:cubicBezTo>
                  <a:pt x="15" y="38"/>
                  <a:pt x="14" y="38"/>
                  <a:pt x="14" y="38"/>
                </a:cubicBezTo>
                <a:cubicBezTo>
                  <a:pt x="13" y="38"/>
                  <a:pt x="13" y="38"/>
                  <a:pt x="13" y="38"/>
                </a:cubicBezTo>
                <a:cubicBezTo>
                  <a:pt x="2" y="27"/>
                  <a:pt x="2" y="27"/>
                  <a:pt x="2" y="27"/>
                </a:cubicBezTo>
                <a:cubicBezTo>
                  <a:pt x="2" y="27"/>
                  <a:pt x="2" y="27"/>
                  <a:pt x="2" y="26"/>
                </a:cubicBezTo>
                <a:cubicBezTo>
                  <a:pt x="2" y="26"/>
                  <a:pt x="2" y="26"/>
                  <a:pt x="2" y="25"/>
                </a:cubicBezTo>
                <a:cubicBezTo>
                  <a:pt x="13" y="14"/>
                  <a:pt x="13" y="14"/>
                  <a:pt x="13" y="14"/>
                </a:cubicBezTo>
                <a:cubicBezTo>
                  <a:pt x="13" y="14"/>
                  <a:pt x="13" y="14"/>
                  <a:pt x="14" y="14"/>
                </a:cubicBezTo>
                <a:cubicBezTo>
                  <a:pt x="14" y="14"/>
                  <a:pt x="15" y="15"/>
                  <a:pt x="15" y="15"/>
                </a:cubicBezTo>
                <a:lnTo>
                  <a:pt x="15" y="37"/>
                </a:lnTo>
                <a:close/>
                <a:moveTo>
                  <a:pt x="68" y="23"/>
                </a:moveTo>
                <a:cubicBezTo>
                  <a:pt x="68" y="23"/>
                  <a:pt x="68" y="24"/>
                  <a:pt x="67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5" y="24"/>
                  <a:pt x="25" y="23"/>
                  <a:pt x="25" y="23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4"/>
                  <a:pt x="26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8" y="14"/>
                  <a:pt x="68" y="15"/>
                  <a:pt x="68" y="15"/>
                </a:cubicBezTo>
                <a:lnTo>
                  <a:pt x="68" y="23"/>
                </a:lnTo>
                <a:close/>
                <a:moveTo>
                  <a:pt x="68" y="37"/>
                </a:moveTo>
                <a:cubicBezTo>
                  <a:pt x="68" y="38"/>
                  <a:pt x="68" y="38"/>
                  <a:pt x="67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5" y="38"/>
                  <a:pt x="25" y="38"/>
                  <a:pt x="25" y="37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29"/>
                  <a:pt x="25" y="29"/>
                  <a:pt x="26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8" y="29"/>
                  <a:pt x="68" y="29"/>
                  <a:pt x="68" y="30"/>
                </a:cubicBezTo>
                <a:lnTo>
                  <a:pt x="68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2" name="Google Shape;2932;p11"/>
          <p:cNvSpPr/>
          <p:nvPr/>
        </p:nvSpPr>
        <p:spPr>
          <a:xfrm>
            <a:off x="3954463" y="1684338"/>
            <a:ext cx="233362" cy="233362"/>
          </a:xfrm>
          <a:custGeom>
            <a:rect b="b" l="l" r="r" t="t"/>
            <a:pathLst>
              <a:path extrusionOk="0" h="68" w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3" name="Google Shape;2933;p11"/>
          <p:cNvSpPr/>
          <p:nvPr/>
        </p:nvSpPr>
        <p:spPr>
          <a:xfrm>
            <a:off x="4448175" y="1700213"/>
            <a:ext cx="203200" cy="200025"/>
          </a:xfrm>
          <a:custGeom>
            <a:rect b="b" l="l" r="r" t="t"/>
            <a:pathLst>
              <a:path extrusionOk="0" h="58" w="59">
                <a:moveTo>
                  <a:pt x="25" y="55"/>
                </a:moveTo>
                <a:cubicBezTo>
                  <a:pt x="25" y="57"/>
                  <a:pt x="24" y="58"/>
                  <a:pt x="22" y="58"/>
                </a:cubicBezTo>
                <a:cubicBezTo>
                  <a:pt x="3" y="58"/>
                  <a:pt x="3" y="58"/>
                  <a:pt x="3" y="58"/>
                </a:cubicBezTo>
                <a:cubicBezTo>
                  <a:pt x="2" y="58"/>
                  <a:pt x="0" y="57"/>
                  <a:pt x="0" y="55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4" y="0"/>
                  <a:pt x="25" y="1"/>
                  <a:pt x="25" y="2"/>
                </a:cubicBezTo>
                <a:lnTo>
                  <a:pt x="25" y="55"/>
                </a:lnTo>
                <a:close/>
                <a:moveTo>
                  <a:pt x="59" y="55"/>
                </a:moveTo>
                <a:cubicBezTo>
                  <a:pt x="59" y="57"/>
                  <a:pt x="58" y="58"/>
                  <a:pt x="56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6" y="58"/>
                  <a:pt x="34" y="57"/>
                  <a:pt x="34" y="55"/>
                </a:cubicBezTo>
                <a:cubicBezTo>
                  <a:pt x="34" y="2"/>
                  <a:pt x="34" y="2"/>
                  <a:pt x="34" y="2"/>
                </a:cubicBezTo>
                <a:cubicBezTo>
                  <a:pt x="34" y="1"/>
                  <a:pt x="36" y="0"/>
                  <a:pt x="37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lnTo>
                  <a:pt x="59" y="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1"/>
          <p:cNvSpPr/>
          <p:nvPr/>
        </p:nvSpPr>
        <p:spPr>
          <a:xfrm>
            <a:off x="4943475" y="1700213"/>
            <a:ext cx="198438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1" y="27"/>
                </a:moveTo>
                <a:cubicBezTo>
                  <a:pt x="30" y="17"/>
                  <a:pt x="30" y="17"/>
                  <a:pt x="30" y="1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48"/>
                  <a:pt x="9" y="48"/>
                  <a:pt x="9" y="48"/>
                </a:cubicBezTo>
                <a:cubicBezTo>
                  <a:pt x="20" y="48"/>
                  <a:pt x="20" y="48"/>
                  <a:pt x="20" y="48"/>
                </a:cubicBezTo>
                <a:lnTo>
                  <a:pt x="41" y="27"/>
                </a:lnTo>
                <a:close/>
                <a:moveTo>
                  <a:pt x="21" y="43"/>
                </a:moveTo>
                <a:cubicBezTo>
                  <a:pt x="19" y="44"/>
                  <a:pt x="19" y="44"/>
                  <a:pt x="19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17" y="41"/>
                  <a:pt x="17" y="41"/>
                  <a:pt x="17" y="41"/>
                </a:cubicBezTo>
                <a:cubicBezTo>
                  <a:pt x="13" y="41"/>
                  <a:pt x="13" y="41"/>
                  <a:pt x="13" y="41"/>
                </a:cubicBezTo>
                <a:cubicBezTo>
                  <a:pt x="13" y="39"/>
                  <a:pt x="13" y="39"/>
                  <a:pt x="13" y="39"/>
                </a:cubicBezTo>
                <a:cubicBezTo>
                  <a:pt x="15" y="37"/>
                  <a:pt x="15" y="37"/>
                  <a:pt x="15" y="37"/>
                </a:cubicBezTo>
                <a:lnTo>
                  <a:pt x="21" y="43"/>
                </a:lnTo>
                <a:close/>
                <a:moveTo>
                  <a:pt x="31" y="23"/>
                </a:moveTo>
                <a:cubicBezTo>
                  <a:pt x="20" y="34"/>
                  <a:pt x="20" y="34"/>
                  <a:pt x="20" y="34"/>
                </a:cubicBezTo>
                <a:cubicBezTo>
                  <a:pt x="19" y="34"/>
                  <a:pt x="19" y="35"/>
                  <a:pt x="19" y="34"/>
                </a:cubicBezTo>
                <a:cubicBezTo>
                  <a:pt x="18" y="34"/>
                  <a:pt x="18" y="33"/>
                  <a:pt x="19" y="33"/>
                </a:cubicBezTo>
                <a:cubicBezTo>
                  <a:pt x="30" y="22"/>
                  <a:pt x="30" y="22"/>
                  <a:pt x="30" y="22"/>
                </a:cubicBezTo>
                <a:cubicBezTo>
                  <a:pt x="30" y="22"/>
                  <a:pt x="31" y="22"/>
                  <a:pt x="31" y="22"/>
                </a:cubicBezTo>
                <a:cubicBezTo>
                  <a:pt x="31" y="22"/>
                  <a:pt x="31" y="23"/>
                  <a:pt x="31" y="23"/>
                </a:cubicBezTo>
                <a:close/>
                <a:moveTo>
                  <a:pt x="47" y="22"/>
                </a:moveTo>
                <a:cubicBezTo>
                  <a:pt x="48" y="20"/>
                  <a:pt x="48" y="18"/>
                  <a:pt x="47" y="16"/>
                </a:cubicBezTo>
                <a:cubicBezTo>
                  <a:pt x="41" y="11"/>
                  <a:pt x="41" y="11"/>
                  <a:pt x="41" y="11"/>
                </a:cubicBezTo>
                <a:cubicBezTo>
                  <a:pt x="40" y="9"/>
                  <a:pt x="37" y="9"/>
                  <a:pt x="36" y="11"/>
                </a:cubicBezTo>
                <a:cubicBezTo>
                  <a:pt x="33" y="14"/>
                  <a:pt x="33" y="14"/>
                  <a:pt x="33" y="14"/>
                </a:cubicBezTo>
                <a:cubicBezTo>
                  <a:pt x="43" y="25"/>
                  <a:pt x="43" y="25"/>
                  <a:pt x="43" y="25"/>
                </a:cubicBezTo>
                <a:lnTo>
                  <a:pt x="47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1"/>
          <p:cNvSpPr/>
          <p:nvPr/>
        </p:nvSpPr>
        <p:spPr>
          <a:xfrm>
            <a:off x="5437188" y="1700213"/>
            <a:ext cx="250825" cy="200025"/>
          </a:xfrm>
          <a:custGeom>
            <a:rect b="b" l="l" r="r" t="t"/>
            <a:pathLst>
              <a:path extrusionOk="0" h="58" w="73">
                <a:moveTo>
                  <a:pt x="73" y="52"/>
                </a:moveTo>
                <a:cubicBezTo>
                  <a:pt x="73" y="55"/>
                  <a:pt x="71" y="58"/>
                  <a:pt x="67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1" y="0"/>
                  <a:pt x="73" y="2"/>
                  <a:pt x="73" y="6"/>
                </a:cubicBezTo>
                <a:lnTo>
                  <a:pt x="73" y="52"/>
                </a:lnTo>
                <a:close/>
                <a:moveTo>
                  <a:pt x="7" y="4"/>
                </a:moveTo>
                <a:cubicBezTo>
                  <a:pt x="6" y="4"/>
                  <a:pt x="5" y="5"/>
                  <a:pt x="5" y="6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2"/>
                  <a:pt x="6" y="53"/>
                  <a:pt x="7" y="53"/>
                </a:cubicBezTo>
                <a:cubicBezTo>
                  <a:pt x="67" y="53"/>
                  <a:pt x="67" y="53"/>
                  <a:pt x="67" y="53"/>
                </a:cubicBezTo>
                <a:cubicBezTo>
                  <a:pt x="68" y="53"/>
                  <a:pt x="68" y="52"/>
                  <a:pt x="68" y="52"/>
                </a:cubicBezTo>
                <a:cubicBezTo>
                  <a:pt x="68" y="6"/>
                  <a:pt x="68" y="6"/>
                  <a:pt x="68" y="6"/>
                </a:cubicBezTo>
                <a:cubicBezTo>
                  <a:pt x="68" y="5"/>
                  <a:pt x="68" y="4"/>
                  <a:pt x="67" y="4"/>
                </a:cubicBezTo>
                <a:lnTo>
                  <a:pt x="7" y="4"/>
                </a:lnTo>
                <a:close/>
                <a:moveTo>
                  <a:pt x="17" y="24"/>
                </a:moveTo>
                <a:cubicBezTo>
                  <a:pt x="13" y="24"/>
                  <a:pt x="10" y="21"/>
                  <a:pt x="10" y="17"/>
                </a:cubicBezTo>
                <a:cubicBezTo>
                  <a:pt x="10" y="13"/>
                  <a:pt x="13" y="9"/>
                  <a:pt x="17" y="9"/>
                </a:cubicBezTo>
                <a:cubicBezTo>
                  <a:pt x="21" y="9"/>
                  <a:pt x="25" y="13"/>
                  <a:pt x="25" y="17"/>
                </a:cubicBezTo>
                <a:cubicBezTo>
                  <a:pt x="25" y="21"/>
                  <a:pt x="21" y="24"/>
                  <a:pt x="17" y="24"/>
                </a:cubicBezTo>
                <a:close/>
                <a:moveTo>
                  <a:pt x="64" y="48"/>
                </a:moveTo>
                <a:cubicBezTo>
                  <a:pt x="10" y="48"/>
                  <a:pt x="10" y="48"/>
                  <a:pt x="10" y="48"/>
                </a:cubicBezTo>
                <a:cubicBezTo>
                  <a:pt x="10" y="41"/>
                  <a:pt x="10" y="41"/>
                  <a:pt x="10" y="41"/>
                </a:cubicBezTo>
                <a:cubicBezTo>
                  <a:pt x="22" y="29"/>
                  <a:pt x="22" y="29"/>
                  <a:pt x="22" y="29"/>
                </a:cubicBezTo>
                <a:cubicBezTo>
                  <a:pt x="28" y="35"/>
                  <a:pt x="28" y="35"/>
                  <a:pt x="28" y="35"/>
                </a:cubicBezTo>
                <a:cubicBezTo>
                  <a:pt x="48" y="15"/>
                  <a:pt x="48" y="15"/>
                  <a:pt x="48" y="15"/>
                </a:cubicBezTo>
                <a:cubicBezTo>
                  <a:pt x="64" y="31"/>
                  <a:pt x="64" y="31"/>
                  <a:pt x="64" y="31"/>
                </a:cubicBezTo>
                <a:lnTo>
                  <a:pt x="64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11"/>
          <p:cNvSpPr/>
          <p:nvPr/>
        </p:nvSpPr>
        <p:spPr>
          <a:xfrm>
            <a:off x="5934075" y="1684338"/>
            <a:ext cx="258763" cy="230187"/>
          </a:xfrm>
          <a:custGeom>
            <a:rect b="b" l="l" r="r" t="t"/>
            <a:pathLst>
              <a:path extrusionOk="0" h="67" w="75">
                <a:moveTo>
                  <a:pt x="65" y="50"/>
                </a:moveTo>
                <a:cubicBezTo>
                  <a:pt x="68" y="55"/>
                  <a:pt x="71" y="57"/>
                  <a:pt x="75" y="61"/>
                </a:cubicBezTo>
                <a:cubicBezTo>
                  <a:pt x="70" y="63"/>
                  <a:pt x="65" y="65"/>
                  <a:pt x="61" y="67"/>
                </a:cubicBezTo>
                <a:cubicBezTo>
                  <a:pt x="54" y="61"/>
                  <a:pt x="58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9" y="40"/>
                  <a:pt x="50" y="41"/>
                  <a:pt x="51" y="45"/>
                </a:cubicBezTo>
                <a:cubicBezTo>
                  <a:pt x="51" y="46"/>
                  <a:pt x="51" y="46"/>
                  <a:pt x="51" y="46"/>
                </a:cubicBezTo>
                <a:cubicBezTo>
                  <a:pt x="51" y="49"/>
                  <a:pt x="50" y="52"/>
                  <a:pt x="49" y="55"/>
                </a:cubicBezTo>
                <a:cubicBezTo>
                  <a:pt x="47" y="55"/>
                  <a:pt x="44" y="56"/>
                  <a:pt x="42" y="56"/>
                </a:cubicBezTo>
                <a:cubicBezTo>
                  <a:pt x="41" y="56"/>
                  <a:pt x="40" y="55"/>
                  <a:pt x="39" y="55"/>
                </a:cubicBezTo>
                <a:cubicBezTo>
                  <a:pt x="39" y="55"/>
                  <a:pt x="39" y="54"/>
                  <a:pt x="39" y="53"/>
                </a:cubicBezTo>
                <a:cubicBezTo>
                  <a:pt x="39" y="52"/>
                  <a:pt x="39" y="51"/>
                  <a:pt x="39" y="50"/>
                </a:cubicBezTo>
                <a:cubicBezTo>
                  <a:pt x="39" y="48"/>
                  <a:pt x="44" y="46"/>
                  <a:pt x="43" y="44"/>
                </a:cubicBezTo>
                <a:cubicBezTo>
                  <a:pt x="43" y="44"/>
                  <a:pt x="42" y="44"/>
                  <a:pt x="42" y="45"/>
                </a:cubicBezTo>
                <a:cubicBezTo>
                  <a:pt x="40" y="47"/>
                  <a:pt x="36" y="50"/>
                  <a:pt x="32" y="50"/>
                </a:cubicBezTo>
                <a:cubicBezTo>
                  <a:pt x="30" y="50"/>
                  <a:pt x="25" y="41"/>
                  <a:pt x="22" y="39"/>
                </a:cubicBezTo>
                <a:cubicBezTo>
                  <a:pt x="22" y="39"/>
                  <a:pt x="22" y="38"/>
                  <a:pt x="21" y="38"/>
                </a:cubicBezTo>
                <a:cubicBezTo>
                  <a:pt x="19" y="38"/>
                  <a:pt x="3" y="42"/>
                  <a:pt x="2" y="42"/>
                </a:cubicBezTo>
                <a:cubicBezTo>
                  <a:pt x="1" y="42"/>
                  <a:pt x="0" y="42"/>
                  <a:pt x="0" y="41"/>
                </a:cubicBezTo>
                <a:cubicBezTo>
                  <a:pt x="0" y="40"/>
                  <a:pt x="1" y="39"/>
                  <a:pt x="1" y="39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3"/>
                  <a:pt x="22" y="33"/>
                  <a:pt x="23" y="32"/>
                </a:cubicBezTo>
                <a:cubicBezTo>
                  <a:pt x="23" y="32"/>
                  <a:pt x="24" y="32"/>
                  <a:pt x="24" y="32"/>
                </a:cubicBezTo>
                <a:cubicBezTo>
                  <a:pt x="25" y="32"/>
                  <a:pt x="26" y="33"/>
                  <a:pt x="26" y="34"/>
                </a:cubicBezTo>
                <a:cubicBezTo>
                  <a:pt x="27" y="34"/>
                  <a:pt x="32" y="32"/>
                  <a:pt x="32" y="32"/>
                </a:cubicBezTo>
                <a:cubicBezTo>
                  <a:pt x="33" y="32"/>
                  <a:pt x="34" y="33"/>
                  <a:pt x="34" y="34"/>
                </a:cubicBezTo>
                <a:cubicBezTo>
                  <a:pt x="34" y="35"/>
                  <a:pt x="34" y="35"/>
                  <a:pt x="33" y="35"/>
                </a:cubicBezTo>
                <a:cubicBezTo>
                  <a:pt x="26" y="37"/>
                  <a:pt x="26" y="37"/>
                  <a:pt x="26" y="37"/>
                </a:cubicBezTo>
                <a:cubicBezTo>
                  <a:pt x="26" y="38"/>
                  <a:pt x="26" y="38"/>
                  <a:pt x="26" y="38"/>
                </a:cubicBezTo>
                <a:cubicBezTo>
                  <a:pt x="26" y="39"/>
                  <a:pt x="32" y="45"/>
                  <a:pt x="33" y="45"/>
                </a:cubicBezTo>
                <a:cubicBezTo>
                  <a:pt x="35" y="45"/>
                  <a:pt x="40" y="40"/>
                  <a:pt x="40" y="38"/>
                </a:cubicBezTo>
                <a:cubicBezTo>
                  <a:pt x="40" y="33"/>
                  <a:pt x="34" y="36"/>
                  <a:pt x="34" y="33"/>
                </a:cubicBezTo>
                <a:cubicBezTo>
                  <a:pt x="34" y="33"/>
                  <a:pt x="35" y="32"/>
                  <a:pt x="35" y="32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0"/>
                  <a:pt x="34" y="28"/>
                  <a:pt x="34" y="27"/>
                </a:cubicBezTo>
                <a:cubicBezTo>
                  <a:pt x="34" y="26"/>
                  <a:pt x="34" y="25"/>
                  <a:pt x="34" y="24"/>
                </a:cubicBezTo>
                <a:cubicBezTo>
                  <a:pt x="36" y="24"/>
                  <a:pt x="37" y="24"/>
                  <a:pt x="39" y="24"/>
                </a:cubicBezTo>
                <a:cubicBezTo>
                  <a:pt x="47" y="24"/>
                  <a:pt x="45" y="25"/>
                  <a:pt x="48" y="31"/>
                </a:cubicBezTo>
                <a:cubicBezTo>
                  <a:pt x="50" y="30"/>
                  <a:pt x="50" y="30"/>
                  <a:pt x="50" y="30"/>
                </a:cubicBezTo>
                <a:cubicBezTo>
                  <a:pt x="49" y="35"/>
                  <a:pt x="45" y="32"/>
                  <a:pt x="45" y="34"/>
                </a:cubicBezTo>
                <a:cubicBezTo>
                  <a:pt x="45" y="35"/>
                  <a:pt x="45" y="35"/>
                  <a:pt x="45" y="35"/>
                </a:cubicBezTo>
                <a:cubicBezTo>
                  <a:pt x="55" y="35"/>
                  <a:pt x="60" y="43"/>
                  <a:pt x="65" y="50"/>
                </a:cubicBezTo>
                <a:close/>
                <a:moveTo>
                  <a:pt x="28" y="33"/>
                </a:moveTo>
                <a:cubicBezTo>
                  <a:pt x="28" y="32"/>
                  <a:pt x="28" y="32"/>
                  <a:pt x="28" y="32"/>
                </a:cubicBezTo>
                <a:cubicBezTo>
                  <a:pt x="29" y="32"/>
                  <a:pt x="29" y="32"/>
                  <a:pt x="30" y="32"/>
                </a:cubicBezTo>
                <a:cubicBezTo>
                  <a:pt x="31" y="32"/>
                  <a:pt x="31" y="32"/>
                  <a:pt x="32" y="32"/>
                </a:cubicBezTo>
                <a:lnTo>
                  <a:pt x="28" y="33"/>
                </a:lnTo>
                <a:close/>
                <a:moveTo>
                  <a:pt x="32" y="36"/>
                </a:moveTo>
                <a:cubicBezTo>
                  <a:pt x="36" y="43"/>
                  <a:pt x="36" y="43"/>
                  <a:pt x="36" y="43"/>
                </a:cubicBezTo>
                <a:cubicBezTo>
                  <a:pt x="33" y="45"/>
                  <a:pt x="33" y="45"/>
                  <a:pt x="33" y="45"/>
                </a:cubicBezTo>
                <a:cubicBezTo>
                  <a:pt x="30" y="36"/>
                  <a:pt x="30" y="36"/>
                  <a:pt x="30" y="36"/>
                </a:cubicBezTo>
                <a:lnTo>
                  <a:pt x="32" y="36"/>
                </a:lnTo>
                <a:close/>
                <a:moveTo>
                  <a:pt x="44" y="23"/>
                </a:moveTo>
                <a:cubicBezTo>
                  <a:pt x="44" y="23"/>
                  <a:pt x="42" y="23"/>
                  <a:pt x="40" y="23"/>
                </a:cubicBezTo>
                <a:cubicBezTo>
                  <a:pt x="37" y="23"/>
                  <a:pt x="34" y="23"/>
                  <a:pt x="31" y="24"/>
                </a:cubicBezTo>
                <a:cubicBezTo>
                  <a:pt x="32" y="23"/>
                  <a:pt x="33" y="22"/>
                  <a:pt x="35" y="22"/>
                </a:cubicBezTo>
                <a:cubicBezTo>
                  <a:pt x="38" y="20"/>
                  <a:pt x="40" y="18"/>
                  <a:pt x="43" y="15"/>
                </a:cubicBezTo>
                <a:cubicBezTo>
                  <a:pt x="44" y="16"/>
                  <a:pt x="44" y="18"/>
                  <a:pt x="46" y="18"/>
                </a:cubicBezTo>
                <a:cubicBezTo>
                  <a:pt x="47" y="18"/>
                  <a:pt x="47" y="18"/>
                  <a:pt x="47" y="18"/>
                </a:cubicBezTo>
                <a:cubicBezTo>
                  <a:pt x="47" y="21"/>
                  <a:pt x="47" y="21"/>
                  <a:pt x="47" y="21"/>
                </a:cubicBezTo>
                <a:cubicBezTo>
                  <a:pt x="48" y="21"/>
                  <a:pt x="48" y="21"/>
                  <a:pt x="48" y="21"/>
                </a:cubicBezTo>
                <a:cubicBezTo>
                  <a:pt x="53" y="19"/>
                  <a:pt x="57" y="17"/>
                  <a:pt x="62" y="14"/>
                </a:cubicBezTo>
                <a:cubicBezTo>
                  <a:pt x="68" y="9"/>
                  <a:pt x="69" y="7"/>
                  <a:pt x="7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3" y="2"/>
                  <a:pt x="72" y="4"/>
                  <a:pt x="71" y="5"/>
                </a:cubicBezTo>
                <a:cubicBezTo>
                  <a:pt x="67" y="14"/>
                  <a:pt x="61" y="19"/>
                  <a:pt x="52" y="21"/>
                </a:cubicBezTo>
                <a:cubicBezTo>
                  <a:pt x="50" y="21"/>
                  <a:pt x="48" y="21"/>
                  <a:pt x="47" y="22"/>
                </a:cubicBezTo>
                <a:cubicBezTo>
                  <a:pt x="47" y="23"/>
                  <a:pt x="48" y="24"/>
                  <a:pt x="48" y="25"/>
                </a:cubicBezTo>
                <a:cubicBezTo>
                  <a:pt x="48" y="25"/>
                  <a:pt x="48" y="26"/>
                  <a:pt x="47" y="26"/>
                </a:cubicBezTo>
                <a:cubicBezTo>
                  <a:pt x="46" y="24"/>
                  <a:pt x="45" y="23"/>
                  <a:pt x="44" y="23"/>
                </a:cubicBezTo>
                <a:close/>
                <a:moveTo>
                  <a:pt x="40" y="56"/>
                </a:moveTo>
                <a:cubicBezTo>
                  <a:pt x="41" y="59"/>
                  <a:pt x="41" y="59"/>
                  <a:pt x="41" y="59"/>
                </a:cubicBezTo>
                <a:cubicBezTo>
                  <a:pt x="39" y="60"/>
                  <a:pt x="39" y="60"/>
                  <a:pt x="39" y="60"/>
                </a:cubicBezTo>
                <a:cubicBezTo>
                  <a:pt x="39" y="56"/>
                  <a:pt x="39" y="56"/>
                  <a:pt x="39" y="56"/>
                </a:cubicBezTo>
                <a:lnTo>
                  <a:pt x="40" y="56"/>
                </a:lnTo>
                <a:close/>
                <a:moveTo>
                  <a:pt x="50" y="58"/>
                </a:moveTo>
                <a:cubicBezTo>
                  <a:pt x="51" y="58"/>
                  <a:pt x="53" y="64"/>
                  <a:pt x="54" y="66"/>
                </a:cubicBezTo>
                <a:cubicBezTo>
                  <a:pt x="51" y="67"/>
                  <a:pt x="48" y="67"/>
                  <a:pt x="45" y="67"/>
                </a:cubicBezTo>
                <a:cubicBezTo>
                  <a:pt x="43" y="67"/>
                  <a:pt x="42" y="67"/>
                  <a:pt x="40" y="67"/>
                </a:cubicBezTo>
                <a:cubicBezTo>
                  <a:pt x="39" y="61"/>
                  <a:pt x="39" y="61"/>
                  <a:pt x="39" y="61"/>
                </a:cubicBezTo>
                <a:cubicBezTo>
                  <a:pt x="41" y="60"/>
                  <a:pt x="47" y="58"/>
                  <a:pt x="50" y="58"/>
                </a:cubicBezTo>
                <a:close/>
                <a:moveTo>
                  <a:pt x="49" y="57"/>
                </a:moveTo>
                <a:cubicBezTo>
                  <a:pt x="49" y="58"/>
                  <a:pt x="43" y="58"/>
                  <a:pt x="41" y="59"/>
                </a:cubicBezTo>
                <a:cubicBezTo>
                  <a:pt x="41" y="57"/>
                  <a:pt x="41" y="57"/>
                  <a:pt x="41" y="57"/>
                </a:cubicBezTo>
                <a:cubicBezTo>
                  <a:pt x="43" y="57"/>
                  <a:pt x="46" y="56"/>
                  <a:pt x="48" y="56"/>
                </a:cubicBezTo>
                <a:cubicBezTo>
                  <a:pt x="49" y="56"/>
                  <a:pt x="49" y="56"/>
                  <a:pt x="49" y="56"/>
                </a:cubicBezTo>
                <a:cubicBezTo>
                  <a:pt x="49" y="56"/>
                  <a:pt x="49" y="56"/>
                  <a:pt x="49" y="57"/>
                </a:cubicBezTo>
                <a:close/>
                <a:moveTo>
                  <a:pt x="73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3" y="0"/>
                  <a:pt x="73" y="0"/>
                  <a:pt x="73" y="0"/>
                </a:cubicBezTo>
                <a:close/>
                <a:moveTo>
                  <a:pt x="73" y="0"/>
                </a:moveTo>
                <a:cubicBezTo>
                  <a:pt x="73" y="0"/>
                  <a:pt x="73" y="0"/>
                  <a:pt x="73" y="0"/>
                </a:cubicBezTo>
                <a:close/>
                <a:moveTo>
                  <a:pt x="73" y="0"/>
                </a:moveTo>
                <a:cubicBezTo>
                  <a:pt x="73" y="0"/>
                  <a:pt x="73" y="0"/>
                  <a:pt x="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1"/>
          <p:cNvSpPr/>
          <p:nvPr/>
        </p:nvSpPr>
        <p:spPr>
          <a:xfrm>
            <a:off x="6426200" y="1697038"/>
            <a:ext cx="184150" cy="206375"/>
          </a:xfrm>
          <a:custGeom>
            <a:rect b="b" l="l" r="r" t="t"/>
            <a:pathLst>
              <a:path extrusionOk="0" h="60" w="54">
                <a:moveTo>
                  <a:pt x="3" y="59"/>
                </a:moveTo>
                <a:cubicBezTo>
                  <a:pt x="1" y="60"/>
                  <a:pt x="0" y="59"/>
                  <a:pt x="0" y="58"/>
                </a:cubicBezTo>
                <a:cubicBezTo>
                  <a:pt x="0" y="2"/>
                  <a:pt x="0" y="2"/>
                  <a:pt x="0" y="2"/>
                </a:cubicBezTo>
                <a:cubicBezTo>
                  <a:pt x="0" y="0"/>
                  <a:pt x="1" y="0"/>
                  <a:pt x="3" y="1"/>
                </a:cubicBezTo>
                <a:cubicBezTo>
                  <a:pt x="53" y="29"/>
                  <a:pt x="53" y="29"/>
                  <a:pt x="53" y="29"/>
                </a:cubicBezTo>
                <a:cubicBezTo>
                  <a:pt x="54" y="29"/>
                  <a:pt x="54" y="30"/>
                  <a:pt x="53" y="31"/>
                </a:cubicBezTo>
                <a:lnTo>
                  <a:pt x="3" y="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11"/>
          <p:cNvSpPr/>
          <p:nvPr/>
        </p:nvSpPr>
        <p:spPr>
          <a:xfrm>
            <a:off x="6919913" y="1700213"/>
            <a:ext cx="185737" cy="182562"/>
          </a:xfrm>
          <a:custGeom>
            <a:rect b="b" l="l" r="r" t="t"/>
            <a:pathLst>
              <a:path extrusionOk="0" h="53" w="54">
                <a:moveTo>
                  <a:pt x="54" y="30"/>
                </a:moveTo>
                <a:cubicBezTo>
                  <a:pt x="54" y="32"/>
                  <a:pt x="52" y="34"/>
                  <a:pt x="50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49"/>
                  <a:pt x="34" y="49"/>
                  <a:pt x="34" y="49"/>
                </a:cubicBezTo>
                <a:cubicBezTo>
                  <a:pt x="34" y="51"/>
                  <a:pt x="33" y="53"/>
                  <a:pt x="31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2" y="53"/>
                  <a:pt x="20" y="51"/>
                  <a:pt x="20" y="49"/>
                </a:cubicBezTo>
                <a:cubicBezTo>
                  <a:pt x="20" y="34"/>
                  <a:pt x="20" y="34"/>
                  <a:pt x="20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2" y="19"/>
                  <a:pt x="4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3" y="0"/>
                  <a:pt x="34" y="1"/>
                  <a:pt x="34" y="3"/>
                </a:cubicBezTo>
                <a:cubicBezTo>
                  <a:pt x="34" y="19"/>
                  <a:pt x="34" y="19"/>
                  <a:pt x="34" y="19"/>
                </a:cubicBezTo>
                <a:cubicBezTo>
                  <a:pt x="50" y="19"/>
                  <a:pt x="50" y="19"/>
                  <a:pt x="50" y="19"/>
                </a:cubicBezTo>
                <a:cubicBezTo>
                  <a:pt x="52" y="19"/>
                  <a:pt x="54" y="21"/>
                  <a:pt x="54" y="23"/>
                </a:cubicBezTo>
                <a:lnTo>
                  <a:pt x="54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p11"/>
          <p:cNvSpPr/>
          <p:nvPr/>
        </p:nvSpPr>
        <p:spPr>
          <a:xfrm>
            <a:off x="7413625" y="1684338"/>
            <a:ext cx="203200" cy="215900"/>
          </a:xfrm>
          <a:custGeom>
            <a:rect b="b" l="l" r="r" t="t"/>
            <a:pathLst>
              <a:path extrusionOk="0" h="63" w="59">
                <a:moveTo>
                  <a:pt x="30" y="63"/>
                </a:moveTo>
                <a:cubicBezTo>
                  <a:pt x="14" y="63"/>
                  <a:pt x="0" y="50"/>
                  <a:pt x="0" y="34"/>
                </a:cubicBezTo>
                <a:cubicBezTo>
                  <a:pt x="0" y="24"/>
                  <a:pt x="5" y="16"/>
                  <a:pt x="12" y="10"/>
                </a:cubicBezTo>
                <a:cubicBezTo>
                  <a:pt x="14" y="9"/>
                  <a:pt x="17" y="9"/>
                  <a:pt x="19" y="11"/>
                </a:cubicBezTo>
                <a:cubicBezTo>
                  <a:pt x="21" y="14"/>
                  <a:pt x="20" y="17"/>
                  <a:pt x="18" y="18"/>
                </a:cubicBezTo>
                <a:cubicBezTo>
                  <a:pt x="13" y="22"/>
                  <a:pt x="10" y="28"/>
                  <a:pt x="10" y="34"/>
                </a:cubicBezTo>
                <a:cubicBezTo>
                  <a:pt x="10" y="44"/>
                  <a:pt x="19" y="53"/>
                  <a:pt x="30" y="53"/>
                </a:cubicBezTo>
                <a:cubicBezTo>
                  <a:pt x="40" y="53"/>
                  <a:pt x="49" y="44"/>
                  <a:pt x="49" y="34"/>
                </a:cubicBezTo>
                <a:cubicBezTo>
                  <a:pt x="49" y="28"/>
                  <a:pt x="46" y="22"/>
                  <a:pt x="41" y="18"/>
                </a:cubicBezTo>
                <a:cubicBezTo>
                  <a:pt x="39" y="17"/>
                  <a:pt x="39" y="14"/>
                  <a:pt x="40" y="11"/>
                </a:cubicBezTo>
                <a:cubicBezTo>
                  <a:pt x="42" y="9"/>
                  <a:pt x="45" y="9"/>
                  <a:pt x="47" y="10"/>
                </a:cubicBezTo>
                <a:cubicBezTo>
                  <a:pt x="55" y="16"/>
                  <a:pt x="59" y="24"/>
                  <a:pt x="59" y="34"/>
                </a:cubicBezTo>
                <a:cubicBezTo>
                  <a:pt x="59" y="50"/>
                  <a:pt x="46" y="63"/>
                  <a:pt x="30" y="63"/>
                </a:cubicBezTo>
                <a:close/>
                <a:moveTo>
                  <a:pt x="34" y="29"/>
                </a:moveTo>
                <a:cubicBezTo>
                  <a:pt x="34" y="32"/>
                  <a:pt x="32" y="34"/>
                  <a:pt x="30" y="34"/>
                </a:cubicBezTo>
                <a:cubicBezTo>
                  <a:pt x="27" y="34"/>
                  <a:pt x="25" y="32"/>
                  <a:pt x="25" y="29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"/>
                  <a:pt x="27" y="0"/>
                  <a:pt x="30" y="0"/>
                </a:cubicBezTo>
                <a:cubicBezTo>
                  <a:pt x="32" y="0"/>
                  <a:pt x="34" y="2"/>
                  <a:pt x="34" y="5"/>
                </a:cubicBezTo>
                <a:lnTo>
                  <a:pt x="34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11"/>
          <p:cNvSpPr/>
          <p:nvPr/>
        </p:nvSpPr>
        <p:spPr>
          <a:xfrm>
            <a:off x="7908925" y="1700213"/>
            <a:ext cx="184150" cy="182562"/>
          </a:xfrm>
          <a:custGeom>
            <a:rect b="b" l="l" r="r" t="t"/>
            <a:pathLst>
              <a:path extrusionOk="0" h="115" w="116">
                <a:moveTo>
                  <a:pt x="54" y="52"/>
                </a:moveTo>
                <a:lnTo>
                  <a:pt x="0" y="52"/>
                </a:lnTo>
                <a:lnTo>
                  <a:pt x="0" y="0"/>
                </a:lnTo>
                <a:lnTo>
                  <a:pt x="54" y="0"/>
                </a:lnTo>
                <a:lnTo>
                  <a:pt x="54" y="52"/>
                </a:lnTo>
                <a:close/>
                <a:moveTo>
                  <a:pt x="54" y="115"/>
                </a:moveTo>
                <a:lnTo>
                  <a:pt x="0" y="115"/>
                </a:lnTo>
                <a:lnTo>
                  <a:pt x="0" y="63"/>
                </a:lnTo>
                <a:lnTo>
                  <a:pt x="54" y="63"/>
                </a:lnTo>
                <a:lnTo>
                  <a:pt x="54" y="115"/>
                </a:lnTo>
                <a:close/>
                <a:moveTo>
                  <a:pt x="43" y="42"/>
                </a:moveTo>
                <a:lnTo>
                  <a:pt x="43" y="9"/>
                </a:lnTo>
                <a:lnTo>
                  <a:pt x="10" y="9"/>
                </a:lnTo>
                <a:lnTo>
                  <a:pt x="10" y="42"/>
                </a:lnTo>
                <a:lnTo>
                  <a:pt x="43" y="42"/>
                </a:lnTo>
                <a:close/>
                <a:moveTo>
                  <a:pt x="43" y="104"/>
                </a:moveTo>
                <a:lnTo>
                  <a:pt x="43" y="74"/>
                </a:lnTo>
                <a:lnTo>
                  <a:pt x="10" y="74"/>
                </a:lnTo>
                <a:lnTo>
                  <a:pt x="10" y="104"/>
                </a:lnTo>
                <a:lnTo>
                  <a:pt x="43" y="104"/>
                </a:lnTo>
                <a:close/>
                <a:moveTo>
                  <a:pt x="32" y="31"/>
                </a:moveTo>
                <a:lnTo>
                  <a:pt x="21" y="31"/>
                </a:lnTo>
                <a:lnTo>
                  <a:pt x="21" y="20"/>
                </a:lnTo>
                <a:lnTo>
                  <a:pt x="32" y="20"/>
                </a:lnTo>
                <a:lnTo>
                  <a:pt x="32" y="31"/>
                </a:lnTo>
                <a:close/>
                <a:moveTo>
                  <a:pt x="32" y="94"/>
                </a:moveTo>
                <a:lnTo>
                  <a:pt x="21" y="94"/>
                </a:lnTo>
                <a:lnTo>
                  <a:pt x="21" y="83"/>
                </a:lnTo>
                <a:lnTo>
                  <a:pt x="32" y="83"/>
                </a:lnTo>
                <a:lnTo>
                  <a:pt x="32" y="94"/>
                </a:lnTo>
                <a:close/>
                <a:moveTo>
                  <a:pt x="116" y="52"/>
                </a:moveTo>
                <a:lnTo>
                  <a:pt x="65" y="52"/>
                </a:lnTo>
                <a:lnTo>
                  <a:pt x="65" y="0"/>
                </a:lnTo>
                <a:lnTo>
                  <a:pt x="116" y="0"/>
                </a:lnTo>
                <a:lnTo>
                  <a:pt x="116" y="52"/>
                </a:lnTo>
                <a:close/>
                <a:moveTo>
                  <a:pt x="116" y="94"/>
                </a:moveTo>
                <a:lnTo>
                  <a:pt x="84" y="94"/>
                </a:lnTo>
                <a:lnTo>
                  <a:pt x="84" y="83"/>
                </a:lnTo>
                <a:lnTo>
                  <a:pt x="73" y="83"/>
                </a:lnTo>
                <a:lnTo>
                  <a:pt x="73" y="115"/>
                </a:lnTo>
                <a:lnTo>
                  <a:pt x="65" y="115"/>
                </a:lnTo>
                <a:lnTo>
                  <a:pt x="65" y="63"/>
                </a:lnTo>
                <a:lnTo>
                  <a:pt x="95" y="63"/>
                </a:lnTo>
                <a:lnTo>
                  <a:pt x="95" y="74"/>
                </a:lnTo>
                <a:lnTo>
                  <a:pt x="106" y="74"/>
                </a:lnTo>
                <a:lnTo>
                  <a:pt x="106" y="63"/>
                </a:lnTo>
                <a:lnTo>
                  <a:pt x="116" y="63"/>
                </a:lnTo>
                <a:lnTo>
                  <a:pt x="116" y="94"/>
                </a:lnTo>
                <a:close/>
                <a:moveTo>
                  <a:pt x="106" y="42"/>
                </a:moveTo>
                <a:lnTo>
                  <a:pt x="106" y="9"/>
                </a:lnTo>
                <a:lnTo>
                  <a:pt x="73" y="9"/>
                </a:lnTo>
                <a:lnTo>
                  <a:pt x="73" y="42"/>
                </a:lnTo>
                <a:lnTo>
                  <a:pt x="106" y="42"/>
                </a:lnTo>
                <a:close/>
                <a:moveTo>
                  <a:pt x="95" y="31"/>
                </a:moveTo>
                <a:lnTo>
                  <a:pt x="84" y="31"/>
                </a:lnTo>
                <a:lnTo>
                  <a:pt x="84" y="20"/>
                </a:lnTo>
                <a:lnTo>
                  <a:pt x="95" y="20"/>
                </a:lnTo>
                <a:lnTo>
                  <a:pt x="95" y="31"/>
                </a:lnTo>
                <a:close/>
                <a:moveTo>
                  <a:pt x="95" y="115"/>
                </a:moveTo>
                <a:lnTo>
                  <a:pt x="84" y="115"/>
                </a:lnTo>
                <a:lnTo>
                  <a:pt x="84" y="104"/>
                </a:lnTo>
                <a:lnTo>
                  <a:pt x="95" y="104"/>
                </a:lnTo>
                <a:lnTo>
                  <a:pt x="95" y="115"/>
                </a:lnTo>
                <a:close/>
                <a:moveTo>
                  <a:pt x="116" y="115"/>
                </a:moveTo>
                <a:lnTo>
                  <a:pt x="106" y="115"/>
                </a:lnTo>
                <a:lnTo>
                  <a:pt x="106" y="104"/>
                </a:lnTo>
                <a:lnTo>
                  <a:pt x="116" y="104"/>
                </a:lnTo>
                <a:lnTo>
                  <a:pt x="116" y="1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1" name="Google Shape;2941;p11"/>
          <p:cNvSpPr/>
          <p:nvPr/>
        </p:nvSpPr>
        <p:spPr>
          <a:xfrm>
            <a:off x="8402638" y="1700213"/>
            <a:ext cx="215900" cy="182562"/>
          </a:xfrm>
          <a:custGeom>
            <a:rect b="b" l="l" r="r" t="t"/>
            <a:pathLst>
              <a:path extrusionOk="0" h="53" w="63">
                <a:moveTo>
                  <a:pt x="29" y="34"/>
                </a:moveTo>
                <a:cubicBezTo>
                  <a:pt x="29" y="44"/>
                  <a:pt x="20" y="53"/>
                  <a:pt x="9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6" y="53"/>
                  <a:pt x="5" y="52"/>
                  <a:pt x="5" y="51"/>
                </a:cubicBezTo>
                <a:cubicBezTo>
                  <a:pt x="5" y="46"/>
                  <a:pt x="5" y="46"/>
                  <a:pt x="5" y="46"/>
                </a:cubicBezTo>
                <a:cubicBezTo>
                  <a:pt x="5" y="44"/>
                  <a:pt x="6" y="43"/>
                  <a:pt x="7" y="43"/>
                </a:cubicBezTo>
                <a:cubicBezTo>
                  <a:pt x="9" y="43"/>
                  <a:pt x="9" y="43"/>
                  <a:pt x="9" y="43"/>
                </a:cubicBezTo>
                <a:cubicBezTo>
                  <a:pt x="15" y="43"/>
                  <a:pt x="19" y="39"/>
                  <a:pt x="19" y="34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0"/>
                  <a:pt x="18" y="29"/>
                  <a:pt x="16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3" y="29"/>
                  <a:pt x="0" y="25"/>
                  <a:pt x="0" y="21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6" y="0"/>
                  <a:pt x="29" y="3"/>
                  <a:pt x="29" y="7"/>
                </a:cubicBezTo>
                <a:lnTo>
                  <a:pt x="29" y="34"/>
                </a:lnTo>
                <a:close/>
                <a:moveTo>
                  <a:pt x="63" y="34"/>
                </a:moveTo>
                <a:cubicBezTo>
                  <a:pt x="63" y="44"/>
                  <a:pt x="54" y="53"/>
                  <a:pt x="43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40" y="53"/>
                  <a:pt x="39" y="52"/>
                  <a:pt x="39" y="51"/>
                </a:cubicBezTo>
                <a:cubicBezTo>
                  <a:pt x="39" y="46"/>
                  <a:pt x="39" y="46"/>
                  <a:pt x="39" y="46"/>
                </a:cubicBezTo>
                <a:cubicBezTo>
                  <a:pt x="39" y="44"/>
                  <a:pt x="40" y="43"/>
                  <a:pt x="41" y="43"/>
                </a:cubicBezTo>
                <a:cubicBezTo>
                  <a:pt x="43" y="43"/>
                  <a:pt x="43" y="43"/>
                  <a:pt x="43" y="43"/>
                </a:cubicBezTo>
                <a:cubicBezTo>
                  <a:pt x="49" y="43"/>
                  <a:pt x="53" y="39"/>
                  <a:pt x="53" y="34"/>
                </a:cubicBezTo>
                <a:cubicBezTo>
                  <a:pt x="53" y="32"/>
                  <a:pt x="53" y="32"/>
                  <a:pt x="53" y="32"/>
                </a:cubicBezTo>
                <a:cubicBezTo>
                  <a:pt x="53" y="30"/>
                  <a:pt x="52" y="29"/>
                  <a:pt x="50" y="29"/>
                </a:cubicBezTo>
                <a:cubicBezTo>
                  <a:pt x="41" y="29"/>
                  <a:pt x="41" y="29"/>
                  <a:pt x="41" y="29"/>
                </a:cubicBezTo>
                <a:cubicBezTo>
                  <a:pt x="37" y="29"/>
                  <a:pt x="34" y="25"/>
                  <a:pt x="34" y="21"/>
                </a:cubicBezTo>
                <a:cubicBezTo>
                  <a:pt x="34" y="7"/>
                  <a:pt x="34" y="7"/>
                  <a:pt x="34" y="7"/>
                </a:cubicBezTo>
                <a:cubicBezTo>
                  <a:pt x="34" y="3"/>
                  <a:pt x="37" y="0"/>
                  <a:pt x="41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60" y="0"/>
                  <a:pt x="63" y="3"/>
                  <a:pt x="63" y="7"/>
                </a:cubicBezTo>
                <a:lnTo>
                  <a:pt x="63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p11"/>
          <p:cNvSpPr/>
          <p:nvPr/>
        </p:nvSpPr>
        <p:spPr>
          <a:xfrm>
            <a:off x="8843963" y="1684338"/>
            <a:ext cx="233362" cy="219075"/>
          </a:xfrm>
          <a:custGeom>
            <a:rect b="b" l="l" r="r" t="t"/>
            <a:pathLst>
              <a:path extrusionOk="0" h="64" w="68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3" name="Google Shape;2943;p11"/>
          <p:cNvSpPr/>
          <p:nvPr/>
        </p:nvSpPr>
        <p:spPr>
          <a:xfrm>
            <a:off x="85725" y="2116138"/>
            <a:ext cx="153988" cy="155575"/>
          </a:xfrm>
          <a:custGeom>
            <a:rect b="b" l="l" r="r" t="t"/>
            <a:pathLst>
              <a:path extrusionOk="0" h="45" w="45">
                <a:moveTo>
                  <a:pt x="44" y="38"/>
                </a:moveTo>
                <a:cubicBezTo>
                  <a:pt x="39" y="44"/>
                  <a:pt x="39" y="44"/>
                  <a:pt x="39" y="44"/>
                </a:cubicBezTo>
                <a:cubicBezTo>
                  <a:pt x="38" y="44"/>
                  <a:pt x="37" y="45"/>
                  <a:pt x="36" y="45"/>
                </a:cubicBezTo>
                <a:cubicBezTo>
                  <a:pt x="35" y="45"/>
                  <a:pt x="34" y="44"/>
                  <a:pt x="34" y="44"/>
                </a:cubicBezTo>
                <a:cubicBezTo>
                  <a:pt x="22" y="32"/>
                  <a:pt x="22" y="32"/>
                  <a:pt x="22" y="32"/>
                </a:cubicBezTo>
                <a:cubicBezTo>
                  <a:pt x="11" y="44"/>
                  <a:pt x="11" y="44"/>
                  <a:pt x="11" y="44"/>
                </a:cubicBezTo>
                <a:cubicBezTo>
                  <a:pt x="11" y="44"/>
                  <a:pt x="10" y="45"/>
                  <a:pt x="9" y="45"/>
                </a:cubicBezTo>
                <a:cubicBezTo>
                  <a:pt x="8" y="45"/>
                  <a:pt x="7" y="44"/>
                  <a:pt x="6" y="44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5"/>
                  <a:pt x="0" y="34"/>
                  <a:pt x="1" y="33"/>
                </a:cubicBezTo>
                <a:cubicBezTo>
                  <a:pt x="12" y="22"/>
                  <a:pt x="12" y="22"/>
                  <a:pt x="12" y="22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0" y="8"/>
                </a:cubicBezTo>
                <a:cubicBezTo>
                  <a:pt x="0" y="7"/>
                  <a:pt x="0" y="6"/>
                  <a:pt x="1" y="6"/>
                </a:cubicBezTo>
                <a:cubicBezTo>
                  <a:pt x="6" y="1"/>
                  <a:pt x="6" y="1"/>
                  <a:pt x="6" y="1"/>
                </a:cubicBezTo>
                <a:cubicBezTo>
                  <a:pt x="7" y="0"/>
                  <a:pt x="8" y="0"/>
                  <a:pt x="9" y="0"/>
                </a:cubicBezTo>
                <a:cubicBezTo>
                  <a:pt x="10" y="0"/>
                  <a:pt x="11" y="0"/>
                  <a:pt x="11" y="1"/>
                </a:cubicBezTo>
                <a:cubicBezTo>
                  <a:pt x="22" y="12"/>
                  <a:pt x="22" y="12"/>
                  <a:pt x="22" y="12"/>
                </a:cubicBezTo>
                <a:cubicBezTo>
                  <a:pt x="34" y="1"/>
                  <a:pt x="34" y="1"/>
                  <a:pt x="34" y="1"/>
                </a:cubicBezTo>
                <a:cubicBezTo>
                  <a:pt x="34" y="0"/>
                  <a:pt x="35" y="0"/>
                  <a:pt x="36" y="0"/>
                </a:cubicBezTo>
                <a:cubicBezTo>
                  <a:pt x="37" y="0"/>
                  <a:pt x="38" y="0"/>
                  <a:pt x="39" y="1"/>
                </a:cubicBezTo>
                <a:cubicBezTo>
                  <a:pt x="44" y="6"/>
                  <a:pt x="44" y="6"/>
                  <a:pt x="44" y="6"/>
                </a:cubicBezTo>
                <a:cubicBezTo>
                  <a:pt x="45" y="6"/>
                  <a:pt x="45" y="7"/>
                  <a:pt x="45" y="8"/>
                </a:cubicBezTo>
                <a:cubicBezTo>
                  <a:pt x="45" y="9"/>
                  <a:pt x="45" y="10"/>
                  <a:pt x="44" y="11"/>
                </a:cubicBezTo>
                <a:cubicBezTo>
                  <a:pt x="33" y="22"/>
                  <a:pt x="33" y="22"/>
                  <a:pt x="33" y="22"/>
                </a:cubicBezTo>
                <a:cubicBezTo>
                  <a:pt x="44" y="33"/>
                  <a:pt x="44" y="33"/>
                  <a:pt x="44" y="33"/>
                </a:cubicBezTo>
                <a:cubicBezTo>
                  <a:pt x="45" y="34"/>
                  <a:pt x="45" y="35"/>
                  <a:pt x="45" y="36"/>
                </a:cubicBezTo>
                <a:cubicBezTo>
                  <a:pt x="45" y="37"/>
                  <a:pt x="45" y="38"/>
                  <a:pt x="44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4" name="Google Shape;2944;p11"/>
          <p:cNvSpPr/>
          <p:nvPr/>
        </p:nvSpPr>
        <p:spPr>
          <a:xfrm>
            <a:off x="493713" y="2074863"/>
            <a:ext cx="233362" cy="209550"/>
          </a:xfrm>
          <a:custGeom>
            <a:rect b="b" l="l" r="r" t="t"/>
            <a:pathLst>
              <a:path extrusionOk="0" h="61" w="68">
                <a:moveTo>
                  <a:pt x="63" y="57"/>
                </a:moveTo>
                <a:cubicBezTo>
                  <a:pt x="63" y="58"/>
                  <a:pt x="62" y="59"/>
                  <a:pt x="62" y="60"/>
                </a:cubicBezTo>
                <a:cubicBezTo>
                  <a:pt x="61" y="61"/>
                  <a:pt x="61" y="61"/>
                  <a:pt x="61" y="61"/>
                </a:cubicBezTo>
                <a:cubicBezTo>
                  <a:pt x="60" y="61"/>
                  <a:pt x="59" y="60"/>
                  <a:pt x="59" y="60"/>
                </a:cubicBezTo>
                <a:cubicBezTo>
                  <a:pt x="59" y="59"/>
                  <a:pt x="59" y="58"/>
                  <a:pt x="59" y="58"/>
                </a:cubicBezTo>
                <a:cubicBezTo>
                  <a:pt x="60" y="56"/>
                  <a:pt x="60" y="55"/>
                  <a:pt x="60" y="53"/>
                </a:cubicBezTo>
                <a:cubicBezTo>
                  <a:pt x="60" y="35"/>
                  <a:pt x="49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43"/>
                  <a:pt x="23" y="44"/>
                  <a:pt x="22" y="44"/>
                </a:cubicBezTo>
                <a:cubicBezTo>
                  <a:pt x="21" y="44"/>
                  <a:pt x="20" y="44"/>
                  <a:pt x="20" y="4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3"/>
                  <a:pt x="0" y="23"/>
                  <a:pt x="0" y="22"/>
                </a:cubicBezTo>
                <a:cubicBezTo>
                  <a:pt x="0" y="21"/>
                  <a:pt x="0" y="21"/>
                  <a:pt x="0" y="20"/>
                </a:cubicBezTo>
                <a:cubicBezTo>
                  <a:pt x="20" y="1"/>
                  <a:pt x="20" y="1"/>
                  <a:pt x="20" y="1"/>
                </a:cubicBezTo>
                <a:cubicBezTo>
                  <a:pt x="20" y="0"/>
                  <a:pt x="21" y="0"/>
                  <a:pt x="22" y="0"/>
                </a:cubicBezTo>
                <a:cubicBezTo>
                  <a:pt x="23" y="0"/>
                  <a:pt x="24" y="1"/>
                  <a:pt x="24" y="3"/>
                </a:cubicBezTo>
                <a:cubicBezTo>
                  <a:pt x="24" y="12"/>
                  <a:pt x="24" y="12"/>
                  <a:pt x="24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45" y="12"/>
                  <a:pt x="61" y="14"/>
                  <a:pt x="66" y="28"/>
                </a:cubicBezTo>
                <a:cubicBezTo>
                  <a:pt x="67" y="32"/>
                  <a:pt x="68" y="36"/>
                  <a:pt x="68" y="40"/>
                </a:cubicBezTo>
                <a:cubicBezTo>
                  <a:pt x="68" y="46"/>
                  <a:pt x="65" y="52"/>
                  <a:pt x="63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5" name="Google Shape;2945;p11"/>
          <p:cNvSpPr/>
          <p:nvPr/>
        </p:nvSpPr>
        <p:spPr>
          <a:xfrm>
            <a:off x="995363" y="2100263"/>
            <a:ext cx="236537" cy="168275"/>
          </a:xfrm>
          <a:custGeom>
            <a:rect b="b" l="l" r="r" t="t"/>
            <a:pathLst>
              <a:path extrusionOk="0" h="49" w="69">
                <a:moveTo>
                  <a:pt x="68" y="49"/>
                </a:moveTo>
                <a:cubicBezTo>
                  <a:pt x="41" y="49"/>
                  <a:pt x="41" y="49"/>
                  <a:pt x="41" y="49"/>
                </a:cubicBezTo>
                <a:cubicBezTo>
                  <a:pt x="42" y="49"/>
                  <a:pt x="42" y="48"/>
                  <a:pt x="42" y="48"/>
                </a:cubicBezTo>
                <a:cubicBezTo>
                  <a:pt x="41" y="38"/>
                  <a:pt x="41" y="38"/>
                  <a:pt x="41" y="38"/>
                </a:cubicBezTo>
                <a:cubicBezTo>
                  <a:pt x="41" y="37"/>
                  <a:pt x="41" y="37"/>
                  <a:pt x="40" y="37"/>
                </a:cubicBezTo>
                <a:cubicBezTo>
                  <a:pt x="30" y="37"/>
                  <a:pt x="30" y="37"/>
                  <a:pt x="30" y="37"/>
                </a:cubicBezTo>
                <a:cubicBezTo>
                  <a:pt x="29" y="37"/>
                  <a:pt x="28" y="37"/>
                  <a:pt x="28" y="38"/>
                </a:cubicBezTo>
                <a:cubicBezTo>
                  <a:pt x="28" y="48"/>
                  <a:pt x="28" y="48"/>
                  <a:pt x="28" y="48"/>
                </a:cubicBezTo>
                <a:cubicBezTo>
                  <a:pt x="28" y="48"/>
                  <a:pt x="28" y="49"/>
                  <a:pt x="29" y="49"/>
                </a:cubicBezTo>
                <a:cubicBezTo>
                  <a:pt x="2" y="49"/>
                  <a:pt x="2" y="49"/>
                  <a:pt x="2" y="49"/>
                </a:cubicBezTo>
                <a:cubicBezTo>
                  <a:pt x="1" y="49"/>
                  <a:pt x="0" y="47"/>
                  <a:pt x="0" y="46"/>
                </a:cubicBezTo>
                <a:cubicBezTo>
                  <a:pt x="0" y="45"/>
                  <a:pt x="1" y="43"/>
                  <a:pt x="1" y="42"/>
                </a:cubicBezTo>
                <a:cubicBezTo>
                  <a:pt x="17" y="2"/>
                  <a:pt x="17" y="2"/>
                  <a:pt x="17" y="2"/>
                </a:cubicBezTo>
                <a:cubicBezTo>
                  <a:pt x="18" y="1"/>
                  <a:pt x="19" y="0"/>
                  <a:pt x="20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2" y="0"/>
                  <a:pt x="31" y="1"/>
                  <a:pt x="31" y="2"/>
                </a:cubicBezTo>
                <a:cubicBezTo>
                  <a:pt x="31" y="9"/>
                  <a:pt x="31" y="9"/>
                  <a:pt x="31" y="9"/>
                </a:cubicBezTo>
                <a:cubicBezTo>
                  <a:pt x="31" y="10"/>
                  <a:pt x="31" y="10"/>
                  <a:pt x="32" y="10"/>
                </a:cubicBezTo>
                <a:cubicBezTo>
                  <a:pt x="38" y="10"/>
                  <a:pt x="38" y="10"/>
                  <a:pt x="38" y="10"/>
                </a:cubicBezTo>
                <a:cubicBezTo>
                  <a:pt x="39" y="10"/>
                  <a:pt x="39" y="10"/>
                  <a:pt x="39" y="9"/>
                </a:cubicBezTo>
                <a:cubicBezTo>
                  <a:pt x="39" y="2"/>
                  <a:pt x="39" y="2"/>
                  <a:pt x="39" y="2"/>
                </a:cubicBezTo>
                <a:cubicBezTo>
                  <a:pt x="39" y="1"/>
                  <a:pt x="38" y="0"/>
                  <a:pt x="3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1" y="0"/>
                  <a:pt x="52" y="1"/>
                  <a:pt x="53" y="2"/>
                </a:cubicBezTo>
                <a:cubicBezTo>
                  <a:pt x="68" y="42"/>
                  <a:pt x="68" y="42"/>
                  <a:pt x="68" y="42"/>
                </a:cubicBezTo>
                <a:cubicBezTo>
                  <a:pt x="69" y="43"/>
                  <a:pt x="69" y="45"/>
                  <a:pt x="69" y="46"/>
                </a:cubicBezTo>
                <a:cubicBezTo>
                  <a:pt x="69" y="47"/>
                  <a:pt x="69" y="49"/>
                  <a:pt x="68" y="49"/>
                </a:cubicBezTo>
                <a:close/>
                <a:moveTo>
                  <a:pt x="41" y="28"/>
                </a:moveTo>
                <a:cubicBezTo>
                  <a:pt x="40" y="16"/>
                  <a:pt x="40" y="16"/>
                  <a:pt x="40" y="16"/>
                </a:cubicBezTo>
                <a:cubicBezTo>
                  <a:pt x="40" y="16"/>
                  <a:pt x="39" y="15"/>
                  <a:pt x="38" y="15"/>
                </a:cubicBezTo>
                <a:cubicBezTo>
                  <a:pt x="31" y="15"/>
                  <a:pt x="31" y="15"/>
                  <a:pt x="31" y="15"/>
                </a:cubicBezTo>
                <a:cubicBezTo>
                  <a:pt x="31" y="15"/>
                  <a:pt x="30" y="16"/>
                  <a:pt x="30" y="16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9"/>
                  <a:pt x="30" y="30"/>
                  <a:pt x="30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40" y="30"/>
                  <a:pt x="41" y="29"/>
                  <a:pt x="41" y="29"/>
                </a:cubicBezTo>
                <a:lnTo>
                  <a:pt x="41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11"/>
          <p:cNvSpPr/>
          <p:nvPr/>
        </p:nvSpPr>
        <p:spPr>
          <a:xfrm>
            <a:off x="1482725" y="2085975"/>
            <a:ext cx="165100" cy="182563"/>
          </a:xfrm>
          <a:custGeom>
            <a:rect b="b" l="l" r="r" t="t"/>
            <a:pathLst>
              <a:path extrusionOk="0" h="53" w="48">
                <a:moveTo>
                  <a:pt x="31" y="33"/>
                </a:moveTo>
                <a:cubicBezTo>
                  <a:pt x="18" y="33"/>
                  <a:pt x="18" y="33"/>
                  <a:pt x="18" y="33"/>
                </a:cubicBezTo>
                <a:cubicBezTo>
                  <a:pt x="18" y="37"/>
                  <a:pt x="18" y="37"/>
                  <a:pt x="18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7"/>
                  <a:pt x="39" y="38"/>
                  <a:pt x="39" y="38"/>
                </a:cubicBezTo>
                <a:cubicBezTo>
                  <a:pt x="39" y="43"/>
                  <a:pt x="39" y="43"/>
                  <a:pt x="39" y="43"/>
                </a:cubicBezTo>
                <a:cubicBezTo>
                  <a:pt x="39" y="44"/>
                  <a:pt x="38" y="44"/>
                  <a:pt x="37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52"/>
                  <a:pt x="18" y="53"/>
                  <a:pt x="17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44"/>
                  <a:pt x="9" y="44"/>
                  <a:pt x="9" y="4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4"/>
                  <a:pt x="0" y="43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7"/>
                  <a:pt x="1" y="3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3"/>
                  <a:pt x="9" y="33"/>
                  <a:pt x="9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1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41" y="0"/>
                  <a:pt x="48" y="6"/>
                  <a:pt x="48" y="16"/>
                </a:cubicBezTo>
                <a:cubicBezTo>
                  <a:pt x="48" y="26"/>
                  <a:pt x="41" y="33"/>
                  <a:pt x="31" y="33"/>
                </a:cubicBezTo>
                <a:close/>
                <a:moveTo>
                  <a:pt x="30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25"/>
                  <a:pt x="18" y="25"/>
                  <a:pt x="18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36" y="25"/>
                  <a:pt x="39" y="21"/>
                  <a:pt x="39" y="16"/>
                </a:cubicBezTo>
                <a:cubicBezTo>
                  <a:pt x="39" y="11"/>
                  <a:pt x="36" y="8"/>
                  <a:pt x="30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1"/>
          <p:cNvSpPr/>
          <p:nvPr/>
        </p:nvSpPr>
        <p:spPr>
          <a:xfrm>
            <a:off x="1976438" y="2085975"/>
            <a:ext cx="165100" cy="182563"/>
          </a:xfrm>
          <a:custGeom>
            <a:rect b="b" l="l" r="r" t="t"/>
            <a:pathLst>
              <a:path extrusionOk="0" h="53" w="48">
                <a:moveTo>
                  <a:pt x="31" y="33"/>
                </a:moveTo>
                <a:cubicBezTo>
                  <a:pt x="18" y="33"/>
                  <a:pt x="18" y="33"/>
                  <a:pt x="18" y="33"/>
                </a:cubicBezTo>
                <a:cubicBezTo>
                  <a:pt x="18" y="37"/>
                  <a:pt x="18" y="37"/>
                  <a:pt x="18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7"/>
                  <a:pt x="39" y="38"/>
                  <a:pt x="39" y="38"/>
                </a:cubicBezTo>
                <a:cubicBezTo>
                  <a:pt x="39" y="43"/>
                  <a:pt x="39" y="43"/>
                  <a:pt x="39" y="43"/>
                </a:cubicBezTo>
                <a:cubicBezTo>
                  <a:pt x="39" y="44"/>
                  <a:pt x="38" y="44"/>
                  <a:pt x="37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52"/>
                  <a:pt x="18" y="53"/>
                  <a:pt x="17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44"/>
                  <a:pt x="9" y="44"/>
                  <a:pt x="9" y="4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4"/>
                  <a:pt x="0" y="43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7"/>
                  <a:pt x="1" y="3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3"/>
                  <a:pt x="9" y="33"/>
                  <a:pt x="9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1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41" y="0"/>
                  <a:pt x="48" y="6"/>
                  <a:pt x="48" y="16"/>
                </a:cubicBezTo>
                <a:cubicBezTo>
                  <a:pt x="48" y="26"/>
                  <a:pt x="41" y="33"/>
                  <a:pt x="31" y="33"/>
                </a:cubicBezTo>
                <a:close/>
                <a:moveTo>
                  <a:pt x="30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25"/>
                  <a:pt x="18" y="25"/>
                  <a:pt x="18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36" y="25"/>
                  <a:pt x="39" y="21"/>
                  <a:pt x="39" y="16"/>
                </a:cubicBezTo>
                <a:cubicBezTo>
                  <a:pt x="39" y="11"/>
                  <a:pt x="36" y="8"/>
                  <a:pt x="30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11"/>
          <p:cNvSpPr/>
          <p:nvPr/>
        </p:nvSpPr>
        <p:spPr>
          <a:xfrm>
            <a:off x="2471738" y="2085975"/>
            <a:ext cx="219075" cy="215900"/>
          </a:xfrm>
          <a:custGeom>
            <a:rect b="b" l="l" r="r" t="t"/>
            <a:pathLst>
              <a:path extrusionOk="0" h="63" w="64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1"/>
          <p:cNvSpPr/>
          <p:nvPr/>
        </p:nvSpPr>
        <p:spPr>
          <a:xfrm>
            <a:off x="2965450" y="2068513"/>
            <a:ext cx="233363" cy="233362"/>
          </a:xfrm>
          <a:custGeom>
            <a:rect b="b" l="l" r="r" t="t"/>
            <a:pathLst>
              <a:path extrusionOk="0" h="68" w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11"/>
          <p:cNvSpPr/>
          <p:nvPr/>
        </p:nvSpPr>
        <p:spPr>
          <a:xfrm>
            <a:off x="3460750" y="2085975"/>
            <a:ext cx="198438" cy="198438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51" y="23"/>
                </a:moveTo>
                <a:cubicBezTo>
                  <a:pt x="52" y="22"/>
                  <a:pt x="52" y="21"/>
                  <a:pt x="51" y="20"/>
                </a:cubicBezTo>
                <a:cubicBezTo>
                  <a:pt x="38" y="6"/>
                  <a:pt x="38" y="6"/>
                  <a:pt x="38" y="6"/>
                </a:cubicBezTo>
                <a:cubicBezTo>
                  <a:pt x="37" y="6"/>
                  <a:pt x="36" y="5"/>
                  <a:pt x="35" y="6"/>
                </a:cubicBezTo>
                <a:cubicBezTo>
                  <a:pt x="34" y="6"/>
                  <a:pt x="34" y="7"/>
                  <a:pt x="34" y="8"/>
                </a:cubicBezTo>
                <a:cubicBezTo>
                  <a:pt x="34" y="14"/>
                  <a:pt x="34" y="14"/>
                  <a:pt x="34" y="14"/>
                </a:cubicBezTo>
                <a:cubicBezTo>
                  <a:pt x="12" y="14"/>
                  <a:pt x="9" y="27"/>
                  <a:pt x="9" y="36"/>
                </a:cubicBezTo>
                <a:cubicBezTo>
                  <a:pt x="9" y="44"/>
                  <a:pt x="16" y="51"/>
                  <a:pt x="16" y="51"/>
                </a:cubicBezTo>
                <a:cubicBezTo>
                  <a:pt x="16" y="52"/>
                  <a:pt x="16" y="52"/>
                  <a:pt x="17" y="52"/>
                </a:cubicBezTo>
                <a:cubicBezTo>
                  <a:pt x="17" y="52"/>
                  <a:pt x="17" y="52"/>
                  <a:pt x="17" y="52"/>
                </a:cubicBezTo>
                <a:cubicBezTo>
                  <a:pt x="18" y="51"/>
                  <a:pt x="18" y="51"/>
                  <a:pt x="18" y="50"/>
                </a:cubicBezTo>
                <a:cubicBezTo>
                  <a:pt x="17" y="41"/>
                  <a:pt x="18" y="36"/>
                  <a:pt x="20" y="32"/>
                </a:cubicBezTo>
                <a:cubicBezTo>
                  <a:pt x="23" y="30"/>
                  <a:pt x="27" y="29"/>
                  <a:pt x="34" y="29"/>
                </a:cubicBezTo>
                <a:cubicBezTo>
                  <a:pt x="34" y="35"/>
                  <a:pt x="34" y="35"/>
                  <a:pt x="34" y="35"/>
                </a:cubicBezTo>
                <a:cubicBezTo>
                  <a:pt x="34" y="36"/>
                  <a:pt x="34" y="37"/>
                  <a:pt x="35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37" y="37"/>
                  <a:pt x="37" y="37"/>
                  <a:pt x="38" y="36"/>
                </a:cubicBezTo>
                <a:lnTo>
                  <a:pt x="51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1"/>
          <p:cNvSpPr/>
          <p:nvPr/>
        </p:nvSpPr>
        <p:spPr>
          <a:xfrm>
            <a:off x="3954463" y="2085975"/>
            <a:ext cx="165100" cy="198438"/>
          </a:xfrm>
          <a:custGeom>
            <a:rect b="b" l="l" r="r" t="t"/>
            <a:pathLst>
              <a:path extrusionOk="0" h="58" w="48">
                <a:moveTo>
                  <a:pt x="48" y="31"/>
                </a:moveTo>
                <a:cubicBezTo>
                  <a:pt x="48" y="47"/>
                  <a:pt x="26" y="57"/>
                  <a:pt x="25" y="58"/>
                </a:cubicBezTo>
                <a:cubicBezTo>
                  <a:pt x="25" y="58"/>
                  <a:pt x="24" y="58"/>
                  <a:pt x="24" y="58"/>
                </a:cubicBezTo>
                <a:cubicBezTo>
                  <a:pt x="24" y="58"/>
                  <a:pt x="23" y="58"/>
                  <a:pt x="23" y="58"/>
                </a:cubicBezTo>
                <a:cubicBezTo>
                  <a:pt x="22" y="57"/>
                  <a:pt x="0" y="47"/>
                  <a:pt x="0" y="31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7" y="0"/>
                  <a:pt x="48" y="1"/>
                  <a:pt x="48" y="2"/>
                </a:cubicBezTo>
                <a:lnTo>
                  <a:pt x="48" y="31"/>
                </a:lnTo>
                <a:close/>
                <a:moveTo>
                  <a:pt x="41" y="7"/>
                </a:moveTo>
                <a:cubicBezTo>
                  <a:pt x="24" y="7"/>
                  <a:pt x="24" y="7"/>
                  <a:pt x="24" y="7"/>
                </a:cubicBezTo>
                <a:cubicBezTo>
                  <a:pt x="24" y="50"/>
                  <a:pt x="24" y="50"/>
                  <a:pt x="24" y="50"/>
                </a:cubicBezTo>
                <a:cubicBezTo>
                  <a:pt x="26" y="49"/>
                  <a:pt x="29" y="47"/>
                  <a:pt x="32" y="45"/>
                </a:cubicBezTo>
                <a:cubicBezTo>
                  <a:pt x="36" y="42"/>
                  <a:pt x="41" y="37"/>
                  <a:pt x="41" y="31"/>
                </a:cubicBezTo>
                <a:lnTo>
                  <a:pt x="41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2" name="Google Shape;2952;p11"/>
          <p:cNvSpPr/>
          <p:nvPr/>
        </p:nvSpPr>
        <p:spPr>
          <a:xfrm>
            <a:off x="4448175" y="2085975"/>
            <a:ext cx="233363" cy="198438"/>
          </a:xfrm>
          <a:custGeom>
            <a:rect b="b" l="l" r="r" t="t"/>
            <a:pathLst>
              <a:path extrusionOk="0" h="58" w="68">
                <a:moveTo>
                  <a:pt x="10" y="57"/>
                </a:moveTo>
                <a:cubicBezTo>
                  <a:pt x="10" y="57"/>
                  <a:pt x="10" y="58"/>
                  <a:pt x="9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7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9"/>
                  <a:pt x="1" y="48"/>
                  <a:pt x="2" y="48"/>
                </a:cubicBezTo>
                <a:cubicBezTo>
                  <a:pt x="9" y="48"/>
                  <a:pt x="9" y="48"/>
                  <a:pt x="9" y="48"/>
                </a:cubicBezTo>
                <a:cubicBezTo>
                  <a:pt x="10" y="48"/>
                  <a:pt x="10" y="49"/>
                  <a:pt x="10" y="49"/>
                </a:cubicBezTo>
                <a:lnTo>
                  <a:pt x="10" y="57"/>
                </a:lnTo>
                <a:close/>
                <a:moveTo>
                  <a:pt x="25" y="57"/>
                </a:moveTo>
                <a:cubicBezTo>
                  <a:pt x="25" y="57"/>
                  <a:pt x="24" y="58"/>
                  <a:pt x="24" y="58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8"/>
                  <a:pt x="15" y="57"/>
                  <a:pt x="15" y="57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4"/>
                  <a:pt x="16" y="43"/>
                  <a:pt x="16" y="43"/>
                </a:cubicBezTo>
                <a:cubicBezTo>
                  <a:pt x="24" y="43"/>
                  <a:pt x="24" y="43"/>
                  <a:pt x="24" y="43"/>
                </a:cubicBezTo>
                <a:cubicBezTo>
                  <a:pt x="24" y="43"/>
                  <a:pt x="25" y="44"/>
                  <a:pt x="25" y="44"/>
                </a:cubicBezTo>
                <a:lnTo>
                  <a:pt x="25" y="57"/>
                </a:lnTo>
                <a:close/>
                <a:moveTo>
                  <a:pt x="39" y="57"/>
                </a:moveTo>
                <a:cubicBezTo>
                  <a:pt x="39" y="57"/>
                  <a:pt x="39" y="58"/>
                  <a:pt x="38" y="58"/>
                </a:cubicBezTo>
                <a:cubicBezTo>
                  <a:pt x="31" y="58"/>
                  <a:pt x="31" y="58"/>
                  <a:pt x="31" y="58"/>
                </a:cubicBezTo>
                <a:cubicBezTo>
                  <a:pt x="30" y="58"/>
                  <a:pt x="30" y="57"/>
                  <a:pt x="30" y="57"/>
                </a:cubicBezTo>
                <a:cubicBezTo>
                  <a:pt x="30" y="35"/>
                  <a:pt x="30" y="35"/>
                  <a:pt x="30" y="35"/>
                </a:cubicBezTo>
                <a:cubicBezTo>
                  <a:pt x="30" y="34"/>
                  <a:pt x="30" y="34"/>
                  <a:pt x="31" y="34"/>
                </a:cubicBezTo>
                <a:cubicBezTo>
                  <a:pt x="38" y="34"/>
                  <a:pt x="38" y="34"/>
                  <a:pt x="38" y="34"/>
                </a:cubicBezTo>
                <a:cubicBezTo>
                  <a:pt x="39" y="34"/>
                  <a:pt x="39" y="34"/>
                  <a:pt x="39" y="35"/>
                </a:cubicBezTo>
                <a:lnTo>
                  <a:pt x="39" y="57"/>
                </a:lnTo>
                <a:close/>
                <a:moveTo>
                  <a:pt x="54" y="57"/>
                </a:moveTo>
                <a:cubicBezTo>
                  <a:pt x="54" y="57"/>
                  <a:pt x="53" y="58"/>
                  <a:pt x="53" y="58"/>
                </a:cubicBezTo>
                <a:cubicBezTo>
                  <a:pt x="45" y="58"/>
                  <a:pt x="45" y="58"/>
                  <a:pt x="45" y="58"/>
                </a:cubicBezTo>
                <a:cubicBezTo>
                  <a:pt x="45" y="58"/>
                  <a:pt x="44" y="57"/>
                  <a:pt x="44" y="57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20"/>
                  <a:pt x="45" y="19"/>
                  <a:pt x="45" y="19"/>
                </a:cubicBezTo>
                <a:cubicBezTo>
                  <a:pt x="53" y="19"/>
                  <a:pt x="53" y="19"/>
                  <a:pt x="53" y="19"/>
                </a:cubicBezTo>
                <a:cubicBezTo>
                  <a:pt x="53" y="19"/>
                  <a:pt x="54" y="20"/>
                  <a:pt x="54" y="20"/>
                </a:cubicBezTo>
                <a:lnTo>
                  <a:pt x="54" y="57"/>
                </a:lnTo>
                <a:close/>
                <a:moveTo>
                  <a:pt x="68" y="57"/>
                </a:moveTo>
                <a:cubicBezTo>
                  <a:pt x="68" y="57"/>
                  <a:pt x="68" y="58"/>
                  <a:pt x="67" y="58"/>
                </a:cubicBezTo>
                <a:cubicBezTo>
                  <a:pt x="60" y="58"/>
                  <a:pt x="60" y="58"/>
                  <a:pt x="60" y="58"/>
                </a:cubicBezTo>
                <a:cubicBezTo>
                  <a:pt x="59" y="58"/>
                  <a:pt x="59" y="57"/>
                  <a:pt x="59" y="57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0"/>
                  <a:pt x="59" y="0"/>
                  <a:pt x="60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3" name="Google Shape;2953;p11"/>
          <p:cNvSpPr/>
          <p:nvPr/>
        </p:nvSpPr>
        <p:spPr>
          <a:xfrm>
            <a:off x="4943475" y="2100263"/>
            <a:ext cx="198438" cy="184150"/>
          </a:xfrm>
          <a:custGeom>
            <a:rect b="b" l="l" r="r" t="t"/>
            <a:pathLst>
              <a:path extrusionOk="0" h="54" w="58">
                <a:moveTo>
                  <a:pt x="8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0" y="5"/>
                  <a:pt x="0" y="5"/>
                </a:cubicBezTo>
                <a:cubicBezTo>
                  <a:pt x="8" y="5"/>
                  <a:pt x="8" y="5"/>
                  <a:pt x="8" y="5"/>
                </a:cubicBezTo>
                <a:lnTo>
                  <a:pt x="8" y="10"/>
                </a:lnTo>
                <a:close/>
                <a:moveTo>
                  <a:pt x="33" y="30"/>
                </a:moveTo>
                <a:cubicBezTo>
                  <a:pt x="0" y="30"/>
                  <a:pt x="0" y="30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33" y="25"/>
                  <a:pt x="33" y="25"/>
                  <a:pt x="33" y="25"/>
                </a:cubicBezTo>
                <a:lnTo>
                  <a:pt x="33" y="30"/>
                </a:lnTo>
                <a:close/>
                <a:moveTo>
                  <a:pt x="13" y="49"/>
                </a:moveTo>
                <a:cubicBezTo>
                  <a:pt x="0" y="49"/>
                  <a:pt x="0" y="49"/>
                  <a:pt x="0" y="49"/>
                </a:cubicBezTo>
                <a:cubicBezTo>
                  <a:pt x="0" y="44"/>
                  <a:pt x="0" y="44"/>
                  <a:pt x="0" y="44"/>
                </a:cubicBezTo>
                <a:cubicBezTo>
                  <a:pt x="13" y="44"/>
                  <a:pt x="13" y="44"/>
                  <a:pt x="13" y="44"/>
                </a:cubicBezTo>
                <a:lnTo>
                  <a:pt x="13" y="49"/>
                </a:lnTo>
                <a:close/>
                <a:moveTo>
                  <a:pt x="24" y="3"/>
                </a:moveTo>
                <a:cubicBezTo>
                  <a:pt x="24" y="13"/>
                  <a:pt x="24" y="13"/>
                  <a:pt x="24" y="13"/>
                </a:cubicBezTo>
                <a:cubicBezTo>
                  <a:pt x="24" y="14"/>
                  <a:pt x="23" y="15"/>
                  <a:pt x="22" y="15"/>
                </a:cubicBezTo>
                <a:cubicBezTo>
                  <a:pt x="12" y="15"/>
                  <a:pt x="12" y="15"/>
                  <a:pt x="12" y="15"/>
                </a:cubicBezTo>
                <a:cubicBezTo>
                  <a:pt x="11" y="15"/>
                  <a:pt x="9" y="14"/>
                  <a:pt x="9" y="13"/>
                </a:cubicBezTo>
                <a:cubicBezTo>
                  <a:pt x="9" y="3"/>
                  <a:pt x="9" y="3"/>
                  <a:pt x="9" y="3"/>
                </a:cubicBezTo>
                <a:cubicBezTo>
                  <a:pt x="9" y="2"/>
                  <a:pt x="11" y="0"/>
                  <a:pt x="12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2"/>
                  <a:pt x="24" y="3"/>
                </a:cubicBezTo>
                <a:close/>
                <a:moveTo>
                  <a:pt x="29" y="42"/>
                </a:moveTo>
                <a:cubicBezTo>
                  <a:pt x="29" y="51"/>
                  <a:pt x="29" y="51"/>
                  <a:pt x="29" y="51"/>
                </a:cubicBezTo>
                <a:cubicBezTo>
                  <a:pt x="29" y="53"/>
                  <a:pt x="28" y="54"/>
                  <a:pt x="26" y="54"/>
                </a:cubicBezTo>
                <a:cubicBezTo>
                  <a:pt x="17" y="54"/>
                  <a:pt x="17" y="54"/>
                  <a:pt x="17" y="54"/>
                </a:cubicBezTo>
                <a:cubicBezTo>
                  <a:pt x="15" y="54"/>
                  <a:pt x="14" y="53"/>
                  <a:pt x="14" y="51"/>
                </a:cubicBezTo>
                <a:cubicBezTo>
                  <a:pt x="14" y="42"/>
                  <a:pt x="14" y="42"/>
                  <a:pt x="14" y="42"/>
                </a:cubicBezTo>
                <a:cubicBezTo>
                  <a:pt x="14" y="40"/>
                  <a:pt x="15" y="39"/>
                  <a:pt x="17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8" y="39"/>
                  <a:pt x="29" y="40"/>
                  <a:pt x="29" y="42"/>
                </a:cubicBezTo>
                <a:close/>
                <a:moveTo>
                  <a:pt x="58" y="10"/>
                </a:moveTo>
                <a:cubicBezTo>
                  <a:pt x="25" y="10"/>
                  <a:pt x="25" y="10"/>
                  <a:pt x="25" y="10"/>
                </a:cubicBezTo>
                <a:cubicBezTo>
                  <a:pt x="25" y="5"/>
                  <a:pt x="25" y="5"/>
                  <a:pt x="25" y="5"/>
                </a:cubicBezTo>
                <a:cubicBezTo>
                  <a:pt x="58" y="5"/>
                  <a:pt x="58" y="5"/>
                  <a:pt x="58" y="5"/>
                </a:cubicBezTo>
                <a:lnTo>
                  <a:pt x="58" y="10"/>
                </a:lnTo>
                <a:close/>
                <a:moveTo>
                  <a:pt x="58" y="49"/>
                </a:moveTo>
                <a:cubicBezTo>
                  <a:pt x="30" y="49"/>
                  <a:pt x="30" y="49"/>
                  <a:pt x="30" y="49"/>
                </a:cubicBezTo>
                <a:cubicBezTo>
                  <a:pt x="30" y="44"/>
                  <a:pt x="30" y="44"/>
                  <a:pt x="30" y="44"/>
                </a:cubicBezTo>
                <a:cubicBezTo>
                  <a:pt x="58" y="44"/>
                  <a:pt x="58" y="44"/>
                  <a:pt x="58" y="44"/>
                </a:cubicBezTo>
                <a:lnTo>
                  <a:pt x="58" y="49"/>
                </a:lnTo>
                <a:close/>
                <a:moveTo>
                  <a:pt x="48" y="22"/>
                </a:moveTo>
                <a:cubicBezTo>
                  <a:pt x="48" y="32"/>
                  <a:pt x="48" y="32"/>
                  <a:pt x="48" y="32"/>
                </a:cubicBezTo>
                <a:cubicBezTo>
                  <a:pt x="48" y="33"/>
                  <a:pt x="47" y="34"/>
                  <a:pt x="46" y="34"/>
                </a:cubicBezTo>
                <a:cubicBezTo>
                  <a:pt x="36" y="34"/>
                  <a:pt x="36" y="34"/>
                  <a:pt x="36" y="34"/>
                </a:cubicBezTo>
                <a:cubicBezTo>
                  <a:pt x="35" y="34"/>
                  <a:pt x="34" y="33"/>
                  <a:pt x="34" y="32"/>
                </a:cubicBezTo>
                <a:cubicBezTo>
                  <a:pt x="34" y="22"/>
                  <a:pt x="34" y="22"/>
                  <a:pt x="34" y="22"/>
                </a:cubicBezTo>
                <a:cubicBezTo>
                  <a:pt x="34" y="21"/>
                  <a:pt x="35" y="20"/>
                  <a:pt x="36" y="20"/>
                </a:cubicBezTo>
                <a:cubicBezTo>
                  <a:pt x="46" y="20"/>
                  <a:pt x="46" y="20"/>
                  <a:pt x="46" y="20"/>
                </a:cubicBezTo>
                <a:cubicBezTo>
                  <a:pt x="47" y="20"/>
                  <a:pt x="48" y="21"/>
                  <a:pt x="48" y="22"/>
                </a:cubicBezTo>
                <a:close/>
                <a:moveTo>
                  <a:pt x="58" y="30"/>
                </a:moveTo>
                <a:cubicBezTo>
                  <a:pt x="50" y="30"/>
                  <a:pt x="50" y="30"/>
                  <a:pt x="50" y="30"/>
                </a:cubicBezTo>
                <a:cubicBezTo>
                  <a:pt x="50" y="25"/>
                  <a:pt x="50" y="25"/>
                  <a:pt x="50" y="25"/>
                </a:cubicBezTo>
                <a:cubicBezTo>
                  <a:pt x="58" y="25"/>
                  <a:pt x="58" y="25"/>
                  <a:pt x="58" y="25"/>
                </a:cubicBezTo>
                <a:lnTo>
                  <a:pt x="58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4" name="Google Shape;2954;p11"/>
          <p:cNvSpPr/>
          <p:nvPr/>
        </p:nvSpPr>
        <p:spPr>
          <a:xfrm>
            <a:off x="5437188" y="2092325"/>
            <a:ext cx="133350" cy="182563"/>
          </a:xfrm>
          <a:custGeom>
            <a:rect b="b" l="l" r="r" t="t"/>
            <a:pathLst>
              <a:path extrusionOk="0" h="53" w="39">
                <a:moveTo>
                  <a:pt x="37" y="22"/>
                </a:moveTo>
                <a:cubicBezTo>
                  <a:pt x="3" y="22"/>
                  <a:pt x="3" y="22"/>
                  <a:pt x="3" y="22"/>
                </a:cubicBezTo>
                <a:cubicBezTo>
                  <a:pt x="2" y="22"/>
                  <a:pt x="0" y="21"/>
                  <a:pt x="0" y="19"/>
                </a:cubicBezTo>
                <a:cubicBezTo>
                  <a:pt x="0" y="19"/>
                  <a:pt x="1" y="18"/>
                  <a:pt x="1" y="18"/>
                </a:cubicBezTo>
                <a:cubicBezTo>
                  <a:pt x="18" y="1"/>
                  <a:pt x="18" y="1"/>
                  <a:pt x="18" y="1"/>
                </a:cubicBezTo>
                <a:cubicBezTo>
                  <a:pt x="19" y="0"/>
                  <a:pt x="19" y="0"/>
                  <a:pt x="20" y="0"/>
                </a:cubicBezTo>
                <a:cubicBezTo>
                  <a:pt x="21" y="0"/>
                  <a:pt x="21" y="0"/>
                  <a:pt x="22" y="1"/>
                </a:cubicBezTo>
                <a:cubicBezTo>
                  <a:pt x="39" y="18"/>
                  <a:pt x="39" y="18"/>
                  <a:pt x="39" y="18"/>
                </a:cubicBezTo>
                <a:cubicBezTo>
                  <a:pt x="39" y="18"/>
                  <a:pt x="39" y="19"/>
                  <a:pt x="39" y="19"/>
                </a:cubicBezTo>
                <a:cubicBezTo>
                  <a:pt x="39" y="21"/>
                  <a:pt x="38" y="22"/>
                  <a:pt x="37" y="22"/>
                </a:cubicBezTo>
                <a:close/>
                <a:moveTo>
                  <a:pt x="39" y="36"/>
                </a:moveTo>
                <a:cubicBezTo>
                  <a:pt x="22" y="53"/>
                  <a:pt x="22" y="53"/>
                  <a:pt x="22" y="53"/>
                </a:cubicBezTo>
                <a:cubicBezTo>
                  <a:pt x="21" y="53"/>
                  <a:pt x="21" y="53"/>
                  <a:pt x="20" y="53"/>
                </a:cubicBezTo>
                <a:cubicBezTo>
                  <a:pt x="19" y="53"/>
                  <a:pt x="19" y="53"/>
                  <a:pt x="18" y="53"/>
                </a:cubicBezTo>
                <a:cubicBezTo>
                  <a:pt x="1" y="36"/>
                  <a:pt x="1" y="36"/>
                  <a:pt x="1" y="36"/>
                </a:cubicBezTo>
                <a:cubicBezTo>
                  <a:pt x="1" y="35"/>
                  <a:pt x="0" y="35"/>
                  <a:pt x="0" y="34"/>
                </a:cubicBezTo>
                <a:cubicBezTo>
                  <a:pt x="0" y="33"/>
                  <a:pt x="2" y="32"/>
                  <a:pt x="3" y="32"/>
                </a:cubicBezTo>
                <a:cubicBezTo>
                  <a:pt x="37" y="32"/>
                  <a:pt x="37" y="32"/>
                  <a:pt x="37" y="32"/>
                </a:cubicBezTo>
                <a:cubicBezTo>
                  <a:pt x="38" y="32"/>
                  <a:pt x="39" y="33"/>
                  <a:pt x="39" y="34"/>
                </a:cubicBezTo>
                <a:cubicBezTo>
                  <a:pt x="39" y="35"/>
                  <a:pt x="39" y="35"/>
                  <a:pt x="39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11"/>
          <p:cNvSpPr/>
          <p:nvPr/>
        </p:nvSpPr>
        <p:spPr>
          <a:xfrm>
            <a:off x="5934075" y="2068513"/>
            <a:ext cx="230188" cy="233362"/>
          </a:xfrm>
          <a:custGeom>
            <a:rect b="b" l="l" r="r" t="t"/>
            <a:pathLst>
              <a:path extrusionOk="0" h="68" w="67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11"/>
          <p:cNvSpPr/>
          <p:nvPr/>
        </p:nvSpPr>
        <p:spPr>
          <a:xfrm>
            <a:off x="6429375" y="2068513"/>
            <a:ext cx="188913" cy="233362"/>
          </a:xfrm>
          <a:custGeom>
            <a:rect b="b" l="l" r="r" t="t"/>
            <a:pathLst>
              <a:path extrusionOk="0" h="68" w="55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42" y="68"/>
                </a:moveTo>
                <a:cubicBezTo>
                  <a:pt x="40" y="68"/>
                  <a:pt x="39" y="67"/>
                  <a:pt x="38" y="67"/>
                </a:cubicBezTo>
                <a:cubicBezTo>
                  <a:pt x="37" y="67"/>
                  <a:pt x="37" y="67"/>
                  <a:pt x="36" y="67"/>
                </a:cubicBezTo>
                <a:cubicBezTo>
                  <a:pt x="38" y="62"/>
                  <a:pt x="38" y="62"/>
                  <a:pt x="38" y="62"/>
                </a:cubicBezTo>
                <a:cubicBezTo>
                  <a:pt x="38" y="62"/>
                  <a:pt x="39" y="63"/>
                  <a:pt x="39" y="63"/>
                </a:cubicBezTo>
                <a:cubicBezTo>
                  <a:pt x="40" y="63"/>
                  <a:pt x="41" y="63"/>
                  <a:pt x="42" y="63"/>
                </a:cubicBezTo>
                <a:cubicBezTo>
                  <a:pt x="46" y="63"/>
                  <a:pt x="49" y="59"/>
                  <a:pt x="49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8" y="57"/>
                  <a:pt x="46" y="57"/>
                  <a:pt x="44" y="57"/>
                </a:cubicBezTo>
                <a:cubicBezTo>
                  <a:pt x="38" y="57"/>
                  <a:pt x="35" y="53"/>
                  <a:pt x="35" y="48"/>
                </a:cubicBezTo>
                <a:cubicBezTo>
                  <a:pt x="35" y="43"/>
                  <a:pt x="39" y="39"/>
                  <a:pt x="44" y="39"/>
                </a:cubicBezTo>
                <a:cubicBezTo>
                  <a:pt x="50" y="39"/>
                  <a:pt x="55" y="43"/>
                  <a:pt x="55" y="52"/>
                </a:cubicBezTo>
                <a:cubicBezTo>
                  <a:pt x="55" y="59"/>
                  <a:pt x="51" y="68"/>
                  <a:pt x="42" y="68"/>
                </a:cubicBezTo>
                <a:close/>
                <a:moveTo>
                  <a:pt x="54" y="29"/>
                </a:moveTo>
                <a:cubicBezTo>
                  <a:pt x="36" y="29"/>
                  <a:pt x="36" y="29"/>
                  <a:pt x="36" y="29"/>
                </a:cubicBezTo>
                <a:cubicBezTo>
                  <a:pt x="36" y="25"/>
                  <a:pt x="36" y="25"/>
                  <a:pt x="36" y="25"/>
                </a:cubicBezTo>
                <a:cubicBezTo>
                  <a:pt x="43" y="25"/>
                  <a:pt x="43" y="25"/>
                  <a:pt x="43" y="25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8"/>
                  <a:pt x="43" y="7"/>
                  <a:pt x="43" y="7"/>
                </a:cubicBezTo>
                <a:cubicBezTo>
                  <a:pt x="43" y="6"/>
                  <a:pt x="43" y="6"/>
                  <a:pt x="43" y="6"/>
                </a:cubicBezTo>
                <a:cubicBezTo>
                  <a:pt x="43" y="6"/>
                  <a:pt x="43" y="6"/>
                  <a:pt x="43" y="6"/>
                </a:cubicBezTo>
                <a:cubicBezTo>
                  <a:pt x="42" y="7"/>
                  <a:pt x="42" y="7"/>
                  <a:pt x="42" y="7"/>
                </a:cubicBezTo>
                <a:cubicBezTo>
                  <a:pt x="42" y="7"/>
                  <a:pt x="42" y="7"/>
                  <a:pt x="41" y="8"/>
                </a:cubicBezTo>
                <a:cubicBezTo>
                  <a:pt x="39" y="10"/>
                  <a:pt x="39" y="10"/>
                  <a:pt x="39" y="10"/>
                </a:cubicBezTo>
                <a:cubicBezTo>
                  <a:pt x="36" y="7"/>
                  <a:pt x="36" y="7"/>
                  <a:pt x="36" y="7"/>
                </a:cubicBezTo>
                <a:cubicBezTo>
                  <a:pt x="43" y="0"/>
                  <a:pt x="43" y="0"/>
                  <a:pt x="43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25"/>
                  <a:pt x="48" y="25"/>
                  <a:pt x="48" y="25"/>
                </a:cubicBezTo>
                <a:cubicBezTo>
                  <a:pt x="54" y="25"/>
                  <a:pt x="54" y="25"/>
                  <a:pt x="54" y="25"/>
                </a:cubicBezTo>
                <a:lnTo>
                  <a:pt x="54" y="29"/>
                </a:lnTo>
                <a:close/>
                <a:moveTo>
                  <a:pt x="44" y="43"/>
                </a:moveTo>
                <a:cubicBezTo>
                  <a:pt x="42" y="43"/>
                  <a:pt x="40" y="45"/>
                  <a:pt x="40" y="48"/>
                </a:cubicBezTo>
                <a:cubicBezTo>
                  <a:pt x="40" y="51"/>
                  <a:pt x="42" y="53"/>
                  <a:pt x="45" y="53"/>
                </a:cubicBezTo>
                <a:cubicBezTo>
                  <a:pt x="48" y="53"/>
                  <a:pt x="50" y="52"/>
                  <a:pt x="50" y="50"/>
                </a:cubicBezTo>
                <a:cubicBezTo>
                  <a:pt x="50" y="46"/>
                  <a:pt x="47" y="43"/>
                  <a:pt x="44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7" name="Google Shape;2957;p11"/>
          <p:cNvSpPr/>
          <p:nvPr/>
        </p:nvSpPr>
        <p:spPr>
          <a:xfrm>
            <a:off x="6919913" y="2100263"/>
            <a:ext cx="280987" cy="184150"/>
          </a:xfrm>
          <a:custGeom>
            <a:rect b="b" l="l" r="r" t="t"/>
            <a:pathLst>
              <a:path extrusionOk="0" h="54" w="82">
                <a:moveTo>
                  <a:pt x="13" y="36"/>
                </a:moveTo>
                <a:cubicBezTo>
                  <a:pt x="8" y="36"/>
                  <a:pt x="8" y="36"/>
                  <a:pt x="8" y="36"/>
                </a:cubicBezTo>
                <a:cubicBezTo>
                  <a:pt x="8" y="33"/>
                  <a:pt x="8" y="33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5" y="33"/>
                  <a:pt x="5" y="32"/>
                  <a:pt x="5" y="30"/>
                </a:cubicBezTo>
                <a:cubicBezTo>
                  <a:pt x="5" y="29"/>
                  <a:pt x="5" y="29"/>
                  <a:pt x="5" y="28"/>
                </a:cubicBezTo>
                <a:cubicBezTo>
                  <a:pt x="2" y="28"/>
                  <a:pt x="0" y="28"/>
                  <a:pt x="0" y="27"/>
                </a:cubicBezTo>
                <a:cubicBezTo>
                  <a:pt x="0" y="27"/>
                  <a:pt x="2" y="26"/>
                  <a:pt x="5" y="26"/>
                </a:cubicBezTo>
                <a:cubicBezTo>
                  <a:pt x="5" y="25"/>
                  <a:pt x="5" y="25"/>
                  <a:pt x="5" y="24"/>
                </a:cubicBezTo>
                <a:cubicBezTo>
                  <a:pt x="5" y="22"/>
                  <a:pt x="5" y="21"/>
                  <a:pt x="6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19"/>
                  <a:pt x="8" y="19"/>
                  <a:pt x="8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7" y="19"/>
                  <a:pt x="21" y="20"/>
                  <a:pt x="23" y="21"/>
                </a:cubicBezTo>
                <a:cubicBezTo>
                  <a:pt x="66" y="21"/>
                  <a:pt x="66" y="21"/>
                  <a:pt x="66" y="21"/>
                </a:cubicBezTo>
                <a:cubicBezTo>
                  <a:pt x="68" y="22"/>
                  <a:pt x="71" y="22"/>
                  <a:pt x="73" y="22"/>
                </a:cubicBezTo>
                <a:cubicBezTo>
                  <a:pt x="80" y="23"/>
                  <a:pt x="82" y="26"/>
                  <a:pt x="82" y="27"/>
                </a:cubicBezTo>
                <a:cubicBezTo>
                  <a:pt x="82" y="28"/>
                  <a:pt x="80" y="31"/>
                  <a:pt x="73" y="32"/>
                </a:cubicBezTo>
                <a:cubicBezTo>
                  <a:pt x="71" y="32"/>
                  <a:pt x="68" y="33"/>
                  <a:pt x="66" y="33"/>
                </a:cubicBezTo>
                <a:cubicBezTo>
                  <a:pt x="23" y="33"/>
                  <a:pt x="23" y="33"/>
                  <a:pt x="23" y="33"/>
                </a:cubicBezTo>
                <a:cubicBezTo>
                  <a:pt x="21" y="35"/>
                  <a:pt x="17" y="36"/>
                  <a:pt x="13" y="36"/>
                </a:cubicBezTo>
                <a:close/>
                <a:moveTo>
                  <a:pt x="12" y="18"/>
                </a:move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9" y="0"/>
                  <a:pt x="19" y="0"/>
                </a:cubicBezTo>
                <a:cubicBezTo>
                  <a:pt x="22" y="0"/>
                  <a:pt x="24" y="2"/>
                  <a:pt x="25" y="3"/>
                </a:cubicBezTo>
                <a:cubicBezTo>
                  <a:pt x="26" y="4"/>
                  <a:pt x="33" y="10"/>
                  <a:pt x="36" y="14"/>
                </a:cubicBezTo>
                <a:cubicBezTo>
                  <a:pt x="36" y="14"/>
                  <a:pt x="40" y="17"/>
                  <a:pt x="45" y="17"/>
                </a:cubicBezTo>
                <a:cubicBezTo>
                  <a:pt x="54" y="19"/>
                  <a:pt x="62" y="20"/>
                  <a:pt x="62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21" y="19"/>
                  <a:pt x="17" y="18"/>
                  <a:pt x="13" y="18"/>
                </a:cubicBezTo>
                <a:lnTo>
                  <a:pt x="12" y="18"/>
                </a:lnTo>
                <a:close/>
                <a:moveTo>
                  <a:pt x="62" y="34"/>
                </a:moveTo>
                <a:cubicBezTo>
                  <a:pt x="62" y="34"/>
                  <a:pt x="54" y="35"/>
                  <a:pt x="45" y="37"/>
                </a:cubicBezTo>
                <a:cubicBezTo>
                  <a:pt x="40" y="37"/>
                  <a:pt x="36" y="40"/>
                  <a:pt x="36" y="40"/>
                </a:cubicBezTo>
                <a:cubicBezTo>
                  <a:pt x="33" y="44"/>
                  <a:pt x="26" y="50"/>
                  <a:pt x="25" y="51"/>
                </a:cubicBezTo>
                <a:cubicBezTo>
                  <a:pt x="24" y="53"/>
                  <a:pt x="22" y="54"/>
                  <a:pt x="19" y="54"/>
                </a:cubicBezTo>
                <a:cubicBezTo>
                  <a:pt x="19" y="54"/>
                  <a:pt x="17" y="54"/>
                  <a:pt x="16" y="54"/>
                </a:cubicBezTo>
                <a:cubicBezTo>
                  <a:pt x="12" y="36"/>
                  <a:pt x="12" y="36"/>
                  <a:pt x="12" y="36"/>
                </a:cubicBezTo>
                <a:cubicBezTo>
                  <a:pt x="13" y="36"/>
                  <a:pt x="13" y="36"/>
                  <a:pt x="13" y="36"/>
                </a:cubicBezTo>
                <a:cubicBezTo>
                  <a:pt x="17" y="36"/>
                  <a:pt x="21" y="35"/>
                  <a:pt x="23" y="34"/>
                </a:cubicBezTo>
                <a:lnTo>
                  <a:pt x="62" y="34"/>
                </a:lnTo>
                <a:close/>
                <a:moveTo>
                  <a:pt x="68" y="27"/>
                </a:moveTo>
                <a:cubicBezTo>
                  <a:pt x="68" y="29"/>
                  <a:pt x="67" y="30"/>
                  <a:pt x="66" y="31"/>
                </a:cubicBezTo>
                <a:cubicBezTo>
                  <a:pt x="69" y="32"/>
                  <a:pt x="69" y="32"/>
                  <a:pt x="69" y="32"/>
                </a:cubicBezTo>
                <a:cubicBezTo>
                  <a:pt x="70" y="31"/>
                  <a:pt x="71" y="29"/>
                  <a:pt x="71" y="27"/>
                </a:cubicBezTo>
                <a:cubicBezTo>
                  <a:pt x="71" y="25"/>
                  <a:pt x="70" y="24"/>
                  <a:pt x="69" y="23"/>
                </a:cubicBezTo>
                <a:cubicBezTo>
                  <a:pt x="66" y="24"/>
                  <a:pt x="66" y="24"/>
                  <a:pt x="66" y="24"/>
                </a:cubicBezTo>
                <a:cubicBezTo>
                  <a:pt x="67" y="24"/>
                  <a:pt x="68" y="26"/>
                  <a:pt x="68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11"/>
          <p:cNvSpPr/>
          <p:nvPr/>
        </p:nvSpPr>
        <p:spPr>
          <a:xfrm>
            <a:off x="7413625" y="2085975"/>
            <a:ext cx="203200" cy="198438"/>
          </a:xfrm>
          <a:custGeom>
            <a:rect b="b" l="l" r="r" t="t"/>
            <a:pathLst>
              <a:path extrusionOk="0" h="58" w="59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9" name="Google Shape;2959;p11"/>
          <p:cNvSpPr/>
          <p:nvPr/>
        </p:nvSpPr>
        <p:spPr>
          <a:xfrm>
            <a:off x="7908925" y="2071688"/>
            <a:ext cx="219075" cy="206375"/>
          </a:xfrm>
          <a:custGeom>
            <a:rect b="b" l="l" r="r" t="t"/>
            <a:pathLst>
              <a:path extrusionOk="0" h="60" w="64">
                <a:moveTo>
                  <a:pt x="63" y="25"/>
                </a:moveTo>
                <a:cubicBezTo>
                  <a:pt x="49" y="39"/>
                  <a:pt x="49" y="39"/>
                  <a:pt x="49" y="39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8"/>
                  <a:pt x="52" y="58"/>
                  <a:pt x="52" y="58"/>
                </a:cubicBezTo>
                <a:cubicBezTo>
                  <a:pt x="52" y="59"/>
                  <a:pt x="52" y="60"/>
                  <a:pt x="51" y="60"/>
                </a:cubicBezTo>
                <a:cubicBezTo>
                  <a:pt x="50" y="60"/>
                  <a:pt x="50" y="60"/>
                  <a:pt x="49" y="60"/>
                </a:cubicBezTo>
                <a:cubicBezTo>
                  <a:pt x="32" y="51"/>
                  <a:pt x="32" y="51"/>
                  <a:pt x="32" y="51"/>
                </a:cubicBezTo>
                <a:cubicBezTo>
                  <a:pt x="15" y="60"/>
                  <a:pt x="15" y="60"/>
                  <a:pt x="15" y="60"/>
                </a:cubicBezTo>
                <a:cubicBezTo>
                  <a:pt x="14" y="60"/>
                  <a:pt x="14" y="60"/>
                  <a:pt x="13" y="60"/>
                </a:cubicBezTo>
                <a:cubicBezTo>
                  <a:pt x="12" y="60"/>
                  <a:pt x="12" y="59"/>
                  <a:pt x="12" y="58"/>
                </a:cubicBezTo>
                <a:cubicBezTo>
                  <a:pt x="12" y="58"/>
                  <a:pt x="12" y="58"/>
                  <a:pt x="12" y="57"/>
                </a:cubicBezTo>
                <a:cubicBezTo>
                  <a:pt x="15" y="39"/>
                  <a:pt x="15" y="39"/>
                  <a:pt x="15" y="39"/>
                </a:cubicBezTo>
                <a:cubicBezTo>
                  <a:pt x="1" y="25"/>
                  <a:pt x="1" y="25"/>
                  <a:pt x="1" y="25"/>
                </a:cubicBezTo>
                <a:cubicBezTo>
                  <a:pt x="1" y="25"/>
                  <a:pt x="0" y="24"/>
                  <a:pt x="0" y="23"/>
                </a:cubicBezTo>
                <a:cubicBezTo>
                  <a:pt x="0" y="22"/>
                  <a:pt x="2" y="22"/>
                  <a:pt x="3" y="22"/>
                </a:cubicBezTo>
                <a:cubicBezTo>
                  <a:pt x="22" y="19"/>
                  <a:pt x="22" y="19"/>
                  <a:pt x="22" y="19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3" y="0"/>
                  <a:pt x="34" y="1"/>
                  <a:pt x="34" y="1"/>
                </a:cubicBezTo>
                <a:cubicBezTo>
                  <a:pt x="42" y="19"/>
                  <a:pt x="42" y="19"/>
                  <a:pt x="42" y="19"/>
                </a:cubicBezTo>
                <a:cubicBezTo>
                  <a:pt x="61" y="22"/>
                  <a:pt x="61" y="22"/>
                  <a:pt x="61" y="22"/>
                </a:cubicBezTo>
                <a:cubicBezTo>
                  <a:pt x="62" y="22"/>
                  <a:pt x="64" y="22"/>
                  <a:pt x="64" y="23"/>
                </a:cubicBezTo>
                <a:cubicBezTo>
                  <a:pt x="64" y="24"/>
                  <a:pt x="63" y="25"/>
                  <a:pt x="63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11"/>
          <p:cNvSpPr/>
          <p:nvPr/>
        </p:nvSpPr>
        <p:spPr>
          <a:xfrm>
            <a:off x="8399463" y="2071688"/>
            <a:ext cx="222250" cy="206375"/>
          </a:xfrm>
          <a:custGeom>
            <a:rect b="b" l="l" r="r" t="t"/>
            <a:pathLst>
              <a:path extrusionOk="0" h="60" w="65">
                <a:moveTo>
                  <a:pt x="49" y="39"/>
                </a:moveTo>
                <a:cubicBezTo>
                  <a:pt x="52" y="57"/>
                  <a:pt x="52" y="57"/>
                  <a:pt x="52" y="57"/>
                </a:cubicBezTo>
                <a:cubicBezTo>
                  <a:pt x="53" y="59"/>
                  <a:pt x="52" y="60"/>
                  <a:pt x="51" y="60"/>
                </a:cubicBezTo>
                <a:cubicBezTo>
                  <a:pt x="50" y="60"/>
                  <a:pt x="50" y="60"/>
                  <a:pt x="49" y="60"/>
                </a:cubicBezTo>
                <a:cubicBezTo>
                  <a:pt x="32" y="51"/>
                  <a:pt x="32" y="51"/>
                  <a:pt x="32" y="51"/>
                </a:cubicBezTo>
                <a:cubicBezTo>
                  <a:pt x="15" y="60"/>
                  <a:pt x="15" y="60"/>
                  <a:pt x="15" y="60"/>
                </a:cubicBezTo>
                <a:cubicBezTo>
                  <a:pt x="15" y="60"/>
                  <a:pt x="14" y="60"/>
                  <a:pt x="14" y="60"/>
                </a:cubicBezTo>
                <a:cubicBezTo>
                  <a:pt x="13" y="60"/>
                  <a:pt x="12" y="59"/>
                  <a:pt x="12" y="57"/>
                </a:cubicBezTo>
                <a:cubicBezTo>
                  <a:pt x="16" y="39"/>
                  <a:pt x="16" y="39"/>
                  <a:pt x="16" y="39"/>
                </a:cubicBezTo>
                <a:cubicBezTo>
                  <a:pt x="2" y="25"/>
                  <a:pt x="2" y="25"/>
                  <a:pt x="2" y="25"/>
                </a:cubicBezTo>
                <a:cubicBezTo>
                  <a:pt x="0" y="23"/>
                  <a:pt x="1" y="22"/>
                  <a:pt x="3" y="22"/>
                </a:cubicBezTo>
                <a:cubicBezTo>
                  <a:pt x="22" y="19"/>
                  <a:pt x="22" y="19"/>
                  <a:pt x="22" y="19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0"/>
                  <a:pt x="32" y="0"/>
                  <a:pt x="32" y="0"/>
                </a:cubicBezTo>
                <a:cubicBezTo>
                  <a:pt x="33" y="0"/>
                  <a:pt x="34" y="0"/>
                  <a:pt x="34" y="1"/>
                </a:cubicBezTo>
                <a:cubicBezTo>
                  <a:pt x="43" y="19"/>
                  <a:pt x="43" y="19"/>
                  <a:pt x="43" y="19"/>
                </a:cubicBezTo>
                <a:cubicBezTo>
                  <a:pt x="62" y="22"/>
                  <a:pt x="62" y="22"/>
                  <a:pt x="62" y="22"/>
                </a:cubicBezTo>
                <a:cubicBezTo>
                  <a:pt x="64" y="22"/>
                  <a:pt x="65" y="23"/>
                  <a:pt x="63" y="25"/>
                </a:cubicBezTo>
                <a:lnTo>
                  <a:pt x="49" y="39"/>
                </a:lnTo>
                <a:close/>
                <a:moveTo>
                  <a:pt x="56" y="26"/>
                </a:moveTo>
                <a:cubicBezTo>
                  <a:pt x="42" y="24"/>
                  <a:pt x="42" y="24"/>
                  <a:pt x="42" y="24"/>
                </a:cubicBezTo>
                <a:cubicBezTo>
                  <a:pt x="40" y="23"/>
                  <a:pt x="40" y="23"/>
                  <a:pt x="40" y="23"/>
                </a:cubicBezTo>
                <a:cubicBezTo>
                  <a:pt x="38" y="21"/>
                  <a:pt x="38" y="21"/>
                  <a:pt x="38" y="21"/>
                </a:cubicBezTo>
                <a:cubicBezTo>
                  <a:pt x="32" y="9"/>
                  <a:pt x="32" y="9"/>
                  <a:pt x="32" y="9"/>
                </a:cubicBezTo>
                <a:cubicBezTo>
                  <a:pt x="32" y="45"/>
                  <a:pt x="32" y="45"/>
                  <a:pt x="32" y="45"/>
                </a:cubicBezTo>
                <a:cubicBezTo>
                  <a:pt x="35" y="46"/>
                  <a:pt x="35" y="46"/>
                  <a:pt x="35" y="46"/>
                </a:cubicBezTo>
                <a:cubicBezTo>
                  <a:pt x="47" y="53"/>
                  <a:pt x="47" y="53"/>
                  <a:pt x="47" y="53"/>
                </a:cubicBezTo>
                <a:cubicBezTo>
                  <a:pt x="44" y="39"/>
                  <a:pt x="44" y="39"/>
                  <a:pt x="44" y="39"/>
                </a:cubicBezTo>
                <a:cubicBezTo>
                  <a:pt x="44" y="37"/>
                  <a:pt x="44" y="37"/>
                  <a:pt x="44" y="37"/>
                </a:cubicBezTo>
                <a:cubicBezTo>
                  <a:pt x="46" y="35"/>
                  <a:pt x="46" y="35"/>
                  <a:pt x="46" y="35"/>
                </a:cubicBezTo>
                <a:lnTo>
                  <a:pt x="56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11"/>
          <p:cNvSpPr/>
          <p:nvPr/>
        </p:nvSpPr>
        <p:spPr>
          <a:xfrm>
            <a:off x="8843963" y="2082800"/>
            <a:ext cx="134937" cy="201613"/>
          </a:xfrm>
          <a:custGeom>
            <a:rect b="b" l="l" r="r" t="t"/>
            <a:pathLst>
              <a:path extrusionOk="0" h="59" w="39">
                <a:moveTo>
                  <a:pt x="39" y="2"/>
                </a:moveTo>
                <a:cubicBezTo>
                  <a:pt x="39" y="58"/>
                  <a:pt x="39" y="58"/>
                  <a:pt x="39" y="58"/>
                </a:cubicBezTo>
                <a:cubicBezTo>
                  <a:pt x="39" y="59"/>
                  <a:pt x="39" y="59"/>
                  <a:pt x="38" y="58"/>
                </a:cubicBezTo>
                <a:cubicBezTo>
                  <a:pt x="11" y="31"/>
                  <a:pt x="11" y="31"/>
                  <a:pt x="11" y="31"/>
                </a:cubicBezTo>
                <a:cubicBezTo>
                  <a:pt x="10" y="31"/>
                  <a:pt x="10" y="31"/>
                  <a:pt x="10" y="31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8"/>
                  <a:pt x="9" y="59"/>
                  <a:pt x="8" y="59"/>
                </a:cubicBezTo>
                <a:cubicBezTo>
                  <a:pt x="3" y="59"/>
                  <a:pt x="3" y="59"/>
                  <a:pt x="3" y="59"/>
                </a:cubicBezTo>
                <a:cubicBezTo>
                  <a:pt x="2" y="59"/>
                  <a:pt x="0" y="58"/>
                  <a:pt x="0" y="56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1"/>
                  <a:pt x="3" y="1"/>
                </a:cubicBezTo>
                <a:cubicBezTo>
                  <a:pt x="8" y="1"/>
                  <a:pt x="8" y="1"/>
                  <a:pt x="8" y="1"/>
                </a:cubicBezTo>
                <a:cubicBezTo>
                  <a:pt x="9" y="1"/>
                  <a:pt x="10" y="2"/>
                  <a:pt x="10" y="3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8"/>
                  <a:pt x="10" y="28"/>
                  <a:pt x="11" y="28"/>
                </a:cubicBezTo>
                <a:cubicBezTo>
                  <a:pt x="38" y="1"/>
                  <a:pt x="38" y="1"/>
                  <a:pt x="38" y="1"/>
                </a:cubicBezTo>
                <a:cubicBezTo>
                  <a:pt x="39" y="0"/>
                  <a:pt x="39" y="0"/>
                  <a:pt x="39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11"/>
          <p:cNvSpPr/>
          <p:nvPr/>
        </p:nvSpPr>
        <p:spPr>
          <a:xfrm>
            <a:off x="71438" y="2470150"/>
            <a:ext cx="233362" cy="200025"/>
          </a:xfrm>
          <a:custGeom>
            <a:rect b="b" l="l" r="r" t="t"/>
            <a:pathLst>
              <a:path extrusionOk="0" h="58" w="68">
                <a:moveTo>
                  <a:pt x="68" y="30"/>
                </a:moveTo>
                <a:cubicBezTo>
                  <a:pt x="68" y="32"/>
                  <a:pt x="68" y="32"/>
                  <a:pt x="68" y="32"/>
                </a:cubicBezTo>
                <a:cubicBezTo>
                  <a:pt x="68" y="33"/>
                  <a:pt x="67" y="34"/>
                  <a:pt x="67" y="34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2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9"/>
                  <a:pt x="0" y="29"/>
                  <a:pt x="1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7" y="29"/>
                  <a:pt x="68" y="29"/>
                  <a:pt x="68" y="30"/>
                </a:cubicBezTo>
                <a:close/>
                <a:moveTo>
                  <a:pt x="16" y="23"/>
                </a:moveTo>
                <a:cubicBezTo>
                  <a:pt x="15" y="21"/>
                  <a:pt x="14" y="18"/>
                  <a:pt x="14" y="16"/>
                </a:cubicBezTo>
                <a:cubicBezTo>
                  <a:pt x="14" y="11"/>
                  <a:pt x="16" y="8"/>
                  <a:pt x="19" y="4"/>
                </a:cubicBezTo>
                <a:cubicBezTo>
                  <a:pt x="23" y="1"/>
                  <a:pt x="28" y="0"/>
                  <a:pt x="34" y="0"/>
                </a:cubicBezTo>
                <a:cubicBezTo>
                  <a:pt x="36" y="0"/>
                  <a:pt x="38" y="0"/>
                  <a:pt x="41" y="0"/>
                </a:cubicBezTo>
                <a:cubicBezTo>
                  <a:pt x="42" y="1"/>
                  <a:pt x="45" y="1"/>
                  <a:pt x="47" y="2"/>
                </a:cubicBezTo>
                <a:cubicBezTo>
                  <a:pt x="48" y="3"/>
                  <a:pt x="48" y="5"/>
                  <a:pt x="48" y="7"/>
                </a:cubicBezTo>
                <a:cubicBezTo>
                  <a:pt x="49" y="10"/>
                  <a:pt x="49" y="12"/>
                  <a:pt x="49" y="14"/>
                </a:cubicBezTo>
                <a:cubicBezTo>
                  <a:pt x="49" y="14"/>
                  <a:pt x="49" y="15"/>
                  <a:pt x="49" y="15"/>
                </a:cubicBezTo>
                <a:cubicBezTo>
                  <a:pt x="48" y="15"/>
                  <a:pt x="48" y="15"/>
                  <a:pt x="48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4" y="15"/>
                  <a:pt x="44" y="15"/>
                  <a:pt x="44" y="15"/>
                </a:cubicBezTo>
                <a:cubicBezTo>
                  <a:pt x="43" y="11"/>
                  <a:pt x="42" y="9"/>
                  <a:pt x="40" y="7"/>
                </a:cubicBezTo>
                <a:cubicBezTo>
                  <a:pt x="38" y="5"/>
                  <a:pt x="36" y="4"/>
                  <a:pt x="32" y="4"/>
                </a:cubicBezTo>
                <a:cubicBezTo>
                  <a:pt x="30" y="4"/>
                  <a:pt x="27" y="5"/>
                  <a:pt x="26" y="6"/>
                </a:cubicBezTo>
                <a:cubicBezTo>
                  <a:pt x="24" y="8"/>
                  <a:pt x="23" y="9"/>
                  <a:pt x="23" y="12"/>
                </a:cubicBezTo>
                <a:cubicBezTo>
                  <a:pt x="23" y="13"/>
                  <a:pt x="24" y="15"/>
                  <a:pt x="26" y="17"/>
                </a:cubicBezTo>
                <a:cubicBezTo>
                  <a:pt x="27" y="19"/>
                  <a:pt x="31" y="20"/>
                  <a:pt x="36" y="22"/>
                </a:cubicBezTo>
                <a:cubicBezTo>
                  <a:pt x="38" y="22"/>
                  <a:pt x="40" y="23"/>
                  <a:pt x="43" y="24"/>
                </a:cubicBezTo>
                <a:cubicBezTo>
                  <a:pt x="44" y="25"/>
                  <a:pt x="45" y="26"/>
                  <a:pt x="46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7" y="25"/>
                  <a:pt x="17" y="24"/>
                  <a:pt x="16" y="23"/>
                </a:cubicBezTo>
                <a:close/>
                <a:moveTo>
                  <a:pt x="53" y="36"/>
                </a:moveTo>
                <a:cubicBezTo>
                  <a:pt x="53" y="37"/>
                  <a:pt x="53" y="38"/>
                  <a:pt x="53" y="39"/>
                </a:cubicBezTo>
                <a:cubicBezTo>
                  <a:pt x="53" y="42"/>
                  <a:pt x="53" y="45"/>
                  <a:pt x="52" y="48"/>
                </a:cubicBezTo>
                <a:cubicBezTo>
                  <a:pt x="51" y="49"/>
                  <a:pt x="50" y="50"/>
                  <a:pt x="49" y="51"/>
                </a:cubicBezTo>
                <a:cubicBezTo>
                  <a:pt x="48" y="52"/>
                  <a:pt x="47" y="53"/>
                  <a:pt x="45" y="55"/>
                </a:cubicBezTo>
                <a:cubicBezTo>
                  <a:pt x="43" y="56"/>
                  <a:pt x="41" y="57"/>
                  <a:pt x="39" y="57"/>
                </a:cubicBezTo>
                <a:cubicBezTo>
                  <a:pt x="37" y="58"/>
                  <a:pt x="34" y="58"/>
                  <a:pt x="31" y="58"/>
                </a:cubicBezTo>
                <a:cubicBezTo>
                  <a:pt x="29" y="58"/>
                  <a:pt x="27" y="58"/>
                  <a:pt x="24" y="57"/>
                </a:cubicBezTo>
                <a:cubicBezTo>
                  <a:pt x="19" y="55"/>
                  <a:pt x="19" y="55"/>
                  <a:pt x="19" y="55"/>
                </a:cubicBezTo>
                <a:cubicBezTo>
                  <a:pt x="17" y="55"/>
                  <a:pt x="16" y="55"/>
                  <a:pt x="16" y="54"/>
                </a:cubicBezTo>
                <a:cubicBezTo>
                  <a:pt x="16" y="54"/>
                  <a:pt x="16" y="54"/>
                  <a:pt x="16" y="54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6" y="51"/>
                  <a:pt x="15" y="47"/>
                </a:cubicBezTo>
                <a:cubicBezTo>
                  <a:pt x="15" y="45"/>
                  <a:pt x="16" y="44"/>
                  <a:pt x="16" y="43"/>
                </a:cubicBezTo>
                <a:cubicBezTo>
                  <a:pt x="16" y="41"/>
                  <a:pt x="16" y="41"/>
                  <a:pt x="16" y="41"/>
                </a:cubicBezTo>
                <a:cubicBezTo>
                  <a:pt x="19" y="41"/>
                  <a:pt x="19" y="41"/>
                  <a:pt x="19" y="41"/>
                </a:cubicBezTo>
                <a:cubicBezTo>
                  <a:pt x="21" y="45"/>
                  <a:pt x="21" y="47"/>
                  <a:pt x="22" y="47"/>
                </a:cubicBezTo>
                <a:cubicBezTo>
                  <a:pt x="23" y="49"/>
                  <a:pt x="24" y="50"/>
                  <a:pt x="25" y="51"/>
                </a:cubicBezTo>
                <a:cubicBezTo>
                  <a:pt x="26" y="52"/>
                  <a:pt x="27" y="52"/>
                  <a:pt x="29" y="53"/>
                </a:cubicBezTo>
                <a:cubicBezTo>
                  <a:pt x="30" y="54"/>
                  <a:pt x="32" y="54"/>
                  <a:pt x="34" y="54"/>
                </a:cubicBezTo>
                <a:cubicBezTo>
                  <a:pt x="36" y="54"/>
                  <a:pt x="37" y="53"/>
                  <a:pt x="39" y="53"/>
                </a:cubicBezTo>
                <a:cubicBezTo>
                  <a:pt x="41" y="52"/>
                  <a:pt x="43" y="51"/>
                  <a:pt x="44" y="50"/>
                </a:cubicBezTo>
                <a:cubicBezTo>
                  <a:pt x="45" y="48"/>
                  <a:pt x="46" y="46"/>
                  <a:pt x="46" y="45"/>
                </a:cubicBezTo>
                <a:cubicBezTo>
                  <a:pt x="46" y="43"/>
                  <a:pt x="45" y="41"/>
                  <a:pt x="43" y="39"/>
                </a:cubicBezTo>
                <a:cubicBezTo>
                  <a:pt x="42" y="38"/>
                  <a:pt x="40" y="37"/>
                  <a:pt x="37" y="36"/>
                </a:cubicBezTo>
                <a:lnTo>
                  <a:pt x="53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3" name="Google Shape;2963;p11"/>
          <p:cNvSpPr/>
          <p:nvPr/>
        </p:nvSpPr>
        <p:spPr>
          <a:xfrm>
            <a:off x="493713" y="2470150"/>
            <a:ext cx="233362" cy="200025"/>
          </a:xfrm>
          <a:custGeom>
            <a:rect b="b" l="l" r="r" t="t"/>
            <a:pathLst>
              <a:path extrusionOk="0" h="58" w="68">
                <a:moveTo>
                  <a:pt x="11" y="58"/>
                </a:moveTo>
                <a:cubicBezTo>
                  <a:pt x="9" y="58"/>
                  <a:pt x="9" y="58"/>
                  <a:pt x="9" y="58"/>
                </a:cubicBezTo>
                <a:cubicBezTo>
                  <a:pt x="4" y="58"/>
                  <a:pt x="0" y="54"/>
                  <a:pt x="0" y="49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1" y="9"/>
                  <a:pt x="11" y="9"/>
                  <a:pt x="11" y="9"/>
                </a:cubicBezTo>
                <a:lnTo>
                  <a:pt x="11" y="58"/>
                </a:lnTo>
                <a:close/>
                <a:moveTo>
                  <a:pt x="54" y="58"/>
                </a:moveTo>
                <a:cubicBezTo>
                  <a:pt x="15" y="58"/>
                  <a:pt x="15" y="58"/>
                  <a:pt x="15" y="58"/>
                </a:cubicBezTo>
                <a:cubicBezTo>
                  <a:pt x="15" y="9"/>
                  <a:pt x="15" y="9"/>
                  <a:pt x="15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54" y="9"/>
                  <a:pt x="54" y="9"/>
                  <a:pt x="54" y="9"/>
                </a:cubicBezTo>
                <a:lnTo>
                  <a:pt x="54" y="58"/>
                </a:lnTo>
                <a:close/>
                <a:moveTo>
                  <a:pt x="44" y="9"/>
                </a:moveTo>
                <a:cubicBezTo>
                  <a:pt x="44" y="4"/>
                  <a:pt x="44" y="4"/>
                  <a:pt x="4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68" y="49"/>
                </a:moveTo>
                <a:cubicBezTo>
                  <a:pt x="68" y="54"/>
                  <a:pt x="65" y="58"/>
                  <a:pt x="60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9"/>
                  <a:pt x="58" y="9"/>
                  <a:pt x="58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5" y="9"/>
                  <a:pt x="68" y="13"/>
                  <a:pt x="68" y="18"/>
                </a:cubicBezTo>
                <a:lnTo>
                  <a:pt x="68" y="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4" name="Google Shape;2964;p11"/>
          <p:cNvSpPr/>
          <p:nvPr/>
        </p:nvSpPr>
        <p:spPr>
          <a:xfrm>
            <a:off x="989013" y="2470150"/>
            <a:ext cx="219075" cy="182563"/>
          </a:xfrm>
          <a:custGeom>
            <a:rect b="b" l="l" r="r" t="t"/>
            <a:pathLst>
              <a:path extrusionOk="0" h="53" w="64">
                <a:moveTo>
                  <a:pt x="64" y="47"/>
                </a:moveTo>
                <a:cubicBezTo>
                  <a:pt x="64" y="50"/>
                  <a:pt x="61" y="53"/>
                  <a:pt x="58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2"/>
                  <a:pt x="64" y="6"/>
                </a:cubicBezTo>
                <a:lnTo>
                  <a:pt x="64" y="47"/>
                </a:lnTo>
                <a:close/>
                <a:moveTo>
                  <a:pt x="20" y="10"/>
                </a:moveTo>
                <a:cubicBezTo>
                  <a:pt x="20" y="10"/>
                  <a:pt x="19" y="9"/>
                  <a:pt x="19" y="9"/>
                </a:cubicBezTo>
                <a:cubicBezTo>
                  <a:pt x="7" y="9"/>
                  <a:pt x="7" y="9"/>
                  <a:pt x="7" y="9"/>
                </a:cubicBezTo>
                <a:cubicBezTo>
                  <a:pt x="6" y="9"/>
                  <a:pt x="5" y="10"/>
                  <a:pt x="5" y="10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8"/>
                  <a:pt x="6" y="19"/>
                  <a:pt x="7" y="19"/>
                </a:cubicBezTo>
                <a:cubicBezTo>
                  <a:pt x="19" y="19"/>
                  <a:pt x="19" y="19"/>
                  <a:pt x="19" y="19"/>
                </a:cubicBezTo>
                <a:cubicBezTo>
                  <a:pt x="19" y="19"/>
                  <a:pt x="20" y="18"/>
                  <a:pt x="20" y="18"/>
                </a:cubicBezTo>
                <a:lnTo>
                  <a:pt x="20" y="10"/>
                </a:lnTo>
                <a:close/>
                <a:moveTo>
                  <a:pt x="20" y="25"/>
                </a:moveTo>
                <a:cubicBezTo>
                  <a:pt x="20" y="24"/>
                  <a:pt x="19" y="24"/>
                  <a:pt x="19" y="24"/>
                </a:cubicBezTo>
                <a:cubicBezTo>
                  <a:pt x="7" y="24"/>
                  <a:pt x="7" y="24"/>
                  <a:pt x="7" y="24"/>
                </a:cubicBezTo>
                <a:cubicBezTo>
                  <a:pt x="6" y="24"/>
                  <a:pt x="5" y="24"/>
                  <a:pt x="5" y="25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3"/>
                  <a:pt x="6" y="34"/>
                  <a:pt x="7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34"/>
                  <a:pt x="20" y="33"/>
                  <a:pt x="20" y="32"/>
                </a:cubicBezTo>
                <a:lnTo>
                  <a:pt x="20" y="25"/>
                </a:lnTo>
                <a:close/>
                <a:moveTo>
                  <a:pt x="20" y="40"/>
                </a:moveTo>
                <a:cubicBezTo>
                  <a:pt x="20" y="39"/>
                  <a:pt x="19" y="38"/>
                  <a:pt x="19" y="38"/>
                </a:cubicBezTo>
                <a:cubicBezTo>
                  <a:pt x="7" y="38"/>
                  <a:pt x="7" y="38"/>
                  <a:pt x="7" y="38"/>
                </a:cubicBezTo>
                <a:cubicBezTo>
                  <a:pt x="6" y="38"/>
                  <a:pt x="5" y="39"/>
                  <a:pt x="5" y="40"/>
                </a:cubicBezTo>
                <a:cubicBezTo>
                  <a:pt x="5" y="47"/>
                  <a:pt x="5" y="47"/>
                  <a:pt x="5" y="47"/>
                </a:cubicBezTo>
                <a:cubicBezTo>
                  <a:pt x="5" y="48"/>
                  <a:pt x="6" y="48"/>
                  <a:pt x="7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8"/>
                  <a:pt x="20" y="48"/>
                  <a:pt x="20" y="47"/>
                </a:cubicBezTo>
                <a:lnTo>
                  <a:pt x="20" y="40"/>
                </a:lnTo>
                <a:close/>
                <a:moveTo>
                  <a:pt x="39" y="10"/>
                </a:moveTo>
                <a:cubicBezTo>
                  <a:pt x="39" y="10"/>
                  <a:pt x="39" y="9"/>
                  <a:pt x="38" y="9"/>
                </a:cubicBezTo>
                <a:cubicBezTo>
                  <a:pt x="26" y="9"/>
                  <a:pt x="26" y="9"/>
                  <a:pt x="26" y="9"/>
                </a:cubicBezTo>
                <a:cubicBezTo>
                  <a:pt x="25" y="9"/>
                  <a:pt x="25" y="10"/>
                  <a:pt x="25" y="10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18"/>
                  <a:pt x="25" y="19"/>
                  <a:pt x="26" y="19"/>
                </a:cubicBezTo>
                <a:cubicBezTo>
                  <a:pt x="38" y="19"/>
                  <a:pt x="38" y="19"/>
                  <a:pt x="38" y="19"/>
                </a:cubicBezTo>
                <a:cubicBezTo>
                  <a:pt x="39" y="19"/>
                  <a:pt x="39" y="18"/>
                  <a:pt x="39" y="18"/>
                </a:cubicBezTo>
                <a:lnTo>
                  <a:pt x="39" y="10"/>
                </a:lnTo>
                <a:close/>
                <a:moveTo>
                  <a:pt x="39" y="25"/>
                </a:moveTo>
                <a:cubicBezTo>
                  <a:pt x="39" y="24"/>
                  <a:pt x="39" y="24"/>
                  <a:pt x="38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5" y="24"/>
                  <a:pt x="25" y="24"/>
                  <a:pt x="25" y="25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3"/>
                  <a:pt x="25" y="34"/>
                  <a:pt x="26" y="34"/>
                </a:cubicBezTo>
                <a:cubicBezTo>
                  <a:pt x="38" y="34"/>
                  <a:pt x="38" y="34"/>
                  <a:pt x="38" y="34"/>
                </a:cubicBezTo>
                <a:cubicBezTo>
                  <a:pt x="39" y="34"/>
                  <a:pt x="39" y="33"/>
                  <a:pt x="39" y="32"/>
                </a:cubicBezTo>
                <a:lnTo>
                  <a:pt x="39" y="25"/>
                </a:lnTo>
                <a:close/>
                <a:moveTo>
                  <a:pt x="39" y="40"/>
                </a:moveTo>
                <a:cubicBezTo>
                  <a:pt x="39" y="39"/>
                  <a:pt x="39" y="38"/>
                  <a:pt x="38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5" y="38"/>
                  <a:pt x="25" y="39"/>
                  <a:pt x="25" y="40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5" y="48"/>
                  <a:pt x="26" y="48"/>
                </a:cubicBezTo>
                <a:cubicBezTo>
                  <a:pt x="38" y="48"/>
                  <a:pt x="38" y="48"/>
                  <a:pt x="38" y="48"/>
                </a:cubicBezTo>
                <a:cubicBezTo>
                  <a:pt x="39" y="48"/>
                  <a:pt x="39" y="48"/>
                  <a:pt x="39" y="47"/>
                </a:cubicBezTo>
                <a:lnTo>
                  <a:pt x="39" y="40"/>
                </a:lnTo>
                <a:close/>
                <a:moveTo>
                  <a:pt x="59" y="10"/>
                </a:moveTo>
                <a:cubicBezTo>
                  <a:pt x="59" y="10"/>
                  <a:pt x="58" y="9"/>
                  <a:pt x="58" y="9"/>
                </a:cubicBezTo>
                <a:cubicBezTo>
                  <a:pt x="45" y="9"/>
                  <a:pt x="45" y="9"/>
                  <a:pt x="45" y="9"/>
                </a:cubicBezTo>
                <a:cubicBezTo>
                  <a:pt x="45" y="9"/>
                  <a:pt x="44" y="10"/>
                  <a:pt x="44" y="10"/>
                </a:cubicBez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5" y="19"/>
                  <a:pt x="45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8" y="19"/>
                  <a:pt x="59" y="18"/>
                  <a:pt x="59" y="18"/>
                </a:cubicBezTo>
                <a:lnTo>
                  <a:pt x="59" y="10"/>
                </a:lnTo>
                <a:close/>
                <a:moveTo>
                  <a:pt x="59" y="25"/>
                </a:moveTo>
                <a:cubicBezTo>
                  <a:pt x="59" y="24"/>
                  <a:pt x="58" y="24"/>
                  <a:pt x="58" y="24"/>
                </a:cubicBezTo>
                <a:cubicBezTo>
                  <a:pt x="45" y="24"/>
                  <a:pt x="45" y="24"/>
                  <a:pt x="45" y="24"/>
                </a:cubicBezTo>
                <a:cubicBezTo>
                  <a:pt x="45" y="24"/>
                  <a:pt x="44" y="24"/>
                  <a:pt x="44" y="25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33"/>
                  <a:pt x="45" y="34"/>
                  <a:pt x="45" y="34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4"/>
                  <a:pt x="59" y="33"/>
                  <a:pt x="59" y="32"/>
                </a:cubicBezTo>
                <a:lnTo>
                  <a:pt x="59" y="25"/>
                </a:lnTo>
                <a:close/>
                <a:moveTo>
                  <a:pt x="59" y="40"/>
                </a:moveTo>
                <a:cubicBezTo>
                  <a:pt x="59" y="39"/>
                  <a:pt x="58" y="38"/>
                  <a:pt x="58" y="38"/>
                </a:cubicBezTo>
                <a:cubicBezTo>
                  <a:pt x="45" y="38"/>
                  <a:pt x="45" y="38"/>
                  <a:pt x="45" y="38"/>
                </a:cubicBezTo>
                <a:cubicBezTo>
                  <a:pt x="45" y="38"/>
                  <a:pt x="44" y="39"/>
                  <a:pt x="44" y="40"/>
                </a:cubicBezTo>
                <a:cubicBezTo>
                  <a:pt x="44" y="47"/>
                  <a:pt x="44" y="47"/>
                  <a:pt x="44" y="47"/>
                </a:cubicBezTo>
                <a:cubicBezTo>
                  <a:pt x="44" y="48"/>
                  <a:pt x="45" y="48"/>
                  <a:pt x="45" y="48"/>
                </a:cubicBezTo>
                <a:cubicBezTo>
                  <a:pt x="58" y="48"/>
                  <a:pt x="58" y="48"/>
                  <a:pt x="58" y="48"/>
                </a:cubicBezTo>
                <a:cubicBezTo>
                  <a:pt x="58" y="48"/>
                  <a:pt x="59" y="48"/>
                  <a:pt x="59" y="47"/>
                </a:cubicBezTo>
                <a:lnTo>
                  <a:pt x="59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5" name="Google Shape;2965;p11"/>
          <p:cNvSpPr/>
          <p:nvPr/>
        </p:nvSpPr>
        <p:spPr>
          <a:xfrm>
            <a:off x="1482725" y="2470150"/>
            <a:ext cx="250825" cy="196850"/>
          </a:xfrm>
          <a:custGeom>
            <a:rect b="b" l="l" r="r" t="t"/>
            <a:pathLst>
              <a:path extrusionOk="0" h="57" w="73">
                <a:moveTo>
                  <a:pt x="57" y="37"/>
                </a:moveTo>
                <a:cubicBezTo>
                  <a:pt x="38" y="56"/>
                  <a:pt x="38" y="56"/>
                  <a:pt x="38" y="56"/>
                </a:cubicBezTo>
                <a:cubicBezTo>
                  <a:pt x="37" y="57"/>
                  <a:pt x="36" y="57"/>
                  <a:pt x="34" y="57"/>
                </a:cubicBezTo>
                <a:cubicBezTo>
                  <a:pt x="33" y="57"/>
                  <a:pt x="32" y="57"/>
                  <a:pt x="31" y="56"/>
                </a:cubicBezTo>
                <a:cubicBezTo>
                  <a:pt x="4" y="28"/>
                  <a:pt x="4" y="28"/>
                  <a:pt x="4" y="28"/>
                </a:cubicBezTo>
                <a:cubicBezTo>
                  <a:pt x="2" y="27"/>
                  <a:pt x="0" y="23"/>
                  <a:pt x="0" y="20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3" y="0"/>
                  <a:pt x="5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4" y="0"/>
                  <a:pt x="27" y="1"/>
                  <a:pt x="29" y="3"/>
                </a:cubicBezTo>
                <a:cubicBezTo>
                  <a:pt x="57" y="30"/>
                  <a:pt x="57" y="30"/>
                  <a:pt x="57" y="30"/>
                </a:cubicBezTo>
                <a:cubicBezTo>
                  <a:pt x="57" y="31"/>
                  <a:pt x="58" y="32"/>
                  <a:pt x="58" y="34"/>
                </a:cubicBezTo>
                <a:cubicBezTo>
                  <a:pt x="58" y="35"/>
                  <a:pt x="57" y="36"/>
                  <a:pt x="57" y="37"/>
                </a:cubicBezTo>
                <a:close/>
                <a:moveTo>
                  <a:pt x="13" y="7"/>
                </a:moveTo>
                <a:cubicBezTo>
                  <a:pt x="10" y="7"/>
                  <a:pt x="8" y="9"/>
                  <a:pt x="8" y="12"/>
                </a:cubicBezTo>
                <a:cubicBezTo>
                  <a:pt x="8" y="14"/>
                  <a:pt x="10" y="17"/>
                  <a:pt x="13" y="17"/>
                </a:cubicBezTo>
                <a:cubicBezTo>
                  <a:pt x="15" y="17"/>
                  <a:pt x="17" y="14"/>
                  <a:pt x="17" y="12"/>
                </a:cubicBezTo>
                <a:cubicBezTo>
                  <a:pt x="17" y="9"/>
                  <a:pt x="15" y="7"/>
                  <a:pt x="13" y="7"/>
                </a:cubicBezTo>
                <a:close/>
                <a:moveTo>
                  <a:pt x="71" y="37"/>
                </a:moveTo>
                <a:cubicBezTo>
                  <a:pt x="52" y="56"/>
                  <a:pt x="52" y="56"/>
                  <a:pt x="52" y="56"/>
                </a:cubicBezTo>
                <a:cubicBezTo>
                  <a:pt x="52" y="57"/>
                  <a:pt x="50" y="57"/>
                  <a:pt x="49" y="57"/>
                </a:cubicBezTo>
                <a:cubicBezTo>
                  <a:pt x="47" y="57"/>
                  <a:pt x="46" y="56"/>
                  <a:pt x="45" y="55"/>
                </a:cubicBezTo>
                <a:cubicBezTo>
                  <a:pt x="63" y="37"/>
                  <a:pt x="63" y="37"/>
                  <a:pt x="63" y="37"/>
                </a:cubicBezTo>
                <a:cubicBezTo>
                  <a:pt x="63" y="36"/>
                  <a:pt x="64" y="35"/>
                  <a:pt x="64" y="34"/>
                </a:cubicBezTo>
                <a:cubicBezTo>
                  <a:pt x="64" y="32"/>
                  <a:pt x="63" y="31"/>
                  <a:pt x="63" y="30"/>
                </a:cubicBezTo>
                <a:cubicBezTo>
                  <a:pt x="35" y="3"/>
                  <a:pt x="35" y="3"/>
                  <a:pt x="35" y="3"/>
                </a:cubicBezTo>
                <a:cubicBezTo>
                  <a:pt x="34" y="1"/>
                  <a:pt x="30" y="0"/>
                  <a:pt x="27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8" y="0"/>
                  <a:pt x="42" y="1"/>
                  <a:pt x="44" y="3"/>
                </a:cubicBezTo>
                <a:cubicBezTo>
                  <a:pt x="71" y="30"/>
                  <a:pt x="71" y="30"/>
                  <a:pt x="71" y="30"/>
                </a:cubicBezTo>
                <a:cubicBezTo>
                  <a:pt x="72" y="31"/>
                  <a:pt x="73" y="32"/>
                  <a:pt x="73" y="34"/>
                </a:cubicBezTo>
                <a:cubicBezTo>
                  <a:pt x="73" y="35"/>
                  <a:pt x="72" y="36"/>
                  <a:pt x="71" y="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6" name="Google Shape;2966;p11"/>
          <p:cNvSpPr/>
          <p:nvPr/>
        </p:nvSpPr>
        <p:spPr>
          <a:xfrm>
            <a:off x="1976438" y="2511425"/>
            <a:ext cx="217487" cy="141288"/>
          </a:xfrm>
          <a:custGeom>
            <a:rect b="b" l="l" r="r" t="t"/>
            <a:pathLst>
              <a:path extrusionOk="0" h="41" w="63">
                <a:moveTo>
                  <a:pt x="4" y="38"/>
                </a:moveTo>
                <a:cubicBezTo>
                  <a:pt x="4" y="38"/>
                  <a:pt x="3" y="38"/>
                  <a:pt x="3" y="38"/>
                </a:cubicBezTo>
                <a:cubicBezTo>
                  <a:pt x="1" y="36"/>
                  <a:pt x="1" y="36"/>
                  <a:pt x="1" y="36"/>
                </a:cubicBezTo>
                <a:cubicBezTo>
                  <a:pt x="0" y="35"/>
                  <a:pt x="0" y="35"/>
                  <a:pt x="1" y="34"/>
                </a:cubicBezTo>
                <a:cubicBezTo>
                  <a:pt x="16" y="19"/>
                  <a:pt x="16" y="19"/>
                  <a:pt x="16" y="19"/>
                </a:cubicBezTo>
                <a:cubicBezTo>
                  <a:pt x="1" y="4"/>
                  <a:pt x="1" y="4"/>
                  <a:pt x="1" y="4"/>
                </a:cubicBezTo>
                <a:cubicBezTo>
                  <a:pt x="0" y="4"/>
                  <a:pt x="0" y="3"/>
                  <a:pt x="1" y="2"/>
                </a:cubicBezTo>
                <a:cubicBezTo>
                  <a:pt x="3" y="1"/>
                  <a:pt x="3" y="1"/>
                  <a:pt x="3" y="1"/>
                </a:cubicBezTo>
                <a:cubicBezTo>
                  <a:pt x="3" y="0"/>
                  <a:pt x="4" y="0"/>
                  <a:pt x="4" y="1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19"/>
                  <a:pt x="22" y="20"/>
                  <a:pt x="22" y="20"/>
                </a:cubicBezTo>
                <a:lnTo>
                  <a:pt x="4" y="38"/>
                </a:lnTo>
                <a:close/>
                <a:moveTo>
                  <a:pt x="63" y="40"/>
                </a:moveTo>
                <a:cubicBezTo>
                  <a:pt x="63" y="40"/>
                  <a:pt x="62" y="41"/>
                  <a:pt x="62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5" y="41"/>
                  <a:pt x="24" y="40"/>
                  <a:pt x="24" y="40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7"/>
                  <a:pt x="25" y="36"/>
                  <a:pt x="25" y="36"/>
                </a:cubicBezTo>
                <a:cubicBezTo>
                  <a:pt x="62" y="36"/>
                  <a:pt x="62" y="36"/>
                  <a:pt x="62" y="36"/>
                </a:cubicBezTo>
                <a:cubicBezTo>
                  <a:pt x="62" y="36"/>
                  <a:pt x="63" y="37"/>
                  <a:pt x="63" y="37"/>
                </a:cubicBezTo>
                <a:lnTo>
                  <a:pt x="63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11"/>
          <p:cNvSpPr/>
          <p:nvPr/>
        </p:nvSpPr>
        <p:spPr>
          <a:xfrm>
            <a:off x="2471738" y="2470150"/>
            <a:ext cx="219075" cy="182563"/>
          </a:xfrm>
          <a:custGeom>
            <a:rect b="b" l="l" r="r" t="t"/>
            <a:pathLst>
              <a:path extrusionOk="0" h="53" w="64">
                <a:moveTo>
                  <a:pt x="30" y="19"/>
                </a:moveTo>
                <a:cubicBezTo>
                  <a:pt x="30" y="22"/>
                  <a:pt x="27" y="24"/>
                  <a:pt x="25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3" y="24"/>
                  <a:pt x="0" y="22"/>
                  <a:pt x="0" y="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3" y="0"/>
                  <a:pt x="5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7" y="0"/>
                  <a:pt x="30" y="2"/>
                  <a:pt x="30" y="4"/>
                </a:cubicBezTo>
                <a:lnTo>
                  <a:pt x="30" y="19"/>
                </a:lnTo>
                <a:close/>
                <a:moveTo>
                  <a:pt x="30" y="48"/>
                </a:moveTo>
                <a:cubicBezTo>
                  <a:pt x="30" y="51"/>
                  <a:pt x="27" y="53"/>
                  <a:pt x="25" y="53"/>
                </a:cubicBezTo>
                <a:cubicBezTo>
                  <a:pt x="5" y="53"/>
                  <a:pt x="5" y="53"/>
                  <a:pt x="5" y="53"/>
                </a:cubicBezTo>
                <a:cubicBezTo>
                  <a:pt x="3" y="53"/>
                  <a:pt x="0" y="51"/>
                  <a:pt x="0" y="48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1"/>
                  <a:pt x="3" y="29"/>
                  <a:pt x="5" y="29"/>
                </a:cubicBezTo>
                <a:cubicBezTo>
                  <a:pt x="25" y="29"/>
                  <a:pt x="25" y="29"/>
                  <a:pt x="25" y="29"/>
                </a:cubicBezTo>
                <a:cubicBezTo>
                  <a:pt x="27" y="29"/>
                  <a:pt x="30" y="31"/>
                  <a:pt x="30" y="34"/>
                </a:cubicBezTo>
                <a:lnTo>
                  <a:pt x="30" y="48"/>
                </a:lnTo>
                <a:close/>
                <a:moveTo>
                  <a:pt x="64" y="19"/>
                </a:moveTo>
                <a:cubicBezTo>
                  <a:pt x="64" y="22"/>
                  <a:pt x="61" y="24"/>
                  <a:pt x="59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7" y="24"/>
                  <a:pt x="34" y="22"/>
                  <a:pt x="34" y="19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2"/>
                  <a:pt x="37" y="0"/>
                  <a:pt x="3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61" y="0"/>
                  <a:pt x="64" y="2"/>
                  <a:pt x="64" y="4"/>
                </a:cubicBezTo>
                <a:lnTo>
                  <a:pt x="64" y="19"/>
                </a:lnTo>
                <a:close/>
                <a:moveTo>
                  <a:pt x="64" y="48"/>
                </a:moveTo>
                <a:cubicBezTo>
                  <a:pt x="64" y="51"/>
                  <a:pt x="61" y="53"/>
                  <a:pt x="5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7" y="53"/>
                  <a:pt x="34" y="51"/>
                  <a:pt x="34" y="48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31"/>
                  <a:pt x="37" y="29"/>
                  <a:pt x="39" y="29"/>
                </a:cubicBezTo>
                <a:cubicBezTo>
                  <a:pt x="59" y="29"/>
                  <a:pt x="59" y="29"/>
                  <a:pt x="59" y="29"/>
                </a:cubicBezTo>
                <a:cubicBezTo>
                  <a:pt x="61" y="29"/>
                  <a:pt x="64" y="31"/>
                  <a:pt x="64" y="34"/>
                </a:cubicBezTo>
                <a:lnTo>
                  <a:pt x="64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11"/>
          <p:cNvSpPr/>
          <p:nvPr/>
        </p:nvSpPr>
        <p:spPr>
          <a:xfrm>
            <a:off x="2965450" y="2470150"/>
            <a:ext cx="203200" cy="217488"/>
          </a:xfrm>
          <a:custGeom>
            <a:rect b="b" l="l" r="r" t="t"/>
            <a:pathLst>
              <a:path extrusionOk="0" h="63" w="59">
                <a:moveTo>
                  <a:pt x="49" y="43"/>
                </a:moveTo>
                <a:cubicBezTo>
                  <a:pt x="42" y="43"/>
                  <a:pt x="42" y="43"/>
                  <a:pt x="42" y="43"/>
                </a:cubicBezTo>
                <a:cubicBezTo>
                  <a:pt x="43" y="46"/>
                  <a:pt x="44" y="48"/>
                  <a:pt x="44" y="51"/>
                </a:cubicBezTo>
                <a:cubicBezTo>
                  <a:pt x="44" y="53"/>
                  <a:pt x="44" y="55"/>
                  <a:pt x="43" y="58"/>
                </a:cubicBezTo>
                <a:cubicBezTo>
                  <a:pt x="41" y="61"/>
                  <a:pt x="37" y="63"/>
                  <a:pt x="33" y="63"/>
                </a:cubicBezTo>
                <a:cubicBezTo>
                  <a:pt x="32" y="63"/>
                  <a:pt x="31" y="62"/>
                  <a:pt x="30" y="61"/>
                </a:cubicBezTo>
                <a:cubicBezTo>
                  <a:pt x="26" y="58"/>
                  <a:pt x="27" y="52"/>
                  <a:pt x="25" y="49"/>
                </a:cubicBezTo>
                <a:cubicBezTo>
                  <a:pt x="24" y="48"/>
                  <a:pt x="22" y="46"/>
                  <a:pt x="21" y="44"/>
                </a:cubicBezTo>
                <a:cubicBezTo>
                  <a:pt x="20" y="43"/>
                  <a:pt x="17" y="39"/>
                  <a:pt x="16" y="38"/>
                </a:cubicBezTo>
                <a:cubicBezTo>
                  <a:pt x="5" y="38"/>
                  <a:pt x="5" y="38"/>
                  <a:pt x="5" y="38"/>
                </a:cubicBezTo>
                <a:cubicBezTo>
                  <a:pt x="3" y="38"/>
                  <a:pt x="0" y="36"/>
                  <a:pt x="0" y="34"/>
                </a:cubicBezTo>
                <a:cubicBezTo>
                  <a:pt x="0" y="9"/>
                  <a:pt x="0" y="9"/>
                  <a:pt x="0" y="9"/>
                </a:cubicBezTo>
                <a:cubicBezTo>
                  <a:pt x="0" y="7"/>
                  <a:pt x="3" y="4"/>
                  <a:pt x="5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7" y="4"/>
                  <a:pt x="20" y="3"/>
                  <a:pt x="21" y="3"/>
                </a:cubicBezTo>
                <a:cubicBezTo>
                  <a:pt x="27" y="1"/>
                  <a:pt x="32" y="0"/>
                  <a:pt x="38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9" y="0"/>
                  <a:pt x="54" y="4"/>
                  <a:pt x="54" y="11"/>
                </a:cubicBezTo>
                <a:cubicBezTo>
                  <a:pt x="54" y="11"/>
                  <a:pt x="54" y="11"/>
                  <a:pt x="54" y="11"/>
                </a:cubicBezTo>
                <a:cubicBezTo>
                  <a:pt x="55" y="13"/>
                  <a:pt x="56" y="15"/>
                  <a:pt x="56" y="18"/>
                </a:cubicBezTo>
                <a:cubicBezTo>
                  <a:pt x="56" y="18"/>
                  <a:pt x="56" y="19"/>
                  <a:pt x="56" y="19"/>
                </a:cubicBezTo>
                <a:cubicBezTo>
                  <a:pt x="57" y="21"/>
                  <a:pt x="57" y="23"/>
                  <a:pt x="57" y="25"/>
                </a:cubicBezTo>
                <a:cubicBezTo>
                  <a:pt x="57" y="26"/>
                  <a:pt x="57" y="27"/>
                  <a:pt x="57" y="27"/>
                </a:cubicBezTo>
                <a:cubicBezTo>
                  <a:pt x="58" y="29"/>
                  <a:pt x="59" y="31"/>
                  <a:pt x="59" y="34"/>
                </a:cubicBezTo>
                <a:cubicBezTo>
                  <a:pt x="59" y="39"/>
                  <a:pt x="54" y="43"/>
                  <a:pt x="49" y="43"/>
                </a:cubicBezTo>
                <a:close/>
                <a:moveTo>
                  <a:pt x="8" y="9"/>
                </a:moveTo>
                <a:cubicBezTo>
                  <a:pt x="6" y="9"/>
                  <a:pt x="5" y="10"/>
                  <a:pt x="5" y="12"/>
                </a:cubicBezTo>
                <a:cubicBezTo>
                  <a:pt x="5" y="13"/>
                  <a:pt x="6" y="14"/>
                  <a:pt x="8" y="14"/>
                </a:cubicBezTo>
                <a:cubicBezTo>
                  <a:pt x="9" y="14"/>
                  <a:pt x="10" y="13"/>
                  <a:pt x="10" y="12"/>
                </a:cubicBezTo>
                <a:cubicBezTo>
                  <a:pt x="10" y="10"/>
                  <a:pt x="9" y="9"/>
                  <a:pt x="8" y="9"/>
                </a:cubicBezTo>
                <a:close/>
                <a:moveTo>
                  <a:pt x="51" y="29"/>
                </a:moveTo>
                <a:cubicBezTo>
                  <a:pt x="52" y="28"/>
                  <a:pt x="52" y="26"/>
                  <a:pt x="52" y="25"/>
                </a:cubicBezTo>
                <a:cubicBezTo>
                  <a:pt x="52" y="23"/>
                  <a:pt x="52" y="21"/>
                  <a:pt x="50" y="20"/>
                </a:cubicBezTo>
                <a:cubicBezTo>
                  <a:pt x="51" y="19"/>
                  <a:pt x="51" y="19"/>
                  <a:pt x="51" y="18"/>
                </a:cubicBezTo>
                <a:cubicBezTo>
                  <a:pt x="51" y="16"/>
                  <a:pt x="50" y="14"/>
                  <a:pt x="49" y="13"/>
                </a:cubicBezTo>
                <a:cubicBezTo>
                  <a:pt x="49" y="12"/>
                  <a:pt x="49" y="11"/>
                  <a:pt x="49" y="11"/>
                </a:cubicBezTo>
                <a:cubicBezTo>
                  <a:pt x="49" y="6"/>
                  <a:pt x="46" y="4"/>
                  <a:pt x="42" y="4"/>
                </a:cubicBezTo>
                <a:cubicBezTo>
                  <a:pt x="37" y="4"/>
                  <a:pt x="37" y="4"/>
                  <a:pt x="37" y="4"/>
                </a:cubicBezTo>
                <a:cubicBezTo>
                  <a:pt x="32" y="4"/>
                  <a:pt x="28" y="6"/>
                  <a:pt x="24" y="7"/>
                </a:cubicBezTo>
                <a:cubicBezTo>
                  <a:pt x="22" y="8"/>
                  <a:pt x="18" y="9"/>
                  <a:pt x="16" y="9"/>
                </a:cubicBezTo>
                <a:cubicBezTo>
                  <a:pt x="15" y="9"/>
                  <a:pt x="15" y="9"/>
                  <a:pt x="15" y="9"/>
                </a:cubicBezTo>
                <a:cubicBezTo>
                  <a:pt x="15" y="34"/>
                  <a:pt x="15" y="34"/>
                  <a:pt x="15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9" y="34"/>
                  <a:pt x="24" y="40"/>
                  <a:pt x="25" y="42"/>
                </a:cubicBezTo>
                <a:cubicBezTo>
                  <a:pt x="26" y="43"/>
                  <a:pt x="27" y="45"/>
                  <a:pt x="28" y="46"/>
                </a:cubicBezTo>
                <a:cubicBezTo>
                  <a:pt x="32" y="50"/>
                  <a:pt x="31" y="55"/>
                  <a:pt x="33" y="58"/>
                </a:cubicBezTo>
                <a:cubicBezTo>
                  <a:pt x="38" y="58"/>
                  <a:pt x="39" y="55"/>
                  <a:pt x="39" y="51"/>
                </a:cubicBezTo>
                <a:cubicBezTo>
                  <a:pt x="39" y="46"/>
                  <a:pt x="36" y="43"/>
                  <a:pt x="36" y="38"/>
                </a:cubicBezTo>
                <a:cubicBezTo>
                  <a:pt x="49" y="38"/>
                  <a:pt x="49" y="38"/>
                  <a:pt x="49" y="38"/>
                </a:cubicBezTo>
                <a:cubicBezTo>
                  <a:pt x="52" y="38"/>
                  <a:pt x="54" y="36"/>
                  <a:pt x="54" y="34"/>
                </a:cubicBezTo>
                <a:cubicBezTo>
                  <a:pt x="54" y="32"/>
                  <a:pt x="53" y="29"/>
                  <a:pt x="51" y="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11"/>
          <p:cNvSpPr/>
          <p:nvPr/>
        </p:nvSpPr>
        <p:spPr>
          <a:xfrm>
            <a:off x="3476625" y="2501900"/>
            <a:ext cx="155575" cy="153988"/>
          </a:xfrm>
          <a:custGeom>
            <a:rect b="b" l="l" r="r" t="t"/>
            <a:pathLst>
              <a:path extrusionOk="0" h="45" w="45">
                <a:moveTo>
                  <a:pt x="44" y="38"/>
                </a:moveTo>
                <a:cubicBezTo>
                  <a:pt x="38" y="44"/>
                  <a:pt x="38" y="44"/>
                  <a:pt x="38" y="44"/>
                </a:cubicBezTo>
                <a:cubicBezTo>
                  <a:pt x="38" y="44"/>
                  <a:pt x="37" y="45"/>
                  <a:pt x="36" y="45"/>
                </a:cubicBezTo>
                <a:cubicBezTo>
                  <a:pt x="35" y="45"/>
                  <a:pt x="34" y="44"/>
                  <a:pt x="33" y="44"/>
                </a:cubicBezTo>
                <a:cubicBezTo>
                  <a:pt x="22" y="32"/>
                  <a:pt x="22" y="32"/>
                  <a:pt x="22" y="32"/>
                </a:cubicBezTo>
                <a:cubicBezTo>
                  <a:pt x="11" y="44"/>
                  <a:pt x="11" y="44"/>
                  <a:pt x="11" y="44"/>
                </a:cubicBezTo>
                <a:cubicBezTo>
                  <a:pt x="10" y="44"/>
                  <a:pt x="9" y="45"/>
                  <a:pt x="8" y="45"/>
                </a:cubicBezTo>
                <a:cubicBezTo>
                  <a:pt x="7" y="45"/>
                  <a:pt x="7" y="44"/>
                  <a:pt x="6" y="44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5"/>
                  <a:pt x="0" y="34"/>
                  <a:pt x="1" y="33"/>
                </a:cubicBezTo>
                <a:cubicBezTo>
                  <a:pt x="12" y="22"/>
                  <a:pt x="12" y="22"/>
                  <a:pt x="12" y="22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0" y="8"/>
                </a:cubicBezTo>
                <a:cubicBezTo>
                  <a:pt x="0" y="7"/>
                  <a:pt x="0" y="6"/>
                  <a:pt x="1" y="6"/>
                </a:cubicBezTo>
                <a:cubicBezTo>
                  <a:pt x="6" y="1"/>
                  <a:pt x="6" y="1"/>
                  <a:pt x="6" y="1"/>
                </a:cubicBezTo>
                <a:cubicBezTo>
                  <a:pt x="7" y="0"/>
                  <a:pt x="7" y="0"/>
                  <a:pt x="8" y="0"/>
                </a:cubicBezTo>
                <a:cubicBezTo>
                  <a:pt x="9" y="0"/>
                  <a:pt x="10" y="0"/>
                  <a:pt x="11" y="1"/>
                </a:cubicBezTo>
                <a:cubicBezTo>
                  <a:pt x="22" y="12"/>
                  <a:pt x="22" y="12"/>
                  <a:pt x="22" y="12"/>
                </a:cubicBezTo>
                <a:cubicBezTo>
                  <a:pt x="33" y="1"/>
                  <a:pt x="33" y="1"/>
                  <a:pt x="33" y="1"/>
                </a:cubicBezTo>
                <a:cubicBezTo>
                  <a:pt x="34" y="0"/>
                  <a:pt x="35" y="0"/>
                  <a:pt x="36" y="0"/>
                </a:cubicBezTo>
                <a:cubicBezTo>
                  <a:pt x="37" y="0"/>
                  <a:pt x="38" y="0"/>
                  <a:pt x="38" y="1"/>
                </a:cubicBezTo>
                <a:cubicBezTo>
                  <a:pt x="44" y="6"/>
                  <a:pt x="44" y="6"/>
                  <a:pt x="44" y="6"/>
                </a:cubicBezTo>
                <a:cubicBezTo>
                  <a:pt x="44" y="6"/>
                  <a:pt x="45" y="7"/>
                  <a:pt x="45" y="8"/>
                </a:cubicBezTo>
                <a:cubicBezTo>
                  <a:pt x="45" y="9"/>
                  <a:pt x="44" y="10"/>
                  <a:pt x="44" y="11"/>
                </a:cubicBezTo>
                <a:cubicBezTo>
                  <a:pt x="32" y="22"/>
                  <a:pt x="32" y="22"/>
                  <a:pt x="32" y="22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34"/>
                  <a:pt x="45" y="35"/>
                  <a:pt x="45" y="36"/>
                </a:cubicBezTo>
                <a:cubicBezTo>
                  <a:pt x="45" y="37"/>
                  <a:pt x="44" y="38"/>
                  <a:pt x="44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11"/>
          <p:cNvSpPr/>
          <p:nvPr/>
        </p:nvSpPr>
        <p:spPr>
          <a:xfrm>
            <a:off x="3954463" y="2470150"/>
            <a:ext cx="198437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3" y="23"/>
                </a:moveTo>
                <a:cubicBezTo>
                  <a:pt x="31" y="40"/>
                  <a:pt x="31" y="40"/>
                  <a:pt x="31" y="40"/>
                </a:cubicBezTo>
                <a:cubicBezTo>
                  <a:pt x="30" y="40"/>
                  <a:pt x="30" y="41"/>
                  <a:pt x="29" y="41"/>
                </a:cubicBezTo>
                <a:cubicBezTo>
                  <a:pt x="28" y="41"/>
                  <a:pt x="27" y="40"/>
                  <a:pt x="27" y="40"/>
                </a:cubicBezTo>
                <a:cubicBezTo>
                  <a:pt x="15" y="23"/>
                  <a:pt x="15" y="23"/>
                  <a:pt x="15" y="23"/>
                </a:cubicBezTo>
                <a:cubicBezTo>
                  <a:pt x="14" y="22"/>
                  <a:pt x="14" y="21"/>
                  <a:pt x="15" y="20"/>
                </a:cubicBezTo>
                <a:cubicBezTo>
                  <a:pt x="15" y="19"/>
                  <a:pt x="16" y="19"/>
                  <a:pt x="17" y="19"/>
                </a:cubicBezTo>
                <a:cubicBezTo>
                  <a:pt x="41" y="19"/>
                  <a:pt x="41" y="19"/>
                  <a:pt x="41" y="19"/>
                </a:cubicBezTo>
                <a:cubicBezTo>
                  <a:pt x="42" y="19"/>
                  <a:pt x="43" y="19"/>
                  <a:pt x="43" y="20"/>
                </a:cubicBezTo>
                <a:cubicBezTo>
                  <a:pt x="44" y="21"/>
                  <a:pt x="44" y="22"/>
                  <a:pt x="43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1"/>
          <p:cNvSpPr/>
          <p:nvPr/>
        </p:nvSpPr>
        <p:spPr>
          <a:xfrm>
            <a:off x="4448175" y="2470150"/>
            <a:ext cx="200025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0" y="31"/>
                </a:moveTo>
                <a:cubicBezTo>
                  <a:pt x="23" y="43"/>
                  <a:pt x="23" y="43"/>
                  <a:pt x="23" y="43"/>
                </a:cubicBezTo>
                <a:cubicBezTo>
                  <a:pt x="22" y="43"/>
                  <a:pt x="21" y="43"/>
                  <a:pt x="21" y="43"/>
                </a:cubicBezTo>
                <a:cubicBezTo>
                  <a:pt x="20" y="43"/>
                  <a:pt x="19" y="42"/>
                  <a:pt x="19" y="41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6"/>
                  <a:pt x="20" y="15"/>
                  <a:pt x="21" y="14"/>
                </a:cubicBezTo>
                <a:cubicBezTo>
                  <a:pt x="21" y="14"/>
                  <a:pt x="22" y="14"/>
                  <a:pt x="23" y="15"/>
                </a:cubicBezTo>
                <a:cubicBezTo>
                  <a:pt x="40" y="27"/>
                  <a:pt x="40" y="27"/>
                  <a:pt x="40" y="27"/>
                </a:cubicBezTo>
                <a:cubicBezTo>
                  <a:pt x="41" y="27"/>
                  <a:pt x="41" y="28"/>
                  <a:pt x="41" y="29"/>
                </a:cubicBezTo>
                <a:cubicBezTo>
                  <a:pt x="41" y="30"/>
                  <a:pt x="41" y="30"/>
                  <a:pt x="40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2" name="Google Shape;2972;p11"/>
          <p:cNvSpPr/>
          <p:nvPr/>
        </p:nvSpPr>
        <p:spPr>
          <a:xfrm>
            <a:off x="4946650" y="2452688"/>
            <a:ext cx="192088" cy="234950"/>
          </a:xfrm>
          <a:custGeom>
            <a:rect b="b" l="l" r="r" t="t"/>
            <a:pathLst>
              <a:path extrusionOk="0" h="68" w="56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11"/>
          <p:cNvSpPr/>
          <p:nvPr/>
        </p:nvSpPr>
        <p:spPr>
          <a:xfrm>
            <a:off x="5437188" y="2470150"/>
            <a:ext cx="147637" cy="182563"/>
          </a:xfrm>
          <a:custGeom>
            <a:rect b="b" l="l" r="r" t="t"/>
            <a:pathLst>
              <a:path extrusionOk="0" h="53" w="43">
                <a:moveTo>
                  <a:pt x="17" y="53"/>
                </a:move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29"/>
                  <a:pt x="9" y="29"/>
                  <a:pt x="9" y="29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0" y="31"/>
                  <a:pt x="0" y="31"/>
                </a:cubicBezTo>
                <a:cubicBezTo>
                  <a:pt x="0" y="31"/>
                  <a:pt x="0" y="30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18"/>
                  <a:pt x="9" y="18"/>
                  <a:pt x="9" y="1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0"/>
                  <a:pt x="0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8"/>
                  <a:pt x="18" y="8"/>
                  <a:pt x="18" y="8"/>
                </a:cubicBezTo>
                <a:cubicBezTo>
                  <a:pt x="32" y="3"/>
                  <a:pt x="32" y="3"/>
                  <a:pt x="32" y="3"/>
                </a:cubicBezTo>
                <a:cubicBezTo>
                  <a:pt x="33" y="3"/>
                  <a:pt x="33" y="3"/>
                  <a:pt x="33" y="3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10"/>
                  <a:pt x="33" y="10"/>
                  <a:pt x="33" y="10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9"/>
                  <a:pt x="18" y="19"/>
                  <a:pt x="18" y="19"/>
                </a:cubicBezTo>
                <a:cubicBezTo>
                  <a:pt x="32" y="14"/>
                  <a:pt x="32" y="14"/>
                  <a:pt x="32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1"/>
                  <a:pt x="33" y="21"/>
                  <a:pt x="33" y="21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44"/>
                  <a:pt x="18" y="44"/>
                  <a:pt x="18" y="44"/>
                </a:cubicBezTo>
                <a:cubicBezTo>
                  <a:pt x="27" y="44"/>
                  <a:pt x="35" y="36"/>
                  <a:pt x="35" y="26"/>
                </a:cubicBezTo>
                <a:cubicBezTo>
                  <a:pt x="35" y="26"/>
                  <a:pt x="36" y="25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3" y="26"/>
                  <a:pt x="43" y="26"/>
                </a:cubicBezTo>
                <a:cubicBezTo>
                  <a:pt x="43" y="41"/>
                  <a:pt x="31" y="53"/>
                  <a:pt x="17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4" name="Google Shape;2974;p11"/>
          <p:cNvSpPr/>
          <p:nvPr/>
        </p:nvSpPr>
        <p:spPr>
          <a:xfrm>
            <a:off x="5930900" y="2470150"/>
            <a:ext cx="147638" cy="182563"/>
          </a:xfrm>
          <a:custGeom>
            <a:rect b="b" l="l" r="r" t="t"/>
            <a:pathLst>
              <a:path extrusionOk="0" h="53" w="43">
                <a:moveTo>
                  <a:pt x="17" y="53"/>
                </a:move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29"/>
                  <a:pt x="9" y="29"/>
                  <a:pt x="9" y="29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1" y="31"/>
                  <a:pt x="0" y="31"/>
                  <a:pt x="0" y="31"/>
                </a:cubicBezTo>
                <a:cubicBezTo>
                  <a:pt x="0" y="31"/>
                  <a:pt x="0" y="30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5"/>
                  <a:pt x="0" y="24"/>
                  <a:pt x="1" y="24"/>
                </a:cubicBezTo>
                <a:cubicBezTo>
                  <a:pt x="9" y="21"/>
                  <a:pt x="9" y="21"/>
                  <a:pt x="9" y="21"/>
                </a:cubicBezTo>
                <a:cubicBezTo>
                  <a:pt x="9" y="18"/>
                  <a:pt x="9" y="18"/>
                  <a:pt x="9" y="18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1" y="20"/>
                  <a:pt x="0" y="20"/>
                  <a:pt x="0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8" y="0"/>
                  <a:pt x="18" y="1"/>
                </a:cubicBezTo>
                <a:cubicBezTo>
                  <a:pt x="18" y="8"/>
                  <a:pt x="18" y="8"/>
                  <a:pt x="18" y="8"/>
                </a:cubicBezTo>
                <a:cubicBezTo>
                  <a:pt x="32" y="3"/>
                  <a:pt x="32" y="3"/>
                  <a:pt x="32" y="3"/>
                </a:cubicBezTo>
                <a:cubicBezTo>
                  <a:pt x="33" y="3"/>
                  <a:pt x="33" y="3"/>
                  <a:pt x="33" y="3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10"/>
                  <a:pt x="33" y="10"/>
                  <a:pt x="33" y="10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9"/>
                  <a:pt x="18" y="19"/>
                  <a:pt x="18" y="19"/>
                </a:cubicBezTo>
                <a:cubicBezTo>
                  <a:pt x="32" y="14"/>
                  <a:pt x="32" y="14"/>
                  <a:pt x="32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1"/>
                  <a:pt x="33" y="21"/>
                  <a:pt x="33" y="21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44"/>
                  <a:pt x="18" y="44"/>
                  <a:pt x="18" y="44"/>
                </a:cubicBezTo>
                <a:cubicBezTo>
                  <a:pt x="27" y="44"/>
                  <a:pt x="35" y="36"/>
                  <a:pt x="35" y="26"/>
                </a:cubicBezTo>
                <a:cubicBezTo>
                  <a:pt x="35" y="26"/>
                  <a:pt x="36" y="25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3" y="26"/>
                  <a:pt x="43" y="26"/>
                </a:cubicBezTo>
                <a:cubicBezTo>
                  <a:pt x="43" y="41"/>
                  <a:pt x="31" y="53"/>
                  <a:pt x="17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5" name="Google Shape;2975;p11"/>
          <p:cNvSpPr/>
          <p:nvPr/>
        </p:nvSpPr>
        <p:spPr>
          <a:xfrm>
            <a:off x="6426200" y="2460625"/>
            <a:ext cx="219075" cy="209550"/>
          </a:xfrm>
          <a:custGeom>
            <a:rect b="b" l="l" r="r" t="t"/>
            <a:pathLst>
              <a:path extrusionOk="0" h="61" w="64">
                <a:moveTo>
                  <a:pt x="62" y="31"/>
                </a:moveTo>
                <a:cubicBezTo>
                  <a:pt x="62" y="31"/>
                  <a:pt x="62" y="31"/>
                  <a:pt x="62" y="31"/>
                </a:cubicBezTo>
                <a:cubicBezTo>
                  <a:pt x="59" y="29"/>
                  <a:pt x="57" y="27"/>
                  <a:pt x="54" y="27"/>
                </a:cubicBezTo>
                <a:cubicBezTo>
                  <a:pt x="51" y="27"/>
                  <a:pt x="47" y="30"/>
                  <a:pt x="45" y="33"/>
                </a:cubicBezTo>
                <a:cubicBezTo>
                  <a:pt x="45" y="33"/>
                  <a:pt x="45" y="34"/>
                  <a:pt x="44" y="35"/>
                </a:cubicBezTo>
                <a:cubicBezTo>
                  <a:pt x="44" y="35"/>
                  <a:pt x="44" y="35"/>
                  <a:pt x="43" y="35"/>
                </a:cubicBezTo>
                <a:cubicBezTo>
                  <a:pt x="43" y="35"/>
                  <a:pt x="42" y="35"/>
                  <a:pt x="42" y="35"/>
                </a:cubicBezTo>
                <a:cubicBezTo>
                  <a:pt x="42" y="34"/>
                  <a:pt x="41" y="33"/>
                  <a:pt x="41" y="33"/>
                </a:cubicBezTo>
                <a:cubicBezTo>
                  <a:pt x="39" y="30"/>
                  <a:pt x="36" y="27"/>
                  <a:pt x="32" y="27"/>
                </a:cubicBezTo>
                <a:cubicBezTo>
                  <a:pt x="28" y="27"/>
                  <a:pt x="25" y="30"/>
                  <a:pt x="23" y="33"/>
                </a:cubicBezTo>
                <a:cubicBezTo>
                  <a:pt x="23" y="33"/>
                  <a:pt x="22" y="34"/>
                  <a:pt x="22" y="35"/>
                </a:cubicBezTo>
                <a:cubicBezTo>
                  <a:pt x="22" y="35"/>
                  <a:pt x="22" y="35"/>
                  <a:pt x="21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4"/>
                  <a:pt x="19" y="33"/>
                  <a:pt x="19" y="33"/>
                </a:cubicBezTo>
                <a:cubicBezTo>
                  <a:pt x="17" y="30"/>
                  <a:pt x="14" y="27"/>
                  <a:pt x="10" y="27"/>
                </a:cubicBezTo>
                <a:cubicBezTo>
                  <a:pt x="7" y="27"/>
                  <a:pt x="5" y="29"/>
                  <a:pt x="3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1" y="31"/>
                  <a:pt x="0" y="31"/>
                  <a:pt x="0" y="30"/>
                </a:cubicBezTo>
                <a:cubicBezTo>
                  <a:pt x="0" y="30"/>
                  <a:pt x="0" y="30"/>
                  <a:pt x="0" y="30"/>
                </a:cubicBezTo>
                <a:cubicBezTo>
                  <a:pt x="4" y="16"/>
                  <a:pt x="18" y="7"/>
                  <a:pt x="32" y="7"/>
                </a:cubicBezTo>
                <a:cubicBezTo>
                  <a:pt x="46" y="7"/>
                  <a:pt x="60" y="16"/>
                  <a:pt x="64" y="30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1"/>
                  <a:pt x="63" y="31"/>
                  <a:pt x="62" y="31"/>
                </a:cubicBezTo>
                <a:close/>
                <a:moveTo>
                  <a:pt x="34" y="51"/>
                </a:moveTo>
                <a:cubicBezTo>
                  <a:pt x="34" y="56"/>
                  <a:pt x="30" y="61"/>
                  <a:pt x="25" y="61"/>
                </a:cubicBezTo>
                <a:cubicBezTo>
                  <a:pt x="19" y="61"/>
                  <a:pt x="15" y="56"/>
                  <a:pt x="15" y="51"/>
                </a:cubicBezTo>
                <a:cubicBezTo>
                  <a:pt x="15" y="50"/>
                  <a:pt x="16" y="49"/>
                  <a:pt x="17" y="49"/>
                </a:cubicBezTo>
                <a:cubicBezTo>
                  <a:pt x="19" y="49"/>
                  <a:pt x="20" y="50"/>
                  <a:pt x="20" y="51"/>
                </a:cubicBezTo>
                <a:cubicBezTo>
                  <a:pt x="20" y="54"/>
                  <a:pt x="22" y="56"/>
                  <a:pt x="25" y="56"/>
                </a:cubicBezTo>
                <a:cubicBezTo>
                  <a:pt x="27" y="56"/>
                  <a:pt x="30" y="54"/>
                  <a:pt x="30" y="51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29"/>
                  <a:pt x="31" y="29"/>
                  <a:pt x="32" y="29"/>
                </a:cubicBezTo>
                <a:cubicBezTo>
                  <a:pt x="33" y="29"/>
                  <a:pt x="34" y="29"/>
                  <a:pt x="34" y="29"/>
                </a:cubicBezTo>
                <a:lnTo>
                  <a:pt x="34" y="51"/>
                </a:lnTo>
                <a:close/>
                <a:moveTo>
                  <a:pt x="34" y="6"/>
                </a:moveTo>
                <a:cubicBezTo>
                  <a:pt x="34" y="6"/>
                  <a:pt x="33" y="6"/>
                  <a:pt x="32" y="6"/>
                </a:cubicBezTo>
                <a:cubicBezTo>
                  <a:pt x="31" y="6"/>
                  <a:pt x="30" y="6"/>
                  <a:pt x="30" y="6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1"/>
                  <a:pt x="31" y="0"/>
                  <a:pt x="32" y="0"/>
                </a:cubicBezTo>
                <a:cubicBezTo>
                  <a:pt x="33" y="0"/>
                  <a:pt x="34" y="1"/>
                  <a:pt x="34" y="3"/>
                </a:cubicBezTo>
                <a:lnTo>
                  <a:pt x="34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11"/>
          <p:cNvSpPr/>
          <p:nvPr/>
        </p:nvSpPr>
        <p:spPr>
          <a:xfrm>
            <a:off x="6919913" y="2452688"/>
            <a:ext cx="215900" cy="217487"/>
          </a:xfrm>
          <a:custGeom>
            <a:rect b="b" l="l" r="r" t="t"/>
            <a:pathLst>
              <a:path extrusionOk="0" h="63" w="63">
                <a:moveTo>
                  <a:pt x="13" y="42"/>
                </a:moveTo>
                <a:cubicBezTo>
                  <a:pt x="1" y="42"/>
                  <a:pt x="1" y="42"/>
                  <a:pt x="1" y="42"/>
                </a:cubicBezTo>
                <a:cubicBezTo>
                  <a:pt x="0" y="42"/>
                  <a:pt x="0" y="42"/>
                  <a:pt x="0" y="41"/>
                </a:cubicBezTo>
                <a:cubicBezTo>
                  <a:pt x="0" y="40"/>
                  <a:pt x="0" y="40"/>
                  <a:pt x="1" y="40"/>
                </a:cubicBezTo>
                <a:cubicBezTo>
                  <a:pt x="13" y="40"/>
                  <a:pt x="13" y="40"/>
                  <a:pt x="13" y="40"/>
                </a:cubicBezTo>
                <a:cubicBezTo>
                  <a:pt x="14" y="40"/>
                  <a:pt x="14" y="40"/>
                  <a:pt x="14" y="41"/>
                </a:cubicBezTo>
                <a:cubicBezTo>
                  <a:pt x="14" y="42"/>
                  <a:pt x="14" y="42"/>
                  <a:pt x="13" y="42"/>
                </a:cubicBezTo>
                <a:close/>
                <a:moveTo>
                  <a:pt x="30" y="19"/>
                </a:moveTo>
                <a:cubicBezTo>
                  <a:pt x="19" y="9"/>
                  <a:pt x="19" y="9"/>
                  <a:pt x="19" y="9"/>
                </a:cubicBezTo>
                <a:cubicBezTo>
                  <a:pt x="19" y="8"/>
                  <a:pt x="18" y="8"/>
                  <a:pt x="17" y="8"/>
                </a:cubicBezTo>
                <a:cubicBezTo>
                  <a:pt x="16" y="8"/>
                  <a:pt x="15" y="8"/>
                  <a:pt x="14" y="9"/>
                </a:cubicBezTo>
                <a:cubicBezTo>
                  <a:pt x="9" y="14"/>
                  <a:pt x="9" y="14"/>
                  <a:pt x="9" y="14"/>
                </a:cubicBezTo>
                <a:cubicBezTo>
                  <a:pt x="8" y="15"/>
                  <a:pt x="8" y="16"/>
                  <a:pt x="8" y="17"/>
                </a:cubicBezTo>
                <a:cubicBezTo>
                  <a:pt x="8" y="18"/>
                  <a:pt x="8" y="19"/>
                  <a:pt x="9" y="19"/>
                </a:cubicBezTo>
                <a:cubicBezTo>
                  <a:pt x="19" y="30"/>
                  <a:pt x="19" y="30"/>
                  <a:pt x="19" y="30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38"/>
                  <a:pt x="17" y="38"/>
                  <a:pt x="16" y="37"/>
                </a:cubicBezTo>
                <a:cubicBezTo>
                  <a:pt x="4" y="24"/>
                  <a:pt x="4" y="24"/>
                  <a:pt x="4" y="24"/>
                </a:cubicBezTo>
                <a:cubicBezTo>
                  <a:pt x="2" y="22"/>
                  <a:pt x="0" y="20"/>
                  <a:pt x="0" y="17"/>
                </a:cubicBezTo>
                <a:cubicBezTo>
                  <a:pt x="0" y="14"/>
                  <a:pt x="2" y="11"/>
                  <a:pt x="4" y="9"/>
                </a:cubicBezTo>
                <a:cubicBezTo>
                  <a:pt x="9" y="3"/>
                  <a:pt x="9" y="3"/>
                  <a:pt x="9" y="3"/>
                </a:cubicBezTo>
                <a:cubicBezTo>
                  <a:pt x="11" y="1"/>
                  <a:pt x="14" y="0"/>
                  <a:pt x="17" y="0"/>
                </a:cubicBezTo>
                <a:cubicBezTo>
                  <a:pt x="20" y="0"/>
                  <a:pt x="23" y="1"/>
                  <a:pt x="25" y="4"/>
                </a:cubicBezTo>
                <a:cubicBezTo>
                  <a:pt x="37" y="16"/>
                  <a:pt x="37" y="16"/>
                  <a:pt x="37" y="16"/>
                </a:cubicBezTo>
                <a:cubicBezTo>
                  <a:pt x="38" y="17"/>
                  <a:pt x="38" y="18"/>
                  <a:pt x="39" y="18"/>
                </a:cubicBezTo>
                <a:lnTo>
                  <a:pt x="30" y="19"/>
                </a:lnTo>
                <a:close/>
                <a:moveTo>
                  <a:pt x="7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58"/>
                  <a:pt x="5" y="58"/>
                  <a:pt x="5" y="58"/>
                </a:cubicBezTo>
                <a:cubicBezTo>
                  <a:pt x="5" y="57"/>
                  <a:pt x="5" y="56"/>
                  <a:pt x="5" y="56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46"/>
                  <a:pt x="16" y="46"/>
                  <a:pt x="16" y="46"/>
                </a:cubicBezTo>
                <a:cubicBezTo>
                  <a:pt x="17" y="47"/>
                  <a:pt x="17" y="47"/>
                  <a:pt x="16" y="48"/>
                </a:cubicBezTo>
                <a:lnTo>
                  <a:pt x="7" y="58"/>
                </a:lnTo>
                <a:close/>
                <a:moveTo>
                  <a:pt x="23" y="62"/>
                </a:moveTo>
                <a:cubicBezTo>
                  <a:pt x="23" y="62"/>
                  <a:pt x="22" y="63"/>
                  <a:pt x="22" y="63"/>
                </a:cubicBezTo>
                <a:cubicBezTo>
                  <a:pt x="21" y="63"/>
                  <a:pt x="20" y="62"/>
                  <a:pt x="20" y="62"/>
                </a:cubicBezTo>
                <a:cubicBezTo>
                  <a:pt x="20" y="49"/>
                  <a:pt x="20" y="49"/>
                  <a:pt x="20" y="49"/>
                </a:cubicBezTo>
                <a:cubicBezTo>
                  <a:pt x="20" y="49"/>
                  <a:pt x="21" y="48"/>
                  <a:pt x="22" y="48"/>
                </a:cubicBezTo>
                <a:cubicBezTo>
                  <a:pt x="22" y="48"/>
                  <a:pt x="23" y="49"/>
                  <a:pt x="23" y="49"/>
                </a:cubicBezTo>
                <a:lnTo>
                  <a:pt x="23" y="62"/>
                </a:lnTo>
                <a:close/>
                <a:moveTo>
                  <a:pt x="59" y="54"/>
                </a:moveTo>
                <a:cubicBezTo>
                  <a:pt x="54" y="59"/>
                  <a:pt x="54" y="59"/>
                  <a:pt x="54" y="59"/>
                </a:cubicBezTo>
                <a:cubicBezTo>
                  <a:pt x="51" y="61"/>
                  <a:pt x="49" y="62"/>
                  <a:pt x="46" y="62"/>
                </a:cubicBezTo>
                <a:cubicBezTo>
                  <a:pt x="43" y="62"/>
                  <a:pt x="40" y="61"/>
                  <a:pt x="38" y="59"/>
                </a:cubicBezTo>
                <a:cubicBezTo>
                  <a:pt x="25" y="46"/>
                  <a:pt x="25" y="46"/>
                  <a:pt x="25" y="46"/>
                </a:cubicBezTo>
                <a:cubicBezTo>
                  <a:pt x="25" y="46"/>
                  <a:pt x="24" y="45"/>
                  <a:pt x="24" y="44"/>
                </a:cubicBezTo>
                <a:cubicBezTo>
                  <a:pt x="33" y="43"/>
                  <a:pt x="33" y="43"/>
                  <a:pt x="33" y="43"/>
                </a:cubicBezTo>
                <a:cubicBezTo>
                  <a:pt x="43" y="54"/>
                  <a:pt x="43" y="54"/>
                  <a:pt x="43" y="54"/>
                </a:cubicBezTo>
                <a:cubicBezTo>
                  <a:pt x="45" y="55"/>
                  <a:pt x="47" y="55"/>
                  <a:pt x="48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5" y="48"/>
                  <a:pt x="55" y="47"/>
                  <a:pt x="55" y="46"/>
                </a:cubicBezTo>
                <a:cubicBezTo>
                  <a:pt x="55" y="45"/>
                  <a:pt x="55" y="44"/>
                  <a:pt x="54" y="43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24"/>
                  <a:pt x="44" y="24"/>
                  <a:pt x="44" y="24"/>
                </a:cubicBezTo>
                <a:cubicBezTo>
                  <a:pt x="45" y="24"/>
                  <a:pt x="46" y="25"/>
                  <a:pt x="46" y="25"/>
                </a:cubicBezTo>
                <a:cubicBezTo>
                  <a:pt x="59" y="38"/>
                  <a:pt x="59" y="38"/>
                  <a:pt x="59" y="38"/>
                </a:cubicBezTo>
                <a:cubicBezTo>
                  <a:pt x="61" y="40"/>
                  <a:pt x="62" y="43"/>
                  <a:pt x="62" y="46"/>
                </a:cubicBezTo>
                <a:cubicBezTo>
                  <a:pt x="62" y="49"/>
                  <a:pt x="61" y="52"/>
                  <a:pt x="59" y="54"/>
                </a:cubicBezTo>
                <a:close/>
                <a:moveTo>
                  <a:pt x="42" y="13"/>
                </a:moveTo>
                <a:cubicBezTo>
                  <a:pt x="42" y="14"/>
                  <a:pt x="42" y="14"/>
                  <a:pt x="41" y="14"/>
                </a:cubicBezTo>
                <a:cubicBezTo>
                  <a:pt x="40" y="14"/>
                  <a:pt x="40" y="14"/>
                  <a:pt x="40" y="13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0"/>
                  <a:pt x="40" y="0"/>
                  <a:pt x="41" y="0"/>
                </a:cubicBezTo>
                <a:cubicBezTo>
                  <a:pt x="42" y="0"/>
                  <a:pt x="42" y="0"/>
                  <a:pt x="42" y="1"/>
                </a:cubicBezTo>
                <a:lnTo>
                  <a:pt x="42" y="13"/>
                </a:lnTo>
                <a:close/>
                <a:moveTo>
                  <a:pt x="48" y="16"/>
                </a:moveTo>
                <a:cubicBezTo>
                  <a:pt x="48" y="17"/>
                  <a:pt x="47" y="17"/>
                  <a:pt x="47" y="17"/>
                </a:cubicBezTo>
                <a:cubicBezTo>
                  <a:pt x="47" y="17"/>
                  <a:pt x="47" y="17"/>
                  <a:pt x="46" y="16"/>
                </a:cubicBezTo>
                <a:cubicBezTo>
                  <a:pt x="46" y="16"/>
                  <a:pt x="46" y="15"/>
                  <a:pt x="46" y="15"/>
                </a:cubicBezTo>
                <a:cubicBezTo>
                  <a:pt x="56" y="5"/>
                  <a:pt x="56" y="5"/>
                  <a:pt x="56" y="5"/>
                </a:cubicBezTo>
                <a:cubicBezTo>
                  <a:pt x="56" y="4"/>
                  <a:pt x="57" y="4"/>
                  <a:pt x="58" y="5"/>
                </a:cubicBezTo>
                <a:cubicBezTo>
                  <a:pt x="58" y="5"/>
                  <a:pt x="58" y="6"/>
                  <a:pt x="58" y="7"/>
                </a:cubicBezTo>
                <a:lnTo>
                  <a:pt x="48" y="16"/>
                </a:lnTo>
                <a:close/>
                <a:moveTo>
                  <a:pt x="62" y="23"/>
                </a:moveTo>
                <a:cubicBezTo>
                  <a:pt x="50" y="23"/>
                  <a:pt x="50" y="23"/>
                  <a:pt x="50" y="23"/>
                </a:cubicBezTo>
                <a:cubicBezTo>
                  <a:pt x="49" y="23"/>
                  <a:pt x="48" y="22"/>
                  <a:pt x="48" y="22"/>
                </a:cubicBezTo>
                <a:cubicBezTo>
                  <a:pt x="48" y="21"/>
                  <a:pt x="49" y="20"/>
                  <a:pt x="50" y="20"/>
                </a:cubicBezTo>
                <a:cubicBezTo>
                  <a:pt x="62" y="20"/>
                  <a:pt x="62" y="20"/>
                  <a:pt x="62" y="20"/>
                </a:cubicBezTo>
                <a:cubicBezTo>
                  <a:pt x="62" y="20"/>
                  <a:pt x="63" y="21"/>
                  <a:pt x="63" y="22"/>
                </a:cubicBezTo>
                <a:cubicBezTo>
                  <a:pt x="63" y="22"/>
                  <a:pt x="62" y="23"/>
                  <a:pt x="62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7" name="Google Shape;2977;p11"/>
          <p:cNvSpPr/>
          <p:nvPr/>
        </p:nvSpPr>
        <p:spPr>
          <a:xfrm>
            <a:off x="7413625" y="2460625"/>
            <a:ext cx="220663" cy="209550"/>
          </a:xfrm>
          <a:custGeom>
            <a:rect b="b" l="l" r="r" t="t"/>
            <a:pathLst>
              <a:path extrusionOk="0" h="61" w="64">
                <a:moveTo>
                  <a:pt x="64" y="57"/>
                </a:moveTo>
                <a:cubicBezTo>
                  <a:pt x="64" y="59"/>
                  <a:pt x="62" y="61"/>
                  <a:pt x="60" y="61"/>
                </a:cubicBezTo>
                <a:cubicBezTo>
                  <a:pt x="4" y="61"/>
                  <a:pt x="4" y="61"/>
                  <a:pt x="4" y="61"/>
                </a:cubicBezTo>
                <a:cubicBezTo>
                  <a:pt x="2" y="61"/>
                  <a:pt x="0" y="59"/>
                  <a:pt x="0" y="57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1"/>
                  <a:pt x="4" y="41"/>
                </a:cubicBezTo>
                <a:cubicBezTo>
                  <a:pt x="20" y="41"/>
                  <a:pt x="20" y="41"/>
                  <a:pt x="20" y="41"/>
                </a:cubicBezTo>
                <a:cubicBezTo>
                  <a:pt x="21" y="44"/>
                  <a:pt x="24" y="46"/>
                  <a:pt x="27" y="46"/>
                </a:cubicBezTo>
                <a:cubicBezTo>
                  <a:pt x="37" y="46"/>
                  <a:pt x="37" y="46"/>
                  <a:pt x="37" y="46"/>
                </a:cubicBezTo>
                <a:cubicBezTo>
                  <a:pt x="40" y="46"/>
                  <a:pt x="43" y="44"/>
                  <a:pt x="44" y="41"/>
                </a:cubicBezTo>
                <a:cubicBezTo>
                  <a:pt x="60" y="41"/>
                  <a:pt x="60" y="41"/>
                  <a:pt x="60" y="41"/>
                </a:cubicBezTo>
                <a:cubicBezTo>
                  <a:pt x="62" y="41"/>
                  <a:pt x="64" y="43"/>
                  <a:pt x="64" y="45"/>
                </a:cubicBezTo>
                <a:lnTo>
                  <a:pt x="64" y="57"/>
                </a:lnTo>
                <a:close/>
                <a:moveTo>
                  <a:pt x="49" y="22"/>
                </a:moveTo>
                <a:cubicBezTo>
                  <a:pt x="39" y="22"/>
                  <a:pt x="39" y="22"/>
                  <a:pt x="39" y="22"/>
                </a:cubicBezTo>
                <a:cubicBezTo>
                  <a:pt x="39" y="39"/>
                  <a:pt x="39" y="39"/>
                  <a:pt x="39" y="39"/>
                </a:cubicBezTo>
                <a:cubicBezTo>
                  <a:pt x="39" y="40"/>
                  <a:pt x="38" y="41"/>
                  <a:pt x="37" y="41"/>
                </a:cubicBezTo>
                <a:cubicBezTo>
                  <a:pt x="27" y="41"/>
                  <a:pt x="27" y="41"/>
                  <a:pt x="27" y="41"/>
                </a:cubicBezTo>
                <a:cubicBezTo>
                  <a:pt x="26" y="41"/>
                  <a:pt x="25" y="40"/>
                  <a:pt x="25" y="39"/>
                </a:cubicBezTo>
                <a:cubicBezTo>
                  <a:pt x="25" y="22"/>
                  <a:pt x="25" y="22"/>
                  <a:pt x="25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2"/>
                  <a:pt x="13" y="21"/>
                  <a:pt x="13" y="20"/>
                </a:cubicBezTo>
                <a:cubicBezTo>
                  <a:pt x="12" y="20"/>
                  <a:pt x="13" y="19"/>
                  <a:pt x="13" y="18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0"/>
                  <a:pt x="31" y="0"/>
                  <a:pt x="32" y="0"/>
                </a:cubicBezTo>
                <a:cubicBezTo>
                  <a:pt x="33" y="0"/>
                  <a:pt x="33" y="0"/>
                  <a:pt x="34" y="1"/>
                </a:cubicBezTo>
                <a:cubicBezTo>
                  <a:pt x="51" y="18"/>
                  <a:pt x="51" y="18"/>
                  <a:pt x="51" y="18"/>
                </a:cubicBezTo>
                <a:cubicBezTo>
                  <a:pt x="51" y="19"/>
                  <a:pt x="52" y="20"/>
                  <a:pt x="51" y="20"/>
                </a:cubicBezTo>
                <a:cubicBezTo>
                  <a:pt x="51" y="21"/>
                  <a:pt x="50" y="22"/>
                  <a:pt x="49" y="22"/>
                </a:cubicBezTo>
                <a:close/>
                <a:moveTo>
                  <a:pt x="47" y="51"/>
                </a:moveTo>
                <a:cubicBezTo>
                  <a:pt x="45" y="51"/>
                  <a:pt x="44" y="52"/>
                  <a:pt x="44" y="54"/>
                </a:cubicBezTo>
                <a:cubicBezTo>
                  <a:pt x="44" y="55"/>
                  <a:pt x="45" y="56"/>
                  <a:pt x="47" y="56"/>
                </a:cubicBezTo>
                <a:cubicBezTo>
                  <a:pt x="48" y="56"/>
                  <a:pt x="49" y="55"/>
                  <a:pt x="49" y="54"/>
                </a:cubicBezTo>
                <a:cubicBezTo>
                  <a:pt x="49" y="52"/>
                  <a:pt x="48" y="51"/>
                  <a:pt x="47" y="51"/>
                </a:cubicBezTo>
                <a:close/>
                <a:moveTo>
                  <a:pt x="56" y="51"/>
                </a:moveTo>
                <a:cubicBezTo>
                  <a:pt x="55" y="51"/>
                  <a:pt x="54" y="52"/>
                  <a:pt x="54" y="54"/>
                </a:cubicBezTo>
                <a:cubicBezTo>
                  <a:pt x="54" y="55"/>
                  <a:pt x="55" y="56"/>
                  <a:pt x="56" y="56"/>
                </a:cubicBezTo>
                <a:cubicBezTo>
                  <a:pt x="58" y="56"/>
                  <a:pt x="59" y="55"/>
                  <a:pt x="59" y="54"/>
                </a:cubicBezTo>
                <a:cubicBezTo>
                  <a:pt x="59" y="52"/>
                  <a:pt x="58" y="51"/>
                  <a:pt x="56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11"/>
          <p:cNvSpPr/>
          <p:nvPr/>
        </p:nvSpPr>
        <p:spPr>
          <a:xfrm>
            <a:off x="7908925" y="2452688"/>
            <a:ext cx="250825" cy="234950"/>
          </a:xfrm>
          <a:custGeom>
            <a:rect b="b" l="l" r="r" t="t"/>
            <a:pathLst>
              <a:path extrusionOk="0" h="68" w="73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9" name="Google Shape;2979;p11"/>
          <p:cNvSpPr/>
          <p:nvPr/>
        </p:nvSpPr>
        <p:spPr>
          <a:xfrm>
            <a:off x="8399463" y="2508250"/>
            <a:ext cx="257175" cy="144463"/>
          </a:xfrm>
          <a:custGeom>
            <a:rect b="b" l="l" r="r" t="t"/>
            <a:pathLst>
              <a:path extrusionOk="0" h="42" w="75">
                <a:moveTo>
                  <a:pt x="68" y="15"/>
                </a:moveTo>
                <a:cubicBezTo>
                  <a:pt x="60" y="24"/>
                  <a:pt x="60" y="23"/>
                  <a:pt x="66" y="29"/>
                </a:cubicBezTo>
                <a:cubicBezTo>
                  <a:pt x="72" y="35"/>
                  <a:pt x="73" y="37"/>
                  <a:pt x="73" y="38"/>
                </a:cubicBezTo>
                <a:cubicBezTo>
                  <a:pt x="73" y="38"/>
                  <a:pt x="75" y="42"/>
                  <a:pt x="70" y="42"/>
                </a:cubicBezTo>
                <a:cubicBezTo>
                  <a:pt x="61" y="42"/>
                  <a:pt x="61" y="42"/>
                  <a:pt x="61" y="42"/>
                </a:cubicBezTo>
                <a:cubicBezTo>
                  <a:pt x="59" y="42"/>
                  <a:pt x="56" y="40"/>
                  <a:pt x="56" y="40"/>
                </a:cubicBezTo>
                <a:cubicBezTo>
                  <a:pt x="52" y="38"/>
                  <a:pt x="49" y="31"/>
                  <a:pt x="46" y="32"/>
                </a:cubicBezTo>
                <a:cubicBezTo>
                  <a:pt x="46" y="32"/>
                  <a:pt x="43" y="33"/>
                  <a:pt x="43" y="39"/>
                </a:cubicBezTo>
                <a:cubicBezTo>
                  <a:pt x="43" y="40"/>
                  <a:pt x="43" y="41"/>
                  <a:pt x="43" y="41"/>
                </a:cubicBezTo>
                <a:cubicBezTo>
                  <a:pt x="43" y="41"/>
                  <a:pt x="42" y="42"/>
                  <a:pt x="41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27" y="42"/>
                  <a:pt x="18" y="34"/>
                  <a:pt x="18" y="34"/>
                </a:cubicBezTo>
                <a:cubicBezTo>
                  <a:pt x="18" y="34"/>
                  <a:pt x="9" y="24"/>
                  <a:pt x="1" y="5"/>
                </a:cubicBezTo>
                <a:cubicBezTo>
                  <a:pt x="0" y="4"/>
                  <a:pt x="1" y="3"/>
                  <a:pt x="1" y="3"/>
                </a:cubicBezTo>
                <a:cubicBezTo>
                  <a:pt x="1" y="3"/>
                  <a:pt x="2" y="2"/>
                  <a:pt x="3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5" y="2"/>
                  <a:pt x="15" y="3"/>
                  <a:pt x="15" y="3"/>
                </a:cubicBezTo>
                <a:cubicBezTo>
                  <a:pt x="15" y="3"/>
                  <a:pt x="16" y="3"/>
                  <a:pt x="16" y="4"/>
                </a:cubicBezTo>
                <a:cubicBezTo>
                  <a:pt x="18" y="8"/>
                  <a:pt x="20" y="12"/>
                  <a:pt x="20" y="12"/>
                </a:cubicBezTo>
                <a:cubicBezTo>
                  <a:pt x="24" y="20"/>
                  <a:pt x="26" y="21"/>
                  <a:pt x="28" y="21"/>
                </a:cubicBezTo>
                <a:cubicBezTo>
                  <a:pt x="28" y="21"/>
                  <a:pt x="30" y="19"/>
                  <a:pt x="29" y="10"/>
                </a:cubicBezTo>
                <a:cubicBezTo>
                  <a:pt x="29" y="7"/>
                  <a:pt x="28" y="5"/>
                  <a:pt x="28" y="5"/>
                </a:cubicBezTo>
                <a:cubicBezTo>
                  <a:pt x="27" y="4"/>
                  <a:pt x="26" y="4"/>
                  <a:pt x="25" y="3"/>
                </a:cubicBezTo>
                <a:cubicBezTo>
                  <a:pt x="25" y="3"/>
                  <a:pt x="25" y="2"/>
                  <a:pt x="27" y="1"/>
                </a:cubicBezTo>
                <a:cubicBezTo>
                  <a:pt x="29" y="0"/>
                  <a:pt x="32" y="0"/>
                  <a:pt x="36" y="0"/>
                </a:cubicBezTo>
                <a:cubicBezTo>
                  <a:pt x="39" y="0"/>
                  <a:pt x="40" y="1"/>
                  <a:pt x="41" y="1"/>
                </a:cubicBezTo>
                <a:cubicBezTo>
                  <a:pt x="45" y="2"/>
                  <a:pt x="43" y="5"/>
                  <a:pt x="43" y="13"/>
                </a:cubicBezTo>
                <a:cubicBezTo>
                  <a:pt x="43" y="16"/>
                  <a:pt x="43" y="19"/>
                  <a:pt x="45" y="21"/>
                </a:cubicBezTo>
                <a:cubicBezTo>
                  <a:pt x="45" y="21"/>
                  <a:pt x="47" y="21"/>
                  <a:pt x="52" y="12"/>
                </a:cubicBezTo>
                <a:cubicBezTo>
                  <a:pt x="52" y="12"/>
                  <a:pt x="55" y="8"/>
                  <a:pt x="56" y="4"/>
                </a:cubicBezTo>
                <a:cubicBezTo>
                  <a:pt x="57" y="3"/>
                  <a:pt x="57" y="3"/>
                  <a:pt x="57" y="3"/>
                </a:cubicBezTo>
                <a:cubicBezTo>
                  <a:pt x="57" y="3"/>
                  <a:pt x="58" y="2"/>
                  <a:pt x="59" y="2"/>
                </a:cubicBezTo>
                <a:cubicBezTo>
                  <a:pt x="70" y="2"/>
                  <a:pt x="70" y="2"/>
                  <a:pt x="70" y="2"/>
                </a:cubicBezTo>
                <a:cubicBezTo>
                  <a:pt x="73" y="2"/>
                  <a:pt x="74" y="3"/>
                  <a:pt x="74" y="3"/>
                </a:cubicBezTo>
                <a:cubicBezTo>
                  <a:pt x="74" y="5"/>
                  <a:pt x="72" y="9"/>
                  <a:pt x="68" y="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0" name="Google Shape;2980;p11"/>
          <p:cNvSpPr/>
          <p:nvPr/>
        </p:nvSpPr>
        <p:spPr>
          <a:xfrm>
            <a:off x="8843963" y="2452688"/>
            <a:ext cx="238125" cy="217487"/>
          </a:xfrm>
          <a:custGeom>
            <a:rect b="b" l="l" r="r" t="t"/>
            <a:pathLst>
              <a:path extrusionOk="0" h="63" w="69">
                <a:moveTo>
                  <a:pt x="68" y="56"/>
                </a:moveTo>
                <a:cubicBezTo>
                  <a:pt x="69" y="57"/>
                  <a:pt x="69" y="59"/>
                  <a:pt x="68" y="60"/>
                </a:cubicBezTo>
                <a:cubicBezTo>
                  <a:pt x="67" y="62"/>
                  <a:pt x="65" y="63"/>
                  <a:pt x="64" y="63"/>
                </a:cubicBezTo>
                <a:cubicBezTo>
                  <a:pt x="5" y="63"/>
                  <a:pt x="5" y="63"/>
                  <a:pt x="5" y="63"/>
                </a:cubicBezTo>
                <a:cubicBezTo>
                  <a:pt x="4" y="63"/>
                  <a:pt x="2" y="62"/>
                  <a:pt x="1" y="60"/>
                </a:cubicBezTo>
                <a:cubicBezTo>
                  <a:pt x="0" y="59"/>
                  <a:pt x="0" y="57"/>
                  <a:pt x="1" y="56"/>
                </a:cubicBezTo>
                <a:cubicBezTo>
                  <a:pt x="30" y="2"/>
                  <a:pt x="30" y="2"/>
                  <a:pt x="30" y="2"/>
                </a:cubicBezTo>
                <a:cubicBezTo>
                  <a:pt x="31" y="1"/>
                  <a:pt x="33" y="0"/>
                  <a:pt x="34" y="0"/>
                </a:cubicBezTo>
                <a:cubicBezTo>
                  <a:pt x="36" y="0"/>
                  <a:pt x="38" y="1"/>
                  <a:pt x="39" y="2"/>
                </a:cubicBezTo>
                <a:lnTo>
                  <a:pt x="68" y="56"/>
                </a:lnTo>
                <a:close/>
                <a:moveTo>
                  <a:pt x="40" y="20"/>
                </a:moveTo>
                <a:cubicBezTo>
                  <a:pt x="40" y="20"/>
                  <a:pt x="40" y="20"/>
                  <a:pt x="40" y="20"/>
                </a:cubicBezTo>
                <a:cubicBezTo>
                  <a:pt x="39" y="19"/>
                  <a:pt x="39" y="19"/>
                  <a:pt x="39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9"/>
                  <a:pt x="31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9"/>
                  <a:pt x="39" y="38"/>
                  <a:pt x="39" y="38"/>
                </a:cubicBezTo>
                <a:lnTo>
                  <a:pt x="40" y="20"/>
                </a:lnTo>
                <a:close/>
                <a:moveTo>
                  <a:pt x="39" y="45"/>
                </a:moveTo>
                <a:cubicBezTo>
                  <a:pt x="39" y="44"/>
                  <a:pt x="39" y="43"/>
                  <a:pt x="38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4"/>
                  <a:pt x="30" y="45"/>
                </a:cubicBezTo>
                <a:cubicBezTo>
                  <a:pt x="30" y="52"/>
                  <a:pt x="30" y="52"/>
                  <a:pt x="30" y="52"/>
                </a:cubicBezTo>
                <a:cubicBezTo>
                  <a:pt x="30" y="53"/>
                  <a:pt x="30" y="53"/>
                  <a:pt x="31" y="53"/>
                </a:cubicBezTo>
                <a:cubicBezTo>
                  <a:pt x="38" y="53"/>
                  <a:pt x="38" y="53"/>
                  <a:pt x="38" y="53"/>
                </a:cubicBezTo>
                <a:cubicBezTo>
                  <a:pt x="39" y="53"/>
                  <a:pt x="39" y="53"/>
                  <a:pt x="39" y="52"/>
                </a:cubicBezTo>
                <a:lnTo>
                  <a:pt x="39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1" name="Google Shape;2981;p11"/>
          <p:cNvSpPr/>
          <p:nvPr/>
        </p:nvSpPr>
        <p:spPr>
          <a:xfrm>
            <a:off x="71438" y="2841625"/>
            <a:ext cx="212725" cy="230188"/>
          </a:xfrm>
          <a:custGeom>
            <a:rect b="b" l="l" r="r" t="t"/>
            <a:pathLst>
              <a:path extrusionOk="0" h="67" w="62">
                <a:moveTo>
                  <a:pt x="42" y="51"/>
                </a:moveTo>
                <a:cubicBezTo>
                  <a:pt x="40" y="61"/>
                  <a:pt x="31" y="67"/>
                  <a:pt x="22" y="67"/>
                </a:cubicBezTo>
                <a:cubicBezTo>
                  <a:pt x="10" y="67"/>
                  <a:pt x="0" y="57"/>
                  <a:pt x="0" y="45"/>
                </a:cubicBezTo>
                <a:cubicBezTo>
                  <a:pt x="0" y="36"/>
                  <a:pt x="6" y="27"/>
                  <a:pt x="14" y="24"/>
                </a:cubicBezTo>
                <a:cubicBezTo>
                  <a:pt x="15" y="29"/>
                  <a:pt x="15" y="29"/>
                  <a:pt x="15" y="29"/>
                </a:cubicBezTo>
                <a:cubicBezTo>
                  <a:pt x="9" y="32"/>
                  <a:pt x="5" y="38"/>
                  <a:pt x="5" y="45"/>
                </a:cubicBezTo>
                <a:cubicBezTo>
                  <a:pt x="5" y="54"/>
                  <a:pt x="12" y="62"/>
                  <a:pt x="22" y="62"/>
                </a:cubicBezTo>
                <a:cubicBezTo>
                  <a:pt x="31" y="62"/>
                  <a:pt x="39" y="54"/>
                  <a:pt x="39" y="44"/>
                </a:cubicBezTo>
                <a:lnTo>
                  <a:pt x="42" y="51"/>
                </a:lnTo>
                <a:close/>
                <a:moveTo>
                  <a:pt x="62" y="52"/>
                </a:moveTo>
                <a:cubicBezTo>
                  <a:pt x="52" y="57"/>
                  <a:pt x="52" y="57"/>
                  <a:pt x="52" y="57"/>
                </a:cubicBezTo>
                <a:cubicBezTo>
                  <a:pt x="52" y="57"/>
                  <a:pt x="51" y="57"/>
                  <a:pt x="51" y="57"/>
                </a:cubicBezTo>
                <a:cubicBezTo>
                  <a:pt x="50" y="57"/>
                  <a:pt x="49" y="56"/>
                  <a:pt x="49" y="56"/>
                </a:cubicBezTo>
                <a:cubicBezTo>
                  <a:pt x="40" y="38"/>
                  <a:pt x="40" y="38"/>
                  <a:pt x="40" y="38"/>
                </a:cubicBezTo>
                <a:cubicBezTo>
                  <a:pt x="22" y="38"/>
                  <a:pt x="22" y="38"/>
                  <a:pt x="22" y="38"/>
                </a:cubicBezTo>
                <a:cubicBezTo>
                  <a:pt x="20" y="38"/>
                  <a:pt x="19" y="37"/>
                  <a:pt x="19" y="35"/>
                </a:cubicBezTo>
                <a:cubicBezTo>
                  <a:pt x="16" y="6"/>
                  <a:pt x="16" y="6"/>
                  <a:pt x="16" y="6"/>
                </a:cubicBezTo>
                <a:cubicBezTo>
                  <a:pt x="16" y="5"/>
                  <a:pt x="16" y="5"/>
                  <a:pt x="16" y="4"/>
                </a:cubicBezTo>
                <a:cubicBezTo>
                  <a:pt x="17" y="2"/>
                  <a:pt x="19" y="0"/>
                  <a:pt x="22" y="0"/>
                </a:cubicBezTo>
                <a:cubicBezTo>
                  <a:pt x="25" y="0"/>
                  <a:pt x="28" y="3"/>
                  <a:pt x="28" y="6"/>
                </a:cubicBezTo>
                <a:cubicBezTo>
                  <a:pt x="28" y="9"/>
                  <a:pt x="25" y="12"/>
                  <a:pt x="21" y="12"/>
                </a:cubicBezTo>
                <a:cubicBezTo>
                  <a:pt x="23" y="23"/>
                  <a:pt x="23" y="23"/>
                  <a:pt x="23" y="23"/>
                </a:cubicBezTo>
                <a:cubicBezTo>
                  <a:pt x="39" y="23"/>
                  <a:pt x="39" y="23"/>
                  <a:pt x="39" y="23"/>
                </a:cubicBezTo>
                <a:cubicBezTo>
                  <a:pt x="39" y="28"/>
                  <a:pt x="39" y="28"/>
                  <a:pt x="39" y="28"/>
                </a:cubicBezTo>
                <a:cubicBezTo>
                  <a:pt x="23" y="28"/>
                  <a:pt x="23" y="28"/>
                  <a:pt x="23" y="28"/>
                </a:cubicBezTo>
                <a:cubicBezTo>
                  <a:pt x="24" y="33"/>
                  <a:pt x="24" y="33"/>
                  <a:pt x="24" y="33"/>
                </a:cubicBezTo>
                <a:cubicBezTo>
                  <a:pt x="41" y="33"/>
                  <a:pt x="41" y="33"/>
                  <a:pt x="41" y="33"/>
                </a:cubicBezTo>
                <a:cubicBezTo>
                  <a:pt x="42" y="33"/>
                  <a:pt x="43" y="33"/>
                  <a:pt x="43" y="34"/>
                </a:cubicBezTo>
                <a:cubicBezTo>
                  <a:pt x="52" y="51"/>
                  <a:pt x="52" y="51"/>
                  <a:pt x="52" y="51"/>
                </a:cubicBezTo>
                <a:cubicBezTo>
                  <a:pt x="59" y="48"/>
                  <a:pt x="59" y="48"/>
                  <a:pt x="59" y="48"/>
                </a:cubicBezTo>
                <a:lnTo>
                  <a:pt x="62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11"/>
          <p:cNvSpPr/>
          <p:nvPr/>
        </p:nvSpPr>
        <p:spPr>
          <a:xfrm>
            <a:off x="493713" y="2838450"/>
            <a:ext cx="233362" cy="233363"/>
          </a:xfrm>
          <a:custGeom>
            <a:rect b="b" l="l" r="r" t="t"/>
            <a:pathLst>
              <a:path extrusionOk="0" h="68" w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6" y="34"/>
                </a:moveTo>
                <a:cubicBezTo>
                  <a:pt x="66" y="16"/>
                  <a:pt x="52" y="1"/>
                  <a:pt x="34" y="1"/>
                </a:cubicBezTo>
                <a:cubicBezTo>
                  <a:pt x="16" y="1"/>
                  <a:pt x="1" y="16"/>
                  <a:pt x="1" y="34"/>
                </a:cubicBezTo>
                <a:cubicBezTo>
                  <a:pt x="1" y="52"/>
                  <a:pt x="16" y="66"/>
                  <a:pt x="34" y="66"/>
                </a:cubicBezTo>
                <a:cubicBezTo>
                  <a:pt x="52" y="66"/>
                  <a:pt x="66" y="52"/>
                  <a:pt x="66" y="34"/>
                </a:cubicBezTo>
                <a:close/>
                <a:moveTo>
                  <a:pt x="7" y="22"/>
                </a:moveTo>
                <a:cubicBezTo>
                  <a:pt x="21" y="60"/>
                  <a:pt x="21" y="60"/>
                  <a:pt x="21" y="60"/>
                </a:cubicBezTo>
                <a:cubicBezTo>
                  <a:pt x="11" y="55"/>
                  <a:pt x="5" y="45"/>
                  <a:pt x="5" y="34"/>
                </a:cubicBezTo>
                <a:cubicBezTo>
                  <a:pt x="5" y="29"/>
                  <a:pt x="5" y="25"/>
                  <a:pt x="7" y="22"/>
                </a:cubicBezTo>
                <a:close/>
                <a:moveTo>
                  <a:pt x="51" y="42"/>
                </a:moveTo>
                <a:cubicBezTo>
                  <a:pt x="48" y="51"/>
                  <a:pt x="48" y="51"/>
                  <a:pt x="48" y="51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40" y="20"/>
                  <a:pt x="41" y="20"/>
                </a:cubicBezTo>
                <a:cubicBezTo>
                  <a:pt x="43" y="20"/>
                  <a:pt x="43" y="17"/>
                  <a:pt x="41" y="17"/>
                </a:cubicBezTo>
                <a:cubicBezTo>
                  <a:pt x="36" y="18"/>
                  <a:pt x="33" y="18"/>
                  <a:pt x="33" y="18"/>
                </a:cubicBezTo>
                <a:cubicBezTo>
                  <a:pt x="33" y="18"/>
                  <a:pt x="30" y="18"/>
                  <a:pt x="25" y="17"/>
                </a:cubicBezTo>
                <a:cubicBezTo>
                  <a:pt x="24" y="17"/>
                  <a:pt x="24" y="20"/>
                  <a:pt x="25" y="20"/>
                </a:cubicBezTo>
                <a:cubicBezTo>
                  <a:pt x="27" y="20"/>
                  <a:pt x="28" y="20"/>
                  <a:pt x="28" y="20"/>
                </a:cubicBezTo>
                <a:cubicBezTo>
                  <a:pt x="33" y="32"/>
                  <a:pt x="33" y="32"/>
                  <a:pt x="33" y="32"/>
                </a:cubicBezTo>
                <a:cubicBezTo>
                  <a:pt x="27" y="52"/>
                  <a:pt x="27" y="52"/>
                  <a:pt x="27" y="52"/>
                </a:cubicBezTo>
                <a:cubicBezTo>
                  <a:pt x="16" y="20"/>
                  <a:pt x="16" y="20"/>
                  <a:pt x="16" y="20"/>
                </a:cubicBezTo>
                <a:cubicBezTo>
                  <a:pt x="16" y="20"/>
                  <a:pt x="18" y="20"/>
                  <a:pt x="19" y="20"/>
                </a:cubicBezTo>
                <a:cubicBezTo>
                  <a:pt x="21" y="20"/>
                  <a:pt x="21" y="17"/>
                  <a:pt x="19" y="17"/>
                </a:cubicBezTo>
                <a:cubicBezTo>
                  <a:pt x="14" y="18"/>
                  <a:pt x="11" y="18"/>
                  <a:pt x="11" y="18"/>
                </a:cubicBezTo>
                <a:cubicBezTo>
                  <a:pt x="11" y="18"/>
                  <a:pt x="10" y="18"/>
                  <a:pt x="9" y="18"/>
                </a:cubicBezTo>
                <a:cubicBezTo>
                  <a:pt x="15" y="10"/>
                  <a:pt x="24" y="5"/>
                  <a:pt x="34" y="5"/>
                </a:cubicBezTo>
                <a:cubicBezTo>
                  <a:pt x="41" y="5"/>
                  <a:pt x="48" y="7"/>
                  <a:pt x="53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0" y="12"/>
                  <a:pt x="48" y="15"/>
                  <a:pt x="48" y="17"/>
                </a:cubicBezTo>
                <a:cubicBezTo>
                  <a:pt x="48" y="20"/>
                  <a:pt x="50" y="22"/>
                  <a:pt x="51" y="24"/>
                </a:cubicBezTo>
                <a:cubicBezTo>
                  <a:pt x="52" y="26"/>
                  <a:pt x="53" y="29"/>
                  <a:pt x="53" y="32"/>
                </a:cubicBezTo>
                <a:cubicBezTo>
                  <a:pt x="53" y="35"/>
                  <a:pt x="52" y="38"/>
                  <a:pt x="51" y="42"/>
                </a:cubicBezTo>
                <a:close/>
                <a:moveTo>
                  <a:pt x="43" y="61"/>
                </a:moveTo>
                <a:cubicBezTo>
                  <a:pt x="43" y="61"/>
                  <a:pt x="43" y="61"/>
                  <a:pt x="43" y="61"/>
                </a:cubicBezTo>
                <a:cubicBezTo>
                  <a:pt x="40" y="62"/>
                  <a:pt x="37" y="63"/>
                  <a:pt x="34" y="63"/>
                </a:cubicBezTo>
                <a:cubicBezTo>
                  <a:pt x="31" y="63"/>
                  <a:pt x="28" y="62"/>
                  <a:pt x="26" y="62"/>
                </a:cubicBezTo>
                <a:cubicBezTo>
                  <a:pt x="34" y="36"/>
                  <a:pt x="34" y="36"/>
                  <a:pt x="34" y="36"/>
                </a:cubicBezTo>
                <a:lnTo>
                  <a:pt x="43" y="61"/>
                </a:lnTo>
                <a:close/>
                <a:moveTo>
                  <a:pt x="63" y="34"/>
                </a:moveTo>
                <a:cubicBezTo>
                  <a:pt x="63" y="44"/>
                  <a:pt x="57" y="54"/>
                  <a:pt x="48" y="59"/>
                </a:cubicBezTo>
                <a:cubicBezTo>
                  <a:pt x="57" y="33"/>
                  <a:pt x="57" y="33"/>
                  <a:pt x="57" y="33"/>
                </a:cubicBezTo>
                <a:cubicBezTo>
                  <a:pt x="59" y="29"/>
                  <a:pt x="60" y="26"/>
                  <a:pt x="60" y="23"/>
                </a:cubicBezTo>
                <a:cubicBezTo>
                  <a:pt x="60" y="22"/>
                  <a:pt x="60" y="21"/>
                  <a:pt x="59" y="20"/>
                </a:cubicBezTo>
                <a:cubicBezTo>
                  <a:pt x="62" y="24"/>
                  <a:pt x="63" y="29"/>
                  <a:pt x="63" y="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11"/>
          <p:cNvSpPr/>
          <p:nvPr/>
        </p:nvSpPr>
        <p:spPr>
          <a:xfrm>
            <a:off x="1001713" y="2838450"/>
            <a:ext cx="173037" cy="215900"/>
          </a:xfrm>
          <a:custGeom>
            <a:rect b="b" l="l" r="r" t="t"/>
            <a:pathLst>
              <a:path extrusionOk="0" h="63" w="50">
                <a:moveTo>
                  <a:pt x="29" y="63"/>
                </a:moveTo>
                <a:cubicBezTo>
                  <a:pt x="28" y="63"/>
                  <a:pt x="26" y="62"/>
                  <a:pt x="25" y="62"/>
                </a:cubicBezTo>
                <a:cubicBezTo>
                  <a:pt x="24" y="62"/>
                  <a:pt x="22" y="63"/>
                  <a:pt x="21" y="63"/>
                </a:cubicBezTo>
                <a:cubicBezTo>
                  <a:pt x="21" y="36"/>
                  <a:pt x="21" y="36"/>
                  <a:pt x="21" y="36"/>
                </a:cubicBezTo>
                <a:cubicBezTo>
                  <a:pt x="14" y="24"/>
                  <a:pt x="8" y="11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5" y="0"/>
                  <a:pt x="7" y="0"/>
                  <a:pt x="8" y="0"/>
                </a:cubicBezTo>
                <a:cubicBezTo>
                  <a:pt x="14" y="9"/>
                  <a:pt x="19" y="18"/>
                  <a:pt x="25" y="28"/>
                </a:cubicBezTo>
                <a:cubicBezTo>
                  <a:pt x="30" y="18"/>
                  <a:pt x="36" y="9"/>
                  <a:pt x="42" y="0"/>
                </a:cubicBezTo>
                <a:cubicBezTo>
                  <a:pt x="43" y="0"/>
                  <a:pt x="44" y="0"/>
                  <a:pt x="46" y="0"/>
                </a:cubicBezTo>
                <a:cubicBezTo>
                  <a:pt x="47" y="0"/>
                  <a:pt x="49" y="0"/>
                  <a:pt x="50" y="0"/>
                </a:cubicBezTo>
                <a:cubicBezTo>
                  <a:pt x="47" y="4"/>
                  <a:pt x="44" y="8"/>
                  <a:pt x="42" y="13"/>
                </a:cubicBezTo>
                <a:cubicBezTo>
                  <a:pt x="37" y="21"/>
                  <a:pt x="33" y="28"/>
                  <a:pt x="28" y="36"/>
                </a:cubicBezTo>
                <a:lnTo>
                  <a:pt x="29" y="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4" name="Google Shape;2984;p11"/>
          <p:cNvSpPr/>
          <p:nvPr/>
        </p:nvSpPr>
        <p:spPr>
          <a:xfrm>
            <a:off x="1482725" y="2868613"/>
            <a:ext cx="233363" cy="168275"/>
          </a:xfrm>
          <a:custGeom>
            <a:rect b="b" l="l" r="r" t="t"/>
            <a:pathLst>
              <a:path extrusionOk="0" h="49" w="68">
                <a:moveTo>
                  <a:pt x="67" y="41"/>
                </a:moveTo>
                <a:cubicBezTo>
                  <a:pt x="66" y="45"/>
                  <a:pt x="63" y="48"/>
                  <a:pt x="59" y="48"/>
                </a:cubicBezTo>
                <a:cubicBezTo>
                  <a:pt x="51" y="49"/>
                  <a:pt x="42" y="49"/>
                  <a:pt x="34" y="49"/>
                </a:cubicBezTo>
                <a:cubicBezTo>
                  <a:pt x="25" y="49"/>
                  <a:pt x="17" y="49"/>
                  <a:pt x="8" y="48"/>
                </a:cubicBezTo>
                <a:cubicBezTo>
                  <a:pt x="5" y="48"/>
                  <a:pt x="2" y="45"/>
                  <a:pt x="1" y="41"/>
                </a:cubicBezTo>
                <a:cubicBezTo>
                  <a:pt x="0" y="36"/>
                  <a:pt x="0" y="30"/>
                  <a:pt x="0" y="25"/>
                </a:cubicBezTo>
                <a:cubicBezTo>
                  <a:pt x="0" y="19"/>
                  <a:pt x="0" y="14"/>
                  <a:pt x="1" y="8"/>
                </a:cubicBezTo>
                <a:cubicBezTo>
                  <a:pt x="2" y="5"/>
                  <a:pt x="5" y="2"/>
                  <a:pt x="8" y="1"/>
                </a:cubicBezTo>
                <a:cubicBezTo>
                  <a:pt x="17" y="0"/>
                  <a:pt x="25" y="0"/>
                  <a:pt x="34" y="0"/>
                </a:cubicBezTo>
                <a:cubicBezTo>
                  <a:pt x="42" y="0"/>
                  <a:pt x="51" y="0"/>
                  <a:pt x="59" y="1"/>
                </a:cubicBezTo>
                <a:cubicBezTo>
                  <a:pt x="63" y="2"/>
                  <a:pt x="66" y="5"/>
                  <a:pt x="67" y="8"/>
                </a:cubicBezTo>
                <a:cubicBezTo>
                  <a:pt x="68" y="14"/>
                  <a:pt x="68" y="19"/>
                  <a:pt x="68" y="25"/>
                </a:cubicBezTo>
                <a:cubicBezTo>
                  <a:pt x="68" y="30"/>
                  <a:pt x="68" y="36"/>
                  <a:pt x="67" y="41"/>
                </a:cubicBezTo>
                <a:close/>
                <a:moveTo>
                  <a:pt x="47" y="23"/>
                </a:moveTo>
                <a:cubicBezTo>
                  <a:pt x="28" y="11"/>
                  <a:pt x="28" y="11"/>
                  <a:pt x="28" y="11"/>
                </a:cubicBezTo>
                <a:cubicBezTo>
                  <a:pt x="27" y="10"/>
                  <a:pt x="26" y="10"/>
                  <a:pt x="25" y="10"/>
                </a:cubicBezTo>
                <a:cubicBezTo>
                  <a:pt x="25" y="11"/>
                  <a:pt x="24" y="12"/>
                  <a:pt x="24" y="13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8"/>
                  <a:pt x="25" y="39"/>
                  <a:pt x="25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7" y="39"/>
                  <a:pt x="27" y="39"/>
                  <a:pt x="28" y="39"/>
                </a:cubicBezTo>
                <a:cubicBezTo>
                  <a:pt x="47" y="27"/>
                  <a:pt x="47" y="27"/>
                  <a:pt x="47" y="27"/>
                </a:cubicBezTo>
                <a:cubicBezTo>
                  <a:pt x="48" y="26"/>
                  <a:pt x="48" y="26"/>
                  <a:pt x="48" y="25"/>
                </a:cubicBezTo>
                <a:cubicBezTo>
                  <a:pt x="48" y="24"/>
                  <a:pt x="48" y="23"/>
                  <a:pt x="47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1"/>
          <p:cNvSpPr/>
          <p:nvPr/>
        </p:nvSpPr>
        <p:spPr>
          <a:xfrm>
            <a:off x="1976438" y="2855913"/>
            <a:ext cx="233362" cy="180975"/>
          </a:xfrm>
          <a:custGeom>
            <a:rect b="b" l="l" r="r" t="t"/>
            <a:pathLst>
              <a:path extrusionOk="0" h="53" w="68">
                <a:moveTo>
                  <a:pt x="68" y="51"/>
                </a:moveTo>
                <a:cubicBezTo>
                  <a:pt x="68" y="52"/>
                  <a:pt x="67" y="53"/>
                  <a:pt x="66" y="53"/>
                </a:cubicBezTo>
                <a:cubicBezTo>
                  <a:pt x="3" y="53"/>
                  <a:pt x="3" y="53"/>
                  <a:pt x="3" y="53"/>
                </a:cubicBezTo>
                <a:cubicBezTo>
                  <a:pt x="2" y="53"/>
                  <a:pt x="0" y="52"/>
                  <a:pt x="0" y="51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4"/>
                  <a:pt x="2" y="43"/>
                  <a:pt x="3" y="43"/>
                </a:cubicBezTo>
                <a:cubicBezTo>
                  <a:pt x="66" y="43"/>
                  <a:pt x="66" y="43"/>
                  <a:pt x="66" y="43"/>
                </a:cubicBezTo>
                <a:cubicBezTo>
                  <a:pt x="67" y="43"/>
                  <a:pt x="68" y="44"/>
                  <a:pt x="68" y="46"/>
                </a:cubicBezTo>
                <a:lnTo>
                  <a:pt x="68" y="51"/>
                </a:lnTo>
                <a:close/>
                <a:moveTo>
                  <a:pt x="64" y="21"/>
                </a:moveTo>
                <a:cubicBezTo>
                  <a:pt x="64" y="23"/>
                  <a:pt x="63" y="24"/>
                  <a:pt x="61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6" y="24"/>
                  <a:pt x="5" y="23"/>
                  <a:pt x="5" y="21"/>
                </a:cubicBezTo>
                <a:cubicBezTo>
                  <a:pt x="5" y="17"/>
                  <a:pt x="5" y="17"/>
                  <a:pt x="5" y="17"/>
                </a:cubicBezTo>
                <a:cubicBezTo>
                  <a:pt x="5" y="15"/>
                  <a:pt x="6" y="14"/>
                  <a:pt x="8" y="14"/>
                </a:cubicBezTo>
                <a:cubicBezTo>
                  <a:pt x="61" y="14"/>
                  <a:pt x="61" y="14"/>
                  <a:pt x="61" y="14"/>
                </a:cubicBezTo>
                <a:cubicBezTo>
                  <a:pt x="63" y="14"/>
                  <a:pt x="64" y="15"/>
                  <a:pt x="64" y="17"/>
                </a:cubicBezTo>
                <a:lnTo>
                  <a:pt x="64" y="21"/>
                </a:lnTo>
                <a:close/>
                <a:moveTo>
                  <a:pt x="54" y="36"/>
                </a:moveTo>
                <a:cubicBezTo>
                  <a:pt x="54" y="37"/>
                  <a:pt x="53" y="38"/>
                  <a:pt x="51" y="38"/>
                </a:cubicBezTo>
                <a:cubicBezTo>
                  <a:pt x="17" y="38"/>
                  <a:pt x="17" y="38"/>
                  <a:pt x="17" y="38"/>
                </a:cubicBezTo>
                <a:cubicBezTo>
                  <a:pt x="16" y="38"/>
                  <a:pt x="15" y="37"/>
                  <a:pt x="15" y="36"/>
                </a:cubicBezTo>
                <a:cubicBezTo>
                  <a:pt x="15" y="31"/>
                  <a:pt x="15" y="31"/>
                  <a:pt x="15" y="31"/>
                </a:cubicBezTo>
                <a:cubicBezTo>
                  <a:pt x="15" y="30"/>
                  <a:pt x="16" y="29"/>
                  <a:pt x="17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3" y="29"/>
                  <a:pt x="54" y="30"/>
                  <a:pt x="54" y="31"/>
                </a:cubicBezTo>
                <a:lnTo>
                  <a:pt x="54" y="36"/>
                </a:lnTo>
                <a:close/>
                <a:moveTo>
                  <a:pt x="49" y="7"/>
                </a:moveTo>
                <a:cubicBezTo>
                  <a:pt x="49" y="8"/>
                  <a:pt x="48" y="9"/>
                  <a:pt x="47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21" y="9"/>
                  <a:pt x="20" y="8"/>
                  <a:pt x="20" y="7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21" y="0"/>
                  <a:pt x="22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49" y="1"/>
                  <a:pt x="49" y="2"/>
                </a:cubicBezTo>
                <a:lnTo>
                  <a:pt x="49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6" name="Google Shape;2986;p11"/>
          <p:cNvSpPr/>
          <p:nvPr/>
        </p:nvSpPr>
        <p:spPr>
          <a:xfrm>
            <a:off x="2481263" y="2855913"/>
            <a:ext cx="241300" cy="198437"/>
          </a:xfrm>
          <a:custGeom>
            <a:rect b="b" l="l" r="r" t="t"/>
            <a:pathLst>
              <a:path extrusionOk="0" h="58" w="70">
                <a:moveTo>
                  <a:pt x="70" y="46"/>
                </a:moveTo>
                <a:cubicBezTo>
                  <a:pt x="70" y="47"/>
                  <a:pt x="69" y="48"/>
                  <a:pt x="68" y="48"/>
                </a:cubicBezTo>
                <a:cubicBezTo>
                  <a:pt x="61" y="48"/>
                  <a:pt x="61" y="48"/>
                  <a:pt x="61" y="48"/>
                </a:cubicBezTo>
                <a:cubicBezTo>
                  <a:pt x="61" y="53"/>
                  <a:pt x="56" y="58"/>
                  <a:pt x="51" y="58"/>
                </a:cubicBezTo>
                <a:cubicBezTo>
                  <a:pt x="46" y="58"/>
                  <a:pt x="41" y="53"/>
                  <a:pt x="41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27" y="53"/>
                  <a:pt x="22" y="58"/>
                  <a:pt x="17" y="58"/>
                </a:cubicBezTo>
                <a:cubicBezTo>
                  <a:pt x="11" y="58"/>
                  <a:pt x="7" y="53"/>
                  <a:pt x="7" y="48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8"/>
                  <a:pt x="0" y="47"/>
                  <a:pt x="0" y="46"/>
                </a:cubicBezTo>
                <a:cubicBezTo>
                  <a:pt x="0" y="44"/>
                  <a:pt x="1" y="43"/>
                  <a:pt x="2" y="43"/>
                </a:cubicBezTo>
                <a:cubicBezTo>
                  <a:pt x="2" y="27"/>
                  <a:pt x="2" y="27"/>
                  <a:pt x="2" y="27"/>
                </a:cubicBezTo>
                <a:cubicBezTo>
                  <a:pt x="2" y="26"/>
                  <a:pt x="3" y="24"/>
                  <a:pt x="4" y="23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15"/>
                  <a:pt x="14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2"/>
                  <a:pt x="22" y="2"/>
                  <a:pt x="22" y="2"/>
                </a:cubicBezTo>
                <a:cubicBezTo>
                  <a:pt x="22" y="1"/>
                  <a:pt x="23" y="0"/>
                  <a:pt x="24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9" y="0"/>
                  <a:pt x="70" y="1"/>
                  <a:pt x="70" y="2"/>
                </a:cubicBezTo>
                <a:lnTo>
                  <a:pt x="70" y="46"/>
                </a:lnTo>
                <a:close/>
                <a:moveTo>
                  <a:pt x="22" y="29"/>
                </a:moveTo>
                <a:cubicBezTo>
                  <a:pt x="22" y="19"/>
                  <a:pt x="22" y="19"/>
                  <a:pt x="22" y="19"/>
                </a:cubicBezTo>
                <a:cubicBezTo>
                  <a:pt x="16" y="19"/>
                  <a:pt x="16" y="19"/>
                  <a:pt x="16" y="19"/>
                </a:cubicBezTo>
                <a:cubicBezTo>
                  <a:pt x="16" y="19"/>
                  <a:pt x="15" y="19"/>
                  <a:pt x="15" y="19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7"/>
                  <a:pt x="7" y="27"/>
                  <a:pt x="7" y="28"/>
                </a:cubicBezTo>
                <a:cubicBezTo>
                  <a:pt x="7" y="29"/>
                  <a:pt x="7" y="29"/>
                  <a:pt x="7" y="29"/>
                </a:cubicBezTo>
                <a:lnTo>
                  <a:pt x="22" y="29"/>
                </a:lnTo>
                <a:close/>
                <a:moveTo>
                  <a:pt x="17" y="43"/>
                </a:moveTo>
                <a:cubicBezTo>
                  <a:pt x="14" y="43"/>
                  <a:pt x="12" y="45"/>
                  <a:pt x="12" y="48"/>
                </a:cubicBezTo>
                <a:cubicBezTo>
                  <a:pt x="12" y="51"/>
                  <a:pt x="14" y="53"/>
                  <a:pt x="17" y="53"/>
                </a:cubicBezTo>
                <a:cubicBezTo>
                  <a:pt x="20" y="53"/>
                  <a:pt x="22" y="51"/>
                  <a:pt x="22" y="48"/>
                </a:cubicBezTo>
                <a:cubicBezTo>
                  <a:pt x="22" y="45"/>
                  <a:pt x="20" y="43"/>
                  <a:pt x="17" y="43"/>
                </a:cubicBezTo>
                <a:close/>
                <a:moveTo>
                  <a:pt x="61" y="15"/>
                </a:moveTo>
                <a:cubicBezTo>
                  <a:pt x="61" y="15"/>
                  <a:pt x="60" y="14"/>
                  <a:pt x="59" y="14"/>
                </a:cubicBezTo>
                <a:cubicBezTo>
                  <a:pt x="51" y="14"/>
                  <a:pt x="51" y="14"/>
                  <a:pt x="51" y="14"/>
                </a:cubicBezTo>
                <a:cubicBezTo>
                  <a:pt x="51" y="6"/>
                  <a:pt x="51" y="6"/>
                  <a:pt x="51" y="6"/>
                </a:cubicBezTo>
                <a:cubicBezTo>
                  <a:pt x="51" y="5"/>
                  <a:pt x="50" y="4"/>
                  <a:pt x="50" y="4"/>
                </a:cubicBezTo>
                <a:cubicBezTo>
                  <a:pt x="42" y="4"/>
                  <a:pt x="42" y="4"/>
                  <a:pt x="42" y="4"/>
                </a:cubicBezTo>
                <a:cubicBezTo>
                  <a:pt x="42" y="4"/>
                  <a:pt x="41" y="5"/>
                  <a:pt x="41" y="6"/>
                </a:cubicBezTo>
                <a:cubicBezTo>
                  <a:pt x="41" y="14"/>
                  <a:pt x="41" y="14"/>
                  <a:pt x="41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2" y="14"/>
                  <a:pt x="31" y="15"/>
                  <a:pt x="31" y="15"/>
                </a:cubicBezTo>
                <a:cubicBezTo>
                  <a:pt x="31" y="23"/>
                  <a:pt x="31" y="23"/>
                  <a:pt x="31" y="23"/>
                </a:cubicBezTo>
                <a:cubicBezTo>
                  <a:pt x="31" y="23"/>
                  <a:pt x="32" y="24"/>
                  <a:pt x="33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1" y="32"/>
                  <a:pt x="41" y="32"/>
                  <a:pt x="41" y="32"/>
                </a:cubicBezTo>
                <a:cubicBezTo>
                  <a:pt x="41" y="33"/>
                  <a:pt x="42" y="34"/>
                  <a:pt x="42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4"/>
                  <a:pt x="51" y="33"/>
                  <a:pt x="51" y="32"/>
                </a:cubicBezTo>
                <a:cubicBezTo>
                  <a:pt x="51" y="24"/>
                  <a:pt x="51" y="24"/>
                  <a:pt x="51" y="24"/>
                </a:cubicBezTo>
                <a:cubicBezTo>
                  <a:pt x="59" y="24"/>
                  <a:pt x="59" y="24"/>
                  <a:pt x="59" y="24"/>
                </a:cubicBezTo>
                <a:cubicBezTo>
                  <a:pt x="60" y="24"/>
                  <a:pt x="61" y="23"/>
                  <a:pt x="61" y="23"/>
                </a:cubicBezTo>
                <a:lnTo>
                  <a:pt x="61" y="15"/>
                </a:lnTo>
                <a:close/>
                <a:moveTo>
                  <a:pt x="51" y="43"/>
                </a:moveTo>
                <a:cubicBezTo>
                  <a:pt x="48" y="43"/>
                  <a:pt x="46" y="45"/>
                  <a:pt x="46" y="48"/>
                </a:cubicBezTo>
                <a:cubicBezTo>
                  <a:pt x="46" y="51"/>
                  <a:pt x="48" y="53"/>
                  <a:pt x="51" y="53"/>
                </a:cubicBezTo>
                <a:cubicBezTo>
                  <a:pt x="54" y="53"/>
                  <a:pt x="56" y="51"/>
                  <a:pt x="56" y="48"/>
                </a:cubicBezTo>
                <a:cubicBezTo>
                  <a:pt x="56" y="45"/>
                  <a:pt x="54" y="43"/>
                  <a:pt x="51" y="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11"/>
          <p:cNvSpPr/>
          <p:nvPr/>
        </p:nvSpPr>
        <p:spPr>
          <a:xfrm>
            <a:off x="2976563" y="2889250"/>
            <a:ext cx="130175" cy="123825"/>
          </a:xfrm>
          <a:custGeom>
            <a:rect b="b" l="l" r="r" t="t"/>
            <a:pathLst>
              <a:path extrusionOk="0" h="36" w="38">
                <a:moveTo>
                  <a:pt x="37" y="4"/>
                </a:moveTo>
                <a:cubicBezTo>
                  <a:pt x="19" y="21"/>
                  <a:pt x="19" y="21"/>
                  <a:pt x="19" y="21"/>
                </a:cubicBezTo>
                <a:cubicBezTo>
                  <a:pt x="19" y="22"/>
                  <a:pt x="19" y="22"/>
                  <a:pt x="19" y="22"/>
                </a:cubicBezTo>
                <a:cubicBezTo>
                  <a:pt x="18" y="22"/>
                  <a:pt x="18" y="22"/>
                  <a:pt x="18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3"/>
                  <a:pt x="0" y="3"/>
                </a:cubicBezTo>
                <a:cubicBezTo>
                  <a:pt x="0" y="3"/>
                  <a:pt x="0" y="2"/>
                  <a:pt x="0" y="2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3" y="0"/>
                </a:cubicBezTo>
                <a:cubicBezTo>
                  <a:pt x="3" y="0"/>
                  <a:pt x="3" y="0"/>
                  <a:pt x="4" y="0"/>
                </a:cubicBezTo>
                <a:cubicBezTo>
                  <a:pt x="19" y="15"/>
                  <a:pt x="19" y="15"/>
                  <a:pt x="19" y="15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37" y="2"/>
                  <a:pt x="38" y="3"/>
                  <a:pt x="38" y="3"/>
                </a:cubicBezTo>
                <a:cubicBezTo>
                  <a:pt x="38" y="3"/>
                  <a:pt x="37" y="4"/>
                  <a:pt x="37" y="4"/>
                </a:cubicBezTo>
                <a:close/>
                <a:moveTo>
                  <a:pt x="37" y="18"/>
                </a:moveTo>
                <a:cubicBezTo>
                  <a:pt x="19" y="36"/>
                  <a:pt x="19" y="36"/>
                  <a:pt x="19" y="36"/>
                </a:cubicBezTo>
                <a:cubicBezTo>
                  <a:pt x="19" y="36"/>
                  <a:pt x="19" y="36"/>
                  <a:pt x="19" y="36"/>
                </a:cubicBezTo>
                <a:cubicBezTo>
                  <a:pt x="18" y="36"/>
                  <a:pt x="18" y="36"/>
                  <a:pt x="18" y="36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2" y="15"/>
                  <a:pt x="2" y="15"/>
                  <a:pt x="2" y="15"/>
                </a:cubicBezTo>
                <a:cubicBezTo>
                  <a:pt x="2" y="14"/>
                  <a:pt x="2" y="14"/>
                  <a:pt x="3" y="14"/>
                </a:cubicBezTo>
                <a:cubicBezTo>
                  <a:pt x="3" y="14"/>
                  <a:pt x="3" y="14"/>
                  <a:pt x="4" y="15"/>
                </a:cubicBezTo>
                <a:cubicBezTo>
                  <a:pt x="19" y="30"/>
                  <a:pt x="19" y="30"/>
                  <a:pt x="19" y="30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14"/>
                  <a:pt x="34" y="14"/>
                  <a:pt x="34" y="14"/>
                </a:cubicBezTo>
                <a:cubicBezTo>
                  <a:pt x="35" y="14"/>
                  <a:pt x="35" y="14"/>
                  <a:pt x="35" y="15"/>
                </a:cubicBezTo>
                <a:cubicBezTo>
                  <a:pt x="37" y="17"/>
                  <a:pt x="37" y="17"/>
                  <a:pt x="37" y="17"/>
                </a:cubicBezTo>
                <a:cubicBezTo>
                  <a:pt x="37" y="17"/>
                  <a:pt x="38" y="17"/>
                  <a:pt x="38" y="17"/>
                </a:cubicBezTo>
                <a:cubicBezTo>
                  <a:pt x="38" y="18"/>
                  <a:pt x="37" y="18"/>
                  <a:pt x="37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11"/>
          <p:cNvSpPr/>
          <p:nvPr/>
        </p:nvSpPr>
        <p:spPr>
          <a:xfrm>
            <a:off x="3470275" y="2921000"/>
            <a:ext cx="130175" cy="79375"/>
          </a:xfrm>
          <a:custGeom>
            <a:rect b="b" l="l" r="r" t="t"/>
            <a:pathLst>
              <a:path extrusionOk="0" h="23" w="38">
                <a:moveTo>
                  <a:pt x="37" y="5"/>
                </a:moveTo>
                <a:cubicBezTo>
                  <a:pt x="19" y="22"/>
                  <a:pt x="19" y="22"/>
                  <a:pt x="19" y="22"/>
                </a:cubicBezTo>
                <a:cubicBezTo>
                  <a:pt x="19" y="22"/>
                  <a:pt x="19" y="23"/>
                  <a:pt x="19" y="23"/>
                </a:cubicBezTo>
                <a:cubicBezTo>
                  <a:pt x="18" y="23"/>
                  <a:pt x="18" y="22"/>
                  <a:pt x="18" y="22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0" y="3"/>
                </a:cubicBezTo>
                <a:cubicBezTo>
                  <a:pt x="2" y="1"/>
                  <a:pt x="2" y="1"/>
                  <a:pt x="2" y="1"/>
                </a:cubicBezTo>
                <a:cubicBezTo>
                  <a:pt x="2" y="1"/>
                  <a:pt x="2" y="0"/>
                  <a:pt x="3" y="0"/>
                </a:cubicBezTo>
                <a:cubicBezTo>
                  <a:pt x="3" y="0"/>
                  <a:pt x="3" y="1"/>
                  <a:pt x="4" y="1"/>
                </a:cubicBezTo>
                <a:cubicBezTo>
                  <a:pt x="19" y="16"/>
                  <a:pt x="19" y="16"/>
                  <a:pt x="19" y="16"/>
                </a:cubicBezTo>
                <a:cubicBezTo>
                  <a:pt x="34" y="1"/>
                  <a:pt x="34" y="1"/>
                  <a:pt x="34" y="1"/>
                </a:cubicBezTo>
                <a:cubicBezTo>
                  <a:pt x="34" y="1"/>
                  <a:pt x="34" y="0"/>
                  <a:pt x="34" y="0"/>
                </a:cubicBezTo>
                <a:cubicBezTo>
                  <a:pt x="35" y="0"/>
                  <a:pt x="35" y="1"/>
                  <a:pt x="35" y="1"/>
                </a:cubicBezTo>
                <a:cubicBezTo>
                  <a:pt x="37" y="3"/>
                  <a:pt x="37" y="3"/>
                  <a:pt x="37" y="3"/>
                </a:cubicBezTo>
                <a:cubicBezTo>
                  <a:pt x="37" y="3"/>
                  <a:pt x="38" y="3"/>
                  <a:pt x="38" y="4"/>
                </a:cubicBezTo>
                <a:cubicBezTo>
                  <a:pt x="38" y="4"/>
                  <a:pt x="37" y="4"/>
                  <a:pt x="37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9" name="Google Shape;2989;p11"/>
          <p:cNvSpPr/>
          <p:nvPr/>
        </p:nvSpPr>
        <p:spPr>
          <a:xfrm>
            <a:off x="4448175" y="2855913"/>
            <a:ext cx="203200" cy="198437"/>
          </a:xfrm>
          <a:custGeom>
            <a:rect b="b" l="l" r="r" t="t"/>
            <a:pathLst>
              <a:path extrusionOk="0" h="58" w="59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49" y="26"/>
                </a:moveTo>
                <a:cubicBezTo>
                  <a:pt x="49" y="25"/>
                  <a:pt x="48" y="24"/>
                  <a:pt x="47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35" y="17"/>
                  <a:pt x="35" y="17"/>
                  <a:pt x="35" y="17"/>
                </a:cubicBezTo>
                <a:cubicBezTo>
                  <a:pt x="35" y="16"/>
                  <a:pt x="35" y="16"/>
                  <a:pt x="35" y="15"/>
                </a:cubicBezTo>
                <a:cubicBezTo>
                  <a:pt x="35" y="14"/>
                  <a:pt x="35" y="14"/>
                  <a:pt x="35" y="13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9"/>
                  <a:pt x="30" y="9"/>
                  <a:pt x="30" y="9"/>
                </a:cubicBezTo>
                <a:cubicBezTo>
                  <a:pt x="29" y="9"/>
                  <a:pt x="28" y="9"/>
                  <a:pt x="28" y="10"/>
                </a:cubicBezTo>
                <a:cubicBezTo>
                  <a:pt x="14" y="24"/>
                  <a:pt x="14" y="24"/>
                  <a:pt x="14" y="24"/>
                </a:cubicBezTo>
                <a:cubicBezTo>
                  <a:pt x="11" y="27"/>
                  <a:pt x="11" y="27"/>
                  <a:pt x="11" y="27"/>
                </a:cubicBezTo>
                <a:cubicBezTo>
                  <a:pt x="10" y="27"/>
                  <a:pt x="10" y="28"/>
                  <a:pt x="10" y="29"/>
                </a:cubicBezTo>
                <a:cubicBezTo>
                  <a:pt x="10" y="29"/>
                  <a:pt x="10" y="30"/>
                  <a:pt x="11" y="30"/>
                </a:cubicBezTo>
                <a:cubicBezTo>
                  <a:pt x="14" y="34"/>
                  <a:pt x="14" y="34"/>
                  <a:pt x="14" y="34"/>
                </a:cubicBezTo>
                <a:cubicBezTo>
                  <a:pt x="28" y="48"/>
                  <a:pt x="28" y="48"/>
                  <a:pt x="28" y="48"/>
                </a:cubicBezTo>
                <a:cubicBezTo>
                  <a:pt x="28" y="48"/>
                  <a:pt x="29" y="48"/>
                  <a:pt x="30" y="48"/>
                </a:cubicBezTo>
                <a:cubicBezTo>
                  <a:pt x="30" y="48"/>
                  <a:pt x="31" y="48"/>
                  <a:pt x="31" y="48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44"/>
                  <a:pt x="35" y="43"/>
                  <a:pt x="35" y="42"/>
                </a:cubicBezTo>
                <a:cubicBezTo>
                  <a:pt x="35" y="42"/>
                  <a:pt x="35" y="41"/>
                  <a:pt x="35" y="41"/>
                </a:cubicBezTo>
                <a:cubicBezTo>
                  <a:pt x="28" y="34"/>
                  <a:pt x="28" y="34"/>
                  <a:pt x="28" y="34"/>
                </a:cubicBezTo>
                <a:cubicBezTo>
                  <a:pt x="47" y="34"/>
                  <a:pt x="47" y="34"/>
                  <a:pt x="47" y="34"/>
                </a:cubicBezTo>
                <a:cubicBezTo>
                  <a:pt x="48" y="34"/>
                  <a:pt x="49" y="32"/>
                  <a:pt x="49" y="31"/>
                </a:cubicBezTo>
                <a:lnTo>
                  <a:pt x="49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11"/>
          <p:cNvSpPr/>
          <p:nvPr/>
        </p:nvSpPr>
        <p:spPr>
          <a:xfrm>
            <a:off x="4943475" y="2855913"/>
            <a:ext cx="201613" cy="198437"/>
          </a:xfrm>
          <a:custGeom>
            <a:rect b="b" l="l" r="r" t="t"/>
            <a:pathLst>
              <a:path extrusionOk="0" h="58" w="59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9" y="29"/>
                </a:moveTo>
                <a:cubicBezTo>
                  <a:pt x="9" y="40"/>
                  <a:pt x="18" y="49"/>
                  <a:pt x="30" y="49"/>
                </a:cubicBezTo>
                <a:cubicBezTo>
                  <a:pt x="41" y="49"/>
                  <a:pt x="50" y="40"/>
                  <a:pt x="50" y="29"/>
                </a:cubicBezTo>
                <a:cubicBezTo>
                  <a:pt x="50" y="17"/>
                  <a:pt x="41" y="8"/>
                  <a:pt x="30" y="8"/>
                </a:cubicBezTo>
                <a:cubicBezTo>
                  <a:pt x="18" y="8"/>
                  <a:pt x="9" y="17"/>
                  <a:pt x="9" y="29"/>
                </a:cubicBezTo>
                <a:close/>
                <a:moveTo>
                  <a:pt x="42" y="29"/>
                </a:moveTo>
                <a:cubicBezTo>
                  <a:pt x="34" y="29"/>
                  <a:pt x="34" y="29"/>
                  <a:pt x="34" y="29"/>
                </a:cubicBezTo>
                <a:cubicBezTo>
                  <a:pt x="34" y="42"/>
                  <a:pt x="34" y="42"/>
                  <a:pt x="34" y="42"/>
                </a:cubicBezTo>
                <a:cubicBezTo>
                  <a:pt x="34" y="43"/>
                  <a:pt x="34" y="43"/>
                  <a:pt x="33" y="43"/>
                </a:cubicBezTo>
                <a:cubicBezTo>
                  <a:pt x="26" y="43"/>
                  <a:pt x="26" y="43"/>
                  <a:pt x="26" y="43"/>
                </a:cubicBezTo>
                <a:cubicBezTo>
                  <a:pt x="25" y="43"/>
                  <a:pt x="25" y="43"/>
                  <a:pt x="25" y="42"/>
                </a:cubicBezTo>
                <a:cubicBezTo>
                  <a:pt x="25" y="29"/>
                  <a:pt x="25" y="29"/>
                  <a:pt x="25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29"/>
                  <a:pt x="16" y="28"/>
                  <a:pt x="16" y="27"/>
                </a:cubicBezTo>
                <a:cubicBezTo>
                  <a:pt x="16" y="27"/>
                  <a:pt x="16" y="27"/>
                  <a:pt x="17" y="27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4"/>
                  <a:pt x="29" y="14"/>
                  <a:pt x="30" y="14"/>
                </a:cubicBezTo>
                <a:cubicBezTo>
                  <a:pt x="30" y="14"/>
                  <a:pt x="30" y="14"/>
                  <a:pt x="30" y="14"/>
                </a:cubicBezTo>
                <a:cubicBezTo>
                  <a:pt x="43" y="27"/>
                  <a:pt x="43" y="27"/>
                  <a:pt x="43" y="27"/>
                </a:cubicBezTo>
                <a:cubicBezTo>
                  <a:pt x="43" y="27"/>
                  <a:pt x="43" y="27"/>
                  <a:pt x="43" y="28"/>
                </a:cubicBezTo>
                <a:cubicBezTo>
                  <a:pt x="43" y="28"/>
                  <a:pt x="42" y="29"/>
                  <a:pt x="42" y="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11"/>
          <p:cNvSpPr/>
          <p:nvPr/>
        </p:nvSpPr>
        <p:spPr>
          <a:xfrm>
            <a:off x="5446713" y="2862263"/>
            <a:ext cx="192087" cy="203200"/>
          </a:xfrm>
          <a:custGeom>
            <a:rect b="b" l="l" r="r" t="t"/>
            <a:pathLst>
              <a:path extrusionOk="0" h="59" w="56">
                <a:moveTo>
                  <a:pt x="56" y="32"/>
                </a:moveTo>
                <a:cubicBezTo>
                  <a:pt x="56" y="34"/>
                  <a:pt x="54" y="36"/>
                  <a:pt x="51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36" y="48"/>
                  <a:pt x="36" y="48"/>
                  <a:pt x="36" y="48"/>
                </a:cubicBezTo>
                <a:cubicBezTo>
                  <a:pt x="37" y="48"/>
                  <a:pt x="37" y="50"/>
                  <a:pt x="37" y="51"/>
                </a:cubicBezTo>
                <a:cubicBezTo>
                  <a:pt x="37" y="52"/>
                  <a:pt x="37" y="54"/>
                  <a:pt x="36" y="54"/>
                </a:cubicBezTo>
                <a:cubicBezTo>
                  <a:pt x="33" y="57"/>
                  <a:pt x="33" y="57"/>
                  <a:pt x="33" y="57"/>
                </a:cubicBezTo>
                <a:cubicBezTo>
                  <a:pt x="32" y="58"/>
                  <a:pt x="31" y="59"/>
                  <a:pt x="29" y="59"/>
                </a:cubicBezTo>
                <a:cubicBezTo>
                  <a:pt x="28" y="59"/>
                  <a:pt x="27" y="58"/>
                  <a:pt x="26" y="57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0"/>
                  <a:pt x="0" y="29"/>
                </a:cubicBezTo>
                <a:cubicBezTo>
                  <a:pt x="0" y="28"/>
                  <a:pt x="0" y="27"/>
                  <a:pt x="1" y="26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28" y="0"/>
                  <a:pt x="29" y="0"/>
                </a:cubicBezTo>
                <a:cubicBezTo>
                  <a:pt x="31" y="0"/>
                  <a:pt x="32" y="0"/>
                  <a:pt x="33" y="1"/>
                </a:cubicBezTo>
                <a:cubicBezTo>
                  <a:pt x="36" y="4"/>
                  <a:pt x="36" y="4"/>
                  <a:pt x="36" y="4"/>
                </a:cubicBezTo>
                <a:cubicBezTo>
                  <a:pt x="37" y="5"/>
                  <a:pt x="37" y="6"/>
                  <a:pt x="37" y="7"/>
                </a:cubicBezTo>
                <a:cubicBezTo>
                  <a:pt x="37" y="9"/>
                  <a:pt x="37" y="10"/>
                  <a:pt x="36" y="11"/>
                </a:cubicBezTo>
                <a:cubicBezTo>
                  <a:pt x="25" y="22"/>
                  <a:pt x="25" y="22"/>
                  <a:pt x="25" y="22"/>
                </a:cubicBezTo>
                <a:cubicBezTo>
                  <a:pt x="51" y="22"/>
                  <a:pt x="51" y="22"/>
                  <a:pt x="51" y="22"/>
                </a:cubicBezTo>
                <a:cubicBezTo>
                  <a:pt x="54" y="22"/>
                  <a:pt x="56" y="24"/>
                  <a:pt x="56" y="27"/>
                </a:cubicBezTo>
                <a:lnTo>
                  <a:pt x="56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11"/>
          <p:cNvSpPr/>
          <p:nvPr/>
        </p:nvSpPr>
        <p:spPr>
          <a:xfrm>
            <a:off x="5930900" y="2855913"/>
            <a:ext cx="203200" cy="198437"/>
          </a:xfrm>
          <a:custGeom>
            <a:rect b="b" l="l" r="r" t="t"/>
            <a:pathLst>
              <a:path extrusionOk="0" h="58" w="59">
                <a:moveTo>
                  <a:pt x="36" y="29"/>
                </a:moveTo>
                <a:cubicBezTo>
                  <a:pt x="49" y="42"/>
                  <a:pt x="49" y="42"/>
                  <a:pt x="49" y="42"/>
                </a:cubicBezTo>
                <a:cubicBezTo>
                  <a:pt x="55" y="37"/>
                  <a:pt x="55" y="37"/>
                  <a:pt x="55" y="37"/>
                </a:cubicBezTo>
                <a:cubicBezTo>
                  <a:pt x="55" y="36"/>
                  <a:pt x="56" y="36"/>
                  <a:pt x="57" y="36"/>
                </a:cubicBezTo>
                <a:cubicBezTo>
                  <a:pt x="58" y="37"/>
                  <a:pt x="59" y="37"/>
                  <a:pt x="59" y="38"/>
                </a:cubicBezTo>
                <a:cubicBezTo>
                  <a:pt x="59" y="55"/>
                  <a:pt x="59" y="55"/>
                  <a:pt x="59" y="55"/>
                </a:cubicBezTo>
                <a:cubicBezTo>
                  <a:pt x="59" y="57"/>
                  <a:pt x="58" y="58"/>
                  <a:pt x="56" y="58"/>
                </a:cubicBezTo>
                <a:cubicBezTo>
                  <a:pt x="39" y="58"/>
                  <a:pt x="39" y="58"/>
                  <a:pt x="39" y="58"/>
                </a:cubicBezTo>
                <a:cubicBezTo>
                  <a:pt x="38" y="58"/>
                  <a:pt x="37" y="57"/>
                  <a:pt x="37" y="56"/>
                </a:cubicBezTo>
                <a:cubicBezTo>
                  <a:pt x="37" y="55"/>
                  <a:pt x="37" y="54"/>
                  <a:pt x="38" y="54"/>
                </a:cubicBezTo>
                <a:cubicBezTo>
                  <a:pt x="43" y="48"/>
                  <a:pt x="43" y="48"/>
                  <a:pt x="43" y="48"/>
                </a:cubicBezTo>
                <a:cubicBezTo>
                  <a:pt x="30" y="35"/>
                  <a:pt x="30" y="35"/>
                  <a:pt x="30" y="35"/>
                </a:cubicBezTo>
                <a:cubicBezTo>
                  <a:pt x="16" y="48"/>
                  <a:pt x="16" y="48"/>
                  <a:pt x="16" y="48"/>
                </a:cubicBezTo>
                <a:cubicBezTo>
                  <a:pt x="22" y="54"/>
                  <a:pt x="22" y="54"/>
                  <a:pt x="22" y="54"/>
                </a:cubicBezTo>
                <a:cubicBezTo>
                  <a:pt x="22" y="54"/>
                  <a:pt x="22" y="55"/>
                  <a:pt x="22" y="56"/>
                </a:cubicBezTo>
                <a:cubicBezTo>
                  <a:pt x="22" y="57"/>
                  <a:pt x="21" y="58"/>
                  <a:pt x="20" y="58"/>
                </a:cubicBezTo>
                <a:cubicBezTo>
                  <a:pt x="3" y="58"/>
                  <a:pt x="3" y="58"/>
                  <a:pt x="3" y="58"/>
                </a:cubicBezTo>
                <a:cubicBezTo>
                  <a:pt x="2" y="58"/>
                  <a:pt x="0" y="57"/>
                  <a:pt x="0" y="55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7"/>
                  <a:pt x="1" y="37"/>
                  <a:pt x="2" y="36"/>
                </a:cubicBezTo>
                <a:cubicBezTo>
                  <a:pt x="3" y="36"/>
                  <a:pt x="4" y="36"/>
                  <a:pt x="5" y="37"/>
                </a:cubicBezTo>
                <a:cubicBezTo>
                  <a:pt x="10" y="42"/>
                  <a:pt x="10" y="42"/>
                  <a:pt x="10" y="42"/>
                </a:cubicBezTo>
                <a:cubicBezTo>
                  <a:pt x="24" y="29"/>
                  <a:pt x="24" y="29"/>
                  <a:pt x="24" y="29"/>
                </a:cubicBezTo>
                <a:cubicBezTo>
                  <a:pt x="10" y="15"/>
                  <a:pt x="10" y="15"/>
                  <a:pt x="10" y="15"/>
                </a:cubicBezTo>
                <a:cubicBezTo>
                  <a:pt x="5" y="21"/>
                  <a:pt x="5" y="21"/>
                  <a:pt x="5" y="21"/>
                </a:cubicBezTo>
                <a:cubicBezTo>
                  <a:pt x="4" y="21"/>
                  <a:pt x="4" y="21"/>
                  <a:pt x="3" y="21"/>
                </a:cubicBezTo>
                <a:cubicBezTo>
                  <a:pt x="3" y="21"/>
                  <a:pt x="2" y="21"/>
                  <a:pt x="2" y="21"/>
                </a:cubicBezTo>
                <a:cubicBezTo>
                  <a:pt x="1" y="21"/>
                  <a:pt x="0" y="20"/>
                  <a:pt x="0" y="1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1" y="0"/>
                  <a:pt x="22" y="0"/>
                  <a:pt x="22" y="1"/>
                </a:cubicBezTo>
                <a:cubicBezTo>
                  <a:pt x="22" y="2"/>
                  <a:pt x="22" y="3"/>
                  <a:pt x="22" y="4"/>
                </a:cubicBezTo>
                <a:cubicBezTo>
                  <a:pt x="16" y="9"/>
                  <a:pt x="16" y="9"/>
                  <a:pt x="16" y="9"/>
                </a:cubicBezTo>
                <a:cubicBezTo>
                  <a:pt x="30" y="23"/>
                  <a:pt x="30" y="23"/>
                  <a:pt x="30" y="23"/>
                </a:cubicBezTo>
                <a:cubicBezTo>
                  <a:pt x="43" y="9"/>
                  <a:pt x="43" y="9"/>
                  <a:pt x="43" y="9"/>
                </a:cubicBezTo>
                <a:cubicBezTo>
                  <a:pt x="38" y="4"/>
                  <a:pt x="38" y="4"/>
                  <a:pt x="38" y="4"/>
                </a:cubicBezTo>
                <a:cubicBezTo>
                  <a:pt x="37" y="3"/>
                  <a:pt x="37" y="2"/>
                  <a:pt x="37" y="1"/>
                </a:cubicBezTo>
                <a:cubicBezTo>
                  <a:pt x="37" y="0"/>
                  <a:pt x="38" y="0"/>
                  <a:pt x="39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20"/>
                  <a:pt x="58" y="21"/>
                  <a:pt x="57" y="21"/>
                </a:cubicBezTo>
                <a:cubicBezTo>
                  <a:pt x="57" y="21"/>
                  <a:pt x="57" y="21"/>
                  <a:pt x="56" y="21"/>
                </a:cubicBezTo>
                <a:cubicBezTo>
                  <a:pt x="56" y="21"/>
                  <a:pt x="55" y="21"/>
                  <a:pt x="55" y="21"/>
                </a:cubicBezTo>
                <a:cubicBezTo>
                  <a:pt x="49" y="15"/>
                  <a:pt x="49" y="15"/>
                  <a:pt x="49" y="15"/>
                </a:cubicBezTo>
                <a:lnTo>
                  <a:pt x="36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11"/>
          <p:cNvSpPr/>
          <p:nvPr/>
        </p:nvSpPr>
        <p:spPr>
          <a:xfrm>
            <a:off x="6426200" y="2855913"/>
            <a:ext cx="198438" cy="198437"/>
          </a:xfrm>
          <a:custGeom>
            <a:rect b="b" l="l" r="r" t="t"/>
            <a:pathLst>
              <a:path extrusionOk="0" h="58" w="58">
                <a:moveTo>
                  <a:pt x="42" y="45"/>
                </a:moveTo>
                <a:cubicBezTo>
                  <a:pt x="42" y="45"/>
                  <a:pt x="42" y="45"/>
                  <a:pt x="41" y="45"/>
                </a:cubicBezTo>
                <a:cubicBezTo>
                  <a:pt x="39" y="45"/>
                  <a:pt x="37" y="45"/>
                  <a:pt x="36" y="43"/>
                </a:cubicBezTo>
                <a:cubicBezTo>
                  <a:pt x="35" y="42"/>
                  <a:pt x="35" y="41"/>
                  <a:pt x="35" y="40"/>
                </a:cubicBezTo>
                <a:cubicBezTo>
                  <a:pt x="32" y="43"/>
                  <a:pt x="28" y="46"/>
                  <a:pt x="23" y="46"/>
                </a:cubicBezTo>
                <a:cubicBezTo>
                  <a:pt x="15" y="46"/>
                  <a:pt x="10" y="41"/>
                  <a:pt x="10" y="32"/>
                </a:cubicBezTo>
                <a:cubicBezTo>
                  <a:pt x="10" y="20"/>
                  <a:pt x="19" y="10"/>
                  <a:pt x="29" y="10"/>
                </a:cubicBezTo>
                <a:cubicBezTo>
                  <a:pt x="33" y="10"/>
                  <a:pt x="37" y="12"/>
                  <a:pt x="39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39" y="12"/>
                  <a:pt x="39" y="12"/>
                  <a:pt x="39" y="12"/>
                </a:cubicBezTo>
                <a:cubicBezTo>
                  <a:pt x="39" y="12"/>
                  <a:pt x="40" y="12"/>
                  <a:pt x="40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5" y="12"/>
                  <a:pt x="45" y="12"/>
                </a:cubicBezTo>
                <a:cubicBezTo>
                  <a:pt x="45" y="12"/>
                  <a:pt x="45" y="13"/>
                  <a:pt x="45" y="13"/>
                </a:cubicBezTo>
                <a:cubicBezTo>
                  <a:pt x="40" y="36"/>
                  <a:pt x="40" y="36"/>
                  <a:pt x="40" y="36"/>
                </a:cubicBezTo>
                <a:cubicBezTo>
                  <a:pt x="40" y="37"/>
                  <a:pt x="40" y="37"/>
                  <a:pt x="40" y="38"/>
                </a:cubicBezTo>
                <a:cubicBezTo>
                  <a:pt x="40" y="40"/>
                  <a:pt x="41" y="40"/>
                  <a:pt x="42" y="40"/>
                </a:cubicBezTo>
                <a:cubicBezTo>
                  <a:pt x="45" y="40"/>
                  <a:pt x="53" y="39"/>
                  <a:pt x="53" y="29"/>
                </a:cubicBezTo>
                <a:cubicBezTo>
                  <a:pt x="53" y="14"/>
                  <a:pt x="44" y="4"/>
                  <a:pt x="29" y="4"/>
                </a:cubicBezTo>
                <a:cubicBezTo>
                  <a:pt x="16" y="4"/>
                  <a:pt x="5" y="15"/>
                  <a:pt x="5" y="29"/>
                </a:cubicBezTo>
                <a:cubicBezTo>
                  <a:pt x="5" y="42"/>
                  <a:pt x="16" y="53"/>
                  <a:pt x="29" y="53"/>
                </a:cubicBezTo>
                <a:cubicBezTo>
                  <a:pt x="34" y="53"/>
                  <a:pt x="40" y="51"/>
                  <a:pt x="44" y="48"/>
                </a:cubicBezTo>
                <a:cubicBezTo>
                  <a:pt x="45" y="47"/>
                  <a:pt x="46" y="47"/>
                  <a:pt x="46" y="48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51"/>
                  <a:pt x="48" y="51"/>
                  <a:pt x="47" y="51"/>
                </a:cubicBezTo>
                <a:cubicBezTo>
                  <a:pt x="42" y="56"/>
                  <a:pt x="36" y="58"/>
                  <a:pt x="29" y="58"/>
                </a:cubicBez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6" y="0"/>
                  <a:pt x="58" y="11"/>
                  <a:pt x="58" y="29"/>
                </a:cubicBezTo>
                <a:cubicBezTo>
                  <a:pt x="58" y="41"/>
                  <a:pt x="50" y="45"/>
                  <a:pt x="42" y="45"/>
                </a:cubicBezTo>
                <a:close/>
                <a:moveTo>
                  <a:pt x="29" y="15"/>
                </a:moveTo>
                <a:cubicBezTo>
                  <a:pt x="23" y="15"/>
                  <a:pt x="16" y="22"/>
                  <a:pt x="16" y="32"/>
                </a:cubicBezTo>
                <a:cubicBezTo>
                  <a:pt x="16" y="37"/>
                  <a:pt x="19" y="41"/>
                  <a:pt x="24" y="41"/>
                </a:cubicBezTo>
                <a:cubicBezTo>
                  <a:pt x="31" y="41"/>
                  <a:pt x="37" y="32"/>
                  <a:pt x="37" y="24"/>
                </a:cubicBezTo>
                <a:cubicBezTo>
                  <a:pt x="37" y="19"/>
                  <a:pt x="34" y="15"/>
                  <a:pt x="29" y="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11"/>
          <p:cNvSpPr/>
          <p:nvPr/>
        </p:nvSpPr>
        <p:spPr>
          <a:xfrm>
            <a:off x="6919913" y="2838450"/>
            <a:ext cx="250825" cy="233363"/>
          </a:xfrm>
          <a:custGeom>
            <a:rect b="b" l="l" r="r" t="t"/>
            <a:pathLst>
              <a:path extrusionOk="0" h="68" w="73">
                <a:moveTo>
                  <a:pt x="73" y="14"/>
                </a:moveTo>
                <a:cubicBezTo>
                  <a:pt x="73" y="19"/>
                  <a:pt x="73" y="19"/>
                  <a:pt x="73" y="19"/>
                </a:cubicBezTo>
                <a:cubicBezTo>
                  <a:pt x="68" y="19"/>
                  <a:pt x="68" y="19"/>
                  <a:pt x="68" y="19"/>
                </a:cubicBezTo>
                <a:cubicBezTo>
                  <a:pt x="68" y="20"/>
                  <a:pt x="67" y="22"/>
                  <a:pt x="65" y="22"/>
                </a:cubicBezTo>
                <a:cubicBezTo>
                  <a:pt x="7" y="22"/>
                  <a:pt x="7" y="22"/>
                  <a:pt x="7" y="22"/>
                </a:cubicBezTo>
                <a:cubicBezTo>
                  <a:pt x="6" y="22"/>
                  <a:pt x="5" y="20"/>
                  <a:pt x="5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4"/>
                  <a:pt x="0" y="14"/>
                  <a:pt x="0" y="14"/>
                </a:cubicBezTo>
                <a:cubicBezTo>
                  <a:pt x="36" y="0"/>
                  <a:pt x="36" y="0"/>
                  <a:pt x="36" y="0"/>
                </a:cubicBezTo>
                <a:lnTo>
                  <a:pt x="73" y="14"/>
                </a:lnTo>
                <a:close/>
                <a:moveTo>
                  <a:pt x="73" y="63"/>
                </a:moveTo>
                <a:cubicBezTo>
                  <a:pt x="73" y="68"/>
                  <a:pt x="73" y="68"/>
                  <a:pt x="73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2"/>
                  <a:pt x="1" y="60"/>
                  <a:pt x="2" y="60"/>
                </a:cubicBezTo>
                <a:cubicBezTo>
                  <a:pt x="70" y="60"/>
                  <a:pt x="70" y="60"/>
                  <a:pt x="70" y="60"/>
                </a:cubicBezTo>
                <a:cubicBezTo>
                  <a:pt x="71" y="60"/>
                  <a:pt x="73" y="62"/>
                  <a:pt x="73" y="63"/>
                </a:cubicBezTo>
                <a:close/>
                <a:moveTo>
                  <a:pt x="19" y="24"/>
                </a:moveTo>
                <a:cubicBezTo>
                  <a:pt x="19" y="53"/>
                  <a:pt x="19" y="53"/>
                  <a:pt x="19" y="53"/>
                </a:cubicBezTo>
                <a:cubicBezTo>
                  <a:pt x="24" y="53"/>
                  <a:pt x="24" y="53"/>
                  <a:pt x="24" y="53"/>
                </a:cubicBezTo>
                <a:cubicBezTo>
                  <a:pt x="24" y="24"/>
                  <a:pt x="24" y="24"/>
                  <a:pt x="24" y="24"/>
                </a:cubicBezTo>
                <a:cubicBezTo>
                  <a:pt x="34" y="24"/>
                  <a:pt x="34" y="24"/>
                  <a:pt x="34" y="24"/>
                </a:cubicBezTo>
                <a:cubicBezTo>
                  <a:pt x="34" y="53"/>
                  <a:pt x="34" y="53"/>
                  <a:pt x="34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9" y="24"/>
                  <a:pt x="39" y="24"/>
                  <a:pt x="39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53"/>
                  <a:pt x="48" y="53"/>
                  <a:pt x="48" y="53"/>
                </a:cubicBezTo>
                <a:cubicBezTo>
                  <a:pt x="53" y="53"/>
                  <a:pt x="53" y="53"/>
                  <a:pt x="53" y="53"/>
                </a:cubicBezTo>
                <a:cubicBezTo>
                  <a:pt x="53" y="24"/>
                  <a:pt x="53" y="24"/>
                  <a:pt x="53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63" y="53"/>
                  <a:pt x="63" y="53"/>
                  <a:pt x="63" y="53"/>
                </a:cubicBezTo>
                <a:cubicBezTo>
                  <a:pt x="65" y="53"/>
                  <a:pt x="65" y="53"/>
                  <a:pt x="65" y="53"/>
                </a:cubicBezTo>
                <a:cubicBezTo>
                  <a:pt x="67" y="53"/>
                  <a:pt x="68" y="54"/>
                  <a:pt x="68" y="56"/>
                </a:cubicBezTo>
                <a:cubicBezTo>
                  <a:pt x="68" y="58"/>
                  <a:pt x="68" y="58"/>
                  <a:pt x="68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5" y="56"/>
                  <a:pt x="5" y="56"/>
                  <a:pt x="5" y="56"/>
                </a:cubicBezTo>
                <a:cubicBezTo>
                  <a:pt x="5" y="54"/>
                  <a:pt x="6" y="53"/>
                  <a:pt x="7" y="53"/>
                </a:cubicBezTo>
                <a:cubicBezTo>
                  <a:pt x="9" y="53"/>
                  <a:pt x="9" y="53"/>
                  <a:pt x="9" y="53"/>
                </a:cubicBezTo>
                <a:cubicBezTo>
                  <a:pt x="9" y="24"/>
                  <a:pt x="9" y="24"/>
                  <a:pt x="9" y="24"/>
                </a:cubicBezTo>
                <a:lnTo>
                  <a:pt x="19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11"/>
          <p:cNvSpPr/>
          <p:nvPr/>
        </p:nvSpPr>
        <p:spPr>
          <a:xfrm>
            <a:off x="7413625" y="2868613"/>
            <a:ext cx="203200" cy="168275"/>
          </a:xfrm>
          <a:custGeom>
            <a:rect b="b" l="l" r="r" t="t"/>
            <a:pathLst>
              <a:path extrusionOk="0" h="49" w="59">
                <a:moveTo>
                  <a:pt x="59" y="8"/>
                </a:moveTo>
                <a:cubicBezTo>
                  <a:pt x="59" y="9"/>
                  <a:pt x="58" y="10"/>
                  <a:pt x="56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2" y="10"/>
                  <a:pt x="0" y="9"/>
                  <a:pt x="0" y="8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2"/>
                  <a:pt x="59" y="3"/>
                </a:cubicBezTo>
                <a:lnTo>
                  <a:pt x="59" y="8"/>
                </a:lnTo>
                <a:close/>
                <a:moveTo>
                  <a:pt x="59" y="27"/>
                </a:moveTo>
                <a:cubicBezTo>
                  <a:pt x="59" y="28"/>
                  <a:pt x="58" y="30"/>
                  <a:pt x="56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2" y="30"/>
                  <a:pt x="0" y="28"/>
                  <a:pt x="0" y="27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2" y="20"/>
                  <a:pt x="3" y="20"/>
                </a:cubicBezTo>
                <a:cubicBezTo>
                  <a:pt x="56" y="20"/>
                  <a:pt x="56" y="20"/>
                  <a:pt x="56" y="20"/>
                </a:cubicBezTo>
                <a:cubicBezTo>
                  <a:pt x="58" y="20"/>
                  <a:pt x="59" y="21"/>
                  <a:pt x="59" y="22"/>
                </a:cubicBezTo>
                <a:lnTo>
                  <a:pt x="59" y="27"/>
                </a:lnTo>
                <a:close/>
                <a:moveTo>
                  <a:pt x="59" y="47"/>
                </a:moveTo>
                <a:cubicBezTo>
                  <a:pt x="59" y="48"/>
                  <a:pt x="58" y="49"/>
                  <a:pt x="56" y="49"/>
                </a:cubicBezTo>
                <a:cubicBezTo>
                  <a:pt x="3" y="49"/>
                  <a:pt x="3" y="49"/>
                  <a:pt x="3" y="49"/>
                </a:cubicBezTo>
                <a:cubicBezTo>
                  <a:pt x="2" y="49"/>
                  <a:pt x="0" y="48"/>
                  <a:pt x="0" y="47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0"/>
                  <a:pt x="2" y="39"/>
                  <a:pt x="3" y="39"/>
                </a:cubicBezTo>
                <a:cubicBezTo>
                  <a:pt x="56" y="39"/>
                  <a:pt x="56" y="39"/>
                  <a:pt x="56" y="39"/>
                </a:cubicBezTo>
                <a:cubicBezTo>
                  <a:pt x="58" y="39"/>
                  <a:pt x="59" y="40"/>
                  <a:pt x="59" y="42"/>
                </a:cubicBezTo>
                <a:lnTo>
                  <a:pt x="59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11"/>
          <p:cNvSpPr/>
          <p:nvPr/>
        </p:nvSpPr>
        <p:spPr>
          <a:xfrm>
            <a:off x="7918450" y="2838450"/>
            <a:ext cx="215900" cy="233363"/>
          </a:xfrm>
          <a:custGeom>
            <a:rect b="b" l="l" r="r" t="t"/>
            <a:pathLst>
              <a:path extrusionOk="0" h="68" w="63">
                <a:moveTo>
                  <a:pt x="5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63"/>
                  <a:pt x="37" y="68"/>
                  <a:pt x="31" y="68"/>
                </a:cubicBezTo>
                <a:cubicBezTo>
                  <a:pt x="26" y="68"/>
                  <a:pt x="22" y="63"/>
                  <a:pt x="22" y="58"/>
                </a:cubicBezTo>
                <a:cubicBezTo>
                  <a:pt x="5" y="58"/>
                  <a:pt x="5" y="58"/>
                  <a:pt x="5" y="58"/>
                </a:cubicBezTo>
                <a:cubicBezTo>
                  <a:pt x="2" y="58"/>
                  <a:pt x="0" y="56"/>
                  <a:pt x="0" y="53"/>
                </a:cubicBezTo>
                <a:cubicBezTo>
                  <a:pt x="5" y="48"/>
                  <a:pt x="12" y="40"/>
                  <a:pt x="12" y="22"/>
                </a:cubicBezTo>
                <a:cubicBezTo>
                  <a:pt x="12" y="14"/>
                  <a:pt x="18" y="6"/>
                  <a:pt x="28" y="5"/>
                </a:cubicBezTo>
                <a:cubicBezTo>
                  <a:pt x="28" y="4"/>
                  <a:pt x="28" y="4"/>
                  <a:pt x="28" y="3"/>
                </a:cubicBezTo>
                <a:cubicBezTo>
                  <a:pt x="28" y="1"/>
                  <a:pt x="29" y="0"/>
                  <a:pt x="31" y="0"/>
                </a:cubicBezTo>
                <a:cubicBezTo>
                  <a:pt x="33" y="0"/>
                  <a:pt x="35" y="1"/>
                  <a:pt x="35" y="3"/>
                </a:cubicBezTo>
                <a:cubicBezTo>
                  <a:pt x="35" y="4"/>
                  <a:pt x="35" y="4"/>
                  <a:pt x="35" y="5"/>
                </a:cubicBezTo>
                <a:cubicBezTo>
                  <a:pt x="45" y="6"/>
                  <a:pt x="51" y="14"/>
                  <a:pt x="51" y="22"/>
                </a:cubicBezTo>
                <a:cubicBezTo>
                  <a:pt x="51" y="40"/>
                  <a:pt x="57" y="48"/>
                  <a:pt x="63" y="53"/>
                </a:cubicBezTo>
                <a:cubicBezTo>
                  <a:pt x="63" y="56"/>
                  <a:pt x="61" y="58"/>
                  <a:pt x="58" y="58"/>
                </a:cubicBezTo>
                <a:close/>
                <a:moveTo>
                  <a:pt x="31" y="63"/>
                </a:moveTo>
                <a:cubicBezTo>
                  <a:pt x="28" y="63"/>
                  <a:pt x="26" y="61"/>
                  <a:pt x="26" y="58"/>
                </a:cubicBezTo>
                <a:cubicBezTo>
                  <a:pt x="26" y="58"/>
                  <a:pt x="26" y="57"/>
                  <a:pt x="25" y="57"/>
                </a:cubicBezTo>
                <a:cubicBezTo>
                  <a:pt x="25" y="57"/>
                  <a:pt x="25" y="58"/>
                  <a:pt x="25" y="58"/>
                </a:cubicBezTo>
                <a:cubicBezTo>
                  <a:pt x="25" y="62"/>
                  <a:pt x="28" y="65"/>
                  <a:pt x="31" y="65"/>
                </a:cubicBezTo>
                <a:cubicBezTo>
                  <a:pt x="32" y="65"/>
                  <a:pt x="32" y="64"/>
                  <a:pt x="32" y="64"/>
                </a:cubicBezTo>
                <a:cubicBezTo>
                  <a:pt x="32" y="64"/>
                  <a:pt x="32" y="63"/>
                  <a:pt x="31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11"/>
          <p:cNvSpPr/>
          <p:nvPr/>
        </p:nvSpPr>
        <p:spPr>
          <a:xfrm>
            <a:off x="8402638" y="2868613"/>
            <a:ext cx="298450" cy="168275"/>
          </a:xfrm>
          <a:custGeom>
            <a:rect b="b" l="l" r="r" t="t"/>
            <a:pathLst>
              <a:path extrusionOk="0" h="49" w="87">
                <a:moveTo>
                  <a:pt x="70" y="49"/>
                </a:moveTo>
                <a:cubicBezTo>
                  <a:pt x="61" y="49"/>
                  <a:pt x="53" y="41"/>
                  <a:pt x="53" y="32"/>
                </a:cubicBezTo>
                <a:cubicBezTo>
                  <a:pt x="53" y="27"/>
                  <a:pt x="55" y="22"/>
                  <a:pt x="59" y="19"/>
                </a:cubicBezTo>
                <a:cubicBezTo>
                  <a:pt x="56" y="16"/>
                  <a:pt x="56" y="16"/>
                  <a:pt x="56" y="16"/>
                </a:cubicBezTo>
                <a:cubicBezTo>
                  <a:pt x="43" y="33"/>
                  <a:pt x="43" y="33"/>
                  <a:pt x="43" y="33"/>
                </a:cubicBezTo>
                <a:cubicBezTo>
                  <a:pt x="43" y="34"/>
                  <a:pt x="42" y="34"/>
                  <a:pt x="41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2" y="43"/>
                  <a:pt x="25" y="49"/>
                  <a:pt x="17" y="49"/>
                </a:cubicBezTo>
                <a:cubicBezTo>
                  <a:pt x="7" y="49"/>
                  <a:pt x="0" y="41"/>
                  <a:pt x="0" y="32"/>
                </a:cubicBezTo>
                <a:cubicBezTo>
                  <a:pt x="0" y="23"/>
                  <a:pt x="7" y="15"/>
                  <a:pt x="17" y="15"/>
                </a:cubicBezTo>
                <a:cubicBezTo>
                  <a:pt x="20" y="15"/>
                  <a:pt x="23" y="16"/>
                  <a:pt x="25" y="17"/>
                </a:cubicBezTo>
                <a:cubicBezTo>
                  <a:pt x="30" y="10"/>
                  <a:pt x="30" y="10"/>
                  <a:pt x="30" y="10"/>
                </a:cubicBezTo>
                <a:cubicBezTo>
                  <a:pt x="22" y="10"/>
                  <a:pt x="22" y="10"/>
                  <a:pt x="22" y="10"/>
                </a:cubicBezTo>
                <a:cubicBezTo>
                  <a:pt x="20" y="10"/>
                  <a:pt x="19" y="9"/>
                  <a:pt x="19" y="8"/>
                </a:cubicBezTo>
                <a:cubicBezTo>
                  <a:pt x="19" y="6"/>
                  <a:pt x="20" y="5"/>
                  <a:pt x="22" y="5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10"/>
                  <a:pt x="36" y="10"/>
                  <a:pt x="36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49" y="5"/>
                  <a:pt x="49" y="5"/>
                  <a:pt x="49" y="5"/>
                </a:cubicBezTo>
                <a:cubicBezTo>
                  <a:pt x="41" y="5"/>
                  <a:pt x="41" y="5"/>
                  <a:pt x="41" y="5"/>
                </a:cubicBezTo>
                <a:cubicBezTo>
                  <a:pt x="40" y="5"/>
                  <a:pt x="39" y="4"/>
                  <a:pt x="39" y="3"/>
                </a:cubicBezTo>
                <a:cubicBezTo>
                  <a:pt x="39" y="2"/>
                  <a:pt x="40" y="0"/>
                  <a:pt x="41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0"/>
                  <a:pt x="52" y="1"/>
                  <a:pt x="53" y="1"/>
                </a:cubicBezTo>
                <a:cubicBezTo>
                  <a:pt x="63" y="17"/>
                  <a:pt x="63" y="17"/>
                  <a:pt x="63" y="17"/>
                </a:cubicBezTo>
                <a:cubicBezTo>
                  <a:pt x="65" y="16"/>
                  <a:pt x="68" y="15"/>
                  <a:pt x="70" y="15"/>
                </a:cubicBezTo>
                <a:cubicBezTo>
                  <a:pt x="80" y="15"/>
                  <a:pt x="87" y="23"/>
                  <a:pt x="87" y="32"/>
                </a:cubicBezTo>
                <a:cubicBezTo>
                  <a:pt x="87" y="41"/>
                  <a:pt x="80" y="49"/>
                  <a:pt x="70" y="49"/>
                </a:cubicBezTo>
                <a:close/>
                <a:moveTo>
                  <a:pt x="17" y="34"/>
                </a:moveTo>
                <a:cubicBezTo>
                  <a:pt x="15" y="34"/>
                  <a:pt x="14" y="32"/>
                  <a:pt x="15" y="31"/>
                </a:cubicBezTo>
                <a:cubicBezTo>
                  <a:pt x="22" y="21"/>
                  <a:pt x="22" y="21"/>
                  <a:pt x="22" y="21"/>
                </a:cubicBezTo>
                <a:cubicBezTo>
                  <a:pt x="20" y="20"/>
                  <a:pt x="19" y="20"/>
                  <a:pt x="17" y="20"/>
                </a:cubicBezTo>
                <a:cubicBezTo>
                  <a:pt x="10" y="20"/>
                  <a:pt x="5" y="25"/>
                  <a:pt x="5" y="32"/>
                </a:cubicBezTo>
                <a:cubicBezTo>
                  <a:pt x="5" y="39"/>
                  <a:pt x="10" y="44"/>
                  <a:pt x="17" y="44"/>
                </a:cubicBezTo>
                <a:cubicBezTo>
                  <a:pt x="23" y="44"/>
                  <a:pt x="28" y="40"/>
                  <a:pt x="29" y="34"/>
                </a:cubicBezTo>
                <a:lnTo>
                  <a:pt x="17" y="34"/>
                </a:lnTo>
                <a:close/>
                <a:moveTo>
                  <a:pt x="29" y="30"/>
                </a:moveTo>
                <a:cubicBezTo>
                  <a:pt x="28" y="27"/>
                  <a:pt x="27" y="26"/>
                  <a:pt x="26" y="24"/>
                </a:cubicBezTo>
                <a:cubicBezTo>
                  <a:pt x="22" y="30"/>
                  <a:pt x="22" y="30"/>
                  <a:pt x="22" y="30"/>
                </a:cubicBezTo>
                <a:lnTo>
                  <a:pt x="29" y="30"/>
                </a:lnTo>
                <a:close/>
                <a:moveTo>
                  <a:pt x="51" y="15"/>
                </a:moveTo>
                <a:cubicBezTo>
                  <a:pt x="33" y="15"/>
                  <a:pt x="33" y="15"/>
                  <a:pt x="33" y="15"/>
                </a:cubicBezTo>
                <a:cubicBezTo>
                  <a:pt x="29" y="20"/>
                  <a:pt x="29" y="20"/>
                  <a:pt x="29" y="20"/>
                </a:cubicBezTo>
                <a:cubicBezTo>
                  <a:pt x="31" y="23"/>
                  <a:pt x="33" y="26"/>
                  <a:pt x="34" y="30"/>
                </a:cubicBezTo>
                <a:cubicBezTo>
                  <a:pt x="40" y="30"/>
                  <a:pt x="40" y="30"/>
                  <a:pt x="40" y="30"/>
                </a:cubicBezTo>
                <a:lnTo>
                  <a:pt x="51" y="15"/>
                </a:lnTo>
                <a:close/>
                <a:moveTo>
                  <a:pt x="70" y="20"/>
                </a:moveTo>
                <a:cubicBezTo>
                  <a:pt x="69" y="20"/>
                  <a:pt x="67" y="20"/>
                  <a:pt x="66" y="21"/>
                </a:cubicBezTo>
                <a:cubicBezTo>
                  <a:pt x="72" y="31"/>
                  <a:pt x="72" y="31"/>
                  <a:pt x="72" y="31"/>
                </a:cubicBezTo>
                <a:cubicBezTo>
                  <a:pt x="73" y="32"/>
                  <a:pt x="73" y="33"/>
                  <a:pt x="72" y="34"/>
                </a:cubicBezTo>
                <a:cubicBezTo>
                  <a:pt x="71" y="34"/>
                  <a:pt x="71" y="34"/>
                  <a:pt x="70" y="34"/>
                </a:cubicBezTo>
                <a:cubicBezTo>
                  <a:pt x="69" y="34"/>
                  <a:pt x="69" y="34"/>
                  <a:pt x="68" y="33"/>
                </a:cubicBezTo>
                <a:cubicBezTo>
                  <a:pt x="62" y="23"/>
                  <a:pt x="62" y="23"/>
                  <a:pt x="62" y="23"/>
                </a:cubicBezTo>
                <a:cubicBezTo>
                  <a:pt x="59" y="26"/>
                  <a:pt x="58" y="29"/>
                  <a:pt x="58" y="32"/>
                </a:cubicBezTo>
                <a:cubicBezTo>
                  <a:pt x="58" y="39"/>
                  <a:pt x="64" y="44"/>
                  <a:pt x="70" y="44"/>
                </a:cubicBezTo>
                <a:cubicBezTo>
                  <a:pt x="77" y="44"/>
                  <a:pt x="82" y="39"/>
                  <a:pt x="82" y="32"/>
                </a:cubicBezTo>
                <a:cubicBezTo>
                  <a:pt x="82" y="25"/>
                  <a:pt x="77" y="20"/>
                  <a:pt x="70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11"/>
          <p:cNvSpPr/>
          <p:nvPr/>
        </p:nvSpPr>
        <p:spPr>
          <a:xfrm>
            <a:off x="8843963" y="2855913"/>
            <a:ext cx="200025" cy="198437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1"/>
                </a:moveTo>
                <a:cubicBezTo>
                  <a:pt x="46" y="10"/>
                  <a:pt x="44" y="9"/>
                  <a:pt x="42" y="8"/>
                </a:cubicBezTo>
                <a:cubicBezTo>
                  <a:pt x="36" y="6"/>
                  <a:pt x="30" y="6"/>
                  <a:pt x="23" y="7"/>
                </a:cubicBezTo>
                <a:cubicBezTo>
                  <a:pt x="20" y="7"/>
                  <a:pt x="18" y="7"/>
                  <a:pt x="15" y="8"/>
                </a:cubicBezTo>
                <a:cubicBezTo>
                  <a:pt x="13" y="9"/>
                  <a:pt x="10" y="10"/>
                  <a:pt x="10" y="13"/>
                </a:cubicBezTo>
                <a:cubicBezTo>
                  <a:pt x="10" y="18"/>
                  <a:pt x="11" y="24"/>
                  <a:pt x="12" y="30"/>
                </a:cubicBezTo>
                <a:cubicBezTo>
                  <a:pt x="13" y="31"/>
                  <a:pt x="13" y="33"/>
                  <a:pt x="14" y="34"/>
                </a:cubicBezTo>
                <a:cubicBezTo>
                  <a:pt x="17" y="37"/>
                  <a:pt x="21" y="38"/>
                  <a:pt x="25" y="38"/>
                </a:cubicBezTo>
                <a:cubicBezTo>
                  <a:pt x="31" y="39"/>
                  <a:pt x="36" y="38"/>
                  <a:pt x="42" y="36"/>
                </a:cubicBezTo>
                <a:cubicBezTo>
                  <a:pt x="43" y="35"/>
                  <a:pt x="45" y="34"/>
                  <a:pt x="45" y="32"/>
                </a:cubicBezTo>
                <a:cubicBezTo>
                  <a:pt x="46" y="26"/>
                  <a:pt x="47" y="20"/>
                  <a:pt x="48" y="14"/>
                </a:cubicBezTo>
                <a:cubicBezTo>
                  <a:pt x="48" y="13"/>
                  <a:pt x="48" y="12"/>
                  <a:pt x="48" y="11"/>
                </a:cubicBezTo>
                <a:close/>
                <a:moveTo>
                  <a:pt x="43" y="38"/>
                </a:moveTo>
                <a:cubicBezTo>
                  <a:pt x="35" y="43"/>
                  <a:pt x="23" y="43"/>
                  <a:pt x="15" y="38"/>
                </a:cubicBezTo>
                <a:cubicBezTo>
                  <a:pt x="15" y="38"/>
                  <a:pt x="15" y="38"/>
                  <a:pt x="15" y="38"/>
                </a:cubicBezTo>
                <a:cubicBezTo>
                  <a:pt x="14" y="38"/>
                  <a:pt x="14" y="38"/>
                  <a:pt x="14" y="38"/>
                </a:cubicBezTo>
                <a:cubicBezTo>
                  <a:pt x="15" y="41"/>
                  <a:pt x="15" y="44"/>
                  <a:pt x="16" y="46"/>
                </a:cubicBezTo>
                <a:cubicBezTo>
                  <a:pt x="17" y="49"/>
                  <a:pt x="21" y="50"/>
                  <a:pt x="24" y="50"/>
                </a:cubicBezTo>
                <a:cubicBezTo>
                  <a:pt x="29" y="51"/>
                  <a:pt x="35" y="51"/>
                  <a:pt x="40" y="48"/>
                </a:cubicBezTo>
                <a:cubicBezTo>
                  <a:pt x="43" y="47"/>
                  <a:pt x="42" y="43"/>
                  <a:pt x="43" y="41"/>
                </a:cubicBezTo>
                <a:cubicBezTo>
                  <a:pt x="43" y="40"/>
                  <a:pt x="44" y="38"/>
                  <a:pt x="43" y="38"/>
                </a:cubicBezTo>
                <a:close/>
                <a:moveTo>
                  <a:pt x="35" y="14"/>
                </a:moveTo>
                <a:cubicBezTo>
                  <a:pt x="31" y="15"/>
                  <a:pt x="27" y="15"/>
                  <a:pt x="23" y="14"/>
                </a:cubicBezTo>
                <a:cubicBezTo>
                  <a:pt x="21" y="14"/>
                  <a:pt x="18" y="14"/>
                  <a:pt x="16" y="12"/>
                </a:cubicBezTo>
                <a:cubicBezTo>
                  <a:pt x="17" y="11"/>
                  <a:pt x="19" y="10"/>
                  <a:pt x="21" y="10"/>
                </a:cubicBezTo>
                <a:cubicBezTo>
                  <a:pt x="26" y="9"/>
                  <a:pt x="31" y="9"/>
                  <a:pt x="36" y="10"/>
                </a:cubicBezTo>
                <a:cubicBezTo>
                  <a:pt x="38" y="10"/>
                  <a:pt x="40" y="11"/>
                  <a:pt x="42" y="12"/>
                </a:cubicBezTo>
                <a:cubicBezTo>
                  <a:pt x="40" y="14"/>
                  <a:pt x="37" y="14"/>
                  <a:pt x="35" y="14"/>
                </a:cubicBezTo>
                <a:close/>
                <a:moveTo>
                  <a:pt x="29" y="34"/>
                </a:moveTo>
                <a:cubicBezTo>
                  <a:pt x="26" y="34"/>
                  <a:pt x="23" y="32"/>
                  <a:pt x="23" y="28"/>
                </a:cubicBezTo>
                <a:cubicBezTo>
                  <a:pt x="23" y="26"/>
                  <a:pt x="24" y="23"/>
                  <a:pt x="27" y="22"/>
                </a:cubicBezTo>
                <a:cubicBezTo>
                  <a:pt x="30" y="21"/>
                  <a:pt x="34" y="23"/>
                  <a:pt x="35" y="27"/>
                </a:cubicBezTo>
                <a:cubicBezTo>
                  <a:pt x="35" y="30"/>
                  <a:pt x="33" y="34"/>
                  <a:pt x="29" y="34"/>
                </a:cubicBezTo>
                <a:close/>
                <a:moveTo>
                  <a:pt x="27" y="25"/>
                </a:moveTo>
                <a:cubicBezTo>
                  <a:pt x="25" y="26"/>
                  <a:pt x="25" y="30"/>
                  <a:pt x="28" y="31"/>
                </a:cubicBezTo>
                <a:cubicBezTo>
                  <a:pt x="29" y="32"/>
                  <a:pt x="32" y="30"/>
                  <a:pt x="32" y="28"/>
                </a:cubicBezTo>
                <a:cubicBezTo>
                  <a:pt x="32" y="26"/>
                  <a:pt x="29" y="24"/>
                  <a:pt x="27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11"/>
          <p:cNvSpPr/>
          <p:nvPr/>
        </p:nvSpPr>
        <p:spPr>
          <a:xfrm>
            <a:off x="71438" y="3222625"/>
            <a:ext cx="233362" cy="233363"/>
          </a:xfrm>
          <a:custGeom>
            <a:rect b="b" l="l" r="r" t="t"/>
            <a:pathLst>
              <a:path extrusionOk="0" h="68" w="68">
                <a:moveTo>
                  <a:pt x="59" y="10"/>
                </a:moveTo>
                <a:cubicBezTo>
                  <a:pt x="50" y="20"/>
                  <a:pt x="50" y="20"/>
                  <a:pt x="50" y="20"/>
                </a:cubicBezTo>
                <a:cubicBezTo>
                  <a:pt x="52" y="22"/>
                  <a:pt x="52" y="22"/>
                  <a:pt x="52" y="22"/>
                </a:cubicBezTo>
                <a:cubicBezTo>
                  <a:pt x="53" y="23"/>
                  <a:pt x="53" y="25"/>
                  <a:pt x="52" y="26"/>
                </a:cubicBezTo>
                <a:cubicBezTo>
                  <a:pt x="50" y="28"/>
                  <a:pt x="50" y="28"/>
                  <a:pt x="50" y="28"/>
                </a:cubicBezTo>
                <a:cubicBezTo>
                  <a:pt x="52" y="32"/>
                  <a:pt x="53" y="36"/>
                  <a:pt x="53" y="41"/>
                </a:cubicBezTo>
                <a:cubicBezTo>
                  <a:pt x="53" y="56"/>
                  <a:pt x="41" y="68"/>
                  <a:pt x="26" y="68"/>
                </a:cubicBezTo>
                <a:cubicBezTo>
                  <a:pt x="12" y="68"/>
                  <a:pt x="0" y="56"/>
                  <a:pt x="0" y="41"/>
                </a:cubicBezTo>
                <a:cubicBezTo>
                  <a:pt x="0" y="26"/>
                  <a:pt x="12" y="14"/>
                  <a:pt x="26" y="14"/>
                </a:cubicBezTo>
                <a:cubicBezTo>
                  <a:pt x="31" y="14"/>
                  <a:pt x="36" y="16"/>
                  <a:pt x="40" y="18"/>
                </a:cubicBezTo>
                <a:cubicBezTo>
                  <a:pt x="42" y="15"/>
                  <a:pt x="42" y="15"/>
                  <a:pt x="42" y="15"/>
                </a:cubicBezTo>
                <a:cubicBezTo>
                  <a:pt x="43" y="14"/>
                  <a:pt x="44" y="14"/>
                  <a:pt x="45" y="15"/>
                </a:cubicBezTo>
                <a:cubicBezTo>
                  <a:pt x="48" y="18"/>
                  <a:pt x="48" y="18"/>
                  <a:pt x="48" y="18"/>
                </a:cubicBezTo>
                <a:cubicBezTo>
                  <a:pt x="57" y="9"/>
                  <a:pt x="57" y="9"/>
                  <a:pt x="57" y="9"/>
                </a:cubicBezTo>
                <a:lnTo>
                  <a:pt x="59" y="10"/>
                </a:lnTo>
                <a:close/>
                <a:moveTo>
                  <a:pt x="18" y="21"/>
                </a:moveTo>
                <a:cubicBezTo>
                  <a:pt x="13" y="23"/>
                  <a:pt x="8" y="27"/>
                  <a:pt x="6" y="33"/>
                </a:cubicBezTo>
                <a:cubicBezTo>
                  <a:pt x="6" y="34"/>
                  <a:pt x="6" y="35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9" y="36"/>
                  <a:pt x="10" y="36"/>
                  <a:pt x="11" y="35"/>
                </a:cubicBezTo>
                <a:cubicBezTo>
                  <a:pt x="12" y="30"/>
                  <a:pt x="16" y="27"/>
                  <a:pt x="20" y="25"/>
                </a:cubicBezTo>
                <a:cubicBezTo>
                  <a:pt x="21" y="25"/>
                  <a:pt x="22" y="23"/>
                  <a:pt x="21" y="22"/>
                </a:cubicBezTo>
                <a:cubicBezTo>
                  <a:pt x="21" y="21"/>
                  <a:pt x="20" y="20"/>
                  <a:pt x="18" y="21"/>
                </a:cubicBezTo>
                <a:close/>
                <a:moveTo>
                  <a:pt x="57" y="7"/>
                </a:moveTo>
                <a:cubicBezTo>
                  <a:pt x="56" y="7"/>
                  <a:pt x="56" y="7"/>
                  <a:pt x="56" y="6"/>
                </a:cubicBezTo>
                <a:cubicBezTo>
                  <a:pt x="52" y="3"/>
                  <a:pt x="52" y="3"/>
                  <a:pt x="52" y="3"/>
                </a:cubicBezTo>
                <a:cubicBezTo>
                  <a:pt x="52" y="2"/>
                  <a:pt x="52" y="2"/>
                  <a:pt x="52" y="1"/>
                </a:cubicBezTo>
                <a:cubicBezTo>
                  <a:pt x="53" y="1"/>
                  <a:pt x="54" y="1"/>
                  <a:pt x="54" y="1"/>
                </a:cubicBezTo>
                <a:cubicBezTo>
                  <a:pt x="58" y="5"/>
                  <a:pt x="58" y="5"/>
                  <a:pt x="58" y="5"/>
                </a:cubicBezTo>
                <a:cubicBezTo>
                  <a:pt x="58" y="5"/>
                  <a:pt x="58" y="6"/>
                  <a:pt x="58" y="6"/>
                </a:cubicBezTo>
                <a:cubicBezTo>
                  <a:pt x="57" y="7"/>
                  <a:pt x="57" y="7"/>
                  <a:pt x="57" y="7"/>
                </a:cubicBezTo>
                <a:close/>
                <a:moveTo>
                  <a:pt x="61" y="5"/>
                </a:moveTo>
                <a:cubicBezTo>
                  <a:pt x="61" y="5"/>
                  <a:pt x="60" y="6"/>
                  <a:pt x="59" y="6"/>
                </a:cubicBezTo>
                <a:cubicBezTo>
                  <a:pt x="59" y="6"/>
                  <a:pt x="58" y="5"/>
                  <a:pt x="58" y="5"/>
                </a:cubicBezTo>
                <a:cubicBezTo>
                  <a:pt x="58" y="1"/>
                  <a:pt x="58" y="1"/>
                  <a:pt x="58" y="1"/>
                </a:cubicBezTo>
                <a:cubicBezTo>
                  <a:pt x="58" y="0"/>
                  <a:pt x="59" y="0"/>
                  <a:pt x="59" y="0"/>
                </a:cubicBezTo>
                <a:cubicBezTo>
                  <a:pt x="60" y="0"/>
                  <a:pt x="61" y="0"/>
                  <a:pt x="61" y="1"/>
                </a:cubicBezTo>
                <a:lnTo>
                  <a:pt x="61" y="5"/>
                </a:lnTo>
                <a:close/>
                <a:moveTo>
                  <a:pt x="63" y="6"/>
                </a:moveTo>
                <a:cubicBezTo>
                  <a:pt x="63" y="7"/>
                  <a:pt x="62" y="7"/>
                  <a:pt x="62" y="7"/>
                </a:cubicBezTo>
                <a:cubicBezTo>
                  <a:pt x="62" y="7"/>
                  <a:pt x="61" y="7"/>
                  <a:pt x="61" y="6"/>
                </a:cubicBezTo>
                <a:cubicBezTo>
                  <a:pt x="61" y="6"/>
                  <a:pt x="61" y="5"/>
                  <a:pt x="61" y="5"/>
                </a:cubicBezTo>
                <a:cubicBezTo>
                  <a:pt x="64" y="1"/>
                  <a:pt x="64" y="1"/>
                  <a:pt x="64" y="1"/>
                </a:cubicBezTo>
                <a:cubicBezTo>
                  <a:pt x="65" y="1"/>
                  <a:pt x="66" y="1"/>
                  <a:pt x="66" y="1"/>
                </a:cubicBezTo>
                <a:cubicBezTo>
                  <a:pt x="67" y="2"/>
                  <a:pt x="67" y="2"/>
                  <a:pt x="66" y="3"/>
                </a:cubicBezTo>
                <a:lnTo>
                  <a:pt x="63" y="6"/>
                </a:lnTo>
                <a:close/>
                <a:moveTo>
                  <a:pt x="65" y="15"/>
                </a:moveTo>
                <a:cubicBezTo>
                  <a:pt x="65" y="15"/>
                  <a:pt x="65" y="15"/>
                  <a:pt x="64" y="15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1"/>
                  <a:pt x="61" y="10"/>
                  <a:pt x="61" y="10"/>
                </a:cubicBezTo>
                <a:cubicBezTo>
                  <a:pt x="62" y="9"/>
                  <a:pt x="62" y="9"/>
                  <a:pt x="63" y="10"/>
                </a:cubicBezTo>
                <a:cubicBezTo>
                  <a:pt x="66" y="13"/>
                  <a:pt x="66" y="13"/>
                  <a:pt x="66" y="13"/>
                </a:cubicBezTo>
                <a:cubicBezTo>
                  <a:pt x="67" y="14"/>
                  <a:pt x="67" y="15"/>
                  <a:pt x="66" y="15"/>
                </a:cubicBezTo>
                <a:cubicBezTo>
                  <a:pt x="66" y="15"/>
                  <a:pt x="66" y="15"/>
                  <a:pt x="65" y="15"/>
                </a:cubicBezTo>
                <a:close/>
                <a:moveTo>
                  <a:pt x="67" y="9"/>
                </a:moveTo>
                <a:cubicBezTo>
                  <a:pt x="63" y="9"/>
                  <a:pt x="63" y="9"/>
                  <a:pt x="63" y="9"/>
                </a:cubicBezTo>
                <a:cubicBezTo>
                  <a:pt x="62" y="9"/>
                  <a:pt x="62" y="9"/>
                  <a:pt x="62" y="8"/>
                </a:cubicBezTo>
                <a:cubicBezTo>
                  <a:pt x="62" y="8"/>
                  <a:pt x="62" y="7"/>
                  <a:pt x="63" y="7"/>
                </a:cubicBezTo>
                <a:cubicBezTo>
                  <a:pt x="67" y="7"/>
                  <a:pt x="67" y="7"/>
                  <a:pt x="67" y="7"/>
                </a:cubicBezTo>
                <a:cubicBezTo>
                  <a:pt x="67" y="7"/>
                  <a:pt x="68" y="8"/>
                  <a:pt x="68" y="8"/>
                </a:cubicBezTo>
                <a:cubicBezTo>
                  <a:pt x="68" y="9"/>
                  <a:pt x="67" y="9"/>
                  <a:pt x="67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11"/>
          <p:cNvSpPr/>
          <p:nvPr/>
        </p:nvSpPr>
        <p:spPr>
          <a:xfrm>
            <a:off x="493713" y="3222625"/>
            <a:ext cx="233362" cy="200025"/>
          </a:xfrm>
          <a:custGeom>
            <a:rect b="b" l="l" r="r" t="t"/>
            <a:pathLst>
              <a:path extrusionOk="0" h="58" w="68">
                <a:moveTo>
                  <a:pt x="68" y="30"/>
                </a:moveTo>
                <a:cubicBezTo>
                  <a:pt x="0" y="30"/>
                  <a:pt x="0" y="30"/>
                  <a:pt x="0" y="3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3" y="9"/>
                  <a:pt x="7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62" y="9"/>
                  <a:pt x="62" y="9"/>
                  <a:pt x="62" y="9"/>
                </a:cubicBezTo>
                <a:cubicBezTo>
                  <a:pt x="66" y="9"/>
                  <a:pt x="68" y="12"/>
                  <a:pt x="68" y="15"/>
                </a:cubicBezTo>
                <a:lnTo>
                  <a:pt x="68" y="30"/>
                </a:lnTo>
                <a:close/>
                <a:moveTo>
                  <a:pt x="68" y="52"/>
                </a:moveTo>
                <a:cubicBezTo>
                  <a:pt x="68" y="55"/>
                  <a:pt x="66" y="58"/>
                  <a:pt x="62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34"/>
                  <a:pt x="0" y="34"/>
                  <a:pt x="0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41"/>
                  <a:pt x="27" y="42"/>
                  <a:pt x="28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2" y="42"/>
                  <a:pt x="43" y="41"/>
                  <a:pt x="43" y="40"/>
                </a:cubicBezTo>
                <a:cubicBezTo>
                  <a:pt x="43" y="34"/>
                  <a:pt x="43" y="34"/>
                  <a:pt x="43" y="34"/>
                </a:cubicBezTo>
                <a:cubicBezTo>
                  <a:pt x="68" y="34"/>
                  <a:pt x="68" y="34"/>
                  <a:pt x="68" y="34"/>
                </a:cubicBezTo>
                <a:lnTo>
                  <a:pt x="68" y="52"/>
                </a:lnTo>
                <a:close/>
                <a:moveTo>
                  <a:pt x="44" y="9"/>
                </a:moveTo>
                <a:cubicBezTo>
                  <a:pt x="44" y="5"/>
                  <a:pt x="44" y="5"/>
                  <a:pt x="44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39" y="39"/>
                </a:moveTo>
                <a:cubicBezTo>
                  <a:pt x="30" y="39"/>
                  <a:pt x="30" y="39"/>
                  <a:pt x="30" y="39"/>
                </a:cubicBezTo>
                <a:cubicBezTo>
                  <a:pt x="30" y="34"/>
                  <a:pt x="30" y="34"/>
                  <a:pt x="30" y="34"/>
                </a:cubicBezTo>
                <a:cubicBezTo>
                  <a:pt x="39" y="34"/>
                  <a:pt x="39" y="34"/>
                  <a:pt x="39" y="34"/>
                </a:cubicBezTo>
                <a:lnTo>
                  <a:pt x="39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11"/>
          <p:cNvSpPr/>
          <p:nvPr/>
        </p:nvSpPr>
        <p:spPr>
          <a:xfrm>
            <a:off x="989013" y="3222625"/>
            <a:ext cx="185737" cy="233363"/>
          </a:xfrm>
          <a:custGeom>
            <a:rect b="b" l="l" r="r" t="t"/>
            <a:pathLst>
              <a:path extrusionOk="0" h="68" w="54">
                <a:moveTo>
                  <a:pt x="54" y="65"/>
                </a:moveTo>
                <a:cubicBezTo>
                  <a:pt x="54" y="67"/>
                  <a:pt x="53" y="68"/>
                  <a:pt x="51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2" y="68"/>
                  <a:pt x="0" y="67"/>
                  <a:pt x="0" y="65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4" y="1"/>
                  <a:pt x="54" y="2"/>
                </a:cubicBezTo>
                <a:lnTo>
                  <a:pt x="54" y="65"/>
                </a:lnTo>
                <a:close/>
                <a:moveTo>
                  <a:pt x="49" y="63"/>
                </a:moveTo>
                <a:cubicBezTo>
                  <a:pt x="49" y="5"/>
                  <a:pt x="49" y="5"/>
                  <a:pt x="49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20" y="63"/>
                  <a:pt x="20" y="63"/>
                  <a:pt x="20" y="63"/>
                </a:cubicBezTo>
                <a:cubicBezTo>
                  <a:pt x="20" y="54"/>
                  <a:pt x="20" y="54"/>
                  <a:pt x="20" y="54"/>
                </a:cubicBezTo>
                <a:cubicBezTo>
                  <a:pt x="20" y="54"/>
                  <a:pt x="20" y="53"/>
                  <a:pt x="21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4" y="53"/>
                  <a:pt x="34" y="54"/>
                  <a:pt x="34" y="54"/>
                </a:cubicBezTo>
                <a:cubicBezTo>
                  <a:pt x="34" y="63"/>
                  <a:pt x="34" y="63"/>
                  <a:pt x="34" y="63"/>
                </a:cubicBezTo>
                <a:lnTo>
                  <a:pt x="49" y="63"/>
                </a:lnTo>
                <a:close/>
                <a:moveTo>
                  <a:pt x="15" y="13"/>
                </a:moveTo>
                <a:cubicBezTo>
                  <a:pt x="15" y="14"/>
                  <a:pt x="14" y="14"/>
                  <a:pt x="14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"/>
                  <a:pt x="10" y="14"/>
                  <a:pt x="10" y="13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10"/>
                  <a:pt x="11" y="9"/>
                  <a:pt x="11" y="9"/>
                </a:cubicBezTo>
                <a:cubicBezTo>
                  <a:pt x="14" y="9"/>
                  <a:pt x="14" y="9"/>
                  <a:pt x="14" y="9"/>
                </a:cubicBezTo>
                <a:cubicBezTo>
                  <a:pt x="14" y="9"/>
                  <a:pt x="15" y="10"/>
                  <a:pt x="15" y="11"/>
                </a:cubicBezTo>
                <a:lnTo>
                  <a:pt x="15" y="13"/>
                </a:lnTo>
                <a:close/>
                <a:moveTo>
                  <a:pt x="15" y="23"/>
                </a:moveTo>
                <a:cubicBezTo>
                  <a:pt x="15" y="23"/>
                  <a:pt x="14" y="24"/>
                  <a:pt x="14" y="24"/>
                </a:cubicBezTo>
                <a:cubicBezTo>
                  <a:pt x="11" y="24"/>
                  <a:pt x="11" y="24"/>
                  <a:pt x="11" y="24"/>
                </a:cubicBezTo>
                <a:cubicBezTo>
                  <a:pt x="11" y="24"/>
                  <a:pt x="10" y="23"/>
                  <a:pt x="10" y="23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0"/>
                  <a:pt x="11" y="19"/>
                  <a:pt x="11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4" y="19"/>
                  <a:pt x="15" y="20"/>
                  <a:pt x="15" y="20"/>
                </a:cubicBezTo>
                <a:lnTo>
                  <a:pt x="15" y="23"/>
                </a:lnTo>
                <a:close/>
                <a:moveTo>
                  <a:pt x="15" y="32"/>
                </a:moveTo>
                <a:cubicBezTo>
                  <a:pt x="15" y="33"/>
                  <a:pt x="14" y="34"/>
                  <a:pt x="14" y="34"/>
                </a:cubicBezTo>
                <a:cubicBezTo>
                  <a:pt x="11" y="34"/>
                  <a:pt x="11" y="34"/>
                  <a:pt x="11" y="34"/>
                </a:cubicBezTo>
                <a:cubicBezTo>
                  <a:pt x="11" y="34"/>
                  <a:pt x="10" y="33"/>
                  <a:pt x="10" y="32"/>
                </a:cubicBezTo>
                <a:cubicBezTo>
                  <a:pt x="10" y="30"/>
                  <a:pt x="10" y="30"/>
                  <a:pt x="10" y="30"/>
                </a:cubicBezTo>
                <a:cubicBezTo>
                  <a:pt x="10" y="29"/>
                  <a:pt x="11" y="29"/>
                  <a:pt x="11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4" y="29"/>
                  <a:pt x="15" y="29"/>
                  <a:pt x="15" y="30"/>
                </a:cubicBezTo>
                <a:lnTo>
                  <a:pt x="15" y="32"/>
                </a:lnTo>
                <a:close/>
                <a:moveTo>
                  <a:pt x="15" y="42"/>
                </a:moveTo>
                <a:cubicBezTo>
                  <a:pt x="15" y="43"/>
                  <a:pt x="14" y="43"/>
                  <a:pt x="14" y="43"/>
                </a:cubicBezTo>
                <a:cubicBezTo>
                  <a:pt x="11" y="43"/>
                  <a:pt x="11" y="43"/>
                  <a:pt x="11" y="43"/>
                </a:cubicBezTo>
                <a:cubicBezTo>
                  <a:pt x="11" y="43"/>
                  <a:pt x="10" y="43"/>
                  <a:pt x="10" y="42"/>
                </a:cubicBezTo>
                <a:cubicBezTo>
                  <a:pt x="10" y="40"/>
                  <a:pt x="10" y="40"/>
                  <a:pt x="10" y="40"/>
                </a:cubicBezTo>
                <a:cubicBezTo>
                  <a:pt x="10" y="39"/>
                  <a:pt x="11" y="39"/>
                  <a:pt x="11" y="39"/>
                </a:cubicBezTo>
                <a:cubicBezTo>
                  <a:pt x="14" y="39"/>
                  <a:pt x="14" y="39"/>
                  <a:pt x="14" y="39"/>
                </a:cubicBezTo>
                <a:cubicBezTo>
                  <a:pt x="14" y="39"/>
                  <a:pt x="15" y="39"/>
                  <a:pt x="15" y="40"/>
                </a:cubicBezTo>
                <a:lnTo>
                  <a:pt x="15" y="42"/>
                </a:lnTo>
                <a:close/>
                <a:moveTo>
                  <a:pt x="15" y="52"/>
                </a:moveTo>
                <a:cubicBezTo>
                  <a:pt x="15" y="53"/>
                  <a:pt x="14" y="53"/>
                  <a:pt x="14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1" y="53"/>
                  <a:pt x="10" y="53"/>
                  <a:pt x="10" y="52"/>
                </a:cubicBezTo>
                <a:cubicBezTo>
                  <a:pt x="10" y="49"/>
                  <a:pt x="10" y="49"/>
                  <a:pt x="10" y="49"/>
                </a:cubicBezTo>
                <a:cubicBezTo>
                  <a:pt x="10" y="49"/>
                  <a:pt x="11" y="48"/>
                  <a:pt x="11" y="48"/>
                </a:cubicBezTo>
                <a:cubicBezTo>
                  <a:pt x="14" y="48"/>
                  <a:pt x="14" y="48"/>
                  <a:pt x="14" y="48"/>
                </a:cubicBezTo>
                <a:cubicBezTo>
                  <a:pt x="14" y="48"/>
                  <a:pt x="15" y="49"/>
                  <a:pt x="15" y="49"/>
                </a:cubicBezTo>
                <a:lnTo>
                  <a:pt x="15" y="52"/>
                </a:lnTo>
                <a:close/>
                <a:moveTo>
                  <a:pt x="25" y="13"/>
                </a:moveTo>
                <a:cubicBezTo>
                  <a:pt x="25" y="14"/>
                  <a:pt x="24" y="14"/>
                  <a:pt x="24" y="14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4"/>
                  <a:pt x="20" y="14"/>
                  <a:pt x="20" y="13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20" y="9"/>
                  <a:pt x="21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9"/>
                  <a:pt x="25" y="10"/>
                  <a:pt x="25" y="11"/>
                </a:cubicBezTo>
                <a:lnTo>
                  <a:pt x="25" y="13"/>
                </a:lnTo>
                <a:close/>
                <a:moveTo>
                  <a:pt x="25" y="23"/>
                </a:moveTo>
                <a:cubicBezTo>
                  <a:pt x="25" y="23"/>
                  <a:pt x="24" y="24"/>
                  <a:pt x="24" y="24"/>
                </a:cubicBezTo>
                <a:cubicBezTo>
                  <a:pt x="21" y="24"/>
                  <a:pt x="21" y="24"/>
                  <a:pt x="21" y="24"/>
                </a:cubicBezTo>
                <a:cubicBezTo>
                  <a:pt x="20" y="24"/>
                  <a:pt x="20" y="23"/>
                  <a:pt x="20" y="23"/>
                </a:cubicBezTo>
                <a:cubicBezTo>
                  <a:pt x="20" y="20"/>
                  <a:pt x="20" y="20"/>
                  <a:pt x="20" y="20"/>
                </a:cubicBezTo>
                <a:cubicBezTo>
                  <a:pt x="20" y="20"/>
                  <a:pt x="20" y="19"/>
                  <a:pt x="21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5" y="20"/>
                  <a:pt x="25" y="20"/>
                </a:cubicBezTo>
                <a:lnTo>
                  <a:pt x="25" y="23"/>
                </a:lnTo>
                <a:close/>
                <a:moveTo>
                  <a:pt x="25" y="32"/>
                </a:moveTo>
                <a:cubicBezTo>
                  <a:pt x="25" y="33"/>
                  <a:pt x="24" y="34"/>
                  <a:pt x="24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0" y="34"/>
                  <a:pt x="20" y="33"/>
                  <a:pt x="20" y="32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29"/>
                  <a:pt x="20" y="29"/>
                  <a:pt x="21" y="29"/>
                </a:cubicBezTo>
                <a:cubicBezTo>
                  <a:pt x="24" y="29"/>
                  <a:pt x="24" y="29"/>
                  <a:pt x="24" y="29"/>
                </a:cubicBezTo>
                <a:cubicBezTo>
                  <a:pt x="24" y="29"/>
                  <a:pt x="25" y="29"/>
                  <a:pt x="25" y="30"/>
                </a:cubicBezTo>
                <a:lnTo>
                  <a:pt x="25" y="32"/>
                </a:lnTo>
                <a:close/>
                <a:moveTo>
                  <a:pt x="25" y="42"/>
                </a:moveTo>
                <a:cubicBezTo>
                  <a:pt x="25" y="43"/>
                  <a:pt x="24" y="43"/>
                  <a:pt x="24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20" y="43"/>
                  <a:pt x="20" y="43"/>
                  <a:pt x="20" y="42"/>
                </a:cubicBezTo>
                <a:cubicBezTo>
                  <a:pt x="20" y="40"/>
                  <a:pt x="20" y="40"/>
                  <a:pt x="20" y="40"/>
                </a:cubicBezTo>
                <a:cubicBezTo>
                  <a:pt x="20" y="39"/>
                  <a:pt x="20" y="39"/>
                  <a:pt x="21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39"/>
                  <a:pt x="25" y="39"/>
                  <a:pt x="25" y="40"/>
                </a:cubicBezTo>
                <a:lnTo>
                  <a:pt x="25" y="42"/>
                </a:lnTo>
                <a:close/>
                <a:moveTo>
                  <a:pt x="34" y="13"/>
                </a:moveTo>
                <a:cubicBezTo>
                  <a:pt x="34" y="14"/>
                  <a:pt x="34" y="14"/>
                  <a:pt x="33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30" y="14"/>
                  <a:pt x="30" y="13"/>
                </a:cubicBezTo>
                <a:cubicBezTo>
                  <a:pt x="30" y="11"/>
                  <a:pt x="30" y="11"/>
                  <a:pt x="30" y="11"/>
                </a:cubicBezTo>
                <a:cubicBezTo>
                  <a:pt x="30" y="10"/>
                  <a:pt x="30" y="9"/>
                  <a:pt x="31" y="9"/>
                </a:cubicBezTo>
                <a:cubicBezTo>
                  <a:pt x="33" y="9"/>
                  <a:pt x="33" y="9"/>
                  <a:pt x="33" y="9"/>
                </a:cubicBezTo>
                <a:cubicBezTo>
                  <a:pt x="34" y="9"/>
                  <a:pt x="34" y="10"/>
                  <a:pt x="34" y="11"/>
                </a:cubicBezTo>
                <a:lnTo>
                  <a:pt x="34" y="13"/>
                </a:lnTo>
                <a:close/>
                <a:moveTo>
                  <a:pt x="34" y="23"/>
                </a:moveTo>
                <a:cubicBezTo>
                  <a:pt x="34" y="23"/>
                  <a:pt x="34" y="24"/>
                  <a:pt x="33" y="24"/>
                </a:cubicBezTo>
                <a:cubicBezTo>
                  <a:pt x="31" y="24"/>
                  <a:pt x="31" y="24"/>
                  <a:pt x="31" y="24"/>
                </a:cubicBezTo>
                <a:cubicBezTo>
                  <a:pt x="30" y="24"/>
                  <a:pt x="30" y="23"/>
                  <a:pt x="30" y="23"/>
                </a:cubicBezTo>
                <a:cubicBezTo>
                  <a:pt x="30" y="20"/>
                  <a:pt x="30" y="20"/>
                  <a:pt x="30" y="20"/>
                </a:cubicBezTo>
                <a:cubicBezTo>
                  <a:pt x="30" y="20"/>
                  <a:pt x="30" y="19"/>
                  <a:pt x="31" y="19"/>
                </a:cubicBezTo>
                <a:cubicBezTo>
                  <a:pt x="33" y="19"/>
                  <a:pt x="33" y="19"/>
                  <a:pt x="33" y="19"/>
                </a:cubicBezTo>
                <a:cubicBezTo>
                  <a:pt x="34" y="19"/>
                  <a:pt x="34" y="20"/>
                  <a:pt x="34" y="20"/>
                </a:cubicBezTo>
                <a:lnTo>
                  <a:pt x="34" y="23"/>
                </a:lnTo>
                <a:close/>
                <a:moveTo>
                  <a:pt x="34" y="32"/>
                </a:moveTo>
                <a:cubicBezTo>
                  <a:pt x="34" y="33"/>
                  <a:pt x="34" y="34"/>
                  <a:pt x="33" y="34"/>
                </a:cubicBezTo>
                <a:cubicBezTo>
                  <a:pt x="31" y="34"/>
                  <a:pt x="31" y="34"/>
                  <a:pt x="31" y="34"/>
                </a:cubicBezTo>
                <a:cubicBezTo>
                  <a:pt x="30" y="34"/>
                  <a:pt x="30" y="33"/>
                  <a:pt x="30" y="32"/>
                </a:cubicBezTo>
                <a:cubicBezTo>
                  <a:pt x="30" y="30"/>
                  <a:pt x="30" y="30"/>
                  <a:pt x="30" y="30"/>
                </a:cubicBezTo>
                <a:cubicBezTo>
                  <a:pt x="30" y="29"/>
                  <a:pt x="30" y="29"/>
                  <a:pt x="31" y="29"/>
                </a:cubicBezTo>
                <a:cubicBezTo>
                  <a:pt x="33" y="29"/>
                  <a:pt x="33" y="29"/>
                  <a:pt x="33" y="29"/>
                </a:cubicBezTo>
                <a:cubicBezTo>
                  <a:pt x="34" y="29"/>
                  <a:pt x="34" y="29"/>
                  <a:pt x="34" y="30"/>
                </a:cubicBezTo>
                <a:lnTo>
                  <a:pt x="34" y="32"/>
                </a:lnTo>
                <a:close/>
                <a:moveTo>
                  <a:pt x="34" y="42"/>
                </a:moveTo>
                <a:cubicBezTo>
                  <a:pt x="34" y="43"/>
                  <a:pt x="34" y="43"/>
                  <a:pt x="33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3"/>
                  <a:pt x="30" y="42"/>
                </a:cubicBezTo>
                <a:cubicBezTo>
                  <a:pt x="30" y="40"/>
                  <a:pt x="30" y="40"/>
                  <a:pt x="30" y="40"/>
                </a:cubicBezTo>
                <a:cubicBezTo>
                  <a:pt x="30" y="39"/>
                  <a:pt x="30" y="39"/>
                  <a:pt x="31" y="39"/>
                </a:cubicBezTo>
                <a:cubicBezTo>
                  <a:pt x="33" y="39"/>
                  <a:pt x="33" y="39"/>
                  <a:pt x="33" y="39"/>
                </a:cubicBezTo>
                <a:cubicBezTo>
                  <a:pt x="34" y="39"/>
                  <a:pt x="34" y="39"/>
                  <a:pt x="34" y="40"/>
                </a:cubicBezTo>
                <a:lnTo>
                  <a:pt x="34" y="42"/>
                </a:lnTo>
                <a:close/>
                <a:moveTo>
                  <a:pt x="44" y="13"/>
                </a:moveTo>
                <a:cubicBezTo>
                  <a:pt x="44" y="14"/>
                  <a:pt x="44" y="14"/>
                  <a:pt x="43" y="14"/>
                </a:cubicBezTo>
                <a:cubicBezTo>
                  <a:pt x="41" y="14"/>
                  <a:pt x="41" y="14"/>
                  <a:pt x="41" y="14"/>
                </a:cubicBezTo>
                <a:cubicBezTo>
                  <a:pt x="40" y="14"/>
                  <a:pt x="39" y="14"/>
                  <a:pt x="39" y="13"/>
                </a:cubicBezTo>
                <a:cubicBezTo>
                  <a:pt x="39" y="11"/>
                  <a:pt x="39" y="11"/>
                  <a:pt x="39" y="11"/>
                </a:cubicBezTo>
                <a:cubicBezTo>
                  <a:pt x="39" y="10"/>
                  <a:pt x="40" y="9"/>
                  <a:pt x="41" y="9"/>
                </a:cubicBezTo>
                <a:cubicBezTo>
                  <a:pt x="43" y="9"/>
                  <a:pt x="43" y="9"/>
                  <a:pt x="43" y="9"/>
                </a:cubicBezTo>
                <a:cubicBezTo>
                  <a:pt x="44" y="9"/>
                  <a:pt x="44" y="10"/>
                  <a:pt x="44" y="11"/>
                </a:cubicBezTo>
                <a:lnTo>
                  <a:pt x="44" y="13"/>
                </a:lnTo>
                <a:close/>
                <a:moveTo>
                  <a:pt x="44" y="23"/>
                </a:moveTo>
                <a:cubicBezTo>
                  <a:pt x="44" y="23"/>
                  <a:pt x="44" y="24"/>
                  <a:pt x="43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4"/>
                  <a:pt x="39" y="23"/>
                  <a:pt x="39" y="23"/>
                </a:cubicBezTo>
                <a:cubicBezTo>
                  <a:pt x="39" y="20"/>
                  <a:pt x="39" y="20"/>
                  <a:pt x="39" y="20"/>
                </a:cubicBezTo>
                <a:cubicBezTo>
                  <a:pt x="39" y="20"/>
                  <a:pt x="40" y="19"/>
                  <a:pt x="41" y="19"/>
                </a:cubicBezTo>
                <a:cubicBezTo>
                  <a:pt x="43" y="19"/>
                  <a:pt x="43" y="19"/>
                  <a:pt x="43" y="19"/>
                </a:cubicBezTo>
                <a:cubicBezTo>
                  <a:pt x="44" y="19"/>
                  <a:pt x="44" y="20"/>
                  <a:pt x="44" y="20"/>
                </a:cubicBezTo>
                <a:lnTo>
                  <a:pt x="44" y="23"/>
                </a:lnTo>
                <a:close/>
                <a:moveTo>
                  <a:pt x="44" y="32"/>
                </a:moveTo>
                <a:cubicBezTo>
                  <a:pt x="44" y="33"/>
                  <a:pt x="44" y="34"/>
                  <a:pt x="43" y="34"/>
                </a:cubicBezTo>
                <a:cubicBezTo>
                  <a:pt x="41" y="34"/>
                  <a:pt x="41" y="34"/>
                  <a:pt x="41" y="34"/>
                </a:cubicBezTo>
                <a:cubicBezTo>
                  <a:pt x="40" y="34"/>
                  <a:pt x="39" y="33"/>
                  <a:pt x="39" y="32"/>
                </a:cubicBezTo>
                <a:cubicBezTo>
                  <a:pt x="39" y="30"/>
                  <a:pt x="39" y="30"/>
                  <a:pt x="39" y="30"/>
                </a:cubicBezTo>
                <a:cubicBezTo>
                  <a:pt x="39" y="29"/>
                  <a:pt x="40" y="29"/>
                  <a:pt x="41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4" y="29"/>
                  <a:pt x="44" y="29"/>
                  <a:pt x="44" y="30"/>
                </a:cubicBezTo>
                <a:lnTo>
                  <a:pt x="44" y="32"/>
                </a:lnTo>
                <a:close/>
                <a:moveTo>
                  <a:pt x="44" y="42"/>
                </a:moveTo>
                <a:cubicBezTo>
                  <a:pt x="44" y="43"/>
                  <a:pt x="44" y="43"/>
                  <a:pt x="43" y="43"/>
                </a:cubicBezTo>
                <a:cubicBezTo>
                  <a:pt x="41" y="43"/>
                  <a:pt x="41" y="43"/>
                  <a:pt x="41" y="43"/>
                </a:cubicBezTo>
                <a:cubicBezTo>
                  <a:pt x="40" y="43"/>
                  <a:pt x="39" y="43"/>
                  <a:pt x="39" y="42"/>
                </a:cubicBezTo>
                <a:cubicBezTo>
                  <a:pt x="39" y="40"/>
                  <a:pt x="39" y="40"/>
                  <a:pt x="39" y="40"/>
                </a:cubicBezTo>
                <a:cubicBezTo>
                  <a:pt x="39" y="39"/>
                  <a:pt x="40" y="39"/>
                  <a:pt x="41" y="39"/>
                </a:cubicBezTo>
                <a:cubicBezTo>
                  <a:pt x="43" y="39"/>
                  <a:pt x="43" y="39"/>
                  <a:pt x="43" y="39"/>
                </a:cubicBezTo>
                <a:cubicBezTo>
                  <a:pt x="44" y="39"/>
                  <a:pt x="44" y="39"/>
                  <a:pt x="44" y="40"/>
                </a:cubicBezTo>
                <a:lnTo>
                  <a:pt x="44" y="42"/>
                </a:lnTo>
                <a:close/>
                <a:moveTo>
                  <a:pt x="44" y="52"/>
                </a:moveTo>
                <a:cubicBezTo>
                  <a:pt x="44" y="53"/>
                  <a:pt x="44" y="53"/>
                  <a:pt x="43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40" y="53"/>
                  <a:pt x="39" y="53"/>
                  <a:pt x="39" y="52"/>
                </a:cubicBezTo>
                <a:cubicBezTo>
                  <a:pt x="39" y="49"/>
                  <a:pt x="39" y="49"/>
                  <a:pt x="39" y="49"/>
                </a:cubicBezTo>
                <a:cubicBezTo>
                  <a:pt x="39" y="49"/>
                  <a:pt x="40" y="48"/>
                  <a:pt x="41" y="48"/>
                </a:cubicBezTo>
                <a:cubicBezTo>
                  <a:pt x="43" y="48"/>
                  <a:pt x="43" y="48"/>
                  <a:pt x="43" y="48"/>
                </a:cubicBezTo>
                <a:cubicBezTo>
                  <a:pt x="44" y="48"/>
                  <a:pt x="44" y="49"/>
                  <a:pt x="44" y="49"/>
                </a:cubicBezTo>
                <a:lnTo>
                  <a:pt x="44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11"/>
          <p:cNvSpPr/>
          <p:nvPr/>
        </p:nvSpPr>
        <p:spPr>
          <a:xfrm>
            <a:off x="1482725" y="3222625"/>
            <a:ext cx="268288" cy="233363"/>
          </a:xfrm>
          <a:custGeom>
            <a:rect b="b" l="l" r="r" t="t"/>
            <a:pathLst>
              <a:path extrusionOk="0" h="68" w="78">
                <a:moveTo>
                  <a:pt x="78" y="42"/>
                </a:moveTo>
                <a:cubicBezTo>
                  <a:pt x="78" y="57"/>
                  <a:pt x="78" y="57"/>
                  <a:pt x="78" y="57"/>
                </a:cubicBezTo>
                <a:cubicBezTo>
                  <a:pt x="78" y="57"/>
                  <a:pt x="77" y="58"/>
                  <a:pt x="76" y="58"/>
                </a:cubicBezTo>
                <a:cubicBezTo>
                  <a:pt x="73" y="58"/>
                  <a:pt x="73" y="58"/>
                  <a:pt x="73" y="58"/>
                </a:cubicBezTo>
                <a:cubicBezTo>
                  <a:pt x="73" y="60"/>
                  <a:pt x="73" y="60"/>
                  <a:pt x="73" y="60"/>
                </a:cubicBezTo>
                <a:cubicBezTo>
                  <a:pt x="73" y="64"/>
                  <a:pt x="69" y="68"/>
                  <a:pt x="65" y="68"/>
                </a:cubicBezTo>
                <a:cubicBezTo>
                  <a:pt x="61" y="68"/>
                  <a:pt x="58" y="64"/>
                  <a:pt x="58" y="60"/>
                </a:cubicBezTo>
                <a:cubicBezTo>
                  <a:pt x="58" y="58"/>
                  <a:pt x="58" y="58"/>
                  <a:pt x="58" y="58"/>
                </a:cubicBezTo>
                <a:cubicBezTo>
                  <a:pt x="19" y="58"/>
                  <a:pt x="19" y="58"/>
                  <a:pt x="19" y="58"/>
                </a:cubicBezTo>
                <a:cubicBezTo>
                  <a:pt x="19" y="60"/>
                  <a:pt x="19" y="60"/>
                  <a:pt x="19" y="60"/>
                </a:cubicBezTo>
                <a:cubicBezTo>
                  <a:pt x="19" y="64"/>
                  <a:pt x="16" y="68"/>
                  <a:pt x="12" y="68"/>
                </a:cubicBezTo>
                <a:cubicBezTo>
                  <a:pt x="8" y="68"/>
                  <a:pt x="5" y="64"/>
                  <a:pt x="5" y="60"/>
                </a:cubicBezTo>
                <a:cubicBezTo>
                  <a:pt x="5" y="58"/>
                  <a:pt x="5" y="58"/>
                  <a:pt x="5" y="58"/>
                </a:cubicBezTo>
                <a:cubicBezTo>
                  <a:pt x="1" y="58"/>
                  <a:pt x="1" y="58"/>
                  <a:pt x="1" y="58"/>
                </a:cubicBezTo>
                <a:cubicBezTo>
                  <a:pt x="0" y="58"/>
                  <a:pt x="0" y="57"/>
                  <a:pt x="0" y="57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38"/>
                  <a:pt x="4" y="34"/>
                  <a:pt x="8" y="34"/>
                </a:cubicBezTo>
                <a:cubicBezTo>
                  <a:pt x="9" y="34"/>
                  <a:pt x="9" y="34"/>
                  <a:pt x="9" y="34"/>
                </a:cubicBezTo>
                <a:cubicBezTo>
                  <a:pt x="13" y="18"/>
                  <a:pt x="13" y="18"/>
                  <a:pt x="13" y="18"/>
                </a:cubicBezTo>
                <a:cubicBezTo>
                  <a:pt x="14" y="13"/>
                  <a:pt x="19" y="9"/>
                  <a:pt x="24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0"/>
                  <a:pt x="29" y="0"/>
                  <a:pt x="3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8" y="0"/>
                  <a:pt x="48" y="0"/>
                  <a:pt x="48" y="1"/>
                </a:cubicBezTo>
                <a:cubicBezTo>
                  <a:pt x="48" y="9"/>
                  <a:pt x="48" y="9"/>
                  <a:pt x="48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8" y="9"/>
                  <a:pt x="63" y="13"/>
                  <a:pt x="64" y="18"/>
                </a:cubicBezTo>
                <a:cubicBezTo>
                  <a:pt x="68" y="34"/>
                  <a:pt x="68" y="34"/>
                  <a:pt x="68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74" y="34"/>
                  <a:pt x="78" y="38"/>
                  <a:pt x="78" y="42"/>
                </a:cubicBezTo>
                <a:close/>
                <a:moveTo>
                  <a:pt x="18" y="46"/>
                </a:moveTo>
                <a:cubicBezTo>
                  <a:pt x="18" y="43"/>
                  <a:pt x="15" y="40"/>
                  <a:pt x="12" y="40"/>
                </a:cubicBezTo>
                <a:cubicBezTo>
                  <a:pt x="9" y="40"/>
                  <a:pt x="6" y="43"/>
                  <a:pt x="6" y="46"/>
                </a:cubicBezTo>
                <a:cubicBezTo>
                  <a:pt x="6" y="49"/>
                  <a:pt x="9" y="52"/>
                  <a:pt x="12" y="52"/>
                </a:cubicBezTo>
                <a:cubicBezTo>
                  <a:pt x="15" y="52"/>
                  <a:pt x="18" y="49"/>
                  <a:pt x="18" y="46"/>
                </a:cubicBezTo>
                <a:close/>
                <a:moveTo>
                  <a:pt x="58" y="34"/>
                </a:moveTo>
                <a:cubicBezTo>
                  <a:pt x="55" y="20"/>
                  <a:pt x="55" y="20"/>
                  <a:pt x="55" y="20"/>
                </a:cubicBezTo>
                <a:cubicBezTo>
                  <a:pt x="54" y="20"/>
                  <a:pt x="54" y="19"/>
                  <a:pt x="53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4" y="19"/>
                  <a:pt x="23" y="20"/>
                  <a:pt x="23" y="20"/>
                </a:cubicBezTo>
                <a:cubicBezTo>
                  <a:pt x="19" y="34"/>
                  <a:pt x="19" y="34"/>
                  <a:pt x="19" y="34"/>
                </a:cubicBezTo>
                <a:lnTo>
                  <a:pt x="58" y="34"/>
                </a:lnTo>
                <a:close/>
                <a:moveTo>
                  <a:pt x="71" y="46"/>
                </a:moveTo>
                <a:cubicBezTo>
                  <a:pt x="71" y="43"/>
                  <a:pt x="69" y="40"/>
                  <a:pt x="65" y="40"/>
                </a:cubicBezTo>
                <a:cubicBezTo>
                  <a:pt x="62" y="40"/>
                  <a:pt x="59" y="43"/>
                  <a:pt x="59" y="46"/>
                </a:cubicBezTo>
                <a:cubicBezTo>
                  <a:pt x="59" y="49"/>
                  <a:pt x="62" y="52"/>
                  <a:pt x="65" y="52"/>
                </a:cubicBezTo>
                <a:cubicBezTo>
                  <a:pt x="69" y="52"/>
                  <a:pt x="71" y="49"/>
                  <a:pt x="71" y="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11"/>
          <p:cNvSpPr/>
          <p:nvPr/>
        </p:nvSpPr>
        <p:spPr>
          <a:xfrm>
            <a:off x="1976438" y="3222625"/>
            <a:ext cx="250825" cy="217488"/>
          </a:xfrm>
          <a:custGeom>
            <a:rect b="b" l="l" r="r" t="t"/>
            <a:pathLst>
              <a:path extrusionOk="0" h="63" w="73">
                <a:moveTo>
                  <a:pt x="73" y="19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8"/>
                  <a:pt x="69" y="63"/>
                  <a:pt x="64" y="63"/>
                </a:cubicBezTo>
                <a:cubicBezTo>
                  <a:pt x="10" y="63"/>
                  <a:pt x="10" y="63"/>
                  <a:pt x="10" y="63"/>
                </a:cubicBezTo>
                <a:cubicBezTo>
                  <a:pt x="5" y="63"/>
                  <a:pt x="0" y="58"/>
                  <a:pt x="0" y="5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4"/>
                  <a:pt x="5" y="9"/>
                  <a:pt x="10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21" y="4"/>
                  <a:pt x="21" y="4"/>
                  <a:pt x="21" y="4"/>
                </a:cubicBezTo>
                <a:cubicBezTo>
                  <a:pt x="22" y="2"/>
                  <a:pt x="25" y="0"/>
                  <a:pt x="27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9" y="0"/>
                  <a:pt x="52" y="2"/>
                  <a:pt x="53" y="4"/>
                </a:cubicBezTo>
                <a:cubicBezTo>
                  <a:pt x="55" y="9"/>
                  <a:pt x="55" y="9"/>
                  <a:pt x="55" y="9"/>
                </a:cubicBezTo>
                <a:cubicBezTo>
                  <a:pt x="64" y="9"/>
                  <a:pt x="64" y="9"/>
                  <a:pt x="64" y="9"/>
                </a:cubicBezTo>
                <a:cubicBezTo>
                  <a:pt x="69" y="9"/>
                  <a:pt x="73" y="14"/>
                  <a:pt x="73" y="19"/>
                </a:cubicBezTo>
                <a:close/>
                <a:moveTo>
                  <a:pt x="54" y="36"/>
                </a:moveTo>
                <a:cubicBezTo>
                  <a:pt x="54" y="27"/>
                  <a:pt x="46" y="19"/>
                  <a:pt x="37" y="19"/>
                </a:cubicBezTo>
                <a:cubicBezTo>
                  <a:pt x="28" y="19"/>
                  <a:pt x="20" y="27"/>
                  <a:pt x="20" y="36"/>
                </a:cubicBezTo>
                <a:cubicBezTo>
                  <a:pt x="20" y="46"/>
                  <a:pt x="28" y="53"/>
                  <a:pt x="37" y="53"/>
                </a:cubicBezTo>
                <a:cubicBezTo>
                  <a:pt x="46" y="53"/>
                  <a:pt x="54" y="46"/>
                  <a:pt x="54" y="36"/>
                </a:cubicBezTo>
                <a:close/>
                <a:moveTo>
                  <a:pt x="48" y="36"/>
                </a:moveTo>
                <a:cubicBezTo>
                  <a:pt x="48" y="42"/>
                  <a:pt x="43" y="47"/>
                  <a:pt x="37" y="47"/>
                </a:cubicBezTo>
                <a:cubicBezTo>
                  <a:pt x="31" y="47"/>
                  <a:pt x="26" y="42"/>
                  <a:pt x="26" y="36"/>
                </a:cubicBezTo>
                <a:cubicBezTo>
                  <a:pt x="26" y="30"/>
                  <a:pt x="31" y="25"/>
                  <a:pt x="37" y="25"/>
                </a:cubicBezTo>
                <a:cubicBezTo>
                  <a:pt x="43" y="25"/>
                  <a:pt x="48" y="30"/>
                  <a:pt x="48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4" name="Google Shape;3004;p11"/>
          <p:cNvSpPr/>
          <p:nvPr/>
        </p:nvSpPr>
        <p:spPr>
          <a:xfrm>
            <a:off x="2481263" y="3271838"/>
            <a:ext cx="76200" cy="133350"/>
          </a:xfrm>
          <a:custGeom>
            <a:rect b="b" l="l" r="r" t="t"/>
            <a:pathLst>
              <a:path extrusionOk="0" h="39" w="22">
                <a:moveTo>
                  <a:pt x="22" y="37"/>
                </a:moveTo>
                <a:cubicBezTo>
                  <a:pt x="22" y="38"/>
                  <a:pt x="21" y="39"/>
                  <a:pt x="19" y="39"/>
                </a:cubicBezTo>
                <a:cubicBezTo>
                  <a:pt x="19" y="39"/>
                  <a:pt x="18" y="39"/>
                  <a:pt x="18" y="38"/>
                </a:cubicBezTo>
                <a:cubicBezTo>
                  <a:pt x="1" y="21"/>
                  <a:pt x="1" y="21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19"/>
                  <a:pt x="0" y="18"/>
                  <a:pt x="1" y="18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9" y="0"/>
                  <a:pt x="19" y="0"/>
                </a:cubicBezTo>
                <a:cubicBezTo>
                  <a:pt x="21" y="0"/>
                  <a:pt x="22" y="1"/>
                  <a:pt x="22" y="3"/>
                </a:cubicBezTo>
                <a:lnTo>
                  <a:pt x="22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11"/>
          <p:cNvSpPr/>
          <p:nvPr/>
        </p:nvSpPr>
        <p:spPr>
          <a:xfrm>
            <a:off x="2965450" y="3240088"/>
            <a:ext cx="200025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8" y="10"/>
                </a:moveTo>
                <a:cubicBezTo>
                  <a:pt x="48" y="10"/>
                  <a:pt x="48" y="9"/>
                  <a:pt x="47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0" y="9"/>
                  <a:pt x="9" y="10"/>
                  <a:pt x="9" y="10"/>
                </a:cubicBezTo>
                <a:cubicBezTo>
                  <a:pt x="9" y="47"/>
                  <a:pt x="9" y="47"/>
                  <a:pt x="9" y="47"/>
                </a:cubicBezTo>
                <a:cubicBezTo>
                  <a:pt x="9" y="48"/>
                  <a:pt x="10" y="48"/>
                  <a:pt x="11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8" y="48"/>
                  <a:pt x="48" y="48"/>
                  <a:pt x="48" y="47"/>
                </a:cubicBezTo>
                <a:lnTo>
                  <a:pt x="48" y="10"/>
                </a:lnTo>
                <a:close/>
                <a:moveTo>
                  <a:pt x="40" y="31"/>
                </a:moveTo>
                <a:cubicBezTo>
                  <a:pt x="23" y="43"/>
                  <a:pt x="23" y="43"/>
                  <a:pt x="23" y="43"/>
                </a:cubicBezTo>
                <a:cubicBezTo>
                  <a:pt x="22" y="43"/>
                  <a:pt x="21" y="43"/>
                  <a:pt x="21" y="43"/>
                </a:cubicBezTo>
                <a:cubicBezTo>
                  <a:pt x="20" y="43"/>
                  <a:pt x="19" y="42"/>
                  <a:pt x="19" y="41"/>
                </a:cubicBezTo>
                <a:cubicBezTo>
                  <a:pt x="19" y="17"/>
                  <a:pt x="19" y="17"/>
                  <a:pt x="19" y="17"/>
                </a:cubicBezTo>
                <a:cubicBezTo>
                  <a:pt x="19" y="16"/>
                  <a:pt x="20" y="15"/>
                  <a:pt x="21" y="14"/>
                </a:cubicBezTo>
                <a:cubicBezTo>
                  <a:pt x="21" y="14"/>
                  <a:pt x="22" y="14"/>
                  <a:pt x="23" y="15"/>
                </a:cubicBezTo>
                <a:cubicBezTo>
                  <a:pt x="40" y="27"/>
                  <a:pt x="40" y="27"/>
                  <a:pt x="40" y="27"/>
                </a:cubicBezTo>
                <a:cubicBezTo>
                  <a:pt x="41" y="27"/>
                  <a:pt x="41" y="28"/>
                  <a:pt x="41" y="29"/>
                </a:cubicBezTo>
                <a:cubicBezTo>
                  <a:pt x="41" y="30"/>
                  <a:pt x="41" y="30"/>
                  <a:pt x="40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6" name="Google Shape;3006;p11"/>
          <p:cNvSpPr/>
          <p:nvPr/>
        </p:nvSpPr>
        <p:spPr>
          <a:xfrm>
            <a:off x="4448175" y="3222625"/>
            <a:ext cx="215900" cy="217488"/>
          </a:xfrm>
          <a:custGeom>
            <a:rect b="b" l="l" r="r" t="t"/>
            <a:pathLst>
              <a:path extrusionOk="0" h="63" w="63">
                <a:moveTo>
                  <a:pt x="13" y="42"/>
                </a:moveTo>
                <a:cubicBezTo>
                  <a:pt x="1" y="42"/>
                  <a:pt x="1" y="42"/>
                  <a:pt x="1" y="42"/>
                </a:cubicBezTo>
                <a:cubicBezTo>
                  <a:pt x="0" y="42"/>
                  <a:pt x="0" y="42"/>
                  <a:pt x="0" y="41"/>
                </a:cubicBezTo>
                <a:cubicBezTo>
                  <a:pt x="0" y="40"/>
                  <a:pt x="0" y="40"/>
                  <a:pt x="1" y="40"/>
                </a:cubicBezTo>
                <a:cubicBezTo>
                  <a:pt x="13" y="40"/>
                  <a:pt x="13" y="40"/>
                  <a:pt x="13" y="40"/>
                </a:cubicBezTo>
                <a:cubicBezTo>
                  <a:pt x="14" y="40"/>
                  <a:pt x="14" y="40"/>
                  <a:pt x="14" y="41"/>
                </a:cubicBezTo>
                <a:cubicBezTo>
                  <a:pt x="14" y="42"/>
                  <a:pt x="14" y="42"/>
                  <a:pt x="13" y="42"/>
                </a:cubicBezTo>
                <a:close/>
                <a:moveTo>
                  <a:pt x="30" y="19"/>
                </a:moveTo>
                <a:cubicBezTo>
                  <a:pt x="19" y="9"/>
                  <a:pt x="19" y="9"/>
                  <a:pt x="19" y="9"/>
                </a:cubicBezTo>
                <a:cubicBezTo>
                  <a:pt x="19" y="8"/>
                  <a:pt x="18" y="8"/>
                  <a:pt x="17" y="8"/>
                </a:cubicBezTo>
                <a:cubicBezTo>
                  <a:pt x="16" y="8"/>
                  <a:pt x="15" y="8"/>
                  <a:pt x="14" y="9"/>
                </a:cubicBezTo>
                <a:cubicBezTo>
                  <a:pt x="9" y="14"/>
                  <a:pt x="9" y="14"/>
                  <a:pt x="9" y="14"/>
                </a:cubicBezTo>
                <a:cubicBezTo>
                  <a:pt x="8" y="15"/>
                  <a:pt x="8" y="16"/>
                  <a:pt x="8" y="17"/>
                </a:cubicBezTo>
                <a:cubicBezTo>
                  <a:pt x="8" y="18"/>
                  <a:pt x="8" y="19"/>
                  <a:pt x="9" y="19"/>
                </a:cubicBezTo>
                <a:cubicBezTo>
                  <a:pt x="19" y="30"/>
                  <a:pt x="19" y="30"/>
                  <a:pt x="19" y="30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38"/>
                  <a:pt x="17" y="38"/>
                  <a:pt x="16" y="37"/>
                </a:cubicBezTo>
                <a:cubicBezTo>
                  <a:pt x="4" y="24"/>
                  <a:pt x="4" y="24"/>
                  <a:pt x="4" y="24"/>
                </a:cubicBezTo>
                <a:cubicBezTo>
                  <a:pt x="2" y="22"/>
                  <a:pt x="0" y="20"/>
                  <a:pt x="0" y="17"/>
                </a:cubicBezTo>
                <a:cubicBezTo>
                  <a:pt x="0" y="14"/>
                  <a:pt x="2" y="11"/>
                  <a:pt x="4" y="9"/>
                </a:cubicBezTo>
                <a:cubicBezTo>
                  <a:pt x="9" y="3"/>
                  <a:pt x="9" y="3"/>
                  <a:pt x="9" y="3"/>
                </a:cubicBezTo>
                <a:cubicBezTo>
                  <a:pt x="11" y="1"/>
                  <a:pt x="14" y="0"/>
                  <a:pt x="17" y="0"/>
                </a:cubicBezTo>
                <a:cubicBezTo>
                  <a:pt x="20" y="0"/>
                  <a:pt x="23" y="1"/>
                  <a:pt x="25" y="4"/>
                </a:cubicBezTo>
                <a:cubicBezTo>
                  <a:pt x="37" y="16"/>
                  <a:pt x="37" y="16"/>
                  <a:pt x="37" y="16"/>
                </a:cubicBezTo>
                <a:cubicBezTo>
                  <a:pt x="38" y="17"/>
                  <a:pt x="38" y="18"/>
                  <a:pt x="39" y="18"/>
                </a:cubicBezTo>
                <a:lnTo>
                  <a:pt x="30" y="19"/>
                </a:lnTo>
                <a:close/>
                <a:moveTo>
                  <a:pt x="7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58"/>
                  <a:pt x="5" y="58"/>
                  <a:pt x="5" y="58"/>
                </a:cubicBezTo>
                <a:cubicBezTo>
                  <a:pt x="5" y="57"/>
                  <a:pt x="5" y="56"/>
                  <a:pt x="5" y="56"/>
                </a:cubicBezTo>
                <a:cubicBezTo>
                  <a:pt x="15" y="46"/>
                  <a:pt x="15" y="46"/>
                  <a:pt x="15" y="46"/>
                </a:cubicBezTo>
                <a:cubicBezTo>
                  <a:pt x="15" y="46"/>
                  <a:pt x="16" y="46"/>
                  <a:pt x="16" y="46"/>
                </a:cubicBezTo>
                <a:cubicBezTo>
                  <a:pt x="17" y="47"/>
                  <a:pt x="17" y="47"/>
                  <a:pt x="16" y="48"/>
                </a:cubicBezTo>
                <a:lnTo>
                  <a:pt x="7" y="58"/>
                </a:lnTo>
                <a:close/>
                <a:moveTo>
                  <a:pt x="23" y="62"/>
                </a:moveTo>
                <a:cubicBezTo>
                  <a:pt x="23" y="62"/>
                  <a:pt x="22" y="63"/>
                  <a:pt x="22" y="63"/>
                </a:cubicBezTo>
                <a:cubicBezTo>
                  <a:pt x="21" y="63"/>
                  <a:pt x="20" y="62"/>
                  <a:pt x="20" y="62"/>
                </a:cubicBezTo>
                <a:cubicBezTo>
                  <a:pt x="20" y="49"/>
                  <a:pt x="20" y="49"/>
                  <a:pt x="20" y="49"/>
                </a:cubicBezTo>
                <a:cubicBezTo>
                  <a:pt x="20" y="49"/>
                  <a:pt x="21" y="48"/>
                  <a:pt x="22" y="48"/>
                </a:cubicBezTo>
                <a:cubicBezTo>
                  <a:pt x="22" y="48"/>
                  <a:pt x="23" y="49"/>
                  <a:pt x="23" y="49"/>
                </a:cubicBezTo>
                <a:lnTo>
                  <a:pt x="23" y="62"/>
                </a:lnTo>
                <a:close/>
                <a:moveTo>
                  <a:pt x="59" y="54"/>
                </a:moveTo>
                <a:cubicBezTo>
                  <a:pt x="54" y="59"/>
                  <a:pt x="54" y="59"/>
                  <a:pt x="54" y="59"/>
                </a:cubicBezTo>
                <a:cubicBezTo>
                  <a:pt x="51" y="61"/>
                  <a:pt x="49" y="62"/>
                  <a:pt x="46" y="62"/>
                </a:cubicBezTo>
                <a:cubicBezTo>
                  <a:pt x="43" y="62"/>
                  <a:pt x="40" y="61"/>
                  <a:pt x="38" y="59"/>
                </a:cubicBezTo>
                <a:cubicBezTo>
                  <a:pt x="25" y="46"/>
                  <a:pt x="25" y="46"/>
                  <a:pt x="25" y="46"/>
                </a:cubicBezTo>
                <a:cubicBezTo>
                  <a:pt x="25" y="46"/>
                  <a:pt x="24" y="45"/>
                  <a:pt x="24" y="44"/>
                </a:cubicBezTo>
                <a:cubicBezTo>
                  <a:pt x="33" y="43"/>
                  <a:pt x="33" y="43"/>
                  <a:pt x="33" y="43"/>
                </a:cubicBezTo>
                <a:cubicBezTo>
                  <a:pt x="43" y="54"/>
                  <a:pt x="43" y="54"/>
                  <a:pt x="43" y="54"/>
                </a:cubicBezTo>
                <a:cubicBezTo>
                  <a:pt x="45" y="55"/>
                  <a:pt x="47" y="55"/>
                  <a:pt x="48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5" y="48"/>
                  <a:pt x="55" y="47"/>
                  <a:pt x="55" y="46"/>
                </a:cubicBezTo>
                <a:cubicBezTo>
                  <a:pt x="55" y="45"/>
                  <a:pt x="55" y="44"/>
                  <a:pt x="54" y="43"/>
                </a:cubicBezTo>
                <a:cubicBezTo>
                  <a:pt x="44" y="33"/>
                  <a:pt x="44" y="33"/>
                  <a:pt x="44" y="33"/>
                </a:cubicBezTo>
                <a:cubicBezTo>
                  <a:pt x="44" y="24"/>
                  <a:pt x="44" y="24"/>
                  <a:pt x="44" y="24"/>
                </a:cubicBezTo>
                <a:cubicBezTo>
                  <a:pt x="45" y="24"/>
                  <a:pt x="46" y="25"/>
                  <a:pt x="46" y="25"/>
                </a:cubicBezTo>
                <a:cubicBezTo>
                  <a:pt x="59" y="38"/>
                  <a:pt x="59" y="38"/>
                  <a:pt x="59" y="38"/>
                </a:cubicBezTo>
                <a:cubicBezTo>
                  <a:pt x="61" y="40"/>
                  <a:pt x="62" y="43"/>
                  <a:pt x="62" y="46"/>
                </a:cubicBezTo>
                <a:cubicBezTo>
                  <a:pt x="62" y="49"/>
                  <a:pt x="61" y="52"/>
                  <a:pt x="59" y="54"/>
                </a:cubicBezTo>
                <a:close/>
                <a:moveTo>
                  <a:pt x="42" y="13"/>
                </a:moveTo>
                <a:cubicBezTo>
                  <a:pt x="42" y="14"/>
                  <a:pt x="42" y="14"/>
                  <a:pt x="41" y="14"/>
                </a:cubicBezTo>
                <a:cubicBezTo>
                  <a:pt x="40" y="14"/>
                  <a:pt x="40" y="14"/>
                  <a:pt x="40" y="13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0"/>
                  <a:pt x="40" y="0"/>
                  <a:pt x="41" y="0"/>
                </a:cubicBezTo>
                <a:cubicBezTo>
                  <a:pt x="42" y="0"/>
                  <a:pt x="42" y="0"/>
                  <a:pt x="42" y="1"/>
                </a:cubicBezTo>
                <a:lnTo>
                  <a:pt x="42" y="13"/>
                </a:lnTo>
                <a:close/>
                <a:moveTo>
                  <a:pt x="48" y="16"/>
                </a:moveTo>
                <a:cubicBezTo>
                  <a:pt x="48" y="17"/>
                  <a:pt x="47" y="17"/>
                  <a:pt x="47" y="17"/>
                </a:cubicBezTo>
                <a:cubicBezTo>
                  <a:pt x="47" y="17"/>
                  <a:pt x="47" y="17"/>
                  <a:pt x="46" y="16"/>
                </a:cubicBezTo>
                <a:cubicBezTo>
                  <a:pt x="46" y="16"/>
                  <a:pt x="46" y="15"/>
                  <a:pt x="46" y="15"/>
                </a:cubicBezTo>
                <a:cubicBezTo>
                  <a:pt x="56" y="5"/>
                  <a:pt x="56" y="5"/>
                  <a:pt x="56" y="5"/>
                </a:cubicBezTo>
                <a:cubicBezTo>
                  <a:pt x="56" y="4"/>
                  <a:pt x="57" y="4"/>
                  <a:pt x="58" y="5"/>
                </a:cubicBezTo>
                <a:cubicBezTo>
                  <a:pt x="58" y="5"/>
                  <a:pt x="58" y="6"/>
                  <a:pt x="58" y="7"/>
                </a:cubicBezTo>
                <a:lnTo>
                  <a:pt x="48" y="16"/>
                </a:lnTo>
                <a:close/>
                <a:moveTo>
                  <a:pt x="62" y="23"/>
                </a:moveTo>
                <a:cubicBezTo>
                  <a:pt x="50" y="23"/>
                  <a:pt x="50" y="23"/>
                  <a:pt x="50" y="23"/>
                </a:cubicBezTo>
                <a:cubicBezTo>
                  <a:pt x="49" y="23"/>
                  <a:pt x="48" y="22"/>
                  <a:pt x="48" y="22"/>
                </a:cubicBezTo>
                <a:cubicBezTo>
                  <a:pt x="48" y="21"/>
                  <a:pt x="49" y="20"/>
                  <a:pt x="50" y="20"/>
                </a:cubicBezTo>
                <a:cubicBezTo>
                  <a:pt x="62" y="20"/>
                  <a:pt x="62" y="20"/>
                  <a:pt x="62" y="20"/>
                </a:cubicBezTo>
                <a:cubicBezTo>
                  <a:pt x="62" y="20"/>
                  <a:pt x="63" y="21"/>
                  <a:pt x="63" y="22"/>
                </a:cubicBezTo>
                <a:cubicBezTo>
                  <a:pt x="63" y="22"/>
                  <a:pt x="62" y="23"/>
                  <a:pt x="62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11"/>
          <p:cNvSpPr/>
          <p:nvPr/>
        </p:nvSpPr>
        <p:spPr>
          <a:xfrm>
            <a:off x="4943475" y="3240088"/>
            <a:ext cx="198438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9" y="21"/>
                </a:moveTo>
                <a:cubicBezTo>
                  <a:pt x="50" y="20"/>
                  <a:pt x="50" y="18"/>
                  <a:pt x="49" y="17"/>
                </a:cubicBezTo>
                <a:cubicBezTo>
                  <a:pt x="45" y="13"/>
                  <a:pt x="45" y="13"/>
                  <a:pt x="45" y="13"/>
                </a:cubicBezTo>
                <a:cubicBezTo>
                  <a:pt x="44" y="12"/>
                  <a:pt x="43" y="12"/>
                  <a:pt x="42" y="13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2"/>
                  <a:pt x="14" y="22"/>
                  <a:pt x="13" y="23"/>
                </a:cubicBezTo>
                <a:cubicBezTo>
                  <a:pt x="9" y="27"/>
                  <a:pt x="9" y="27"/>
                  <a:pt x="9" y="27"/>
                </a:cubicBezTo>
                <a:cubicBezTo>
                  <a:pt x="8" y="28"/>
                  <a:pt x="8" y="29"/>
                  <a:pt x="9" y="30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5"/>
                  <a:pt x="25" y="45"/>
                  <a:pt x="26" y="44"/>
                </a:cubicBezTo>
                <a:lnTo>
                  <a:pt x="49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8" name="Google Shape;3008;p11"/>
          <p:cNvSpPr/>
          <p:nvPr/>
        </p:nvSpPr>
        <p:spPr>
          <a:xfrm>
            <a:off x="5437188" y="3240088"/>
            <a:ext cx="198437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44" y="30"/>
                </a:moveTo>
                <a:cubicBezTo>
                  <a:pt x="45" y="29"/>
                  <a:pt x="45" y="28"/>
                  <a:pt x="44" y="27"/>
                </a:cubicBezTo>
                <a:cubicBezTo>
                  <a:pt x="27" y="10"/>
                  <a:pt x="27" y="10"/>
                  <a:pt x="27" y="10"/>
                </a:cubicBezTo>
                <a:cubicBezTo>
                  <a:pt x="26" y="9"/>
                  <a:pt x="25" y="9"/>
                  <a:pt x="24" y="10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15"/>
                  <a:pt x="19" y="16"/>
                  <a:pt x="20" y="17"/>
                </a:cubicBezTo>
                <a:cubicBezTo>
                  <a:pt x="31" y="29"/>
                  <a:pt x="31" y="29"/>
                  <a:pt x="31" y="29"/>
                </a:cubicBezTo>
                <a:cubicBezTo>
                  <a:pt x="20" y="40"/>
                  <a:pt x="20" y="40"/>
                  <a:pt x="20" y="40"/>
                </a:cubicBezTo>
                <a:cubicBezTo>
                  <a:pt x="19" y="41"/>
                  <a:pt x="19" y="43"/>
                  <a:pt x="20" y="44"/>
                </a:cubicBezTo>
                <a:cubicBezTo>
                  <a:pt x="24" y="48"/>
                  <a:pt x="24" y="48"/>
                  <a:pt x="24" y="48"/>
                </a:cubicBezTo>
                <a:cubicBezTo>
                  <a:pt x="25" y="49"/>
                  <a:pt x="26" y="49"/>
                  <a:pt x="27" y="48"/>
                </a:cubicBezTo>
                <a:lnTo>
                  <a:pt x="44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11"/>
          <p:cNvSpPr/>
          <p:nvPr/>
        </p:nvSpPr>
        <p:spPr>
          <a:xfrm>
            <a:off x="5945188" y="3222625"/>
            <a:ext cx="133350" cy="212725"/>
          </a:xfrm>
          <a:custGeom>
            <a:rect b="b" l="l" r="r" t="t"/>
            <a:pathLst>
              <a:path extrusionOk="0" h="62" w="39">
                <a:moveTo>
                  <a:pt x="10" y="61"/>
                </a:moveTo>
                <a:cubicBezTo>
                  <a:pt x="9" y="62"/>
                  <a:pt x="8" y="62"/>
                  <a:pt x="7" y="61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4"/>
                  <a:pt x="0" y="52"/>
                  <a:pt x="1" y="51"/>
                </a:cubicBezTo>
                <a:cubicBezTo>
                  <a:pt x="21" y="31"/>
                  <a:pt x="21" y="31"/>
                  <a:pt x="21" y="31"/>
                </a:cubicBezTo>
                <a:cubicBezTo>
                  <a:pt x="1" y="11"/>
                  <a:pt x="1" y="11"/>
                  <a:pt x="1" y="11"/>
                </a:cubicBezTo>
                <a:cubicBezTo>
                  <a:pt x="0" y="10"/>
                  <a:pt x="0" y="9"/>
                  <a:pt x="1" y="8"/>
                </a:cubicBezTo>
                <a:cubicBezTo>
                  <a:pt x="7" y="1"/>
                  <a:pt x="7" y="1"/>
                  <a:pt x="7" y="1"/>
                </a:cubicBezTo>
                <a:cubicBezTo>
                  <a:pt x="8" y="0"/>
                  <a:pt x="9" y="0"/>
                  <a:pt x="10" y="1"/>
                </a:cubicBezTo>
                <a:cubicBezTo>
                  <a:pt x="38" y="30"/>
                  <a:pt x="38" y="30"/>
                  <a:pt x="38" y="30"/>
                </a:cubicBezTo>
                <a:cubicBezTo>
                  <a:pt x="39" y="31"/>
                  <a:pt x="39" y="32"/>
                  <a:pt x="38" y="33"/>
                </a:cubicBezTo>
                <a:lnTo>
                  <a:pt x="10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0" name="Google Shape;3010;p11"/>
          <p:cNvSpPr/>
          <p:nvPr/>
        </p:nvSpPr>
        <p:spPr>
          <a:xfrm>
            <a:off x="6426200" y="3240088"/>
            <a:ext cx="198438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8" y="29"/>
                </a:moveTo>
                <a:cubicBezTo>
                  <a:pt x="8" y="40"/>
                  <a:pt x="18" y="49"/>
                  <a:pt x="29" y="49"/>
                </a:cubicBezTo>
                <a:cubicBezTo>
                  <a:pt x="40" y="49"/>
                  <a:pt x="50" y="40"/>
                  <a:pt x="50" y="29"/>
                </a:cubicBezTo>
                <a:cubicBezTo>
                  <a:pt x="50" y="17"/>
                  <a:pt x="40" y="8"/>
                  <a:pt x="29" y="8"/>
                </a:cubicBezTo>
                <a:cubicBezTo>
                  <a:pt x="18" y="8"/>
                  <a:pt x="8" y="17"/>
                  <a:pt x="8" y="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1" name="Google Shape;3011;p11"/>
          <p:cNvSpPr/>
          <p:nvPr/>
        </p:nvSpPr>
        <p:spPr>
          <a:xfrm>
            <a:off x="6919913" y="3240088"/>
            <a:ext cx="203200" cy="200025"/>
          </a:xfrm>
          <a:custGeom>
            <a:rect b="b" l="l" r="r" t="t"/>
            <a:pathLst>
              <a:path extrusionOk="0" h="58" w="59">
                <a:moveTo>
                  <a:pt x="30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30" y="0"/>
                </a:cubicBezTo>
                <a:cubicBezTo>
                  <a:pt x="46" y="0"/>
                  <a:pt x="59" y="13"/>
                  <a:pt x="59" y="29"/>
                </a:cubicBezTo>
                <a:cubicBezTo>
                  <a:pt x="59" y="45"/>
                  <a:pt x="46" y="58"/>
                  <a:pt x="30" y="58"/>
                </a:cubicBezTo>
                <a:close/>
                <a:moveTo>
                  <a:pt x="30" y="8"/>
                </a:moveTo>
                <a:cubicBezTo>
                  <a:pt x="18" y="8"/>
                  <a:pt x="9" y="17"/>
                  <a:pt x="9" y="29"/>
                </a:cubicBezTo>
                <a:cubicBezTo>
                  <a:pt x="9" y="40"/>
                  <a:pt x="18" y="49"/>
                  <a:pt x="30" y="49"/>
                </a:cubicBezTo>
                <a:cubicBezTo>
                  <a:pt x="41" y="49"/>
                  <a:pt x="50" y="40"/>
                  <a:pt x="50" y="29"/>
                </a:cubicBezTo>
                <a:cubicBezTo>
                  <a:pt x="50" y="17"/>
                  <a:pt x="41" y="8"/>
                  <a:pt x="30" y="8"/>
                </a:cubicBezTo>
                <a:close/>
                <a:moveTo>
                  <a:pt x="34" y="32"/>
                </a:moveTo>
                <a:cubicBezTo>
                  <a:pt x="34" y="33"/>
                  <a:pt x="34" y="34"/>
                  <a:pt x="33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0" y="34"/>
                  <a:pt x="20" y="33"/>
                  <a:pt x="20" y="32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29"/>
                  <a:pt x="20" y="29"/>
                  <a:pt x="21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15"/>
                  <a:pt x="30" y="15"/>
                  <a:pt x="30" y="15"/>
                </a:cubicBezTo>
                <a:cubicBezTo>
                  <a:pt x="30" y="15"/>
                  <a:pt x="30" y="14"/>
                  <a:pt x="31" y="14"/>
                </a:cubicBezTo>
                <a:cubicBezTo>
                  <a:pt x="33" y="14"/>
                  <a:pt x="33" y="14"/>
                  <a:pt x="33" y="14"/>
                </a:cubicBezTo>
                <a:cubicBezTo>
                  <a:pt x="34" y="14"/>
                  <a:pt x="34" y="15"/>
                  <a:pt x="34" y="15"/>
                </a:cubicBezTo>
                <a:lnTo>
                  <a:pt x="34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2" name="Google Shape;3012;p11"/>
          <p:cNvSpPr/>
          <p:nvPr/>
        </p:nvSpPr>
        <p:spPr>
          <a:xfrm>
            <a:off x="7413625" y="3240088"/>
            <a:ext cx="250825" cy="182562"/>
          </a:xfrm>
          <a:custGeom>
            <a:rect b="b" l="l" r="r" t="t"/>
            <a:pathLst>
              <a:path extrusionOk="0" h="53" w="73">
                <a:moveTo>
                  <a:pt x="59" y="53"/>
                </a:moveTo>
                <a:cubicBezTo>
                  <a:pt x="17" y="53"/>
                  <a:pt x="17" y="53"/>
                  <a:pt x="17" y="53"/>
                </a:cubicBezTo>
                <a:cubicBezTo>
                  <a:pt x="8" y="53"/>
                  <a:pt x="0" y="45"/>
                  <a:pt x="0" y="36"/>
                </a:cubicBezTo>
                <a:cubicBezTo>
                  <a:pt x="0" y="29"/>
                  <a:pt x="4" y="23"/>
                  <a:pt x="10" y="21"/>
                </a:cubicBezTo>
                <a:cubicBezTo>
                  <a:pt x="10" y="20"/>
                  <a:pt x="10" y="20"/>
                  <a:pt x="10" y="19"/>
                </a:cubicBezTo>
                <a:cubicBezTo>
                  <a:pt x="10" y="8"/>
                  <a:pt x="19" y="0"/>
                  <a:pt x="30" y="0"/>
                </a:cubicBezTo>
                <a:cubicBezTo>
                  <a:pt x="37" y="0"/>
                  <a:pt x="45" y="4"/>
                  <a:pt x="48" y="12"/>
                </a:cubicBezTo>
                <a:cubicBezTo>
                  <a:pt x="49" y="10"/>
                  <a:pt x="52" y="9"/>
                  <a:pt x="54" y="9"/>
                </a:cubicBezTo>
                <a:cubicBezTo>
                  <a:pt x="59" y="9"/>
                  <a:pt x="64" y="14"/>
                  <a:pt x="64" y="19"/>
                </a:cubicBezTo>
                <a:cubicBezTo>
                  <a:pt x="64" y="21"/>
                  <a:pt x="63" y="23"/>
                  <a:pt x="62" y="24"/>
                </a:cubicBezTo>
                <a:cubicBezTo>
                  <a:pt x="69" y="26"/>
                  <a:pt x="73" y="32"/>
                  <a:pt x="73" y="38"/>
                </a:cubicBezTo>
                <a:cubicBezTo>
                  <a:pt x="73" y="46"/>
                  <a:pt x="67" y="53"/>
                  <a:pt x="59" y="53"/>
                </a:cubicBezTo>
                <a:close/>
                <a:moveTo>
                  <a:pt x="49" y="27"/>
                </a:move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5" y="13"/>
                  <a:pt x="34" y="13"/>
                </a:cubicBezTo>
                <a:cubicBezTo>
                  <a:pt x="34" y="13"/>
                  <a:pt x="34" y="13"/>
                  <a:pt x="34" y="13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7"/>
                  <a:pt x="20" y="27"/>
                  <a:pt x="20" y="27"/>
                </a:cubicBezTo>
                <a:cubicBezTo>
                  <a:pt x="20" y="28"/>
                  <a:pt x="20" y="29"/>
                  <a:pt x="21" y="29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42"/>
                  <a:pt x="30" y="42"/>
                  <a:pt x="30" y="42"/>
                </a:cubicBezTo>
                <a:cubicBezTo>
                  <a:pt x="30" y="43"/>
                  <a:pt x="30" y="43"/>
                  <a:pt x="31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9" y="43"/>
                  <a:pt x="39" y="43"/>
                  <a:pt x="39" y="42"/>
                </a:cubicBezTo>
                <a:cubicBezTo>
                  <a:pt x="39" y="29"/>
                  <a:pt x="39" y="29"/>
                  <a:pt x="39" y="29"/>
                </a:cubicBezTo>
                <a:cubicBezTo>
                  <a:pt x="48" y="29"/>
                  <a:pt x="48" y="29"/>
                  <a:pt x="48" y="29"/>
                </a:cubicBezTo>
                <a:cubicBezTo>
                  <a:pt x="49" y="29"/>
                  <a:pt x="49" y="28"/>
                  <a:pt x="49" y="27"/>
                </a:cubicBezTo>
                <a:cubicBezTo>
                  <a:pt x="49" y="27"/>
                  <a:pt x="49" y="27"/>
                  <a:pt x="49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11"/>
          <p:cNvSpPr/>
          <p:nvPr/>
        </p:nvSpPr>
        <p:spPr>
          <a:xfrm>
            <a:off x="7908925" y="3222625"/>
            <a:ext cx="233363" cy="233363"/>
          </a:xfrm>
          <a:custGeom>
            <a:rect b="b" l="l" r="r" t="t"/>
            <a:pathLst>
              <a:path extrusionOk="0" h="68" w="68">
                <a:moveTo>
                  <a:pt x="68" y="44"/>
                </a:moveTo>
                <a:cubicBezTo>
                  <a:pt x="68" y="45"/>
                  <a:pt x="67" y="46"/>
                  <a:pt x="67" y="46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68"/>
                  <a:pt x="34" y="68"/>
                  <a:pt x="34" y="68"/>
                </a:cubicBezTo>
                <a:cubicBezTo>
                  <a:pt x="33" y="68"/>
                  <a:pt x="33" y="68"/>
                  <a:pt x="32" y="67"/>
                </a:cubicBezTo>
                <a:cubicBezTo>
                  <a:pt x="1" y="46"/>
                  <a:pt x="1" y="46"/>
                  <a:pt x="1" y="46"/>
                </a:cubicBezTo>
                <a:cubicBezTo>
                  <a:pt x="0" y="46"/>
                  <a:pt x="0" y="45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1"/>
                </a:cubicBezTo>
                <a:cubicBezTo>
                  <a:pt x="32" y="0"/>
                  <a:pt x="32" y="0"/>
                  <a:pt x="32" y="0"/>
                </a:cubicBezTo>
                <a:cubicBezTo>
                  <a:pt x="33" y="0"/>
                  <a:pt x="33" y="0"/>
                  <a:pt x="34" y="0"/>
                </a:cubicBezTo>
                <a:cubicBezTo>
                  <a:pt x="34" y="0"/>
                  <a:pt x="35" y="0"/>
                  <a:pt x="35" y="0"/>
                </a:cubicBezTo>
                <a:cubicBezTo>
                  <a:pt x="67" y="21"/>
                  <a:pt x="67" y="21"/>
                  <a:pt x="67" y="21"/>
                </a:cubicBezTo>
                <a:cubicBezTo>
                  <a:pt x="67" y="21"/>
                  <a:pt x="68" y="22"/>
                  <a:pt x="68" y="23"/>
                </a:cubicBezTo>
                <a:lnTo>
                  <a:pt x="68" y="44"/>
                </a:lnTo>
                <a:close/>
                <a:moveTo>
                  <a:pt x="13" y="34"/>
                </a:moveTo>
                <a:cubicBezTo>
                  <a:pt x="6" y="29"/>
                  <a:pt x="6" y="29"/>
                  <a:pt x="6" y="29"/>
                </a:cubicBezTo>
                <a:cubicBezTo>
                  <a:pt x="6" y="39"/>
                  <a:pt x="6" y="39"/>
                  <a:pt x="6" y="39"/>
                </a:cubicBezTo>
                <a:lnTo>
                  <a:pt x="13" y="34"/>
                </a:lnTo>
                <a:close/>
                <a:moveTo>
                  <a:pt x="31" y="22"/>
                </a:moveTo>
                <a:cubicBezTo>
                  <a:pt x="31" y="8"/>
                  <a:pt x="31" y="8"/>
                  <a:pt x="31" y="8"/>
                </a:cubicBezTo>
                <a:cubicBezTo>
                  <a:pt x="8" y="23"/>
                  <a:pt x="8" y="23"/>
                  <a:pt x="8" y="23"/>
                </a:cubicBezTo>
                <a:cubicBezTo>
                  <a:pt x="18" y="30"/>
                  <a:pt x="18" y="30"/>
                  <a:pt x="18" y="30"/>
                </a:cubicBezTo>
                <a:lnTo>
                  <a:pt x="31" y="22"/>
                </a:lnTo>
                <a:close/>
                <a:moveTo>
                  <a:pt x="31" y="59"/>
                </a:moveTo>
                <a:cubicBezTo>
                  <a:pt x="31" y="46"/>
                  <a:pt x="31" y="46"/>
                  <a:pt x="31" y="46"/>
                </a:cubicBezTo>
                <a:cubicBezTo>
                  <a:pt x="18" y="37"/>
                  <a:pt x="18" y="37"/>
                  <a:pt x="18" y="37"/>
                </a:cubicBezTo>
                <a:cubicBezTo>
                  <a:pt x="8" y="44"/>
                  <a:pt x="8" y="44"/>
                  <a:pt x="8" y="44"/>
                </a:cubicBezTo>
                <a:lnTo>
                  <a:pt x="31" y="59"/>
                </a:lnTo>
                <a:close/>
                <a:moveTo>
                  <a:pt x="44" y="34"/>
                </a:moveTo>
                <a:cubicBezTo>
                  <a:pt x="34" y="27"/>
                  <a:pt x="34" y="27"/>
                  <a:pt x="34" y="27"/>
                </a:cubicBezTo>
                <a:cubicBezTo>
                  <a:pt x="23" y="34"/>
                  <a:pt x="23" y="34"/>
                  <a:pt x="23" y="34"/>
                </a:cubicBezTo>
                <a:cubicBezTo>
                  <a:pt x="34" y="41"/>
                  <a:pt x="34" y="41"/>
                  <a:pt x="34" y="41"/>
                </a:cubicBezTo>
                <a:lnTo>
                  <a:pt x="44" y="34"/>
                </a:lnTo>
                <a:close/>
                <a:moveTo>
                  <a:pt x="60" y="23"/>
                </a:moveTo>
                <a:cubicBezTo>
                  <a:pt x="37" y="8"/>
                  <a:pt x="37" y="8"/>
                  <a:pt x="37" y="8"/>
                </a:cubicBezTo>
                <a:cubicBezTo>
                  <a:pt x="37" y="22"/>
                  <a:pt x="37" y="22"/>
                  <a:pt x="37" y="22"/>
                </a:cubicBezTo>
                <a:cubicBezTo>
                  <a:pt x="49" y="30"/>
                  <a:pt x="49" y="30"/>
                  <a:pt x="49" y="30"/>
                </a:cubicBezTo>
                <a:lnTo>
                  <a:pt x="60" y="23"/>
                </a:lnTo>
                <a:close/>
                <a:moveTo>
                  <a:pt x="60" y="44"/>
                </a:moveTo>
                <a:cubicBezTo>
                  <a:pt x="49" y="37"/>
                  <a:pt x="49" y="37"/>
                  <a:pt x="49" y="37"/>
                </a:cubicBezTo>
                <a:cubicBezTo>
                  <a:pt x="37" y="46"/>
                  <a:pt x="37" y="46"/>
                  <a:pt x="37" y="46"/>
                </a:cubicBezTo>
                <a:cubicBezTo>
                  <a:pt x="37" y="59"/>
                  <a:pt x="37" y="59"/>
                  <a:pt x="37" y="59"/>
                </a:cubicBezTo>
                <a:lnTo>
                  <a:pt x="60" y="44"/>
                </a:lnTo>
                <a:close/>
                <a:moveTo>
                  <a:pt x="62" y="39"/>
                </a:moveTo>
                <a:cubicBezTo>
                  <a:pt x="62" y="29"/>
                  <a:pt x="62" y="29"/>
                  <a:pt x="62" y="29"/>
                </a:cubicBezTo>
                <a:cubicBezTo>
                  <a:pt x="55" y="34"/>
                  <a:pt x="55" y="34"/>
                  <a:pt x="55" y="34"/>
                </a:cubicBezTo>
                <a:lnTo>
                  <a:pt x="62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4" name="Google Shape;3014;p11"/>
          <p:cNvSpPr/>
          <p:nvPr/>
        </p:nvSpPr>
        <p:spPr>
          <a:xfrm>
            <a:off x="8402638" y="3240088"/>
            <a:ext cx="219075" cy="200025"/>
          </a:xfrm>
          <a:custGeom>
            <a:rect b="b" l="l" r="r" t="t"/>
            <a:pathLst>
              <a:path extrusionOk="0" h="58" w="64">
                <a:moveTo>
                  <a:pt x="64" y="52"/>
                </a:moveTo>
                <a:cubicBezTo>
                  <a:pt x="64" y="55"/>
                  <a:pt x="61" y="58"/>
                  <a:pt x="58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5"/>
                  <a:pt x="0" y="52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3" y="0"/>
                  <a:pt x="7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61" y="0"/>
                  <a:pt x="64" y="2"/>
                  <a:pt x="64" y="6"/>
                </a:cubicBezTo>
                <a:lnTo>
                  <a:pt x="64" y="52"/>
                </a:lnTo>
                <a:close/>
                <a:moveTo>
                  <a:pt x="30" y="53"/>
                </a:moveTo>
                <a:cubicBezTo>
                  <a:pt x="30" y="9"/>
                  <a:pt x="30" y="9"/>
                  <a:pt x="30" y="9"/>
                </a:cubicBezTo>
                <a:cubicBezTo>
                  <a:pt x="5" y="9"/>
                  <a:pt x="5" y="9"/>
                  <a:pt x="5" y="9"/>
                </a:cubicBezTo>
                <a:cubicBezTo>
                  <a:pt x="5" y="52"/>
                  <a:pt x="5" y="52"/>
                  <a:pt x="5" y="52"/>
                </a:cubicBezTo>
                <a:cubicBezTo>
                  <a:pt x="5" y="52"/>
                  <a:pt x="6" y="53"/>
                  <a:pt x="7" y="53"/>
                </a:cubicBezTo>
                <a:lnTo>
                  <a:pt x="30" y="53"/>
                </a:lnTo>
                <a:close/>
                <a:moveTo>
                  <a:pt x="59" y="9"/>
                </a:moveTo>
                <a:cubicBezTo>
                  <a:pt x="34" y="9"/>
                  <a:pt x="34" y="9"/>
                  <a:pt x="34" y="9"/>
                </a:cubicBezTo>
                <a:cubicBezTo>
                  <a:pt x="34" y="53"/>
                  <a:pt x="34" y="53"/>
                  <a:pt x="34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53"/>
                  <a:pt x="59" y="52"/>
                  <a:pt x="59" y="52"/>
                </a:cubicBezTo>
                <a:lnTo>
                  <a:pt x="59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11"/>
          <p:cNvSpPr/>
          <p:nvPr/>
        </p:nvSpPr>
        <p:spPr>
          <a:xfrm>
            <a:off x="8843963" y="3254375"/>
            <a:ext cx="233362" cy="185738"/>
          </a:xfrm>
          <a:custGeom>
            <a:rect b="b" l="l" r="r" t="t"/>
            <a:pathLst>
              <a:path extrusionOk="0" h="54" w="68">
                <a:moveTo>
                  <a:pt x="54" y="20"/>
                </a:moveTo>
                <a:cubicBezTo>
                  <a:pt x="54" y="31"/>
                  <a:pt x="42" y="39"/>
                  <a:pt x="27" y="39"/>
                </a:cubicBezTo>
                <a:cubicBezTo>
                  <a:pt x="25" y="39"/>
                  <a:pt x="23" y="39"/>
                  <a:pt x="20" y="39"/>
                </a:cubicBezTo>
                <a:cubicBezTo>
                  <a:pt x="17" y="41"/>
                  <a:pt x="14" y="43"/>
                  <a:pt x="10" y="44"/>
                </a:cubicBezTo>
                <a:cubicBezTo>
                  <a:pt x="9" y="44"/>
                  <a:pt x="8" y="44"/>
                  <a:pt x="7" y="44"/>
                </a:cubicBezTo>
                <a:cubicBezTo>
                  <a:pt x="7" y="44"/>
                  <a:pt x="7" y="44"/>
                  <a:pt x="7" y="44"/>
                </a:cubicBezTo>
                <a:cubicBezTo>
                  <a:pt x="6" y="44"/>
                  <a:pt x="5" y="44"/>
                  <a:pt x="5" y="43"/>
                </a:cubicBezTo>
                <a:cubicBezTo>
                  <a:pt x="5" y="42"/>
                  <a:pt x="6" y="42"/>
                  <a:pt x="6" y="41"/>
                </a:cubicBezTo>
                <a:cubicBezTo>
                  <a:pt x="8" y="40"/>
                  <a:pt x="9" y="38"/>
                  <a:pt x="11" y="35"/>
                </a:cubicBezTo>
                <a:cubicBezTo>
                  <a:pt x="4" y="32"/>
                  <a:pt x="0" y="26"/>
                  <a:pt x="0" y="20"/>
                </a:cubicBezTo>
                <a:cubicBezTo>
                  <a:pt x="0" y="9"/>
                  <a:pt x="12" y="0"/>
                  <a:pt x="27" y="0"/>
                </a:cubicBezTo>
                <a:cubicBezTo>
                  <a:pt x="42" y="0"/>
                  <a:pt x="54" y="9"/>
                  <a:pt x="54" y="20"/>
                </a:cubicBezTo>
                <a:close/>
                <a:moveTo>
                  <a:pt x="5" y="20"/>
                </a:moveTo>
                <a:cubicBezTo>
                  <a:pt x="5" y="24"/>
                  <a:pt x="8" y="28"/>
                  <a:pt x="13" y="31"/>
                </a:cubicBezTo>
                <a:cubicBezTo>
                  <a:pt x="17" y="33"/>
                  <a:pt x="17" y="33"/>
                  <a:pt x="17" y="33"/>
                </a:cubicBezTo>
                <a:cubicBezTo>
                  <a:pt x="15" y="36"/>
                  <a:pt x="15" y="36"/>
                  <a:pt x="15" y="36"/>
                </a:cubicBezTo>
                <a:cubicBezTo>
                  <a:pt x="16" y="36"/>
                  <a:pt x="17" y="35"/>
                  <a:pt x="18" y="35"/>
                </a:cubicBezTo>
                <a:cubicBezTo>
                  <a:pt x="19" y="34"/>
                  <a:pt x="19" y="34"/>
                  <a:pt x="19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3" y="34"/>
                  <a:pt x="25" y="34"/>
                  <a:pt x="27" y="34"/>
                </a:cubicBezTo>
                <a:cubicBezTo>
                  <a:pt x="39" y="34"/>
                  <a:pt x="49" y="28"/>
                  <a:pt x="49" y="20"/>
                </a:cubicBezTo>
                <a:cubicBezTo>
                  <a:pt x="49" y="12"/>
                  <a:pt x="39" y="5"/>
                  <a:pt x="27" y="5"/>
                </a:cubicBezTo>
                <a:cubicBezTo>
                  <a:pt x="15" y="5"/>
                  <a:pt x="5" y="12"/>
                  <a:pt x="5" y="20"/>
                </a:cubicBezTo>
                <a:close/>
                <a:moveTo>
                  <a:pt x="63" y="51"/>
                </a:moveTo>
                <a:cubicBezTo>
                  <a:pt x="63" y="52"/>
                  <a:pt x="64" y="52"/>
                  <a:pt x="64" y="53"/>
                </a:cubicBezTo>
                <a:cubicBezTo>
                  <a:pt x="63" y="53"/>
                  <a:pt x="63" y="54"/>
                  <a:pt x="62" y="54"/>
                </a:cubicBezTo>
                <a:cubicBezTo>
                  <a:pt x="61" y="54"/>
                  <a:pt x="60" y="54"/>
                  <a:pt x="59" y="53"/>
                </a:cubicBezTo>
                <a:cubicBezTo>
                  <a:pt x="55" y="52"/>
                  <a:pt x="52" y="51"/>
                  <a:pt x="48" y="48"/>
                </a:cubicBezTo>
                <a:cubicBezTo>
                  <a:pt x="46" y="49"/>
                  <a:pt x="44" y="49"/>
                  <a:pt x="42" y="49"/>
                </a:cubicBezTo>
                <a:cubicBezTo>
                  <a:pt x="35" y="49"/>
                  <a:pt x="29" y="47"/>
                  <a:pt x="24" y="44"/>
                </a:cubicBezTo>
                <a:cubicBezTo>
                  <a:pt x="25" y="44"/>
                  <a:pt x="26" y="44"/>
                  <a:pt x="27" y="44"/>
                </a:cubicBezTo>
                <a:cubicBezTo>
                  <a:pt x="35" y="44"/>
                  <a:pt x="43" y="42"/>
                  <a:pt x="49" y="38"/>
                </a:cubicBezTo>
                <a:cubicBezTo>
                  <a:pt x="55" y="33"/>
                  <a:pt x="59" y="27"/>
                  <a:pt x="59" y="20"/>
                </a:cubicBezTo>
                <a:cubicBezTo>
                  <a:pt x="59" y="18"/>
                  <a:pt x="58" y="16"/>
                  <a:pt x="58" y="14"/>
                </a:cubicBezTo>
                <a:cubicBezTo>
                  <a:pt x="64" y="18"/>
                  <a:pt x="68" y="23"/>
                  <a:pt x="68" y="30"/>
                </a:cubicBezTo>
                <a:cubicBezTo>
                  <a:pt x="68" y="36"/>
                  <a:pt x="65" y="41"/>
                  <a:pt x="58" y="45"/>
                </a:cubicBezTo>
                <a:cubicBezTo>
                  <a:pt x="60" y="48"/>
                  <a:pt x="61" y="49"/>
                  <a:pt x="63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6" name="Google Shape;3016;p11"/>
          <p:cNvSpPr/>
          <p:nvPr/>
        </p:nvSpPr>
        <p:spPr>
          <a:xfrm>
            <a:off x="71438" y="3638550"/>
            <a:ext cx="233362" cy="185738"/>
          </a:xfrm>
          <a:custGeom>
            <a:rect b="b" l="l" r="r" t="t"/>
            <a:pathLst>
              <a:path extrusionOk="0" h="54" w="68">
                <a:moveTo>
                  <a:pt x="53" y="20"/>
                </a:moveTo>
                <a:cubicBezTo>
                  <a:pt x="53" y="31"/>
                  <a:pt x="41" y="39"/>
                  <a:pt x="26" y="39"/>
                </a:cubicBezTo>
                <a:cubicBezTo>
                  <a:pt x="24" y="39"/>
                  <a:pt x="22" y="39"/>
                  <a:pt x="20" y="39"/>
                </a:cubicBezTo>
                <a:cubicBezTo>
                  <a:pt x="17" y="41"/>
                  <a:pt x="13" y="43"/>
                  <a:pt x="9" y="44"/>
                </a:cubicBezTo>
                <a:cubicBezTo>
                  <a:pt x="8" y="44"/>
                  <a:pt x="7" y="44"/>
                  <a:pt x="6" y="44"/>
                </a:cubicBezTo>
                <a:cubicBezTo>
                  <a:pt x="6" y="44"/>
                  <a:pt x="6" y="44"/>
                  <a:pt x="6" y="44"/>
                </a:cubicBezTo>
                <a:cubicBezTo>
                  <a:pt x="5" y="44"/>
                  <a:pt x="5" y="44"/>
                  <a:pt x="5" y="43"/>
                </a:cubicBezTo>
                <a:cubicBezTo>
                  <a:pt x="5" y="42"/>
                  <a:pt x="5" y="42"/>
                  <a:pt x="5" y="41"/>
                </a:cubicBezTo>
                <a:cubicBezTo>
                  <a:pt x="7" y="40"/>
                  <a:pt x="9" y="38"/>
                  <a:pt x="10" y="35"/>
                </a:cubicBezTo>
                <a:cubicBezTo>
                  <a:pt x="4" y="32"/>
                  <a:pt x="0" y="26"/>
                  <a:pt x="0" y="20"/>
                </a:cubicBezTo>
                <a:cubicBezTo>
                  <a:pt x="0" y="9"/>
                  <a:pt x="12" y="0"/>
                  <a:pt x="26" y="0"/>
                </a:cubicBezTo>
                <a:cubicBezTo>
                  <a:pt x="41" y="0"/>
                  <a:pt x="53" y="9"/>
                  <a:pt x="53" y="20"/>
                </a:cubicBezTo>
                <a:close/>
                <a:moveTo>
                  <a:pt x="5" y="20"/>
                </a:moveTo>
                <a:cubicBezTo>
                  <a:pt x="5" y="24"/>
                  <a:pt x="7" y="28"/>
                  <a:pt x="12" y="31"/>
                </a:cubicBezTo>
                <a:cubicBezTo>
                  <a:pt x="16" y="33"/>
                  <a:pt x="16" y="33"/>
                  <a:pt x="16" y="33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36"/>
                  <a:pt x="16" y="35"/>
                  <a:pt x="17" y="35"/>
                </a:cubicBezTo>
                <a:cubicBezTo>
                  <a:pt x="19" y="34"/>
                  <a:pt x="19" y="34"/>
                  <a:pt x="19" y="34"/>
                </a:cubicBezTo>
                <a:cubicBezTo>
                  <a:pt x="21" y="34"/>
                  <a:pt x="21" y="34"/>
                  <a:pt x="21" y="34"/>
                </a:cubicBezTo>
                <a:cubicBezTo>
                  <a:pt x="23" y="34"/>
                  <a:pt x="25" y="34"/>
                  <a:pt x="26" y="34"/>
                </a:cubicBezTo>
                <a:cubicBezTo>
                  <a:pt x="38" y="34"/>
                  <a:pt x="48" y="28"/>
                  <a:pt x="48" y="20"/>
                </a:cubicBezTo>
                <a:cubicBezTo>
                  <a:pt x="48" y="12"/>
                  <a:pt x="38" y="5"/>
                  <a:pt x="26" y="5"/>
                </a:cubicBezTo>
                <a:cubicBezTo>
                  <a:pt x="15" y="5"/>
                  <a:pt x="5" y="12"/>
                  <a:pt x="5" y="20"/>
                </a:cubicBezTo>
                <a:close/>
                <a:moveTo>
                  <a:pt x="62" y="51"/>
                </a:moveTo>
                <a:cubicBezTo>
                  <a:pt x="63" y="52"/>
                  <a:pt x="63" y="52"/>
                  <a:pt x="63" y="53"/>
                </a:cubicBezTo>
                <a:cubicBezTo>
                  <a:pt x="63" y="53"/>
                  <a:pt x="62" y="54"/>
                  <a:pt x="62" y="54"/>
                </a:cubicBezTo>
                <a:cubicBezTo>
                  <a:pt x="60" y="54"/>
                  <a:pt x="59" y="54"/>
                  <a:pt x="58" y="53"/>
                </a:cubicBezTo>
                <a:cubicBezTo>
                  <a:pt x="54" y="52"/>
                  <a:pt x="51" y="51"/>
                  <a:pt x="48" y="48"/>
                </a:cubicBezTo>
                <a:cubicBezTo>
                  <a:pt x="46" y="49"/>
                  <a:pt x="43" y="49"/>
                  <a:pt x="41" y="49"/>
                </a:cubicBezTo>
                <a:cubicBezTo>
                  <a:pt x="34" y="49"/>
                  <a:pt x="28" y="47"/>
                  <a:pt x="23" y="44"/>
                </a:cubicBezTo>
                <a:cubicBezTo>
                  <a:pt x="24" y="44"/>
                  <a:pt x="25" y="44"/>
                  <a:pt x="26" y="44"/>
                </a:cubicBezTo>
                <a:cubicBezTo>
                  <a:pt x="35" y="44"/>
                  <a:pt x="42" y="42"/>
                  <a:pt x="48" y="38"/>
                </a:cubicBezTo>
                <a:cubicBezTo>
                  <a:pt x="55" y="33"/>
                  <a:pt x="58" y="27"/>
                  <a:pt x="58" y="20"/>
                </a:cubicBezTo>
                <a:cubicBezTo>
                  <a:pt x="58" y="18"/>
                  <a:pt x="58" y="16"/>
                  <a:pt x="57" y="14"/>
                </a:cubicBezTo>
                <a:cubicBezTo>
                  <a:pt x="64" y="18"/>
                  <a:pt x="68" y="23"/>
                  <a:pt x="68" y="30"/>
                </a:cubicBezTo>
                <a:cubicBezTo>
                  <a:pt x="68" y="36"/>
                  <a:pt x="64" y="41"/>
                  <a:pt x="58" y="45"/>
                </a:cubicBezTo>
                <a:cubicBezTo>
                  <a:pt x="59" y="48"/>
                  <a:pt x="61" y="49"/>
                  <a:pt x="62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11"/>
          <p:cNvSpPr/>
          <p:nvPr/>
        </p:nvSpPr>
        <p:spPr>
          <a:xfrm>
            <a:off x="493713" y="3624263"/>
            <a:ext cx="200025" cy="200025"/>
          </a:xfrm>
          <a:custGeom>
            <a:rect b="b" l="l" r="r" t="t"/>
            <a:pathLst>
              <a:path extrusionOk="0" h="58" w="58">
                <a:moveTo>
                  <a:pt x="29" y="58"/>
                </a:moveTo>
                <a:cubicBezTo>
                  <a:pt x="13" y="58"/>
                  <a:pt x="0" y="45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5" y="29"/>
                </a:moveTo>
                <a:cubicBezTo>
                  <a:pt x="5" y="42"/>
                  <a:pt x="16" y="53"/>
                  <a:pt x="29" y="53"/>
                </a:cubicBezTo>
                <a:cubicBezTo>
                  <a:pt x="42" y="53"/>
                  <a:pt x="53" y="42"/>
                  <a:pt x="53" y="29"/>
                </a:cubicBezTo>
                <a:cubicBezTo>
                  <a:pt x="53" y="15"/>
                  <a:pt x="42" y="4"/>
                  <a:pt x="29" y="4"/>
                </a:cubicBezTo>
                <a:cubicBezTo>
                  <a:pt x="16" y="4"/>
                  <a:pt x="5" y="15"/>
                  <a:pt x="5" y="29"/>
                </a:cubicBezTo>
                <a:close/>
                <a:moveTo>
                  <a:pt x="43" y="40"/>
                </a:moveTo>
                <a:cubicBezTo>
                  <a:pt x="43" y="45"/>
                  <a:pt x="35" y="47"/>
                  <a:pt x="30" y="47"/>
                </a:cubicBezTo>
                <a:cubicBezTo>
                  <a:pt x="19" y="47"/>
                  <a:pt x="11" y="39"/>
                  <a:pt x="11" y="29"/>
                </a:cubicBezTo>
                <a:cubicBezTo>
                  <a:pt x="11" y="18"/>
                  <a:pt x="19" y="10"/>
                  <a:pt x="29" y="10"/>
                </a:cubicBezTo>
                <a:cubicBezTo>
                  <a:pt x="33" y="10"/>
                  <a:pt x="43" y="12"/>
                  <a:pt x="43" y="18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22"/>
                  <a:pt x="43" y="23"/>
                  <a:pt x="42" y="23"/>
                </a:cubicBezTo>
                <a:cubicBezTo>
                  <a:pt x="38" y="23"/>
                  <a:pt x="38" y="23"/>
                  <a:pt x="38" y="23"/>
                </a:cubicBezTo>
                <a:cubicBezTo>
                  <a:pt x="37" y="23"/>
                  <a:pt x="37" y="22"/>
                  <a:pt x="37" y="22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7"/>
                  <a:pt x="33" y="16"/>
                  <a:pt x="30" y="16"/>
                </a:cubicBezTo>
                <a:cubicBezTo>
                  <a:pt x="22" y="16"/>
                  <a:pt x="17" y="21"/>
                  <a:pt x="17" y="28"/>
                </a:cubicBezTo>
                <a:cubicBezTo>
                  <a:pt x="17" y="36"/>
                  <a:pt x="23" y="42"/>
                  <a:pt x="30" y="42"/>
                </a:cubicBezTo>
                <a:cubicBezTo>
                  <a:pt x="33" y="42"/>
                  <a:pt x="38" y="41"/>
                  <a:pt x="38" y="38"/>
                </a:cubicBezTo>
                <a:cubicBezTo>
                  <a:pt x="38" y="35"/>
                  <a:pt x="38" y="35"/>
                  <a:pt x="38" y="35"/>
                </a:cubicBezTo>
                <a:cubicBezTo>
                  <a:pt x="38" y="35"/>
                  <a:pt x="38" y="35"/>
                  <a:pt x="38" y="35"/>
                </a:cubicBezTo>
                <a:cubicBezTo>
                  <a:pt x="43" y="35"/>
                  <a:pt x="43" y="35"/>
                  <a:pt x="43" y="35"/>
                </a:cubicBezTo>
                <a:cubicBezTo>
                  <a:pt x="43" y="35"/>
                  <a:pt x="43" y="35"/>
                  <a:pt x="43" y="35"/>
                </a:cubicBezTo>
                <a:lnTo>
                  <a:pt x="43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8" name="Google Shape;3018;p11"/>
          <p:cNvSpPr/>
          <p:nvPr/>
        </p:nvSpPr>
        <p:spPr>
          <a:xfrm>
            <a:off x="989013" y="3624263"/>
            <a:ext cx="230187" cy="206375"/>
          </a:xfrm>
          <a:custGeom>
            <a:rect b="b" l="l" r="r" t="t"/>
            <a:pathLst>
              <a:path extrusionOk="0" h="130" w="145">
                <a:moveTo>
                  <a:pt x="145" y="0"/>
                </a:moveTo>
                <a:lnTo>
                  <a:pt x="123" y="109"/>
                </a:lnTo>
                <a:lnTo>
                  <a:pt x="58" y="130"/>
                </a:lnTo>
                <a:lnTo>
                  <a:pt x="0" y="109"/>
                </a:lnTo>
                <a:lnTo>
                  <a:pt x="6" y="80"/>
                </a:lnTo>
                <a:lnTo>
                  <a:pt x="30" y="80"/>
                </a:lnTo>
                <a:lnTo>
                  <a:pt x="28" y="91"/>
                </a:lnTo>
                <a:lnTo>
                  <a:pt x="62" y="104"/>
                </a:lnTo>
                <a:lnTo>
                  <a:pt x="104" y="91"/>
                </a:lnTo>
                <a:lnTo>
                  <a:pt x="108" y="63"/>
                </a:lnTo>
                <a:lnTo>
                  <a:pt x="8" y="63"/>
                </a:lnTo>
                <a:lnTo>
                  <a:pt x="13" y="39"/>
                </a:lnTo>
                <a:lnTo>
                  <a:pt x="112" y="39"/>
                </a:lnTo>
                <a:lnTo>
                  <a:pt x="117" y="24"/>
                </a:lnTo>
                <a:lnTo>
                  <a:pt x="17" y="24"/>
                </a:lnTo>
                <a:lnTo>
                  <a:pt x="21" y="0"/>
                </a:lnTo>
                <a:lnTo>
                  <a:pt x="14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11"/>
          <p:cNvSpPr/>
          <p:nvPr/>
        </p:nvSpPr>
        <p:spPr>
          <a:xfrm>
            <a:off x="1482725" y="3608388"/>
            <a:ext cx="185738" cy="233362"/>
          </a:xfrm>
          <a:custGeom>
            <a:rect b="b" l="l" r="r" t="t"/>
            <a:pathLst>
              <a:path extrusionOk="0" h="68" w="54">
                <a:moveTo>
                  <a:pt x="25" y="26"/>
                </a:moveTo>
                <a:cubicBezTo>
                  <a:pt x="25" y="29"/>
                  <a:pt x="23" y="32"/>
                  <a:pt x="20" y="33"/>
                </a:cubicBezTo>
                <a:cubicBezTo>
                  <a:pt x="20" y="63"/>
                  <a:pt x="20" y="63"/>
                  <a:pt x="20" y="63"/>
                </a:cubicBezTo>
                <a:cubicBezTo>
                  <a:pt x="20" y="66"/>
                  <a:pt x="18" y="68"/>
                  <a:pt x="15" y="68"/>
                </a:cubicBezTo>
                <a:cubicBezTo>
                  <a:pt x="10" y="68"/>
                  <a:pt x="10" y="68"/>
                  <a:pt x="10" y="68"/>
                </a:cubicBezTo>
                <a:cubicBezTo>
                  <a:pt x="7" y="68"/>
                  <a:pt x="5" y="66"/>
                  <a:pt x="5" y="63"/>
                </a:cubicBezTo>
                <a:cubicBezTo>
                  <a:pt x="5" y="33"/>
                  <a:pt x="5" y="33"/>
                  <a:pt x="5" y="33"/>
                </a:cubicBezTo>
                <a:cubicBezTo>
                  <a:pt x="2" y="32"/>
                  <a:pt x="0" y="29"/>
                  <a:pt x="0" y="26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4" y="0"/>
                  <a:pt x="5" y="1"/>
                  <a:pt x="5" y="2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19"/>
                  <a:pt x="6" y="20"/>
                  <a:pt x="8" y="20"/>
                </a:cubicBezTo>
                <a:cubicBezTo>
                  <a:pt x="9" y="20"/>
                  <a:pt x="10" y="19"/>
                  <a:pt x="10" y="18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1"/>
                  <a:pt x="11" y="0"/>
                  <a:pt x="13" y="0"/>
                </a:cubicBezTo>
                <a:cubicBezTo>
                  <a:pt x="14" y="0"/>
                  <a:pt x="15" y="1"/>
                  <a:pt x="15" y="2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7" y="20"/>
                </a:cubicBezTo>
                <a:cubicBezTo>
                  <a:pt x="19" y="20"/>
                  <a:pt x="20" y="19"/>
                  <a:pt x="20" y="18"/>
                </a:cubicBezTo>
                <a:cubicBezTo>
                  <a:pt x="20" y="2"/>
                  <a:pt x="20" y="2"/>
                  <a:pt x="20" y="2"/>
                </a:cubicBezTo>
                <a:cubicBezTo>
                  <a:pt x="20" y="1"/>
                  <a:pt x="21" y="0"/>
                  <a:pt x="22" y="0"/>
                </a:cubicBezTo>
                <a:cubicBezTo>
                  <a:pt x="24" y="0"/>
                  <a:pt x="25" y="1"/>
                  <a:pt x="25" y="2"/>
                </a:cubicBezTo>
                <a:lnTo>
                  <a:pt x="25" y="26"/>
                </a:lnTo>
                <a:close/>
                <a:moveTo>
                  <a:pt x="54" y="63"/>
                </a:moveTo>
                <a:cubicBezTo>
                  <a:pt x="54" y="66"/>
                  <a:pt x="52" y="68"/>
                  <a:pt x="49" y="68"/>
                </a:cubicBezTo>
                <a:cubicBezTo>
                  <a:pt x="44" y="68"/>
                  <a:pt x="44" y="68"/>
                  <a:pt x="44" y="68"/>
                </a:cubicBezTo>
                <a:cubicBezTo>
                  <a:pt x="42" y="68"/>
                  <a:pt x="39" y="66"/>
                  <a:pt x="39" y="63"/>
                </a:cubicBezTo>
                <a:cubicBezTo>
                  <a:pt x="39" y="43"/>
                  <a:pt x="39" y="43"/>
                  <a:pt x="39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3"/>
                  <a:pt x="30" y="42"/>
                </a:cubicBezTo>
                <a:cubicBezTo>
                  <a:pt x="30" y="12"/>
                  <a:pt x="30" y="12"/>
                  <a:pt x="30" y="12"/>
                </a:cubicBezTo>
                <a:cubicBezTo>
                  <a:pt x="30" y="5"/>
                  <a:pt x="35" y="0"/>
                  <a:pt x="4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4" y="1"/>
                  <a:pt x="54" y="2"/>
                </a:cubicBezTo>
                <a:lnTo>
                  <a:pt x="54" y="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0" name="Google Shape;3020;p11"/>
          <p:cNvSpPr/>
          <p:nvPr/>
        </p:nvSpPr>
        <p:spPr>
          <a:xfrm>
            <a:off x="1976438" y="3624263"/>
            <a:ext cx="200025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56" y="29"/>
                </a:moveTo>
                <a:cubicBezTo>
                  <a:pt x="29" y="29"/>
                  <a:pt x="29" y="29"/>
                  <a:pt x="29" y="29"/>
                </a:cubicBezTo>
                <a:cubicBezTo>
                  <a:pt x="29" y="2"/>
                  <a:pt x="29" y="2"/>
                  <a:pt x="29" y="2"/>
                </a:cubicBezTo>
                <a:cubicBezTo>
                  <a:pt x="11" y="2"/>
                  <a:pt x="11" y="2"/>
                  <a:pt x="11" y="2"/>
                </a:cubicBezTo>
                <a:cubicBezTo>
                  <a:pt x="6" y="2"/>
                  <a:pt x="2" y="6"/>
                  <a:pt x="2" y="10"/>
                </a:cubicBezTo>
                <a:cubicBezTo>
                  <a:pt x="2" y="29"/>
                  <a:pt x="2" y="29"/>
                  <a:pt x="2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55"/>
                  <a:pt x="29" y="55"/>
                  <a:pt x="29" y="55"/>
                </a:cubicBezTo>
                <a:cubicBezTo>
                  <a:pt x="47" y="55"/>
                  <a:pt x="47" y="55"/>
                  <a:pt x="47" y="55"/>
                </a:cubicBezTo>
                <a:cubicBezTo>
                  <a:pt x="52" y="55"/>
                  <a:pt x="56" y="52"/>
                  <a:pt x="56" y="47"/>
                </a:cubicBezTo>
                <a:lnTo>
                  <a:pt x="56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11"/>
          <p:cNvSpPr/>
          <p:nvPr/>
        </p:nvSpPr>
        <p:spPr>
          <a:xfrm>
            <a:off x="2474913" y="3608388"/>
            <a:ext cx="123825" cy="233362"/>
          </a:xfrm>
          <a:custGeom>
            <a:rect b="b" l="l" r="r" t="t"/>
            <a:pathLst>
              <a:path extrusionOk="0" h="68" w="36">
                <a:moveTo>
                  <a:pt x="22" y="60"/>
                </a:moveTo>
                <a:cubicBezTo>
                  <a:pt x="22" y="67"/>
                  <a:pt x="22" y="67"/>
                  <a:pt x="22" y="67"/>
                </a:cubicBezTo>
                <a:cubicBezTo>
                  <a:pt x="22" y="67"/>
                  <a:pt x="22" y="68"/>
                  <a:pt x="21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5" y="68"/>
                  <a:pt x="15" y="67"/>
                  <a:pt x="15" y="67"/>
                </a:cubicBezTo>
                <a:cubicBezTo>
                  <a:pt x="15" y="60"/>
                  <a:pt x="15" y="60"/>
                  <a:pt x="15" y="60"/>
                </a:cubicBezTo>
                <a:cubicBezTo>
                  <a:pt x="6" y="59"/>
                  <a:pt x="1" y="53"/>
                  <a:pt x="1" y="53"/>
                </a:cubicBezTo>
                <a:cubicBezTo>
                  <a:pt x="0" y="53"/>
                  <a:pt x="0" y="52"/>
                  <a:pt x="1" y="52"/>
                </a:cubicBezTo>
                <a:cubicBezTo>
                  <a:pt x="5" y="46"/>
                  <a:pt x="5" y="46"/>
                  <a:pt x="5" y="46"/>
                </a:cubicBezTo>
                <a:cubicBezTo>
                  <a:pt x="5" y="46"/>
                  <a:pt x="5" y="46"/>
                  <a:pt x="6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7" y="46"/>
                  <a:pt x="12" y="51"/>
                  <a:pt x="19" y="51"/>
                </a:cubicBezTo>
                <a:cubicBezTo>
                  <a:pt x="22" y="51"/>
                  <a:pt x="26" y="49"/>
                  <a:pt x="26" y="45"/>
                </a:cubicBezTo>
                <a:cubicBezTo>
                  <a:pt x="26" y="41"/>
                  <a:pt x="22" y="40"/>
                  <a:pt x="17" y="38"/>
                </a:cubicBezTo>
                <a:cubicBezTo>
                  <a:pt x="10" y="35"/>
                  <a:pt x="1" y="32"/>
                  <a:pt x="1" y="22"/>
                </a:cubicBezTo>
                <a:cubicBezTo>
                  <a:pt x="1" y="15"/>
                  <a:pt x="7" y="9"/>
                  <a:pt x="15" y="8"/>
                </a:cubicBezTo>
                <a:cubicBezTo>
                  <a:pt x="15" y="1"/>
                  <a:pt x="15" y="1"/>
                  <a:pt x="15" y="1"/>
                </a:cubicBezTo>
                <a:cubicBezTo>
                  <a:pt x="15" y="0"/>
                  <a:pt x="15" y="0"/>
                  <a:pt x="16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2" y="0"/>
                  <a:pt x="22" y="0"/>
                  <a:pt x="22" y="1"/>
                </a:cubicBezTo>
                <a:cubicBezTo>
                  <a:pt x="22" y="8"/>
                  <a:pt x="22" y="8"/>
                  <a:pt x="22" y="8"/>
                </a:cubicBezTo>
                <a:cubicBezTo>
                  <a:pt x="30" y="8"/>
                  <a:pt x="34" y="13"/>
                  <a:pt x="34" y="13"/>
                </a:cubicBezTo>
                <a:cubicBezTo>
                  <a:pt x="35" y="13"/>
                  <a:pt x="35" y="14"/>
                  <a:pt x="34" y="14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20"/>
                  <a:pt x="31" y="20"/>
                  <a:pt x="30" y="20"/>
                </a:cubicBezTo>
                <a:cubicBezTo>
                  <a:pt x="30" y="20"/>
                  <a:pt x="30" y="20"/>
                  <a:pt x="29" y="20"/>
                </a:cubicBezTo>
                <a:cubicBezTo>
                  <a:pt x="29" y="20"/>
                  <a:pt x="25" y="16"/>
                  <a:pt x="19" y="16"/>
                </a:cubicBezTo>
                <a:cubicBezTo>
                  <a:pt x="14" y="16"/>
                  <a:pt x="11" y="18"/>
                  <a:pt x="11" y="22"/>
                </a:cubicBezTo>
                <a:cubicBezTo>
                  <a:pt x="11" y="26"/>
                  <a:pt x="16" y="28"/>
                  <a:pt x="21" y="30"/>
                </a:cubicBezTo>
                <a:cubicBezTo>
                  <a:pt x="28" y="32"/>
                  <a:pt x="36" y="36"/>
                  <a:pt x="36" y="45"/>
                </a:cubicBezTo>
                <a:cubicBezTo>
                  <a:pt x="36" y="52"/>
                  <a:pt x="30" y="59"/>
                  <a:pt x="22" y="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2" name="Google Shape;3022;p11"/>
          <p:cNvSpPr/>
          <p:nvPr/>
        </p:nvSpPr>
        <p:spPr>
          <a:xfrm>
            <a:off x="2971800" y="3621088"/>
            <a:ext cx="217488" cy="203200"/>
          </a:xfrm>
          <a:custGeom>
            <a:rect b="b" l="l" r="r" t="t"/>
            <a:pathLst>
              <a:path extrusionOk="0" h="128" w="137">
                <a:moveTo>
                  <a:pt x="70" y="24"/>
                </a:moveTo>
                <a:lnTo>
                  <a:pt x="29" y="50"/>
                </a:lnTo>
                <a:lnTo>
                  <a:pt x="0" y="26"/>
                </a:lnTo>
                <a:lnTo>
                  <a:pt x="42" y="0"/>
                </a:lnTo>
                <a:lnTo>
                  <a:pt x="70" y="24"/>
                </a:lnTo>
                <a:close/>
                <a:moveTo>
                  <a:pt x="70" y="74"/>
                </a:moveTo>
                <a:lnTo>
                  <a:pt x="42" y="98"/>
                </a:lnTo>
                <a:lnTo>
                  <a:pt x="0" y="72"/>
                </a:lnTo>
                <a:lnTo>
                  <a:pt x="29" y="50"/>
                </a:lnTo>
                <a:lnTo>
                  <a:pt x="70" y="74"/>
                </a:lnTo>
                <a:close/>
                <a:moveTo>
                  <a:pt x="109" y="104"/>
                </a:moveTo>
                <a:lnTo>
                  <a:pt x="70" y="128"/>
                </a:lnTo>
                <a:lnTo>
                  <a:pt x="29" y="104"/>
                </a:lnTo>
                <a:lnTo>
                  <a:pt x="29" y="95"/>
                </a:lnTo>
                <a:lnTo>
                  <a:pt x="42" y="102"/>
                </a:lnTo>
                <a:lnTo>
                  <a:pt x="70" y="78"/>
                </a:lnTo>
                <a:lnTo>
                  <a:pt x="98" y="102"/>
                </a:lnTo>
                <a:lnTo>
                  <a:pt x="109" y="95"/>
                </a:lnTo>
                <a:lnTo>
                  <a:pt x="109" y="104"/>
                </a:lnTo>
                <a:close/>
                <a:moveTo>
                  <a:pt x="137" y="26"/>
                </a:moveTo>
                <a:lnTo>
                  <a:pt x="111" y="50"/>
                </a:lnTo>
                <a:lnTo>
                  <a:pt x="70" y="24"/>
                </a:lnTo>
                <a:lnTo>
                  <a:pt x="98" y="0"/>
                </a:lnTo>
                <a:lnTo>
                  <a:pt x="137" y="26"/>
                </a:lnTo>
                <a:close/>
                <a:moveTo>
                  <a:pt x="137" y="72"/>
                </a:moveTo>
                <a:lnTo>
                  <a:pt x="98" y="98"/>
                </a:lnTo>
                <a:lnTo>
                  <a:pt x="70" y="74"/>
                </a:lnTo>
                <a:lnTo>
                  <a:pt x="111" y="50"/>
                </a:lnTo>
                <a:lnTo>
                  <a:pt x="137" y="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3" name="Google Shape;3023;p11"/>
          <p:cNvSpPr/>
          <p:nvPr/>
        </p:nvSpPr>
        <p:spPr>
          <a:xfrm>
            <a:off x="3460750" y="3690938"/>
            <a:ext cx="180975" cy="50800"/>
          </a:xfrm>
          <a:custGeom>
            <a:rect b="b" l="l" r="r" t="t"/>
            <a:pathLst>
              <a:path extrusionOk="0" h="15" w="53">
                <a:moveTo>
                  <a:pt x="14" y="11"/>
                </a:moveTo>
                <a:cubicBezTo>
                  <a:pt x="14" y="13"/>
                  <a:pt x="13" y="15"/>
                  <a:pt x="11" y="15"/>
                </a:cubicBezTo>
                <a:cubicBezTo>
                  <a:pt x="3" y="15"/>
                  <a:pt x="3" y="15"/>
                  <a:pt x="3" y="15"/>
                </a:cubicBezTo>
                <a:cubicBezTo>
                  <a:pt x="1" y="15"/>
                  <a:pt x="0" y="13"/>
                  <a:pt x="0" y="11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3" y="0"/>
                  <a:pt x="14" y="2"/>
                  <a:pt x="14" y="4"/>
                </a:cubicBezTo>
                <a:lnTo>
                  <a:pt x="14" y="11"/>
                </a:lnTo>
                <a:close/>
                <a:moveTo>
                  <a:pt x="34" y="11"/>
                </a:moveTo>
                <a:cubicBezTo>
                  <a:pt x="34" y="13"/>
                  <a:pt x="32" y="15"/>
                  <a:pt x="30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1" y="15"/>
                  <a:pt x="19" y="13"/>
                  <a:pt x="19" y="11"/>
                </a:cubicBezTo>
                <a:cubicBezTo>
                  <a:pt x="19" y="4"/>
                  <a:pt x="19" y="4"/>
                  <a:pt x="19" y="4"/>
                </a:cubicBezTo>
                <a:cubicBezTo>
                  <a:pt x="19" y="2"/>
                  <a:pt x="21" y="0"/>
                  <a:pt x="23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2" y="0"/>
                  <a:pt x="34" y="2"/>
                  <a:pt x="34" y="4"/>
                </a:cubicBezTo>
                <a:lnTo>
                  <a:pt x="34" y="11"/>
                </a:lnTo>
                <a:close/>
                <a:moveTo>
                  <a:pt x="53" y="11"/>
                </a:moveTo>
                <a:cubicBezTo>
                  <a:pt x="53" y="13"/>
                  <a:pt x="52" y="15"/>
                  <a:pt x="5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0" y="15"/>
                  <a:pt x="39" y="13"/>
                  <a:pt x="39" y="11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2"/>
                  <a:pt x="40" y="0"/>
                  <a:pt x="42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3" y="2"/>
                  <a:pt x="53" y="4"/>
                </a:cubicBezTo>
                <a:lnTo>
                  <a:pt x="53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11"/>
          <p:cNvSpPr/>
          <p:nvPr/>
        </p:nvSpPr>
        <p:spPr>
          <a:xfrm>
            <a:off x="3954463" y="3638550"/>
            <a:ext cx="233362" cy="185738"/>
          </a:xfrm>
          <a:custGeom>
            <a:rect b="b" l="l" r="r" t="t"/>
            <a:pathLst>
              <a:path extrusionOk="0" h="54" w="68">
                <a:moveTo>
                  <a:pt x="68" y="48"/>
                </a:moveTo>
                <a:cubicBezTo>
                  <a:pt x="68" y="51"/>
                  <a:pt x="66" y="54"/>
                  <a:pt x="62" y="54"/>
                </a:cubicBezTo>
                <a:cubicBezTo>
                  <a:pt x="7" y="54"/>
                  <a:pt x="7" y="54"/>
                  <a:pt x="7" y="54"/>
                </a:cubicBezTo>
                <a:cubicBezTo>
                  <a:pt x="3" y="54"/>
                  <a:pt x="0" y="51"/>
                  <a:pt x="0" y="48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7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6" y="0"/>
                  <a:pt x="68" y="3"/>
                  <a:pt x="68" y="6"/>
                </a:cubicBezTo>
                <a:lnTo>
                  <a:pt x="68" y="48"/>
                </a:lnTo>
                <a:close/>
                <a:moveTo>
                  <a:pt x="62" y="5"/>
                </a:moveTo>
                <a:cubicBezTo>
                  <a:pt x="7" y="5"/>
                  <a:pt x="7" y="5"/>
                  <a:pt x="7" y="5"/>
                </a:cubicBezTo>
                <a:cubicBezTo>
                  <a:pt x="6" y="5"/>
                  <a:pt x="5" y="6"/>
                  <a:pt x="5" y="6"/>
                </a:cubicBezTo>
                <a:cubicBezTo>
                  <a:pt x="5" y="11"/>
                  <a:pt x="7" y="15"/>
                  <a:pt x="11" y="17"/>
                </a:cubicBezTo>
                <a:cubicBezTo>
                  <a:pt x="16" y="21"/>
                  <a:pt x="21" y="25"/>
                  <a:pt x="26" y="29"/>
                </a:cubicBezTo>
                <a:cubicBezTo>
                  <a:pt x="28" y="31"/>
                  <a:pt x="32" y="34"/>
                  <a:pt x="34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4" y="34"/>
                  <a:pt x="34" y="34"/>
                  <a:pt x="34" y="34"/>
                </a:cubicBezTo>
                <a:cubicBezTo>
                  <a:pt x="37" y="34"/>
                  <a:pt x="41" y="31"/>
                  <a:pt x="43" y="29"/>
                </a:cubicBezTo>
                <a:cubicBezTo>
                  <a:pt x="48" y="25"/>
                  <a:pt x="53" y="21"/>
                  <a:pt x="58" y="17"/>
                </a:cubicBezTo>
                <a:cubicBezTo>
                  <a:pt x="60" y="15"/>
                  <a:pt x="64" y="11"/>
                  <a:pt x="64" y="8"/>
                </a:cubicBezTo>
                <a:cubicBezTo>
                  <a:pt x="64" y="7"/>
                  <a:pt x="64" y="5"/>
                  <a:pt x="62" y="5"/>
                </a:cubicBezTo>
                <a:close/>
                <a:moveTo>
                  <a:pt x="64" y="19"/>
                </a:moveTo>
                <a:cubicBezTo>
                  <a:pt x="63" y="20"/>
                  <a:pt x="62" y="20"/>
                  <a:pt x="61" y="21"/>
                </a:cubicBezTo>
                <a:cubicBezTo>
                  <a:pt x="56" y="25"/>
                  <a:pt x="50" y="30"/>
                  <a:pt x="45" y="34"/>
                </a:cubicBezTo>
                <a:cubicBezTo>
                  <a:pt x="42" y="36"/>
                  <a:pt x="38" y="39"/>
                  <a:pt x="34" y="39"/>
                </a:cubicBezTo>
                <a:cubicBezTo>
                  <a:pt x="34" y="39"/>
                  <a:pt x="34" y="39"/>
                  <a:pt x="34" y="39"/>
                </a:cubicBezTo>
                <a:cubicBezTo>
                  <a:pt x="34" y="39"/>
                  <a:pt x="34" y="39"/>
                  <a:pt x="34" y="39"/>
                </a:cubicBezTo>
                <a:cubicBezTo>
                  <a:pt x="30" y="39"/>
                  <a:pt x="27" y="36"/>
                  <a:pt x="24" y="34"/>
                </a:cubicBezTo>
                <a:cubicBezTo>
                  <a:pt x="19" y="30"/>
                  <a:pt x="13" y="25"/>
                  <a:pt x="8" y="21"/>
                </a:cubicBezTo>
                <a:cubicBezTo>
                  <a:pt x="7" y="20"/>
                  <a:pt x="6" y="20"/>
                  <a:pt x="5" y="19"/>
                </a:cubicBezTo>
                <a:cubicBezTo>
                  <a:pt x="5" y="48"/>
                  <a:pt x="5" y="48"/>
                  <a:pt x="5" y="48"/>
                </a:cubicBezTo>
                <a:cubicBezTo>
                  <a:pt x="5" y="48"/>
                  <a:pt x="6" y="49"/>
                  <a:pt x="7" y="49"/>
                </a:cubicBezTo>
                <a:cubicBezTo>
                  <a:pt x="62" y="49"/>
                  <a:pt x="62" y="49"/>
                  <a:pt x="62" y="49"/>
                </a:cubicBezTo>
                <a:cubicBezTo>
                  <a:pt x="63" y="49"/>
                  <a:pt x="64" y="48"/>
                  <a:pt x="64" y="48"/>
                </a:cubicBezTo>
                <a:lnTo>
                  <a:pt x="64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11"/>
          <p:cNvSpPr/>
          <p:nvPr/>
        </p:nvSpPr>
        <p:spPr>
          <a:xfrm>
            <a:off x="4448175" y="3624263"/>
            <a:ext cx="130175" cy="182562"/>
          </a:xfrm>
          <a:custGeom>
            <a:rect b="b" l="l" r="r" t="t"/>
            <a:pathLst>
              <a:path extrusionOk="0" h="53" w="38">
                <a:moveTo>
                  <a:pt x="38" y="50"/>
                </a:moveTo>
                <a:cubicBezTo>
                  <a:pt x="38" y="51"/>
                  <a:pt x="38" y="52"/>
                  <a:pt x="37" y="52"/>
                </a:cubicBezTo>
                <a:cubicBezTo>
                  <a:pt x="37" y="52"/>
                  <a:pt x="34" y="53"/>
                  <a:pt x="29" y="53"/>
                </a:cubicBezTo>
                <a:cubicBezTo>
                  <a:pt x="17" y="53"/>
                  <a:pt x="8" y="46"/>
                  <a:pt x="5" y="35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4"/>
                  <a:pt x="0" y="3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9"/>
                  <a:pt x="0" y="28"/>
                  <a:pt x="1" y="28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7"/>
                  <a:pt x="3" y="25"/>
                  <a:pt x="4" y="24"/>
                </a:cubicBezTo>
                <a:cubicBezTo>
                  <a:pt x="1" y="24"/>
                  <a:pt x="1" y="24"/>
                  <a:pt x="1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7"/>
                  <a:pt x="1" y="17"/>
                </a:cubicBezTo>
                <a:cubicBezTo>
                  <a:pt x="5" y="17"/>
                  <a:pt x="5" y="17"/>
                  <a:pt x="5" y="17"/>
                </a:cubicBezTo>
                <a:cubicBezTo>
                  <a:pt x="8" y="7"/>
                  <a:pt x="18" y="0"/>
                  <a:pt x="29" y="0"/>
                </a:cubicBezTo>
                <a:cubicBezTo>
                  <a:pt x="33" y="0"/>
                  <a:pt x="36" y="0"/>
                  <a:pt x="37" y="0"/>
                </a:cubicBezTo>
                <a:cubicBezTo>
                  <a:pt x="37" y="0"/>
                  <a:pt x="37" y="1"/>
                  <a:pt x="37" y="1"/>
                </a:cubicBezTo>
                <a:cubicBezTo>
                  <a:pt x="37" y="1"/>
                  <a:pt x="37" y="2"/>
                  <a:pt x="37" y="2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9"/>
                  <a:pt x="35" y="9"/>
                  <a:pt x="34" y="9"/>
                </a:cubicBezTo>
                <a:cubicBezTo>
                  <a:pt x="34" y="9"/>
                  <a:pt x="32" y="8"/>
                  <a:pt x="29" y="8"/>
                </a:cubicBezTo>
                <a:cubicBezTo>
                  <a:pt x="23" y="8"/>
                  <a:pt x="17" y="12"/>
                  <a:pt x="15" y="17"/>
                </a:cubicBezTo>
                <a:cubicBezTo>
                  <a:pt x="32" y="17"/>
                  <a:pt x="32" y="17"/>
                  <a:pt x="32" y="17"/>
                </a:cubicBezTo>
                <a:cubicBezTo>
                  <a:pt x="33" y="17"/>
                  <a:pt x="33" y="17"/>
                  <a:pt x="33" y="18"/>
                </a:cubicBezTo>
                <a:cubicBezTo>
                  <a:pt x="34" y="18"/>
                  <a:pt x="34" y="18"/>
                  <a:pt x="34" y="19"/>
                </a:cubicBezTo>
                <a:cubicBezTo>
                  <a:pt x="33" y="23"/>
                  <a:pt x="33" y="23"/>
                  <a:pt x="33" y="23"/>
                </a:cubicBezTo>
                <a:cubicBezTo>
                  <a:pt x="33" y="24"/>
                  <a:pt x="32" y="24"/>
                  <a:pt x="32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5"/>
                  <a:pt x="13" y="27"/>
                  <a:pt x="13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2" y="29"/>
                  <a:pt x="32" y="29"/>
                  <a:pt x="32" y="29"/>
                </a:cubicBezTo>
                <a:cubicBezTo>
                  <a:pt x="31" y="34"/>
                  <a:pt x="31" y="34"/>
                  <a:pt x="31" y="34"/>
                </a:cubicBezTo>
                <a:cubicBezTo>
                  <a:pt x="31" y="34"/>
                  <a:pt x="30" y="35"/>
                  <a:pt x="30" y="35"/>
                </a:cubicBezTo>
                <a:cubicBezTo>
                  <a:pt x="15" y="35"/>
                  <a:pt x="15" y="35"/>
                  <a:pt x="15" y="35"/>
                </a:cubicBezTo>
                <a:cubicBezTo>
                  <a:pt x="17" y="41"/>
                  <a:pt x="23" y="44"/>
                  <a:pt x="29" y="44"/>
                </a:cubicBezTo>
                <a:cubicBezTo>
                  <a:pt x="33" y="44"/>
                  <a:pt x="35" y="43"/>
                  <a:pt x="35" y="43"/>
                </a:cubicBezTo>
                <a:cubicBezTo>
                  <a:pt x="36" y="43"/>
                  <a:pt x="36" y="43"/>
                  <a:pt x="36" y="44"/>
                </a:cubicBezTo>
                <a:cubicBezTo>
                  <a:pt x="37" y="44"/>
                  <a:pt x="37" y="44"/>
                  <a:pt x="37" y="44"/>
                </a:cubicBezTo>
                <a:lnTo>
                  <a:pt x="38" y="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11"/>
          <p:cNvSpPr/>
          <p:nvPr/>
        </p:nvSpPr>
        <p:spPr>
          <a:xfrm>
            <a:off x="4943475" y="3608388"/>
            <a:ext cx="236538" cy="215900"/>
          </a:xfrm>
          <a:custGeom>
            <a:rect b="b" l="l" r="r" t="t"/>
            <a:pathLst>
              <a:path extrusionOk="0" h="63" w="69">
                <a:moveTo>
                  <a:pt x="68" y="56"/>
                </a:moveTo>
                <a:cubicBezTo>
                  <a:pt x="69" y="57"/>
                  <a:pt x="69" y="59"/>
                  <a:pt x="68" y="60"/>
                </a:cubicBezTo>
                <a:cubicBezTo>
                  <a:pt x="67" y="62"/>
                  <a:pt x="65" y="63"/>
                  <a:pt x="64" y="63"/>
                </a:cubicBezTo>
                <a:cubicBezTo>
                  <a:pt x="5" y="63"/>
                  <a:pt x="5" y="63"/>
                  <a:pt x="5" y="63"/>
                </a:cubicBezTo>
                <a:cubicBezTo>
                  <a:pt x="4" y="63"/>
                  <a:pt x="2" y="62"/>
                  <a:pt x="1" y="60"/>
                </a:cubicBezTo>
                <a:cubicBezTo>
                  <a:pt x="0" y="59"/>
                  <a:pt x="0" y="57"/>
                  <a:pt x="1" y="56"/>
                </a:cubicBezTo>
                <a:cubicBezTo>
                  <a:pt x="30" y="2"/>
                  <a:pt x="30" y="2"/>
                  <a:pt x="30" y="2"/>
                </a:cubicBezTo>
                <a:cubicBezTo>
                  <a:pt x="31" y="1"/>
                  <a:pt x="33" y="0"/>
                  <a:pt x="34" y="0"/>
                </a:cubicBezTo>
                <a:cubicBezTo>
                  <a:pt x="36" y="0"/>
                  <a:pt x="38" y="1"/>
                  <a:pt x="39" y="2"/>
                </a:cubicBezTo>
                <a:lnTo>
                  <a:pt x="68" y="56"/>
                </a:lnTo>
                <a:close/>
                <a:moveTo>
                  <a:pt x="40" y="20"/>
                </a:moveTo>
                <a:cubicBezTo>
                  <a:pt x="40" y="20"/>
                  <a:pt x="40" y="20"/>
                  <a:pt x="40" y="20"/>
                </a:cubicBezTo>
                <a:cubicBezTo>
                  <a:pt x="39" y="19"/>
                  <a:pt x="39" y="19"/>
                  <a:pt x="39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19"/>
                  <a:pt x="30" y="19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38"/>
                  <a:pt x="30" y="39"/>
                  <a:pt x="31" y="39"/>
                </a:cubicBezTo>
                <a:cubicBezTo>
                  <a:pt x="38" y="39"/>
                  <a:pt x="38" y="39"/>
                  <a:pt x="38" y="39"/>
                </a:cubicBezTo>
                <a:cubicBezTo>
                  <a:pt x="39" y="39"/>
                  <a:pt x="39" y="38"/>
                  <a:pt x="39" y="38"/>
                </a:cubicBezTo>
                <a:lnTo>
                  <a:pt x="40" y="20"/>
                </a:lnTo>
                <a:close/>
                <a:moveTo>
                  <a:pt x="39" y="45"/>
                </a:moveTo>
                <a:cubicBezTo>
                  <a:pt x="39" y="44"/>
                  <a:pt x="39" y="43"/>
                  <a:pt x="38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0" y="43"/>
                  <a:pt x="30" y="44"/>
                  <a:pt x="30" y="45"/>
                </a:cubicBezTo>
                <a:cubicBezTo>
                  <a:pt x="30" y="52"/>
                  <a:pt x="30" y="52"/>
                  <a:pt x="30" y="52"/>
                </a:cubicBezTo>
                <a:cubicBezTo>
                  <a:pt x="30" y="53"/>
                  <a:pt x="30" y="53"/>
                  <a:pt x="31" y="53"/>
                </a:cubicBezTo>
                <a:cubicBezTo>
                  <a:pt x="38" y="53"/>
                  <a:pt x="38" y="53"/>
                  <a:pt x="38" y="53"/>
                </a:cubicBezTo>
                <a:cubicBezTo>
                  <a:pt x="39" y="53"/>
                  <a:pt x="39" y="53"/>
                  <a:pt x="39" y="52"/>
                </a:cubicBezTo>
                <a:lnTo>
                  <a:pt x="39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11"/>
          <p:cNvSpPr/>
          <p:nvPr/>
        </p:nvSpPr>
        <p:spPr>
          <a:xfrm>
            <a:off x="5437188" y="3656013"/>
            <a:ext cx="233362" cy="150812"/>
          </a:xfrm>
          <a:custGeom>
            <a:rect b="b" l="l" r="r" t="t"/>
            <a:pathLst>
              <a:path extrusionOk="0" h="44" w="68">
                <a:moveTo>
                  <a:pt x="68" y="25"/>
                </a:moveTo>
                <a:cubicBezTo>
                  <a:pt x="61" y="36"/>
                  <a:pt x="48" y="44"/>
                  <a:pt x="34" y="44"/>
                </a:cubicBezTo>
                <a:cubicBezTo>
                  <a:pt x="21" y="44"/>
                  <a:pt x="8" y="36"/>
                  <a:pt x="1" y="25"/>
                </a:cubicBezTo>
                <a:cubicBezTo>
                  <a:pt x="1" y="24"/>
                  <a:pt x="0" y="23"/>
                  <a:pt x="0" y="22"/>
                </a:cubicBezTo>
                <a:cubicBezTo>
                  <a:pt x="0" y="21"/>
                  <a:pt x="1" y="20"/>
                  <a:pt x="1" y="20"/>
                </a:cubicBezTo>
                <a:cubicBezTo>
                  <a:pt x="8" y="8"/>
                  <a:pt x="21" y="0"/>
                  <a:pt x="34" y="0"/>
                </a:cubicBezTo>
                <a:cubicBezTo>
                  <a:pt x="48" y="0"/>
                  <a:pt x="61" y="8"/>
                  <a:pt x="68" y="20"/>
                </a:cubicBezTo>
                <a:cubicBezTo>
                  <a:pt x="68" y="20"/>
                  <a:pt x="68" y="21"/>
                  <a:pt x="68" y="22"/>
                </a:cubicBezTo>
                <a:cubicBezTo>
                  <a:pt x="68" y="23"/>
                  <a:pt x="68" y="24"/>
                  <a:pt x="68" y="25"/>
                </a:cubicBezTo>
                <a:close/>
                <a:moveTo>
                  <a:pt x="49" y="9"/>
                </a:moveTo>
                <a:cubicBezTo>
                  <a:pt x="51" y="11"/>
                  <a:pt x="51" y="14"/>
                  <a:pt x="51" y="17"/>
                </a:cubicBezTo>
                <a:cubicBezTo>
                  <a:pt x="51" y="27"/>
                  <a:pt x="44" y="34"/>
                  <a:pt x="34" y="34"/>
                </a:cubicBezTo>
                <a:cubicBezTo>
                  <a:pt x="25" y="34"/>
                  <a:pt x="17" y="27"/>
                  <a:pt x="17" y="17"/>
                </a:cubicBezTo>
                <a:cubicBezTo>
                  <a:pt x="17" y="14"/>
                  <a:pt x="18" y="11"/>
                  <a:pt x="20" y="9"/>
                </a:cubicBezTo>
                <a:cubicBezTo>
                  <a:pt x="14" y="12"/>
                  <a:pt x="9" y="17"/>
                  <a:pt x="5" y="22"/>
                </a:cubicBezTo>
                <a:cubicBezTo>
                  <a:pt x="12" y="32"/>
                  <a:pt x="22" y="39"/>
                  <a:pt x="34" y="39"/>
                </a:cubicBezTo>
                <a:cubicBezTo>
                  <a:pt x="47" y="39"/>
                  <a:pt x="57" y="32"/>
                  <a:pt x="64" y="22"/>
                </a:cubicBezTo>
                <a:cubicBezTo>
                  <a:pt x="60" y="17"/>
                  <a:pt x="55" y="12"/>
                  <a:pt x="49" y="9"/>
                </a:cubicBezTo>
                <a:close/>
                <a:moveTo>
                  <a:pt x="34" y="6"/>
                </a:moveTo>
                <a:cubicBezTo>
                  <a:pt x="28" y="6"/>
                  <a:pt x="23" y="11"/>
                  <a:pt x="23" y="17"/>
                </a:cubicBezTo>
                <a:cubicBezTo>
                  <a:pt x="23" y="18"/>
                  <a:pt x="24" y="19"/>
                  <a:pt x="25" y="19"/>
                </a:cubicBezTo>
                <a:cubicBezTo>
                  <a:pt x="26" y="19"/>
                  <a:pt x="27" y="18"/>
                  <a:pt x="27" y="17"/>
                </a:cubicBezTo>
                <a:cubicBezTo>
                  <a:pt x="27" y="13"/>
                  <a:pt x="30" y="9"/>
                  <a:pt x="34" y="9"/>
                </a:cubicBezTo>
                <a:cubicBezTo>
                  <a:pt x="35" y="9"/>
                  <a:pt x="36" y="9"/>
                  <a:pt x="36" y="8"/>
                </a:cubicBezTo>
                <a:cubicBezTo>
                  <a:pt x="36" y="7"/>
                  <a:pt x="35" y="6"/>
                  <a:pt x="34" y="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11"/>
          <p:cNvSpPr/>
          <p:nvPr/>
        </p:nvSpPr>
        <p:spPr>
          <a:xfrm>
            <a:off x="5930900" y="3624263"/>
            <a:ext cx="203200" cy="200025"/>
          </a:xfrm>
          <a:custGeom>
            <a:rect b="b" l="l" r="r" t="t"/>
            <a:pathLst>
              <a:path extrusionOk="0" h="58" w="59">
                <a:moveTo>
                  <a:pt x="48" y="58"/>
                </a:moveTo>
                <a:cubicBezTo>
                  <a:pt x="41" y="58"/>
                  <a:pt x="41" y="58"/>
                  <a:pt x="41" y="58"/>
                </a:cubicBezTo>
                <a:cubicBezTo>
                  <a:pt x="41" y="35"/>
                  <a:pt x="41" y="35"/>
                  <a:pt x="41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9" y="26"/>
                  <a:pt x="49" y="26"/>
                  <a:pt x="49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21"/>
                  <a:pt x="41" y="21"/>
                  <a:pt x="41" y="21"/>
                </a:cubicBezTo>
                <a:cubicBezTo>
                  <a:pt x="41" y="18"/>
                  <a:pt x="42" y="17"/>
                  <a:pt x="45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9" y="9"/>
                  <a:pt x="47" y="8"/>
                  <a:pt x="43" y="8"/>
                </a:cubicBezTo>
                <a:cubicBezTo>
                  <a:pt x="37" y="8"/>
                  <a:pt x="32" y="12"/>
                  <a:pt x="32" y="20"/>
                </a:cubicBezTo>
                <a:cubicBezTo>
                  <a:pt x="32" y="26"/>
                  <a:pt x="32" y="26"/>
                  <a:pt x="3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35"/>
                  <a:pt x="24" y="35"/>
                  <a:pt x="24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58"/>
                  <a:pt x="32" y="58"/>
                  <a:pt x="32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cubicBezTo>
                  <a:pt x="59" y="47"/>
                  <a:pt x="59" y="47"/>
                  <a:pt x="59" y="47"/>
                </a:cubicBezTo>
                <a:cubicBezTo>
                  <a:pt x="59" y="53"/>
                  <a:pt x="54" y="58"/>
                  <a:pt x="48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11"/>
          <p:cNvSpPr/>
          <p:nvPr/>
        </p:nvSpPr>
        <p:spPr>
          <a:xfrm>
            <a:off x="6426200" y="3611563"/>
            <a:ext cx="163513" cy="230187"/>
          </a:xfrm>
          <a:custGeom>
            <a:rect b="b" l="l" r="r" t="t"/>
            <a:pathLst>
              <a:path extrusionOk="0" h="67" w="48">
                <a:moveTo>
                  <a:pt x="45" y="42"/>
                </a:moveTo>
                <a:cubicBezTo>
                  <a:pt x="43" y="42"/>
                  <a:pt x="42" y="42"/>
                  <a:pt x="42" y="41"/>
                </a:cubicBezTo>
                <a:cubicBezTo>
                  <a:pt x="33" y="28"/>
                  <a:pt x="33" y="28"/>
                  <a:pt x="33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33"/>
                  <a:pt x="31" y="33"/>
                  <a:pt x="31" y="33"/>
                </a:cubicBezTo>
                <a:cubicBezTo>
                  <a:pt x="41" y="48"/>
                  <a:pt x="41" y="48"/>
                  <a:pt x="41" y="48"/>
                </a:cubicBezTo>
                <a:cubicBezTo>
                  <a:pt x="41" y="49"/>
                  <a:pt x="41" y="49"/>
                  <a:pt x="41" y="50"/>
                </a:cubicBezTo>
                <a:cubicBezTo>
                  <a:pt x="41" y="51"/>
                  <a:pt x="40" y="52"/>
                  <a:pt x="39" y="52"/>
                </a:cubicBezTo>
                <a:cubicBezTo>
                  <a:pt x="31" y="52"/>
                  <a:pt x="31" y="52"/>
                  <a:pt x="31" y="52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5"/>
                  <a:pt x="29" y="67"/>
                  <a:pt x="27" y="67"/>
                </a:cubicBezTo>
                <a:cubicBezTo>
                  <a:pt x="21" y="67"/>
                  <a:pt x="21" y="67"/>
                  <a:pt x="21" y="67"/>
                </a:cubicBezTo>
                <a:cubicBezTo>
                  <a:pt x="19" y="67"/>
                  <a:pt x="17" y="65"/>
                  <a:pt x="17" y="62"/>
                </a:cubicBezTo>
                <a:cubicBezTo>
                  <a:pt x="17" y="52"/>
                  <a:pt x="17" y="52"/>
                  <a:pt x="17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8" y="52"/>
                  <a:pt x="7" y="51"/>
                  <a:pt x="7" y="50"/>
                </a:cubicBezTo>
                <a:cubicBezTo>
                  <a:pt x="7" y="49"/>
                  <a:pt x="7" y="49"/>
                  <a:pt x="7" y="48"/>
                </a:cubicBezTo>
                <a:cubicBezTo>
                  <a:pt x="17" y="33"/>
                  <a:pt x="17" y="33"/>
                  <a:pt x="17" y="33"/>
                </a:cubicBezTo>
                <a:cubicBezTo>
                  <a:pt x="17" y="28"/>
                  <a:pt x="17" y="28"/>
                  <a:pt x="17" y="28"/>
                </a:cubicBezTo>
                <a:cubicBezTo>
                  <a:pt x="15" y="28"/>
                  <a:pt x="15" y="28"/>
                  <a:pt x="15" y="28"/>
                </a:cubicBezTo>
                <a:cubicBezTo>
                  <a:pt x="6" y="41"/>
                  <a:pt x="6" y="41"/>
                  <a:pt x="6" y="41"/>
                </a:cubicBezTo>
                <a:cubicBezTo>
                  <a:pt x="6" y="42"/>
                  <a:pt x="5" y="42"/>
                  <a:pt x="3" y="42"/>
                </a:cubicBezTo>
                <a:cubicBezTo>
                  <a:pt x="1" y="42"/>
                  <a:pt x="0" y="41"/>
                  <a:pt x="0" y="39"/>
                </a:cubicBezTo>
                <a:cubicBezTo>
                  <a:pt x="0" y="38"/>
                  <a:pt x="0" y="37"/>
                  <a:pt x="0" y="37"/>
                </a:cubicBezTo>
                <a:cubicBezTo>
                  <a:pt x="10" y="22"/>
                  <a:pt x="10" y="22"/>
                  <a:pt x="10" y="22"/>
                </a:cubicBezTo>
                <a:cubicBezTo>
                  <a:pt x="12" y="20"/>
                  <a:pt x="14" y="18"/>
                  <a:pt x="17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4" y="18"/>
                  <a:pt x="37" y="20"/>
                  <a:pt x="38" y="22"/>
                </a:cubicBezTo>
                <a:cubicBezTo>
                  <a:pt x="48" y="37"/>
                  <a:pt x="48" y="37"/>
                  <a:pt x="48" y="37"/>
                </a:cubicBezTo>
                <a:cubicBezTo>
                  <a:pt x="48" y="37"/>
                  <a:pt x="48" y="38"/>
                  <a:pt x="48" y="39"/>
                </a:cubicBezTo>
                <a:cubicBezTo>
                  <a:pt x="48" y="41"/>
                  <a:pt x="47" y="42"/>
                  <a:pt x="45" y="42"/>
                </a:cubicBezTo>
                <a:close/>
                <a:moveTo>
                  <a:pt x="24" y="17"/>
                </a:moveTo>
                <a:cubicBezTo>
                  <a:pt x="19" y="17"/>
                  <a:pt x="16" y="13"/>
                  <a:pt x="16" y="8"/>
                </a:cubicBezTo>
                <a:cubicBezTo>
                  <a:pt x="16" y="4"/>
                  <a:pt x="19" y="0"/>
                  <a:pt x="24" y="0"/>
                </a:cubicBezTo>
                <a:cubicBezTo>
                  <a:pt x="29" y="0"/>
                  <a:pt x="33" y="4"/>
                  <a:pt x="33" y="8"/>
                </a:cubicBezTo>
                <a:cubicBezTo>
                  <a:pt x="33" y="13"/>
                  <a:pt x="29" y="17"/>
                  <a:pt x="24" y="1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11"/>
          <p:cNvSpPr/>
          <p:nvPr/>
        </p:nvSpPr>
        <p:spPr>
          <a:xfrm>
            <a:off x="6919913" y="3608388"/>
            <a:ext cx="198437" cy="233362"/>
          </a:xfrm>
          <a:custGeom>
            <a:rect b="b" l="l" r="r" t="t"/>
            <a:pathLst>
              <a:path extrusionOk="0" h="68" w="5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24" y="33"/>
                </a:moveTo>
                <a:cubicBezTo>
                  <a:pt x="24" y="54"/>
                  <a:pt x="24" y="54"/>
                  <a:pt x="24" y="54"/>
                </a:cubicBezTo>
                <a:cubicBezTo>
                  <a:pt x="24" y="54"/>
                  <a:pt x="24" y="55"/>
                  <a:pt x="23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5"/>
                  <a:pt x="22" y="55"/>
                </a:cubicBezTo>
                <a:cubicBezTo>
                  <a:pt x="16" y="48"/>
                  <a:pt x="16" y="48"/>
                  <a:pt x="16" y="48"/>
                </a:cubicBezTo>
                <a:cubicBezTo>
                  <a:pt x="11" y="48"/>
                  <a:pt x="11" y="48"/>
                  <a:pt x="11" y="48"/>
                </a:cubicBezTo>
                <a:cubicBezTo>
                  <a:pt x="10" y="48"/>
                  <a:pt x="9" y="48"/>
                  <a:pt x="9" y="47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39"/>
                  <a:pt x="10" y="39"/>
                  <a:pt x="11" y="39"/>
                </a:cubicBezTo>
                <a:cubicBezTo>
                  <a:pt x="16" y="39"/>
                  <a:pt x="16" y="39"/>
                  <a:pt x="16" y="39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3" y="32"/>
                  <a:pt x="23" y="32"/>
                </a:cubicBezTo>
                <a:cubicBezTo>
                  <a:pt x="24" y="32"/>
                  <a:pt x="24" y="33"/>
                  <a:pt x="24" y="33"/>
                </a:cubicBezTo>
                <a:close/>
                <a:moveTo>
                  <a:pt x="33" y="52"/>
                </a:moveTo>
                <a:cubicBezTo>
                  <a:pt x="35" y="49"/>
                  <a:pt x="36" y="47"/>
                  <a:pt x="36" y="43"/>
                </a:cubicBezTo>
                <a:cubicBezTo>
                  <a:pt x="36" y="40"/>
                  <a:pt x="35" y="37"/>
                  <a:pt x="33" y="35"/>
                </a:cubicBezTo>
                <a:cubicBezTo>
                  <a:pt x="32" y="34"/>
                  <a:pt x="30" y="34"/>
                  <a:pt x="29" y="35"/>
                </a:cubicBezTo>
                <a:cubicBezTo>
                  <a:pt x="28" y="36"/>
                  <a:pt x="28" y="37"/>
                  <a:pt x="29" y="38"/>
                </a:cubicBezTo>
                <a:cubicBezTo>
                  <a:pt x="31" y="40"/>
                  <a:pt x="31" y="42"/>
                  <a:pt x="31" y="43"/>
                </a:cubicBezTo>
                <a:cubicBezTo>
                  <a:pt x="31" y="45"/>
                  <a:pt x="31" y="47"/>
                  <a:pt x="29" y="48"/>
                </a:cubicBezTo>
                <a:cubicBezTo>
                  <a:pt x="28" y="49"/>
                  <a:pt x="28" y="51"/>
                  <a:pt x="29" y="52"/>
                </a:cubicBezTo>
                <a:cubicBezTo>
                  <a:pt x="30" y="52"/>
                  <a:pt x="31" y="52"/>
                  <a:pt x="31" y="52"/>
                </a:cubicBezTo>
                <a:cubicBezTo>
                  <a:pt x="32" y="52"/>
                  <a:pt x="32" y="52"/>
                  <a:pt x="33" y="52"/>
                </a:cubicBezTo>
                <a:close/>
                <a:moveTo>
                  <a:pt x="41" y="57"/>
                </a:moveTo>
                <a:cubicBezTo>
                  <a:pt x="44" y="53"/>
                  <a:pt x="46" y="48"/>
                  <a:pt x="46" y="43"/>
                </a:cubicBezTo>
                <a:cubicBezTo>
                  <a:pt x="46" y="38"/>
                  <a:pt x="44" y="34"/>
                  <a:pt x="41" y="30"/>
                </a:cubicBezTo>
                <a:cubicBezTo>
                  <a:pt x="40" y="29"/>
                  <a:pt x="39" y="28"/>
                  <a:pt x="38" y="29"/>
                </a:cubicBezTo>
                <a:cubicBezTo>
                  <a:pt x="37" y="30"/>
                  <a:pt x="36" y="32"/>
                  <a:pt x="37" y="33"/>
                </a:cubicBezTo>
                <a:cubicBezTo>
                  <a:pt x="40" y="36"/>
                  <a:pt x="41" y="39"/>
                  <a:pt x="41" y="43"/>
                </a:cubicBezTo>
                <a:cubicBezTo>
                  <a:pt x="41" y="47"/>
                  <a:pt x="40" y="51"/>
                  <a:pt x="37" y="54"/>
                </a:cubicBezTo>
                <a:cubicBezTo>
                  <a:pt x="36" y="55"/>
                  <a:pt x="37" y="57"/>
                  <a:pt x="38" y="58"/>
                </a:cubicBezTo>
                <a:cubicBezTo>
                  <a:pt x="38" y="58"/>
                  <a:pt x="39" y="58"/>
                  <a:pt x="39" y="58"/>
                </a:cubicBezTo>
                <a:cubicBezTo>
                  <a:pt x="40" y="58"/>
                  <a:pt x="41" y="58"/>
                  <a:pt x="41" y="57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11"/>
          <p:cNvSpPr/>
          <p:nvPr/>
        </p:nvSpPr>
        <p:spPr>
          <a:xfrm>
            <a:off x="7413625" y="3608388"/>
            <a:ext cx="200025" cy="233362"/>
          </a:xfrm>
          <a:custGeom>
            <a:rect b="b" l="l" r="r" t="t"/>
            <a:pathLst>
              <a:path extrusionOk="0" h="68" w="5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34" y="34"/>
                </a:moveTo>
                <a:cubicBezTo>
                  <a:pt x="34" y="48"/>
                  <a:pt x="34" y="48"/>
                  <a:pt x="34" y="48"/>
                </a:cubicBezTo>
                <a:cubicBezTo>
                  <a:pt x="34" y="51"/>
                  <a:pt x="32" y="53"/>
                  <a:pt x="29" y="53"/>
                </a:cubicBezTo>
                <a:cubicBezTo>
                  <a:pt x="14" y="53"/>
                  <a:pt x="14" y="53"/>
                  <a:pt x="14" y="53"/>
                </a:cubicBezTo>
                <a:cubicBezTo>
                  <a:pt x="12" y="53"/>
                  <a:pt x="9" y="51"/>
                  <a:pt x="9" y="48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1"/>
                  <a:pt x="12" y="29"/>
                  <a:pt x="14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32" y="29"/>
                  <a:pt x="34" y="31"/>
                  <a:pt x="34" y="34"/>
                </a:cubicBezTo>
                <a:close/>
                <a:moveTo>
                  <a:pt x="48" y="30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2"/>
                  <a:pt x="48" y="53"/>
                  <a:pt x="48" y="53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3"/>
                  <a:pt x="46" y="53"/>
                  <a:pt x="46" y="5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39"/>
                  <a:pt x="36" y="39"/>
                  <a:pt x="36" y="39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9"/>
                  <a:pt x="47" y="29"/>
                  <a:pt x="47" y="29"/>
                </a:cubicBezTo>
                <a:cubicBezTo>
                  <a:pt x="47" y="29"/>
                  <a:pt x="47" y="29"/>
                  <a:pt x="48" y="29"/>
                </a:cubicBezTo>
                <a:cubicBezTo>
                  <a:pt x="48" y="29"/>
                  <a:pt x="48" y="30"/>
                  <a:pt x="48" y="30"/>
                </a:cubicBez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2" name="Google Shape;3032;p11"/>
          <p:cNvSpPr/>
          <p:nvPr/>
        </p:nvSpPr>
        <p:spPr>
          <a:xfrm>
            <a:off x="7908925" y="3608388"/>
            <a:ext cx="198438" cy="233362"/>
          </a:xfrm>
          <a:custGeom>
            <a:rect b="b" l="l" r="r" t="t"/>
            <a:pathLst>
              <a:path extrusionOk="0" h="68" w="58">
                <a:moveTo>
                  <a:pt x="58" y="20"/>
                </a:moveTo>
                <a:cubicBezTo>
                  <a:pt x="58" y="64"/>
                  <a:pt x="58" y="64"/>
                  <a:pt x="58" y="64"/>
                </a:cubicBezTo>
                <a:cubicBezTo>
                  <a:pt x="58" y="66"/>
                  <a:pt x="56" y="68"/>
                  <a:pt x="54" y="68"/>
                </a:cubicBezTo>
                <a:cubicBezTo>
                  <a:pt x="3" y="68"/>
                  <a:pt x="3" y="68"/>
                  <a:pt x="3" y="68"/>
                </a:cubicBezTo>
                <a:cubicBezTo>
                  <a:pt x="1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2" y="1"/>
                  <a:pt x="44" y="2"/>
                </a:cubicBezTo>
                <a:cubicBezTo>
                  <a:pt x="55" y="14"/>
                  <a:pt x="55" y="14"/>
                  <a:pt x="55" y="14"/>
                </a:cubicBezTo>
                <a:cubicBezTo>
                  <a:pt x="57" y="16"/>
                  <a:pt x="58" y="18"/>
                  <a:pt x="58" y="20"/>
                </a:cubicBezTo>
                <a:close/>
                <a:moveTo>
                  <a:pt x="53" y="24"/>
                </a:moveTo>
                <a:cubicBezTo>
                  <a:pt x="37" y="24"/>
                  <a:pt x="37" y="24"/>
                  <a:pt x="37" y="24"/>
                </a:cubicBezTo>
                <a:cubicBezTo>
                  <a:pt x="35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3" y="63"/>
                  <a:pt x="53" y="63"/>
                  <a:pt x="53" y="63"/>
                </a:cubicBezTo>
                <a:lnTo>
                  <a:pt x="53" y="24"/>
                </a:lnTo>
                <a:close/>
                <a:moveTo>
                  <a:pt x="9" y="31"/>
                </a:moveTo>
                <a:cubicBezTo>
                  <a:pt x="9" y="27"/>
                  <a:pt x="13" y="24"/>
                  <a:pt x="17" y="24"/>
                </a:cubicBezTo>
                <a:cubicBezTo>
                  <a:pt x="21" y="24"/>
                  <a:pt x="24" y="27"/>
                  <a:pt x="24" y="31"/>
                </a:cubicBezTo>
                <a:cubicBezTo>
                  <a:pt x="24" y="35"/>
                  <a:pt x="21" y="39"/>
                  <a:pt x="17" y="39"/>
                </a:cubicBezTo>
                <a:cubicBezTo>
                  <a:pt x="13" y="39"/>
                  <a:pt x="9" y="35"/>
                  <a:pt x="9" y="31"/>
                </a:cubicBezTo>
                <a:close/>
                <a:moveTo>
                  <a:pt x="48" y="58"/>
                </a:moveTo>
                <a:cubicBezTo>
                  <a:pt x="9" y="58"/>
                  <a:pt x="9" y="58"/>
                  <a:pt x="9" y="58"/>
                </a:cubicBezTo>
                <a:cubicBezTo>
                  <a:pt x="9" y="51"/>
                  <a:pt x="9" y="51"/>
                  <a:pt x="9" y="51"/>
                </a:cubicBezTo>
                <a:cubicBezTo>
                  <a:pt x="17" y="43"/>
                  <a:pt x="17" y="43"/>
                  <a:pt x="17" y="43"/>
                </a:cubicBezTo>
                <a:cubicBezTo>
                  <a:pt x="22" y="48"/>
                  <a:pt x="22" y="48"/>
                  <a:pt x="22" y="48"/>
                </a:cubicBezTo>
                <a:cubicBezTo>
                  <a:pt x="36" y="34"/>
                  <a:pt x="36" y="34"/>
                  <a:pt x="36" y="34"/>
                </a:cubicBezTo>
                <a:cubicBezTo>
                  <a:pt x="48" y="46"/>
                  <a:pt x="48" y="46"/>
                  <a:pt x="48" y="46"/>
                </a:cubicBezTo>
                <a:lnTo>
                  <a:pt x="48" y="58"/>
                </a:lnTo>
                <a:close/>
                <a:moveTo>
                  <a:pt x="39" y="19"/>
                </a:moveTo>
                <a:cubicBezTo>
                  <a:pt x="53" y="19"/>
                  <a:pt x="53" y="19"/>
                  <a:pt x="53" y="19"/>
                </a:cubicBezTo>
                <a:cubicBezTo>
                  <a:pt x="53" y="18"/>
                  <a:pt x="52" y="18"/>
                  <a:pt x="52" y="18"/>
                </a:cubicBezTo>
                <a:cubicBezTo>
                  <a:pt x="40" y="6"/>
                  <a:pt x="40" y="6"/>
                  <a:pt x="40" y="6"/>
                </a:cubicBezTo>
                <a:cubicBezTo>
                  <a:pt x="40" y="5"/>
                  <a:pt x="39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11"/>
          <p:cNvSpPr/>
          <p:nvPr/>
        </p:nvSpPr>
        <p:spPr>
          <a:xfrm>
            <a:off x="8402638" y="3608388"/>
            <a:ext cx="203200" cy="233362"/>
          </a:xfrm>
          <a:custGeom>
            <a:rect b="b" l="l" r="r" t="t"/>
            <a:pathLst>
              <a:path extrusionOk="0" h="68" w="59">
                <a:moveTo>
                  <a:pt x="59" y="20"/>
                </a:moveTo>
                <a:cubicBezTo>
                  <a:pt x="59" y="64"/>
                  <a:pt x="59" y="64"/>
                  <a:pt x="59" y="64"/>
                </a:cubicBezTo>
                <a:cubicBezTo>
                  <a:pt x="59" y="66"/>
                  <a:pt x="57" y="68"/>
                  <a:pt x="55" y="68"/>
                </a:cubicBezTo>
                <a:cubicBezTo>
                  <a:pt x="4" y="68"/>
                  <a:pt x="4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4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3" y="1"/>
                  <a:pt x="44" y="2"/>
                </a:cubicBezTo>
                <a:cubicBezTo>
                  <a:pt x="56" y="14"/>
                  <a:pt x="56" y="14"/>
                  <a:pt x="56" y="14"/>
                </a:cubicBezTo>
                <a:cubicBezTo>
                  <a:pt x="58" y="16"/>
                  <a:pt x="59" y="18"/>
                  <a:pt x="59" y="20"/>
                </a:cubicBezTo>
                <a:close/>
                <a:moveTo>
                  <a:pt x="54" y="24"/>
                </a:moveTo>
                <a:cubicBezTo>
                  <a:pt x="38" y="24"/>
                  <a:pt x="38" y="24"/>
                  <a:pt x="38" y="24"/>
                </a:cubicBezTo>
                <a:cubicBezTo>
                  <a:pt x="36" y="24"/>
                  <a:pt x="34" y="22"/>
                  <a:pt x="34" y="20"/>
                </a:cubicBezTo>
                <a:cubicBezTo>
                  <a:pt x="34" y="5"/>
                  <a:pt x="34" y="5"/>
                  <a:pt x="34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3"/>
                  <a:pt x="5" y="63"/>
                  <a:pt x="5" y="63"/>
                </a:cubicBezTo>
                <a:cubicBezTo>
                  <a:pt x="54" y="63"/>
                  <a:pt x="54" y="63"/>
                  <a:pt x="54" y="63"/>
                </a:cubicBezTo>
                <a:lnTo>
                  <a:pt x="54" y="24"/>
                </a:lnTo>
                <a:close/>
                <a:moveTo>
                  <a:pt x="16" y="29"/>
                </a:moveTo>
                <a:cubicBezTo>
                  <a:pt x="43" y="29"/>
                  <a:pt x="43" y="29"/>
                  <a:pt x="43" y="29"/>
                </a:cubicBezTo>
                <a:cubicBezTo>
                  <a:pt x="44" y="29"/>
                  <a:pt x="44" y="29"/>
                  <a:pt x="44" y="30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33"/>
                  <a:pt x="44" y="34"/>
                  <a:pt x="43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4"/>
                  <a:pt x="15" y="33"/>
                  <a:pt x="15" y="32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29"/>
                  <a:pt x="16" y="29"/>
                  <a:pt x="16" y="29"/>
                </a:cubicBezTo>
                <a:close/>
                <a:moveTo>
                  <a:pt x="44" y="40"/>
                </a:moveTo>
                <a:cubicBezTo>
                  <a:pt x="44" y="42"/>
                  <a:pt x="44" y="42"/>
                  <a:pt x="44" y="42"/>
                </a:cubicBezTo>
                <a:cubicBezTo>
                  <a:pt x="44" y="43"/>
                  <a:pt x="44" y="43"/>
                  <a:pt x="43" y="43"/>
                </a:cubicBezTo>
                <a:cubicBezTo>
                  <a:pt x="16" y="43"/>
                  <a:pt x="16" y="43"/>
                  <a:pt x="16" y="43"/>
                </a:cubicBezTo>
                <a:cubicBezTo>
                  <a:pt x="16" y="43"/>
                  <a:pt x="15" y="43"/>
                  <a:pt x="15" y="42"/>
                </a:cubicBezTo>
                <a:cubicBezTo>
                  <a:pt x="15" y="40"/>
                  <a:pt x="15" y="40"/>
                  <a:pt x="15" y="40"/>
                </a:cubicBezTo>
                <a:cubicBezTo>
                  <a:pt x="15" y="39"/>
                  <a:pt x="16" y="39"/>
                  <a:pt x="16" y="39"/>
                </a:cubicBezTo>
                <a:cubicBezTo>
                  <a:pt x="43" y="39"/>
                  <a:pt x="43" y="39"/>
                  <a:pt x="43" y="39"/>
                </a:cubicBezTo>
                <a:cubicBezTo>
                  <a:pt x="44" y="39"/>
                  <a:pt x="44" y="39"/>
                  <a:pt x="44" y="40"/>
                </a:cubicBezTo>
                <a:close/>
                <a:moveTo>
                  <a:pt x="44" y="49"/>
                </a:moveTo>
                <a:cubicBezTo>
                  <a:pt x="44" y="52"/>
                  <a:pt x="44" y="52"/>
                  <a:pt x="44" y="52"/>
                </a:cubicBezTo>
                <a:cubicBezTo>
                  <a:pt x="44" y="53"/>
                  <a:pt x="44" y="53"/>
                  <a:pt x="43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5" y="53"/>
                  <a:pt x="15" y="52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49"/>
                  <a:pt x="16" y="48"/>
                  <a:pt x="16" y="48"/>
                </a:cubicBezTo>
                <a:cubicBezTo>
                  <a:pt x="43" y="48"/>
                  <a:pt x="43" y="48"/>
                  <a:pt x="43" y="48"/>
                </a:cubicBezTo>
                <a:cubicBezTo>
                  <a:pt x="44" y="48"/>
                  <a:pt x="44" y="49"/>
                  <a:pt x="44" y="49"/>
                </a:cubicBezTo>
                <a:close/>
                <a:moveTo>
                  <a:pt x="39" y="19"/>
                </a:moveTo>
                <a:cubicBezTo>
                  <a:pt x="54" y="19"/>
                  <a:pt x="54" y="19"/>
                  <a:pt x="54" y="19"/>
                </a:cubicBezTo>
                <a:cubicBezTo>
                  <a:pt x="53" y="18"/>
                  <a:pt x="53" y="18"/>
                  <a:pt x="53" y="18"/>
                </a:cubicBezTo>
                <a:cubicBezTo>
                  <a:pt x="41" y="6"/>
                  <a:pt x="41" y="6"/>
                  <a:pt x="41" y="6"/>
                </a:cubicBezTo>
                <a:cubicBezTo>
                  <a:pt x="41" y="5"/>
                  <a:pt x="40" y="5"/>
                  <a:pt x="39" y="5"/>
                </a:cubicBezTo>
                <a:lnTo>
                  <a:pt x="3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4" name="Google Shape;3034;p11"/>
          <p:cNvSpPr/>
          <p:nvPr/>
        </p:nvSpPr>
        <p:spPr>
          <a:xfrm>
            <a:off x="8843963" y="3608388"/>
            <a:ext cx="233362" cy="233362"/>
          </a:xfrm>
          <a:custGeom>
            <a:rect b="b" l="l" r="r" t="t"/>
            <a:pathLst>
              <a:path extrusionOk="0" h="68" w="68">
                <a:moveTo>
                  <a:pt x="68" y="18"/>
                </a:moveTo>
                <a:cubicBezTo>
                  <a:pt x="68" y="64"/>
                  <a:pt x="68" y="64"/>
                  <a:pt x="68" y="64"/>
                </a:cubicBezTo>
                <a:cubicBezTo>
                  <a:pt x="68" y="66"/>
                  <a:pt x="67" y="68"/>
                  <a:pt x="65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6" y="68"/>
                  <a:pt x="25" y="66"/>
                  <a:pt x="25" y="64"/>
                </a:cubicBezTo>
                <a:cubicBezTo>
                  <a:pt x="25" y="53"/>
                  <a:pt x="25" y="53"/>
                  <a:pt x="25" y="53"/>
                </a:cubicBezTo>
                <a:cubicBezTo>
                  <a:pt x="4" y="53"/>
                  <a:pt x="4" y="53"/>
                  <a:pt x="4" y="53"/>
                </a:cubicBezTo>
                <a:cubicBezTo>
                  <a:pt x="2" y="53"/>
                  <a:pt x="0" y="52"/>
                  <a:pt x="0" y="49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2"/>
                  <a:pt x="2" y="19"/>
                  <a:pt x="3" y="18"/>
                </a:cubicBezTo>
                <a:cubicBezTo>
                  <a:pt x="19" y="2"/>
                  <a:pt x="19" y="2"/>
                  <a:pt x="19" y="2"/>
                </a:cubicBezTo>
                <a:cubicBezTo>
                  <a:pt x="20" y="1"/>
                  <a:pt x="23" y="0"/>
                  <a:pt x="25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3" y="0"/>
                  <a:pt x="44" y="1"/>
                  <a:pt x="44" y="3"/>
                </a:cubicBezTo>
                <a:cubicBezTo>
                  <a:pt x="44" y="16"/>
                  <a:pt x="44" y="16"/>
                  <a:pt x="44" y="16"/>
                </a:cubicBezTo>
                <a:cubicBezTo>
                  <a:pt x="46" y="15"/>
                  <a:pt x="48" y="14"/>
                  <a:pt x="49" y="14"/>
                </a:cubicBezTo>
                <a:cubicBezTo>
                  <a:pt x="65" y="14"/>
                  <a:pt x="65" y="14"/>
                  <a:pt x="65" y="14"/>
                </a:cubicBezTo>
                <a:cubicBezTo>
                  <a:pt x="67" y="14"/>
                  <a:pt x="68" y="16"/>
                  <a:pt x="68" y="18"/>
                </a:cubicBezTo>
                <a:close/>
                <a:moveTo>
                  <a:pt x="39" y="20"/>
                </a:moveTo>
                <a:cubicBezTo>
                  <a:pt x="39" y="5"/>
                  <a:pt x="39" y="5"/>
                  <a:pt x="39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0"/>
                  <a:pt x="25" y="20"/>
                  <a:pt x="25" y="20"/>
                </a:cubicBezTo>
                <a:cubicBezTo>
                  <a:pt x="25" y="22"/>
                  <a:pt x="23" y="24"/>
                  <a:pt x="21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5" y="48"/>
                  <a:pt x="5" y="48"/>
                  <a:pt x="5" y="48"/>
                </a:cubicBezTo>
                <a:cubicBezTo>
                  <a:pt x="25" y="48"/>
                  <a:pt x="25" y="48"/>
                  <a:pt x="25" y="48"/>
                </a:cubicBezTo>
                <a:cubicBezTo>
                  <a:pt x="25" y="39"/>
                  <a:pt x="25" y="39"/>
                  <a:pt x="25" y="39"/>
                </a:cubicBezTo>
                <a:cubicBezTo>
                  <a:pt x="25" y="37"/>
                  <a:pt x="26" y="34"/>
                  <a:pt x="27" y="32"/>
                </a:cubicBezTo>
                <a:lnTo>
                  <a:pt x="39" y="20"/>
                </a:lnTo>
                <a:close/>
                <a:moveTo>
                  <a:pt x="9" y="19"/>
                </a:moveTo>
                <a:cubicBezTo>
                  <a:pt x="20" y="19"/>
                  <a:pt x="20" y="19"/>
                  <a:pt x="20" y="19"/>
                </a:cubicBezTo>
                <a:cubicBezTo>
                  <a:pt x="20" y="8"/>
                  <a:pt x="20" y="8"/>
                  <a:pt x="20" y="8"/>
                </a:cubicBezTo>
                <a:lnTo>
                  <a:pt x="9" y="19"/>
                </a:lnTo>
                <a:close/>
                <a:moveTo>
                  <a:pt x="64" y="19"/>
                </a:moveTo>
                <a:cubicBezTo>
                  <a:pt x="49" y="19"/>
                  <a:pt x="49" y="19"/>
                  <a:pt x="49" y="19"/>
                </a:cubicBezTo>
                <a:cubicBezTo>
                  <a:pt x="49" y="35"/>
                  <a:pt x="49" y="35"/>
                  <a:pt x="49" y="35"/>
                </a:cubicBezTo>
                <a:cubicBezTo>
                  <a:pt x="49" y="37"/>
                  <a:pt x="47" y="39"/>
                  <a:pt x="45" y="39"/>
                </a:cubicBezTo>
                <a:cubicBezTo>
                  <a:pt x="30" y="39"/>
                  <a:pt x="30" y="39"/>
                  <a:pt x="30" y="39"/>
                </a:cubicBezTo>
                <a:cubicBezTo>
                  <a:pt x="30" y="63"/>
                  <a:pt x="30" y="63"/>
                  <a:pt x="30" y="63"/>
                </a:cubicBezTo>
                <a:cubicBezTo>
                  <a:pt x="64" y="63"/>
                  <a:pt x="64" y="63"/>
                  <a:pt x="64" y="63"/>
                </a:cubicBezTo>
                <a:lnTo>
                  <a:pt x="64" y="19"/>
                </a:lnTo>
                <a:close/>
                <a:moveTo>
                  <a:pt x="33" y="34"/>
                </a:moveTo>
                <a:cubicBezTo>
                  <a:pt x="44" y="34"/>
                  <a:pt x="44" y="34"/>
                  <a:pt x="44" y="34"/>
                </a:cubicBezTo>
                <a:cubicBezTo>
                  <a:pt x="44" y="22"/>
                  <a:pt x="44" y="22"/>
                  <a:pt x="44" y="22"/>
                </a:cubicBezTo>
                <a:lnTo>
                  <a:pt x="33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p11"/>
          <p:cNvSpPr/>
          <p:nvPr/>
        </p:nvSpPr>
        <p:spPr>
          <a:xfrm>
            <a:off x="68263" y="3995738"/>
            <a:ext cx="185737" cy="212725"/>
          </a:xfrm>
          <a:custGeom>
            <a:rect b="b" l="l" r="r" t="t"/>
            <a:pathLst>
              <a:path extrusionOk="0" h="62" w="54">
                <a:moveTo>
                  <a:pt x="54" y="17"/>
                </a:moveTo>
                <a:cubicBezTo>
                  <a:pt x="54" y="17"/>
                  <a:pt x="54" y="18"/>
                  <a:pt x="54" y="18"/>
                </a:cubicBezTo>
                <a:cubicBezTo>
                  <a:pt x="54" y="18"/>
                  <a:pt x="53" y="18"/>
                  <a:pt x="53" y="18"/>
                </a:cubicBezTo>
                <a:cubicBezTo>
                  <a:pt x="53" y="18"/>
                  <a:pt x="53" y="18"/>
                  <a:pt x="53" y="18"/>
                </a:cubicBezTo>
                <a:cubicBezTo>
                  <a:pt x="36" y="14"/>
                  <a:pt x="36" y="14"/>
                  <a:pt x="36" y="14"/>
                </a:cubicBezTo>
                <a:cubicBezTo>
                  <a:pt x="35" y="14"/>
                  <a:pt x="35" y="14"/>
                  <a:pt x="3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7"/>
                  <a:pt x="25" y="17"/>
                  <a:pt x="25" y="17"/>
                </a:cubicBezTo>
                <a:cubicBezTo>
                  <a:pt x="31" y="18"/>
                  <a:pt x="35" y="23"/>
                  <a:pt x="35" y="29"/>
                </a:cubicBezTo>
                <a:cubicBezTo>
                  <a:pt x="35" y="59"/>
                  <a:pt x="35" y="59"/>
                  <a:pt x="35" y="59"/>
                </a:cubicBezTo>
                <a:cubicBezTo>
                  <a:pt x="35" y="61"/>
                  <a:pt x="34" y="62"/>
                  <a:pt x="32" y="62"/>
                </a:cubicBezTo>
                <a:cubicBezTo>
                  <a:pt x="13" y="62"/>
                  <a:pt x="13" y="62"/>
                  <a:pt x="13" y="62"/>
                </a:cubicBezTo>
                <a:cubicBezTo>
                  <a:pt x="12" y="62"/>
                  <a:pt x="10" y="61"/>
                  <a:pt x="10" y="5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4"/>
                  <a:pt x="14" y="19"/>
                  <a:pt x="19" y="17"/>
                </a:cubicBezTo>
                <a:cubicBezTo>
                  <a:pt x="19" y="13"/>
                  <a:pt x="19" y="13"/>
                  <a:pt x="19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0" y="13"/>
                  <a:pt x="5" y="22"/>
                  <a:pt x="5" y="22"/>
                </a:cubicBezTo>
                <a:cubicBezTo>
                  <a:pt x="5" y="22"/>
                  <a:pt x="4" y="23"/>
                  <a:pt x="3" y="23"/>
                </a:cubicBezTo>
                <a:cubicBezTo>
                  <a:pt x="3" y="23"/>
                  <a:pt x="2" y="23"/>
                  <a:pt x="2" y="23"/>
                </a:cubicBezTo>
                <a:cubicBezTo>
                  <a:pt x="1" y="22"/>
                  <a:pt x="0" y="21"/>
                  <a:pt x="1" y="19"/>
                </a:cubicBezTo>
                <a:cubicBezTo>
                  <a:pt x="1" y="19"/>
                  <a:pt x="5" y="12"/>
                  <a:pt x="13" y="9"/>
                </a:cubicBezTo>
                <a:cubicBezTo>
                  <a:pt x="12" y="8"/>
                  <a:pt x="12" y="7"/>
                  <a:pt x="12" y="6"/>
                </a:cubicBezTo>
                <a:cubicBezTo>
                  <a:pt x="12" y="3"/>
                  <a:pt x="14" y="0"/>
                  <a:pt x="18" y="0"/>
                </a:cubicBezTo>
                <a:cubicBezTo>
                  <a:pt x="21" y="0"/>
                  <a:pt x="24" y="3"/>
                  <a:pt x="24" y="6"/>
                </a:cubicBezTo>
                <a:cubicBezTo>
                  <a:pt x="24" y="7"/>
                  <a:pt x="24" y="8"/>
                  <a:pt x="23" y="8"/>
                </a:cubicBezTo>
                <a:cubicBezTo>
                  <a:pt x="35" y="8"/>
                  <a:pt x="35" y="8"/>
                  <a:pt x="35" y="8"/>
                </a:cubicBezTo>
                <a:cubicBezTo>
                  <a:pt x="35" y="8"/>
                  <a:pt x="35" y="7"/>
                  <a:pt x="36" y="7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4" y="4"/>
                  <a:pt x="54" y="4"/>
                </a:cubicBezTo>
                <a:cubicBezTo>
                  <a:pt x="54" y="4"/>
                  <a:pt x="54" y="4"/>
                  <a:pt x="54" y="5"/>
                </a:cubicBezTo>
                <a:lnTo>
                  <a:pt x="54" y="17"/>
                </a:lnTo>
                <a:close/>
                <a:moveTo>
                  <a:pt x="18" y="4"/>
                </a:moveTo>
                <a:cubicBezTo>
                  <a:pt x="16" y="4"/>
                  <a:pt x="15" y="5"/>
                  <a:pt x="15" y="6"/>
                </a:cubicBezTo>
                <a:cubicBezTo>
                  <a:pt x="15" y="7"/>
                  <a:pt x="16" y="8"/>
                  <a:pt x="18" y="8"/>
                </a:cubicBezTo>
                <a:cubicBezTo>
                  <a:pt x="19" y="8"/>
                  <a:pt x="20" y="7"/>
                  <a:pt x="20" y="6"/>
                </a:cubicBezTo>
                <a:cubicBezTo>
                  <a:pt x="20" y="5"/>
                  <a:pt x="19" y="4"/>
                  <a:pt x="18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p11"/>
          <p:cNvSpPr/>
          <p:nvPr/>
        </p:nvSpPr>
        <p:spPr>
          <a:xfrm>
            <a:off x="493713" y="4010025"/>
            <a:ext cx="120650" cy="215900"/>
          </a:xfrm>
          <a:custGeom>
            <a:rect b="b" l="l" r="r" t="t"/>
            <a:pathLst>
              <a:path extrusionOk="0" h="63" w="35">
                <a:moveTo>
                  <a:pt x="34" y="18"/>
                </a:moveTo>
                <a:cubicBezTo>
                  <a:pt x="14" y="62"/>
                  <a:pt x="14" y="62"/>
                  <a:pt x="14" y="62"/>
                </a:cubicBezTo>
                <a:cubicBezTo>
                  <a:pt x="13" y="62"/>
                  <a:pt x="13" y="63"/>
                  <a:pt x="12" y="63"/>
                </a:cubicBezTo>
                <a:cubicBezTo>
                  <a:pt x="12" y="63"/>
                  <a:pt x="12" y="63"/>
                  <a:pt x="12" y="63"/>
                </a:cubicBezTo>
                <a:cubicBezTo>
                  <a:pt x="11" y="62"/>
                  <a:pt x="10" y="62"/>
                  <a:pt x="11" y="61"/>
                </a:cubicBezTo>
                <a:cubicBezTo>
                  <a:pt x="18" y="30"/>
                  <a:pt x="18" y="30"/>
                  <a:pt x="18" y="30"/>
                </a:cubicBezTo>
                <a:cubicBezTo>
                  <a:pt x="3" y="34"/>
                  <a:pt x="3" y="34"/>
                  <a:pt x="3" y="34"/>
                </a:cubicBezTo>
                <a:cubicBezTo>
                  <a:pt x="2" y="34"/>
                  <a:pt x="2" y="34"/>
                  <a:pt x="2" y="34"/>
                </a:cubicBezTo>
                <a:cubicBezTo>
                  <a:pt x="2" y="34"/>
                  <a:pt x="1" y="34"/>
                  <a:pt x="1" y="34"/>
                </a:cubicBezTo>
                <a:cubicBezTo>
                  <a:pt x="1" y="33"/>
                  <a:pt x="0" y="33"/>
                  <a:pt x="0" y="32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0"/>
                  <a:pt x="24" y="1"/>
                </a:cubicBezTo>
                <a:cubicBezTo>
                  <a:pt x="24" y="1"/>
                  <a:pt x="24" y="2"/>
                  <a:pt x="24" y="2"/>
                </a:cubicBezTo>
                <a:cubicBezTo>
                  <a:pt x="17" y="19"/>
                  <a:pt x="17" y="19"/>
                  <a:pt x="17" y="19"/>
                </a:cubicBezTo>
                <a:cubicBezTo>
                  <a:pt x="32" y="16"/>
                  <a:pt x="32" y="16"/>
                  <a:pt x="32" y="16"/>
                </a:cubicBezTo>
                <a:cubicBezTo>
                  <a:pt x="32" y="16"/>
                  <a:pt x="33" y="16"/>
                  <a:pt x="33" y="16"/>
                </a:cubicBezTo>
                <a:cubicBezTo>
                  <a:pt x="33" y="16"/>
                  <a:pt x="34" y="16"/>
                  <a:pt x="34" y="16"/>
                </a:cubicBezTo>
                <a:cubicBezTo>
                  <a:pt x="34" y="17"/>
                  <a:pt x="35" y="17"/>
                  <a:pt x="34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7" name="Google Shape;3037;p11"/>
          <p:cNvSpPr/>
          <p:nvPr/>
        </p:nvSpPr>
        <p:spPr>
          <a:xfrm>
            <a:off x="989013" y="4010025"/>
            <a:ext cx="219075" cy="182563"/>
          </a:xfrm>
          <a:custGeom>
            <a:rect b="b" l="l" r="r" t="t"/>
            <a:pathLst>
              <a:path extrusionOk="0" h="53" w="64">
                <a:moveTo>
                  <a:pt x="64" y="44"/>
                </a:moveTo>
                <a:cubicBezTo>
                  <a:pt x="64" y="49"/>
                  <a:pt x="60" y="53"/>
                  <a:pt x="55" y="53"/>
                </a:cubicBezTo>
                <a:cubicBezTo>
                  <a:pt x="9" y="53"/>
                  <a:pt x="9" y="53"/>
                  <a:pt x="9" y="53"/>
                </a:cubicBezTo>
                <a:cubicBezTo>
                  <a:pt x="4" y="53"/>
                  <a:pt x="0" y="49"/>
                  <a:pt x="0" y="44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4" y="0"/>
                  <a:pt x="9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6" y="0"/>
                  <a:pt x="30" y="3"/>
                  <a:pt x="30" y="8"/>
                </a:cubicBezTo>
                <a:cubicBezTo>
                  <a:pt x="30" y="9"/>
                  <a:pt x="30" y="9"/>
                  <a:pt x="30" y="9"/>
                </a:cubicBezTo>
                <a:cubicBezTo>
                  <a:pt x="55" y="9"/>
                  <a:pt x="55" y="9"/>
                  <a:pt x="55" y="9"/>
                </a:cubicBezTo>
                <a:cubicBezTo>
                  <a:pt x="60" y="9"/>
                  <a:pt x="64" y="13"/>
                  <a:pt x="64" y="18"/>
                </a:cubicBezTo>
                <a:lnTo>
                  <a:pt x="64" y="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11"/>
          <p:cNvSpPr/>
          <p:nvPr/>
        </p:nvSpPr>
        <p:spPr>
          <a:xfrm>
            <a:off x="1482725" y="4010025"/>
            <a:ext cx="219075" cy="198438"/>
          </a:xfrm>
          <a:custGeom>
            <a:rect b="b" l="l" r="r" t="t"/>
            <a:pathLst>
              <a:path extrusionOk="0" h="58" w="64">
                <a:moveTo>
                  <a:pt x="1" y="55"/>
                </a:moveTo>
                <a:cubicBezTo>
                  <a:pt x="4" y="54"/>
                  <a:pt x="8" y="55"/>
                  <a:pt x="10" y="50"/>
                </a:cubicBezTo>
                <a:cubicBezTo>
                  <a:pt x="19" y="27"/>
                  <a:pt x="19" y="27"/>
                  <a:pt x="19" y="27"/>
                </a:cubicBezTo>
                <a:cubicBezTo>
                  <a:pt x="29" y="0"/>
                  <a:pt x="29" y="0"/>
                  <a:pt x="29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42" y="19"/>
                  <a:pt x="42" y="19"/>
                  <a:pt x="42" y="19"/>
                </a:cubicBezTo>
                <a:cubicBezTo>
                  <a:pt x="45" y="25"/>
                  <a:pt x="48" y="32"/>
                  <a:pt x="51" y="39"/>
                </a:cubicBezTo>
                <a:cubicBezTo>
                  <a:pt x="52" y="43"/>
                  <a:pt x="54" y="47"/>
                  <a:pt x="56" y="51"/>
                </a:cubicBezTo>
                <a:cubicBezTo>
                  <a:pt x="56" y="51"/>
                  <a:pt x="56" y="52"/>
                  <a:pt x="57" y="53"/>
                </a:cubicBezTo>
                <a:cubicBezTo>
                  <a:pt x="58" y="54"/>
                  <a:pt x="62" y="54"/>
                  <a:pt x="63" y="55"/>
                </a:cubicBezTo>
                <a:cubicBezTo>
                  <a:pt x="63" y="55"/>
                  <a:pt x="64" y="56"/>
                  <a:pt x="64" y="57"/>
                </a:cubicBezTo>
                <a:cubicBezTo>
                  <a:pt x="64" y="57"/>
                  <a:pt x="64" y="58"/>
                  <a:pt x="64" y="58"/>
                </a:cubicBezTo>
                <a:cubicBezTo>
                  <a:pt x="59" y="58"/>
                  <a:pt x="54" y="57"/>
                  <a:pt x="49" y="57"/>
                </a:cubicBezTo>
                <a:cubicBezTo>
                  <a:pt x="44" y="57"/>
                  <a:pt x="39" y="58"/>
                  <a:pt x="34" y="58"/>
                </a:cubicBezTo>
                <a:cubicBezTo>
                  <a:pt x="34" y="57"/>
                  <a:pt x="34" y="56"/>
                  <a:pt x="34" y="55"/>
                </a:cubicBezTo>
                <a:cubicBezTo>
                  <a:pt x="39" y="54"/>
                  <a:pt x="39" y="54"/>
                  <a:pt x="39" y="54"/>
                </a:cubicBezTo>
                <a:cubicBezTo>
                  <a:pt x="40" y="54"/>
                  <a:pt x="42" y="53"/>
                  <a:pt x="42" y="52"/>
                </a:cubicBezTo>
                <a:cubicBezTo>
                  <a:pt x="42" y="51"/>
                  <a:pt x="37" y="39"/>
                  <a:pt x="37" y="38"/>
                </a:cubicBezTo>
                <a:cubicBezTo>
                  <a:pt x="20" y="38"/>
                  <a:pt x="20" y="38"/>
                  <a:pt x="20" y="38"/>
                </a:cubicBezTo>
                <a:cubicBezTo>
                  <a:pt x="19" y="40"/>
                  <a:pt x="15" y="50"/>
                  <a:pt x="15" y="51"/>
                </a:cubicBezTo>
                <a:cubicBezTo>
                  <a:pt x="15" y="54"/>
                  <a:pt x="21" y="54"/>
                  <a:pt x="23" y="55"/>
                </a:cubicBezTo>
                <a:cubicBezTo>
                  <a:pt x="23" y="55"/>
                  <a:pt x="23" y="56"/>
                  <a:pt x="23" y="57"/>
                </a:cubicBezTo>
                <a:cubicBezTo>
                  <a:pt x="23" y="57"/>
                  <a:pt x="23" y="57"/>
                  <a:pt x="23" y="58"/>
                </a:cubicBezTo>
                <a:cubicBezTo>
                  <a:pt x="18" y="58"/>
                  <a:pt x="14" y="57"/>
                  <a:pt x="9" y="57"/>
                </a:cubicBezTo>
                <a:cubicBezTo>
                  <a:pt x="9" y="57"/>
                  <a:pt x="8" y="57"/>
                  <a:pt x="8" y="57"/>
                </a:cubicBezTo>
                <a:cubicBezTo>
                  <a:pt x="5" y="58"/>
                  <a:pt x="3" y="58"/>
                  <a:pt x="0" y="58"/>
                </a:cubicBezTo>
                <a:lnTo>
                  <a:pt x="1" y="55"/>
                </a:lnTo>
                <a:close/>
                <a:moveTo>
                  <a:pt x="22" y="33"/>
                </a:moveTo>
                <a:cubicBezTo>
                  <a:pt x="25" y="33"/>
                  <a:pt x="29" y="33"/>
                  <a:pt x="33" y="33"/>
                </a:cubicBezTo>
                <a:cubicBezTo>
                  <a:pt x="34" y="33"/>
                  <a:pt x="34" y="33"/>
                  <a:pt x="35" y="33"/>
                </a:cubicBezTo>
                <a:cubicBezTo>
                  <a:pt x="33" y="27"/>
                  <a:pt x="31" y="21"/>
                  <a:pt x="28" y="16"/>
                </a:cubicBezTo>
                <a:lnTo>
                  <a:pt x="22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11"/>
          <p:cNvSpPr/>
          <p:nvPr/>
        </p:nvSpPr>
        <p:spPr>
          <a:xfrm>
            <a:off x="1976438" y="3992563"/>
            <a:ext cx="233362" cy="233362"/>
          </a:xfrm>
          <a:custGeom>
            <a:rect b="b" l="l" r="r" t="t"/>
            <a:pathLst>
              <a:path extrusionOk="0" h="68" w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3" y="34"/>
                </a:moveTo>
                <a:cubicBezTo>
                  <a:pt x="63" y="34"/>
                  <a:pt x="63" y="34"/>
                  <a:pt x="63" y="34"/>
                </a:cubicBezTo>
                <a:cubicBezTo>
                  <a:pt x="59" y="37"/>
                  <a:pt x="59" y="37"/>
                  <a:pt x="59" y="37"/>
                </a:cubicBezTo>
                <a:cubicBezTo>
                  <a:pt x="50" y="28"/>
                  <a:pt x="50" y="28"/>
                  <a:pt x="50" y="28"/>
                </a:cubicBezTo>
                <a:cubicBezTo>
                  <a:pt x="52" y="16"/>
                  <a:pt x="52" y="16"/>
                  <a:pt x="52" y="16"/>
                </a:cubicBezTo>
                <a:cubicBezTo>
                  <a:pt x="57" y="17"/>
                  <a:pt x="57" y="17"/>
                  <a:pt x="57" y="17"/>
                </a:cubicBezTo>
                <a:cubicBezTo>
                  <a:pt x="54" y="12"/>
                  <a:pt x="49" y="8"/>
                  <a:pt x="43" y="6"/>
                </a:cubicBezTo>
                <a:cubicBezTo>
                  <a:pt x="45" y="11"/>
                  <a:pt x="45" y="11"/>
                  <a:pt x="45" y="11"/>
                </a:cubicBezTo>
                <a:cubicBezTo>
                  <a:pt x="34" y="17"/>
                  <a:pt x="34" y="17"/>
                  <a:pt x="34" y="17"/>
                </a:cubicBezTo>
                <a:cubicBezTo>
                  <a:pt x="23" y="11"/>
                  <a:pt x="23" y="11"/>
                  <a:pt x="23" y="11"/>
                </a:cubicBezTo>
                <a:cubicBezTo>
                  <a:pt x="25" y="6"/>
                  <a:pt x="25" y="6"/>
                  <a:pt x="25" y="6"/>
                </a:cubicBezTo>
                <a:cubicBezTo>
                  <a:pt x="19" y="8"/>
                  <a:pt x="14" y="12"/>
                  <a:pt x="10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18" y="28"/>
                  <a:pt x="18" y="28"/>
                  <a:pt x="18" y="28"/>
                </a:cubicBezTo>
                <a:cubicBezTo>
                  <a:pt x="8" y="37"/>
                  <a:pt x="8" y="37"/>
                  <a:pt x="8" y="37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40"/>
                  <a:pt x="7" y="46"/>
                  <a:pt x="10" y="51"/>
                </a:cubicBezTo>
                <a:cubicBezTo>
                  <a:pt x="11" y="46"/>
                  <a:pt x="11" y="46"/>
                  <a:pt x="11" y="46"/>
                </a:cubicBezTo>
                <a:cubicBezTo>
                  <a:pt x="24" y="47"/>
                  <a:pt x="24" y="47"/>
                  <a:pt x="24" y="47"/>
                </a:cubicBezTo>
                <a:cubicBezTo>
                  <a:pt x="29" y="59"/>
                  <a:pt x="29" y="59"/>
                  <a:pt x="29" y="59"/>
                </a:cubicBezTo>
                <a:cubicBezTo>
                  <a:pt x="25" y="61"/>
                  <a:pt x="25" y="61"/>
                  <a:pt x="25" y="61"/>
                </a:cubicBezTo>
                <a:cubicBezTo>
                  <a:pt x="28" y="62"/>
                  <a:pt x="31" y="63"/>
                  <a:pt x="34" y="63"/>
                </a:cubicBezTo>
                <a:cubicBezTo>
                  <a:pt x="37" y="63"/>
                  <a:pt x="40" y="62"/>
                  <a:pt x="43" y="61"/>
                </a:cubicBezTo>
                <a:cubicBezTo>
                  <a:pt x="38" y="59"/>
                  <a:pt x="38" y="59"/>
                  <a:pt x="38" y="59"/>
                </a:cubicBezTo>
                <a:cubicBezTo>
                  <a:pt x="44" y="47"/>
                  <a:pt x="44" y="47"/>
                  <a:pt x="44" y="47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51"/>
                  <a:pt x="57" y="51"/>
                  <a:pt x="57" y="51"/>
                </a:cubicBezTo>
                <a:cubicBezTo>
                  <a:pt x="61" y="46"/>
                  <a:pt x="63" y="40"/>
                  <a:pt x="63" y="34"/>
                </a:cubicBezTo>
                <a:close/>
                <a:moveTo>
                  <a:pt x="34" y="23"/>
                </a:moveTo>
                <a:cubicBezTo>
                  <a:pt x="45" y="31"/>
                  <a:pt x="45" y="31"/>
                  <a:pt x="45" y="31"/>
                </a:cubicBezTo>
                <a:cubicBezTo>
                  <a:pt x="41" y="43"/>
                  <a:pt x="41" y="43"/>
                  <a:pt x="41" y="43"/>
                </a:cubicBezTo>
                <a:cubicBezTo>
                  <a:pt x="27" y="43"/>
                  <a:pt x="27" y="43"/>
                  <a:pt x="27" y="43"/>
                </a:cubicBezTo>
                <a:cubicBezTo>
                  <a:pt x="23" y="31"/>
                  <a:pt x="23" y="31"/>
                  <a:pt x="23" y="31"/>
                </a:cubicBezTo>
                <a:lnTo>
                  <a:pt x="3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11"/>
          <p:cNvSpPr/>
          <p:nvPr/>
        </p:nvSpPr>
        <p:spPr>
          <a:xfrm>
            <a:off x="2471738" y="3992563"/>
            <a:ext cx="233362" cy="233362"/>
          </a:xfrm>
          <a:custGeom>
            <a:rect b="b" l="l" r="r" t="t"/>
            <a:pathLst>
              <a:path extrusionOk="0" h="68" w="68">
                <a:moveTo>
                  <a:pt x="34" y="68"/>
                </a:move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ubicBezTo>
                  <a:pt x="68" y="52"/>
                  <a:pt x="53" y="68"/>
                  <a:pt x="34" y="68"/>
                </a:cubicBezTo>
                <a:close/>
                <a:moveTo>
                  <a:pt x="34" y="1"/>
                </a:moveTo>
                <a:cubicBezTo>
                  <a:pt x="16" y="1"/>
                  <a:pt x="1" y="16"/>
                  <a:pt x="1" y="34"/>
                </a:cubicBezTo>
                <a:cubicBezTo>
                  <a:pt x="1" y="52"/>
                  <a:pt x="16" y="66"/>
                  <a:pt x="34" y="66"/>
                </a:cubicBezTo>
                <a:cubicBezTo>
                  <a:pt x="52" y="66"/>
                  <a:pt x="66" y="52"/>
                  <a:pt x="66" y="34"/>
                </a:cubicBezTo>
                <a:cubicBezTo>
                  <a:pt x="66" y="16"/>
                  <a:pt x="52" y="1"/>
                  <a:pt x="34" y="1"/>
                </a:cubicBezTo>
                <a:close/>
                <a:moveTo>
                  <a:pt x="7" y="43"/>
                </a:moveTo>
                <a:cubicBezTo>
                  <a:pt x="8" y="44"/>
                  <a:pt x="8" y="46"/>
                  <a:pt x="9" y="47"/>
                </a:cubicBezTo>
                <a:cubicBezTo>
                  <a:pt x="7" y="48"/>
                  <a:pt x="7" y="48"/>
                  <a:pt x="7" y="48"/>
                </a:cubicBezTo>
                <a:cubicBezTo>
                  <a:pt x="4" y="44"/>
                  <a:pt x="3" y="39"/>
                  <a:pt x="3" y="34"/>
                </a:cubicBezTo>
                <a:cubicBezTo>
                  <a:pt x="3" y="28"/>
                  <a:pt x="4" y="23"/>
                  <a:pt x="7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8" y="22"/>
                  <a:pt x="8" y="23"/>
                  <a:pt x="7" y="25"/>
                </a:cubicBezTo>
                <a:cubicBezTo>
                  <a:pt x="10" y="26"/>
                  <a:pt x="10" y="26"/>
                  <a:pt x="10" y="26"/>
                </a:cubicBezTo>
                <a:cubicBezTo>
                  <a:pt x="9" y="28"/>
                  <a:pt x="9" y="31"/>
                  <a:pt x="9" y="34"/>
                </a:cubicBezTo>
                <a:cubicBezTo>
                  <a:pt x="9" y="37"/>
                  <a:pt x="9" y="39"/>
                  <a:pt x="10" y="42"/>
                </a:cubicBezTo>
                <a:lnTo>
                  <a:pt x="7" y="43"/>
                </a:lnTo>
                <a:close/>
                <a:moveTo>
                  <a:pt x="33" y="64"/>
                </a:moveTo>
                <a:cubicBezTo>
                  <a:pt x="22" y="64"/>
                  <a:pt x="13" y="58"/>
                  <a:pt x="8" y="50"/>
                </a:cubicBezTo>
                <a:cubicBezTo>
                  <a:pt x="10" y="48"/>
                  <a:pt x="10" y="48"/>
                  <a:pt x="10" y="48"/>
                </a:cubicBezTo>
                <a:cubicBezTo>
                  <a:pt x="11" y="50"/>
                  <a:pt x="12" y="51"/>
                  <a:pt x="13" y="52"/>
                </a:cubicBezTo>
                <a:cubicBezTo>
                  <a:pt x="15" y="50"/>
                  <a:pt x="15" y="50"/>
                  <a:pt x="15" y="50"/>
                </a:cubicBezTo>
                <a:cubicBezTo>
                  <a:pt x="19" y="54"/>
                  <a:pt x="23" y="57"/>
                  <a:pt x="29" y="58"/>
                </a:cubicBezTo>
                <a:cubicBezTo>
                  <a:pt x="28" y="61"/>
                  <a:pt x="28" y="61"/>
                  <a:pt x="28" y="61"/>
                </a:cubicBezTo>
                <a:cubicBezTo>
                  <a:pt x="30" y="62"/>
                  <a:pt x="31" y="62"/>
                  <a:pt x="33" y="62"/>
                </a:cubicBezTo>
                <a:lnTo>
                  <a:pt x="33" y="64"/>
                </a:lnTo>
                <a:close/>
                <a:moveTo>
                  <a:pt x="33" y="6"/>
                </a:moveTo>
                <a:cubicBezTo>
                  <a:pt x="31" y="6"/>
                  <a:pt x="30" y="6"/>
                  <a:pt x="28" y="6"/>
                </a:cubicBezTo>
                <a:cubicBezTo>
                  <a:pt x="29" y="9"/>
                  <a:pt x="29" y="9"/>
                  <a:pt x="29" y="9"/>
                </a:cubicBezTo>
                <a:cubicBezTo>
                  <a:pt x="23" y="10"/>
                  <a:pt x="19" y="13"/>
                  <a:pt x="15" y="17"/>
                </a:cubicBezTo>
                <a:cubicBezTo>
                  <a:pt x="13" y="15"/>
                  <a:pt x="13" y="15"/>
                  <a:pt x="13" y="15"/>
                </a:cubicBezTo>
                <a:cubicBezTo>
                  <a:pt x="12" y="16"/>
                  <a:pt x="11" y="18"/>
                  <a:pt x="10" y="19"/>
                </a:cubicBezTo>
                <a:cubicBezTo>
                  <a:pt x="8" y="18"/>
                  <a:pt x="8" y="18"/>
                  <a:pt x="8" y="18"/>
                </a:cubicBezTo>
                <a:cubicBezTo>
                  <a:pt x="13" y="9"/>
                  <a:pt x="22" y="3"/>
                  <a:pt x="33" y="3"/>
                </a:cubicBezTo>
                <a:lnTo>
                  <a:pt x="33" y="6"/>
                </a:lnTo>
                <a:close/>
                <a:moveTo>
                  <a:pt x="43" y="30"/>
                </a:moveTo>
                <a:cubicBezTo>
                  <a:pt x="44" y="32"/>
                  <a:pt x="44" y="33"/>
                  <a:pt x="44" y="34"/>
                </a:cubicBezTo>
                <a:cubicBezTo>
                  <a:pt x="44" y="35"/>
                  <a:pt x="44" y="36"/>
                  <a:pt x="43" y="37"/>
                </a:cubicBezTo>
                <a:cubicBezTo>
                  <a:pt x="52" y="40"/>
                  <a:pt x="52" y="40"/>
                  <a:pt x="52" y="40"/>
                </a:cubicBezTo>
                <a:cubicBezTo>
                  <a:pt x="51" y="42"/>
                  <a:pt x="50" y="45"/>
                  <a:pt x="48" y="46"/>
                </a:cubicBezTo>
                <a:cubicBezTo>
                  <a:pt x="41" y="40"/>
                  <a:pt x="41" y="40"/>
                  <a:pt x="41" y="40"/>
                </a:cubicBezTo>
                <a:cubicBezTo>
                  <a:pt x="40" y="42"/>
                  <a:pt x="38" y="43"/>
                  <a:pt x="36" y="43"/>
                </a:cubicBezTo>
                <a:cubicBezTo>
                  <a:pt x="37" y="53"/>
                  <a:pt x="37" y="53"/>
                  <a:pt x="37" y="53"/>
                </a:cubicBezTo>
                <a:cubicBezTo>
                  <a:pt x="36" y="53"/>
                  <a:pt x="35" y="53"/>
                  <a:pt x="34" y="53"/>
                </a:cubicBezTo>
                <a:cubicBezTo>
                  <a:pt x="32" y="53"/>
                  <a:pt x="31" y="53"/>
                  <a:pt x="30" y="53"/>
                </a:cubicBezTo>
                <a:cubicBezTo>
                  <a:pt x="32" y="43"/>
                  <a:pt x="32" y="43"/>
                  <a:pt x="32" y="43"/>
                </a:cubicBezTo>
                <a:cubicBezTo>
                  <a:pt x="30" y="43"/>
                  <a:pt x="28" y="42"/>
                  <a:pt x="26" y="40"/>
                </a:cubicBezTo>
                <a:cubicBezTo>
                  <a:pt x="19" y="46"/>
                  <a:pt x="19" y="46"/>
                  <a:pt x="19" y="46"/>
                </a:cubicBezTo>
                <a:cubicBezTo>
                  <a:pt x="18" y="45"/>
                  <a:pt x="16" y="42"/>
                  <a:pt x="16" y="40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6"/>
                  <a:pt x="24" y="35"/>
                  <a:pt x="24" y="34"/>
                </a:cubicBezTo>
                <a:cubicBezTo>
                  <a:pt x="24" y="33"/>
                  <a:pt x="24" y="32"/>
                  <a:pt x="24" y="30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5"/>
                  <a:pt x="18" y="23"/>
                  <a:pt x="19" y="21"/>
                </a:cubicBezTo>
                <a:cubicBezTo>
                  <a:pt x="26" y="27"/>
                  <a:pt x="26" y="27"/>
                  <a:pt x="26" y="27"/>
                </a:cubicBezTo>
                <a:cubicBezTo>
                  <a:pt x="28" y="26"/>
                  <a:pt x="30" y="24"/>
                  <a:pt x="32" y="24"/>
                </a:cubicBezTo>
                <a:cubicBezTo>
                  <a:pt x="30" y="15"/>
                  <a:pt x="30" y="15"/>
                  <a:pt x="30" y="15"/>
                </a:cubicBezTo>
                <a:cubicBezTo>
                  <a:pt x="31" y="15"/>
                  <a:pt x="32" y="14"/>
                  <a:pt x="34" y="14"/>
                </a:cubicBezTo>
                <a:cubicBezTo>
                  <a:pt x="35" y="14"/>
                  <a:pt x="36" y="15"/>
                  <a:pt x="37" y="15"/>
                </a:cubicBezTo>
                <a:cubicBezTo>
                  <a:pt x="36" y="24"/>
                  <a:pt x="36" y="24"/>
                  <a:pt x="36" y="24"/>
                </a:cubicBezTo>
                <a:cubicBezTo>
                  <a:pt x="38" y="24"/>
                  <a:pt x="40" y="26"/>
                  <a:pt x="41" y="27"/>
                </a:cubicBezTo>
                <a:cubicBezTo>
                  <a:pt x="48" y="21"/>
                  <a:pt x="48" y="21"/>
                  <a:pt x="48" y="21"/>
                </a:cubicBezTo>
                <a:cubicBezTo>
                  <a:pt x="50" y="23"/>
                  <a:pt x="51" y="25"/>
                  <a:pt x="52" y="27"/>
                </a:cubicBezTo>
                <a:lnTo>
                  <a:pt x="43" y="30"/>
                </a:lnTo>
                <a:close/>
                <a:moveTo>
                  <a:pt x="58" y="19"/>
                </a:moveTo>
                <a:cubicBezTo>
                  <a:pt x="57" y="18"/>
                  <a:pt x="56" y="16"/>
                  <a:pt x="55" y="15"/>
                </a:cubicBezTo>
                <a:cubicBezTo>
                  <a:pt x="53" y="17"/>
                  <a:pt x="53" y="17"/>
                  <a:pt x="53" y="17"/>
                </a:cubicBezTo>
                <a:cubicBezTo>
                  <a:pt x="49" y="13"/>
                  <a:pt x="44" y="10"/>
                  <a:pt x="39" y="9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6" y="6"/>
                  <a:pt x="35" y="6"/>
                </a:cubicBezTo>
                <a:cubicBezTo>
                  <a:pt x="35" y="3"/>
                  <a:pt x="35" y="3"/>
                  <a:pt x="35" y="3"/>
                </a:cubicBezTo>
                <a:cubicBezTo>
                  <a:pt x="45" y="3"/>
                  <a:pt x="55" y="9"/>
                  <a:pt x="60" y="18"/>
                </a:cubicBezTo>
                <a:lnTo>
                  <a:pt x="58" y="19"/>
                </a:lnTo>
                <a:close/>
                <a:moveTo>
                  <a:pt x="60" y="50"/>
                </a:moveTo>
                <a:cubicBezTo>
                  <a:pt x="55" y="58"/>
                  <a:pt x="45" y="64"/>
                  <a:pt x="35" y="64"/>
                </a:cubicBezTo>
                <a:cubicBezTo>
                  <a:pt x="35" y="62"/>
                  <a:pt x="35" y="62"/>
                  <a:pt x="35" y="62"/>
                </a:cubicBezTo>
                <a:cubicBezTo>
                  <a:pt x="36" y="62"/>
                  <a:pt x="38" y="62"/>
                  <a:pt x="39" y="61"/>
                </a:cubicBezTo>
                <a:cubicBezTo>
                  <a:pt x="39" y="58"/>
                  <a:pt x="39" y="58"/>
                  <a:pt x="39" y="58"/>
                </a:cubicBezTo>
                <a:cubicBezTo>
                  <a:pt x="44" y="57"/>
                  <a:pt x="49" y="54"/>
                  <a:pt x="53" y="50"/>
                </a:cubicBezTo>
                <a:cubicBezTo>
                  <a:pt x="55" y="52"/>
                  <a:pt x="55" y="52"/>
                  <a:pt x="55" y="52"/>
                </a:cubicBezTo>
                <a:cubicBezTo>
                  <a:pt x="56" y="51"/>
                  <a:pt x="57" y="50"/>
                  <a:pt x="58" y="48"/>
                </a:cubicBezTo>
                <a:lnTo>
                  <a:pt x="60" y="50"/>
                </a:lnTo>
                <a:close/>
                <a:moveTo>
                  <a:pt x="61" y="48"/>
                </a:moveTo>
                <a:cubicBezTo>
                  <a:pt x="59" y="47"/>
                  <a:pt x="59" y="47"/>
                  <a:pt x="59" y="47"/>
                </a:cubicBezTo>
                <a:cubicBezTo>
                  <a:pt x="59" y="46"/>
                  <a:pt x="60" y="44"/>
                  <a:pt x="60" y="43"/>
                </a:cubicBezTo>
                <a:cubicBezTo>
                  <a:pt x="57" y="42"/>
                  <a:pt x="57" y="42"/>
                  <a:pt x="57" y="42"/>
                </a:cubicBezTo>
                <a:cubicBezTo>
                  <a:pt x="58" y="39"/>
                  <a:pt x="59" y="37"/>
                  <a:pt x="59" y="34"/>
                </a:cubicBezTo>
                <a:cubicBezTo>
                  <a:pt x="59" y="31"/>
                  <a:pt x="58" y="28"/>
                  <a:pt x="57" y="26"/>
                </a:cubicBezTo>
                <a:cubicBezTo>
                  <a:pt x="60" y="25"/>
                  <a:pt x="60" y="25"/>
                  <a:pt x="60" y="25"/>
                </a:cubicBezTo>
                <a:cubicBezTo>
                  <a:pt x="60" y="23"/>
                  <a:pt x="59" y="22"/>
                  <a:pt x="59" y="20"/>
                </a:cubicBezTo>
                <a:cubicBezTo>
                  <a:pt x="61" y="19"/>
                  <a:pt x="61" y="19"/>
                  <a:pt x="61" y="19"/>
                </a:cubicBezTo>
                <a:cubicBezTo>
                  <a:pt x="63" y="23"/>
                  <a:pt x="64" y="28"/>
                  <a:pt x="64" y="34"/>
                </a:cubicBezTo>
                <a:cubicBezTo>
                  <a:pt x="64" y="39"/>
                  <a:pt x="63" y="44"/>
                  <a:pt x="61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11"/>
          <p:cNvSpPr/>
          <p:nvPr/>
        </p:nvSpPr>
        <p:spPr>
          <a:xfrm>
            <a:off x="2971800" y="3992563"/>
            <a:ext cx="217488" cy="233362"/>
          </a:xfrm>
          <a:custGeom>
            <a:rect b="b" l="l" r="r" t="t"/>
            <a:pathLst>
              <a:path extrusionOk="0" h="68" w="63">
                <a:moveTo>
                  <a:pt x="28" y="24"/>
                </a:moveTo>
                <a:cubicBezTo>
                  <a:pt x="27" y="24"/>
                  <a:pt x="26" y="24"/>
                  <a:pt x="25" y="25"/>
                </a:cubicBezTo>
                <a:cubicBezTo>
                  <a:pt x="26" y="26"/>
                  <a:pt x="26" y="27"/>
                  <a:pt x="26" y="28"/>
                </a:cubicBezTo>
                <a:cubicBezTo>
                  <a:pt x="26" y="34"/>
                  <a:pt x="22" y="39"/>
                  <a:pt x="16" y="40"/>
                </a:cubicBezTo>
                <a:cubicBezTo>
                  <a:pt x="14" y="41"/>
                  <a:pt x="13" y="42"/>
                  <a:pt x="13" y="44"/>
                </a:cubicBezTo>
                <a:cubicBezTo>
                  <a:pt x="13" y="49"/>
                  <a:pt x="28" y="45"/>
                  <a:pt x="28" y="56"/>
                </a:cubicBezTo>
                <a:cubicBezTo>
                  <a:pt x="28" y="65"/>
                  <a:pt x="22" y="68"/>
                  <a:pt x="14" y="68"/>
                </a:cubicBezTo>
                <a:cubicBezTo>
                  <a:pt x="8" y="68"/>
                  <a:pt x="0" y="66"/>
                  <a:pt x="0" y="58"/>
                </a:cubicBezTo>
                <a:cubicBezTo>
                  <a:pt x="0" y="53"/>
                  <a:pt x="3" y="51"/>
                  <a:pt x="7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6" y="48"/>
                  <a:pt x="5" y="46"/>
                  <a:pt x="5" y="44"/>
                </a:cubicBezTo>
                <a:cubicBezTo>
                  <a:pt x="5" y="42"/>
                  <a:pt x="5" y="40"/>
                  <a:pt x="7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3" y="38"/>
                  <a:pt x="1" y="32"/>
                  <a:pt x="1" y="29"/>
                </a:cubicBezTo>
                <a:cubicBezTo>
                  <a:pt x="1" y="21"/>
                  <a:pt x="6" y="16"/>
                  <a:pt x="13" y="16"/>
                </a:cubicBezTo>
                <a:cubicBezTo>
                  <a:pt x="16" y="16"/>
                  <a:pt x="18" y="17"/>
                  <a:pt x="20" y="18"/>
                </a:cubicBezTo>
                <a:cubicBezTo>
                  <a:pt x="23" y="18"/>
                  <a:pt x="26" y="17"/>
                  <a:pt x="28" y="16"/>
                </a:cubicBezTo>
                <a:lnTo>
                  <a:pt x="28" y="24"/>
                </a:lnTo>
                <a:close/>
                <a:moveTo>
                  <a:pt x="14" y="53"/>
                </a:moveTo>
                <a:cubicBezTo>
                  <a:pt x="11" y="53"/>
                  <a:pt x="8" y="54"/>
                  <a:pt x="8" y="57"/>
                </a:cubicBezTo>
                <a:cubicBezTo>
                  <a:pt x="8" y="61"/>
                  <a:pt x="12" y="61"/>
                  <a:pt x="15" y="61"/>
                </a:cubicBezTo>
                <a:cubicBezTo>
                  <a:pt x="17" y="61"/>
                  <a:pt x="20" y="60"/>
                  <a:pt x="20" y="57"/>
                </a:cubicBezTo>
                <a:cubicBezTo>
                  <a:pt x="20" y="54"/>
                  <a:pt x="17" y="53"/>
                  <a:pt x="14" y="53"/>
                </a:cubicBezTo>
                <a:close/>
                <a:moveTo>
                  <a:pt x="14" y="23"/>
                </a:moveTo>
                <a:cubicBezTo>
                  <a:pt x="10" y="23"/>
                  <a:pt x="9" y="25"/>
                  <a:pt x="9" y="29"/>
                </a:cubicBezTo>
                <a:cubicBezTo>
                  <a:pt x="9" y="32"/>
                  <a:pt x="10" y="34"/>
                  <a:pt x="14" y="34"/>
                </a:cubicBezTo>
                <a:cubicBezTo>
                  <a:pt x="17" y="34"/>
                  <a:pt x="18" y="32"/>
                  <a:pt x="18" y="29"/>
                </a:cubicBezTo>
                <a:cubicBezTo>
                  <a:pt x="18" y="26"/>
                  <a:pt x="17" y="23"/>
                  <a:pt x="14" y="23"/>
                </a:cubicBezTo>
                <a:close/>
                <a:moveTo>
                  <a:pt x="36" y="11"/>
                </a:moveTo>
                <a:cubicBezTo>
                  <a:pt x="33" y="11"/>
                  <a:pt x="31" y="8"/>
                  <a:pt x="31" y="5"/>
                </a:cubicBezTo>
                <a:cubicBezTo>
                  <a:pt x="31" y="2"/>
                  <a:pt x="33" y="0"/>
                  <a:pt x="36" y="0"/>
                </a:cubicBezTo>
                <a:cubicBezTo>
                  <a:pt x="39" y="0"/>
                  <a:pt x="41" y="2"/>
                  <a:pt x="41" y="5"/>
                </a:cubicBezTo>
                <a:cubicBezTo>
                  <a:pt x="41" y="8"/>
                  <a:pt x="39" y="11"/>
                  <a:pt x="36" y="11"/>
                </a:cubicBezTo>
                <a:close/>
                <a:moveTo>
                  <a:pt x="32" y="50"/>
                </a:moveTo>
                <a:cubicBezTo>
                  <a:pt x="32" y="48"/>
                  <a:pt x="32" y="46"/>
                  <a:pt x="32" y="45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0"/>
                  <a:pt x="32" y="18"/>
                  <a:pt x="32" y="17"/>
                </a:cubicBezTo>
                <a:cubicBezTo>
                  <a:pt x="40" y="17"/>
                  <a:pt x="40" y="17"/>
                  <a:pt x="40" y="17"/>
                </a:cubicBezTo>
                <a:cubicBezTo>
                  <a:pt x="40" y="18"/>
                  <a:pt x="40" y="20"/>
                  <a:pt x="40" y="21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6"/>
                  <a:pt x="40" y="48"/>
                  <a:pt x="40" y="50"/>
                </a:cubicBezTo>
                <a:lnTo>
                  <a:pt x="32" y="50"/>
                </a:lnTo>
                <a:close/>
                <a:moveTo>
                  <a:pt x="63" y="49"/>
                </a:moveTo>
                <a:cubicBezTo>
                  <a:pt x="61" y="50"/>
                  <a:pt x="59" y="50"/>
                  <a:pt x="57" y="50"/>
                </a:cubicBezTo>
                <a:cubicBezTo>
                  <a:pt x="48" y="50"/>
                  <a:pt x="48" y="44"/>
                  <a:pt x="48" y="37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47" y="24"/>
                  <a:pt x="47" y="24"/>
                  <a:pt x="46" y="24"/>
                </a:cubicBezTo>
                <a:cubicBezTo>
                  <a:pt x="45" y="24"/>
                  <a:pt x="45" y="24"/>
                  <a:pt x="44" y="24"/>
                </a:cubicBezTo>
                <a:cubicBezTo>
                  <a:pt x="44" y="17"/>
                  <a:pt x="44" y="17"/>
                  <a:pt x="44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4"/>
                  <a:pt x="48" y="14"/>
                  <a:pt x="48" y="14"/>
                </a:cubicBezTo>
                <a:cubicBezTo>
                  <a:pt x="48" y="13"/>
                  <a:pt x="48" y="11"/>
                  <a:pt x="47" y="10"/>
                </a:cubicBezTo>
                <a:cubicBezTo>
                  <a:pt x="56" y="10"/>
                  <a:pt x="56" y="10"/>
                  <a:pt x="56" y="10"/>
                </a:cubicBezTo>
                <a:cubicBezTo>
                  <a:pt x="56" y="12"/>
                  <a:pt x="56" y="14"/>
                  <a:pt x="56" y="17"/>
                </a:cubicBezTo>
                <a:cubicBezTo>
                  <a:pt x="62" y="17"/>
                  <a:pt x="62" y="17"/>
                  <a:pt x="62" y="17"/>
                </a:cubicBezTo>
                <a:cubicBezTo>
                  <a:pt x="62" y="24"/>
                  <a:pt x="62" y="24"/>
                  <a:pt x="62" y="24"/>
                </a:cubicBezTo>
                <a:cubicBezTo>
                  <a:pt x="61" y="24"/>
                  <a:pt x="60" y="24"/>
                  <a:pt x="59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6" y="38"/>
                  <a:pt x="56" y="38"/>
                  <a:pt x="56" y="38"/>
                </a:cubicBezTo>
                <a:cubicBezTo>
                  <a:pt x="56" y="40"/>
                  <a:pt x="56" y="42"/>
                  <a:pt x="59" y="42"/>
                </a:cubicBezTo>
                <a:cubicBezTo>
                  <a:pt x="61" y="42"/>
                  <a:pt x="62" y="42"/>
                  <a:pt x="63" y="41"/>
                </a:cubicBezTo>
                <a:lnTo>
                  <a:pt x="63" y="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11"/>
          <p:cNvSpPr/>
          <p:nvPr/>
        </p:nvSpPr>
        <p:spPr>
          <a:xfrm>
            <a:off x="3460750" y="4010025"/>
            <a:ext cx="201613" cy="198438"/>
          </a:xfrm>
          <a:custGeom>
            <a:rect b="b" l="l" r="r" t="t"/>
            <a:pathLst>
              <a:path extrusionOk="0" h="58" w="59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39" y="58"/>
                  <a:pt x="39" y="58"/>
                  <a:pt x="39" y="58"/>
                </a:cubicBezTo>
                <a:cubicBezTo>
                  <a:pt x="38" y="58"/>
                  <a:pt x="37" y="58"/>
                  <a:pt x="37" y="56"/>
                </a:cubicBezTo>
                <a:cubicBezTo>
                  <a:pt x="37" y="55"/>
                  <a:pt x="37" y="51"/>
                  <a:pt x="37" y="47"/>
                </a:cubicBezTo>
                <a:cubicBezTo>
                  <a:pt x="37" y="44"/>
                  <a:pt x="36" y="42"/>
                  <a:pt x="35" y="42"/>
                </a:cubicBezTo>
                <a:cubicBezTo>
                  <a:pt x="41" y="41"/>
                  <a:pt x="48" y="38"/>
                  <a:pt x="48" y="27"/>
                </a:cubicBezTo>
                <a:cubicBezTo>
                  <a:pt x="48" y="24"/>
                  <a:pt x="47" y="21"/>
                  <a:pt x="45" y="19"/>
                </a:cubicBezTo>
                <a:cubicBezTo>
                  <a:pt x="46" y="19"/>
                  <a:pt x="46" y="16"/>
                  <a:pt x="45" y="12"/>
                </a:cubicBezTo>
                <a:cubicBezTo>
                  <a:pt x="42" y="11"/>
                  <a:pt x="37" y="15"/>
                  <a:pt x="37" y="15"/>
                </a:cubicBezTo>
                <a:cubicBezTo>
                  <a:pt x="35" y="14"/>
                  <a:pt x="32" y="14"/>
                  <a:pt x="30" y="14"/>
                </a:cubicBezTo>
                <a:cubicBezTo>
                  <a:pt x="27" y="14"/>
                  <a:pt x="25" y="14"/>
                  <a:pt x="22" y="15"/>
                </a:cubicBezTo>
                <a:cubicBezTo>
                  <a:pt x="22" y="15"/>
                  <a:pt x="17" y="11"/>
                  <a:pt x="14" y="12"/>
                </a:cubicBezTo>
                <a:cubicBezTo>
                  <a:pt x="13" y="16"/>
                  <a:pt x="14" y="19"/>
                  <a:pt x="14" y="19"/>
                </a:cubicBezTo>
                <a:cubicBezTo>
                  <a:pt x="12" y="21"/>
                  <a:pt x="11" y="24"/>
                  <a:pt x="11" y="27"/>
                </a:cubicBezTo>
                <a:cubicBezTo>
                  <a:pt x="11" y="38"/>
                  <a:pt x="18" y="41"/>
                  <a:pt x="24" y="42"/>
                </a:cubicBezTo>
                <a:cubicBezTo>
                  <a:pt x="23" y="42"/>
                  <a:pt x="23" y="44"/>
                  <a:pt x="22" y="45"/>
                </a:cubicBezTo>
                <a:cubicBezTo>
                  <a:pt x="21" y="46"/>
                  <a:pt x="16" y="48"/>
                  <a:pt x="14" y="43"/>
                </a:cubicBezTo>
                <a:cubicBezTo>
                  <a:pt x="12" y="40"/>
                  <a:pt x="9" y="40"/>
                  <a:pt x="9" y="40"/>
                </a:cubicBezTo>
                <a:cubicBezTo>
                  <a:pt x="7" y="40"/>
                  <a:pt x="9" y="42"/>
                  <a:pt x="9" y="42"/>
                </a:cubicBezTo>
                <a:cubicBezTo>
                  <a:pt x="11" y="43"/>
                  <a:pt x="13" y="46"/>
                  <a:pt x="13" y="46"/>
                </a:cubicBezTo>
                <a:cubicBezTo>
                  <a:pt x="14" y="51"/>
                  <a:pt x="22" y="50"/>
                  <a:pt x="22" y="50"/>
                </a:cubicBezTo>
                <a:cubicBezTo>
                  <a:pt x="22" y="52"/>
                  <a:pt x="22" y="55"/>
                  <a:pt x="22" y="56"/>
                </a:cubicBezTo>
                <a:cubicBezTo>
                  <a:pt x="22" y="58"/>
                  <a:pt x="21" y="58"/>
                  <a:pt x="20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  <a:moveTo>
                  <a:pt x="11" y="41"/>
                </a:move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2" y="41"/>
                  <a:pt x="11" y="41"/>
                </a:cubicBezTo>
                <a:cubicBezTo>
                  <a:pt x="11" y="42"/>
                  <a:pt x="11" y="42"/>
                  <a:pt x="11" y="41"/>
                </a:cubicBezTo>
                <a:close/>
                <a:moveTo>
                  <a:pt x="12" y="43"/>
                </a:moveTo>
                <a:cubicBezTo>
                  <a:pt x="12" y="42"/>
                  <a:pt x="12" y="42"/>
                  <a:pt x="12" y="42"/>
                </a:cubicBezTo>
                <a:cubicBezTo>
                  <a:pt x="12" y="42"/>
                  <a:pt x="12" y="42"/>
                  <a:pt x="13" y="42"/>
                </a:cubicBezTo>
                <a:cubicBezTo>
                  <a:pt x="13" y="42"/>
                  <a:pt x="13" y="43"/>
                  <a:pt x="13" y="43"/>
                </a:cubicBezTo>
                <a:cubicBezTo>
                  <a:pt x="13" y="43"/>
                  <a:pt x="12" y="43"/>
                  <a:pt x="12" y="43"/>
                </a:cubicBezTo>
                <a:close/>
                <a:moveTo>
                  <a:pt x="14" y="44"/>
                </a:moveTo>
                <a:cubicBezTo>
                  <a:pt x="14" y="45"/>
                  <a:pt x="13" y="44"/>
                  <a:pt x="13" y="44"/>
                </a:cubicBezTo>
                <a:cubicBezTo>
                  <a:pt x="13" y="44"/>
                  <a:pt x="13" y="44"/>
                  <a:pt x="13" y="43"/>
                </a:cubicBezTo>
                <a:cubicBezTo>
                  <a:pt x="13" y="43"/>
                  <a:pt x="14" y="43"/>
                  <a:pt x="14" y="44"/>
                </a:cubicBezTo>
                <a:cubicBezTo>
                  <a:pt x="14" y="44"/>
                  <a:pt x="14" y="44"/>
                  <a:pt x="14" y="44"/>
                </a:cubicBezTo>
                <a:close/>
                <a:moveTo>
                  <a:pt x="15" y="46"/>
                </a:moveTo>
                <a:cubicBezTo>
                  <a:pt x="14" y="46"/>
                  <a:pt x="14" y="45"/>
                  <a:pt x="14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5" y="46"/>
                  <a:pt x="16" y="46"/>
                  <a:pt x="15" y="46"/>
                </a:cubicBezTo>
                <a:cubicBezTo>
                  <a:pt x="15" y="46"/>
                  <a:pt x="15" y="46"/>
                  <a:pt x="15" y="46"/>
                </a:cubicBezTo>
                <a:close/>
                <a:moveTo>
                  <a:pt x="17" y="47"/>
                </a:moveTo>
                <a:cubicBezTo>
                  <a:pt x="16" y="47"/>
                  <a:pt x="16" y="47"/>
                  <a:pt x="16" y="47"/>
                </a:cubicBezTo>
                <a:cubicBezTo>
                  <a:pt x="16" y="46"/>
                  <a:pt x="17" y="46"/>
                  <a:pt x="17" y="46"/>
                </a:cubicBezTo>
                <a:cubicBezTo>
                  <a:pt x="17" y="46"/>
                  <a:pt x="18" y="47"/>
                  <a:pt x="18" y="47"/>
                </a:cubicBezTo>
                <a:cubicBezTo>
                  <a:pt x="17" y="47"/>
                  <a:pt x="17" y="47"/>
                  <a:pt x="17" y="47"/>
                </a:cubicBezTo>
                <a:close/>
                <a:moveTo>
                  <a:pt x="19" y="48"/>
                </a:moveTo>
                <a:cubicBezTo>
                  <a:pt x="19" y="48"/>
                  <a:pt x="19" y="47"/>
                  <a:pt x="19" y="47"/>
                </a:cubicBezTo>
                <a:cubicBezTo>
                  <a:pt x="19" y="47"/>
                  <a:pt x="19" y="47"/>
                  <a:pt x="19" y="47"/>
                </a:cubicBezTo>
                <a:cubicBezTo>
                  <a:pt x="20" y="47"/>
                  <a:pt x="20" y="47"/>
                  <a:pt x="20" y="47"/>
                </a:cubicBezTo>
                <a:cubicBezTo>
                  <a:pt x="20" y="47"/>
                  <a:pt x="20" y="48"/>
                  <a:pt x="19" y="48"/>
                </a:cubicBezTo>
                <a:close/>
                <a:moveTo>
                  <a:pt x="22" y="47"/>
                </a:moveTo>
                <a:cubicBezTo>
                  <a:pt x="21" y="47"/>
                  <a:pt x="21" y="47"/>
                  <a:pt x="21" y="47"/>
                </a:cubicBezTo>
                <a:cubicBezTo>
                  <a:pt x="21" y="47"/>
                  <a:pt x="21" y="47"/>
                  <a:pt x="21" y="46"/>
                </a:cubicBezTo>
                <a:cubicBezTo>
                  <a:pt x="22" y="46"/>
                  <a:pt x="22" y="47"/>
                  <a:pt x="22" y="47"/>
                </a:cubicBezTo>
                <a:cubicBezTo>
                  <a:pt x="22" y="47"/>
                  <a:pt x="22" y="47"/>
                  <a:pt x="22" y="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11"/>
          <p:cNvSpPr/>
          <p:nvPr/>
        </p:nvSpPr>
        <p:spPr>
          <a:xfrm>
            <a:off x="3968750" y="3992563"/>
            <a:ext cx="136525" cy="215900"/>
          </a:xfrm>
          <a:custGeom>
            <a:rect b="b" l="l" r="r" t="t"/>
            <a:pathLst>
              <a:path extrusionOk="0" h="63" w="40">
                <a:moveTo>
                  <a:pt x="40" y="0"/>
                </a:moveTo>
                <a:cubicBezTo>
                  <a:pt x="35" y="3"/>
                  <a:pt x="35" y="3"/>
                  <a:pt x="35" y="3"/>
                </a:cubicBezTo>
                <a:cubicBezTo>
                  <a:pt x="30" y="3"/>
                  <a:pt x="30" y="3"/>
                  <a:pt x="30" y="3"/>
                </a:cubicBezTo>
                <a:cubicBezTo>
                  <a:pt x="33" y="6"/>
                  <a:pt x="36" y="9"/>
                  <a:pt x="36" y="14"/>
                </a:cubicBezTo>
                <a:cubicBezTo>
                  <a:pt x="36" y="24"/>
                  <a:pt x="27" y="25"/>
                  <a:pt x="27" y="30"/>
                </a:cubicBezTo>
                <a:cubicBezTo>
                  <a:pt x="27" y="35"/>
                  <a:pt x="38" y="37"/>
                  <a:pt x="38" y="47"/>
                </a:cubicBezTo>
                <a:cubicBezTo>
                  <a:pt x="38" y="50"/>
                  <a:pt x="38" y="52"/>
                  <a:pt x="37" y="54"/>
                </a:cubicBezTo>
                <a:cubicBezTo>
                  <a:pt x="33" y="61"/>
                  <a:pt x="24" y="63"/>
                  <a:pt x="17" y="63"/>
                </a:cubicBezTo>
                <a:cubicBezTo>
                  <a:pt x="12" y="63"/>
                  <a:pt x="5" y="61"/>
                  <a:pt x="1" y="56"/>
                </a:cubicBezTo>
                <a:cubicBezTo>
                  <a:pt x="0" y="55"/>
                  <a:pt x="0" y="53"/>
                  <a:pt x="0" y="51"/>
                </a:cubicBezTo>
                <a:cubicBezTo>
                  <a:pt x="0" y="47"/>
                  <a:pt x="3" y="43"/>
                  <a:pt x="6" y="41"/>
                </a:cubicBezTo>
                <a:cubicBezTo>
                  <a:pt x="11" y="38"/>
                  <a:pt x="16" y="38"/>
                  <a:pt x="21" y="37"/>
                </a:cubicBezTo>
                <a:cubicBezTo>
                  <a:pt x="20" y="35"/>
                  <a:pt x="19" y="34"/>
                  <a:pt x="19" y="32"/>
                </a:cubicBezTo>
                <a:cubicBezTo>
                  <a:pt x="19" y="30"/>
                  <a:pt x="19" y="29"/>
                  <a:pt x="20" y="28"/>
                </a:cubicBezTo>
                <a:cubicBezTo>
                  <a:pt x="19" y="29"/>
                  <a:pt x="18" y="29"/>
                  <a:pt x="17" y="29"/>
                </a:cubicBezTo>
                <a:cubicBezTo>
                  <a:pt x="10" y="29"/>
                  <a:pt x="4" y="23"/>
                  <a:pt x="4" y="16"/>
                </a:cubicBezTo>
                <a:cubicBezTo>
                  <a:pt x="4" y="11"/>
                  <a:pt x="6" y="7"/>
                  <a:pt x="9" y="5"/>
                </a:cubicBezTo>
                <a:cubicBezTo>
                  <a:pt x="13" y="1"/>
                  <a:pt x="19" y="0"/>
                  <a:pt x="24" y="0"/>
                </a:cubicBezTo>
                <a:lnTo>
                  <a:pt x="40" y="0"/>
                </a:lnTo>
                <a:close/>
                <a:moveTo>
                  <a:pt x="24" y="40"/>
                </a:moveTo>
                <a:cubicBezTo>
                  <a:pt x="24" y="40"/>
                  <a:pt x="23" y="40"/>
                  <a:pt x="22" y="40"/>
                </a:cubicBezTo>
                <a:cubicBezTo>
                  <a:pt x="16" y="40"/>
                  <a:pt x="7" y="42"/>
                  <a:pt x="7" y="49"/>
                </a:cubicBezTo>
                <a:cubicBezTo>
                  <a:pt x="7" y="57"/>
                  <a:pt x="15" y="59"/>
                  <a:pt x="21" y="59"/>
                </a:cubicBezTo>
                <a:cubicBezTo>
                  <a:pt x="27" y="59"/>
                  <a:pt x="33" y="57"/>
                  <a:pt x="33" y="51"/>
                </a:cubicBezTo>
                <a:cubicBezTo>
                  <a:pt x="33" y="45"/>
                  <a:pt x="28" y="42"/>
                  <a:pt x="24" y="40"/>
                </a:cubicBezTo>
                <a:close/>
                <a:moveTo>
                  <a:pt x="18" y="3"/>
                </a:moveTo>
                <a:cubicBezTo>
                  <a:pt x="16" y="3"/>
                  <a:pt x="14" y="4"/>
                  <a:pt x="13" y="6"/>
                </a:cubicBezTo>
                <a:cubicBezTo>
                  <a:pt x="11" y="7"/>
                  <a:pt x="11" y="9"/>
                  <a:pt x="11" y="12"/>
                </a:cubicBezTo>
                <a:cubicBezTo>
                  <a:pt x="11" y="17"/>
                  <a:pt x="14" y="26"/>
                  <a:pt x="21" y="26"/>
                </a:cubicBezTo>
                <a:cubicBezTo>
                  <a:pt x="23" y="26"/>
                  <a:pt x="25" y="25"/>
                  <a:pt x="27" y="24"/>
                </a:cubicBezTo>
                <a:cubicBezTo>
                  <a:pt x="28" y="22"/>
                  <a:pt x="29" y="20"/>
                  <a:pt x="29" y="18"/>
                </a:cubicBezTo>
                <a:cubicBezTo>
                  <a:pt x="29" y="12"/>
                  <a:pt x="25" y="3"/>
                  <a:pt x="18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11"/>
          <p:cNvSpPr/>
          <p:nvPr/>
        </p:nvSpPr>
        <p:spPr>
          <a:xfrm>
            <a:off x="4448175" y="4010025"/>
            <a:ext cx="298450" cy="198438"/>
          </a:xfrm>
          <a:custGeom>
            <a:rect b="b" l="l" r="r" t="t"/>
            <a:pathLst>
              <a:path extrusionOk="0" h="58" w="87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11"/>
          <p:cNvSpPr/>
          <p:nvPr/>
        </p:nvSpPr>
        <p:spPr>
          <a:xfrm>
            <a:off x="4943475" y="3992563"/>
            <a:ext cx="201613" cy="233362"/>
          </a:xfrm>
          <a:custGeom>
            <a:rect b="b" l="l" r="r" t="t"/>
            <a:pathLst>
              <a:path extrusionOk="0" h="68" w="59">
                <a:moveTo>
                  <a:pt x="48" y="48"/>
                </a:moveTo>
                <a:cubicBezTo>
                  <a:pt x="47" y="48"/>
                  <a:pt x="47" y="48"/>
                  <a:pt x="47" y="48"/>
                </a:cubicBezTo>
                <a:cubicBezTo>
                  <a:pt x="45" y="49"/>
                  <a:pt x="43" y="50"/>
                  <a:pt x="41" y="50"/>
                </a:cubicBezTo>
                <a:cubicBezTo>
                  <a:pt x="40" y="50"/>
                  <a:pt x="40" y="50"/>
                  <a:pt x="39" y="50"/>
                </a:cubicBezTo>
                <a:cubicBezTo>
                  <a:pt x="38" y="51"/>
                  <a:pt x="36" y="51"/>
                  <a:pt x="34" y="52"/>
                </a:cubicBezTo>
                <a:cubicBezTo>
                  <a:pt x="34" y="58"/>
                  <a:pt x="34" y="58"/>
                  <a:pt x="34" y="58"/>
                </a:cubicBezTo>
                <a:cubicBezTo>
                  <a:pt x="34" y="63"/>
                  <a:pt x="30" y="68"/>
                  <a:pt x="25" y="68"/>
                </a:cubicBezTo>
                <a:cubicBezTo>
                  <a:pt x="19" y="68"/>
                  <a:pt x="15" y="63"/>
                  <a:pt x="15" y="58"/>
                </a:cubicBezTo>
                <a:cubicBezTo>
                  <a:pt x="15" y="44"/>
                  <a:pt x="15" y="44"/>
                  <a:pt x="15" y="44"/>
                </a:cubicBezTo>
                <a:cubicBezTo>
                  <a:pt x="14" y="44"/>
                  <a:pt x="12" y="45"/>
                  <a:pt x="10" y="45"/>
                </a:cubicBezTo>
                <a:cubicBezTo>
                  <a:pt x="4" y="45"/>
                  <a:pt x="0" y="40"/>
                  <a:pt x="0" y="34"/>
                </a:cubicBezTo>
                <a:cubicBezTo>
                  <a:pt x="0" y="29"/>
                  <a:pt x="7" y="27"/>
                  <a:pt x="10" y="25"/>
                </a:cubicBezTo>
                <a:cubicBezTo>
                  <a:pt x="12" y="24"/>
                  <a:pt x="14" y="22"/>
                  <a:pt x="15" y="21"/>
                </a:cubicBezTo>
                <a:cubicBezTo>
                  <a:pt x="17" y="20"/>
                  <a:pt x="20" y="17"/>
                  <a:pt x="20" y="15"/>
                </a:cubicBezTo>
                <a:cubicBezTo>
                  <a:pt x="20" y="5"/>
                  <a:pt x="20" y="5"/>
                  <a:pt x="20" y="5"/>
                </a:cubicBezTo>
                <a:cubicBezTo>
                  <a:pt x="20" y="2"/>
                  <a:pt x="22" y="0"/>
                  <a:pt x="25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52" y="0"/>
                  <a:pt x="54" y="2"/>
                  <a:pt x="54" y="5"/>
                </a:cubicBezTo>
                <a:cubicBezTo>
                  <a:pt x="54" y="15"/>
                  <a:pt x="54" y="15"/>
                  <a:pt x="54" y="15"/>
                </a:cubicBezTo>
                <a:cubicBezTo>
                  <a:pt x="54" y="18"/>
                  <a:pt x="55" y="22"/>
                  <a:pt x="56" y="24"/>
                </a:cubicBezTo>
                <a:cubicBezTo>
                  <a:pt x="58" y="28"/>
                  <a:pt x="59" y="32"/>
                  <a:pt x="59" y="36"/>
                </a:cubicBezTo>
                <a:cubicBezTo>
                  <a:pt x="59" y="43"/>
                  <a:pt x="55" y="48"/>
                  <a:pt x="48" y="48"/>
                </a:cubicBezTo>
                <a:close/>
                <a:moveTo>
                  <a:pt x="49" y="15"/>
                </a:moveTo>
                <a:cubicBezTo>
                  <a:pt x="49" y="14"/>
                  <a:pt x="49" y="14"/>
                  <a:pt x="49" y="14"/>
                </a:cubicBezTo>
                <a:cubicBezTo>
                  <a:pt x="25" y="14"/>
                  <a:pt x="25" y="14"/>
                  <a:pt x="25" y="14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20"/>
                  <a:pt x="21" y="22"/>
                  <a:pt x="19" y="25"/>
                </a:cubicBezTo>
                <a:cubicBezTo>
                  <a:pt x="17" y="26"/>
                  <a:pt x="15" y="28"/>
                  <a:pt x="13" y="29"/>
                </a:cubicBezTo>
                <a:cubicBezTo>
                  <a:pt x="12" y="29"/>
                  <a:pt x="11" y="30"/>
                  <a:pt x="10" y="30"/>
                </a:cubicBezTo>
                <a:cubicBezTo>
                  <a:pt x="10" y="31"/>
                  <a:pt x="5" y="33"/>
                  <a:pt x="5" y="34"/>
                </a:cubicBezTo>
                <a:cubicBezTo>
                  <a:pt x="5" y="37"/>
                  <a:pt x="7" y="40"/>
                  <a:pt x="10" y="40"/>
                </a:cubicBezTo>
                <a:cubicBezTo>
                  <a:pt x="15" y="40"/>
                  <a:pt x="17" y="36"/>
                  <a:pt x="20" y="36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61"/>
                  <a:pt x="22" y="63"/>
                  <a:pt x="25" y="63"/>
                </a:cubicBezTo>
                <a:cubicBezTo>
                  <a:pt x="27" y="63"/>
                  <a:pt x="30" y="61"/>
                  <a:pt x="30" y="58"/>
                </a:cubicBezTo>
                <a:cubicBezTo>
                  <a:pt x="30" y="45"/>
                  <a:pt x="30" y="45"/>
                  <a:pt x="30" y="45"/>
                </a:cubicBezTo>
                <a:cubicBezTo>
                  <a:pt x="31" y="46"/>
                  <a:pt x="32" y="47"/>
                  <a:pt x="34" y="47"/>
                </a:cubicBezTo>
                <a:cubicBezTo>
                  <a:pt x="35" y="47"/>
                  <a:pt x="37" y="46"/>
                  <a:pt x="38" y="45"/>
                </a:cubicBezTo>
                <a:cubicBezTo>
                  <a:pt x="39" y="45"/>
                  <a:pt x="40" y="45"/>
                  <a:pt x="41" y="45"/>
                </a:cubicBezTo>
                <a:cubicBezTo>
                  <a:pt x="42" y="45"/>
                  <a:pt x="45" y="45"/>
                  <a:pt x="45" y="43"/>
                </a:cubicBezTo>
                <a:cubicBezTo>
                  <a:pt x="46" y="43"/>
                  <a:pt x="47" y="43"/>
                  <a:pt x="48" y="43"/>
                </a:cubicBezTo>
                <a:cubicBezTo>
                  <a:pt x="52" y="43"/>
                  <a:pt x="54" y="40"/>
                  <a:pt x="54" y="36"/>
                </a:cubicBezTo>
                <a:cubicBezTo>
                  <a:pt x="54" y="29"/>
                  <a:pt x="49" y="22"/>
                  <a:pt x="49" y="15"/>
                </a:cubicBezTo>
                <a:close/>
                <a:moveTo>
                  <a:pt x="47" y="5"/>
                </a:moveTo>
                <a:cubicBezTo>
                  <a:pt x="45" y="5"/>
                  <a:pt x="44" y="6"/>
                  <a:pt x="44" y="7"/>
                </a:cubicBezTo>
                <a:cubicBezTo>
                  <a:pt x="44" y="8"/>
                  <a:pt x="45" y="9"/>
                  <a:pt x="47" y="9"/>
                </a:cubicBezTo>
                <a:cubicBezTo>
                  <a:pt x="48" y="9"/>
                  <a:pt x="49" y="8"/>
                  <a:pt x="49" y="7"/>
                </a:cubicBezTo>
                <a:cubicBezTo>
                  <a:pt x="49" y="6"/>
                  <a:pt x="48" y="5"/>
                  <a:pt x="47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11"/>
          <p:cNvSpPr/>
          <p:nvPr/>
        </p:nvSpPr>
        <p:spPr>
          <a:xfrm>
            <a:off x="5437188" y="4022725"/>
            <a:ext cx="201612" cy="169863"/>
          </a:xfrm>
          <a:custGeom>
            <a:rect b="b" l="l" r="r" t="t"/>
            <a:pathLst>
              <a:path extrusionOk="0" h="49" w="59">
                <a:moveTo>
                  <a:pt x="59" y="43"/>
                </a:moveTo>
                <a:cubicBezTo>
                  <a:pt x="59" y="46"/>
                  <a:pt x="56" y="49"/>
                  <a:pt x="53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3" y="49"/>
                  <a:pt x="0" y="46"/>
                  <a:pt x="0" y="43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0"/>
                  <a:pt x="1" y="29"/>
                  <a:pt x="1" y="28"/>
                </a:cubicBezTo>
                <a:cubicBezTo>
                  <a:pt x="9" y="5"/>
                  <a:pt x="9" y="5"/>
                  <a:pt x="9" y="5"/>
                </a:cubicBezTo>
                <a:cubicBezTo>
                  <a:pt x="9" y="2"/>
                  <a:pt x="12" y="0"/>
                  <a:pt x="15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7" y="0"/>
                  <a:pt x="50" y="2"/>
                  <a:pt x="51" y="5"/>
                </a:cubicBezTo>
                <a:cubicBezTo>
                  <a:pt x="58" y="28"/>
                  <a:pt x="58" y="28"/>
                  <a:pt x="58" y="28"/>
                </a:cubicBezTo>
                <a:cubicBezTo>
                  <a:pt x="58" y="29"/>
                  <a:pt x="59" y="30"/>
                  <a:pt x="59" y="31"/>
                </a:cubicBezTo>
                <a:lnTo>
                  <a:pt x="59" y="43"/>
                </a:lnTo>
                <a:close/>
                <a:moveTo>
                  <a:pt x="54" y="31"/>
                </a:moveTo>
                <a:cubicBezTo>
                  <a:pt x="54" y="30"/>
                  <a:pt x="53" y="30"/>
                  <a:pt x="53" y="30"/>
                </a:cubicBezTo>
                <a:cubicBezTo>
                  <a:pt x="7" y="30"/>
                  <a:pt x="7" y="30"/>
                  <a:pt x="7" y="30"/>
                </a:cubicBezTo>
                <a:cubicBezTo>
                  <a:pt x="6" y="30"/>
                  <a:pt x="5" y="30"/>
                  <a:pt x="5" y="31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4"/>
                  <a:pt x="6" y="44"/>
                  <a:pt x="7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53" y="44"/>
                  <a:pt x="54" y="44"/>
                  <a:pt x="54" y="43"/>
                </a:cubicBezTo>
                <a:lnTo>
                  <a:pt x="54" y="31"/>
                </a:lnTo>
                <a:close/>
                <a:moveTo>
                  <a:pt x="52" y="25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45" y="5"/>
                  <a:pt x="44" y="5"/>
                </a:cubicBezTo>
                <a:cubicBezTo>
                  <a:pt x="15" y="5"/>
                  <a:pt x="15" y="5"/>
                  <a:pt x="15" y="5"/>
                </a:cubicBezTo>
                <a:cubicBezTo>
                  <a:pt x="14" y="5"/>
                  <a:pt x="13" y="6"/>
                  <a:pt x="13" y="6"/>
                </a:cubicBezTo>
                <a:cubicBezTo>
                  <a:pt x="7" y="25"/>
                  <a:pt x="7" y="25"/>
                  <a:pt x="7" y="25"/>
                </a:cubicBezTo>
                <a:lnTo>
                  <a:pt x="52" y="25"/>
                </a:lnTo>
                <a:close/>
                <a:moveTo>
                  <a:pt x="37" y="40"/>
                </a:moveTo>
                <a:cubicBezTo>
                  <a:pt x="35" y="40"/>
                  <a:pt x="34" y="39"/>
                  <a:pt x="34" y="37"/>
                </a:cubicBezTo>
                <a:cubicBezTo>
                  <a:pt x="34" y="35"/>
                  <a:pt x="35" y="34"/>
                  <a:pt x="37" y="34"/>
                </a:cubicBezTo>
                <a:cubicBezTo>
                  <a:pt x="39" y="34"/>
                  <a:pt x="40" y="35"/>
                  <a:pt x="40" y="37"/>
                </a:cubicBezTo>
                <a:cubicBezTo>
                  <a:pt x="40" y="39"/>
                  <a:pt x="39" y="40"/>
                  <a:pt x="37" y="40"/>
                </a:cubicBezTo>
                <a:close/>
                <a:moveTo>
                  <a:pt x="47" y="40"/>
                </a:moveTo>
                <a:cubicBezTo>
                  <a:pt x="45" y="40"/>
                  <a:pt x="44" y="39"/>
                  <a:pt x="44" y="37"/>
                </a:cubicBezTo>
                <a:cubicBezTo>
                  <a:pt x="44" y="35"/>
                  <a:pt x="45" y="34"/>
                  <a:pt x="47" y="34"/>
                </a:cubicBezTo>
                <a:cubicBezTo>
                  <a:pt x="48" y="34"/>
                  <a:pt x="50" y="35"/>
                  <a:pt x="50" y="37"/>
                </a:cubicBezTo>
                <a:cubicBezTo>
                  <a:pt x="50" y="39"/>
                  <a:pt x="48" y="40"/>
                  <a:pt x="47" y="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11"/>
          <p:cNvSpPr/>
          <p:nvPr/>
        </p:nvSpPr>
        <p:spPr>
          <a:xfrm>
            <a:off x="5930900" y="4010025"/>
            <a:ext cx="233363" cy="198438"/>
          </a:xfrm>
          <a:custGeom>
            <a:rect b="b" l="l" r="r" t="t"/>
            <a:pathLst>
              <a:path extrusionOk="0" h="58" w="68">
                <a:moveTo>
                  <a:pt x="60" y="34"/>
                </a:moveTo>
                <a:cubicBezTo>
                  <a:pt x="36" y="57"/>
                  <a:pt x="36" y="57"/>
                  <a:pt x="36" y="57"/>
                </a:cubicBezTo>
                <a:cubicBezTo>
                  <a:pt x="36" y="58"/>
                  <a:pt x="35" y="58"/>
                  <a:pt x="34" y="58"/>
                </a:cubicBezTo>
                <a:cubicBezTo>
                  <a:pt x="34" y="58"/>
                  <a:pt x="33" y="58"/>
                  <a:pt x="33" y="57"/>
                </a:cubicBezTo>
                <a:cubicBezTo>
                  <a:pt x="9" y="34"/>
                  <a:pt x="9" y="34"/>
                  <a:pt x="9" y="34"/>
                </a:cubicBezTo>
                <a:cubicBezTo>
                  <a:pt x="9" y="34"/>
                  <a:pt x="0" y="26"/>
                  <a:pt x="0" y="17"/>
                </a:cubicBezTo>
                <a:cubicBezTo>
                  <a:pt x="0" y="6"/>
                  <a:pt x="7" y="0"/>
                  <a:pt x="19" y="0"/>
                </a:cubicBezTo>
                <a:cubicBezTo>
                  <a:pt x="25" y="0"/>
                  <a:pt x="31" y="5"/>
                  <a:pt x="34" y="8"/>
                </a:cubicBezTo>
                <a:cubicBezTo>
                  <a:pt x="37" y="5"/>
                  <a:pt x="44" y="0"/>
                  <a:pt x="50" y="0"/>
                </a:cubicBezTo>
                <a:cubicBezTo>
                  <a:pt x="62" y="0"/>
                  <a:pt x="68" y="6"/>
                  <a:pt x="68" y="17"/>
                </a:cubicBezTo>
                <a:cubicBezTo>
                  <a:pt x="68" y="26"/>
                  <a:pt x="60" y="34"/>
                  <a:pt x="60" y="34"/>
                </a:cubicBezTo>
                <a:close/>
                <a:moveTo>
                  <a:pt x="50" y="4"/>
                </a:moveTo>
                <a:cubicBezTo>
                  <a:pt x="45" y="4"/>
                  <a:pt x="38" y="11"/>
                  <a:pt x="36" y="13"/>
                </a:cubicBezTo>
                <a:cubicBezTo>
                  <a:pt x="35" y="14"/>
                  <a:pt x="34" y="14"/>
                  <a:pt x="33" y="13"/>
                </a:cubicBezTo>
                <a:cubicBezTo>
                  <a:pt x="31" y="11"/>
                  <a:pt x="24" y="4"/>
                  <a:pt x="19" y="4"/>
                </a:cubicBezTo>
                <a:cubicBezTo>
                  <a:pt x="13" y="4"/>
                  <a:pt x="5" y="7"/>
                  <a:pt x="5" y="17"/>
                </a:cubicBezTo>
                <a:cubicBezTo>
                  <a:pt x="5" y="24"/>
                  <a:pt x="12" y="31"/>
                  <a:pt x="12" y="31"/>
                </a:cubicBezTo>
                <a:cubicBezTo>
                  <a:pt x="34" y="52"/>
                  <a:pt x="34" y="52"/>
                  <a:pt x="34" y="52"/>
                </a:cubicBezTo>
                <a:cubicBezTo>
                  <a:pt x="56" y="31"/>
                  <a:pt x="56" y="31"/>
                  <a:pt x="56" y="31"/>
                </a:cubicBezTo>
                <a:cubicBezTo>
                  <a:pt x="57" y="31"/>
                  <a:pt x="64" y="24"/>
                  <a:pt x="64" y="17"/>
                </a:cubicBezTo>
                <a:cubicBezTo>
                  <a:pt x="64" y="7"/>
                  <a:pt x="56" y="4"/>
                  <a:pt x="5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11"/>
          <p:cNvSpPr/>
          <p:nvPr/>
        </p:nvSpPr>
        <p:spPr>
          <a:xfrm>
            <a:off x="6426200" y="4010025"/>
            <a:ext cx="180975" cy="206375"/>
          </a:xfrm>
          <a:custGeom>
            <a:rect b="b" l="l" r="r" t="t"/>
            <a:pathLst>
              <a:path extrusionOk="0" h="130" w="114">
                <a:moveTo>
                  <a:pt x="114" y="0"/>
                </a:moveTo>
                <a:lnTo>
                  <a:pt x="103" y="117"/>
                </a:lnTo>
                <a:lnTo>
                  <a:pt x="56" y="130"/>
                </a:lnTo>
                <a:lnTo>
                  <a:pt x="10" y="117"/>
                </a:lnTo>
                <a:lnTo>
                  <a:pt x="0" y="0"/>
                </a:lnTo>
                <a:lnTo>
                  <a:pt x="114" y="0"/>
                </a:lnTo>
                <a:close/>
                <a:moveTo>
                  <a:pt x="93" y="24"/>
                </a:moveTo>
                <a:lnTo>
                  <a:pt x="21" y="24"/>
                </a:lnTo>
                <a:lnTo>
                  <a:pt x="23" y="67"/>
                </a:lnTo>
                <a:lnTo>
                  <a:pt x="75" y="67"/>
                </a:lnTo>
                <a:lnTo>
                  <a:pt x="73" y="86"/>
                </a:lnTo>
                <a:lnTo>
                  <a:pt x="56" y="91"/>
                </a:lnTo>
                <a:lnTo>
                  <a:pt x="41" y="86"/>
                </a:lnTo>
                <a:lnTo>
                  <a:pt x="39" y="73"/>
                </a:lnTo>
                <a:lnTo>
                  <a:pt x="26" y="73"/>
                </a:lnTo>
                <a:lnTo>
                  <a:pt x="28" y="97"/>
                </a:lnTo>
                <a:lnTo>
                  <a:pt x="56" y="106"/>
                </a:lnTo>
                <a:lnTo>
                  <a:pt x="58" y="106"/>
                </a:lnTo>
                <a:lnTo>
                  <a:pt x="86" y="97"/>
                </a:lnTo>
                <a:lnTo>
                  <a:pt x="90" y="52"/>
                </a:lnTo>
                <a:lnTo>
                  <a:pt x="39" y="52"/>
                </a:lnTo>
                <a:lnTo>
                  <a:pt x="36" y="37"/>
                </a:lnTo>
                <a:lnTo>
                  <a:pt x="93" y="37"/>
                </a:lnTo>
                <a:lnTo>
                  <a:pt x="93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p11"/>
          <p:cNvSpPr/>
          <p:nvPr/>
        </p:nvSpPr>
        <p:spPr>
          <a:xfrm>
            <a:off x="6919913" y="4010025"/>
            <a:ext cx="233362" cy="182563"/>
          </a:xfrm>
          <a:custGeom>
            <a:rect b="b" l="l" r="r" t="t"/>
            <a:pathLst>
              <a:path extrusionOk="0" h="53" w="68">
                <a:moveTo>
                  <a:pt x="68" y="8"/>
                </a:moveTo>
                <a:cubicBezTo>
                  <a:pt x="68" y="9"/>
                  <a:pt x="68" y="9"/>
                  <a:pt x="67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9"/>
                  <a:pt x="0" y="8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1" y="0"/>
                  <a:pt x="2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8" y="0"/>
                  <a:pt x="68" y="1"/>
                </a:cubicBezTo>
                <a:lnTo>
                  <a:pt x="68" y="8"/>
                </a:lnTo>
                <a:close/>
                <a:moveTo>
                  <a:pt x="13" y="27"/>
                </a:moveTo>
                <a:cubicBezTo>
                  <a:pt x="3" y="38"/>
                  <a:pt x="3" y="38"/>
                  <a:pt x="3" y="38"/>
                </a:cubicBezTo>
                <a:cubicBezTo>
                  <a:pt x="2" y="38"/>
                  <a:pt x="2" y="38"/>
                  <a:pt x="2" y="38"/>
                </a:cubicBezTo>
                <a:cubicBezTo>
                  <a:pt x="1" y="38"/>
                  <a:pt x="0" y="38"/>
                  <a:pt x="0" y="37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1" y="14"/>
                  <a:pt x="2" y="14"/>
                </a:cubicBezTo>
                <a:cubicBezTo>
                  <a:pt x="2" y="14"/>
                  <a:pt x="2" y="14"/>
                  <a:pt x="3" y="14"/>
                </a:cubicBezTo>
                <a:cubicBezTo>
                  <a:pt x="13" y="25"/>
                  <a:pt x="13" y="25"/>
                  <a:pt x="13" y="25"/>
                </a:cubicBezTo>
                <a:cubicBezTo>
                  <a:pt x="14" y="26"/>
                  <a:pt x="14" y="26"/>
                  <a:pt x="14" y="26"/>
                </a:cubicBezTo>
                <a:cubicBezTo>
                  <a:pt x="14" y="27"/>
                  <a:pt x="14" y="27"/>
                  <a:pt x="13" y="27"/>
                </a:cubicBezTo>
                <a:close/>
                <a:moveTo>
                  <a:pt x="68" y="52"/>
                </a:moveTo>
                <a:cubicBezTo>
                  <a:pt x="68" y="52"/>
                  <a:pt x="68" y="53"/>
                  <a:pt x="67" y="53"/>
                </a:cubicBezTo>
                <a:cubicBezTo>
                  <a:pt x="2" y="53"/>
                  <a:pt x="2" y="53"/>
                  <a:pt x="2" y="53"/>
                </a:cubicBezTo>
                <a:cubicBezTo>
                  <a:pt x="1" y="53"/>
                  <a:pt x="0" y="52"/>
                  <a:pt x="0" y="52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1" y="43"/>
                  <a:pt x="2" y="43"/>
                </a:cubicBezTo>
                <a:cubicBezTo>
                  <a:pt x="67" y="43"/>
                  <a:pt x="67" y="43"/>
                  <a:pt x="67" y="43"/>
                </a:cubicBezTo>
                <a:cubicBezTo>
                  <a:pt x="68" y="43"/>
                  <a:pt x="68" y="44"/>
                  <a:pt x="68" y="44"/>
                </a:cubicBezTo>
                <a:lnTo>
                  <a:pt x="68" y="52"/>
                </a:lnTo>
                <a:close/>
                <a:moveTo>
                  <a:pt x="68" y="23"/>
                </a:moveTo>
                <a:cubicBezTo>
                  <a:pt x="68" y="23"/>
                  <a:pt x="68" y="24"/>
                  <a:pt x="67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25" y="24"/>
                  <a:pt x="25" y="23"/>
                  <a:pt x="25" y="23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5"/>
                  <a:pt x="25" y="14"/>
                  <a:pt x="26" y="14"/>
                </a:cubicBezTo>
                <a:cubicBezTo>
                  <a:pt x="67" y="14"/>
                  <a:pt x="67" y="14"/>
                  <a:pt x="67" y="14"/>
                </a:cubicBezTo>
                <a:cubicBezTo>
                  <a:pt x="68" y="14"/>
                  <a:pt x="68" y="15"/>
                  <a:pt x="68" y="15"/>
                </a:cubicBezTo>
                <a:lnTo>
                  <a:pt x="68" y="23"/>
                </a:lnTo>
                <a:close/>
                <a:moveTo>
                  <a:pt x="68" y="37"/>
                </a:moveTo>
                <a:cubicBezTo>
                  <a:pt x="68" y="38"/>
                  <a:pt x="68" y="38"/>
                  <a:pt x="67" y="38"/>
                </a:cubicBezTo>
                <a:cubicBezTo>
                  <a:pt x="26" y="38"/>
                  <a:pt x="26" y="38"/>
                  <a:pt x="26" y="38"/>
                </a:cubicBezTo>
                <a:cubicBezTo>
                  <a:pt x="25" y="38"/>
                  <a:pt x="25" y="38"/>
                  <a:pt x="25" y="37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29"/>
                  <a:pt x="25" y="29"/>
                  <a:pt x="26" y="29"/>
                </a:cubicBezTo>
                <a:cubicBezTo>
                  <a:pt x="67" y="29"/>
                  <a:pt x="67" y="29"/>
                  <a:pt x="67" y="29"/>
                </a:cubicBezTo>
                <a:cubicBezTo>
                  <a:pt x="68" y="29"/>
                  <a:pt x="68" y="29"/>
                  <a:pt x="68" y="30"/>
                </a:cubicBezTo>
                <a:lnTo>
                  <a:pt x="68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11"/>
          <p:cNvSpPr/>
          <p:nvPr/>
        </p:nvSpPr>
        <p:spPr>
          <a:xfrm>
            <a:off x="7413625" y="4010025"/>
            <a:ext cx="200025" cy="198438"/>
          </a:xfrm>
          <a:custGeom>
            <a:rect b="b" l="l" r="r" t="t"/>
            <a:pathLst>
              <a:path extrusionOk="0" h="58" w="58">
                <a:moveTo>
                  <a:pt x="58" y="50"/>
                </a:moveTo>
                <a:cubicBezTo>
                  <a:pt x="58" y="54"/>
                  <a:pt x="55" y="58"/>
                  <a:pt x="51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3" y="58"/>
                  <a:pt x="0" y="54"/>
                  <a:pt x="0" y="50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5" y="0"/>
                  <a:pt x="58" y="3"/>
                  <a:pt x="58" y="7"/>
                </a:cubicBezTo>
                <a:lnTo>
                  <a:pt x="58" y="50"/>
                </a:lnTo>
                <a:close/>
                <a:moveTo>
                  <a:pt x="51" y="24"/>
                </a:moveTo>
                <a:cubicBezTo>
                  <a:pt x="46" y="24"/>
                  <a:pt x="46" y="24"/>
                  <a:pt x="46" y="24"/>
                </a:cubicBezTo>
                <a:cubicBezTo>
                  <a:pt x="47" y="26"/>
                  <a:pt x="47" y="27"/>
                  <a:pt x="47" y="29"/>
                </a:cubicBezTo>
                <a:cubicBezTo>
                  <a:pt x="47" y="39"/>
                  <a:pt x="39" y="47"/>
                  <a:pt x="29" y="47"/>
                </a:cubicBezTo>
                <a:cubicBezTo>
                  <a:pt x="19" y="47"/>
                  <a:pt x="11" y="39"/>
                  <a:pt x="11" y="29"/>
                </a:cubicBezTo>
                <a:cubicBezTo>
                  <a:pt x="11" y="27"/>
                  <a:pt x="11" y="26"/>
                  <a:pt x="12" y="24"/>
                </a:cubicBezTo>
                <a:cubicBezTo>
                  <a:pt x="6" y="24"/>
                  <a:pt x="6" y="24"/>
                  <a:pt x="6" y="24"/>
                </a:cubicBezTo>
                <a:cubicBezTo>
                  <a:pt x="6" y="49"/>
                  <a:pt x="6" y="49"/>
                  <a:pt x="6" y="49"/>
                </a:cubicBezTo>
                <a:cubicBezTo>
                  <a:pt x="6" y="50"/>
                  <a:pt x="7" y="51"/>
                  <a:pt x="9" y="51"/>
                </a:cubicBezTo>
                <a:cubicBezTo>
                  <a:pt x="49" y="51"/>
                  <a:pt x="49" y="51"/>
                  <a:pt x="49" y="51"/>
                </a:cubicBezTo>
                <a:cubicBezTo>
                  <a:pt x="50" y="51"/>
                  <a:pt x="51" y="50"/>
                  <a:pt x="51" y="49"/>
                </a:cubicBezTo>
                <a:lnTo>
                  <a:pt x="51" y="24"/>
                </a:lnTo>
                <a:close/>
                <a:moveTo>
                  <a:pt x="29" y="17"/>
                </a:moveTo>
                <a:cubicBezTo>
                  <a:pt x="23" y="17"/>
                  <a:pt x="17" y="22"/>
                  <a:pt x="17" y="29"/>
                </a:cubicBezTo>
                <a:cubicBezTo>
                  <a:pt x="17" y="35"/>
                  <a:pt x="23" y="40"/>
                  <a:pt x="29" y="40"/>
                </a:cubicBezTo>
                <a:cubicBezTo>
                  <a:pt x="35" y="40"/>
                  <a:pt x="41" y="35"/>
                  <a:pt x="41" y="29"/>
                </a:cubicBezTo>
                <a:cubicBezTo>
                  <a:pt x="41" y="22"/>
                  <a:pt x="35" y="17"/>
                  <a:pt x="29" y="17"/>
                </a:cubicBezTo>
                <a:close/>
                <a:moveTo>
                  <a:pt x="51" y="9"/>
                </a:moveTo>
                <a:cubicBezTo>
                  <a:pt x="51" y="7"/>
                  <a:pt x="50" y="6"/>
                  <a:pt x="49" y="6"/>
                </a:cubicBezTo>
                <a:cubicBezTo>
                  <a:pt x="42" y="6"/>
                  <a:pt x="42" y="6"/>
                  <a:pt x="42" y="6"/>
                </a:cubicBezTo>
                <a:cubicBezTo>
                  <a:pt x="41" y="6"/>
                  <a:pt x="40" y="7"/>
                  <a:pt x="40" y="9"/>
                </a:cubicBezTo>
                <a:cubicBezTo>
                  <a:pt x="40" y="15"/>
                  <a:pt x="40" y="15"/>
                  <a:pt x="40" y="15"/>
                </a:cubicBezTo>
                <a:cubicBezTo>
                  <a:pt x="40" y="16"/>
                  <a:pt x="41" y="18"/>
                  <a:pt x="42" y="18"/>
                </a:cubicBezTo>
                <a:cubicBezTo>
                  <a:pt x="49" y="18"/>
                  <a:pt x="49" y="18"/>
                  <a:pt x="49" y="18"/>
                </a:cubicBezTo>
                <a:cubicBezTo>
                  <a:pt x="50" y="18"/>
                  <a:pt x="51" y="16"/>
                  <a:pt x="51" y="15"/>
                </a:cubicBezTo>
                <a:lnTo>
                  <a:pt x="51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1" name="Google Shape;3051;p11"/>
          <p:cNvSpPr/>
          <p:nvPr/>
        </p:nvSpPr>
        <p:spPr>
          <a:xfrm>
            <a:off x="7908925" y="4010025"/>
            <a:ext cx="198438" cy="198438"/>
          </a:xfrm>
          <a:custGeom>
            <a:rect b="b" l="l" r="r" t="t"/>
            <a:pathLst>
              <a:path extrusionOk="0" h="58" w="58">
                <a:moveTo>
                  <a:pt x="34" y="41"/>
                </a:moveTo>
                <a:cubicBezTo>
                  <a:pt x="29" y="47"/>
                  <a:pt x="29" y="47"/>
                  <a:pt x="29" y="47"/>
                </a:cubicBezTo>
                <a:cubicBezTo>
                  <a:pt x="27" y="48"/>
                  <a:pt x="27" y="48"/>
                  <a:pt x="27" y="48"/>
                </a:cubicBezTo>
                <a:cubicBezTo>
                  <a:pt x="24" y="52"/>
                  <a:pt x="19" y="53"/>
                  <a:pt x="15" y="52"/>
                </a:cubicBezTo>
                <a:cubicBezTo>
                  <a:pt x="14" y="55"/>
                  <a:pt x="11" y="58"/>
                  <a:pt x="8" y="58"/>
                </a:cubicBezTo>
                <a:cubicBezTo>
                  <a:pt x="3" y="58"/>
                  <a:pt x="0" y="54"/>
                  <a:pt x="0" y="50"/>
                </a:cubicBezTo>
                <a:cubicBezTo>
                  <a:pt x="0" y="46"/>
                  <a:pt x="2" y="43"/>
                  <a:pt x="6" y="42"/>
                </a:cubicBezTo>
                <a:cubicBezTo>
                  <a:pt x="5" y="38"/>
                  <a:pt x="6" y="33"/>
                  <a:pt x="9" y="30"/>
                </a:cubicBezTo>
                <a:cubicBezTo>
                  <a:pt x="10" y="30"/>
                  <a:pt x="10" y="30"/>
                  <a:pt x="10" y="30"/>
                </a:cubicBezTo>
                <a:cubicBezTo>
                  <a:pt x="15" y="35"/>
                  <a:pt x="15" y="35"/>
                  <a:pt x="15" y="35"/>
                </a:cubicBezTo>
                <a:cubicBezTo>
                  <a:pt x="15" y="36"/>
                  <a:pt x="15" y="36"/>
                  <a:pt x="15" y="36"/>
                </a:cubicBezTo>
                <a:cubicBezTo>
                  <a:pt x="13" y="38"/>
                  <a:pt x="13" y="41"/>
                  <a:pt x="15" y="43"/>
                </a:cubicBezTo>
                <a:cubicBezTo>
                  <a:pt x="17" y="44"/>
                  <a:pt x="20" y="44"/>
                  <a:pt x="22" y="43"/>
                </a:cubicBezTo>
                <a:cubicBezTo>
                  <a:pt x="23" y="41"/>
                  <a:pt x="23" y="41"/>
                  <a:pt x="23" y="41"/>
                </a:cubicBezTo>
                <a:cubicBezTo>
                  <a:pt x="29" y="36"/>
                  <a:pt x="29" y="36"/>
                  <a:pt x="29" y="36"/>
                </a:cubicBezTo>
                <a:cubicBezTo>
                  <a:pt x="35" y="30"/>
                  <a:pt x="35" y="30"/>
                  <a:pt x="35" y="30"/>
                </a:cubicBezTo>
                <a:cubicBezTo>
                  <a:pt x="40" y="35"/>
                  <a:pt x="40" y="35"/>
                  <a:pt x="40" y="35"/>
                </a:cubicBezTo>
                <a:lnTo>
                  <a:pt x="34" y="41"/>
                </a:lnTo>
                <a:close/>
                <a:moveTo>
                  <a:pt x="28" y="10"/>
                </a:moveTo>
                <a:cubicBezTo>
                  <a:pt x="22" y="16"/>
                  <a:pt x="22" y="16"/>
                  <a:pt x="22" y="16"/>
                </a:cubicBezTo>
                <a:cubicBezTo>
                  <a:pt x="22" y="15"/>
                  <a:pt x="22" y="15"/>
                  <a:pt x="22" y="15"/>
                </a:cubicBezTo>
                <a:cubicBezTo>
                  <a:pt x="20" y="13"/>
                  <a:pt x="17" y="13"/>
                  <a:pt x="15" y="15"/>
                </a:cubicBezTo>
                <a:cubicBezTo>
                  <a:pt x="13" y="17"/>
                  <a:pt x="13" y="20"/>
                  <a:pt x="15" y="22"/>
                </a:cubicBezTo>
                <a:cubicBezTo>
                  <a:pt x="16" y="23"/>
                  <a:pt x="16" y="23"/>
                  <a:pt x="16" y="23"/>
                </a:cubicBezTo>
                <a:cubicBezTo>
                  <a:pt x="22" y="29"/>
                  <a:pt x="22" y="29"/>
                  <a:pt x="22" y="29"/>
                </a:cubicBezTo>
                <a:cubicBezTo>
                  <a:pt x="28" y="35"/>
                  <a:pt x="28" y="35"/>
                  <a:pt x="28" y="35"/>
                </a:cubicBezTo>
                <a:cubicBezTo>
                  <a:pt x="22" y="41"/>
                  <a:pt x="22" y="41"/>
                  <a:pt x="22" y="41"/>
                </a:cubicBezTo>
                <a:cubicBezTo>
                  <a:pt x="16" y="35"/>
                  <a:pt x="16" y="35"/>
                  <a:pt x="16" y="35"/>
                </a:cubicBezTo>
                <a:cubicBezTo>
                  <a:pt x="10" y="29"/>
                  <a:pt x="10" y="29"/>
                  <a:pt x="10" y="29"/>
                </a:cubicBezTo>
                <a:cubicBezTo>
                  <a:pt x="9" y="28"/>
                  <a:pt x="9" y="28"/>
                  <a:pt x="9" y="28"/>
                </a:cubicBezTo>
                <a:cubicBezTo>
                  <a:pt x="6" y="24"/>
                  <a:pt x="5" y="19"/>
                  <a:pt x="6" y="15"/>
                </a:cubicBezTo>
                <a:cubicBezTo>
                  <a:pt x="2" y="14"/>
                  <a:pt x="0" y="11"/>
                  <a:pt x="0" y="7"/>
                </a:cubicBezTo>
                <a:cubicBezTo>
                  <a:pt x="0" y="3"/>
                  <a:pt x="3" y="0"/>
                  <a:pt x="8" y="0"/>
                </a:cubicBezTo>
                <a:cubicBezTo>
                  <a:pt x="12" y="0"/>
                  <a:pt x="15" y="2"/>
                  <a:pt x="15" y="6"/>
                </a:cubicBezTo>
                <a:cubicBezTo>
                  <a:pt x="20" y="5"/>
                  <a:pt x="24" y="6"/>
                  <a:pt x="27" y="10"/>
                </a:cubicBezTo>
                <a:lnTo>
                  <a:pt x="28" y="10"/>
                </a:lnTo>
                <a:close/>
                <a:moveTo>
                  <a:pt x="51" y="15"/>
                </a:moveTo>
                <a:cubicBezTo>
                  <a:pt x="52" y="19"/>
                  <a:pt x="51" y="24"/>
                  <a:pt x="48" y="28"/>
                </a:cubicBezTo>
                <a:cubicBezTo>
                  <a:pt x="47" y="28"/>
                  <a:pt x="47" y="28"/>
                  <a:pt x="47" y="28"/>
                </a:cubicBezTo>
                <a:cubicBezTo>
                  <a:pt x="42" y="23"/>
                  <a:pt x="42" y="23"/>
                  <a:pt x="42" y="23"/>
                </a:cubicBezTo>
                <a:cubicBezTo>
                  <a:pt x="42" y="22"/>
                  <a:pt x="42" y="22"/>
                  <a:pt x="42" y="22"/>
                </a:cubicBezTo>
                <a:cubicBezTo>
                  <a:pt x="44" y="20"/>
                  <a:pt x="44" y="17"/>
                  <a:pt x="42" y="15"/>
                </a:cubicBezTo>
                <a:cubicBezTo>
                  <a:pt x="40" y="13"/>
                  <a:pt x="37" y="13"/>
                  <a:pt x="35" y="15"/>
                </a:cubicBezTo>
                <a:cubicBezTo>
                  <a:pt x="34" y="16"/>
                  <a:pt x="34" y="16"/>
                  <a:pt x="34" y="16"/>
                </a:cubicBezTo>
                <a:cubicBezTo>
                  <a:pt x="29" y="22"/>
                  <a:pt x="29" y="22"/>
                  <a:pt x="29" y="22"/>
                </a:cubicBezTo>
                <a:cubicBezTo>
                  <a:pt x="22" y="28"/>
                  <a:pt x="22" y="28"/>
                  <a:pt x="22" y="28"/>
                </a:cubicBezTo>
                <a:cubicBezTo>
                  <a:pt x="17" y="23"/>
                  <a:pt x="17" y="23"/>
                  <a:pt x="17" y="23"/>
                </a:cubicBezTo>
                <a:cubicBezTo>
                  <a:pt x="23" y="16"/>
                  <a:pt x="23" y="16"/>
                  <a:pt x="23" y="16"/>
                </a:cubicBezTo>
                <a:cubicBezTo>
                  <a:pt x="29" y="11"/>
                  <a:pt x="29" y="11"/>
                  <a:pt x="29" y="11"/>
                </a:cubicBezTo>
                <a:cubicBezTo>
                  <a:pt x="30" y="10"/>
                  <a:pt x="30" y="10"/>
                  <a:pt x="30" y="10"/>
                </a:cubicBezTo>
                <a:cubicBezTo>
                  <a:pt x="33" y="6"/>
                  <a:pt x="38" y="5"/>
                  <a:pt x="42" y="6"/>
                </a:cubicBezTo>
                <a:cubicBezTo>
                  <a:pt x="43" y="2"/>
                  <a:pt x="46" y="0"/>
                  <a:pt x="50" y="0"/>
                </a:cubicBezTo>
                <a:cubicBezTo>
                  <a:pt x="55" y="0"/>
                  <a:pt x="58" y="3"/>
                  <a:pt x="58" y="7"/>
                </a:cubicBezTo>
                <a:cubicBezTo>
                  <a:pt x="58" y="11"/>
                  <a:pt x="55" y="15"/>
                  <a:pt x="51" y="15"/>
                </a:cubicBezTo>
                <a:close/>
                <a:moveTo>
                  <a:pt x="50" y="58"/>
                </a:moveTo>
                <a:cubicBezTo>
                  <a:pt x="46" y="58"/>
                  <a:pt x="43" y="55"/>
                  <a:pt x="43" y="52"/>
                </a:cubicBezTo>
                <a:cubicBezTo>
                  <a:pt x="38" y="53"/>
                  <a:pt x="33" y="52"/>
                  <a:pt x="30" y="48"/>
                </a:cubicBezTo>
                <a:cubicBezTo>
                  <a:pt x="29" y="48"/>
                  <a:pt x="29" y="48"/>
                  <a:pt x="29" y="48"/>
                </a:cubicBezTo>
                <a:cubicBezTo>
                  <a:pt x="35" y="42"/>
                  <a:pt x="35" y="42"/>
                  <a:pt x="35" y="42"/>
                </a:cubicBezTo>
                <a:cubicBezTo>
                  <a:pt x="35" y="43"/>
                  <a:pt x="35" y="43"/>
                  <a:pt x="35" y="43"/>
                </a:cubicBezTo>
                <a:cubicBezTo>
                  <a:pt x="37" y="44"/>
                  <a:pt x="40" y="44"/>
                  <a:pt x="42" y="43"/>
                </a:cubicBezTo>
                <a:cubicBezTo>
                  <a:pt x="44" y="41"/>
                  <a:pt x="44" y="38"/>
                  <a:pt x="42" y="36"/>
                </a:cubicBezTo>
                <a:cubicBezTo>
                  <a:pt x="41" y="35"/>
                  <a:pt x="41" y="35"/>
                  <a:pt x="41" y="35"/>
                </a:cubicBezTo>
                <a:cubicBezTo>
                  <a:pt x="35" y="29"/>
                  <a:pt x="35" y="29"/>
                  <a:pt x="35" y="29"/>
                </a:cubicBezTo>
                <a:cubicBezTo>
                  <a:pt x="29" y="23"/>
                  <a:pt x="29" y="23"/>
                  <a:pt x="29" y="23"/>
                </a:cubicBezTo>
                <a:cubicBezTo>
                  <a:pt x="35" y="17"/>
                  <a:pt x="35" y="17"/>
                  <a:pt x="35" y="17"/>
                </a:cubicBezTo>
                <a:cubicBezTo>
                  <a:pt x="41" y="23"/>
                  <a:pt x="41" y="23"/>
                  <a:pt x="41" y="23"/>
                </a:cubicBezTo>
                <a:cubicBezTo>
                  <a:pt x="47" y="29"/>
                  <a:pt x="47" y="29"/>
                  <a:pt x="47" y="29"/>
                </a:cubicBezTo>
                <a:cubicBezTo>
                  <a:pt x="48" y="30"/>
                  <a:pt x="48" y="30"/>
                  <a:pt x="48" y="30"/>
                </a:cubicBezTo>
                <a:cubicBezTo>
                  <a:pt x="51" y="33"/>
                  <a:pt x="52" y="38"/>
                  <a:pt x="51" y="42"/>
                </a:cubicBezTo>
                <a:cubicBezTo>
                  <a:pt x="55" y="43"/>
                  <a:pt x="58" y="46"/>
                  <a:pt x="58" y="50"/>
                </a:cubicBezTo>
                <a:cubicBezTo>
                  <a:pt x="58" y="54"/>
                  <a:pt x="55" y="58"/>
                  <a:pt x="50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11"/>
          <p:cNvSpPr/>
          <p:nvPr/>
        </p:nvSpPr>
        <p:spPr>
          <a:xfrm>
            <a:off x="8402638" y="4040188"/>
            <a:ext cx="250825" cy="152400"/>
          </a:xfrm>
          <a:custGeom>
            <a:rect b="b" l="l" r="r" t="t"/>
            <a:pathLst>
              <a:path extrusionOk="0" h="44" w="73">
                <a:moveTo>
                  <a:pt x="73" y="39"/>
                </a:moveTo>
                <a:cubicBezTo>
                  <a:pt x="73" y="42"/>
                  <a:pt x="70" y="44"/>
                  <a:pt x="68" y="44"/>
                </a:cubicBezTo>
                <a:cubicBezTo>
                  <a:pt x="5" y="44"/>
                  <a:pt x="5" y="44"/>
                  <a:pt x="5" y="44"/>
                </a:cubicBezTo>
                <a:cubicBezTo>
                  <a:pt x="2" y="44"/>
                  <a:pt x="0" y="42"/>
                  <a:pt x="0" y="39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2" y="0"/>
                  <a:pt x="5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70" y="0"/>
                  <a:pt x="73" y="2"/>
                  <a:pt x="73" y="5"/>
                </a:cubicBezTo>
                <a:lnTo>
                  <a:pt x="73" y="39"/>
                </a:lnTo>
                <a:close/>
                <a:moveTo>
                  <a:pt x="68" y="5"/>
                </a:moveTo>
                <a:cubicBezTo>
                  <a:pt x="5" y="5"/>
                  <a:pt x="5" y="5"/>
                  <a:pt x="5" y="5"/>
                </a:cubicBezTo>
                <a:cubicBezTo>
                  <a:pt x="5" y="39"/>
                  <a:pt x="5" y="39"/>
                  <a:pt x="5" y="39"/>
                </a:cubicBezTo>
                <a:cubicBezTo>
                  <a:pt x="68" y="39"/>
                  <a:pt x="68" y="39"/>
                  <a:pt x="68" y="39"/>
                </a:cubicBezTo>
                <a:lnTo>
                  <a:pt x="68" y="5"/>
                </a:lnTo>
                <a:close/>
                <a:moveTo>
                  <a:pt x="14" y="14"/>
                </a:moveTo>
                <a:cubicBezTo>
                  <a:pt x="14" y="15"/>
                  <a:pt x="14" y="15"/>
                  <a:pt x="14" y="15"/>
                </a:cubicBezTo>
                <a:cubicBezTo>
                  <a:pt x="10" y="15"/>
                  <a:pt x="10" y="15"/>
                  <a:pt x="10" y="15"/>
                </a:cubicBezTo>
                <a:cubicBezTo>
                  <a:pt x="10" y="15"/>
                  <a:pt x="9" y="15"/>
                  <a:pt x="9" y="14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0"/>
                  <a:pt x="10" y="10"/>
                  <a:pt x="10" y="10"/>
                </a:cubicBezTo>
                <a:cubicBezTo>
                  <a:pt x="14" y="10"/>
                  <a:pt x="14" y="10"/>
                  <a:pt x="14" y="10"/>
                </a:cubicBezTo>
                <a:cubicBezTo>
                  <a:pt x="14" y="10"/>
                  <a:pt x="14" y="10"/>
                  <a:pt x="14" y="11"/>
                </a:cubicBezTo>
                <a:lnTo>
                  <a:pt x="14" y="14"/>
                </a:lnTo>
                <a:close/>
                <a:moveTo>
                  <a:pt x="19" y="24"/>
                </a:moveTo>
                <a:cubicBezTo>
                  <a:pt x="19" y="24"/>
                  <a:pt x="19" y="25"/>
                  <a:pt x="19" y="25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9" y="24"/>
                  <a:pt x="9" y="24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0"/>
                  <a:pt x="10" y="20"/>
                  <a:pt x="10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19" y="20"/>
                  <a:pt x="19" y="20"/>
                  <a:pt x="19" y="20"/>
                </a:cubicBezTo>
                <a:lnTo>
                  <a:pt x="19" y="24"/>
                </a:lnTo>
                <a:close/>
                <a:moveTo>
                  <a:pt x="14" y="34"/>
                </a:moveTo>
                <a:cubicBezTo>
                  <a:pt x="14" y="34"/>
                  <a:pt x="14" y="34"/>
                  <a:pt x="14" y="34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4"/>
                  <a:pt x="9" y="34"/>
                  <a:pt x="9" y="34"/>
                </a:cubicBezTo>
                <a:cubicBezTo>
                  <a:pt x="9" y="30"/>
                  <a:pt x="9" y="30"/>
                  <a:pt x="9" y="30"/>
                </a:cubicBezTo>
                <a:cubicBezTo>
                  <a:pt x="9" y="30"/>
                  <a:pt x="10" y="29"/>
                  <a:pt x="10" y="29"/>
                </a:cubicBezTo>
                <a:cubicBezTo>
                  <a:pt x="14" y="29"/>
                  <a:pt x="14" y="29"/>
                  <a:pt x="14" y="29"/>
                </a:cubicBezTo>
                <a:cubicBezTo>
                  <a:pt x="14" y="29"/>
                  <a:pt x="14" y="30"/>
                  <a:pt x="14" y="30"/>
                </a:cubicBezTo>
                <a:lnTo>
                  <a:pt x="14" y="34"/>
                </a:lnTo>
                <a:close/>
                <a:moveTo>
                  <a:pt x="24" y="14"/>
                </a:moveTo>
                <a:cubicBezTo>
                  <a:pt x="24" y="15"/>
                  <a:pt x="24" y="15"/>
                  <a:pt x="23" y="15"/>
                </a:cubicBezTo>
                <a:cubicBezTo>
                  <a:pt x="20" y="15"/>
                  <a:pt x="20" y="15"/>
                  <a:pt x="20" y="15"/>
                </a:cubicBezTo>
                <a:cubicBezTo>
                  <a:pt x="19" y="15"/>
                  <a:pt x="19" y="15"/>
                  <a:pt x="19" y="14"/>
                </a:cubicBezTo>
                <a:cubicBezTo>
                  <a:pt x="19" y="11"/>
                  <a:pt x="19" y="11"/>
                  <a:pt x="19" y="11"/>
                </a:cubicBezTo>
                <a:cubicBezTo>
                  <a:pt x="19" y="10"/>
                  <a:pt x="19" y="10"/>
                  <a:pt x="20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4" y="10"/>
                  <a:pt x="24" y="10"/>
                  <a:pt x="24" y="11"/>
                </a:cubicBezTo>
                <a:lnTo>
                  <a:pt x="24" y="14"/>
                </a:lnTo>
                <a:close/>
                <a:moveTo>
                  <a:pt x="53" y="34"/>
                </a:moveTo>
                <a:cubicBezTo>
                  <a:pt x="53" y="34"/>
                  <a:pt x="53" y="34"/>
                  <a:pt x="53" y="34"/>
                </a:cubicBezTo>
                <a:cubicBezTo>
                  <a:pt x="20" y="34"/>
                  <a:pt x="20" y="34"/>
                  <a:pt x="20" y="34"/>
                </a:cubicBezTo>
                <a:cubicBezTo>
                  <a:pt x="19" y="34"/>
                  <a:pt x="19" y="34"/>
                  <a:pt x="19" y="34"/>
                </a:cubicBezTo>
                <a:cubicBezTo>
                  <a:pt x="19" y="30"/>
                  <a:pt x="19" y="30"/>
                  <a:pt x="19" y="30"/>
                </a:cubicBezTo>
                <a:cubicBezTo>
                  <a:pt x="19" y="30"/>
                  <a:pt x="19" y="29"/>
                  <a:pt x="20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30"/>
                  <a:pt x="53" y="30"/>
                </a:cubicBezTo>
                <a:lnTo>
                  <a:pt x="53" y="34"/>
                </a:lnTo>
                <a:close/>
                <a:moveTo>
                  <a:pt x="29" y="24"/>
                </a:moveTo>
                <a:cubicBezTo>
                  <a:pt x="29" y="24"/>
                  <a:pt x="29" y="25"/>
                  <a:pt x="28" y="25"/>
                </a:cubicBezTo>
                <a:cubicBezTo>
                  <a:pt x="25" y="25"/>
                  <a:pt x="25" y="25"/>
                  <a:pt x="25" y="25"/>
                </a:cubicBezTo>
                <a:cubicBezTo>
                  <a:pt x="24" y="25"/>
                  <a:pt x="24" y="24"/>
                  <a:pt x="24" y="24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20"/>
                  <a:pt x="24" y="20"/>
                  <a:pt x="25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9" y="20"/>
                  <a:pt x="29" y="20"/>
                  <a:pt x="29" y="20"/>
                </a:cubicBezTo>
                <a:lnTo>
                  <a:pt x="29" y="24"/>
                </a:lnTo>
                <a:close/>
                <a:moveTo>
                  <a:pt x="34" y="14"/>
                </a:moveTo>
                <a:cubicBezTo>
                  <a:pt x="34" y="15"/>
                  <a:pt x="34" y="15"/>
                  <a:pt x="33" y="15"/>
                </a:cubicBezTo>
                <a:cubicBezTo>
                  <a:pt x="30" y="15"/>
                  <a:pt x="30" y="15"/>
                  <a:pt x="30" y="15"/>
                </a:cubicBezTo>
                <a:cubicBezTo>
                  <a:pt x="29" y="15"/>
                  <a:pt x="29" y="15"/>
                  <a:pt x="29" y="14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10"/>
                  <a:pt x="29" y="10"/>
                  <a:pt x="30" y="10"/>
                </a:cubicBezTo>
                <a:cubicBezTo>
                  <a:pt x="33" y="10"/>
                  <a:pt x="33" y="10"/>
                  <a:pt x="33" y="10"/>
                </a:cubicBezTo>
                <a:cubicBezTo>
                  <a:pt x="34" y="10"/>
                  <a:pt x="34" y="10"/>
                  <a:pt x="34" y="11"/>
                </a:cubicBezTo>
                <a:lnTo>
                  <a:pt x="34" y="14"/>
                </a:lnTo>
                <a:close/>
                <a:moveTo>
                  <a:pt x="39" y="24"/>
                </a:moveTo>
                <a:cubicBezTo>
                  <a:pt x="39" y="24"/>
                  <a:pt x="38" y="25"/>
                  <a:pt x="38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5"/>
                  <a:pt x="34" y="24"/>
                  <a:pt x="34" y="24"/>
                </a:cubicBezTo>
                <a:cubicBezTo>
                  <a:pt x="34" y="20"/>
                  <a:pt x="34" y="20"/>
                  <a:pt x="34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20"/>
                  <a:pt x="39" y="20"/>
                  <a:pt x="39" y="20"/>
                </a:cubicBezTo>
                <a:lnTo>
                  <a:pt x="39" y="24"/>
                </a:lnTo>
                <a:close/>
                <a:moveTo>
                  <a:pt x="43" y="14"/>
                </a:moveTo>
                <a:cubicBezTo>
                  <a:pt x="43" y="15"/>
                  <a:pt x="43" y="15"/>
                  <a:pt x="43" y="15"/>
                </a:cubicBezTo>
                <a:cubicBezTo>
                  <a:pt x="39" y="15"/>
                  <a:pt x="39" y="15"/>
                  <a:pt x="39" y="15"/>
                </a:cubicBezTo>
                <a:cubicBezTo>
                  <a:pt x="39" y="15"/>
                  <a:pt x="39" y="15"/>
                  <a:pt x="39" y="14"/>
                </a:cubicBezTo>
                <a:cubicBezTo>
                  <a:pt x="39" y="11"/>
                  <a:pt x="39" y="11"/>
                  <a:pt x="39" y="11"/>
                </a:cubicBezTo>
                <a:cubicBezTo>
                  <a:pt x="39" y="10"/>
                  <a:pt x="39" y="10"/>
                  <a:pt x="39" y="10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0"/>
                  <a:pt x="43" y="10"/>
                  <a:pt x="43" y="11"/>
                </a:cubicBezTo>
                <a:lnTo>
                  <a:pt x="43" y="14"/>
                </a:lnTo>
                <a:close/>
                <a:moveTo>
                  <a:pt x="48" y="24"/>
                </a:moveTo>
                <a:cubicBezTo>
                  <a:pt x="48" y="24"/>
                  <a:pt x="48" y="25"/>
                  <a:pt x="48" y="25"/>
                </a:cubicBezTo>
                <a:cubicBezTo>
                  <a:pt x="44" y="25"/>
                  <a:pt x="44" y="25"/>
                  <a:pt x="44" y="25"/>
                </a:cubicBezTo>
                <a:cubicBezTo>
                  <a:pt x="44" y="25"/>
                  <a:pt x="43" y="24"/>
                  <a:pt x="43" y="24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0"/>
                  <a:pt x="44" y="20"/>
                  <a:pt x="44" y="20"/>
                </a:cubicBezTo>
                <a:cubicBezTo>
                  <a:pt x="48" y="20"/>
                  <a:pt x="48" y="20"/>
                  <a:pt x="48" y="20"/>
                </a:cubicBezTo>
                <a:cubicBezTo>
                  <a:pt x="48" y="20"/>
                  <a:pt x="48" y="20"/>
                  <a:pt x="48" y="20"/>
                </a:cubicBezTo>
                <a:lnTo>
                  <a:pt x="48" y="24"/>
                </a:lnTo>
                <a:close/>
                <a:moveTo>
                  <a:pt x="53" y="14"/>
                </a:moveTo>
                <a:cubicBezTo>
                  <a:pt x="53" y="15"/>
                  <a:pt x="53" y="15"/>
                  <a:pt x="53" y="15"/>
                </a:cubicBezTo>
                <a:cubicBezTo>
                  <a:pt x="49" y="15"/>
                  <a:pt x="49" y="15"/>
                  <a:pt x="49" y="15"/>
                </a:cubicBezTo>
                <a:cubicBezTo>
                  <a:pt x="49" y="15"/>
                  <a:pt x="48" y="15"/>
                  <a:pt x="48" y="14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0"/>
                  <a:pt x="49" y="10"/>
                  <a:pt x="49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1"/>
                </a:cubicBezTo>
                <a:lnTo>
                  <a:pt x="53" y="14"/>
                </a:lnTo>
                <a:close/>
                <a:moveTo>
                  <a:pt x="63" y="24"/>
                </a:moveTo>
                <a:cubicBezTo>
                  <a:pt x="63" y="24"/>
                  <a:pt x="63" y="25"/>
                  <a:pt x="62" y="25"/>
                </a:cubicBezTo>
                <a:cubicBezTo>
                  <a:pt x="54" y="25"/>
                  <a:pt x="54" y="25"/>
                  <a:pt x="54" y="25"/>
                </a:cubicBezTo>
                <a:cubicBezTo>
                  <a:pt x="53" y="25"/>
                  <a:pt x="53" y="24"/>
                  <a:pt x="53" y="24"/>
                </a:cubicBezTo>
                <a:cubicBezTo>
                  <a:pt x="53" y="20"/>
                  <a:pt x="53" y="20"/>
                  <a:pt x="53" y="20"/>
                </a:cubicBezTo>
                <a:cubicBezTo>
                  <a:pt x="53" y="20"/>
                  <a:pt x="53" y="20"/>
                  <a:pt x="54" y="20"/>
                </a:cubicBezTo>
                <a:cubicBezTo>
                  <a:pt x="58" y="20"/>
                  <a:pt x="58" y="20"/>
                  <a:pt x="58" y="20"/>
                </a:cubicBezTo>
                <a:cubicBezTo>
                  <a:pt x="58" y="11"/>
                  <a:pt x="58" y="11"/>
                  <a:pt x="58" y="11"/>
                </a:cubicBezTo>
                <a:cubicBezTo>
                  <a:pt x="58" y="10"/>
                  <a:pt x="58" y="10"/>
                  <a:pt x="59" y="10"/>
                </a:cubicBezTo>
                <a:cubicBezTo>
                  <a:pt x="62" y="10"/>
                  <a:pt x="62" y="10"/>
                  <a:pt x="62" y="10"/>
                </a:cubicBezTo>
                <a:cubicBezTo>
                  <a:pt x="63" y="10"/>
                  <a:pt x="63" y="10"/>
                  <a:pt x="63" y="11"/>
                </a:cubicBezTo>
                <a:lnTo>
                  <a:pt x="63" y="24"/>
                </a:lnTo>
                <a:close/>
                <a:moveTo>
                  <a:pt x="63" y="34"/>
                </a:moveTo>
                <a:cubicBezTo>
                  <a:pt x="63" y="34"/>
                  <a:pt x="63" y="34"/>
                  <a:pt x="62" y="34"/>
                </a:cubicBezTo>
                <a:cubicBezTo>
                  <a:pt x="59" y="34"/>
                  <a:pt x="59" y="34"/>
                  <a:pt x="59" y="34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0"/>
                  <a:pt x="58" y="30"/>
                  <a:pt x="58" y="30"/>
                </a:cubicBezTo>
                <a:cubicBezTo>
                  <a:pt x="58" y="30"/>
                  <a:pt x="58" y="29"/>
                  <a:pt x="59" y="29"/>
                </a:cubicBezTo>
                <a:cubicBezTo>
                  <a:pt x="62" y="29"/>
                  <a:pt x="62" y="29"/>
                  <a:pt x="62" y="29"/>
                </a:cubicBezTo>
                <a:cubicBezTo>
                  <a:pt x="63" y="29"/>
                  <a:pt x="63" y="30"/>
                  <a:pt x="63" y="30"/>
                </a:cubicBezTo>
                <a:lnTo>
                  <a:pt x="63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11"/>
          <p:cNvSpPr/>
          <p:nvPr/>
        </p:nvSpPr>
        <p:spPr>
          <a:xfrm>
            <a:off x="8843963" y="4048125"/>
            <a:ext cx="233362" cy="144463"/>
          </a:xfrm>
          <a:custGeom>
            <a:rect b="b" l="l" r="r" t="t"/>
            <a:pathLst>
              <a:path extrusionOk="0" h="42" w="68">
                <a:moveTo>
                  <a:pt x="49" y="12"/>
                </a:moveTo>
                <a:cubicBezTo>
                  <a:pt x="50" y="15"/>
                  <a:pt x="53" y="16"/>
                  <a:pt x="55" y="17"/>
                </a:cubicBezTo>
                <a:cubicBezTo>
                  <a:pt x="62" y="18"/>
                  <a:pt x="68" y="22"/>
                  <a:pt x="68" y="29"/>
                </a:cubicBezTo>
                <a:cubicBezTo>
                  <a:pt x="68" y="37"/>
                  <a:pt x="61" y="42"/>
                  <a:pt x="54" y="42"/>
                </a:cubicBezTo>
                <a:cubicBezTo>
                  <a:pt x="42" y="42"/>
                  <a:pt x="38" y="27"/>
                  <a:pt x="35" y="18"/>
                </a:cubicBezTo>
                <a:cubicBezTo>
                  <a:pt x="32" y="10"/>
                  <a:pt x="29" y="6"/>
                  <a:pt x="20" y="6"/>
                </a:cubicBezTo>
                <a:cubicBezTo>
                  <a:pt x="13" y="6"/>
                  <a:pt x="6" y="13"/>
                  <a:pt x="6" y="21"/>
                </a:cubicBezTo>
                <a:cubicBezTo>
                  <a:pt x="6" y="28"/>
                  <a:pt x="12" y="36"/>
                  <a:pt x="20" y="36"/>
                </a:cubicBezTo>
                <a:cubicBezTo>
                  <a:pt x="24" y="36"/>
                  <a:pt x="27" y="35"/>
                  <a:pt x="30" y="32"/>
                </a:cubicBezTo>
                <a:cubicBezTo>
                  <a:pt x="31" y="31"/>
                  <a:pt x="32" y="29"/>
                  <a:pt x="33" y="28"/>
                </a:cubicBezTo>
                <a:cubicBezTo>
                  <a:pt x="36" y="34"/>
                  <a:pt x="36" y="34"/>
                  <a:pt x="36" y="34"/>
                </a:cubicBezTo>
                <a:cubicBezTo>
                  <a:pt x="36" y="34"/>
                  <a:pt x="35" y="35"/>
                  <a:pt x="34" y="36"/>
                </a:cubicBezTo>
                <a:cubicBezTo>
                  <a:pt x="35" y="36"/>
                  <a:pt x="35" y="36"/>
                  <a:pt x="35" y="36"/>
                </a:cubicBezTo>
                <a:cubicBezTo>
                  <a:pt x="31" y="41"/>
                  <a:pt x="25" y="42"/>
                  <a:pt x="20" y="42"/>
                </a:cubicBezTo>
                <a:cubicBezTo>
                  <a:pt x="8" y="42"/>
                  <a:pt x="0" y="32"/>
                  <a:pt x="0" y="21"/>
                </a:cubicBezTo>
                <a:cubicBezTo>
                  <a:pt x="0" y="10"/>
                  <a:pt x="9" y="0"/>
                  <a:pt x="20" y="0"/>
                </a:cubicBezTo>
                <a:cubicBezTo>
                  <a:pt x="38" y="0"/>
                  <a:pt x="39" y="16"/>
                  <a:pt x="45" y="28"/>
                </a:cubicBezTo>
                <a:cubicBezTo>
                  <a:pt x="47" y="32"/>
                  <a:pt x="50" y="36"/>
                  <a:pt x="54" y="36"/>
                </a:cubicBezTo>
                <a:cubicBezTo>
                  <a:pt x="58" y="36"/>
                  <a:pt x="62" y="33"/>
                  <a:pt x="62" y="29"/>
                </a:cubicBezTo>
                <a:cubicBezTo>
                  <a:pt x="62" y="20"/>
                  <a:pt x="45" y="26"/>
                  <a:pt x="43" y="11"/>
                </a:cubicBezTo>
                <a:cubicBezTo>
                  <a:pt x="43" y="11"/>
                  <a:pt x="43" y="10"/>
                  <a:pt x="43" y="10"/>
                </a:cubicBezTo>
                <a:cubicBezTo>
                  <a:pt x="43" y="4"/>
                  <a:pt x="48" y="0"/>
                  <a:pt x="53" y="0"/>
                </a:cubicBezTo>
                <a:cubicBezTo>
                  <a:pt x="57" y="0"/>
                  <a:pt x="59" y="0"/>
                  <a:pt x="61" y="2"/>
                </a:cubicBezTo>
                <a:cubicBezTo>
                  <a:pt x="61" y="2"/>
                  <a:pt x="61" y="2"/>
                  <a:pt x="61" y="2"/>
                </a:cubicBezTo>
                <a:cubicBezTo>
                  <a:pt x="62" y="3"/>
                  <a:pt x="63" y="5"/>
                  <a:pt x="64" y="6"/>
                </a:cubicBezTo>
                <a:cubicBezTo>
                  <a:pt x="59" y="10"/>
                  <a:pt x="59" y="10"/>
                  <a:pt x="59" y="10"/>
                </a:cubicBezTo>
                <a:cubicBezTo>
                  <a:pt x="58" y="8"/>
                  <a:pt x="58" y="8"/>
                  <a:pt x="57" y="7"/>
                </a:cubicBezTo>
                <a:cubicBezTo>
                  <a:pt x="57" y="7"/>
                  <a:pt x="57" y="7"/>
                  <a:pt x="57" y="7"/>
                </a:cubicBezTo>
                <a:cubicBezTo>
                  <a:pt x="56" y="6"/>
                  <a:pt x="54" y="6"/>
                  <a:pt x="53" y="6"/>
                </a:cubicBezTo>
                <a:cubicBezTo>
                  <a:pt x="51" y="6"/>
                  <a:pt x="49" y="8"/>
                  <a:pt x="49" y="10"/>
                </a:cubicBezTo>
                <a:cubicBezTo>
                  <a:pt x="49" y="11"/>
                  <a:pt x="49" y="12"/>
                  <a:pt x="49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11"/>
          <p:cNvSpPr/>
          <p:nvPr/>
        </p:nvSpPr>
        <p:spPr>
          <a:xfrm>
            <a:off x="71438" y="4394200"/>
            <a:ext cx="198437" cy="200025"/>
          </a:xfrm>
          <a:custGeom>
            <a:rect b="b" l="l" r="r" t="t"/>
            <a:pathLst>
              <a:path extrusionOk="0" h="58" w="58">
                <a:moveTo>
                  <a:pt x="37" y="56"/>
                </a:moveTo>
                <a:cubicBezTo>
                  <a:pt x="34" y="58"/>
                  <a:pt x="29" y="58"/>
                  <a:pt x="25" y="58"/>
                </a:cubicBezTo>
                <a:cubicBezTo>
                  <a:pt x="21" y="58"/>
                  <a:pt x="16" y="57"/>
                  <a:pt x="12" y="57"/>
                </a:cubicBezTo>
                <a:cubicBezTo>
                  <a:pt x="10" y="57"/>
                  <a:pt x="8" y="58"/>
                  <a:pt x="6" y="58"/>
                </a:cubicBezTo>
                <a:cubicBezTo>
                  <a:pt x="3" y="58"/>
                  <a:pt x="0" y="54"/>
                  <a:pt x="0" y="51"/>
                </a:cubicBezTo>
                <a:cubicBezTo>
                  <a:pt x="0" y="49"/>
                  <a:pt x="1" y="47"/>
                  <a:pt x="1" y="46"/>
                </a:cubicBezTo>
                <a:cubicBezTo>
                  <a:pt x="1" y="43"/>
                  <a:pt x="0" y="40"/>
                  <a:pt x="0" y="37"/>
                </a:cubicBezTo>
                <a:cubicBezTo>
                  <a:pt x="0" y="26"/>
                  <a:pt x="3" y="14"/>
                  <a:pt x="12" y="7"/>
                </a:cubicBezTo>
                <a:cubicBezTo>
                  <a:pt x="15" y="5"/>
                  <a:pt x="18" y="4"/>
                  <a:pt x="21" y="3"/>
                </a:cubicBezTo>
                <a:cubicBezTo>
                  <a:pt x="25" y="1"/>
                  <a:pt x="29" y="0"/>
                  <a:pt x="33" y="0"/>
                </a:cubicBezTo>
                <a:cubicBezTo>
                  <a:pt x="37" y="0"/>
                  <a:pt x="42" y="1"/>
                  <a:pt x="46" y="1"/>
                </a:cubicBezTo>
                <a:cubicBezTo>
                  <a:pt x="48" y="1"/>
                  <a:pt x="49" y="1"/>
                  <a:pt x="50" y="1"/>
                </a:cubicBezTo>
                <a:cubicBezTo>
                  <a:pt x="55" y="1"/>
                  <a:pt x="56" y="4"/>
                  <a:pt x="56" y="8"/>
                </a:cubicBezTo>
                <a:cubicBezTo>
                  <a:pt x="56" y="10"/>
                  <a:pt x="56" y="11"/>
                  <a:pt x="56" y="13"/>
                </a:cubicBezTo>
                <a:cubicBezTo>
                  <a:pt x="56" y="15"/>
                  <a:pt x="56" y="15"/>
                  <a:pt x="57" y="16"/>
                </a:cubicBezTo>
                <a:cubicBezTo>
                  <a:pt x="58" y="18"/>
                  <a:pt x="58" y="24"/>
                  <a:pt x="58" y="26"/>
                </a:cubicBezTo>
                <a:cubicBezTo>
                  <a:pt x="58" y="39"/>
                  <a:pt x="49" y="52"/>
                  <a:pt x="37" y="56"/>
                </a:cubicBezTo>
                <a:close/>
                <a:moveTo>
                  <a:pt x="52" y="18"/>
                </a:moveTo>
                <a:cubicBezTo>
                  <a:pt x="52" y="16"/>
                  <a:pt x="51" y="15"/>
                  <a:pt x="51" y="13"/>
                </a:cubicBezTo>
                <a:cubicBezTo>
                  <a:pt x="51" y="11"/>
                  <a:pt x="51" y="10"/>
                  <a:pt x="51" y="8"/>
                </a:cubicBezTo>
                <a:cubicBezTo>
                  <a:pt x="51" y="7"/>
                  <a:pt x="51" y="7"/>
                  <a:pt x="51" y="6"/>
                </a:cubicBezTo>
                <a:cubicBezTo>
                  <a:pt x="51" y="6"/>
                  <a:pt x="51" y="6"/>
                  <a:pt x="51" y="6"/>
                </a:cubicBezTo>
                <a:cubicBezTo>
                  <a:pt x="49" y="6"/>
                  <a:pt x="48" y="6"/>
                  <a:pt x="46" y="6"/>
                </a:cubicBezTo>
                <a:cubicBezTo>
                  <a:pt x="42" y="6"/>
                  <a:pt x="37" y="4"/>
                  <a:pt x="33" y="4"/>
                </a:cubicBezTo>
                <a:cubicBezTo>
                  <a:pt x="29" y="4"/>
                  <a:pt x="26" y="6"/>
                  <a:pt x="23" y="7"/>
                </a:cubicBezTo>
                <a:cubicBezTo>
                  <a:pt x="20" y="8"/>
                  <a:pt x="17" y="9"/>
                  <a:pt x="15" y="11"/>
                </a:cubicBezTo>
                <a:cubicBezTo>
                  <a:pt x="7" y="17"/>
                  <a:pt x="5" y="27"/>
                  <a:pt x="5" y="37"/>
                </a:cubicBezTo>
                <a:cubicBezTo>
                  <a:pt x="5" y="40"/>
                  <a:pt x="6" y="43"/>
                  <a:pt x="6" y="46"/>
                </a:cubicBezTo>
                <a:cubicBezTo>
                  <a:pt x="6" y="47"/>
                  <a:pt x="5" y="49"/>
                  <a:pt x="5" y="51"/>
                </a:cubicBezTo>
                <a:cubicBezTo>
                  <a:pt x="5" y="52"/>
                  <a:pt x="5" y="53"/>
                  <a:pt x="6" y="53"/>
                </a:cubicBezTo>
                <a:cubicBezTo>
                  <a:pt x="8" y="53"/>
                  <a:pt x="10" y="52"/>
                  <a:pt x="12" y="52"/>
                </a:cubicBezTo>
                <a:cubicBezTo>
                  <a:pt x="16" y="52"/>
                  <a:pt x="21" y="53"/>
                  <a:pt x="25" y="53"/>
                </a:cubicBezTo>
                <a:cubicBezTo>
                  <a:pt x="28" y="53"/>
                  <a:pt x="33" y="53"/>
                  <a:pt x="36" y="52"/>
                </a:cubicBezTo>
                <a:cubicBezTo>
                  <a:pt x="46" y="48"/>
                  <a:pt x="53" y="37"/>
                  <a:pt x="53" y="26"/>
                </a:cubicBezTo>
                <a:cubicBezTo>
                  <a:pt x="53" y="24"/>
                  <a:pt x="53" y="20"/>
                  <a:pt x="52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11"/>
          <p:cNvSpPr/>
          <p:nvPr/>
        </p:nvSpPr>
        <p:spPr>
          <a:xfrm>
            <a:off x="493713" y="4376738"/>
            <a:ext cx="233362" cy="234950"/>
          </a:xfrm>
          <a:custGeom>
            <a:rect b="b" l="l" r="r" t="t"/>
            <a:pathLst>
              <a:path extrusionOk="0" h="68" w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15" y="40"/>
                </a:moveTo>
                <a:cubicBezTo>
                  <a:pt x="15" y="38"/>
                  <a:pt x="14" y="36"/>
                  <a:pt x="14" y="34"/>
                </a:cubicBezTo>
                <a:cubicBezTo>
                  <a:pt x="14" y="31"/>
                  <a:pt x="15" y="29"/>
                  <a:pt x="15" y="27"/>
                </a:cubicBezTo>
                <a:cubicBezTo>
                  <a:pt x="8" y="20"/>
                  <a:pt x="8" y="20"/>
                  <a:pt x="8" y="20"/>
                </a:cubicBezTo>
                <a:cubicBezTo>
                  <a:pt x="6" y="24"/>
                  <a:pt x="5" y="29"/>
                  <a:pt x="5" y="34"/>
                </a:cubicBezTo>
                <a:cubicBezTo>
                  <a:pt x="5" y="39"/>
                  <a:pt x="6" y="43"/>
                  <a:pt x="8" y="47"/>
                </a:cubicBezTo>
                <a:lnTo>
                  <a:pt x="15" y="40"/>
                </a:lnTo>
                <a:close/>
                <a:moveTo>
                  <a:pt x="48" y="34"/>
                </a:moveTo>
                <a:cubicBezTo>
                  <a:pt x="48" y="26"/>
                  <a:pt x="42" y="19"/>
                  <a:pt x="34" y="19"/>
                </a:cubicBezTo>
                <a:cubicBezTo>
                  <a:pt x="26" y="19"/>
                  <a:pt x="19" y="26"/>
                  <a:pt x="19" y="34"/>
                </a:cubicBezTo>
                <a:cubicBezTo>
                  <a:pt x="19" y="42"/>
                  <a:pt x="26" y="48"/>
                  <a:pt x="34" y="48"/>
                </a:cubicBezTo>
                <a:cubicBezTo>
                  <a:pt x="42" y="48"/>
                  <a:pt x="48" y="42"/>
                  <a:pt x="48" y="34"/>
                </a:cubicBezTo>
                <a:close/>
                <a:moveTo>
                  <a:pt x="20" y="8"/>
                </a:moveTo>
                <a:cubicBezTo>
                  <a:pt x="27" y="15"/>
                  <a:pt x="27" y="15"/>
                  <a:pt x="27" y="15"/>
                </a:cubicBezTo>
                <a:cubicBezTo>
                  <a:pt x="29" y="15"/>
                  <a:pt x="32" y="14"/>
                  <a:pt x="34" y="14"/>
                </a:cubicBezTo>
                <a:cubicBezTo>
                  <a:pt x="36" y="14"/>
                  <a:pt x="38" y="15"/>
                  <a:pt x="40" y="15"/>
                </a:cubicBezTo>
                <a:cubicBezTo>
                  <a:pt x="47" y="8"/>
                  <a:pt x="47" y="8"/>
                  <a:pt x="47" y="8"/>
                </a:cubicBezTo>
                <a:cubicBezTo>
                  <a:pt x="43" y="6"/>
                  <a:pt x="39" y="5"/>
                  <a:pt x="34" y="5"/>
                </a:cubicBezTo>
                <a:cubicBezTo>
                  <a:pt x="29" y="5"/>
                  <a:pt x="24" y="6"/>
                  <a:pt x="20" y="8"/>
                </a:cubicBezTo>
                <a:close/>
                <a:moveTo>
                  <a:pt x="47" y="59"/>
                </a:moveTo>
                <a:cubicBezTo>
                  <a:pt x="40" y="52"/>
                  <a:pt x="40" y="52"/>
                  <a:pt x="40" y="52"/>
                </a:cubicBezTo>
                <a:cubicBezTo>
                  <a:pt x="38" y="53"/>
                  <a:pt x="36" y="53"/>
                  <a:pt x="34" y="53"/>
                </a:cubicBezTo>
                <a:cubicBezTo>
                  <a:pt x="32" y="53"/>
                  <a:pt x="29" y="53"/>
                  <a:pt x="27" y="52"/>
                </a:cubicBezTo>
                <a:cubicBezTo>
                  <a:pt x="20" y="59"/>
                  <a:pt x="20" y="59"/>
                  <a:pt x="20" y="59"/>
                </a:cubicBezTo>
                <a:cubicBezTo>
                  <a:pt x="24" y="62"/>
                  <a:pt x="29" y="63"/>
                  <a:pt x="34" y="63"/>
                </a:cubicBezTo>
                <a:cubicBezTo>
                  <a:pt x="39" y="63"/>
                  <a:pt x="43" y="62"/>
                  <a:pt x="47" y="59"/>
                </a:cubicBezTo>
                <a:close/>
                <a:moveTo>
                  <a:pt x="60" y="47"/>
                </a:moveTo>
                <a:cubicBezTo>
                  <a:pt x="62" y="43"/>
                  <a:pt x="63" y="39"/>
                  <a:pt x="63" y="34"/>
                </a:cubicBezTo>
                <a:cubicBezTo>
                  <a:pt x="63" y="29"/>
                  <a:pt x="62" y="24"/>
                  <a:pt x="60" y="20"/>
                </a:cubicBezTo>
                <a:cubicBezTo>
                  <a:pt x="52" y="27"/>
                  <a:pt x="52" y="27"/>
                  <a:pt x="52" y="27"/>
                </a:cubicBezTo>
                <a:cubicBezTo>
                  <a:pt x="53" y="29"/>
                  <a:pt x="53" y="32"/>
                  <a:pt x="53" y="34"/>
                </a:cubicBezTo>
                <a:cubicBezTo>
                  <a:pt x="53" y="36"/>
                  <a:pt x="53" y="38"/>
                  <a:pt x="52" y="40"/>
                </a:cubicBezTo>
                <a:lnTo>
                  <a:pt x="60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11"/>
          <p:cNvSpPr/>
          <p:nvPr/>
        </p:nvSpPr>
        <p:spPr>
          <a:xfrm>
            <a:off x="989013" y="4394200"/>
            <a:ext cx="266700" cy="200025"/>
          </a:xfrm>
          <a:custGeom>
            <a:rect b="b" l="l" r="r" t="t"/>
            <a:pathLst>
              <a:path extrusionOk="0" h="58" w="7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11"/>
          <p:cNvSpPr/>
          <p:nvPr/>
        </p:nvSpPr>
        <p:spPr>
          <a:xfrm>
            <a:off x="1976438" y="4402138"/>
            <a:ext cx="233362" cy="180975"/>
          </a:xfrm>
          <a:custGeom>
            <a:rect b="b" l="l" r="r" t="t"/>
            <a:pathLst>
              <a:path extrusionOk="0" h="53" w="68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11"/>
          <p:cNvSpPr/>
          <p:nvPr/>
        </p:nvSpPr>
        <p:spPr>
          <a:xfrm>
            <a:off x="2478088" y="4441825"/>
            <a:ext cx="227012" cy="100013"/>
          </a:xfrm>
          <a:custGeom>
            <a:rect b="b" l="l" r="r" t="t"/>
            <a:pathLst>
              <a:path extrusionOk="0" h="29" w="66">
                <a:moveTo>
                  <a:pt x="66" y="18"/>
                </a:moveTo>
                <a:cubicBezTo>
                  <a:pt x="66" y="19"/>
                  <a:pt x="65" y="20"/>
                  <a:pt x="65" y="20"/>
                </a:cubicBezTo>
                <a:cubicBezTo>
                  <a:pt x="17" y="20"/>
                  <a:pt x="17" y="20"/>
                  <a:pt x="17" y="20"/>
                </a:cubicBezTo>
                <a:cubicBezTo>
                  <a:pt x="17" y="28"/>
                  <a:pt x="17" y="28"/>
                  <a:pt x="17" y="28"/>
                </a:cubicBezTo>
                <a:cubicBezTo>
                  <a:pt x="17" y="29"/>
                  <a:pt x="17" y="29"/>
                  <a:pt x="16" y="29"/>
                </a:cubicBezTo>
                <a:cubicBezTo>
                  <a:pt x="16" y="29"/>
                  <a:pt x="16" y="29"/>
                  <a:pt x="15" y="29"/>
                </a:cubicBezTo>
                <a:cubicBezTo>
                  <a:pt x="1" y="16"/>
                  <a:pt x="1" y="16"/>
                  <a:pt x="1" y="16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4"/>
                  <a:pt x="0" y="14"/>
                  <a:pt x="1" y="14"/>
                </a:cubicBezTo>
                <a:cubicBezTo>
                  <a:pt x="15" y="0"/>
                  <a:pt x="15" y="0"/>
                  <a:pt x="15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7" y="0"/>
                  <a:pt x="17" y="1"/>
                  <a:pt x="17" y="1"/>
                </a:cubicBezTo>
                <a:cubicBezTo>
                  <a:pt x="17" y="10"/>
                  <a:pt x="17" y="10"/>
                  <a:pt x="17" y="10"/>
                </a:cubicBezTo>
                <a:cubicBezTo>
                  <a:pt x="65" y="10"/>
                  <a:pt x="65" y="10"/>
                  <a:pt x="65" y="10"/>
                </a:cubicBezTo>
                <a:cubicBezTo>
                  <a:pt x="65" y="10"/>
                  <a:pt x="66" y="10"/>
                  <a:pt x="66" y="11"/>
                </a:cubicBezTo>
                <a:lnTo>
                  <a:pt x="6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p11"/>
          <p:cNvSpPr/>
          <p:nvPr/>
        </p:nvSpPr>
        <p:spPr>
          <a:xfrm>
            <a:off x="2965450" y="4394200"/>
            <a:ext cx="203200" cy="200025"/>
          </a:xfrm>
          <a:custGeom>
            <a:rect b="b" l="l" r="r" t="t"/>
            <a:pathLst>
              <a:path extrusionOk="0" h="58" w="59">
                <a:moveTo>
                  <a:pt x="20" y="17"/>
                </a:moveTo>
                <a:cubicBezTo>
                  <a:pt x="20" y="18"/>
                  <a:pt x="19" y="19"/>
                  <a:pt x="17" y="19"/>
                </a:cubicBezTo>
                <a:cubicBezTo>
                  <a:pt x="3" y="19"/>
                  <a:pt x="3" y="19"/>
                  <a:pt x="3" y="19"/>
                </a:cubicBezTo>
                <a:cubicBezTo>
                  <a:pt x="2" y="19"/>
                  <a:pt x="0" y="18"/>
                  <a:pt x="0" y="1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0" y="1"/>
                  <a:pt x="20" y="2"/>
                </a:cubicBezTo>
                <a:lnTo>
                  <a:pt x="20" y="17"/>
                </a:lnTo>
                <a:close/>
                <a:moveTo>
                  <a:pt x="59" y="31"/>
                </a:moveTo>
                <a:cubicBezTo>
                  <a:pt x="59" y="47"/>
                  <a:pt x="46" y="58"/>
                  <a:pt x="30" y="58"/>
                </a:cubicBezTo>
                <a:cubicBezTo>
                  <a:pt x="13" y="58"/>
                  <a:pt x="0" y="47"/>
                  <a:pt x="0" y="31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2" y="24"/>
                  <a:pt x="3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9" y="24"/>
                  <a:pt x="20" y="25"/>
                  <a:pt x="20" y="26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8"/>
                  <a:pt x="28" y="38"/>
                  <a:pt x="30" y="38"/>
                </a:cubicBezTo>
                <a:cubicBezTo>
                  <a:pt x="31" y="38"/>
                  <a:pt x="39" y="38"/>
                  <a:pt x="39" y="31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25"/>
                  <a:pt x="40" y="24"/>
                  <a:pt x="42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58" y="24"/>
                  <a:pt x="59" y="25"/>
                  <a:pt x="59" y="26"/>
                </a:cubicBezTo>
                <a:lnTo>
                  <a:pt x="59" y="31"/>
                </a:lnTo>
                <a:close/>
                <a:moveTo>
                  <a:pt x="59" y="17"/>
                </a:moveTo>
                <a:cubicBezTo>
                  <a:pt x="59" y="18"/>
                  <a:pt x="58" y="19"/>
                  <a:pt x="56" y="19"/>
                </a:cubicBezTo>
                <a:cubicBezTo>
                  <a:pt x="42" y="19"/>
                  <a:pt x="42" y="19"/>
                  <a:pt x="42" y="19"/>
                </a:cubicBezTo>
                <a:cubicBezTo>
                  <a:pt x="40" y="19"/>
                  <a:pt x="39" y="18"/>
                  <a:pt x="39" y="17"/>
                </a:cubicBezTo>
                <a:cubicBezTo>
                  <a:pt x="39" y="2"/>
                  <a:pt x="39" y="2"/>
                  <a:pt x="39" y="2"/>
                </a:cubicBezTo>
                <a:cubicBezTo>
                  <a:pt x="39" y="1"/>
                  <a:pt x="40" y="0"/>
                  <a:pt x="4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8" y="0"/>
                  <a:pt x="59" y="1"/>
                  <a:pt x="59" y="2"/>
                </a:cubicBezTo>
                <a:lnTo>
                  <a:pt x="59" y="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11"/>
          <p:cNvSpPr/>
          <p:nvPr/>
        </p:nvSpPr>
        <p:spPr>
          <a:xfrm>
            <a:off x="3460750" y="4381500"/>
            <a:ext cx="133350" cy="230188"/>
          </a:xfrm>
          <a:custGeom>
            <a:rect b="b" l="l" r="r" t="t"/>
            <a:pathLst>
              <a:path extrusionOk="0" h="67" w="39">
                <a:moveTo>
                  <a:pt x="39" y="41"/>
                </a:moveTo>
                <a:cubicBezTo>
                  <a:pt x="39" y="43"/>
                  <a:pt x="37" y="45"/>
                  <a:pt x="35" y="45"/>
                </a:cubicBezTo>
                <a:cubicBezTo>
                  <a:pt x="33" y="45"/>
                  <a:pt x="31" y="43"/>
                  <a:pt x="31" y="41"/>
                </a:cubicBezTo>
                <a:cubicBezTo>
                  <a:pt x="31" y="28"/>
                  <a:pt x="31" y="28"/>
                  <a:pt x="31" y="28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65"/>
                  <a:pt x="27" y="67"/>
                  <a:pt x="25" y="67"/>
                </a:cubicBezTo>
                <a:cubicBezTo>
                  <a:pt x="22" y="67"/>
                  <a:pt x="20" y="65"/>
                  <a:pt x="20" y="62"/>
                </a:cubicBezTo>
                <a:cubicBezTo>
                  <a:pt x="20" y="45"/>
                  <a:pt x="20" y="45"/>
                  <a:pt x="20" y="45"/>
                </a:cubicBezTo>
                <a:cubicBezTo>
                  <a:pt x="18" y="45"/>
                  <a:pt x="18" y="45"/>
                  <a:pt x="18" y="45"/>
                </a:cubicBezTo>
                <a:cubicBezTo>
                  <a:pt x="18" y="62"/>
                  <a:pt x="18" y="62"/>
                  <a:pt x="18" y="62"/>
                </a:cubicBezTo>
                <a:cubicBezTo>
                  <a:pt x="18" y="65"/>
                  <a:pt x="16" y="67"/>
                  <a:pt x="14" y="67"/>
                </a:cubicBezTo>
                <a:cubicBezTo>
                  <a:pt x="11" y="67"/>
                  <a:pt x="9" y="65"/>
                  <a:pt x="9" y="62"/>
                </a:cubicBezTo>
                <a:cubicBezTo>
                  <a:pt x="9" y="28"/>
                  <a:pt x="9" y="28"/>
                  <a:pt x="9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41"/>
                  <a:pt x="7" y="41"/>
                  <a:pt x="7" y="41"/>
                </a:cubicBezTo>
                <a:cubicBezTo>
                  <a:pt x="7" y="43"/>
                  <a:pt x="5" y="45"/>
                  <a:pt x="3" y="45"/>
                </a:cubicBezTo>
                <a:cubicBezTo>
                  <a:pt x="1" y="45"/>
                  <a:pt x="0" y="43"/>
                  <a:pt x="0" y="41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1"/>
                  <a:pt x="3" y="18"/>
                  <a:pt x="7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5" y="18"/>
                  <a:pt x="39" y="21"/>
                  <a:pt x="39" y="25"/>
                </a:cubicBezTo>
                <a:lnTo>
                  <a:pt x="39" y="41"/>
                </a:lnTo>
                <a:close/>
                <a:moveTo>
                  <a:pt x="19" y="17"/>
                </a:moveTo>
                <a:cubicBezTo>
                  <a:pt x="14" y="17"/>
                  <a:pt x="11" y="13"/>
                  <a:pt x="11" y="8"/>
                </a:cubicBezTo>
                <a:cubicBezTo>
                  <a:pt x="11" y="4"/>
                  <a:pt x="14" y="0"/>
                  <a:pt x="19" y="0"/>
                </a:cubicBezTo>
                <a:cubicBezTo>
                  <a:pt x="24" y="0"/>
                  <a:pt x="28" y="4"/>
                  <a:pt x="28" y="8"/>
                </a:cubicBezTo>
                <a:cubicBezTo>
                  <a:pt x="28" y="13"/>
                  <a:pt x="24" y="17"/>
                  <a:pt x="19" y="1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11"/>
          <p:cNvSpPr/>
          <p:nvPr/>
        </p:nvSpPr>
        <p:spPr>
          <a:xfrm>
            <a:off x="3954463" y="4394200"/>
            <a:ext cx="233362" cy="200025"/>
          </a:xfrm>
          <a:custGeom>
            <a:rect b="b" l="l" r="r" t="t"/>
            <a:pathLst>
              <a:path extrusionOk="0" h="58" w="68">
                <a:moveTo>
                  <a:pt x="10" y="58"/>
                </a:moveTo>
                <a:cubicBezTo>
                  <a:pt x="9" y="58"/>
                  <a:pt x="9" y="58"/>
                  <a:pt x="9" y="58"/>
                </a:cubicBezTo>
                <a:cubicBezTo>
                  <a:pt x="4" y="58"/>
                  <a:pt x="0" y="54"/>
                  <a:pt x="0" y="49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3"/>
                  <a:pt x="4" y="9"/>
                  <a:pt x="9" y="9"/>
                </a:cubicBezTo>
                <a:cubicBezTo>
                  <a:pt x="10" y="9"/>
                  <a:pt x="10" y="9"/>
                  <a:pt x="10" y="9"/>
                </a:cubicBezTo>
                <a:lnTo>
                  <a:pt x="10" y="58"/>
                </a:lnTo>
                <a:close/>
                <a:moveTo>
                  <a:pt x="55" y="58"/>
                </a:moveTo>
                <a:cubicBezTo>
                  <a:pt x="14" y="58"/>
                  <a:pt x="14" y="58"/>
                  <a:pt x="14" y="58"/>
                </a:cubicBezTo>
                <a:cubicBezTo>
                  <a:pt x="14" y="9"/>
                  <a:pt x="14" y="9"/>
                  <a:pt x="14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1"/>
                  <a:pt x="22" y="0"/>
                  <a:pt x="2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9"/>
                  <a:pt x="49" y="9"/>
                  <a:pt x="49" y="9"/>
                </a:cubicBezTo>
                <a:cubicBezTo>
                  <a:pt x="55" y="9"/>
                  <a:pt x="55" y="9"/>
                  <a:pt x="55" y="9"/>
                </a:cubicBezTo>
                <a:lnTo>
                  <a:pt x="55" y="58"/>
                </a:lnTo>
                <a:close/>
                <a:moveTo>
                  <a:pt x="49" y="30"/>
                </a:moveTo>
                <a:cubicBezTo>
                  <a:pt x="49" y="29"/>
                  <a:pt x="49" y="29"/>
                  <a:pt x="4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20"/>
                  <a:pt x="39" y="20"/>
                  <a:pt x="39" y="20"/>
                </a:cubicBezTo>
                <a:cubicBezTo>
                  <a:pt x="39" y="20"/>
                  <a:pt x="39" y="19"/>
                  <a:pt x="38" y="19"/>
                </a:cubicBezTo>
                <a:cubicBezTo>
                  <a:pt x="31" y="19"/>
                  <a:pt x="31" y="19"/>
                  <a:pt x="31" y="19"/>
                </a:cubicBezTo>
                <a:cubicBezTo>
                  <a:pt x="30" y="19"/>
                  <a:pt x="30" y="20"/>
                  <a:pt x="30" y="20"/>
                </a:cubicBezTo>
                <a:cubicBezTo>
                  <a:pt x="30" y="29"/>
                  <a:pt x="30" y="29"/>
                  <a:pt x="30" y="29"/>
                </a:cubicBezTo>
                <a:cubicBezTo>
                  <a:pt x="21" y="29"/>
                  <a:pt x="21" y="29"/>
                  <a:pt x="21" y="29"/>
                </a:cubicBezTo>
                <a:cubicBezTo>
                  <a:pt x="20" y="29"/>
                  <a:pt x="20" y="29"/>
                  <a:pt x="20" y="30"/>
                </a:cubicBezTo>
                <a:cubicBezTo>
                  <a:pt x="20" y="37"/>
                  <a:pt x="20" y="37"/>
                  <a:pt x="20" y="37"/>
                </a:cubicBezTo>
                <a:cubicBezTo>
                  <a:pt x="20" y="38"/>
                  <a:pt x="20" y="38"/>
                  <a:pt x="21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30" y="47"/>
                  <a:pt x="30" y="47"/>
                  <a:pt x="30" y="47"/>
                </a:cubicBezTo>
                <a:cubicBezTo>
                  <a:pt x="30" y="48"/>
                  <a:pt x="30" y="48"/>
                  <a:pt x="31" y="48"/>
                </a:cubicBezTo>
                <a:cubicBezTo>
                  <a:pt x="38" y="48"/>
                  <a:pt x="38" y="48"/>
                  <a:pt x="38" y="48"/>
                </a:cubicBezTo>
                <a:cubicBezTo>
                  <a:pt x="39" y="48"/>
                  <a:pt x="39" y="48"/>
                  <a:pt x="39" y="47"/>
                </a:cubicBezTo>
                <a:cubicBezTo>
                  <a:pt x="39" y="38"/>
                  <a:pt x="39" y="38"/>
                  <a:pt x="39" y="38"/>
                </a:cubicBezTo>
                <a:cubicBezTo>
                  <a:pt x="48" y="38"/>
                  <a:pt x="48" y="38"/>
                  <a:pt x="48" y="38"/>
                </a:cubicBezTo>
                <a:cubicBezTo>
                  <a:pt x="49" y="38"/>
                  <a:pt x="49" y="38"/>
                  <a:pt x="49" y="37"/>
                </a:cubicBezTo>
                <a:lnTo>
                  <a:pt x="49" y="30"/>
                </a:lnTo>
                <a:close/>
                <a:moveTo>
                  <a:pt x="44" y="9"/>
                </a:moveTo>
                <a:cubicBezTo>
                  <a:pt x="44" y="4"/>
                  <a:pt x="44" y="4"/>
                  <a:pt x="44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5" y="9"/>
                  <a:pt x="25" y="9"/>
                  <a:pt x="25" y="9"/>
                </a:cubicBezTo>
                <a:lnTo>
                  <a:pt x="44" y="9"/>
                </a:lnTo>
                <a:close/>
                <a:moveTo>
                  <a:pt x="68" y="49"/>
                </a:moveTo>
                <a:cubicBezTo>
                  <a:pt x="68" y="54"/>
                  <a:pt x="65" y="58"/>
                  <a:pt x="60" y="58"/>
                </a:cubicBezTo>
                <a:cubicBezTo>
                  <a:pt x="59" y="58"/>
                  <a:pt x="59" y="58"/>
                  <a:pt x="59" y="58"/>
                </a:cubicBezTo>
                <a:cubicBezTo>
                  <a:pt x="59" y="9"/>
                  <a:pt x="59" y="9"/>
                  <a:pt x="59" y="9"/>
                </a:cubicBezTo>
                <a:cubicBezTo>
                  <a:pt x="60" y="9"/>
                  <a:pt x="60" y="9"/>
                  <a:pt x="60" y="9"/>
                </a:cubicBezTo>
                <a:cubicBezTo>
                  <a:pt x="65" y="9"/>
                  <a:pt x="68" y="13"/>
                  <a:pt x="68" y="18"/>
                </a:cubicBezTo>
                <a:lnTo>
                  <a:pt x="68" y="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11"/>
          <p:cNvSpPr/>
          <p:nvPr/>
        </p:nvSpPr>
        <p:spPr>
          <a:xfrm>
            <a:off x="4448175" y="4459288"/>
            <a:ext cx="185738" cy="52387"/>
          </a:xfrm>
          <a:custGeom>
            <a:rect b="b" l="l" r="r" t="t"/>
            <a:pathLst>
              <a:path extrusionOk="0" h="15" w="54">
                <a:moveTo>
                  <a:pt x="54" y="11"/>
                </a:moveTo>
                <a:cubicBezTo>
                  <a:pt x="54" y="13"/>
                  <a:pt x="52" y="15"/>
                  <a:pt x="50" y="15"/>
                </a:cubicBezTo>
                <a:cubicBezTo>
                  <a:pt x="4" y="15"/>
                  <a:pt x="4" y="15"/>
                  <a:pt x="4" y="15"/>
                </a:cubicBezTo>
                <a:cubicBezTo>
                  <a:pt x="2" y="15"/>
                  <a:pt x="0" y="13"/>
                  <a:pt x="0" y="11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2" y="0"/>
                  <a:pt x="54" y="2"/>
                  <a:pt x="54" y="4"/>
                </a:cubicBezTo>
                <a:lnTo>
                  <a:pt x="54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11"/>
          <p:cNvSpPr/>
          <p:nvPr/>
        </p:nvSpPr>
        <p:spPr>
          <a:xfrm>
            <a:off x="4943475" y="4408488"/>
            <a:ext cx="98425" cy="168275"/>
          </a:xfrm>
          <a:custGeom>
            <a:rect b="b" l="l" r="r" t="t"/>
            <a:pathLst>
              <a:path extrusionOk="0" h="49" w="2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11"/>
          <p:cNvSpPr/>
          <p:nvPr/>
        </p:nvSpPr>
        <p:spPr>
          <a:xfrm>
            <a:off x="5437188" y="4394200"/>
            <a:ext cx="298450" cy="200025"/>
          </a:xfrm>
          <a:custGeom>
            <a:rect b="b" l="l" r="r" t="t"/>
            <a:pathLst>
              <a:path extrusionOk="0" h="58" w="87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11"/>
          <p:cNvSpPr/>
          <p:nvPr/>
        </p:nvSpPr>
        <p:spPr>
          <a:xfrm>
            <a:off x="5930900" y="4376738"/>
            <a:ext cx="233363" cy="217487"/>
          </a:xfrm>
          <a:custGeom>
            <a:rect b="b" l="l" r="r" t="t"/>
            <a:pathLst>
              <a:path extrusionOk="0" h="63" w="68">
                <a:moveTo>
                  <a:pt x="41" y="58"/>
                </a:moveTo>
                <a:cubicBezTo>
                  <a:pt x="31" y="63"/>
                  <a:pt x="31" y="63"/>
                  <a:pt x="31" y="63"/>
                </a:cubicBezTo>
                <a:cubicBezTo>
                  <a:pt x="13" y="61"/>
                  <a:pt x="0" y="52"/>
                  <a:pt x="0" y="41"/>
                </a:cubicBezTo>
                <a:cubicBezTo>
                  <a:pt x="0" y="30"/>
                  <a:pt x="12" y="21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18" y="27"/>
                  <a:pt x="10" y="33"/>
                  <a:pt x="10" y="41"/>
                </a:cubicBezTo>
                <a:cubicBezTo>
                  <a:pt x="10" y="48"/>
                  <a:pt x="19" y="55"/>
                  <a:pt x="31" y="56"/>
                </a:cubicBezTo>
                <a:cubicBezTo>
                  <a:pt x="31" y="5"/>
                  <a:pt x="31" y="5"/>
                  <a:pt x="31" y="5"/>
                </a:cubicBezTo>
                <a:cubicBezTo>
                  <a:pt x="41" y="0"/>
                  <a:pt x="41" y="0"/>
                  <a:pt x="41" y="0"/>
                </a:cubicBezTo>
                <a:lnTo>
                  <a:pt x="41" y="58"/>
                </a:lnTo>
                <a:close/>
                <a:moveTo>
                  <a:pt x="68" y="37"/>
                </a:moveTo>
                <a:cubicBezTo>
                  <a:pt x="48" y="32"/>
                  <a:pt x="48" y="32"/>
                  <a:pt x="48" y="32"/>
                </a:cubicBezTo>
                <a:cubicBezTo>
                  <a:pt x="53" y="29"/>
                  <a:pt x="53" y="29"/>
                  <a:pt x="53" y="29"/>
                </a:cubicBezTo>
                <a:cubicBezTo>
                  <a:pt x="50" y="27"/>
                  <a:pt x="47" y="26"/>
                  <a:pt x="43" y="25"/>
                </a:cubicBezTo>
                <a:cubicBezTo>
                  <a:pt x="43" y="19"/>
                  <a:pt x="43" y="19"/>
                  <a:pt x="43" y="19"/>
                </a:cubicBezTo>
                <a:cubicBezTo>
                  <a:pt x="50" y="20"/>
                  <a:pt x="56" y="22"/>
                  <a:pt x="61" y="25"/>
                </a:cubicBezTo>
                <a:cubicBezTo>
                  <a:pt x="66" y="22"/>
                  <a:pt x="66" y="22"/>
                  <a:pt x="66" y="22"/>
                </a:cubicBezTo>
                <a:lnTo>
                  <a:pt x="68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11"/>
          <p:cNvSpPr/>
          <p:nvPr/>
        </p:nvSpPr>
        <p:spPr>
          <a:xfrm>
            <a:off x="6426200" y="4376738"/>
            <a:ext cx="233363" cy="234950"/>
          </a:xfrm>
          <a:custGeom>
            <a:rect b="b" l="l" r="r" t="t"/>
            <a:pathLst>
              <a:path extrusionOk="0" h="68" w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11"/>
          <p:cNvSpPr/>
          <p:nvPr/>
        </p:nvSpPr>
        <p:spPr>
          <a:xfrm>
            <a:off x="6919913" y="4376738"/>
            <a:ext cx="233362" cy="234950"/>
          </a:xfrm>
          <a:custGeom>
            <a:rect b="b" l="l" r="r" t="t"/>
            <a:pathLst>
              <a:path extrusionOk="0" h="68" w="68">
                <a:moveTo>
                  <a:pt x="68" y="64"/>
                </a:moveTo>
                <a:cubicBezTo>
                  <a:pt x="68" y="66"/>
                  <a:pt x="67" y="68"/>
                  <a:pt x="65" y="68"/>
                </a:cubicBezTo>
                <a:cubicBezTo>
                  <a:pt x="28" y="68"/>
                  <a:pt x="28" y="68"/>
                  <a:pt x="28" y="68"/>
                </a:cubicBezTo>
                <a:cubicBezTo>
                  <a:pt x="26" y="68"/>
                  <a:pt x="25" y="66"/>
                  <a:pt x="25" y="64"/>
                </a:cubicBezTo>
                <a:cubicBezTo>
                  <a:pt x="25" y="58"/>
                  <a:pt x="25" y="58"/>
                  <a:pt x="25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2" y="58"/>
                  <a:pt x="0" y="56"/>
                  <a:pt x="0" y="54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1"/>
                  <a:pt x="49" y="3"/>
                </a:cubicBezTo>
                <a:cubicBezTo>
                  <a:pt x="49" y="16"/>
                  <a:pt x="49" y="16"/>
                  <a:pt x="49" y="16"/>
                </a:cubicBezTo>
                <a:cubicBezTo>
                  <a:pt x="50" y="16"/>
                  <a:pt x="50" y="16"/>
                  <a:pt x="50" y="17"/>
                </a:cubicBezTo>
                <a:cubicBezTo>
                  <a:pt x="66" y="32"/>
                  <a:pt x="66" y="32"/>
                  <a:pt x="66" y="32"/>
                </a:cubicBezTo>
                <a:cubicBezTo>
                  <a:pt x="67" y="34"/>
                  <a:pt x="68" y="37"/>
                  <a:pt x="68" y="39"/>
                </a:cubicBezTo>
                <a:lnTo>
                  <a:pt x="68" y="64"/>
                </a:lnTo>
                <a:close/>
                <a:moveTo>
                  <a:pt x="39" y="6"/>
                </a:moveTo>
                <a:cubicBezTo>
                  <a:pt x="39" y="5"/>
                  <a:pt x="39" y="5"/>
                  <a:pt x="38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0" y="5"/>
                  <a:pt x="10" y="6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9"/>
                  <a:pt x="11" y="9"/>
                  <a:pt x="11" y="9"/>
                </a:cubicBezTo>
                <a:cubicBezTo>
                  <a:pt x="38" y="9"/>
                  <a:pt x="38" y="9"/>
                  <a:pt x="38" y="9"/>
                </a:cubicBezTo>
                <a:cubicBezTo>
                  <a:pt x="39" y="9"/>
                  <a:pt x="39" y="9"/>
                  <a:pt x="39" y="8"/>
                </a:cubicBezTo>
                <a:lnTo>
                  <a:pt x="39" y="6"/>
                </a:lnTo>
                <a:close/>
                <a:moveTo>
                  <a:pt x="64" y="63"/>
                </a:moveTo>
                <a:cubicBezTo>
                  <a:pt x="64" y="39"/>
                  <a:pt x="64" y="39"/>
                  <a:pt x="64" y="39"/>
                </a:cubicBezTo>
                <a:cubicBezTo>
                  <a:pt x="48" y="39"/>
                  <a:pt x="48" y="39"/>
                  <a:pt x="48" y="39"/>
                </a:cubicBezTo>
                <a:cubicBezTo>
                  <a:pt x="46" y="39"/>
                  <a:pt x="44" y="37"/>
                  <a:pt x="44" y="35"/>
                </a:cubicBezTo>
                <a:cubicBezTo>
                  <a:pt x="44" y="19"/>
                  <a:pt x="44" y="19"/>
                  <a:pt x="44" y="19"/>
                </a:cubicBezTo>
                <a:cubicBezTo>
                  <a:pt x="30" y="19"/>
                  <a:pt x="30" y="19"/>
                  <a:pt x="30" y="19"/>
                </a:cubicBezTo>
                <a:cubicBezTo>
                  <a:pt x="30" y="63"/>
                  <a:pt x="30" y="63"/>
                  <a:pt x="30" y="63"/>
                </a:cubicBezTo>
                <a:lnTo>
                  <a:pt x="64" y="63"/>
                </a:lnTo>
                <a:close/>
                <a:moveTo>
                  <a:pt x="60" y="34"/>
                </a:moveTo>
                <a:cubicBezTo>
                  <a:pt x="49" y="22"/>
                  <a:pt x="49" y="22"/>
                  <a:pt x="49" y="22"/>
                </a:cubicBezTo>
                <a:cubicBezTo>
                  <a:pt x="49" y="34"/>
                  <a:pt x="49" y="34"/>
                  <a:pt x="49" y="34"/>
                </a:cubicBezTo>
                <a:lnTo>
                  <a:pt x="60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11"/>
          <p:cNvSpPr/>
          <p:nvPr/>
        </p:nvSpPr>
        <p:spPr>
          <a:xfrm>
            <a:off x="7413625" y="4394200"/>
            <a:ext cx="200025" cy="200025"/>
          </a:xfrm>
          <a:custGeom>
            <a:rect b="b" l="l" r="r" t="t"/>
            <a:pathLst>
              <a:path extrusionOk="0" h="58" w="58">
                <a:moveTo>
                  <a:pt x="48" y="26"/>
                </a:moveTo>
                <a:cubicBezTo>
                  <a:pt x="16" y="58"/>
                  <a:pt x="16" y="58"/>
                  <a:pt x="16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32" y="10"/>
                  <a:pt x="32" y="10"/>
                  <a:pt x="32" y="10"/>
                </a:cubicBezTo>
                <a:lnTo>
                  <a:pt x="48" y="26"/>
                </a:lnTo>
                <a:close/>
                <a:moveTo>
                  <a:pt x="18" y="50"/>
                </a:moveTo>
                <a:cubicBezTo>
                  <a:pt x="9" y="41"/>
                  <a:pt x="9" y="41"/>
                  <a:pt x="9" y="41"/>
                </a:cubicBezTo>
                <a:cubicBezTo>
                  <a:pt x="5" y="44"/>
                  <a:pt x="5" y="44"/>
                  <a:pt x="5" y="44"/>
                </a:cubicBezTo>
                <a:cubicBezTo>
                  <a:pt x="5" y="48"/>
                  <a:pt x="5" y="48"/>
                  <a:pt x="5" y="48"/>
                </a:cubicBezTo>
                <a:cubicBezTo>
                  <a:pt x="10" y="48"/>
                  <a:pt x="10" y="48"/>
                  <a:pt x="10" y="48"/>
                </a:cubicBezTo>
                <a:cubicBezTo>
                  <a:pt x="10" y="53"/>
                  <a:pt x="10" y="53"/>
                  <a:pt x="10" y="53"/>
                </a:cubicBezTo>
                <a:cubicBezTo>
                  <a:pt x="14" y="53"/>
                  <a:pt x="14" y="53"/>
                  <a:pt x="14" y="53"/>
                </a:cubicBezTo>
                <a:lnTo>
                  <a:pt x="18" y="50"/>
                </a:lnTo>
                <a:close/>
                <a:moveTo>
                  <a:pt x="33" y="17"/>
                </a:moveTo>
                <a:cubicBezTo>
                  <a:pt x="33" y="17"/>
                  <a:pt x="33" y="17"/>
                  <a:pt x="33" y="17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39"/>
                  <a:pt x="12" y="39"/>
                  <a:pt x="13" y="39"/>
                </a:cubicBezTo>
                <a:cubicBezTo>
                  <a:pt x="13" y="39"/>
                  <a:pt x="13" y="39"/>
                  <a:pt x="13" y="39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7"/>
                  <a:pt x="34" y="17"/>
                  <a:pt x="33" y="17"/>
                </a:cubicBezTo>
                <a:close/>
                <a:moveTo>
                  <a:pt x="57" y="18"/>
                </a:moveTo>
                <a:cubicBezTo>
                  <a:pt x="50" y="24"/>
                  <a:pt x="50" y="24"/>
                  <a:pt x="50" y="24"/>
                </a:cubicBezTo>
                <a:cubicBezTo>
                  <a:pt x="34" y="8"/>
                  <a:pt x="34" y="8"/>
                  <a:pt x="34" y="8"/>
                </a:cubicBezTo>
                <a:cubicBezTo>
                  <a:pt x="41" y="2"/>
                  <a:pt x="41" y="2"/>
                  <a:pt x="41" y="2"/>
                </a:cubicBezTo>
                <a:cubicBezTo>
                  <a:pt x="42" y="1"/>
                  <a:pt x="43" y="0"/>
                  <a:pt x="44" y="0"/>
                </a:cubicBezTo>
                <a:cubicBezTo>
                  <a:pt x="45" y="0"/>
                  <a:pt x="47" y="1"/>
                  <a:pt x="48" y="2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12"/>
                  <a:pt x="58" y="13"/>
                  <a:pt x="58" y="14"/>
                </a:cubicBezTo>
                <a:cubicBezTo>
                  <a:pt x="58" y="15"/>
                  <a:pt x="57" y="17"/>
                  <a:pt x="57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11"/>
          <p:cNvSpPr/>
          <p:nvPr/>
        </p:nvSpPr>
        <p:spPr>
          <a:xfrm>
            <a:off x="7908925" y="4394200"/>
            <a:ext cx="201613" cy="200025"/>
          </a:xfrm>
          <a:custGeom>
            <a:rect b="b" l="l" r="r" t="t"/>
            <a:pathLst>
              <a:path extrusionOk="0" h="58" w="59">
                <a:moveTo>
                  <a:pt x="59" y="47"/>
                </a:moveTo>
                <a:cubicBezTo>
                  <a:pt x="59" y="53"/>
                  <a:pt x="54" y="58"/>
                  <a:pt x="48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4" y="0"/>
                  <a:pt x="59" y="4"/>
                  <a:pt x="59" y="10"/>
                </a:cubicBezTo>
                <a:lnTo>
                  <a:pt x="59" y="47"/>
                </a:lnTo>
                <a:close/>
                <a:moveTo>
                  <a:pt x="49" y="39"/>
                </a:moveTo>
                <a:cubicBezTo>
                  <a:pt x="49" y="39"/>
                  <a:pt x="43" y="36"/>
                  <a:pt x="42" y="35"/>
                </a:cubicBezTo>
                <a:cubicBezTo>
                  <a:pt x="41" y="35"/>
                  <a:pt x="41" y="34"/>
                  <a:pt x="40" y="34"/>
                </a:cubicBezTo>
                <a:cubicBezTo>
                  <a:pt x="38" y="34"/>
                  <a:pt x="36" y="39"/>
                  <a:pt x="34" y="39"/>
                </a:cubicBezTo>
                <a:cubicBezTo>
                  <a:pt x="33" y="39"/>
                  <a:pt x="32" y="38"/>
                  <a:pt x="32" y="38"/>
                </a:cubicBezTo>
                <a:cubicBezTo>
                  <a:pt x="27" y="35"/>
                  <a:pt x="23" y="32"/>
                  <a:pt x="20" y="27"/>
                </a:cubicBezTo>
                <a:cubicBezTo>
                  <a:pt x="20" y="26"/>
                  <a:pt x="19" y="25"/>
                  <a:pt x="19" y="24"/>
                </a:cubicBezTo>
                <a:cubicBezTo>
                  <a:pt x="19" y="23"/>
                  <a:pt x="24" y="20"/>
                  <a:pt x="24" y="19"/>
                </a:cubicBezTo>
                <a:cubicBezTo>
                  <a:pt x="24" y="18"/>
                  <a:pt x="23" y="17"/>
                  <a:pt x="23" y="16"/>
                </a:cubicBezTo>
                <a:cubicBezTo>
                  <a:pt x="22" y="15"/>
                  <a:pt x="20" y="10"/>
                  <a:pt x="19" y="9"/>
                </a:cubicBezTo>
                <a:cubicBezTo>
                  <a:pt x="19" y="9"/>
                  <a:pt x="19" y="9"/>
                  <a:pt x="18" y="9"/>
                </a:cubicBezTo>
                <a:cubicBezTo>
                  <a:pt x="17" y="9"/>
                  <a:pt x="15" y="10"/>
                  <a:pt x="14" y="10"/>
                </a:cubicBezTo>
                <a:cubicBezTo>
                  <a:pt x="12" y="11"/>
                  <a:pt x="10" y="16"/>
                  <a:pt x="10" y="19"/>
                </a:cubicBezTo>
                <a:cubicBezTo>
                  <a:pt x="10" y="21"/>
                  <a:pt x="11" y="24"/>
                  <a:pt x="12" y="26"/>
                </a:cubicBezTo>
                <a:cubicBezTo>
                  <a:pt x="15" y="34"/>
                  <a:pt x="24" y="43"/>
                  <a:pt x="32" y="46"/>
                </a:cubicBezTo>
                <a:cubicBezTo>
                  <a:pt x="35" y="47"/>
                  <a:pt x="37" y="48"/>
                  <a:pt x="40" y="48"/>
                </a:cubicBezTo>
                <a:cubicBezTo>
                  <a:pt x="42" y="48"/>
                  <a:pt x="47" y="46"/>
                  <a:pt x="48" y="44"/>
                </a:cubicBezTo>
                <a:cubicBezTo>
                  <a:pt x="49" y="43"/>
                  <a:pt x="49" y="41"/>
                  <a:pt x="49" y="40"/>
                </a:cubicBezTo>
                <a:cubicBezTo>
                  <a:pt x="49" y="40"/>
                  <a:pt x="49" y="40"/>
                  <a:pt x="49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11"/>
          <p:cNvSpPr/>
          <p:nvPr/>
        </p:nvSpPr>
        <p:spPr>
          <a:xfrm>
            <a:off x="8402638" y="4394200"/>
            <a:ext cx="198437" cy="200025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23" y="5"/>
                </a:moveTo>
                <a:cubicBezTo>
                  <a:pt x="21" y="5"/>
                  <a:pt x="20" y="6"/>
                  <a:pt x="18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1" y="38"/>
                  <a:pt x="11" y="38"/>
                  <a:pt x="11" y="38"/>
                </a:cubicBezTo>
                <a:cubicBezTo>
                  <a:pt x="19" y="37"/>
                  <a:pt x="19" y="37"/>
                  <a:pt x="19" y="37"/>
                </a:cubicBezTo>
                <a:cubicBezTo>
                  <a:pt x="19" y="29"/>
                  <a:pt x="19" y="29"/>
                  <a:pt x="19" y="29"/>
                </a:cubicBezTo>
                <a:cubicBezTo>
                  <a:pt x="20" y="29"/>
                  <a:pt x="22" y="30"/>
                  <a:pt x="23" y="30"/>
                </a:cubicBezTo>
                <a:cubicBezTo>
                  <a:pt x="30" y="30"/>
                  <a:pt x="35" y="24"/>
                  <a:pt x="35" y="17"/>
                </a:cubicBezTo>
                <a:cubicBezTo>
                  <a:pt x="35" y="11"/>
                  <a:pt x="30" y="5"/>
                  <a:pt x="23" y="5"/>
                </a:cubicBezTo>
                <a:close/>
                <a:moveTo>
                  <a:pt x="22" y="23"/>
                </a:moveTo>
                <a:cubicBezTo>
                  <a:pt x="20" y="23"/>
                  <a:pt x="20" y="23"/>
                  <a:pt x="19" y="22"/>
                </a:cubicBezTo>
                <a:cubicBezTo>
                  <a:pt x="19" y="12"/>
                  <a:pt x="19" y="12"/>
                  <a:pt x="19" y="12"/>
                </a:cubicBezTo>
                <a:cubicBezTo>
                  <a:pt x="20" y="12"/>
                  <a:pt x="20" y="11"/>
                  <a:pt x="22" y="11"/>
                </a:cubicBezTo>
                <a:cubicBezTo>
                  <a:pt x="24" y="11"/>
                  <a:pt x="26" y="14"/>
                  <a:pt x="26" y="17"/>
                </a:cubicBezTo>
                <a:cubicBezTo>
                  <a:pt x="26" y="20"/>
                  <a:pt x="24" y="23"/>
                  <a:pt x="22" y="23"/>
                </a:cubicBezTo>
                <a:close/>
                <a:moveTo>
                  <a:pt x="36" y="21"/>
                </a:moveTo>
                <a:cubicBezTo>
                  <a:pt x="36" y="21"/>
                  <a:pt x="35" y="21"/>
                  <a:pt x="35" y="21"/>
                </a:cubicBezTo>
                <a:cubicBezTo>
                  <a:pt x="34" y="23"/>
                  <a:pt x="33" y="25"/>
                  <a:pt x="32" y="27"/>
                </a:cubicBezTo>
                <a:cubicBezTo>
                  <a:pt x="30" y="29"/>
                  <a:pt x="27" y="30"/>
                  <a:pt x="24" y="30"/>
                </a:cubicBezTo>
                <a:cubicBezTo>
                  <a:pt x="24" y="54"/>
                  <a:pt x="24" y="54"/>
                  <a:pt x="24" y="54"/>
                </a:cubicBezTo>
                <a:cubicBezTo>
                  <a:pt x="32" y="53"/>
                  <a:pt x="32" y="53"/>
                  <a:pt x="32" y="53"/>
                </a:cubicBezTo>
                <a:cubicBezTo>
                  <a:pt x="32" y="45"/>
                  <a:pt x="32" y="45"/>
                  <a:pt x="32" y="45"/>
                </a:cubicBezTo>
                <a:cubicBezTo>
                  <a:pt x="33" y="46"/>
                  <a:pt x="35" y="46"/>
                  <a:pt x="36" y="46"/>
                </a:cubicBezTo>
                <a:cubicBezTo>
                  <a:pt x="43" y="46"/>
                  <a:pt x="48" y="40"/>
                  <a:pt x="48" y="34"/>
                </a:cubicBezTo>
                <a:cubicBezTo>
                  <a:pt x="48" y="27"/>
                  <a:pt x="43" y="21"/>
                  <a:pt x="36" y="21"/>
                </a:cubicBezTo>
                <a:close/>
                <a:moveTo>
                  <a:pt x="35" y="39"/>
                </a:moveTo>
                <a:cubicBezTo>
                  <a:pt x="33" y="39"/>
                  <a:pt x="33" y="39"/>
                  <a:pt x="32" y="39"/>
                </a:cubicBezTo>
                <a:cubicBezTo>
                  <a:pt x="32" y="28"/>
                  <a:pt x="32" y="28"/>
                  <a:pt x="32" y="28"/>
                </a:cubicBezTo>
                <a:cubicBezTo>
                  <a:pt x="33" y="28"/>
                  <a:pt x="33" y="28"/>
                  <a:pt x="35" y="28"/>
                </a:cubicBezTo>
                <a:cubicBezTo>
                  <a:pt x="37" y="28"/>
                  <a:pt x="39" y="30"/>
                  <a:pt x="39" y="33"/>
                </a:cubicBezTo>
                <a:cubicBezTo>
                  <a:pt x="39" y="37"/>
                  <a:pt x="37" y="39"/>
                  <a:pt x="35" y="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11"/>
          <p:cNvSpPr/>
          <p:nvPr/>
        </p:nvSpPr>
        <p:spPr>
          <a:xfrm>
            <a:off x="8843963" y="4387850"/>
            <a:ext cx="188912" cy="188913"/>
          </a:xfrm>
          <a:custGeom>
            <a:rect b="b" l="l" r="r" t="t"/>
            <a:pathLst>
              <a:path extrusionOk="0" h="55" w="55">
                <a:moveTo>
                  <a:pt x="49" y="15"/>
                </a:moveTo>
                <a:cubicBezTo>
                  <a:pt x="43" y="21"/>
                  <a:pt x="43" y="21"/>
                  <a:pt x="43" y="21"/>
                </a:cubicBezTo>
                <a:cubicBezTo>
                  <a:pt x="49" y="47"/>
                  <a:pt x="49" y="47"/>
                  <a:pt x="49" y="47"/>
                </a:cubicBezTo>
                <a:cubicBezTo>
                  <a:pt x="49" y="48"/>
                  <a:pt x="49" y="48"/>
                  <a:pt x="49" y="49"/>
                </a:cubicBezTo>
                <a:cubicBezTo>
                  <a:pt x="44" y="52"/>
                  <a:pt x="44" y="52"/>
                  <a:pt x="44" y="52"/>
                </a:cubicBezTo>
                <a:cubicBezTo>
                  <a:pt x="43" y="52"/>
                  <a:pt x="43" y="53"/>
                  <a:pt x="43" y="53"/>
                </a:cubicBezTo>
                <a:cubicBezTo>
                  <a:pt x="43" y="53"/>
                  <a:pt x="43" y="53"/>
                  <a:pt x="43" y="53"/>
                </a:cubicBezTo>
                <a:cubicBezTo>
                  <a:pt x="42" y="52"/>
                  <a:pt x="42" y="52"/>
                  <a:pt x="42" y="52"/>
                </a:cubicBezTo>
                <a:cubicBezTo>
                  <a:pt x="31" y="33"/>
                  <a:pt x="31" y="33"/>
                  <a:pt x="31" y="33"/>
                </a:cubicBezTo>
                <a:cubicBezTo>
                  <a:pt x="21" y="42"/>
                  <a:pt x="21" y="42"/>
                  <a:pt x="21" y="42"/>
                </a:cubicBezTo>
                <a:cubicBezTo>
                  <a:pt x="23" y="50"/>
                  <a:pt x="23" y="50"/>
                  <a:pt x="23" y="50"/>
                </a:cubicBezTo>
                <a:cubicBezTo>
                  <a:pt x="24" y="50"/>
                  <a:pt x="23" y="51"/>
                  <a:pt x="23" y="51"/>
                </a:cubicBezTo>
                <a:cubicBezTo>
                  <a:pt x="20" y="55"/>
                  <a:pt x="20" y="55"/>
                  <a:pt x="20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0" y="45"/>
                  <a:pt x="10" y="45"/>
                  <a:pt x="10" y="45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7"/>
                  <a:pt x="0" y="37"/>
                </a:cubicBezTo>
                <a:cubicBezTo>
                  <a:pt x="0" y="37"/>
                  <a:pt x="1" y="36"/>
                  <a:pt x="1" y="36"/>
                </a:cubicBezTo>
                <a:cubicBezTo>
                  <a:pt x="4" y="32"/>
                  <a:pt x="4" y="32"/>
                  <a:pt x="4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6" y="32"/>
                  <a:pt x="6" y="32"/>
                </a:cubicBezTo>
                <a:cubicBezTo>
                  <a:pt x="13" y="34"/>
                  <a:pt x="13" y="34"/>
                  <a:pt x="13" y="34"/>
                </a:cubicBezTo>
                <a:cubicBezTo>
                  <a:pt x="23" y="24"/>
                  <a:pt x="23" y="24"/>
                  <a:pt x="23" y="24"/>
                </a:cubicBezTo>
                <a:cubicBezTo>
                  <a:pt x="4" y="14"/>
                  <a:pt x="4" y="14"/>
                  <a:pt x="4" y="14"/>
                </a:cubicBezTo>
                <a:cubicBezTo>
                  <a:pt x="3" y="13"/>
                  <a:pt x="3" y="13"/>
                  <a:pt x="3" y="13"/>
                </a:cubicBezTo>
                <a:cubicBezTo>
                  <a:pt x="3" y="12"/>
                  <a:pt x="3" y="12"/>
                  <a:pt x="3" y="12"/>
                </a:cubicBezTo>
                <a:cubicBezTo>
                  <a:pt x="8" y="7"/>
                  <a:pt x="8" y="7"/>
                  <a:pt x="8" y="7"/>
                </a:cubicBezTo>
                <a:cubicBezTo>
                  <a:pt x="8" y="6"/>
                  <a:pt x="9" y="6"/>
                  <a:pt x="9" y="6"/>
                </a:cubicBezTo>
                <a:cubicBezTo>
                  <a:pt x="34" y="12"/>
                  <a:pt x="34" y="12"/>
                  <a:pt x="34" y="12"/>
                </a:cubicBezTo>
                <a:cubicBezTo>
                  <a:pt x="41" y="6"/>
                  <a:pt x="41" y="6"/>
                  <a:pt x="41" y="6"/>
                </a:cubicBezTo>
                <a:cubicBezTo>
                  <a:pt x="44" y="3"/>
                  <a:pt x="50" y="0"/>
                  <a:pt x="53" y="3"/>
                </a:cubicBezTo>
                <a:cubicBezTo>
                  <a:pt x="55" y="5"/>
                  <a:pt x="53" y="11"/>
                  <a:pt x="49" y="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11"/>
          <p:cNvSpPr/>
          <p:nvPr/>
        </p:nvSpPr>
        <p:spPr>
          <a:xfrm>
            <a:off x="71438" y="4759325"/>
            <a:ext cx="233362" cy="236538"/>
          </a:xfrm>
          <a:custGeom>
            <a:rect b="b" l="l" r="r" t="t"/>
            <a:pathLst>
              <a:path extrusionOk="0" h="69" w="68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11"/>
          <p:cNvSpPr/>
          <p:nvPr/>
        </p:nvSpPr>
        <p:spPr>
          <a:xfrm>
            <a:off x="493713" y="4779963"/>
            <a:ext cx="182562" cy="180975"/>
          </a:xfrm>
          <a:custGeom>
            <a:rect b="b" l="l" r="r" t="t"/>
            <a:pathLst>
              <a:path extrusionOk="0" h="53" w="53">
                <a:moveTo>
                  <a:pt x="53" y="42"/>
                </a:moveTo>
                <a:cubicBezTo>
                  <a:pt x="53" y="48"/>
                  <a:pt x="48" y="53"/>
                  <a:pt x="42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5" y="53"/>
                  <a:pt x="0" y="48"/>
                  <a:pt x="0" y="42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8" y="0"/>
                  <a:pt x="53" y="4"/>
                  <a:pt x="53" y="10"/>
                </a:cubicBezTo>
                <a:lnTo>
                  <a:pt x="53" y="42"/>
                </a:lnTo>
                <a:close/>
                <a:moveTo>
                  <a:pt x="48" y="10"/>
                </a:moveTo>
                <a:cubicBezTo>
                  <a:pt x="48" y="7"/>
                  <a:pt x="46" y="4"/>
                  <a:pt x="42" y="4"/>
                </a:cubicBezTo>
                <a:cubicBezTo>
                  <a:pt x="11" y="4"/>
                  <a:pt x="11" y="4"/>
                  <a:pt x="11" y="4"/>
                </a:cubicBezTo>
                <a:cubicBezTo>
                  <a:pt x="7" y="4"/>
                  <a:pt x="5" y="7"/>
                  <a:pt x="5" y="10"/>
                </a:cubicBezTo>
                <a:cubicBezTo>
                  <a:pt x="5" y="42"/>
                  <a:pt x="5" y="42"/>
                  <a:pt x="5" y="42"/>
                </a:cubicBezTo>
                <a:cubicBezTo>
                  <a:pt x="5" y="45"/>
                  <a:pt x="7" y="48"/>
                  <a:pt x="11" y="48"/>
                </a:cubicBezTo>
                <a:cubicBezTo>
                  <a:pt x="42" y="48"/>
                  <a:pt x="42" y="48"/>
                  <a:pt x="42" y="48"/>
                </a:cubicBezTo>
                <a:cubicBezTo>
                  <a:pt x="46" y="48"/>
                  <a:pt x="48" y="45"/>
                  <a:pt x="48" y="42"/>
                </a:cubicBezTo>
                <a:lnTo>
                  <a:pt x="48" y="10"/>
                </a:lnTo>
                <a:close/>
                <a:moveTo>
                  <a:pt x="43" y="27"/>
                </a:moveTo>
                <a:cubicBezTo>
                  <a:pt x="43" y="28"/>
                  <a:pt x="43" y="29"/>
                  <a:pt x="42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42"/>
                  <a:pt x="29" y="42"/>
                  <a:pt x="29" y="42"/>
                </a:cubicBezTo>
                <a:cubicBezTo>
                  <a:pt x="29" y="43"/>
                  <a:pt x="28" y="43"/>
                  <a:pt x="28" y="43"/>
                </a:cubicBezTo>
                <a:cubicBezTo>
                  <a:pt x="25" y="43"/>
                  <a:pt x="25" y="43"/>
                  <a:pt x="25" y="43"/>
                </a:cubicBezTo>
                <a:cubicBezTo>
                  <a:pt x="25" y="43"/>
                  <a:pt x="24" y="43"/>
                  <a:pt x="24" y="42"/>
                </a:cubicBezTo>
                <a:cubicBezTo>
                  <a:pt x="24" y="29"/>
                  <a:pt x="24" y="29"/>
                  <a:pt x="24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10" y="29"/>
                  <a:pt x="9" y="28"/>
                  <a:pt x="9" y="27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24"/>
                  <a:pt x="10" y="24"/>
                  <a:pt x="11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5" y="9"/>
                  <a:pt x="25" y="9"/>
                </a:cubicBezTo>
                <a:cubicBezTo>
                  <a:pt x="28" y="9"/>
                  <a:pt x="28" y="9"/>
                  <a:pt x="28" y="9"/>
                </a:cubicBezTo>
                <a:cubicBezTo>
                  <a:pt x="28" y="9"/>
                  <a:pt x="29" y="10"/>
                  <a:pt x="29" y="10"/>
                </a:cubicBezTo>
                <a:cubicBezTo>
                  <a:pt x="29" y="24"/>
                  <a:pt x="29" y="24"/>
                  <a:pt x="29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43" y="24"/>
                  <a:pt x="43" y="24"/>
                  <a:pt x="43" y="25"/>
                </a:cubicBezTo>
                <a:lnTo>
                  <a:pt x="43" y="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11"/>
          <p:cNvSpPr/>
          <p:nvPr/>
        </p:nvSpPr>
        <p:spPr>
          <a:xfrm>
            <a:off x="989013" y="4762500"/>
            <a:ext cx="230187" cy="233363"/>
          </a:xfrm>
          <a:custGeom>
            <a:rect b="b" l="l" r="r" t="t"/>
            <a:pathLst>
              <a:path extrusionOk="0" h="68" w="67">
                <a:moveTo>
                  <a:pt x="10" y="28"/>
                </a:moveTo>
                <a:cubicBezTo>
                  <a:pt x="10" y="27"/>
                  <a:pt x="10" y="26"/>
                  <a:pt x="11" y="25"/>
                </a:cubicBezTo>
                <a:cubicBezTo>
                  <a:pt x="11" y="24"/>
                  <a:pt x="11" y="22"/>
                  <a:pt x="12" y="21"/>
                </a:cubicBezTo>
                <a:cubicBezTo>
                  <a:pt x="12" y="14"/>
                  <a:pt x="18" y="5"/>
                  <a:pt x="24" y="2"/>
                </a:cubicBezTo>
                <a:cubicBezTo>
                  <a:pt x="28" y="0"/>
                  <a:pt x="32" y="0"/>
                  <a:pt x="36" y="0"/>
                </a:cubicBezTo>
                <a:cubicBezTo>
                  <a:pt x="40" y="0"/>
                  <a:pt x="43" y="0"/>
                  <a:pt x="46" y="2"/>
                </a:cubicBezTo>
                <a:cubicBezTo>
                  <a:pt x="55" y="6"/>
                  <a:pt x="57" y="13"/>
                  <a:pt x="59" y="21"/>
                </a:cubicBezTo>
                <a:cubicBezTo>
                  <a:pt x="59" y="22"/>
                  <a:pt x="59" y="22"/>
                  <a:pt x="59" y="22"/>
                </a:cubicBezTo>
                <a:cubicBezTo>
                  <a:pt x="60" y="23"/>
                  <a:pt x="61" y="25"/>
                  <a:pt x="61" y="27"/>
                </a:cubicBezTo>
                <a:cubicBezTo>
                  <a:pt x="61" y="28"/>
                  <a:pt x="61" y="29"/>
                  <a:pt x="61" y="30"/>
                </a:cubicBezTo>
                <a:cubicBezTo>
                  <a:pt x="61" y="30"/>
                  <a:pt x="61" y="31"/>
                  <a:pt x="61" y="31"/>
                </a:cubicBezTo>
                <a:cubicBezTo>
                  <a:pt x="64" y="36"/>
                  <a:pt x="67" y="41"/>
                  <a:pt x="67" y="47"/>
                </a:cubicBezTo>
                <a:cubicBezTo>
                  <a:pt x="67" y="48"/>
                  <a:pt x="66" y="53"/>
                  <a:pt x="64" y="53"/>
                </a:cubicBezTo>
                <a:cubicBezTo>
                  <a:pt x="63" y="53"/>
                  <a:pt x="61" y="49"/>
                  <a:pt x="61" y="48"/>
                </a:cubicBezTo>
                <a:cubicBezTo>
                  <a:pt x="61" y="48"/>
                  <a:pt x="61" y="48"/>
                  <a:pt x="61" y="48"/>
                </a:cubicBezTo>
                <a:cubicBezTo>
                  <a:pt x="60" y="48"/>
                  <a:pt x="60" y="48"/>
                  <a:pt x="60" y="48"/>
                </a:cubicBezTo>
                <a:cubicBezTo>
                  <a:pt x="59" y="51"/>
                  <a:pt x="58" y="54"/>
                  <a:pt x="55" y="57"/>
                </a:cubicBezTo>
                <a:cubicBezTo>
                  <a:pt x="57" y="59"/>
                  <a:pt x="61" y="59"/>
                  <a:pt x="62" y="62"/>
                </a:cubicBezTo>
                <a:cubicBezTo>
                  <a:pt x="61" y="63"/>
                  <a:pt x="61" y="63"/>
                  <a:pt x="61" y="64"/>
                </a:cubicBezTo>
                <a:cubicBezTo>
                  <a:pt x="59" y="67"/>
                  <a:pt x="53" y="67"/>
                  <a:pt x="50" y="67"/>
                </a:cubicBezTo>
                <a:cubicBezTo>
                  <a:pt x="45" y="67"/>
                  <a:pt x="41" y="66"/>
                  <a:pt x="37" y="65"/>
                </a:cubicBezTo>
                <a:cubicBezTo>
                  <a:pt x="36" y="64"/>
                  <a:pt x="35" y="65"/>
                  <a:pt x="34" y="64"/>
                </a:cubicBezTo>
                <a:cubicBezTo>
                  <a:pt x="31" y="67"/>
                  <a:pt x="26" y="68"/>
                  <a:pt x="22" y="68"/>
                </a:cubicBezTo>
                <a:cubicBezTo>
                  <a:pt x="20" y="68"/>
                  <a:pt x="8" y="68"/>
                  <a:pt x="8" y="63"/>
                </a:cubicBezTo>
                <a:cubicBezTo>
                  <a:pt x="8" y="60"/>
                  <a:pt x="9" y="60"/>
                  <a:pt x="10" y="58"/>
                </a:cubicBezTo>
                <a:cubicBezTo>
                  <a:pt x="12" y="58"/>
                  <a:pt x="12" y="58"/>
                  <a:pt x="14" y="58"/>
                </a:cubicBezTo>
                <a:cubicBezTo>
                  <a:pt x="14" y="58"/>
                  <a:pt x="14" y="58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2" y="57"/>
                  <a:pt x="8" y="50"/>
                  <a:pt x="7" y="47"/>
                </a:cubicBezTo>
                <a:cubicBezTo>
                  <a:pt x="7" y="47"/>
                  <a:pt x="7" y="47"/>
                  <a:pt x="7" y="47"/>
                </a:cubicBezTo>
                <a:cubicBezTo>
                  <a:pt x="7" y="47"/>
                  <a:pt x="7" y="48"/>
                  <a:pt x="7" y="48"/>
                </a:cubicBezTo>
                <a:cubicBezTo>
                  <a:pt x="6" y="50"/>
                  <a:pt x="4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1" y="52"/>
                  <a:pt x="2" y="52"/>
                  <a:pt x="1" y="52"/>
                </a:cubicBezTo>
                <a:cubicBezTo>
                  <a:pt x="1" y="51"/>
                  <a:pt x="0" y="49"/>
                  <a:pt x="0" y="48"/>
                </a:cubicBezTo>
                <a:cubicBezTo>
                  <a:pt x="0" y="40"/>
                  <a:pt x="4" y="35"/>
                  <a:pt x="10" y="30"/>
                </a:cubicBezTo>
                <a:cubicBezTo>
                  <a:pt x="10" y="30"/>
                  <a:pt x="10" y="29"/>
                  <a:pt x="10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11"/>
          <p:cNvSpPr/>
          <p:nvPr/>
        </p:nvSpPr>
        <p:spPr>
          <a:xfrm>
            <a:off x="1482725" y="4779963"/>
            <a:ext cx="215900" cy="180975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11"/>
          <p:cNvSpPr/>
          <p:nvPr/>
        </p:nvSpPr>
        <p:spPr>
          <a:xfrm>
            <a:off x="1976438" y="4762500"/>
            <a:ext cx="230187" cy="233363"/>
          </a:xfrm>
          <a:custGeom>
            <a:rect b="b" l="l" r="r" t="t"/>
            <a:pathLst>
              <a:path extrusionOk="0" h="68" w="67">
                <a:moveTo>
                  <a:pt x="16" y="5"/>
                </a:moveTo>
                <a:cubicBezTo>
                  <a:pt x="17" y="5"/>
                  <a:pt x="17" y="5"/>
                  <a:pt x="17" y="5"/>
                </a:cubicBezTo>
                <a:cubicBezTo>
                  <a:pt x="16" y="6"/>
                  <a:pt x="1" y="23"/>
                  <a:pt x="15" y="37"/>
                </a:cubicBezTo>
                <a:cubicBezTo>
                  <a:pt x="22" y="43"/>
                  <a:pt x="27" y="37"/>
                  <a:pt x="27" y="37"/>
                </a:cubicBezTo>
                <a:cubicBezTo>
                  <a:pt x="32" y="30"/>
                  <a:pt x="27" y="20"/>
                  <a:pt x="27" y="20"/>
                </a:cubicBezTo>
                <a:cubicBezTo>
                  <a:pt x="26" y="16"/>
                  <a:pt x="21" y="14"/>
                  <a:pt x="21" y="14"/>
                </a:cubicBezTo>
                <a:cubicBezTo>
                  <a:pt x="25" y="10"/>
                  <a:pt x="25" y="10"/>
                  <a:pt x="25" y="10"/>
                </a:cubicBezTo>
                <a:cubicBezTo>
                  <a:pt x="28" y="11"/>
                  <a:pt x="31" y="15"/>
                  <a:pt x="31" y="15"/>
                </a:cubicBezTo>
                <a:cubicBezTo>
                  <a:pt x="31" y="11"/>
                  <a:pt x="28" y="7"/>
                  <a:pt x="28" y="7"/>
                </a:cubicBezTo>
                <a:cubicBezTo>
                  <a:pt x="34" y="0"/>
                  <a:pt x="34" y="0"/>
                  <a:pt x="34" y="0"/>
                </a:cubicBezTo>
                <a:cubicBezTo>
                  <a:pt x="40" y="7"/>
                  <a:pt x="40" y="7"/>
                  <a:pt x="40" y="7"/>
                </a:cubicBezTo>
                <a:cubicBezTo>
                  <a:pt x="37" y="11"/>
                  <a:pt x="37" y="15"/>
                  <a:pt x="37" y="15"/>
                </a:cubicBezTo>
                <a:cubicBezTo>
                  <a:pt x="39" y="12"/>
                  <a:pt x="43" y="10"/>
                  <a:pt x="43" y="10"/>
                </a:cubicBezTo>
                <a:cubicBezTo>
                  <a:pt x="47" y="14"/>
                  <a:pt x="47" y="14"/>
                  <a:pt x="47" y="14"/>
                </a:cubicBezTo>
                <a:cubicBezTo>
                  <a:pt x="43" y="15"/>
                  <a:pt x="40" y="20"/>
                  <a:pt x="40" y="20"/>
                </a:cubicBezTo>
                <a:cubicBezTo>
                  <a:pt x="38" y="23"/>
                  <a:pt x="37" y="32"/>
                  <a:pt x="40" y="37"/>
                </a:cubicBezTo>
                <a:cubicBezTo>
                  <a:pt x="45" y="43"/>
                  <a:pt x="52" y="37"/>
                  <a:pt x="52" y="37"/>
                </a:cubicBezTo>
                <a:cubicBezTo>
                  <a:pt x="67" y="24"/>
                  <a:pt x="51" y="6"/>
                  <a:pt x="51" y="6"/>
                </a:cubicBezTo>
                <a:cubicBezTo>
                  <a:pt x="50" y="5"/>
                  <a:pt x="51" y="5"/>
                  <a:pt x="51" y="5"/>
                </a:cubicBezTo>
                <a:cubicBezTo>
                  <a:pt x="58" y="10"/>
                  <a:pt x="67" y="17"/>
                  <a:pt x="67" y="34"/>
                </a:cubicBezTo>
                <a:cubicBezTo>
                  <a:pt x="67" y="53"/>
                  <a:pt x="53" y="68"/>
                  <a:pt x="34" y="68"/>
                </a:cubicBezTo>
                <a:cubicBezTo>
                  <a:pt x="15" y="68"/>
                  <a:pt x="0" y="52"/>
                  <a:pt x="0" y="33"/>
                </a:cubicBezTo>
                <a:cubicBezTo>
                  <a:pt x="1" y="22"/>
                  <a:pt x="6" y="12"/>
                  <a:pt x="16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7" name="Google Shape;3077;p11"/>
          <p:cNvSpPr/>
          <p:nvPr/>
        </p:nvSpPr>
        <p:spPr>
          <a:xfrm>
            <a:off x="2471738" y="4779963"/>
            <a:ext cx="201612" cy="198437"/>
          </a:xfrm>
          <a:custGeom>
            <a:rect b="b" l="l" r="r" t="t"/>
            <a:pathLst>
              <a:path extrusionOk="0" h="58" w="59">
                <a:moveTo>
                  <a:pt x="58" y="35"/>
                </a:moveTo>
                <a:cubicBezTo>
                  <a:pt x="55" y="48"/>
                  <a:pt x="43" y="58"/>
                  <a:pt x="29" y="58"/>
                </a:cubicBezTo>
                <a:cubicBezTo>
                  <a:pt x="22" y="58"/>
                  <a:pt x="15" y="55"/>
                  <a:pt x="9" y="50"/>
                </a:cubicBezTo>
                <a:cubicBezTo>
                  <a:pt x="5" y="55"/>
                  <a:pt x="5" y="55"/>
                  <a:pt x="5" y="55"/>
                </a:cubicBezTo>
                <a:cubicBezTo>
                  <a:pt x="4" y="55"/>
                  <a:pt x="4" y="55"/>
                  <a:pt x="3" y="55"/>
                </a:cubicBezTo>
                <a:cubicBezTo>
                  <a:pt x="2" y="55"/>
                  <a:pt x="0" y="54"/>
                  <a:pt x="0" y="53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5"/>
                  <a:pt x="2" y="34"/>
                  <a:pt x="3" y="34"/>
                </a:cubicBezTo>
                <a:cubicBezTo>
                  <a:pt x="20" y="34"/>
                  <a:pt x="20" y="34"/>
                  <a:pt x="20" y="34"/>
                </a:cubicBezTo>
                <a:cubicBezTo>
                  <a:pt x="21" y="34"/>
                  <a:pt x="22" y="35"/>
                  <a:pt x="22" y="36"/>
                </a:cubicBezTo>
                <a:cubicBezTo>
                  <a:pt x="22" y="37"/>
                  <a:pt x="22" y="37"/>
                  <a:pt x="22" y="38"/>
                </a:cubicBezTo>
                <a:cubicBezTo>
                  <a:pt x="16" y="43"/>
                  <a:pt x="16" y="43"/>
                  <a:pt x="16" y="43"/>
                </a:cubicBezTo>
                <a:cubicBezTo>
                  <a:pt x="20" y="46"/>
                  <a:pt x="25" y="48"/>
                  <a:pt x="30" y="48"/>
                </a:cubicBezTo>
                <a:cubicBezTo>
                  <a:pt x="36" y="48"/>
                  <a:pt x="43" y="45"/>
                  <a:pt x="46" y="39"/>
                </a:cubicBezTo>
                <a:cubicBezTo>
                  <a:pt x="47" y="37"/>
                  <a:pt x="48" y="36"/>
                  <a:pt x="48" y="34"/>
                </a:cubicBezTo>
                <a:cubicBezTo>
                  <a:pt x="48" y="34"/>
                  <a:pt x="49" y="34"/>
                  <a:pt x="49" y="34"/>
                </a:cubicBezTo>
                <a:cubicBezTo>
                  <a:pt x="57" y="34"/>
                  <a:pt x="57" y="34"/>
                  <a:pt x="57" y="34"/>
                </a:cubicBezTo>
                <a:cubicBezTo>
                  <a:pt x="57" y="34"/>
                  <a:pt x="58" y="34"/>
                  <a:pt x="58" y="35"/>
                </a:cubicBezTo>
                <a:cubicBezTo>
                  <a:pt x="58" y="35"/>
                  <a:pt x="58" y="35"/>
                  <a:pt x="58" y="35"/>
                </a:cubicBezTo>
                <a:close/>
                <a:moveTo>
                  <a:pt x="59" y="21"/>
                </a:moveTo>
                <a:cubicBezTo>
                  <a:pt x="59" y="23"/>
                  <a:pt x="58" y="24"/>
                  <a:pt x="56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8" y="24"/>
                  <a:pt x="37" y="23"/>
                  <a:pt x="37" y="21"/>
                </a:cubicBezTo>
                <a:cubicBezTo>
                  <a:pt x="37" y="21"/>
                  <a:pt x="37" y="20"/>
                  <a:pt x="38" y="20"/>
                </a:cubicBezTo>
                <a:cubicBezTo>
                  <a:pt x="43" y="14"/>
                  <a:pt x="43" y="14"/>
                  <a:pt x="43" y="14"/>
                </a:cubicBezTo>
                <a:cubicBezTo>
                  <a:pt x="39" y="11"/>
                  <a:pt x="34" y="9"/>
                  <a:pt x="30" y="9"/>
                </a:cubicBezTo>
                <a:cubicBezTo>
                  <a:pt x="23" y="9"/>
                  <a:pt x="17" y="13"/>
                  <a:pt x="13" y="19"/>
                </a:cubicBezTo>
                <a:cubicBezTo>
                  <a:pt x="12" y="20"/>
                  <a:pt x="12" y="21"/>
                  <a:pt x="11" y="23"/>
                </a:cubicBezTo>
                <a:cubicBezTo>
                  <a:pt x="11" y="24"/>
                  <a:pt x="10" y="24"/>
                  <a:pt x="10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2" y="24"/>
                  <a:pt x="1" y="23"/>
                  <a:pt x="1" y="23"/>
                </a:cubicBezTo>
                <a:cubicBezTo>
                  <a:pt x="1" y="23"/>
                  <a:pt x="1" y="22"/>
                  <a:pt x="1" y="22"/>
                </a:cubicBezTo>
                <a:cubicBezTo>
                  <a:pt x="4" y="9"/>
                  <a:pt x="16" y="0"/>
                  <a:pt x="30" y="0"/>
                </a:cubicBezTo>
                <a:cubicBezTo>
                  <a:pt x="37" y="0"/>
                  <a:pt x="44" y="3"/>
                  <a:pt x="50" y="8"/>
                </a:cubicBezTo>
                <a:cubicBezTo>
                  <a:pt x="55" y="3"/>
                  <a:pt x="55" y="3"/>
                  <a:pt x="55" y="3"/>
                </a:cubicBezTo>
                <a:cubicBezTo>
                  <a:pt x="55" y="2"/>
                  <a:pt x="56" y="2"/>
                  <a:pt x="56" y="2"/>
                </a:cubicBezTo>
                <a:cubicBezTo>
                  <a:pt x="58" y="2"/>
                  <a:pt x="59" y="3"/>
                  <a:pt x="59" y="4"/>
                </a:cubicBezTo>
                <a:lnTo>
                  <a:pt x="59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8" name="Google Shape;3078;p11"/>
          <p:cNvSpPr/>
          <p:nvPr/>
        </p:nvSpPr>
        <p:spPr>
          <a:xfrm>
            <a:off x="2965450" y="4779963"/>
            <a:ext cx="203200" cy="198437"/>
          </a:xfrm>
          <a:custGeom>
            <a:rect b="b" l="l" r="r" t="t"/>
            <a:pathLst>
              <a:path extrusionOk="0" h="58" w="59">
                <a:moveTo>
                  <a:pt x="59" y="21"/>
                </a:moveTo>
                <a:cubicBezTo>
                  <a:pt x="59" y="23"/>
                  <a:pt x="58" y="24"/>
                  <a:pt x="56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8" y="24"/>
                  <a:pt x="37" y="23"/>
                  <a:pt x="37" y="22"/>
                </a:cubicBezTo>
                <a:cubicBezTo>
                  <a:pt x="37" y="21"/>
                  <a:pt x="37" y="20"/>
                  <a:pt x="38" y="20"/>
                </a:cubicBezTo>
                <a:cubicBezTo>
                  <a:pt x="43" y="14"/>
                  <a:pt x="43" y="14"/>
                  <a:pt x="43" y="14"/>
                </a:cubicBezTo>
                <a:cubicBezTo>
                  <a:pt x="39" y="11"/>
                  <a:pt x="35" y="9"/>
                  <a:pt x="30" y="9"/>
                </a:cubicBezTo>
                <a:cubicBezTo>
                  <a:pt x="19" y="9"/>
                  <a:pt x="10" y="18"/>
                  <a:pt x="10" y="29"/>
                </a:cubicBezTo>
                <a:cubicBezTo>
                  <a:pt x="10" y="39"/>
                  <a:pt x="19" y="48"/>
                  <a:pt x="30" y="48"/>
                </a:cubicBezTo>
                <a:cubicBezTo>
                  <a:pt x="36" y="48"/>
                  <a:pt x="41" y="45"/>
                  <a:pt x="45" y="41"/>
                </a:cubicBezTo>
                <a:cubicBezTo>
                  <a:pt x="45" y="40"/>
                  <a:pt x="45" y="40"/>
                  <a:pt x="46" y="40"/>
                </a:cubicBezTo>
                <a:cubicBezTo>
                  <a:pt x="46" y="40"/>
                  <a:pt x="46" y="40"/>
                  <a:pt x="47" y="40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46"/>
                  <a:pt x="52" y="47"/>
                  <a:pt x="52" y="47"/>
                </a:cubicBezTo>
                <a:cubicBezTo>
                  <a:pt x="46" y="54"/>
                  <a:pt x="38" y="58"/>
                  <a:pt x="30" y="58"/>
                </a:cubicBezTo>
                <a:cubicBezTo>
                  <a:pt x="14" y="58"/>
                  <a:pt x="0" y="45"/>
                  <a:pt x="0" y="29"/>
                </a:cubicBezTo>
                <a:cubicBezTo>
                  <a:pt x="0" y="13"/>
                  <a:pt x="14" y="0"/>
                  <a:pt x="30" y="0"/>
                </a:cubicBezTo>
                <a:cubicBezTo>
                  <a:pt x="37" y="0"/>
                  <a:pt x="44" y="3"/>
                  <a:pt x="50" y="8"/>
                </a:cubicBezTo>
                <a:cubicBezTo>
                  <a:pt x="55" y="3"/>
                  <a:pt x="55" y="3"/>
                  <a:pt x="55" y="3"/>
                </a:cubicBezTo>
                <a:cubicBezTo>
                  <a:pt x="55" y="2"/>
                  <a:pt x="56" y="2"/>
                  <a:pt x="57" y="2"/>
                </a:cubicBezTo>
                <a:cubicBezTo>
                  <a:pt x="58" y="3"/>
                  <a:pt x="59" y="3"/>
                  <a:pt x="59" y="4"/>
                </a:cubicBezTo>
                <a:lnTo>
                  <a:pt x="59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9" name="Google Shape;3079;p11"/>
          <p:cNvSpPr/>
          <p:nvPr/>
        </p:nvSpPr>
        <p:spPr>
          <a:xfrm>
            <a:off x="3460750" y="4779963"/>
            <a:ext cx="133350" cy="180975"/>
          </a:xfrm>
          <a:custGeom>
            <a:rect b="b" l="l" r="r" t="t"/>
            <a:pathLst>
              <a:path extrusionOk="0" h="53" w="39">
                <a:moveTo>
                  <a:pt x="16" y="53"/>
                </a:moveTo>
                <a:cubicBezTo>
                  <a:pt x="15" y="53"/>
                  <a:pt x="15" y="52"/>
                  <a:pt x="15" y="52"/>
                </a:cubicBezTo>
                <a:cubicBezTo>
                  <a:pt x="15" y="39"/>
                  <a:pt x="15" y="39"/>
                  <a:pt x="15" y="39"/>
                </a:cubicBezTo>
                <a:cubicBezTo>
                  <a:pt x="4" y="39"/>
                  <a:pt x="4" y="39"/>
                  <a:pt x="4" y="39"/>
                </a:cubicBezTo>
                <a:cubicBezTo>
                  <a:pt x="3" y="39"/>
                  <a:pt x="3" y="39"/>
                  <a:pt x="3" y="38"/>
                </a:cubicBezTo>
                <a:cubicBezTo>
                  <a:pt x="3" y="34"/>
                  <a:pt x="3" y="34"/>
                  <a:pt x="3" y="34"/>
                </a:cubicBezTo>
                <a:cubicBezTo>
                  <a:pt x="3" y="33"/>
                  <a:pt x="3" y="33"/>
                  <a:pt x="4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0"/>
                  <a:pt x="15" y="30"/>
                  <a:pt x="15" y="30"/>
                </a:cubicBezTo>
                <a:cubicBezTo>
                  <a:pt x="4" y="30"/>
                  <a:pt x="4" y="30"/>
                  <a:pt x="4" y="30"/>
                </a:cubicBezTo>
                <a:cubicBezTo>
                  <a:pt x="3" y="30"/>
                  <a:pt x="3" y="29"/>
                  <a:pt x="3" y="28"/>
                </a:cubicBezTo>
                <a:cubicBezTo>
                  <a:pt x="3" y="25"/>
                  <a:pt x="3" y="25"/>
                  <a:pt x="3" y="25"/>
                </a:cubicBezTo>
                <a:cubicBezTo>
                  <a:pt x="3" y="24"/>
                  <a:pt x="3" y="23"/>
                  <a:pt x="4" y="23"/>
                </a:cubicBezTo>
                <a:cubicBezTo>
                  <a:pt x="12" y="23"/>
                  <a:pt x="12" y="23"/>
                  <a:pt x="12" y="23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1" y="0"/>
                  <a:pt x="1" y="0"/>
                </a:cubicBezTo>
                <a:cubicBezTo>
                  <a:pt x="8" y="0"/>
                  <a:pt x="8" y="0"/>
                  <a:pt x="8" y="0"/>
                </a:cubicBezTo>
                <a:cubicBezTo>
                  <a:pt x="9" y="0"/>
                  <a:pt x="9" y="0"/>
                  <a:pt x="9" y="0"/>
                </a:cubicBezTo>
                <a:cubicBezTo>
                  <a:pt x="18" y="16"/>
                  <a:pt x="18" y="16"/>
                  <a:pt x="18" y="16"/>
                </a:cubicBezTo>
                <a:cubicBezTo>
                  <a:pt x="19" y="18"/>
                  <a:pt x="19" y="20"/>
                  <a:pt x="20" y="21"/>
                </a:cubicBezTo>
                <a:cubicBezTo>
                  <a:pt x="20" y="19"/>
                  <a:pt x="21" y="18"/>
                  <a:pt x="22" y="16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30" y="0"/>
                  <a:pt x="3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8" y="0"/>
                  <a:pt x="38" y="0"/>
                  <a:pt x="39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27" y="23"/>
                  <a:pt x="27" y="23"/>
                  <a:pt x="27" y="23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3"/>
                  <a:pt x="36" y="24"/>
                  <a:pt x="36" y="25"/>
                </a:cubicBezTo>
                <a:cubicBezTo>
                  <a:pt x="36" y="28"/>
                  <a:pt x="36" y="28"/>
                  <a:pt x="36" y="28"/>
                </a:cubicBezTo>
                <a:cubicBezTo>
                  <a:pt x="36" y="29"/>
                  <a:pt x="36" y="30"/>
                  <a:pt x="35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33"/>
                  <a:pt x="24" y="33"/>
                  <a:pt x="24" y="33"/>
                </a:cubicBezTo>
                <a:cubicBezTo>
                  <a:pt x="35" y="33"/>
                  <a:pt x="35" y="33"/>
                  <a:pt x="35" y="33"/>
                </a:cubicBezTo>
                <a:cubicBezTo>
                  <a:pt x="36" y="33"/>
                  <a:pt x="36" y="33"/>
                  <a:pt x="36" y="34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39"/>
                  <a:pt x="36" y="39"/>
                  <a:pt x="3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52"/>
                  <a:pt x="24" y="52"/>
                  <a:pt x="24" y="52"/>
                </a:cubicBezTo>
                <a:cubicBezTo>
                  <a:pt x="24" y="52"/>
                  <a:pt x="23" y="53"/>
                  <a:pt x="23" y="53"/>
                </a:cubicBezTo>
                <a:lnTo>
                  <a:pt x="16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11"/>
          <p:cNvSpPr/>
          <p:nvPr/>
        </p:nvSpPr>
        <p:spPr>
          <a:xfrm>
            <a:off x="3954463" y="4779963"/>
            <a:ext cx="201612" cy="198437"/>
          </a:xfrm>
          <a:custGeom>
            <a:rect b="b" l="l" r="r" t="t"/>
            <a:pathLst>
              <a:path extrusionOk="0" h="58" w="59">
                <a:moveTo>
                  <a:pt x="59" y="21"/>
                </a:moveTo>
                <a:cubicBezTo>
                  <a:pt x="59" y="23"/>
                  <a:pt x="58" y="24"/>
                  <a:pt x="56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8" y="24"/>
                  <a:pt x="37" y="23"/>
                  <a:pt x="37" y="22"/>
                </a:cubicBezTo>
                <a:cubicBezTo>
                  <a:pt x="37" y="21"/>
                  <a:pt x="37" y="20"/>
                  <a:pt x="38" y="20"/>
                </a:cubicBezTo>
                <a:cubicBezTo>
                  <a:pt x="43" y="14"/>
                  <a:pt x="43" y="14"/>
                  <a:pt x="43" y="14"/>
                </a:cubicBezTo>
                <a:cubicBezTo>
                  <a:pt x="39" y="11"/>
                  <a:pt x="35" y="9"/>
                  <a:pt x="30" y="9"/>
                </a:cubicBezTo>
                <a:cubicBezTo>
                  <a:pt x="19" y="9"/>
                  <a:pt x="10" y="18"/>
                  <a:pt x="10" y="29"/>
                </a:cubicBezTo>
                <a:cubicBezTo>
                  <a:pt x="10" y="39"/>
                  <a:pt x="19" y="48"/>
                  <a:pt x="30" y="48"/>
                </a:cubicBezTo>
                <a:cubicBezTo>
                  <a:pt x="36" y="48"/>
                  <a:pt x="41" y="45"/>
                  <a:pt x="45" y="41"/>
                </a:cubicBezTo>
                <a:cubicBezTo>
                  <a:pt x="45" y="40"/>
                  <a:pt x="45" y="40"/>
                  <a:pt x="46" y="40"/>
                </a:cubicBezTo>
                <a:cubicBezTo>
                  <a:pt x="46" y="40"/>
                  <a:pt x="46" y="40"/>
                  <a:pt x="47" y="40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46"/>
                  <a:pt x="52" y="47"/>
                  <a:pt x="52" y="47"/>
                </a:cubicBezTo>
                <a:cubicBezTo>
                  <a:pt x="46" y="54"/>
                  <a:pt x="38" y="58"/>
                  <a:pt x="30" y="58"/>
                </a:cubicBezTo>
                <a:cubicBezTo>
                  <a:pt x="14" y="58"/>
                  <a:pt x="0" y="45"/>
                  <a:pt x="0" y="29"/>
                </a:cubicBezTo>
                <a:cubicBezTo>
                  <a:pt x="0" y="13"/>
                  <a:pt x="14" y="0"/>
                  <a:pt x="30" y="0"/>
                </a:cubicBezTo>
                <a:cubicBezTo>
                  <a:pt x="37" y="0"/>
                  <a:pt x="44" y="3"/>
                  <a:pt x="50" y="8"/>
                </a:cubicBezTo>
                <a:cubicBezTo>
                  <a:pt x="55" y="3"/>
                  <a:pt x="55" y="3"/>
                  <a:pt x="55" y="3"/>
                </a:cubicBezTo>
                <a:cubicBezTo>
                  <a:pt x="55" y="2"/>
                  <a:pt x="56" y="2"/>
                  <a:pt x="57" y="2"/>
                </a:cubicBezTo>
                <a:cubicBezTo>
                  <a:pt x="58" y="3"/>
                  <a:pt x="59" y="3"/>
                  <a:pt x="59" y="4"/>
                </a:cubicBezTo>
                <a:lnTo>
                  <a:pt x="59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1"/>
          <p:cNvSpPr/>
          <p:nvPr/>
        </p:nvSpPr>
        <p:spPr>
          <a:xfrm>
            <a:off x="4448175" y="4779963"/>
            <a:ext cx="165100" cy="180975"/>
          </a:xfrm>
          <a:custGeom>
            <a:rect b="b" l="l" r="r" t="t"/>
            <a:pathLst>
              <a:path extrusionOk="0" h="53" w="48">
                <a:moveTo>
                  <a:pt x="31" y="33"/>
                </a:moveTo>
                <a:cubicBezTo>
                  <a:pt x="18" y="33"/>
                  <a:pt x="18" y="33"/>
                  <a:pt x="18" y="33"/>
                </a:cubicBezTo>
                <a:cubicBezTo>
                  <a:pt x="18" y="37"/>
                  <a:pt x="18" y="37"/>
                  <a:pt x="18" y="37"/>
                </a:cubicBezTo>
                <a:cubicBezTo>
                  <a:pt x="37" y="37"/>
                  <a:pt x="37" y="37"/>
                  <a:pt x="37" y="37"/>
                </a:cubicBezTo>
                <a:cubicBezTo>
                  <a:pt x="38" y="37"/>
                  <a:pt x="39" y="38"/>
                  <a:pt x="39" y="38"/>
                </a:cubicBezTo>
                <a:cubicBezTo>
                  <a:pt x="39" y="43"/>
                  <a:pt x="39" y="43"/>
                  <a:pt x="39" y="43"/>
                </a:cubicBezTo>
                <a:cubicBezTo>
                  <a:pt x="39" y="44"/>
                  <a:pt x="38" y="44"/>
                  <a:pt x="37" y="44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52"/>
                  <a:pt x="18" y="53"/>
                  <a:pt x="17" y="53"/>
                </a:cubicBezTo>
                <a:cubicBezTo>
                  <a:pt x="11" y="53"/>
                  <a:pt x="11" y="53"/>
                  <a:pt x="11" y="53"/>
                </a:cubicBezTo>
                <a:cubicBezTo>
                  <a:pt x="10" y="53"/>
                  <a:pt x="9" y="52"/>
                  <a:pt x="9" y="52"/>
                </a:cubicBezTo>
                <a:cubicBezTo>
                  <a:pt x="9" y="44"/>
                  <a:pt x="9" y="44"/>
                  <a:pt x="9" y="4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4"/>
                  <a:pt x="0" y="43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7"/>
                  <a:pt x="1" y="37"/>
                </a:cubicBezTo>
                <a:cubicBezTo>
                  <a:pt x="9" y="37"/>
                  <a:pt x="9" y="37"/>
                  <a:pt x="9" y="37"/>
                </a:cubicBezTo>
                <a:cubicBezTo>
                  <a:pt x="9" y="33"/>
                  <a:pt x="9" y="33"/>
                  <a:pt x="9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5"/>
                  <a:pt x="0" y="25"/>
                  <a:pt x="1" y="25"/>
                </a:cubicBezTo>
                <a:cubicBezTo>
                  <a:pt x="9" y="25"/>
                  <a:pt x="9" y="25"/>
                  <a:pt x="9" y="25"/>
                </a:cubicBezTo>
                <a:cubicBezTo>
                  <a:pt x="9" y="1"/>
                  <a:pt x="9" y="1"/>
                  <a:pt x="9" y="1"/>
                </a:cubicBezTo>
                <a:cubicBezTo>
                  <a:pt x="9" y="0"/>
                  <a:pt x="10" y="0"/>
                  <a:pt x="11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41" y="0"/>
                  <a:pt x="48" y="6"/>
                  <a:pt x="48" y="16"/>
                </a:cubicBezTo>
                <a:cubicBezTo>
                  <a:pt x="48" y="26"/>
                  <a:pt x="41" y="33"/>
                  <a:pt x="31" y="33"/>
                </a:cubicBezTo>
                <a:close/>
                <a:moveTo>
                  <a:pt x="30" y="8"/>
                </a:moveTo>
                <a:cubicBezTo>
                  <a:pt x="18" y="8"/>
                  <a:pt x="18" y="8"/>
                  <a:pt x="18" y="8"/>
                </a:cubicBezTo>
                <a:cubicBezTo>
                  <a:pt x="18" y="25"/>
                  <a:pt x="18" y="25"/>
                  <a:pt x="18" y="25"/>
                </a:cubicBezTo>
                <a:cubicBezTo>
                  <a:pt x="30" y="25"/>
                  <a:pt x="30" y="25"/>
                  <a:pt x="30" y="25"/>
                </a:cubicBezTo>
                <a:cubicBezTo>
                  <a:pt x="36" y="25"/>
                  <a:pt x="39" y="21"/>
                  <a:pt x="39" y="16"/>
                </a:cubicBezTo>
                <a:cubicBezTo>
                  <a:pt x="39" y="11"/>
                  <a:pt x="36" y="8"/>
                  <a:pt x="30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2" name="Google Shape;3082;p11"/>
          <p:cNvSpPr/>
          <p:nvPr/>
        </p:nvSpPr>
        <p:spPr>
          <a:xfrm>
            <a:off x="4943475" y="4792663"/>
            <a:ext cx="236538" cy="185737"/>
          </a:xfrm>
          <a:custGeom>
            <a:rect b="b" l="l" r="r" t="t"/>
            <a:pathLst>
              <a:path extrusionOk="0" h="54" w="69">
                <a:moveTo>
                  <a:pt x="68" y="42"/>
                </a:moveTo>
                <a:cubicBezTo>
                  <a:pt x="68" y="43"/>
                  <a:pt x="69" y="44"/>
                  <a:pt x="68" y="44"/>
                </a:cubicBezTo>
                <a:cubicBezTo>
                  <a:pt x="68" y="45"/>
                  <a:pt x="68" y="46"/>
                  <a:pt x="67" y="46"/>
                </a:cubicBezTo>
                <a:cubicBezTo>
                  <a:pt x="62" y="49"/>
                  <a:pt x="62" y="49"/>
                  <a:pt x="62" y="49"/>
                </a:cubicBezTo>
                <a:cubicBezTo>
                  <a:pt x="62" y="49"/>
                  <a:pt x="62" y="49"/>
                  <a:pt x="61" y="49"/>
                </a:cubicBezTo>
                <a:cubicBezTo>
                  <a:pt x="61" y="49"/>
                  <a:pt x="60" y="49"/>
                  <a:pt x="60" y="49"/>
                </a:cubicBezTo>
                <a:cubicBezTo>
                  <a:pt x="34" y="34"/>
                  <a:pt x="34" y="34"/>
                  <a:pt x="34" y="34"/>
                </a:cubicBezTo>
                <a:cubicBezTo>
                  <a:pt x="30" y="37"/>
                  <a:pt x="30" y="37"/>
                  <a:pt x="30" y="37"/>
                </a:cubicBezTo>
                <a:cubicBezTo>
                  <a:pt x="29" y="37"/>
                  <a:pt x="29" y="37"/>
                  <a:pt x="29" y="37"/>
                </a:cubicBezTo>
                <a:cubicBezTo>
                  <a:pt x="30" y="38"/>
                  <a:pt x="30" y="39"/>
                  <a:pt x="30" y="40"/>
                </a:cubicBezTo>
                <a:cubicBezTo>
                  <a:pt x="29" y="44"/>
                  <a:pt x="27" y="48"/>
                  <a:pt x="22" y="51"/>
                </a:cubicBezTo>
                <a:cubicBezTo>
                  <a:pt x="19" y="53"/>
                  <a:pt x="15" y="54"/>
                  <a:pt x="12" y="54"/>
                </a:cubicBezTo>
                <a:cubicBezTo>
                  <a:pt x="8" y="54"/>
                  <a:pt x="6" y="53"/>
                  <a:pt x="3" y="51"/>
                </a:cubicBezTo>
                <a:cubicBezTo>
                  <a:pt x="1" y="49"/>
                  <a:pt x="0" y="46"/>
                  <a:pt x="0" y="43"/>
                </a:cubicBezTo>
                <a:cubicBezTo>
                  <a:pt x="1" y="39"/>
                  <a:pt x="3" y="35"/>
                  <a:pt x="8" y="33"/>
                </a:cubicBezTo>
                <a:cubicBezTo>
                  <a:pt x="11" y="31"/>
                  <a:pt x="15" y="30"/>
                  <a:pt x="18" y="30"/>
                </a:cubicBezTo>
                <a:cubicBezTo>
                  <a:pt x="20" y="30"/>
                  <a:pt x="22" y="30"/>
                  <a:pt x="24" y="31"/>
                </a:cubicBezTo>
                <a:cubicBezTo>
                  <a:pt x="24" y="30"/>
                  <a:pt x="24" y="30"/>
                  <a:pt x="25" y="30"/>
                </a:cubicBezTo>
                <a:cubicBezTo>
                  <a:pt x="29" y="27"/>
                  <a:pt x="29" y="27"/>
                  <a:pt x="29" y="27"/>
                </a:cubicBezTo>
                <a:cubicBezTo>
                  <a:pt x="25" y="24"/>
                  <a:pt x="25" y="24"/>
                  <a:pt x="25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2" y="24"/>
                  <a:pt x="20" y="25"/>
                  <a:pt x="18" y="25"/>
                </a:cubicBezTo>
                <a:cubicBezTo>
                  <a:pt x="15" y="25"/>
                  <a:pt x="11" y="24"/>
                  <a:pt x="8" y="22"/>
                </a:cubicBezTo>
                <a:cubicBezTo>
                  <a:pt x="3" y="19"/>
                  <a:pt x="1" y="15"/>
                  <a:pt x="0" y="11"/>
                </a:cubicBezTo>
                <a:cubicBezTo>
                  <a:pt x="0" y="8"/>
                  <a:pt x="1" y="5"/>
                  <a:pt x="3" y="3"/>
                </a:cubicBezTo>
                <a:cubicBezTo>
                  <a:pt x="6" y="1"/>
                  <a:pt x="8" y="0"/>
                  <a:pt x="12" y="0"/>
                </a:cubicBezTo>
                <a:cubicBezTo>
                  <a:pt x="15" y="0"/>
                  <a:pt x="19" y="2"/>
                  <a:pt x="22" y="4"/>
                </a:cubicBezTo>
                <a:cubicBezTo>
                  <a:pt x="27" y="6"/>
                  <a:pt x="29" y="10"/>
                  <a:pt x="30" y="14"/>
                </a:cubicBezTo>
                <a:cubicBezTo>
                  <a:pt x="30" y="15"/>
                  <a:pt x="30" y="16"/>
                  <a:pt x="29" y="18"/>
                </a:cubicBezTo>
                <a:cubicBezTo>
                  <a:pt x="29" y="18"/>
                  <a:pt x="29" y="18"/>
                  <a:pt x="30" y="18"/>
                </a:cubicBezTo>
                <a:cubicBezTo>
                  <a:pt x="34" y="20"/>
                  <a:pt x="34" y="20"/>
                  <a:pt x="34" y="20"/>
                </a:cubicBezTo>
                <a:cubicBezTo>
                  <a:pt x="60" y="6"/>
                  <a:pt x="60" y="6"/>
                  <a:pt x="60" y="6"/>
                </a:cubicBezTo>
                <a:cubicBezTo>
                  <a:pt x="60" y="5"/>
                  <a:pt x="61" y="5"/>
                  <a:pt x="61" y="5"/>
                </a:cubicBezTo>
                <a:cubicBezTo>
                  <a:pt x="62" y="5"/>
                  <a:pt x="62" y="5"/>
                  <a:pt x="62" y="6"/>
                </a:cubicBezTo>
                <a:cubicBezTo>
                  <a:pt x="67" y="8"/>
                  <a:pt x="67" y="8"/>
                  <a:pt x="67" y="8"/>
                </a:cubicBezTo>
                <a:cubicBezTo>
                  <a:pt x="68" y="8"/>
                  <a:pt x="68" y="9"/>
                  <a:pt x="68" y="10"/>
                </a:cubicBezTo>
                <a:cubicBezTo>
                  <a:pt x="69" y="11"/>
                  <a:pt x="68" y="12"/>
                  <a:pt x="68" y="12"/>
                </a:cubicBezTo>
                <a:cubicBezTo>
                  <a:pt x="48" y="27"/>
                  <a:pt x="48" y="27"/>
                  <a:pt x="48" y="27"/>
                </a:cubicBezTo>
                <a:lnTo>
                  <a:pt x="68" y="42"/>
                </a:lnTo>
                <a:close/>
                <a:moveTo>
                  <a:pt x="19" y="9"/>
                </a:moveTo>
                <a:cubicBezTo>
                  <a:pt x="17" y="7"/>
                  <a:pt x="14" y="6"/>
                  <a:pt x="12" y="6"/>
                </a:cubicBezTo>
                <a:cubicBezTo>
                  <a:pt x="10" y="6"/>
                  <a:pt x="9" y="7"/>
                  <a:pt x="8" y="8"/>
                </a:cubicBezTo>
                <a:cubicBezTo>
                  <a:pt x="5" y="10"/>
                  <a:pt x="7" y="14"/>
                  <a:pt x="11" y="16"/>
                </a:cubicBezTo>
                <a:cubicBezTo>
                  <a:pt x="13" y="18"/>
                  <a:pt x="16" y="19"/>
                  <a:pt x="18" y="19"/>
                </a:cubicBezTo>
                <a:cubicBezTo>
                  <a:pt x="20" y="19"/>
                  <a:pt x="21" y="18"/>
                  <a:pt x="22" y="17"/>
                </a:cubicBezTo>
                <a:cubicBezTo>
                  <a:pt x="25" y="15"/>
                  <a:pt x="23" y="11"/>
                  <a:pt x="19" y="9"/>
                </a:cubicBezTo>
                <a:close/>
                <a:moveTo>
                  <a:pt x="22" y="37"/>
                </a:moveTo>
                <a:cubicBezTo>
                  <a:pt x="21" y="36"/>
                  <a:pt x="20" y="36"/>
                  <a:pt x="18" y="36"/>
                </a:cubicBezTo>
                <a:cubicBezTo>
                  <a:pt x="16" y="36"/>
                  <a:pt x="13" y="36"/>
                  <a:pt x="11" y="38"/>
                </a:cubicBezTo>
                <a:cubicBezTo>
                  <a:pt x="7" y="40"/>
                  <a:pt x="5" y="44"/>
                  <a:pt x="8" y="46"/>
                </a:cubicBezTo>
                <a:cubicBezTo>
                  <a:pt x="9" y="47"/>
                  <a:pt x="10" y="48"/>
                  <a:pt x="12" y="48"/>
                </a:cubicBezTo>
                <a:cubicBezTo>
                  <a:pt x="14" y="48"/>
                  <a:pt x="17" y="47"/>
                  <a:pt x="19" y="46"/>
                </a:cubicBezTo>
                <a:cubicBezTo>
                  <a:pt x="23" y="43"/>
                  <a:pt x="25" y="39"/>
                  <a:pt x="22" y="37"/>
                </a:cubicBezTo>
                <a:close/>
                <a:moveTo>
                  <a:pt x="38" y="32"/>
                </a:moveTo>
                <a:cubicBezTo>
                  <a:pt x="66" y="10"/>
                  <a:pt x="66" y="10"/>
                  <a:pt x="66" y="10"/>
                </a:cubicBezTo>
                <a:cubicBezTo>
                  <a:pt x="61" y="8"/>
                  <a:pt x="61" y="8"/>
                  <a:pt x="61" y="8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8"/>
                  <a:pt x="32" y="28"/>
                  <a:pt x="32" y="28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7" y="33"/>
                </a:cubicBezTo>
                <a:cubicBezTo>
                  <a:pt x="27" y="33"/>
                  <a:pt x="27" y="33"/>
                  <a:pt x="27" y="33"/>
                </a:cubicBezTo>
                <a:cubicBezTo>
                  <a:pt x="28" y="34"/>
                  <a:pt x="28" y="34"/>
                  <a:pt x="28" y="34"/>
                </a:cubicBezTo>
                <a:cubicBezTo>
                  <a:pt x="34" y="31"/>
                  <a:pt x="34" y="31"/>
                  <a:pt x="34" y="31"/>
                </a:cubicBezTo>
                <a:lnTo>
                  <a:pt x="38" y="32"/>
                </a:lnTo>
                <a:close/>
                <a:moveTo>
                  <a:pt x="30" y="24"/>
                </a:moveTo>
                <a:cubicBezTo>
                  <a:pt x="30" y="24"/>
                  <a:pt x="30" y="24"/>
                  <a:pt x="30" y="24"/>
                </a:cubicBezTo>
                <a:cubicBezTo>
                  <a:pt x="30" y="23"/>
                  <a:pt x="30" y="22"/>
                  <a:pt x="31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28" y="20"/>
                  <a:pt x="28" y="20"/>
                  <a:pt x="28" y="20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1"/>
                  <a:pt x="27" y="21"/>
                  <a:pt x="27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2"/>
                  <a:pt x="26" y="22"/>
                  <a:pt x="26" y="22"/>
                </a:cubicBezTo>
                <a:lnTo>
                  <a:pt x="30" y="24"/>
                </a:lnTo>
                <a:close/>
                <a:moveTo>
                  <a:pt x="39" y="27"/>
                </a:moveTo>
                <a:cubicBezTo>
                  <a:pt x="39" y="28"/>
                  <a:pt x="38" y="30"/>
                  <a:pt x="37" y="30"/>
                </a:cubicBezTo>
                <a:cubicBezTo>
                  <a:pt x="36" y="30"/>
                  <a:pt x="34" y="28"/>
                  <a:pt x="34" y="27"/>
                </a:cubicBezTo>
                <a:cubicBezTo>
                  <a:pt x="34" y="26"/>
                  <a:pt x="36" y="25"/>
                  <a:pt x="37" y="25"/>
                </a:cubicBezTo>
                <a:cubicBezTo>
                  <a:pt x="38" y="25"/>
                  <a:pt x="39" y="26"/>
                  <a:pt x="39" y="27"/>
                </a:cubicBezTo>
                <a:close/>
                <a:moveTo>
                  <a:pt x="66" y="44"/>
                </a:moveTo>
                <a:cubicBezTo>
                  <a:pt x="46" y="29"/>
                  <a:pt x="46" y="29"/>
                  <a:pt x="46" y="29"/>
                </a:cubicBezTo>
                <a:cubicBezTo>
                  <a:pt x="40" y="34"/>
                  <a:pt x="40" y="34"/>
                  <a:pt x="40" y="34"/>
                </a:cubicBezTo>
                <a:cubicBezTo>
                  <a:pt x="39" y="34"/>
                  <a:pt x="39" y="34"/>
                  <a:pt x="39" y="34"/>
                </a:cubicBezTo>
                <a:cubicBezTo>
                  <a:pt x="61" y="47"/>
                  <a:pt x="61" y="47"/>
                  <a:pt x="61" y="47"/>
                </a:cubicBezTo>
                <a:lnTo>
                  <a:pt x="66" y="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3" name="Google Shape;3083;p11"/>
          <p:cNvSpPr/>
          <p:nvPr/>
        </p:nvSpPr>
        <p:spPr>
          <a:xfrm>
            <a:off x="5486400" y="4781550"/>
            <a:ext cx="233363" cy="233363"/>
          </a:xfrm>
          <a:custGeom>
            <a:rect b="b" l="l" r="r" t="t"/>
            <a:pathLst>
              <a:path extrusionOk="0" h="68" w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11"/>
          <p:cNvSpPr/>
          <p:nvPr/>
        </p:nvSpPr>
        <p:spPr>
          <a:xfrm>
            <a:off x="5930900" y="4779963"/>
            <a:ext cx="200025" cy="198437"/>
          </a:xfrm>
          <a:custGeom>
            <a:rect b="b" l="l" r="r" t="t"/>
            <a:pathLst>
              <a:path extrusionOk="0" h="58" w="58">
                <a:moveTo>
                  <a:pt x="58" y="47"/>
                </a:moveTo>
                <a:cubicBezTo>
                  <a:pt x="58" y="53"/>
                  <a:pt x="53" y="58"/>
                  <a:pt x="47" y="58"/>
                </a:cubicBezTo>
                <a:cubicBezTo>
                  <a:pt x="11" y="58"/>
                  <a:pt x="11" y="58"/>
                  <a:pt x="11" y="58"/>
                </a:cubicBezTo>
                <a:cubicBezTo>
                  <a:pt x="5" y="58"/>
                  <a:pt x="0" y="53"/>
                  <a:pt x="0" y="47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5" y="0"/>
                  <a:pt x="11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8" y="4"/>
                  <a:pt x="58" y="10"/>
                </a:cubicBezTo>
                <a:lnTo>
                  <a:pt x="58" y="47"/>
                </a:lnTo>
                <a:close/>
                <a:moveTo>
                  <a:pt x="40" y="32"/>
                </a:moveTo>
                <a:cubicBezTo>
                  <a:pt x="38" y="32"/>
                  <a:pt x="36" y="33"/>
                  <a:pt x="35" y="34"/>
                </a:cubicBezTo>
                <a:cubicBezTo>
                  <a:pt x="26" y="30"/>
                  <a:pt x="26" y="30"/>
                  <a:pt x="26" y="30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8"/>
                  <a:pt x="26" y="28"/>
                  <a:pt x="26" y="28"/>
                </a:cubicBezTo>
                <a:cubicBezTo>
                  <a:pt x="35" y="23"/>
                  <a:pt x="35" y="23"/>
                  <a:pt x="35" y="23"/>
                </a:cubicBezTo>
                <a:cubicBezTo>
                  <a:pt x="36" y="25"/>
                  <a:pt x="38" y="25"/>
                  <a:pt x="40" y="25"/>
                </a:cubicBezTo>
                <a:cubicBezTo>
                  <a:pt x="45" y="25"/>
                  <a:pt x="48" y="22"/>
                  <a:pt x="48" y="17"/>
                </a:cubicBezTo>
                <a:cubicBezTo>
                  <a:pt x="48" y="13"/>
                  <a:pt x="45" y="9"/>
                  <a:pt x="40" y="9"/>
                </a:cubicBezTo>
                <a:cubicBezTo>
                  <a:pt x="36" y="9"/>
                  <a:pt x="32" y="13"/>
                  <a:pt x="32" y="17"/>
                </a:cubicBezTo>
                <a:cubicBezTo>
                  <a:pt x="32" y="18"/>
                  <a:pt x="32" y="18"/>
                  <a:pt x="32" y="18"/>
                </a:cubicBezTo>
                <a:cubicBezTo>
                  <a:pt x="23" y="23"/>
                  <a:pt x="23" y="23"/>
                  <a:pt x="23" y="23"/>
                </a:cubicBezTo>
                <a:cubicBezTo>
                  <a:pt x="22" y="21"/>
                  <a:pt x="20" y="21"/>
                  <a:pt x="18" y="21"/>
                </a:cubicBezTo>
                <a:cubicBezTo>
                  <a:pt x="13" y="21"/>
                  <a:pt x="9" y="24"/>
                  <a:pt x="9" y="29"/>
                </a:cubicBezTo>
                <a:cubicBezTo>
                  <a:pt x="9" y="33"/>
                  <a:pt x="13" y="37"/>
                  <a:pt x="18" y="37"/>
                </a:cubicBezTo>
                <a:cubicBezTo>
                  <a:pt x="20" y="37"/>
                  <a:pt x="22" y="36"/>
                  <a:pt x="23" y="35"/>
                </a:cubicBezTo>
                <a:cubicBezTo>
                  <a:pt x="32" y="39"/>
                  <a:pt x="32" y="39"/>
                  <a:pt x="32" y="39"/>
                </a:cubicBezTo>
                <a:cubicBezTo>
                  <a:pt x="32" y="39"/>
                  <a:pt x="32" y="40"/>
                  <a:pt x="32" y="40"/>
                </a:cubicBezTo>
                <a:cubicBezTo>
                  <a:pt x="32" y="44"/>
                  <a:pt x="36" y="48"/>
                  <a:pt x="40" y="48"/>
                </a:cubicBezTo>
                <a:cubicBezTo>
                  <a:pt x="45" y="48"/>
                  <a:pt x="48" y="44"/>
                  <a:pt x="48" y="40"/>
                </a:cubicBezTo>
                <a:cubicBezTo>
                  <a:pt x="48" y="36"/>
                  <a:pt x="45" y="32"/>
                  <a:pt x="40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5" name="Google Shape;3085;p11"/>
          <p:cNvSpPr/>
          <p:nvPr/>
        </p:nvSpPr>
        <p:spPr>
          <a:xfrm>
            <a:off x="6426200" y="4779963"/>
            <a:ext cx="177800" cy="180975"/>
          </a:xfrm>
          <a:custGeom>
            <a:rect b="b" l="l" r="r" t="t"/>
            <a:pathLst>
              <a:path extrusionOk="0" h="53" w="52">
                <a:moveTo>
                  <a:pt x="37" y="37"/>
                </a:moveTo>
                <a:cubicBezTo>
                  <a:pt x="37" y="38"/>
                  <a:pt x="37" y="38"/>
                  <a:pt x="36" y="38"/>
                </a:cubicBezTo>
                <a:cubicBezTo>
                  <a:pt x="30" y="38"/>
                  <a:pt x="30" y="38"/>
                  <a:pt x="30" y="38"/>
                </a:cubicBezTo>
                <a:cubicBezTo>
                  <a:pt x="29" y="38"/>
                  <a:pt x="29" y="38"/>
                  <a:pt x="29" y="37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3"/>
                  <a:pt x="24" y="8"/>
                  <a:pt x="19" y="8"/>
                </a:cubicBezTo>
                <a:cubicBezTo>
                  <a:pt x="8" y="8"/>
                  <a:pt x="8" y="8"/>
                  <a:pt x="8" y="8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52"/>
                  <a:pt x="8" y="53"/>
                  <a:pt x="7" y="53"/>
                </a:cubicBezTo>
                <a:cubicBezTo>
                  <a:pt x="1" y="53"/>
                  <a:pt x="1" y="53"/>
                  <a:pt x="1" y="53"/>
                </a:cubicBezTo>
                <a:cubicBezTo>
                  <a:pt x="0" y="53"/>
                  <a:pt x="0" y="52"/>
                  <a:pt x="0" y="52"/>
                </a:cubicBez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1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9" y="0"/>
                  <a:pt x="37" y="8"/>
                  <a:pt x="37" y="18"/>
                </a:cubicBezTo>
                <a:lnTo>
                  <a:pt x="37" y="37"/>
                </a:lnTo>
                <a:close/>
                <a:moveTo>
                  <a:pt x="52" y="34"/>
                </a:moveTo>
                <a:cubicBezTo>
                  <a:pt x="52" y="45"/>
                  <a:pt x="44" y="53"/>
                  <a:pt x="33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5" y="53"/>
                  <a:pt x="14" y="52"/>
                  <a:pt x="14" y="52"/>
                </a:cubicBezTo>
                <a:cubicBezTo>
                  <a:pt x="14" y="15"/>
                  <a:pt x="14" y="15"/>
                  <a:pt x="14" y="15"/>
                </a:cubicBezTo>
                <a:cubicBezTo>
                  <a:pt x="14" y="15"/>
                  <a:pt x="15" y="14"/>
                  <a:pt x="16" y="14"/>
                </a:cubicBezTo>
                <a:cubicBezTo>
                  <a:pt x="22" y="14"/>
                  <a:pt x="22" y="14"/>
                  <a:pt x="22" y="14"/>
                </a:cubicBezTo>
                <a:cubicBezTo>
                  <a:pt x="22" y="14"/>
                  <a:pt x="23" y="15"/>
                  <a:pt x="23" y="15"/>
                </a:cubicBezTo>
                <a:cubicBezTo>
                  <a:pt x="23" y="44"/>
                  <a:pt x="23" y="44"/>
                  <a:pt x="23" y="44"/>
                </a:cubicBezTo>
                <a:cubicBezTo>
                  <a:pt x="33" y="44"/>
                  <a:pt x="33" y="44"/>
                  <a:pt x="33" y="44"/>
                </a:cubicBezTo>
                <a:cubicBezTo>
                  <a:pt x="39" y="44"/>
                  <a:pt x="43" y="40"/>
                  <a:pt x="43" y="34"/>
                </a:cubicBezTo>
                <a:cubicBezTo>
                  <a:pt x="43" y="1"/>
                  <a:pt x="43" y="1"/>
                  <a:pt x="43" y="1"/>
                </a:cubicBezTo>
                <a:cubicBezTo>
                  <a:pt x="43" y="0"/>
                  <a:pt x="44" y="0"/>
                  <a:pt x="45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0"/>
                  <a:pt x="52" y="0"/>
                  <a:pt x="52" y="1"/>
                </a:cubicBezTo>
                <a:lnTo>
                  <a:pt x="52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6" name="Google Shape;3086;p11"/>
          <p:cNvSpPr/>
          <p:nvPr/>
        </p:nvSpPr>
        <p:spPr>
          <a:xfrm>
            <a:off x="6919913" y="4792663"/>
            <a:ext cx="206375" cy="168275"/>
          </a:xfrm>
          <a:custGeom>
            <a:rect b="b" l="l" r="r" t="t"/>
            <a:pathLst>
              <a:path extrusionOk="0" h="49" w="60">
                <a:moveTo>
                  <a:pt x="24" y="49"/>
                </a:moveTo>
                <a:cubicBezTo>
                  <a:pt x="11" y="49"/>
                  <a:pt x="11" y="49"/>
                  <a:pt x="11" y="49"/>
                </a:cubicBezTo>
                <a:cubicBezTo>
                  <a:pt x="5" y="49"/>
                  <a:pt x="0" y="44"/>
                  <a:pt x="0" y="3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0"/>
                  <a:pt x="25" y="1"/>
                  <a:pt x="25" y="2"/>
                </a:cubicBezTo>
                <a:cubicBezTo>
                  <a:pt x="25" y="3"/>
                  <a:pt x="25" y="5"/>
                  <a:pt x="24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8" y="5"/>
                  <a:pt x="5" y="8"/>
                  <a:pt x="5" y="11"/>
                </a:cubicBezTo>
                <a:cubicBezTo>
                  <a:pt x="5" y="38"/>
                  <a:pt x="5" y="38"/>
                  <a:pt x="5" y="38"/>
                </a:cubicBezTo>
                <a:cubicBezTo>
                  <a:pt x="5" y="41"/>
                  <a:pt x="8" y="44"/>
                  <a:pt x="11" y="44"/>
                </a:cubicBezTo>
                <a:cubicBezTo>
                  <a:pt x="22" y="44"/>
                  <a:pt x="22" y="44"/>
                  <a:pt x="22" y="44"/>
                </a:cubicBezTo>
                <a:cubicBezTo>
                  <a:pt x="23" y="44"/>
                  <a:pt x="25" y="44"/>
                  <a:pt x="25" y="45"/>
                </a:cubicBezTo>
                <a:cubicBezTo>
                  <a:pt x="25" y="46"/>
                  <a:pt x="25" y="49"/>
                  <a:pt x="24" y="49"/>
                </a:cubicBezTo>
                <a:close/>
                <a:moveTo>
                  <a:pt x="59" y="26"/>
                </a:moveTo>
                <a:cubicBezTo>
                  <a:pt x="39" y="47"/>
                  <a:pt x="39" y="47"/>
                  <a:pt x="39" y="47"/>
                </a:cubicBezTo>
                <a:cubicBezTo>
                  <a:pt x="38" y="48"/>
                  <a:pt x="38" y="48"/>
                  <a:pt x="37" y="48"/>
                </a:cubicBezTo>
                <a:cubicBezTo>
                  <a:pt x="36" y="48"/>
                  <a:pt x="34" y="47"/>
                  <a:pt x="34" y="45"/>
                </a:cubicBezTo>
                <a:cubicBezTo>
                  <a:pt x="34" y="34"/>
                  <a:pt x="34" y="34"/>
                  <a:pt x="34" y="34"/>
                </a:cubicBezTo>
                <a:cubicBezTo>
                  <a:pt x="17" y="34"/>
                  <a:pt x="17" y="34"/>
                  <a:pt x="17" y="34"/>
                </a:cubicBezTo>
                <a:cubicBezTo>
                  <a:pt x="16" y="34"/>
                  <a:pt x="15" y="33"/>
                  <a:pt x="15" y="32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6" y="15"/>
                  <a:pt x="17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3"/>
                  <a:pt x="36" y="2"/>
                  <a:pt x="37" y="2"/>
                </a:cubicBezTo>
                <a:cubicBezTo>
                  <a:pt x="38" y="2"/>
                  <a:pt x="38" y="2"/>
                  <a:pt x="39" y="2"/>
                </a:cubicBezTo>
                <a:cubicBezTo>
                  <a:pt x="59" y="23"/>
                  <a:pt x="59" y="23"/>
                  <a:pt x="59" y="23"/>
                </a:cubicBezTo>
                <a:cubicBezTo>
                  <a:pt x="60" y="23"/>
                  <a:pt x="60" y="24"/>
                  <a:pt x="60" y="25"/>
                </a:cubicBezTo>
                <a:cubicBezTo>
                  <a:pt x="60" y="25"/>
                  <a:pt x="60" y="26"/>
                  <a:pt x="59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7" name="Google Shape;3087;p11"/>
          <p:cNvSpPr/>
          <p:nvPr/>
        </p:nvSpPr>
        <p:spPr>
          <a:xfrm>
            <a:off x="1470025" y="4379913"/>
            <a:ext cx="217488" cy="215900"/>
          </a:xfrm>
          <a:custGeom>
            <a:rect b="b" l="l" r="r" t="t"/>
            <a:pathLst>
              <a:path extrusionOk="0" h="63" w="63">
                <a:moveTo>
                  <a:pt x="63" y="35"/>
                </a:moveTo>
                <a:cubicBezTo>
                  <a:pt x="63" y="37"/>
                  <a:pt x="62" y="39"/>
                  <a:pt x="59" y="39"/>
                </a:cubicBezTo>
                <a:cubicBezTo>
                  <a:pt x="53" y="42"/>
                  <a:pt x="53" y="42"/>
                  <a:pt x="53" y="42"/>
                </a:cubicBezTo>
                <a:cubicBezTo>
                  <a:pt x="55" y="48"/>
                  <a:pt x="55" y="48"/>
                  <a:pt x="55" y="48"/>
                </a:cubicBezTo>
                <a:cubicBezTo>
                  <a:pt x="55" y="49"/>
                  <a:pt x="55" y="49"/>
                  <a:pt x="55" y="50"/>
                </a:cubicBezTo>
                <a:cubicBezTo>
                  <a:pt x="55" y="53"/>
                  <a:pt x="53" y="55"/>
                  <a:pt x="50" y="55"/>
                </a:cubicBezTo>
                <a:cubicBezTo>
                  <a:pt x="47" y="55"/>
                  <a:pt x="45" y="54"/>
                  <a:pt x="45" y="52"/>
                </a:cubicBezTo>
                <a:cubicBezTo>
                  <a:pt x="42" y="45"/>
                  <a:pt x="42" y="45"/>
                  <a:pt x="42" y="45"/>
                </a:cubicBezTo>
                <a:cubicBezTo>
                  <a:pt x="31" y="49"/>
                  <a:pt x="31" y="49"/>
                  <a:pt x="31" y="49"/>
                </a:cubicBezTo>
                <a:cubicBezTo>
                  <a:pt x="33" y="56"/>
                  <a:pt x="33" y="56"/>
                  <a:pt x="33" y="56"/>
                </a:cubicBezTo>
                <a:cubicBezTo>
                  <a:pt x="33" y="56"/>
                  <a:pt x="33" y="57"/>
                  <a:pt x="33" y="57"/>
                </a:cubicBezTo>
                <a:cubicBezTo>
                  <a:pt x="33" y="60"/>
                  <a:pt x="31" y="63"/>
                  <a:pt x="28" y="63"/>
                </a:cubicBezTo>
                <a:cubicBezTo>
                  <a:pt x="25" y="63"/>
                  <a:pt x="23" y="61"/>
                  <a:pt x="22" y="59"/>
                </a:cubicBezTo>
                <a:cubicBezTo>
                  <a:pt x="20" y="53"/>
                  <a:pt x="20" y="53"/>
                  <a:pt x="20" y="53"/>
                </a:cubicBezTo>
                <a:cubicBezTo>
                  <a:pt x="14" y="55"/>
                  <a:pt x="14" y="55"/>
                  <a:pt x="14" y="55"/>
                </a:cubicBezTo>
                <a:cubicBezTo>
                  <a:pt x="14" y="55"/>
                  <a:pt x="13" y="55"/>
                  <a:pt x="13" y="55"/>
                </a:cubicBezTo>
                <a:cubicBezTo>
                  <a:pt x="10" y="55"/>
                  <a:pt x="7" y="53"/>
                  <a:pt x="7" y="50"/>
                </a:cubicBezTo>
                <a:cubicBezTo>
                  <a:pt x="7" y="48"/>
                  <a:pt x="9" y="45"/>
                  <a:pt x="11" y="45"/>
                </a:cubicBezTo>
                <a:cubicBezTo>
                  <a:pt x="17" y="43"/>
                  <a:pt x="17" y="43"/>
                  <a:pt x="17" y="43"/>
                </a:cubicBezTo>
                <a:cubicBezTo>
                  <a:pt x="13" y="31"/>
                  <a:pt x="13" y="31"/>
                  <a:pt x="13" y="31"/>
                </a:cubicBezTo>
                <a:cubicBezTo>
                  <a:pt x="7" y="33"/>
                  <a:pt x="7" y="33"/>
                  <a:pt x="7" y="33"/>
                </a:cubicBezTo>
                <a:cubicBezTo>
                  <a:pt x="6" y="33"/>
                  <a:pt x="6" y="33"/>
                  <a:pt x="5" y="33"/>
                </a:cubicBezTo>
                <a:cubicBezTo>
                  <a:pt x="2" y="33"/>
                  <a:pt x="0" y="31"/>
                  <a:pt x="0" y="28"/>
                </a:cubicBezTo>
                <a:cubicBezTo>
                  <a:pt x="0" y="25"/>
                  <a:pt x="1" y="23"/>
                  <a:pt x="4" y="23"/>
                </a:cubicBezTo>
                <a:cubicBezTo>
                  <a:pt x="9" y="21"/>
                  <a:pt x="9" y="21"/>
                  <a:pt x="9" y="21"/>
                </a:cubicBezTo>
                <a:cubicBezTo>
                  <a:pt x="7" y="14"/>
                  <a:pt x="7" y="14"/>
                  <a:pt x="7" y="14"/>
                </a:cubicBezTo>
                <a:cubicBezTo>
                  <a:pt x="7" y="14"/>
                  <a:pt x="7" y="13"/>
                  <a:pt x="7" y="13"/>
                </a:cubicBezTo>
                <a:cubicBezTo>
                  <a:pt x="7" y="10"/>
                  <a:pt x="10" y="7"/>
                  <a:pt x="13" y="7"/>
                </a:cubicBezTo>
                <a:cubicBezTo>
                  <a:pt x="15" y="7"/>
                  <a:pt x="17" y="9"/>
                  <a:pt x="18" y="11"/>
                </a:cubicBezTo>
                <a:cubicBezTo>
                  <a:pt x="20" y="17"/>
                  <a:pt x="20" y="17"/>
                  <a:pt x="20" y="17"/>
                </a:cubicBezTo>
                <a:cubicBezTo>
                  <a:pt x="32" y="13"/>
                  <a:pt x="32" y="13"/>
                  <a:pt x="32" y="13"/>
                </a:cubicBezTo>
                <a:cubicBezTo>
                  <a:pt x="30" y="7"/>
                  <a:pt x="30" y="7"/>
                  <a:pt x="30" y="7"/>
                </a:cubicBezTo>
                <a:cubicBezTo>
                  <a:pt x="29" y="6"/>
                  <a:pt x="29" y="6"/>
                  <a:pt x="29" y="5"/>
                </a:cubicBezTo>
                <a:cubicBezTo>
                  <a:pt x="29" y="2"/>
                  <a:pt x="32" y="0"/>
                  <a:pt x="35" y="0"/>
                </a:cubicBezTo>
                <a:cubicBezTo>
                  <a:pt x="37" y="0"/>
                  <a:pt x="39" y="1"/>
                  <a:pt x="40" y="3"/>
                </a:cubicBezTo>
                <a:cubicBezTo>
                  <a:pt x="42" y="10"/>
                  <a:pt x="42" y="10"/>
                  <a:pt x="42" y="10"/>
                </a:cubicBezTo>
                <a:cubicBezTo>
                  <a:pt x="48" y="7"/>
                  <a:pt x="48" y="7"/>
                  <a:pt x="48" y="7"/>
                </a:cubicBezTo>
                <a:cubicBezTo>
                  <a:pt x="49" y="7"/>
                  <a:pt x="49" y="7"/>
                  <a:pt x="50" y="7"/>
                </a:cubicBezTo>
                <a:cubicBezTo>
                  <a:pt x="53" y="7"/>
                  <a:pt x="55" y="9"/>
                  <a:pt x="55" y="12"/>
                </a:cubicBezTo>
                <a:cubicBezTo>
                  <a:pt x="55" y="15"/>
                  <a:pt x="54" y="17"/>
                  <a:pt x="51" y="18"/>
                </a:cubicBezTo>
                <a:cubicBezTo>
                  <a:pt x="45" y="20"/>
                  <a:pt x="45" y="20"/>
                  <a:pt x="45" y="20"/>
                </a:cubicBezTo>
                <a:cubicBezTo>
                  <a:pt x="49" y="32"/>
                  <a:pt x="49" y="32"/>
                  <a:pt x="49" y="32"/>
                </a:cubicBezTo>
                <a:cubicBezTo>
                  <a:pt x="56" y="29"/>
                  <a:pt x="56" y="29"/>
                  <a:pt x="56" y="29"/>
                </a:cubicBezTo>
                <a:cubicBezTo>
                  <a:pt x="56" y="29"/>
                  <a:pt x="57" y="29"/>
                  <a:pt x="57" y="29"/>
                </a:cubicBezTo>
                <a:cubicBezTo>
                  <a:pt x="61" y="29"/>
                  <a:pt x="63" y="31"/>
                  <a:pt x="63" y="35"/>
                </a:cubicBezTo>
                <a:close/>
                <a:moveTo>
                  <a:pt x="39" y="35"/>
                </a:moveTo>
                <a:cubicBezTo>
                  <a:pt x="35" y="23"/>
                  <a:pt x="35" y="23"/>
                  <a:pt x="35" y="23"/>
                </a:cubicBezTo>
                <a:cubicBezTo>
                  <a:pt x="23" y="27"/>
                  <a:pt x="23" y="27"/>
                  <a:pt x="23" y="27"/>
                </a:cubicBezTo>
                <a:cubicBezTo>
                  <a:pt x="27" y="39"/>
                  <a:pt x="27" y="39"/>
                  <a:pt x="27" y="39"/>
                </a:cubicBezTo>
                <a:lnTo>
                  <a:pt x="39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11"/>
          <p:cNvSpPr/>
          <p:nvPr/>
        </p:nvSpPr>
        <p:spPr>
          <a:xfrm>
            <a:off x="3957638" y="2876550"/>
            <a:ext cx="233362" cy="233363"/>
          </a:xfrm>
          <a:custGeom>
            <a:rect b="b" l="l" r="r" t="t"/>
            <a:pathLst>
              <a:path extrusionOk="0" h="68" w="68">
                <a:moveTo>
                  <a:pt x="68" y="34"/>
                </a:moveTo>
                <a:cubicBezTo>
                  <a:pt x="68" y="52"/>
                  <a:pt x="53" y="68"/>
                  <a:pt x="34" y="68"/>
                </a:cubicBezTo>
                <a:cubicBezTo>
                  <a:pt x="15" y="68"/>
                  <a:pt x="0" y="52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53" y="0"/>
                  <a:pt x="68" y="15"/>
                  <a:pt x="68" y="34"/>
                </a:cubicBezTo>
                <a:close/>
                <a:moveTo>
                  <a:pt x="63" y="34"/>
                </a:moveTo>
                <a:cubicBezTo>
                  <a:pt x="63" y="34"/>
                  <a:pt x="63" y="34"/>
                  <a:pt x="63" y="34"/>
                </a:cubicBezTo>
                <a:cubicBezTo>
                  <a:pt x="59" y="37"/>
                  <a:pt x="59" y="37"/>
                  <a:pt x="59" y="37"/>
                </a:cubicBezTo>
                <a:cubicBezTo>
                  <a:pt x="50" y="28"/>
                  <a:pt x="50" y="28"/>
                  <a:pt x="50" y="28"/>
                </a:cubicBezTo>
                <a:cubicBezTo>
                  <a:pt x="52" y="16"/>
                  <a:pt x="52" y="16"/>
                  <a:pt x="52" y="16"/>
                </a:cubicBezTo>
                <a:cubicBezTo>
                  <a:pt x="57" y="17"/>
                  <a:pt x="57" y="17"/>
                  <a:pt x="57" y="17"/>
                </a:cubicBezTo>
                <a:cubicBezTo>
                  <a:pt x="54" y="12"/>
                  <a:pt x="49" y="8"/>
                  <a:pt x="43" y="6"/>
                </a:cubicBezTo>
                <a:cubicBezTo>
                  <a:pt x="45" y="11"/>
                  <a:pt x="45" y="11"/>
                  <a:pt x="45" y="11"/>
                </a:cubicBezTo>
                <a:cubicBezTo>
                  <a:pt x="34" y="17"/>
                  <a:pt x="34" y="17"/>
                  <a:pt x="34" y="17"/>
                </a:cubicBezTo>
                <a:cubicBezTo>
                  <a:pt x="23" y="11"/>
                  <a:pt x="23" y="11"/>
                  <a:pt x="23" y="11"/>
                </a:cubicBezTo>
                <a:cubicBezTo>
                  <a:pt x="25" y="6"/>
                  <a:pt x="25" y="6"/>
                  <a:pt x="25" y="6"/>
                </a:cubicBezTo>
                <a:cubicBezTo>
                  <a:pt x="19" y="8"/>
                  <a:pt x="14" y="12"/>
                  <a:pt x="10" y="17"/>
                </a:cubicBezTo>
                <a:cubicBezTo>
                  <a:pt x="15" y="16"/>
                  <a:pt x="15" y="16"/>
                  <a:pt x="15" y="16"/>
                </a:cubicBezTo>
                <a:cubicBezTo>
                  <a:pt x="18" y="28"/>
                  <a:pt x="18" y="28"/>
                  <a:pt x="18" y="28"/>
                </a:cubicBezTo>
                <a:cubicBezTo>
                  <a:pt x="8" y="37"/>
                  <a:pt x="8" y="37"/>
                  <a:pt x="8" y="37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40"/>
                  <a:pt x="7" y="46"/>
                  <a:pt x="10" y="51"/>
                </a:cubicBezTo>
                <a:cubicBezTo>
                  <a:pt x="11" y="46"/>
                  <a:pt x="11" y="46"/>
                  <a:pt x="11" y="46"/>
                </a:cubicBezTo>
                <a:cubicBezTo>
                  <a:pt x="24" y="47"/>
                  <a:pt x="24" y="47"/>
                  <a:pt x="24" y="47"/>
                </a:cubicBezTo>
                <a:cubicBezTo>
                  <a:pt x="29" y="59"/>
                  <a:pt x="29" y="59"/>
                  <a:pt x="29" y="59"/>
                </a:cubicBezTo>
                <a:cubicBezTo>
                  <a:pt x="25" y="61"/>
                  <a:pt x="25" y="61"/>
                  <a:pt x="25" y="61"/>
                </a:cubicBezTo>
                <a:cubicBezTo>
                  <a:pt x="28" y="62"/>
                  <a:pt x="31" y="63"/>
                  <a:pt x="34" y="63"/>
                </a:cubicBezTo>
                <a:cubicBezTo>
                  <a:pt x="37" y="63"/>
                  <a:pt x="40" y="62"/>
                  <a:pt x="43" y="61"/>
                </a:cubicBezTo>
                <a:cubicBezTo>
                  <a:pt x="38" y="59"/>
                  <a:pt x="38" y="59"/>
                  <a:pt x="38" y="59"/>
                </a:cubicBezTo>
                <a:cubicBezTo>
                  <a:pt x="44" y="47"/>
                  <a:pt x="44" y="47"/>
                  <a:pt x="44" y="47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51"/>
                  <a:pt x="57" y="51"/>
                  <a:pt x="57" y="51"/>
                </a:cubicBezTo>
                <a:cubicBezTo>
                  <a:pt x="61" y="46"/>
                  <a:pt x="63" y="40"/>
                  <a:pt x="63" y="34"/>
                </a:cubicBezTo>
                <a:close/>
                <a:moveTo>
                  <a:pt x="34" y="23"/>
                </a:moveTo>
                <a:cubicBezTo>
                  <a:pt x="45" y="31"/>
                  <a:pt x="45" y="31"/>
                  <a:pt x="45" y="31"/>
                </a:cubicBezTo>
                <a:cubicBezTo>
                  <a:pt x="41" y="43"/>
                  <a:pt x="41" y="43"/>
                  <a:pt x="41" y="43"/>
                </a:cubicBezTo>
                <a:cubicBezTo>
                  <a:pt x="27" y="43"/>
                  <a:pt x="27" y="43"/>
                  <a:pt x="27" y="43"/>
                </a:cubicBezTo>
                <a:cubicBezTo>
                  <a:pt x="23" y="31"/>
                  <a:pt x="23" y="31"/>
                  <a:pt x="23" y="31"/>
                </a:cubicBezTo>
                <a:lnTo>
                  <a:pt x="3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11"/>
          <p:cNvSpPr/>
          <p:nvPr/>
        </p:nvSpPr>
        <p:spPr>
          <a:xfrm>
            <a:off x="3429000" y="3257550"/>
            <a:ext cx="230188" cy="233363"/>
          </a:xfrm>
          <a:custGeom>
            <a:rect b="b" l="l" r="r" t="t"/>
            <a:pathLst>
              <a:path extrusionOk="0" h="68" w="67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45" y="8"/>
                </a:moveTo>
                <a:cubicBezTo>
                  <a:pt x="45" y="9"/>
                  <a:pt x="44" y="9"/>
                  <a:pt x="4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4" y="0"/>
                  <a:pt x="45" y="0"/>
                  <a:pt x="45" y="1"/>
                </a:cubicBezTo>
                <a:lnTo>
                  <a:pt x="45" y="8"/>
                </a:lnTo>
                <a:close/>
                <a:moveTo>
                  <a:pt x="52" y="28"/>
                </a:moveTo>
                <a:cubicBezTo>
                  <a:pt x="52" y="28"/>
                  <a:pt x="52" y="29"/>
                  <a:pt x="51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1" y="19"/>
                  <a:pt x="51" y="19"/>
                  <a:pt x="51" y="19"/>
                </a:cubicBezTo>
                <a:cubicBezTo>
                  <a:pt x="52" y="19"/>
                  <a:pt x="52" y="20"/>
                  <a:pt x="52" y="20"/>
                </a:cubicBezTo>
                <a:lnTo>
                  <a:pt x="52" y="28"/>
                </a:lnTo>
                <a:close/>
                <a:moveTo>
                  <a:pt x="60" y="47"/>
                </a:moveTo>
                <a:cubicBezTo>
                  <a:pt x="60" y="48"/>
                  <a:pt x="59" y="48"/>
                  <a:pt x="58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8" y="39"/>
                  <a:pt x="58" y="39"/>
                  <a:pt x="58" y="39"/>
                </a:cubicBezTo>
                <a:cubicBezTo>
                  <a:pt x="59" y="39"/>
                  <a:pt x="60" y="39"/>
                  <a:pt x="60" y="40"/>
                </a:cubicBezTo>
                <a:lnTo>
                  <a:pt x="60" y="47"/>
                </a:lnTo>
                <a:close/>
                <a:moveTo>
                  <a:pt x="67" y="67"/>
                </a:moveTo>
                <a:cubicBezTo>
                  <a:pt x="67" y="67"/>
                  <a:pt x="66" y="68"/>
                  <a:pt x="66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66" y="58"/>
                  <a:pt x="66" y="58"/>
                  <a:pt x="66" y="58"/>
                </a:cubicBezTo>
                <a:cubicBezTo>
                  <a:pt x="66" y="58"/>
                  <a:pt x="67" y="59"/>
                  <a:pt x="67" y="59"/>
                </a:cubicBezTo>
                <a:lnTo>
                  <a:pt x="67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11"/>
          <p:cNvSpPr/>
          <p:nvPr/>
        </p:nvSpPr>
        <p:spPr>
          <a:xfrm>
            <a:off x="3962400" y="3333750"/>
            <a:ext cx="134938" cy="73025"/>
          </a:xfrm>
          <a:custGeom>
            <a:rect b="b" l="l" r="r" t="t"/>
            <a:pathLst>
              <a:path extrusionOk="0" h="21" w="39">
                <a:moveTo>
                  <a:pt x="39" y="4"/>
                </a:move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1" y="21"/>
                  <a:pt x="20" y="21"/>
                </a:cubicBezTo>
                <a:cubicBezTo>
                  <a:pt x="19" y="21"/>
                  <a:pt x="19" y="21"/>
                  <a:pt x="18" y="21"/>
                </a:cubicBezTo>
                <a:cubicBezTo>
                  <a:pt x="1" y="4"/>
                  <a:pt x="1" y="4"/>
                  <a:pt x="1" y="4"/>
                </a:cubicBezTo>
                <a:cubicBezTo>
                  <a:pt x="1" y="3"/>
                  <a:pt x="0" y="3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8" y="0"/>
                  <a:pt x="39" y="1"/>
                  <a:pt x="39" y="2"/>
                </a:cubicBezTo>
                <a:cubicBezTo>
                  <a:pt x="39" y="3"/>
                  <a:pt x="39" y="3"/>
                  <a:pt x="3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11"/>
          <p:cNvSpPr/>
          <p:nvPr/>
        </p:nvSpPr>
        <p:spPr>
          <a:xfrm>
            <a:off x="1487488" y="592138"/>
            <a:ext cx="192087" cy="227012"/>
          </a:xfrm>
          <a:custGeom>
            <a:rect b="b" l="l" r="r" t="t"/>
            <a:pathLst>
              <a:path extrusionOk="0" h="66" w="56">
                <a:moveTo>
                  <a:pt x="13" y="44"/>
                </a:moveTo>
                <a:cubicBezTo>
                  <a:pt x="13" y="45"/>
                  <a:pt x="12" y="46"/>
                  <a:pt x="11" y="46"/>
                </a:cubicBezTo>
                <a:cubicBezTo>
                  <a:pt x="1" y="46"/>
                  <a:pt x="1" y="46"/>
                  <a:pt x="1" y="46"/>
                </a:cubicBezTo>
                <a:cubicBezTo>
                  <a:pt x="1" y="46"/>
                  <a:pt x="0" y="46"/>
                  <a:pt x="0" y="46"/>
                </a:cubicBezTo>
                <a:cubicBezTo>
                  <a:pt x="0" y="45"/>
                  <a:pt x="0" y="45"/>
                  <a:pt x="0" y="44"/>
                </a:cubicBezTo>
                <a:cubicBezTo>
                  <a:pt x="10" y="26"/>
                  <a:pt x="10" y="26"/>
                  <a:pt x="10" y="26"/>
                </a:cubicBezTo>
                <a:cubicBezTo>
                  <a:pt x="10" y="26"/>
                  <a:pt x="10" y="26"/>
                  <a:pt x="10" y="26"/>
                </a:cubicBezTo>
                <a:cubicBezTo>
                  <a:pt x="4" y="15"/>
                  <a:pt x="4" y="15"/>
                  <a:pt x="4" y="15"/>
                </a:cubicBezTo>
                <a:cubicBezTo>
                  <a:pt x="3" y="14"/>
                  <a:pt x="3" y="14"/>
                  <a:pt x="4" y="13"/>
                </a:cubicBezTo>
                <a:cubicBezTo>
                  <a:pt x="4" y="13"/>
                  <a:pt x="4" y="13"/>
                  <a:pt x="5" y="13"/>
                </a:cubicBezTo>
                <a:cubicBezTo>
                  <a:pt x="14" y="13"/>
                  <a:pt x="14" y="13"/>
                  <a:pt x="14" y="13"/>
                </a:cubicBezTo>
                <a:cubicBezTo>
                  <a:pt x="16" y="13"/>
                  <a:pt x="17" y="14"/>
                  <a:pt x="17" y="15"/>
                </a:cubicBezTo>
                <a:cubicBezTo>
                  <a:pt x="24" y="26"/>
                  <a:pt x="24" y="26"/>
                  <a:pt x="24" y="26"/>
                </a:cubicBezTo>
                <a:cubicBezTo>
                  <a:pt x="24" y="26"/>
                  <a:pt x="23" y="27"/>
                  <a:pt x="13" y="44"/>
                </a:cubicBezTo>
                <a:close/>
                <a:moveTo>
                  <a:pt x="56" y="2"/>
                </a:moveTo>
                <a:cubicBezTo>
                  <a:pt x="35" y="39"/>
                  <a:pt x="35" y="39"/>
                  <a:pt x="35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48" y="64"/>
                  <a:pt x="48" y="64"/>
                  <a:pt x="48" y="64"/>
                </a:cubicBezTo>
                <a:cubicBezTo>
                  <a:pt x="49" y="65"/>
                  <a:pt x="49" y="65"/>
                  <a:pt x="48" y="66"/>
                </a:cubicBezTo>
                <a:cubicBezTo>
                  <a:pt x="48" y="66"/>
                  <a:pt x="48" y="66"/>
                  <a:pt x="47" y="66"/>
                </a:cubicBezTo>
                <a:cubicBezTo>
                  <a:pt x="38" y="66"/>
                  <a:pt x="38" y="66"/>
                  <a:pt x="38" y="66"/>
                </a:cubicBezTo>
                <a:cubicBezTo>
                  <a:pt x="36" y="66"/>
                  <a:pt x="35" y="65"/>
                  <a:pt x="35" y="64"/>
                </a:cubicBezTo>
                <a:cubicBezTo>
                  <a:pt x="21" y="39"/>
                  <a:pt x="21" y="39"/>
                  <a:pt x="21" y="39"/>
                </a:cubicBezTo>
                <a:cubicBezTo>
                  <a:pt x="21" y="39"/>
                  <a:pt x="22" y="38"/>
                  <a:pt x="43" y="2"/>
                </a:cubicBezTo>
                <a:cubicBezTo>
                  <a:pt x="43" y="1"/>
                  <a:pt x="44" y="0"/>
                  <a:pt x="45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55" y="0"/>
                  <a:pt x="56" y="0"/>
                  <a:pt x="56" y="0"/>
                </a:cubicBezTo>
                <a:cubicBezTo>
                  <a:pt x="56" y="1"/>
                  <a:pt x="56" y="1"/>
                  <a:pt x="56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2" name="Google Shape;3092;p11"/>
          <p:cNvSpPr/>
          <p:nvPr/>
        </p:nvSpPr>
        <p:spPr>
          <a:xfrm>
            <a:off x="1981200" y="606425"/>
            <a:ext cx="141288" cy="195263"/>
          </a:xfrm>
          <a:custGeom>
            <a:rect b="b" l="l" r="r" t="t"/>
            <a:pathLst>
              <a:path extrusionOk="0" h="57" w="41">
                <a:moveTo>
                  <a:pt x="17" y="57"/>
                </a:moveTo>
                <a:cubicBezTo>
                  <a:pt x="16" y="57"/>
                  <a:pt x="16" y="56"/>
                  <a:pt x="16" y="56"/>
                </a:cubicBezTo>
                <a:cubicBezTo>
                  <a:pt x="16" y="42"/>
                  <a:pt x="16" y="42"/>
                  <a:pt x="16" y="42"/>
                </a:cubicBezTo>
                <a:cubicBezTo>
                  <a:pt x="4" y="42"/>
                  <a:pt x="4" y="42"/>
                  <a:pt x="4" y="42"/>
                </a:cubicBezTo>
                <a:cubicBezTo>
                  <a:pt x="3" y="42"/>
                  <a:pt x="3" y="42"/>
                  <a:pt x="3" y="41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36"/>
                  <a:pt x="3" y="36"/>
                  <a:pt x="4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2"/>
                  <a:pt x="16" y="32"/>
                  <a:pt x="16" y="32"/>
                </a:cubicBezTo>
                <a:cubicBezTo>
                  <a:pt x="4" y="32"/>
                  <a:pt x="4" y="32"/>
                  <a:pt x="4" y="32"/>
                </a:cubicBezTo>
                <a:cubicBezTo>
                  <a:pt x="3" y="32"/>
                  <a:pt x="3" y="32"/>
                  <a:pt x="3" y="31"/>
                </a:cubicBezTo>
                <a:cubicBezTo>
                  <a:pt x="3" y="27"/>
                  <a:pt x="3" y="27"/>
                  <a:pt x="3" y="27"/>
                </a:cubicBezTo>
                <a:cubicBezTo>
                  <a:pt x="3" y="26"/>
                  <a:pt x="3" y="26"/>
                  <a:pt x="4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1"/>
                  <a:pt x="0" y="1"/>
                </a:cubicBezTo>
                <a:cubicBezTo>
                  <a:pt x="0" y="1"/>
                  <a:pt x="1" y="0"/>
                  <a:pt x="1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10" y="1"/>
                  <a:pt x="10" y="1"/>
                </a:cubicBezTo>
                <a:cubicBezTo>
                  <a:pt x="19" y="18"/>
                  <a:pt x="19" y="18"/>
                  <a:pt x="19" y="18"/>
                </a:cubicBezTo>
                <a:cubicBezTo>
                  <a:pt x="20" y="20"/>
                  <a:pt x="20" y="22"/>
                  <a:pt x="21" y="23"/>
                </a:cubicBezTo>
                <a:cubicBezTo>
                  <a:pt x="22" y="22"/>
                  <a:pt x="22" y="20"/>
                  <a:pt x="23" y="18"/>
                </a:cubicBezTo>
                <a:cubicBezTo>
                  <a:pt x="31" y="1"/>
                  <a:pt x="31" y="1"/>
                  <a:pt x="31" y="1"/>
                </a:cubicBezTo>
                <a:cubicBezTo>
                  <a:pt x="31" y="1"/>
                  <a:pt x="32" y="0"/>
                  <a:pt x="3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1" y="1"/>
                  <a:pt x="41" y="1"/>
                </a:cubicBezTo>
                <a:cubicBezTo>
                  <a:pt x="41" y="1"/>
                  <a:pt x="41" y="2"/>
                  <a:pt x="41" y="2"/>
                </a:cubicBezTo>
                <a:cubicBezTo>
                  <a:pt x="28" y="26"/>
                  <a:pt x="28" y="26"/>
                  <a:pt x="28" y="26"/>
                </a:cubicBezTo>
                <a:cubicBezTo>
                  <a:pt x="37" y="26"/>
                  <a:pt x="37" y="26"/>
                  <a:pt x="37" y="26"/>
                </a:cubicBezTo>
                <a:cubicBezTo>
                  <a:pt x="38" y="26"/>
                  <a:pt x="38" y="26"/>
                  <a:pt x="38" y="27"/>
                </a:cubicBezTo>
                <a:cubicBezTo>
                  <a:pt x="38" y="31"/>
                  <a:pt x="38" y="31"/>
                  <a:pt x="38" y="31"/>
                </a:cubicBezTo>
                <a:cubicBezTo>
                  <a:pt x="38" y="32"/>
                  <a:pt x="38" y="32"/>
                  <a:pt x="37" y="32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6"/>
                  <a:pt x="25" y="36"/>
                  <a:pt x="25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8" y="36"/>
                  <a:pt x="38" y="36"/>
                  <a:pt x="38" y="37"/>
                </a:cubicBezTo>
                <a:cubicBezTo>
                  <a:pt x="38" y="41"/>
                  <a:pt x="38" y="41"/>
                  <a:pt x="38" y="41"/>
                </a:cubicBezTo>
                <a:cubicBezTo>
                  <a:pt x="38" y="42"/>
                  <a:pt x="38" y="42"/>
                  <a:pt x="37" y="42"/>
                </a:cubicBezTo>
                <a:cubicBezTo>
                  <a:pt x="25" y="42"/>
                  <a:pt x="25" y="42"/>
                  <a:pt x="25" y="42"/>
                </a:cubicBezTo>
                <a:cubicBezTo>
                  <a:pt x="25" y="56"/>
                  <a:pt x="25" y="56"/>
                  <a:pt x="25" y="56"/>
                </a:cubicBezTo>
                <a:cubicBezTo>
                  <a:pt x="25" y="56"/>
                  <a:pt x="25" y="57"/>
                  <a:pt x="24" y="57"/>
                </a:cubicBezTo>
                <a:lnTo>
                  <a:pt x="17" y="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p12"/>
          <p:cNvSpPr/>
          <p:nvPr/>
        </p:nvSpPr>
        <p:spPr>
          <a:xfrm>
            <a:off x="989013" y="1200150"/>
            <a:ext cx="193675" cy="247650"/>
          </a:xfrm>
          <a:custGeom>
            <a:rect b="b" l="l" r="r" t="t"/>
            <a:pathLst>
              <a:path extrusionOk="0" h="72" w="56">
                <a:moveTo>
                  <a:pt x="47" y="71"/>
                </a:moveTo>
                <a:cubicBezTo>
                  <a:pt x="47" y="72"/>
                  <a:pt x="47" y="72"/>
                  <a:pt x="47" y="72"/>
                </a:cubicBezTo>
                <a:cubicBezTo>
                  <a:pt x="47" y="72"/>
                  <a:pt x="47" y="72"/>
                  <a:pt x="47" y="72"/>
                </a:cubicBezTo>
                <a:cubicBezTo>
                  <a:pt x="1" y="72"/>
                  <a:pt x="1" y="72"/>
                  <a:pt x="1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43"/>
                  <a:pt x="0" y="43"/>
                  <a:pt x="0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5" y="68"/>
                  <a:pt x="5" y="68"/>
                </a:cubicBezTo>
                <a:cubicBezTo>
                  <a:pt x="42" y="68"/>
                  <a:pt x="42" y="68"/>
                  <a:pt x="42" y="68"/>
                </a:cubicBezTo>
                <a:cubicBezTo>
                  <a:pt x="42" y="43"/>
                  <a:pt x="42" y="43"/>
                  <a:pt x="42" y="43"/>
                </a:cubicBezTo>
                <a:cubicBezTo>
                  <a:pt x="47" y="43"/>
                  <a:pt x="47" y="43"/>
                  <a:pt x="47" y="43"/>
                </a:cubicBezTo>
                <a:lnTo>
                  <a:pt x="47" y="71"/>
                </a:lnTo>
                <a:close/>
                <a:moveTo>
                  <a:pt x="37" y="63"/>
                </a:moveTo>
                <a:cubicBezTo>
                  <a:pt x="9" y="63"/>
                  <a:pt x="9" y="63"/>
                  <a:pt x="9" y="63"/>
                </a:cubicBezTo>
                <a:cubicBezTo>
                  <a:pt x="9" y="57"/>
                  <a:pt x="9" y="57"/>
                  <a:pt x="9" y="57"/>
                </a:cubicBezTo>
                <a:cubicBezTo>
                  <a:pt x="37" y="57"/>
                  <a:pt x="37" y="57"/>
                  <a:pt x="37" y="57"/>
                </a:cubicBezTo>
                <a:lnTo>
                  <a:pt x="37" y="63"/>
                </a:lnTo>
                <a:close/>
                <a:moveTo>
                  <a:pt x="38" y="49"/>
                </a:moveTo>
                <a:cubicBezTo>
                  <a:pt x="37" y="55"/>
                  <a:pt x="37" y="55"/>
                  <a:pt x="37" y="55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46"/>
                  <a:pt x="9" y="46"/>
                  <a:pt x="9" y="46"/>
                </a:cubicBezTo>
                <a:lnTo>
                  <a:pt x="38" y="49"/>
                </a:lnTo>
                <a:close/>
                <a:moveTo>
                  <a:pt x="40" y="41"/>
                </a:moveTo>
                <a:cubicBezTo>
                  <a:pt x="38" y="47"/>
                  <a:pt x="38" y="47"/>
                  <a:pt x="38" y="47"/>
                </a:cubicBezTo>
                <a:cubicBezTo>
                  <a:pt x="11" y="39"/>
                  <a:pt x="11" y="39"/>
                  <a:pt x="11" y="39"/>
                </a:cubicBezTo>
                <a:cubicBezTo>
                  <a:pt x="12" y="34"/>
                  <a:pt x="12" y="34"/>
                  <a:pt x="12" y="34"/>
                </a:cubicBezTo>
                <a:lnTo>
                  <a:pt x="40" y="41"/>
                </a:lnTo>
                <a:close/>
                <a:moveTo>
                  <a:pt x="43" y="34"/>
                </a:moveTo>
                <a:cubicBezTo>
                  <a:pt x="40" y="39"/>
                  <a:pt x="40" y="39"/>
                  <a:pt x="40" y="39"/>
                </a:cubicBezTo>
                <a:cubicBezTo>
                  <a:pt x="16" y="25"/>
                  <a:pt x="16" y="25"/>
                  <a:pt x="16" y="25"/>
                </a:cubicBezTo>
                <a:cubicBezTo>
                  <a:pt x="19" y="20"/>
                  <a:pt x="19" y="20"/>
                  <a:pt x="19" y="20"/>
                </a:cubicBezTo>
                <a:lnTo>
                  <a:pt x="43" y="34"/>
                </a:lnTo>
                <a:close/>
                <a:moveTo>
                  <a:pt x="49" y="30"/>
                </a:moveTo>
                <a:cubicBezTo>
                  <a:pt x="44" y="33"/>
                  <a:pt x="44" y="33"/>
                  <a:pt x="44" y="33"/>
                </a:cubicBezTo>
                <a:cubicBezTo>
                  <a:pt x="28" y="10"/>
                  <a:pt x="28" y="10"/>
                  <a:pt x="28" y="10"/>
                </a:cubicBezTo>
                <a:cubicBezTo>
                  <a:pt x="33" y="6"/>
                  <a:pt x="33" y="6"/>
                  <a:pt x="33" y="6"/>
                </a:cubicBezTo>
                <a:lnTo>
                  <a:pt x="49" y="30"/>
                </a:lnTo>
                <a:close/>
                <a:moveTo>
                  <a:pt x="56" y="28"/>
                </a:moveTo>
                <a:cubicBezTo>
                  <a:pt x="50" y="29"/>
                  <a:pt x="50" y="29"/>
                  <a:pt x="50" y="29"/>
                </a:cubicBezTo>
                <a:cubicBezTo>
                  <a:pt x="45" y="1"/>
                  <a:pt x="45" y="1"/>
                  <a:pt x="45" y="1"/>
                </a:cubicBezTo>
                <a:cubicBezTo>
                  <a:pt x="51" y="0"/>
                  <a:pt x="51" y="0"/>
                  <a:pt x="51" y="0"/>
                </a:cubicBezTo>
                <a:lnTo>
                  <a:pt x="56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12"/>
          <p:cNvSpPr/>
          <p:nvPr/>
        </p:nvSpPr>
        <p:spPr>
          <a:xfrm>
            <a:off x="1481138" y="1206500"/>
            <a:ext cx="233362" cy="217488"/>
          </a:xfrm>
          <a:custGeom>
            <a:rect b="b" l="l" r="r" t="t"/>
            <a:pathLst>
              <a:path extrusionOk="0" h="63" w="68">
                <a:moveTo>
                  <a:pt x="52" y="40"/>
                </a:moveTo>
                <a:cubicBezTo>
                  <a:pt x="55" y="61"/>
                  <a:pt x="55" y="61"/>
                  <a:pt x="55" y="61"/>
                </a:cubicBezTo>
                <a:cubicBezTo>
                  <a:pt x="56" y="62"/>
                  <a:pt x="55" y="63"/>
                  <a:pt x="54" y="63"/>
                </a:cubicBezTo>
                <a:cubicBezTo>
                  <a:pt x="53" y="63"/>
                  <a:pt x="53" y="63"/>
                  <a:pt x="52" y="63"/>
                </a:cubicBezTo>
                <a:cubicBezTo>
                  <a:pt x="34" y="53"/>
                  <a:pt x="34" y="53"/>
                  <a:pt x="34" y="53"/>
                </a:cubicBezTo>
                <a:cubicBezTo>
                  <a:pt x="16" y="63"/>
                  <a:pt x="16" y="63"/>
                  <a:pt x="16" y="63"/>
                </a:cubicBezTo>
                <a:cubicBezTo>
                  <a:pt x="16" y="63"/>
                  <a:pt x="15" y="63"/>
                  <a:pt x="15" y="63"/>
                </a:cubicBezTo>
                <a:cubicBezTo>
                  <a:pt x="13" y="63"/>
                  <a:pt x="13" y="62"/>
                  <a:pt x="13" y="61"/>
                </a:cubicBezTo>
                <a:cubicBezTo>
                  <a:pt x="16" y="40"/>
                  <a:pt x="16" y="40"/>
                  <a:pt x="16" y="40"/>
                </a:cubicBezTo>
                <a:cubicBezTo>
                  <a:pt x="2" y="26"/>
                  <a:pt x="2" y="26"/>
                  <a:pt x="2" y="26"/>
                </a:cubicBezTo>
                <a:cubicBezTo>
                  <a:pt x="0" y="24"/>
                  <a:pt x="1" y="23"/>
                  <a:pt x="3" y="22"/>
                </a:cubicBezTo>
                <a:cubicBezTo>
                  <a:pt x="23" y="20"/>
                  <a:pt x="23" y="20"/>
                  <a:pt x="23" y="20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35" y="0"/>
                  <a:pt x="36" y="0"/>
                  <a:pt x="36" y="1"/>
                </a:cubicBezTo>
                <a:cubicBezTo>
                  <a:pt x="45" y="20"/>
                  <a:pt x="45" y="20"/>
                  <a:pt x="45" y="20"/>
                </a:cubicBezTo>
                <a:cubicBezTo>
                  <a:pt x="65" y="22"/>
                  <a:pt x="65" y="22"/>
                  <a:pt x="65" y="22"/>
                </a:cubicBezTo>
                <a:cubicBezTo>
                  <a:pt x="68" y="23"/>
                  <a:pt x="68" y="24"/>
                  <a:pt x="67" y="26"/>
                </a:cubicBezTo>
                <a:lnTo>
                  <a:pt x="52" y="40"/>
                </a:lnTo>
                <a:close/>
                <a:moveTo>
                  <a:pt x="59" y="27"/>
                </a:moveTo>
                <a:cubicBezTo>
                  <a:pt x="44" y="25"/>
                  <a:pt x="44" y="25"/>
                  <a:pt x="44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1" y="22"/>
                  <a:pt x="41" y="22"/>
                  <a:pt x="41" y="22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48"/>
                  <a:pt x="34" y="48"/>
                  <a:pt x="34" y="48"/>
                </a:cubicBezTo>
                <a:cubicBezTo>
                  <a:pt x="37" y="49"/>
                  <a:pt x="37" y="49"/>
                  <a:pt x="37" y="49"/>
                </a:cubicBezTo>
                <a:cubicBezTo>
                  <a:pt x="49" y="56"/>
                  <a:pt x="49" y="56"/>
                  <a:pt x="49" y="56"/>
                </a:cubicBezTo>
                <a:cubicBezTo>
                  <a:pt x="47" y="41"/>
                  <a:pt x="47" y="41"/>
                  <a:pt x="47" y="41"/>
                </a:cubicBezTo>
                <a:cubicBezTo>
                  <a:pt x="46" y="39"/>
                  <a:pt x="46" y="39"/>
                  <a:pt x="46" y="39"/>
                </a:cubicBezTo>
                <a:cubicBezTo>
                  <a:pt x="48" y="37"/>
                  <a:pt x="48" y="37"/>
                  <a:pt x="48" y="37"/>
                </a:cubicBezTo>
                <a:lnTo>
                  <a:pt x="59" y="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12"/>
          <p:cNvSpPr/>
          <p:nvPr/>
        </p:nvSpPr>
        <p:spPr>
          <a:xfrm>
            <a:off x="1979613" y="1217613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44"/>
                  <a:pt x="0" y="44"/>
                  <a:pt x="0" y="44"/>
                </a:cubicBezTo>
                <a:cubicBezTo>
                  <a:pt x="7" y="47"/>
                  <a:pt x="7" y="47"/>
                  <a:pt x="7" y="47"/>
                </a:cubicBezTo>
                <a:cubicBezTo>
                  <a:pt x="8" y="52"/>
                  <a:pt x="12" y="56"/>
                  <a:pt x="17" y="56"/>
                </a:cubicBezTo>
                <a:cubicBezTo>
                  <a:pt x="23" y="56"/>
                  <a:pt x="27" y="51"/>
                  <a:pt x="28" y="46"/>
                </a:cubicBezTo>
                <a:cubicBezTo>
                  <a:pt x="42" y="36"/>
                  <a:pt x="42" y="36"/>
                  <a:pt x="42" y="36"/>
                </a:cubicBezTo>
                <a:cubicBezTo>
                  <a:pt x="50" y="36"/>
                  <a:pt x="56" y="29"/>
                  <a:pt x="56" y="21"/>
                </a:cubicBezTo>
                <a:cubicBezTo>
                  <a:pt x="56" y="13"/>
                  <a:pt x="50" y="7"/>
                  <a:pt x="42" y="7"/>
                </a:cubicBezTo>
                <a:cubicBezTo>
                  <a:pt x="34" y="7"/>
                  <a:pt x="27" y="13"/>
                  <a:pt x="27" y="21"/>
                </a:cubicBezTo>
                <a:cubicBezTo>
                  <a:pt x="18" y="34"/>
                  <a:pt x="18" y="34"/>
                  <a:pt x="18" y="34"/>
                </a:cubicBezTo>
                <a:cubicBezTo>
                  <a:pt x="18" y="34"/>
                  <a:pt x="18" y="34"/>
                  <a:pt x="17" y="34"/>
                </a:cubicBezTo>
                <a:cubicBezTo>
                  <a:pt x="15" y="34"/>
                  <a:pt x="13" y="35"/>
                  <a:pt x="12" y="36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17" y="53"/>
                </a:moveTo>
                <a:cubicBezTo>
                  <a:pt x="14" y="53"/>
                  <a:pt x="11" y="51"/>
                  <a:pt x="10" y="49"/>
                </a:cubicBezTo>
                <a:cubicBezTo>
                  <a:pt x="11" y="49"/>
                  <a:pt x="13" y="50"/>
                  <a:pt x="14" y="50"/>
                </a:cubicBezTo>
                <a:cubicBezTo>
                  <a:pt x="17" y="51"/>
                  <a:pt x="21" y="50"/>
                  <a:pt x="22" y="47"/>
                </a:cubicBezTo>
                <a:cubicBezTo>
                  <a:pt x="24" y="43"/>
                  <a:pt x="22" y="40"/>
                  <a:pt x="19" y="38"/>
                </a:cubicBezTo>
                <a:cubicBezTo>
                  <a:pt x="16" y="37"/>
                  <a:pt x="16" y="37"/>
                  <a:pt x="16" y="37"/>
                </a:cubicBezTo>
                <a:cubicBezTo>
                  <a:pt x="16" y="37"/>
                  <a:pt x="17" y="37"/>
                  <a:pt x="17" y="37"/>
                </a:cubicBezTo>
                <a:cubicBezTo>
                  <a:pt x="22" y="37"/>
                  <a:pt x="25" y="40"/>
                  <a:pt x="25" y="45"/>
                </a:cubicBezTo>
                <a:cubicBezTo>
                  <a:pt x="25" y="49"/>
                  <a:pt x="22" y="53"/>
                  <a:pt x="17" y="53"/>
                </a:cubicBezTo>
                <a:close/>
                <a:moveTo>
                  <a:pt x="42" y="31"/>
                </a:moveTo>
                <a:cubicBezTo>
                  <a:pt x="36" y="31"/>
                  <a:pt x="32" y="27"/>
                  <a:pt x="32" y="21"/>
                </a:cubicBezTo>
                <a:cubicBezTo>
                  <a:pt x="32" y="16"/>
                  <a:pt x="36" y="12"/>
                  <a:pt x="42" y="12"/>
                </a:cubicBezTo>
                <a:cubicBezTo>
                  <a:pt x="47" y="12"/>
                  <a:pt x="52" y="16"/>
                  <a:pt x="52" y="21"/>
                </a:cubicBezTo>
                <a:cubicBezTo>
                  <a:pt x="52" y="27"/>
                  <a:pt x="47" y="31"/>
                  <a:pt x="42" y="31"/>
                </a:cubicBezTo>
                <a:close/>
                <a:moveTo>
                  <a:pt x="42" y="14"/>
                </a:moveTo>
                <a:cubicBezTo>
                  <a:pt x="38" y="14"/>
                  <a:pt x="34" y="17"/>
                  <a:pt x="34" y="21"/>
                </a:cubicBezTo>
                <a:cubicBezTo>
                  <a:pt x="34" y="26"/>
                  <a:pt x="38" y="29"/>
                  <a:pt x="42" y="29"/>
                </a:cubicBezTo>
                <a:cubicBezTo>
                  <a:pt x="46" y="29"/>
                  <a:pt x="50" y="26"/>
                  <a:pt x="50" y="21"/>
                </a:cubicBezTo>
                <a:cubicBezTo>
                  <a:pt x="50" y="17"/>
                  <a:pt x="46" y="14"/>
                  <a:pt x="42" y="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12"/>
          <p:cNvSpPr/>
          <p:nvPr/>
        </p:nvSpPr>
        <p:spPr>
          <a:xfrm>
            <a:off x="2474913" y="1217613"/>
            <a:ext cx="212725" cy="212725"/>
          </a:xfrm>
          <a:custGeom>
            <a:rect b="b" l="l" r="r" t="t"/>
            <a:pathLst>
              <a:path extrusionOk="0" h="62" w="62">
                <a:moveTo>
                  <a:pt x="62" y="60"/>
                </a:moveTo>
                <a:cubicBezTo>
                  <a:pt x="62" y="61"/>
                  <a:pt x="61" y="62"/>
                  <a:pt x="60" y="62"/>
                </a:cubicBezTo>
                <a:cubicBezTo>
                  <a:pt x="3" y="62"/>
                  <a:pt x="3" y="62"/>
                  <a:pt x="3" y="62"/>
                </a:cubicBezTo>
                <a:cubicBezTo>
                  <a:pt x="2" y="62"/>
                  <a:pt x="0" y="61"/>
                  <a:pt x="0" y="60"/>
                </a:cubicBezTo>
                <a:cubicBezTo>
                  <a:pt x="0" y="3"/>
                  <a:pt x="0" y="3"/>
                  <a:pt x="0" y="3"/>
                </a:cubicBezTo>
                <a:cubicBezTo>
                  <a:pt x="0" y="2"/>
                  <a:pt x="2" y="0"/>
                  <a:pt x="3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1" y="0"/>
                  <a:pt x="62" y="2"/>
                  <a:pt x="62" y="3"/>
                </a:cubicBezTo>
                <a:lnTo>
                  <a:pt x="62" y="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12"/>
          <p:cNvSpPr/>
          <p:nvPr/>
        </p:nvSpPr>
        <p:spPr>
          <a:xfrm>
            <a:off x="2968625" y="1289050"/>
            <a:ext cx="209550" cy="158750"/>
          </a:xfrm>
          <a:custGeom>
            <a:rect b="b" l="l" r="r" t="t"/>
            <a:pathLst>
              <a:path extrusionOk="0" h="46" w="61">
                <a:moveTo>
                  <a:pt x="36" y="36"/>
                </a:moveTo>
                <a:cubicBezTo>
                  <a:pt x="26" y="36"/>
                  <a:pt x="26" y="36"/>
                  <a:pt x="26" y="36"/>
                </a:cubicBezTo>
                <a:cubicBezTo>
                  <a:pt x="19" y="26"/>
                  <a:pt x="19" y="26"/>
                  <a:pt x="19" y="26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4"/>
                  <a:pt x="18" y="24"/>
                  <a:pt x="18" y="23"/>
                </a:cubicBezTo>
                <a:cubicBezTo>
                  <a:pt x="18" y="23"/>
                  <a:pt x="18" y="23"/>
                  <a:pt x="18" y="23"/>
                </a:cubicBezTo>
                <a:cubicBezTo>
                  <a:pt x="18" y="24"/>
                  <a:pt x="18" y="24"/>
                  <a:pt x="18" y="24"/>
                </a:cubicBezTo>
                <a:cubicBezTo>
                  <a:pt x="17" y="25"/>
                  <a:pt x="17" y="25"/>
                  <a:pt x="17" y="26"/>
                </a:cubicBezTo>
                <a:cubicBezTo>
                  <a:pt x="10" y="36"/>
                  <a:pt x="10" y="36"/>
                  <a:pt x="10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0" y="29"/>
                  <a:pt x="0" y="29"/>
                </a:cubicBezTo>
                <a:cubicBezTo>
                  <a:pt x="5" y="29"/>
                  <a:pt x="5" y="29"/>
                  <a:pt x="5" y="29"/>
                </a:cubicBezTo>
                <a:cubicBezTo>
                  <a:pt x="13" y="18"/>
                  <a:pt x="13" y="18"/>
                  <a:pt x="13" y="18"/>
                </a:cubicBezTo>
                <a:cubicBezTo>
                  <a:pt x="6" y="7"/>
                  <a:pt x="6" y="7"/>
                  <a:pt x="6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0"/>
                  <a:pt x="0" y="0"/>
                  <a:pt x="0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7" y="9"/>
                  <a:pt x="17" y="9"/>
                  <a:pt x="17" y="9"/>
                </a:cubicBezTo>
                <a:cubicBezTo>
                  <a:pt x="17" y="10"/>
                  <a:pt x="17" y="10"/>
                  <a:pt x="18" y="11"/>
                </a:cubicBezTo>
                <a:cubicBezTo>
                  <a:pt x="18" y="11"/>
                  <a:pt x="18" y="11"/>
                  <a:pt x="18" y="12"/>
                </a:cubicBezTo>
                <a:cubicBezTo>
                  <a:pt x="18" y="12"/>
                  <a:pt x="18" y="12"/>
                  <a:pt x="18" y="12"/>
                </a:cubicBezTo>
                <a:cubicBezTo>
                  <a:pt x="18" y="11"/>
                  <a:pt x="18" y="11"/>
                  <a:pt x="19" y="11"/>
                </a:cubicBezTo>
                <a:cubicBezTo>
                  <a:pt x="20" y="9"/>
                  <a:pt x="20" y="9"/>
                  <a:pt x="20" y="9"/>
                </a:cubicBezTo>
                <a:cubicBezTo>
                  <a:pt x="25" y="0"/>
                  <a:pt x="25" y="0"/>
                  <a:pt x="25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7"/>
                  <a:pt x="36" y="7"/>
                  <a:pt x="36" y="7"/>
                </a:cubicBezTo>
                <a:cubicBezTo>
                  <a:pt x="31" y="7"/>
                  <a:pt x="31" y="7"/>
                  <a:pt x="31" y="7"/>
                </a:cubicBezTo>
                <a:cubicBezTo>
                  <a:pt x="23" y="17"/>
                  <a:pt x="23" y="17"/>
                  <a:pt x="23" y="17"/>
                </a:cubicBezTo>
                <a:cubicBezTo>
                  <a:pt x="31" y="29"/>
                  <a:pt x="31" y="29"/>
                  <a:pt x="31" y="29"/>
                </a:cubicBezTo>
                <a:cubicBezTo>
                  <a:pt x="36" y="29"/>
                  <a:pt x="36" y="29"/>
                  <a:pt x="36" y="29"/>
                </a:cubicBezTo>
                <a:lnTo>
                  <a:pt x="36" y="36"/>
                </a:lnTo>
                <a:close/>
                <a:moveTo>
                  <a:pt x="61" y="46"/>
                </a:moveTo>
                <a:cubicBezTo>
                  <a:pt x="41" y="46"/>
                  <a:pt x="41" y="46"/>
                  <a:pt x="41" y="46"/>
                </a:cubicBezTo>
                <a:cubicBezTo>
                  <a:pt x="41" y="45"/>
                  <a:pt x="41" y="45"/>
                  <a:pt x="41" y="45"/>
                </a:cubicBezTo>
                <a:cubicBezTo>
                  <a:pt x="41" y="45"/>
                  <a:pt x="41" y="44"/>
                  <a:pt x="41" y="43"/>
                </a:cubicBezTo>
                <a:cubicBezTo>
                  <a:pt x="41" y="32"/>
                  <a:pt x="55" y="31"/>
                  <a:pt x="55" y="26"/>
                </a:cubicBezTo>
                <a:cubicBezTo>
                  <a:pt x="55" y="24"/>
                  <a:pt x="53" y="22"/>
                  <a:pt x="51" y="22"/>
                </a:cubicBezTo>
                <a:cubicBezTo>
                  <a:pt x="49" y="22"/>
                  <a:pt x="48" y="23"/>
                  <a:pt x="47" y="24"/>
                </a:cubicBezTo>
                <a:cubicBezTo>
                  <a:pt x="46" y="24"/>
                  <a:pt x="46" y="25"/>
                  <a:pt x="45" y="25"/>
                </a:cubicBezTo>
                <a:cubicBezTo>
                  <a:pt x="41" y="22"/>
                  <a:pt x="41" y="22"/>
                  <a:pt x="41" y="22"/>
                </a:cubicBezTo>
                <a:cubicBezTo>
                  <a:pt x="42" y="21"/>
                  <a:pt x="43" y="20"/>
                  <a:pt x="44" y="19"/>
                </a:cubicBezTo>
                <a:cubicBezTo>
                  <a:pt x="45" y="18"/>
                  <a:pt x="48" y="16"/>
                  <a:pt x="51" y="16"/>
                </a:cubicBezTo>
                <a:cubicBezTo>
                  <a:pt x="57" y="16"/>
                  <a:pt x="61" y="20"/>
                  <a:pt x="61" y="25"/>
                </a:cubicBezTo>
                <a:cubicBezTo>
                  <a:pt x="61" y="35"/>
                  <a:pt x="48" y="35"/>
                  <a:pt x="47" y="41"/>
                </a:cubicBezTo>
                <a:cubicBezTo>
                  <a:pt x="56" y="41"/>
                  <a:pt x="56" y="41"/>
                  <a:pt x="56" y="41"/>
                </a:cubicBezTo>
                <a:cubicBezTo>
                  <a:pt x="56" y="38"/>
                  <a:pt x="56" y="38"/>
                  <a:pt x="56" y="38"/>
                </a:cubicBezTo>
                <a:cubicBezTo>
                  <a:pt x="61" y="38"/>
                  <a:pt x="61" y="38"/>
                  <a:pt x="61" y="38"/>
                </a:cubicBezTo>
                <a:lnTo>
                  <a:pt x="61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p12"/>
          <p:cNvSpPr/>
          <p:nvPr/>
        </p:nvSpPr>
        <p:spPr>
          <a:xfrm>
            <a:off x="3463925" y="1200150"/>
            <a:ext cx="247650" cy="247650"/>
          </a:xfrm>
          <a:custGeom>
            <a:rect b="b" l="l" r="r" t="t"/>
            <a:pathLst>
              <a:path extrusionOk="0" h="72" w="72">
                <a:moveTo>
                  <a:pt x="72" y="36"/>
                </a:moveTo>
                <a:cubicBezTo>
                  <a:pt x="72" y="56"/>
                  <a:pt x="56" y="72"/>
                  <a:pt x="36" y="72"/>
                </a:cubicBezTo>
                <a:cubicBezTo>
                  <a:pt x="16" y="72"/>
                  <a:pt x="0" y="56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lose/>
                <a:moveTo>
                  <a:pt x="16" y="43"/>
                </a:moveTo>
                <a:cubicBezTo>
                  <a:pt x="16" y="41"/>
                  <a:pt x="15" y="39"/>
                  <a:pt x="15" y="36"/>
                </a:cubicBezTo>
                <a:cubicBezTo>
                  <a:pt x="15" y="34"/>
                  <a:pt x="16" y="32"/>
                  <a:pt x="16" y="30"/>
                </a:cubicBezTo>
                <a:cubicBezTo>
                  <a:pt x="9" y="22"/>
                  <a:pt x="9" y="22"/>
                  <a:pt x="9" y="22"/>
                </a:cubicBezTo>
                <a:cubicBezTo>
                  <a:pt x="6" y="26"/>
                  <a:pt x="5" y="31"/>
                  <a:pt x="5" y="36"/>
                </a:cubicBezTo>
                <a:cubicBezTo>
                  <a:pt x="5" y="42"/>
                  <a:pt x="6" y="46"/>
                  <a:pt x="9" y="51"/>
                </a:cubicBezTo>
                <a:lnTo>
                  <a:pt x="16" y="43"/>
                </a:lnTo>
                <a:close/>
                <a:moveTo>
                  <a:pt x="51" y="36"/>
                </a:moveTo>
                <a:cubicBezTo>
                  <a:pt x="51" y="28"/>
                  <a:pt x="44" y="21"/>
                  <a:pt x="36" y="21"/>
                </a:cubicBezTo>
                <a:cubicBezTo>
                  <a:pt x="27" y="21"/>
                  <a:pt x="20" y="28"/>
                  <a:pt x="20" y="36"/>
                </a:cubicBezTo>
                <a:cubicBezTo>
                  <a:pt x="20" y="45"/>
                  <a:pt x="27" y="52"/>
                  <a:pt x="36" y="52"/>
                </a:cubicBezTo>
                <a:cubicBezTo>
                  <a:pt x="44" y="52"/>
                  <a:pt x="51" y="45"/>
                  <a:pt x="51" y="36"/>
                </a:cubicBezTo>
                <a:close/>
                <a:moveTo>
                  <a:pt x="21" y="9"/>
                </a:moveTo>
                <a:cubicBezTo>
                  <a:pt x="29" y="17"/>
                  <a:pt x="29" y="17"/>
                  <a:pt x="29" y="17"/>
                </a:cubicBezTo>
                <a:cubicBezTo>
                  <a:pt x="31" y="16"/>
                  <a:pt x="33" y="16"/>
                  <a:pt x="36" y="16"/>
                </a:cubicBezTo>
                <a:cubicBezTo>
                  <a:pt x="38" y="16"/>
                  <a:pt x="40" y="16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46" y="7"/>
                  <a:pt x="41" y="5"/>
                  <a:pt x="36" y="5"/>
                </a:cubicBezTo>
                <a:cubicBezTo>
                  <a:pt x="31" y="5"/>
                  <a:pt x="26" y="7"/>
                  <a:pt x="21" y="9"/>
                </a:cubicBezTo>
                <a:close/>
                <a:moveTo>
                  <a:pt x="50" y="64"/>
                </a:moveTo>
                <a:cubicBezTo>
                  <a:pt x="42" y="56"/>
                  <a:pt x="42" y="56"/>
                  <a:pt x="42" y="56"/>
                </a:cubicBezTo>
                <a:cubicBezTo>
                  <a:pt x="40" y="56"/>
                  <a:pt x="38" y="57"/>
                  <a:pt x="36" y="57"/>
                </a:cubicBezTo>
                <a:cubicBezTo>
                  <a:pt x="33" y="57"/>
                  <a:pt x="31" y="56"/>
                  <a:pt x="29" y="56"/>
                </a:cubicBezTo>
                <a:cubicBezTo>
                  <a:pt x="21" y="64"/>
                  <a:pt x="21" y="64"/>
                  <a:pt x="21" y="64"/>
                </a:cubicBezTo>
                <a:cubicBezTo>
                  <a:pt x="26" y="66"/>
                  <a:pt x="31" y="67"/>
                  <a:pt x="36" y="67"/>
                </a:cubicBezTo>
                <a:cubicBezTo>
                  <a:pt x="41" y="67"/>
                  <a:pt x="46" y="66"/>
                  <a:pt x="50" y="64"/>
                </a:cubicBezTo>
                <a:close/>
                <a:moveTo>
                  <a:pt x="63" y="51"/>
                </a:moveTo>
                <a:cubicBezTo>
                  <a:pt x="65" y="46"/>
                  <a:pt x="67" y="42"/>
                  <a:pt x="67" y="36"/>
                </a:cubicBezTo>
                <a:cubicBezTo>
                  <a:pt x="67" y="31"/>
                  <a:pt x="65" y="26"/>
                  <a:pt x="63" y="22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2"/>
                  <a:pt x="56" y="34"/>
                  <a:pt x="56" y="36"/>
                </a:cubicBezTo>
                <a:cubicBezTo>
                  <a:pt x="56" y="39"/>
                  <a:pt x="56" y="41"/>
                  <a:pt x="55" y="43"/>
                </a:cubicBezTo>
                <a:lnTo>
                  <a:pt x="63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12"/>
          <p:cNvSpPr/>
          <p:nvPr/>
        </p:nvSpPr>
        <p:spPr>
          <a:xfrm>
            <a:off x="3959225" y="1217613"/>
            <a:ext cx="209550" cy="209550"/>
          </a:xfrm>
          <a:custGeom>
            <a:rect b="b" l="l" r="r" t="t"/>
            <a:pathLst>
              <a:path extrusionOk="0" h="61" w="61">
                <a:moveTo>
                  <a:pt x="60" y="40"/>
                </a:moveTo>
                <a:cubicBezTo>
                  <a:pt x="40" y="60"/>
                  <a:pt x="40" y="60"/>
                  <a:pt x="40" y="60"/>
                </a:cubicBezTo>
                <a:cubicBezTo>
                  <a:pt x="39" y="61"/>
                  <a:pt x="38" y="61"/>
                  <a:pt x="36" y="61"/>
                </a:cubicBezTo>
                <a:cubicBezTo>
                  <a:pt x="35" y="61"/>
                  <a:pt x="34" y="61"/>
                  <a:pt x="33" y="60"/>
                </a:cubicBezTo>
                <a:cubicBezTo>
                  <a:pt x="4" y="31"/>
                  <a:pt x="4" y="31"/>
                  <a:pt x="4" y="31"/>
                </a:cubicBezTo>
                <a:cubicBezTo>
                  <a:pt x="2" y="29"/>
                  <a:pt x="0" y="25"/>
                  <a:pt x="0" y="22"/>
                </a:cubicBezTo>
                <a:cubicBezTo>
                  <a:pt x="0" y="6"/>
                  <a:pt x="0" y="6"/>
                  <a:pt x="0" y="6"/>
                </a:cubicBezTo>
                <a:cubicBezTo>
                  <a:pt x="0" y="3"/>
                  <a:pt x="3" y="0"/>
                  <a:pt x="6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5" y="0"/>
                  <a:pt x="29" y="2"/>
                  <a:pt x="31" y="4"/>
                </a:cubicBezTo>
                <a:cubicBezTo>
                  <a:pt x="60" y="33"/>
                  <a:pt x="60" y="33"/>
                  <a:pt x="60" y="33"/>
                </a:cubicBezTo>
                <a:cubicBezTo>
                  <a:pt x="61" y="34"/>
                  <a:pt x="61" y="35"/>
                  <a:pt x="61" y="36"/>
                </a:cubicBezTo>
                <a:cubicBezTo>
                  <a:pt x="61" y="38"/>
                  <a:pt x="61" y="39"/>
                  <a:pt x="60" y="40"/>
                </a:cubicBezTo>
                <a:close/>
                <a:moveTo>
                  <a:pt x="13" y="8"/>
                </a:moveTo>
                <a:cubicBezTo>
                  <a:pt x="10" y="8"/>
                  <a:pt x="8" y="10"/>
                  <a:pt x="8" y="13"/>
                </a:cubicBezTo>
                <a:cubicBezTo>
                  <a:pt x="8" y="16"/>
                  <a:pt x="10" y="18"/>
                  <a:pt x="13" y="18"/>
                </a:cubicBezTo>
                <a:cubicBezTo>
                  <a:pt x="16" y="18"/>
                  <a:pt x="18" y="16"/>
                  <a:pt x="18" y="13"/>
                </a:cubicBezTo>
                <a:cubicBezTo>
                  <a:pt x="18" y="10"/>
                  <a:pt x="16" y="8"/>
                  <a:pt x="13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12"/>
          <p:cNvSpPr/>
          <p:nvPr/>
        </p:nvSpPr>
        <p:spPr>
          <a:xfrm>
            <a:off x="4460875" y="1200150"/>
            <a:ext cx="160338" cy="247650"/>
          </a:xfrm>
          <a:custGeom>
            <a:rect b="b" l="l" r="r" t="t"/>
            <a:pathLst>
              <a:path extrusionOk="0" h="72" w="47">
                <a:moveTo>
                  <a:pt x="23" y="47"/>
                </a:moveTo>
                <a:cubicBezTo>
                  <a:pt x="22" y="47"/>
                  <a:pt x="20" y="47"/>
                  <a:pt x="18" y="47"/>
                </a:cubicBezTo>
                <a:cubicBezTo>
                  <a:pt x="17" y="46"/>
                  <a:pt x="16" y="45"/>
                  <a:pt x="17" y="44"/>
                </a:cubicBezTo>
                <a:cubicBezTo>
                  <a:pt x="17" y="43"/>
                  <a:pt x="18" y="42"/>
                  <a:pt x="19" y="42"/>
                </a:cubicBezTo>
                <a:cubicBezTo>
                  <a:pt x="21" y="43"/>
                  <a:pt x="22" y="43"/>
                  <a:pt x="23" y="43"/>
                </a:cubicBezTo>
                <a:cubicBezTo>
                  <a:pt x="34" y="43"/>
                  <a:pt x="43" y="34"/>
                  <a:pt x="43" y="24"/>
                </a:cubicBezTo>
                <a:cubicBezTo>
                  <a:pt x="43" y="13"/>
                  <a:pt x="34" y="4"/>
                  <a:pt x="23" y="4"/>
                </a:cubicBezTo>
                <a:cubicBezTo>
                  <a:pt x="13" y="4"/>
                  <a:pt x="4" y="13"/>
                  <a:pt x="4" y="24"/>
                </a:cubicBezTo>
                <a:cubicBezTo>
                  <a:pt x="4" y="27"/>
                  <a:pt x="5" y="30"/>
                  <a:pt x="6" y="32"/>
                </a:cubicBezTo>
                <a:cubicBezTo>
                  <a:pt x="7" y="34"/>
                  <a:pt x="6" y="35"/>
                  <a:pt x="5" y="35"/>
                </a:cubicBezTo>
                <a:cubicBezTo>
                  <a:pt x="4" y="36"/>
                  <a:pt x="3" y="35"/>
                  <a:pt x="3" y="34"/>
                </a:cubicBezTo>
                <a:cubicBezTo>
                  <a:pt x="1" y="31"/>
                  <a:pt x="0" y="27"/>
                  <a:pt x="0" y="24"/>
                </a:cubicBezTo>
                <a:cubicBezTo>
                  <a:pt x="0" y="11"/>
                  <a:pt x="11" y="0"/>
                  <a:pt x="23" y="0"/>
                </a:cubicBezTo>
                <a:cubicBezTo>
                  <a:pt x="36" y="0"/>
                  <a:pt x="47" y="11"/>
                  <a:pt x="47" y="24"/>
                </a:cubicBezTo>
                <a:cubicBezTo>
                  <a:pt x="47" y="37"/>
                  <a:pt x="36" y="47"/>
                  <a:pt x="23" y="47"/>
                </a:cubicBezTo>
                <a:close/>
                <a:moveTo>
                  <a:pt x="24" y="31"/>
                </a:moveTo>
                <a:cubicBezTo>
                  <a:pt x="22" y="31"/>
                  <a:pt x="21" y="31"/>
                  <a:pt x="19" y="30"/>
                </a:cubicBezTo>
                <a:cubicBezTo>
                  <a:pt x="18" y="31"/>
                  <a:pt x="16" y="33"/>
                  <a:pt x="15" y="35"/>
                </a:cubicBezTo>
                <a:cubicBezTo>
                  <a:pt x="8" y="45"/>
                  <a:pt x="5" y="57"/>
                  <a:pt x="7" y="70"/>
                </a:cubicBezTo>
                <a:cubicBezTo>
                  <a:pt x="7" y="71"/>
                  <a:pt x="6" y="72"/>
                  <a:pt x="5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4" y="72"/>
                  <a:pt x="3" y="71"/>
                  <a:pt x="2" y="70"/>
                </a:cubicBezTo>
                <a:cubicBezTo>
                  <a:pt x="1" y="53"/>
                  <a:pt x="6" y="40"/>
                  <a:pt x="11" y="33"/>
                </a:cubicBezTo>
                <a:cubicBezTo>
                  <a:pt x="13" y="30"/>
                  <a:pt x="15" y="28"/>
                  <a:pt x="17" y="26"/>
                </a:cubicBezTo>
                <a:cubicBezTo>
                  <a:pt x="16" y="25"/>
                  <a:pt x="16" y="24"/>
                  <a:pt x="16" y="23"/>
                </a:cubicBezTo>
                <a:cubicBezTo>
                  <a:pt x="16" y="19"/>
                  <a:pt x="20" y="16"/>
                  <a:pt x="24" y="16"/>
                </a:cubicBezTo>
                <a:cubicBezTo>
                  <a:pt x="28" y="16"/>
                  <a:pt x="32" y="19"/>
                  <a:pt x="32" y="23"/>
                </a:cubicBezTo>
                <a:cubicBezTo>
                  <a:pt x="32" y="28"/>
                  <a:pt x="28" y="31"/>
                  <a:pt x="24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12"/>
          <p:cNvSpPr/>
          <p:nvPr/>
        </p:nvSpPr>
        <p:spPr>
          <a:xfrm>
            <a:off x="4948238" y="1217613"/>
            <a:ext cx="247650" cy="195262"/>
          </a:xfrm>
          <a:custGeom>
            <a:rect b="b" l="l" r="r" t="t"/>
            <a:pathLst>
              <a:path extrusionOk="0" h="57" w="72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6" name="Google Shape;3106;p12"/>
          <p:cNvSpPr/>
          <p:nvPr/>
        </p:nvSpPr>
        <p:spPr>
          <a:xfrm>
            <a:off x="5443538" y="1238250"/>
            <a:ext cx="219075" cy="209550"/>
          </a:xfrm>
          <a:custGeom>
            <a:rect b="b" l="l" r="r" t="t"/>
            <a:pathLst>
              <a:path extrusionOk="0" h="61" w="64">
                <a:moveTo>
                  <a:pt x="16" y="33"/>
                </a:moveTo>
                <a:cubicBezTo>
                  <a:pt x="16" y="34"/>
                  <a:pt x="15" y="36"/>
                  <a:pt x="14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4"/>
                  <a:pt x="0" y="33"/>
                </a:cubicBezTo>
                <a:cubicBezTo>
                  <a:pt x="0" y="7"/>
                  <a:pt x="0" y="7"/>
                  <a:pt x="0" y="7"/>
                </a:cubicBezTo>
                <a:cubicBezTo>
                  <a:pt x="0" y="6"/>
                  <a:pt x="1" y="5"/>
                  <a:pt x="2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5" y="5"/>
                  <a:pt x="16" y="6"/>
                  <a:pt x="16" y="7"/>
                </a:cubicBezTo>
                <a:lnTo>
                  <a:pt x="16" y="33"/>
                </a:lnTo>
                <a:close/>
                <a:moveTo>
                  <a:pt x="10" y="12"/>
                </a:moveTo>
                <a:cubicBezTo>
                  <a:pt x="10" y="11"/>
                  <a:pt x="9" y="10"/>
                  <a:pt x="7" y="10"/>
                </a:cubicBezTo>
                <a:cubicBezTo>
                  <a:pt x="6" y="10"/>
                  <a:pt x="5" y="11"/>
                  <a:pt x="5" y="12"/>
                </a:cubicBezTo>
                <a:cubicBezTo>
                  <a:pt x="5" y="14"/>
                  <a:pt x="6" y="15"/>
                  <a:pt x="7" y="15"/>
                </a:cubicBezTo>
                <a:cubicBezTo>
                  <a:pt x="9" y="15"/>
                  <a:pt x="10" y="14"/>
                  <a:pt x="10" y="12"/>
                </a:cubicBezTo>
                <a:close/>
                <a:moveTo>
                  <a:pt x="62" y="27"/>
                </a:moveTo>
                <a:cubicBezTo>
                  <a:pt x="62" y="26"/>
                  <a:pt x="62" y="25"/>
                  <a:pt x="62" y="24"/>
                </a:cubicBezTo>
                <a:cubicBezTo>
                  <a:pt x="62" y="22"/>
                  <a:pt x="62" y="20"/>
                  <a:pt x="61" y="18"/>
                </a:cubicBezTo>
                <a:cubicBezTo>
                  <a:pt x="61" y="17"/>
                  <a:pt x="61" y="15"/>
                  <a:pt x="61" y="14"/>
                </a:cubicBezTo>
                <a:cubicBezTo>
                  <a:pt x="60" y="12"/>
                  <a:pt x="60" y="11"/>
                  <a:pt x="59" y="10"/>
                </a:cubicBezTo>
                <a:cubicBezTo>
                  <a:pt x="59" y="7"/>
                  <a:pt x="58" y="5"/>
                  <a:pt x="57" y="3"/>
                </a:cubicBezTo>
                <a:cubicBezTo>
                  <a:pt x="55" y="1"/>
                  <a:pt x="52" y="0"/>
                  <a:pt x="49" y="0"/>
                </a:cubicBezTo>
                <a:cubicBezTo>
                  <a:pt x="48" y="0"/>
                  <a:pt x="48" y="0"/>
                  <a:pt x="47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38" y="0"/>
                  <a:pt x="32" y="1"/>
                  <a:pt x="28" y="3"/>
                </a:cubicBezTo>
                <a:cubicBezTo>
                  <a:pt x="25" y="4"/>
                  <a:pt x="23" y="5"/>
                  <a:pt x="22" y="5"/>
                </a:cubicBezTo>
                <a:cubicBezTo>
                  <a:pt x="20" y="5"/>
                  <a:pt x="19" y="6"/>
                  <a:pt x="19" y="7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4"/>
                  <a:pt x="20" y="35"/>
                  <a:pt x="21" y="36"/>
                </a:cubicBezTo>
                <a:cubicBezTo>
                  <a:pt x="23" y="36"/>
                  <a:pt x="27" y="41"/>
                  <a:pt x="29" y="43"/>
                </a:cubicBezTo>
                <a:cubicBezTo>
                  <a:pt x="30" y="45"/>
                  <a:pt x="31" y="46"/>
                  <a:pt x="33" y="48"/>
                </a:cubicBezTo>
                <a:cubicBezTo>
                  <a:pt x="34" y="49"/>
                  <a:pt x="35" y="52"/>
                  <a:pt x="35" y="54"/>
                </a:cubicBezTo>
                <a:cubicBezTo>
                  <a:pt x="36" y="56"/>
                  <a:pt x="36" y="59"/>
                  <a:pt x="38" y="61"/>
                </a:cubicBezTo>
                <a:cubicBezTo>
                  <a:pt x="38" y="61"/>
                  <a:pt x="39" y="61"/>
                  <a:pt x="40" y="61"/>
                </a:cubicBezTo>
                <a:cubicBezTo>
                  <a:pt x="49" y="61"/>
                  <a:pt x="49" y="54"/>
                  <a:pt x="49" y="51"/>
                </a:cubicBezTo>
                <a:cubicBezTo>
                  <a:pt x="49" y="48"/>
                  <a:pt x="47" y="45"/>
                  <a:pt x="46" y="43"/>
                </a:cubicBezTo>
                <a:cubicBezTo>
                  <a:pt x="46" y="42"/>
                  <a:pt x="46" y="42"/>
                  <a:pt x="45" y="41"/>
                </a:cubicBezTo>
                <a:cubicBezTo>
                  <a:pt x="56" y="41"/>
                  <a:pt x="56" y="41"/>
                  <a:pt x="56" y="41"/>
                </a:cubicBezTo>
                <a:cubicBezTo>
                  <a:pt x="60" y="41"/>
                  <a:pt x="64" y="37"/>
                  <a:pt x="64" y="33"/>
                </a:cubicBezTo>
                <a:cubicBezTo>
                  <a:pt x="64" y="31"/>
                  <a:pt x="63" y="29"/>
                  <a:pt x="62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12"/>
          <p:cNvSpPr/>
          <p:nvPr/>
        </p:nvSpPr>
        <p:spPr>
          <a:xfrm>
            <a:off x="5942013" y="1206500"/>
            <a:ext cx="236537" cy="238125"/>
          </a:xfrm>
          <a:custGeom>
            <a:rect b="b" l="l" r="r" t="t"/>
            <a:pathLst>
              <a:path extrusionOk="0" h="69" w="69">
                <a:moveTo>
                  <a:pt x="31" y="67"/>
                </a:moveTo>
                <a:cubicBezTo>
                  <a:pt x="29" y="69"/>
                  <a:pt x="25" y="69"/>
                  <a:pt x="23" y="67"/>
                </a:cubicBezTo>
                <a:cubicBezTo>
                  <a:pt x="18" y="62"/>
                  <a:pt x="18" y="62"/>
                  <a:pt x="18" y="62"/>
                </a:cubicBezTo>
                <a:cubicBezTo>
                  <a:pt x="21" y="59"/>
                  <a:pt x="21" y="54"/>
                  <a:pt x="18" y="51"/>
                </a:cubicBezTo>
                <a:cubicBezTo>
                  <a:pt x="15" y="48"/>
                  <a:pt x="10" y="48"/>
                  <a:pt x="7" y="51"/>
                </a:cubicBezTo>
                <a:cubicBezTo>
                  <a:pt x="2" y="46"/>
                  <a:pt x="2" y="46"/>
                  <a:pt x="2" y="46"/>
                </a:cubicBezTo>
                <a:cubicBezTo>
                  <a:pt x="0" y="44"/>
                  <a:pt x="0" y="40"/>
                  <a:pt x="2" y="38"/>
                </a:cubicBezTo>
                <a:cubicBezTo>
                  <a:pt x="39" y="2"/>
                  <a:pt x="39" y="2"/>
                  <a:pt x="39" y="2"/>
                </a:cubicBezTo>
                <a:cubicBezTo>
                  <a:pt x="41" y="0"/>
                  <a:pt x="44" y="0"/>
                  <a:pt x="46" y="2"/>
                </a:cubicBezTo>
                <a:cubicBezTo>
                  <a:pt x="51" y="7"/>
                  <a:pt x="51" y="7"/>
                  <a:pt x="51" y="7"/>
                </a:cubicBezTo>
                <a:cubicBezTo>
                  <a:pt x="48" y="10"/>
                  <a:pt x="48" y="15"/>
                  <a:pt x="51" y="18"/>
                </a:cubicBezTo>
                <a:cubicBezTo>
                  <a:pt x="54" y="21"/>
                  <a:pt x="59" y="21"/>
                  <a:pt x="62" y="18"/>
                </a:cubicBezTo>
                <a:cubicBezTo>
                  <a:pt x="67" y="23"/>
                  <a:pt x="67" y="23"/>
                  <a:pt x="67" y="23"/>
                </a:cubicBezTo>
                <a:cubicBezTo>
                  <a:pt x="69" y="25"/>
                  <a:pt x="69" y="28"/>
                  <a:pt x="67" y="30"/>
                </a:cubicBezTo>
                <a:lnTo>
                  <a:pt x="31" y="67"/>
                </a:lnTo>
                <a:close/>
                <a:moveTo>
                  <a:pt x="56" y="31"/>
                </a:moveTo>
                <a:cubicBezTo>
                  <a:pt x="57" y="30"/>
                  <a:pt x="57" y="28"/>
                  <a:pt x="56" y="27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39" y="12"/>
                  <a:pt x="38" y="13"/>
                </a:cubicBezTo>
                <a:cubicBezTo>
                  <a:pt x="13" y="38"/>
                  <a:pt x="13" y="38"/>
                  <a:pt x="13" y="38"/>
                </a:cubicBezTo>
                <a:cubicBezTo>
                  <a:pt x="12" y="39"/>
                  <a:pt x="12" y="40"/>
                  <a:pt x="13" y="41"/>
                </a:cubicBezTo>
                <a:cubicBezTo>
                  <a:pt x="28" y="56"/>
                  <a:pt x="28" y="56"/>
                  <a:pt x="28" y="56"/>
                </a:cubicBezTo>
                <a:cubicBezTo>
                  <a:pt x="28" y="56"/>
                  <a:pt x="29" y="57"/>
                  <a:pt x="30" y="57"/>
                </a:cubicBezTo>
                <a:cubicBezTo>
                  <a:pt x="30" y="57"/>
                  <a:pt x="31" y="56"/>
                  <a:pt x="31" y="56"/>
                </a:cubicBezTo>
                <a:lnTo>
                  <a:pt x="56" y="31"/>
                </a:lnTo>
                <a:close/>
                <a:moveTo>
                  <a:pt x="53" y="29"/>
                </a:moveTo>
                <a:cubicBezTo>
                  <a:pt x="30" y="52"/>
                  <a:pt x="30" y="52"/>
                  <a:pt x="30" y="52"/>
                </a:cubicBezTo>
                <a:cubicBezTo>
                  <a:pt x="17" y="39"/>
                  <a:pt x="17" y="39"/>
                  <a:pt x="17" y="39"/>
                </a:cubicBezTo>
                <a:cubicBezTo>
                  <a:pt x="40" y="16"/>
                  <a:pt x="40" y="16"/>
                  <a:pt x="40" y="16"/>
                </a:cubicBezTo>
                <a:lnTo>
                  <a:pt x="53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8" name="Google Shape;3108;p12"/>
          <p:cNvSpPr/>
          <p:nvPr/>
        </p:nvSpPr>
        <p:spPr>
          <a:xfrm>
            <a:off x="6432550" y="1209675"/>
            <a:ext cx="144463" cy="203200"/>
          </a:xfrm>
          <a:custGeom>
            <a:rect b="b" l="l" r="r" t="t"/>
            <a:pathLst>
              <a:path extrusionOk="0" h="59" w="42">
                <a:moveTo>
                  <a:pt x="21" y="59"/>
                </a:moveTo>
                <a:cubicBezTo>
                  <a:pt x="10" y="59"/>
                  <a:pt x="0" y="50"/>
                  <a:pt x="0" y="38"/>
                </a:cubicBezTo>
                <a:cubicBezTo>
                  <a:pt x="0" y="34"/>
                  <a:pt x="2" y="31"/>
                  <a:pt x="4" y="27"/>
                </a:cubicBezTo>
                <a:cubicBezTo>
                  <a:pt x="6" y="24"/>
                  <a:pt x="14" y="13"/>
                  <a:pt x="18" y="2"/>
                </a:cubicBezTo>
                <a:cubicBezTo>
                  <a:pt x="18" y="1"/>
                  <a:pt x="20" y="0"/>
                  <a:pt x="21" y="0"/>
                </a:cubicBezTo>
                <a:cubicBezTo>
                  <a:pt x="22" y="0"/>
                  <a:pt x="24" y="1"/>
                  <a:pt x="24" y="2"/>
                </a:cubicBezTo>
                <a:cubicBezTo>
                  <a:pt x="28" y="13"/>
                  <a:pt x="36" y="24"/>
                  <a:pt x="38" y="27"/>
                </a:cubicBezTo>
                <a:cubicBezTo>
                  <a:pt x="40" y="31"/>
                  <a:pt x="42" y="34"/>
                  <a:pt x="42" y="38"/>
                </a:cubicBezTo>
                <a:cubicBezTo>
                  <a:pt x="42" y="50"/>
                  <a:pt x="32" y="59"/>
                  <a:pt x="21" y="59"/>
                </a:cubicBezTo>
                <a:close/>
                <a:moveTo>
                  <a:pt x="20" y="41"/>
                </a:moveTo>
                <a:cubicBezTo>
                  <a:pt x="20" y="40"/>
                  <a:pt x="18" y="37"/>
                  <a:pt x="17" y="35"/>
                </a:cubicBezTo>
                <a:cubicBezTo>
                  <a:pt x="17" y="34"/>
                  <a:pt x="16" y="34"/>
                  <a:pt x="16" y="34"/>
                </a:cubicBezTo>
                <a:cubicBezTo>
                  <a:pt x="16" y="34"/>
                  <a:pt x="15" y="34"/>
                  <a:pt x="15" y="35"/>
                </a:cubicBezTo>
                <a:cubicBezTo>
                  <a:pt x="14" y="37"/>
                  <a:pt x="12" y="40"/>
                  <a:pt x="12" y="41"/>
                </a:cubicBezTo>
                <a:cubicBezTo>
                  <a:pt x="11" y="42"/>
                  <a:pt x="11" y="43"/>
                  <a:pt x="11" y="44"/>
                </a:cubicBezTo>
                <a:cubicBezTo>
                  <a:pt x="11" y="46"/>
                  <a:pt x="13" y="49"/>
                  <a:pt x="16" y="49"/>
                </a:cubicBezTo>
                <a:cubicBezTo>
                  <a:pt x="19" y="49"/>
                  <a:pt x="21" y="46"/>
                  <a:pt x="21" y="44"/>
                </a:cubicBezTo>
                <a:cubicBezTo>
                  <a:pt x="21" y="43"/>
                  <a:pt x="21" y="42"/>
                  <a:pt x="20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12"/>
          <p:cNvSpPr/>
          <p:nvPr/>
        </p:nvSpPr>
        <p:spPr>
          <a:xfrm>
            <a:off x="6927850" y="1238250"/>
            <a:ext cx="280988" cy="174625"/>
          </a:xfrm>
          <a:custGeom>
            <a:rect b="b" l="l" r="r" t="t"/>
            <a:pathLst>
              <a:path extrusionOk="0" h="51" w="82">
                <a:moveTo>
                  <a:pt x="25" y="0"/>
                </a:moveTo>
                <a:cubicBezTo>
                  <a:pt x="56" y="0"/>
                  <a:pt x="56" y="0"/>
                  <a:pt x="56" y="0"/>
                </a:cubicBezTo>
                <a:cubicBezTo>
                  <a:pt x="70" y="0"/>
                  <a:pt x="82" y="11"/>
                  <a:pt x="82" y="25"/>
                </a:cubicBezTo>
                <a:cubicBezTo>
                  <a:pt x="82" y="39"/>
                  <a:pt x="70" y="51"/>
                  <a:pt x="56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lose/>
                <a:moveTo>
                  <a:pt x="77" y="25"/>
                </a:moveTo>
                <a:cubicBezTo>
                  <a:pt x="77" y="14"/>
                  <a:pt x="68" y="5"/>
                  <a:pt x="56" y="5"/>
                </a:cubicBezTo>
                <a:cubicBezTo>
                  <a:pt x="45" y="5"/>
                  <a:pt x="36" y="14"/>
                  <a:pt x="36" y="25"/>
                </a:cubicBezTo>
                <a:cubicBezTo>
                  <a:pt x="36" y="37"/>
                  <a:pt x="45" y="46"/>
                  <a:pt x="56" y="46"/>
                </a:cubicBezTo>
                <a:cubicBezTo>
                  <a:pt x="68" y="46"/>
                  <a:pt x="77" y="37"/>
                  <a:pt x="77" y="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12"/>
          <p:cNvSpPr/>
          <p:nvPr/>
        </p:nvSpPr>
        <p:spPr>
          <a:xfrm>
            <a:off x="7423150" y="1217613"/>
            <a:ext cx="195263" cy="212725"/>
          </a:xfrm>
          <a:custGeom>
            <a:rect b="b" l="l" r="r" t="t"/>
            <a:pathLst>
              <a:path extrusionOk="0" h="62" w="57">
                <a:moveTo>
                  <a:pt x="57" y="15"/>
                </a:moveTo>
                <a:cubicBezTo>
                  <a:pt x="57" y="15"/>
                  <a:pt x="56" y="16"/>
                  <a:pt x="56" y="16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54"/>
                  <a:pt x="52" y="54"/>
                  <a:pt x="52" y="54"/>
                </a:cubicBezTo>
                <a:cubicBezTo>
                  <a:pt x="52" y="58"/>
                  <a:pt x="49" y="62"/>
                  <a:pt x="45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9" y="62"/>
                  <a:pt x="6" y="59"/>
                  <a:pt x="6" y="54"/>
                </a:cubicBezTo>
                <a:cubicBezTo>
                  <a:pt x="6" y="16"/>
                  <a:pt x="6" y="16"/>
                  <a:pt x="6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1" y="16"/>
                  <a:pt x="0" y="15"/>
                  <a:pt x="0" y="1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1" y="11"/>
                  <a:pt x="2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7" y="4"/>
                  <a:pt x="17" y="4"/>
                  <a:pt x="17" y="4"/>
                </a:cubicBezTo>
                <a:cubicBezTo>
                  <a:pt x="18" y="2"/>
                  <a:pt x="20" y="0"/>
                  <a:pt x="2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0"/>
                  <a:pt x="40" y="2"/>
                  <a:pt x="41" y="4"/>
                </a:cubicBezTo>
                <a:cubicBezTo>
                  <a:pt x="43" y="11"/>
                  <a:pt x="43" y="11"/>
                  <a:pt x="43" y="11"/>
                </a:cubicBezTo>
                <a:cubicBezTo>
                  <a:pt x="56" y="11"/>
                  <a:pt x="56" y="11"/>
                  <a:pt x="56" y="11"/>
                </a:cubicBezTo>
                <a:cubicBezTo>
                  <a:pt x="56" y="11"/>
                  <a:pt x="57" y="11"/>
                  <a:pt x="57" y="12"/>
                </a:cubicBezTo>
                <a:lnTo>
                  <a:pt x="57" y="15"/>
                </a:lnTo>
                <a:close/>
                <a:moveTo>
                  <a:pt x="47" y="16"/>
                </a:moveTo>
                <a:cubicBezTo>
                  <a:pt x="11" y="16"/>
                  <a:pt x="11" y="16"/>
                  <a:pt x="11" y="16"/>
                </a:cubicBezTo>
                <a:cubicBezTo>
                  <a:pt x="11" y="54"/>
                  <a:pt x="11" y="54"/>
                  <a:pt x="11" y="54"/>
                </a:cubicBezTo>
                <a:cubicBezTo>
                  <a:pt x="11" y="56"/>
                  <a:pt x="12" y="57"/>
                  <a:pt x="12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6" y="57"/>
                  <a:pt x="47" y="56"/>
                  <a:pt x="47" y="54"/>
                </a:cubicBezTo>
                <a:lnTo>
                  <a:pt x="47" y="16"/>
                </a:lnTo>
                <a:close/>
                <a:moveTo>
                  <a:pt x="21" y="48"/>
                </a:moveTo>
                <a:cubicBezTo>
                  <a:pt x="21" y="49"/>
                  <a:pt x="20" y="49"/>
                  <a:pt x="20" y="49"/>
                </a:cubicBezTo>
                <a:cubicBezTo>
                  <a:pt x="17" y="49"/>
                  <a:pt x="17" y="49"/>
                  <a:pt x="17" y="49"/>
                </a:cubicBezTo>
                <a:cubicBezTo>
                  <a:pt x="16" y="49"/>
                  <a:pt x="16" y="49"/>
                  <a:pt x="16" y="48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4"/>
                  <a:pt x="16" y="24"/>
                  <a:pt x="17" y="24"/>
                </a:cubicBezTo>
                <a:cubicBezTo>
                  <a:pt x="20" y="24"/>
                  <a:pt x="20" y="24"/>
                  <a:pt x="20" y="24"/>
                </a:cubicBezTo>
                <a:cubicBezTo>
                  <a:pt x="20" y="24"/>
                  <a:pt x="21" y="24"/>
                  <a:pt x="21" y="25"/>
                </a:cubicBezTo>
                <a:lnTo>
                  <a:pt x="21" y="48"/>
                </a:lnTo>
                <a:close/>
                <a:moveTo>
                  <a:pt x="38" y="11"/>
                </a:moveTo>
                <a:cubicBezTo>
                  <a:pt x="36" y="6"/>
                  <a:pt x="36" y="6"/>
                  <a:pt x="36" y="6"/>
                </a:cubicBezTo>
                <a:cubicBezTo>
                  <a:pt x="36" y="6"/>
                  <a:pt x="35" y="6"/>
                  <a:pt x="35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0" y="11"/>
                  <a:pt x="20" y="11"/>
                  <a:pt x="20" y="11"/>
                </a:cubicBezTo>
                <a:lnTo>
                  <a:pt x="38" y="11"/>
                </a:lnTo>
                <a:close/>
                <a:moveTo>
                  <a:pt x="31" y="48"/>
                </a:moveTo>
                <a:cubicBezTo>
                  <a:pt x="31" y="49"/>
                  <a:pt x="31" y="49"/>
                  <a:pt x="30" y="49"/>
                </a:cubicBezTo>
                <a:cubicBezTo>
                  <a:pt x="27" y="49"/>
                  <a:pt x="27" y="49"/>
                  <a:pt x="27" y="49"/>
                </a:cubicBezTo>
                <a:cubicBezTo>
                  <a:pt x="27" y="49"/>
                  <a:pt x="26" y="49"/>
                  <a:pt x="26" y="48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4"/>
                  <a:pt x="27" y="24"/>
                  <a:pt x="27" y="24"/>
                </a:cubicBezTo>
                <a:cubicBezTo>
                  <a:pt x="30" y="24"/>
                  <a:pt x="30" y="24"/>
                  <a:pt x="30" y="24"/>
                </a:cubicBezTo>
                <a:cubicBezTo>
                  <a:pt x="31" y="24"/>
                  <a:pt x="31" y="24"/>
                  <a:pt x="31" y="25"/>
                </a:cubicBezTo>
                <a:lnTo>
                  <a:pt x="31" y="48"/>
                </a:lnTo>
                <a:close/>
                <a:moveTo>
                  <a:pt x="42" y="48"/>
                </a:moveTo>
                <a:cubicBezTo>
                  <a:pt x="42" y="49"/>
                  <a:pt x="41" y="49"/>
                  <a:pt x="40" y="49"/>
                </a:cubicBezTo>
                <a:cubicBezTo>
                  <a:pt x="38" y="49"/>
                  <a:pt x="38" y="49"/>
                  <a:pt x="38" y="49"/>
                </a:cubicBezTo>
                <a:cubicBezTo>
                  <a:pt x="37" y="49"/>
                  <a:pt x="36" y="49"/>
                  <a:pt x="36" y="48"/>
                </a:cubicBezTo>
                <a:cubicBezTo>
                  <a:pt x="36" y="25"/>
                  <a:pt x="36" y="25"/>
                  <a:pt x="36" y="25"/>
                </a:cubicBezTo>
                <a:cubicBezTo>
                  <a:pt x="36" y="24"/>
                  <a:pt x="37" y="24"/>
                  <a:pt x="38" y="24"/>
                </a:cubicBezTo>
                <a:cubicBezTo>
                  <a:pt x="40" y="24"/>
                  <a:pt x="40" y="24"/>
                  <a:pt x="40" y="24"/>
                </a:cubicBezTo>
                <a:cubicBezTo>
                  <a:pt x="41" y="24"/>
                  <a:pt x="42" y="24"/>
                  <a:pt x="42" y="25"/>
                </a:cubicBezTo>
                <a:lnTo>
                  <a:pt x="42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12"/>
          <p:cNvSpPr/>
          <p:nvPr/>
        </p:nvSpPr>
        <p:spPr>
          <a:xfrm>
            <a:off x="7927975" y="1238250"/>
            <a:ext cx="236538" cy="192088"/>
          </a:xfrm>
          <a:custGeom>
            <a:rect b="b" l="l" r="r" t="t"/>
            <a:pathLst>
              <a:path extrusionOk="0" h="56" w="69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2" name="Google Shape;3112;p12"/>
          <p:cNvSpPr/>
          <p:nvPr/>
        </p:nvSpPr>
        <p:spPr>
          <a:xfrm>
            <a:off x="8412163" y="1217613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43" y="47"/>
                </a:moveTo>
                <a:cubicBezTo>
                  <a:pt x="42" y="47"/>
                  <a:pt x="40" y="48"/>
                  <a:pt x="39" y="48"/>
                </a:cubicBezTo>
                <a:cubicBezTo>
                  <a:pt x="35" y="48"/>
                  <a:pt x="34" y="45"/>
                  <a:pt x="34" y="42"/>
                </a:cubicBezTo>
                <a:cubicBezTo>
                  <a:pt x="34" y="26"/>
                  <a:pt x="34" y="26"/>
                  <a:pt x="34" y="26"/>
                </a:cubicBezTo>
                <a:cubicBezTo>
                  <a:pt x="44" y="26"/>
                  <a:pt x="44" y="26"/>
                  <a:pt x="44" y="26"/>
                </a:cubicBezTo>
                <a:cubicBezTo>
                  <a:pt x="44" y="19"/>
                  <a:pt x="44" y="19"/>
                  <a:pt x="44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6"/>
                  <a:pt x="34" y="6"/>
                  <a:pt x="34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10"/>
                  <a:pt x="24" y="17"/>
                  <a:pt x="16" y="20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9"/>
                  <a:pt x="25" y="57"/>
                  <a:pt x="36" y="57"/>
                </a:cubicBezTo>
                <a:cubicBezTo>
                  <a:pt x="40" y="57"/>
                  <a:pt x="44" y="55"/>
                  <a:pt x="45" y="54"/>
                </a:cubicBezTo>
                <a:lnTo>
                  <a:pt x="43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3" name="Google Shape;3113;p12"/>
          <p:cNvSpPr/>
          <p:nvPr/>
        </p:nvSpPr>
        <p:spPr>
          <a:xfrm>
            <a:off x="8839200" y="1217613"/>
            <a:ext cx="212725" cy="212725"/>
          </a:xfrm>
          <a:custGeom>
            <a:rect b="b" l="l" r="r" t="t"/>
            <a:pathLst>
              <a:path extrusionOk="0" h="62" w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47" y="21"/>
                </a:moveTo>
                <a:cubicBezTo>
                  <a:pt x="49" y="20"/>
                  <a:pt x="50" y="18"/>
                  <a:pt x="51" y="16"/>
                </a:cubicBezTo>
                <a:cubicBezTo>
                  <a:pt x="49" y="17"/>
                  <a:pt x="47" y="18"/>
                  <a:pt x="45" y="19"/>
                </a:cubicBezTo>
                <a:cubicBezTo>
                  <a:pt x="44" y="17"/>
                  <a:pt x="42" y="16"/>
                  <a:pt x="39" y="16"/>
                </a:cubicBezTo>
                <a:cubicBezTo>
                  <a:pt x="35" y="16"/>
                  <a:pt x="31" y="20"/>
                  <a:pt x="31" y="24"/>
                </a:cubicBezTo>
                <a:cubicBezTo>
                  <a:pt x="31" y="25"/>
                  <a:pt x="31" y="26"/>
                  <a:pt x="31" y="26"/>
                </a:cubicBezTo>
                <a:cubicBezTo>
                  <a:pt x="24" y="26"/>
                  <a:pt x="18" y="23"/>
                  <a:pt x="14" y="17"/>
                </a:cubicBezTo>
                <a:cubicBezTo>
                  <a:pt x="13" y="19"/>
                  <a:pt x="12" y="20"/>
                  <a:pt x="12" y="22"/>
                </a:cubicBezTo>
                <a:cubicBezTo>
                  <a:pt x="12" y="25"/>
                  <a:pt x="14" y="27"/>
                  <a:pt x="16" y="29"/>
                </a:cubicBezTo>
                <a:cubicBezTo>
                  <a:pt x="15" y="29"/>
                  <a:pt x="13" y="28"/>
                  <a:pt x="12" y="28"/>
                </a:cubicBezTo>
                <a:cubicBezTo>
                  <a:pt x="12" y="28"/>
                  <a:pt x="12" y="28"/>
                  <a:pt x="12" y="28"/>
                </a:cubicBezTo>
                <a:cubicBezTo>
                  <a:pt x="12" y="32"/>
                  <a:pt x="15" y="35"/>
                  <a:pt x="19" y="36"/>
                </a:cubicBezTo>
                <a:cubicBezTo>
                  <a:pt x="18" y="36"/>
                  <a:pt x="18" y="36"/>
                  <a:pt x="17" y="36"/>
                </a:cubicBezTo>
                <a:cubicBezTo>
                  <a:pt x="16" y="36"/>
                  <a:pt x="16" y="36"/>
                  <a:pt x="15" y="36"/>
                </a:cubicBezTo>
                <a:cubicBezTo>
                  <a:pt x="16" y="39"/>
                  <a:pt x="20" y="42"/>
                  <a:pt x="23" y="42"/>
                </a:cubicBezTo>
                <a:cubicBezTo>
                  <a:pt x="20" y="44"/>
                  <a:pt x="17" y="46"/>
                  <a:pt x="13" y="46"/>
                </a:cubicBezTo>
                <a:cubicBezTo>
                  <a:pt x="12" y="46"/>
                  <a:pt x="11" y="46"/>
                  <a:pt x="11" y="46"/>
                </a:cubicBezTo>
                <a:cubicBezTo>
                  <a:pt x="14" y="48"/>
                  <a:pt x="19" y="49"/>
                  <a:pt x="24" y="49"/>
                </a:cubicBezTo>
                <a:cubicBezTo>
                  <a:pt x="39" y="49"/>
                  <a:pt x="48" y="36"/>
                  <a:pt x="48" y="25"/>
                </a:cubicBezTo>
                <a:cubicBezTo>
                  <a:pt x="48" y="25"/>
                  <a:pt x="48" y="25"/>
                  <a:pt x="48" y="24"/>
                </a:cubicBezTo>
                <a:cubicBezTo>
                  <a:pt x="49" y="23"/>
                  <a:pt x="51" y="22"/>
                  <a:pt x="52" y="20"/>
                </a:cubicBezTo>
                <a:cubicBezTo>
                  <a:pt x="50" y="20"/>
                  <a:pt x="49" y="21"/>
                  <a:pt x="47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12"/>
          <p:cNvSpPr/>
          <p:nvPr/>
        </p:nvSpPr>
        <p:spPr>
          <a:xfrm>
            <a:off x="65088" y="1585913"/>
            <a:ext cx="265112" cy="247650"/>
          </a:xfrm>
          <a:custGeom>
            <a:rect b="b" l="l" r="r" t="t"/>
            <a:pathLst>
              <a:path extrusionOk="0" h="72" w="77">
                <a:moveTo>
                  <a:pt x="77" y="16"/>
                </a:moveTo>
                <a:cubicBezTo>
                  <a:pt x="77" y="21"/>
                  <a:pt x="77" y="21"/>
                  <a:pt x="77" y="21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22"/>
                  <a:pt x="70" y="23"/>
                  <a:pt x="69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6" y="23"/>
                  <a:pt x="5" y="22"/>
                  <a:pt x="5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6"/>
                  <a:pt x="0" y="16"/>
                  <a:pt x="0" y="16"/>
                </a:cubicBezTo>
                <a:cubicBezTo>
                  <a:pt x="38" y="0"/>
                  <a:pt x="38" y="0"/>
                  <a:pt x="38" y="0"/>
                </a:cubicBezTo>
                <a:lnTo>
                  <a:pt x="77" y="16"/>
                </a:lnTo>
                <a:close/>
                <a:moveTo>
                  <a:pt x="77" y="67"/>
                </a:moveTo>
                <a:cubicBezTo>
                  <a:pt x="77" y="72"/>
                  <a:pt x="77" y="72"/>
                  <a:pt x="77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6"/>
                  <a:pt x="1" y="65"/>
                  <a:pt x="3" y="65"/>
                </a:cubicBezTo>
                <a:cubicBezTo>
                  <a:pt x="74" y="65"/>
                  <a:pt x="74" y="65"/>
                  <a:pt x="74" y="65"/>
                </a:cubicBezTo>
                <a:cubicBezTo>
                  <a:pt x="76" y="65"/>
                  <a:pt x="77" y="66"/>
                  <a:pt x="77" y="67"/>
                </a:cubicBezTo>
                <a:close/>
                <a:moveTo>
                  <a:pt x="20" y="26"/>
                </a:moveTo>
                <a:cubicBezTo>
                  <a:pt x="20" y="57"/>
                  <a:pt x="20" y="57"/>
                  <a:pt x="20" y="57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26"/>
                  <a:pt x="25" y="26"/>
                  <a:pt x="25" y="26"/>
                </a:cubicBezTo>
                <a:cubicBezTo>
                  <a:pt x="36" y="26"/>
                  <a:pt x="36" y="26"/>
                  <a:pt x="36" y="26"/>
                </a:cubicBezTo>
                <a:cubicBezTo>
                  <a:pt x="36" y="57"/>
                  <a:pt x="36" y="57"/>
                  <a:pt x="36" y="57"/>
                </a:cubicBezTo>
                <a:cubicBezTo>
                  <a:pt x="41" y="57"/>
                  <a:pt x="41" y="57"/>
                  <a:pt x="41" y="57"/>
                </a:cubicBezTo>
                <a:cubicBezTo>
                  <a:pt x="41" y="26"/>
                  <a:pt x="41" y="26"/>
                  <a:pt x="41" y="26"/>
                </a:cubicBezTo>
                <a:cubicBezTo>
                  <a:pt x="51" y="26"/>
                  <a:pt x="51" y="26"/>
                  <a:pt x="51" y="26"/>
                </a:cubicBezTo>
                <a:cubicBezTo>
                  <a:pt x="51" y="57"/>
                  <a:pt x="51" y="57"/>
                  <a:pt x="51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6" y="26"/>
                  <a:pt x="56" y="26"/>
                  <a:pt x="56" y="26"/>
                </a:cubicBezTo>
                <a:cubicBezTo>
                  <a:pt x="67" y="26"/>
                  <a:pt x="67" y="26"/>
                  <a:pt x="67" y="26"/>
                </a:cubicBezTo>
                <a:cubicBezTo>
                  <a:pt x="67" y="57"/>
                  <a:pt x="67" y="57"/>
                  <a:pt x="67" y="57"/>
                </a:cubicBezTo>
                <a:cubicBezTo>
                  <a:pt x="69" y="57"/>
                  <a:pt x="69" y="57"/>
                  <a:pt x="69" y="57"/>
                </a:cubicBezTo>
                <a:cubicBezTo>
                  <a:pt x="70" y="57"/>
                  <a:pt x="72" y="58"/>
                  <a:pt x="72" y="59"/>
                </a:cubicBezTo>
                <a:cubicBezTo>
                  <a:pt x="72" y="62"/>
                  <a:pt x="72" y="62"/>
                  <a:pt x="72" y="62"/>
                </a:cubicBezTo>
                <a:cubicBezTo>
                  <a:pt x="5" y="62"/>
                  <a:pt x="5" y="62"/>
                  <a:pt x="5" y="62"/>
                </a:cubicBezTo>
                <a:cubicBezTo>
                  <a:pt x="5" y="59"/>
                  <a:pt x="5" y="59"/>
                  <a:pt x="5" y="59"/>
                </a:cubicBezTo>
                <a:cubicBezTo>
                  <a:pt x="5" y="58"/>
                  <a:pt x="6" y="57"/>
                  <a:pt x="8" y="57"/>
                </a:cubicBezTo>
                <a:cubicBezTo>
                  <a:pt x="10" y="57"/>
                  <a:pt x="10" y="57"/>
                  <a:pt x="10" y="57"/>
                </a:cubicBezTo>
                <a:cubicBezTo>
                  <a:pt x="10" y="26"/>
                  <a:pt x="10" y="26"/>
                  <a:pt x="10" y="26"/>
                </a:cubicBezTo>
                <a:lnTo>
                  <a:pt x="20" y="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5" name="Google Shape;3115;p12"/>
          <p:cNvSpPr/>
          <p:nvPr/>
        </p:nvSpPr>
        <p:spPr>
          <a:xfrm>
            <a:off x="495300" y="1612900"/>
            <a:ext cx="144463" cy="196850"/>
          </a:xfrm>
          <a:custGeom>
            <a:rect b="b" l="l" r="r" t="t"/>
            <a:pathLst>
              <a:path extrusionOk="0" h="57" w="42">
                <a:moveTo>
                  <a:pt x="39" y="23"/>
                </a:moveTo>
                <a:cubicBezTo>
                  <a:pt x="3" y="23"/>
                  <a:pt x="3" y="23"/>
                  <a:pt x="3" y="23"/>
                </a:cubicBezTo>
                <a:cubicBezTo>
                  <a:pt x="2" y="23"/>
                  <a:pt x="0" y="22"/>
                  <a:pt x="0" y="21"/>
                </a:cubicBezTo>
                <a:cubicBezTo>
                  <a:pt x="0" y="20"/>
                  <a:pt x="1" y="19"/>
                  <a:pt x="1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20" y="0"/>
                  <a:pt x="20" y="0"/>
                  <a:pt x="21" y="0"/>
                </a:cubicBezTo>
                <a:cubicBezTo>
                  <a:pt x="22" y="0"/>
                  <a:pt x="22" y="0"/>
                  <a:pt x="23" y="1"/>
                </a:cubicBezTo>
                <a:cubicBezTo>
                  <a:pt x="41" y="19"/>
                  <a:pt x="41" y="19"/>
                  <a:pt x="41" y="19"/>
                </a:cubicBezTo>
                <a:cubicBezTo>
                  <a:pt x="41" y="19"/>
                  <a:pt x="42" y="20"/>
                  <a:pt x="42" y="21"/>
                </a:cubicBezTo>
                <a:cubicBezTo>
                  <a:pt x="42" y="22"/>
                  <a:pt x="40" y="23"/>
                  <a:pt x="39" y="23"/>
                </a:cubicBezTo>
                <a:close/>
                <a:moveTo>
                  <a:pt x="41" y="38"/>
                </a:moveTo>
                <a:cubicBezTo>
                  <a:pt x="23" y="56"/>
                  <a:pt x="23" y="56"/>
                  <a:pt x="23" y="56"/>
                </a:cubicBezTo>
                <a:cubicBezTo>
                  <a:pt x="22" y="56"/>
                  <a:pt x="22" y="57"/>
                  <a:pt x="21" y="57"/>
                </a:cubicBezTo>
                <a:cubicBezTo>
                  <a:pt x="20" y="57"/>
                  <a:pt x="20" y="56"/>
                  <a:pt x="19" y="56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7"/>
                  <a:pt x="0" y="37"/>
                  <a:pt x="0" y="36"/>
                </a:cubicBezTo>
                <a:cubicBezTo>
                  <a:pt x="0" y="35"/>
                  <a:pt x="2" y="33"/>
                  <a:pt x="3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0" y="33"/>
                  <a:pt x="42" y="35"/>
                  <a:pt x="42" y="36"/>
                </a:cubicBezTo>
                <a:cubicBezTo>
                  <a:pt x="42" y="37"/>
                  <a:pt x="41" y="37"/>
                  <a:pt x="41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6" name="Google Shape;3116;p12"/>
          <p:cNvSpPr/>
          <p:nvPr/>
        </p:nvSpPr>
        <p:spPr>
          <a:xfrm>
            <a:off x="989013" y="1603375"/>
            <a:ext cx="196850" cy="212725"/>
          </a:xfrm>
          <a:custGeom>
            <a:rect b="b" l="l" r="r" t="t"/>
            <a:pathLst>
              <a:path extrusionOk="0" h="62" w="57">
                <a:moveTo>
                  <a:pt x="46" y="62"/>
                </a:move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8"/>
                  <a:pt x="0" y="52"/>
                </a:cubicBezTo>
                <a:cubicBezTo>
                  <a:pt x="0" y="44"/>
                  <a:pt x="2" y="31"/>
                  <a:pt x="12" y="29"/>
                </a:cubicBezTo>
                <a:cubicBezTo>
                  <a:pt x="11" y="31"/>
                  <a:pt x="11" y="32"/>
                  <a:pt x="11" y="34"/>
                </a:cubicBezTo>
                <a:cubicBezTo>
                  <a:pt x="11" y="42"/>
                  <a:pt x="11" y="42"/>
                  <a:pt x="11" y="42"/>
                </a:cubicBezTo>
                <a:cubicBezTo>
                  <a:pt x="8" y="43"/>
                  <a:pt x="6" y="46"/>
                  <a:pt x="6" y="49"/>
                </a:cubicBezTo>
                <a:cubicBezTo>
                  <a:pt x="6" y="54"/>
                  <a:pt x="9" y="57"/>
                  <a:pt x="13" y="57"/>
                </a:cubicBezTo>
                <a:cubicBezTo>
                  <a:pt x="18" y="57"/>
                  <a:pt x="21" y="54"/>
                  <a:pt x="21" y="49"/>
                </a:cubicBezTo>
                <a:cubicBezTo>
                  <a:pt x="21" y="46"/>
                  <a:pt x="19" y="43"/>
                  <a:pt x="16" y="42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3"/>
                  <a:pt x="16" y="31"/>
                  <a:pt x="17" y="30"/>
                </a:cubicBezTo>
                <a:cubicBezTo>
                  <a:pt x="20" y="33"/>
                  <a:pt x="24" y="34"/>
                  <a:pt x="29" y="34"/>
                </a:cubicBezTo>
                <a:cubicBezTo>
                  <a:pt x="33" y="34"/>
                  <a:pt x="37" y="33"/>
                  <a:pt x="41" y="30"/>
                </a:cubicBezTo>
                <a:cubicBezTo>
                  <a:pt x="41" y="31"/>
                  <a:pt x="42" y="33"/>
                  <a:pt x="42" y="34"/>
                </a:cubicBezTo>
                <a:cubicBezTo>
                  <a:pt x="42" y="36"/>
                  <a:pt x="42" y="36"/>
                  <a:pt x="42" y="36"/>
                </a:cubicBezTo>
                <a:cubicBezTo>
                  <a:pt x="36" y="36"/>
                  <a:pt x="31" y="41"/>
                  <a:pt x="31" y="47"/>
                </a:cubicBezTo>
                <a:cubicBezTo>
                  <a:pt x="31" y="50"/>
                  <a:pt x="31" y="50"/>
                  <a:pt x="31" y="50"/>
                </a:cubicBezTo>
                <a:cubicBezTo>
                  <a:pt x="31" y="51"/>
                  <a:pt x="30" y="52"/>
                  <a:pt x="30" y="53"/>
                </a:cubicBezTo>
                <a:cubicBezTo>
                  <a:pt x="30" y="55"/>
                  <a:pt x="32" y="57"/>
                  <a:pt x="34" y="57"/>
                </a:cubicBezTo>
                <a:cubicBezTo>
                  <a:pt x="36" y="57"/>
                  <a:pt x="38" y="55"/>
                  <a:pt x="38" y="53"/>
                </a:cubicBezTo>
                <a:cubicBezTo>
                  <a:pt x="38" y="52"/>
                  <a:pt x="37" y="51"/>
                  <a:pt x="36" y="50"/>
                </a:cubicBezTo>
                <a:cubicBezTo>
                  <a:pt x="36" y="47"/>
                  <a:pt x="36" y="47"/>
                  <a:pt x="36" y="47"/>
                </a:cubicBezTo>
                <a:cubicBezTo>
                  <a:pt x="36" y="44"/>
                  <a:pt x="39" y="42"/>
                  <a:pt x="42" y="42"/>
                </a:cubicBezTo>
                <a:cubicBezTo>
                  <a:pt x="44" y="42"/>
                  <a:pt x="47" y="44"/>
                  <a:pt x="47" y="47"/>
                </a:cubicBezTo>
                <a:cubicBezTo>
                  <a:pt x="47" y="50"/>
                  <a:pt x="47" y="50"/>
                  <a:pt x="47" y="50"/>
                </a:cubicBezTo>
                <a:cubicBezTo>
                  <a:pt x="46" y="51"/>
                  <a:pt x="45" y="52"/>
                  <a:pt x="45" y="53"/>
                </a:cubicBezTo>
                <a:cubicBezTo>
                  <a:pt x="45" y="55"/>
                  <a:pt x="47" y="57"/>
                  <a:pt x="49" y="57"/>
                </a:cubicBezTo>
                <a:cubicBezTo>
                  <a:pt x="51" y="57"/>
                  <a:pt x="53" y="55"/>
                  <a:pt x="53" y="53"/>
                </a:cubicBezTo>
                <a:cubicBezTo>
                  <a:pt x="53" y="52"/>
                  <a:pt x="53" y="51"/>
                  <a:pt x="52" y="50"/>
                </a:cubicBezTo>
                <a:cubicBezTo>
                  <a:pt x="52" y="47"/>
                  <a:pt x="52" y="47"/>
                  <a:pt x="52" y="47"/>
                </a:cubicBezTo>
                <a:cubicBezTo>
                  <a:pt x="52" y="43"/>
                  <a:pt x="50" y="40"/>
                  <a:pt x="47" y="38"/>
                </a:cubicBezTo>
                <a:cubicBezTo>
                  <a:pt x="47" y="35"/>
                  <a:pt x="47" y="32"/>
                  <a:pt x="46" y="29"/>
                </a:cubicBezTo>
                <a:cubicBezTo>
                  <a:pt x="55" y="31"/>
                  <a:pt x="57" y="44"/>
                  <a:pt x="57" y="52"/>
                </a:cubicBezTo>
                <a:cubicBezTo>
                  <a:pt x="57" y="58"/>
                  <a:pt x="53" y="62"/>
                  <a:pt x="46" y="62"/>
                </a:cubicBezTo>
                <a:close/>
                <a:moveTo>
                  <a:pt x="13" y="52"/>
                </a:moveTo>
                <a:cubicBezTo>
                  <a:pt x="12" y="52"/>
                  <a:pt x="11" y="51"/>
                  <a:pt x="11" y="49"/>
                </a:cubicBezTo>
                <a:cubicBezTo>
                  <a:pt x="11" y="48"/>
                  <a:pt x="12" y="47"/>
                  <a:pt x="13" y="47"/>
                </a:cubicBezTo>
                <a:cubicBezTo>
                  <a:pt x="15" y="47"/>
                  <a:pt x="16" y="48"/>
                  <a:pt x="16" y="49"/>
                </a:cubicBezTo>
                <a:cubicBezTo>
                  <a:pt x="16" y="51"/>
                  <a:pt x="15" y="52"/>
                  <a:pt x="13" y="52"/>
                </a:cubicBezTo>
                <a:close/>
                <a:moveTo>
                  <a:pt x="29" y="31"/>
                </a:moveTo>
                <a:cubicBezTo>
                  <a:pt x="20" y="31"/>
                  <a:pt x="13" y="24"/>
                  <a:pt x="13" y="16"/>
                </a:cubicBezTo>
                <a:cubicBezTo>
                  <a:pt x="13" y="7"/>
                  <a:pt x="20" y="0"/>
                  <a:pt x="29" y="0"/>
                </a:cubicBezTo>
                <a:cubicBezTo>
                  <a:pt x="37" y="0"/>
                  <a:pt x="44" y="7"/>
                  <a:pt x="44" y="16"/>
                </a:cubicBezTo>
                <a:cubicBezTo>
                  <a:pt x="44" y="24"/>
                  <a:pt x="37" y="31"/>
                  <a:pt x="29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12"/>
          <p:cNvSpPr/>
          <p:nvPr/>
        </p:nvSpPr>
        <p:spPr>
          <a:xfrm>
            <a:off x="1487488" y="1585913"/>
            <a:ext cx="203200" cy="233362"/>
          </a:xfrm>
          <a:custGeom>
            <a:rect b="b" l="l" r="r" t="t"/>
            <a:pathLst>
              <a:path extrusionOk="0" h="68" w="59">
                <a:moveTo>
                  <a:pt x="59" y="41"/>
                </a:moveTo>
                <a:cubicBezTo>
                  <a:pt x="56" y="42"/>
                  <a:pt x="53" y="42"/>
                  <a:pt x="51" y="42"/>
                </a:cubicBezTo>
                <a:cubicBezTo>
                  <a:pt x="45" y="54"/>
                  <a:pt x="35" y="64"/>
                  <a:pt x="32" y="66"/>
                </a:cubicBezTo>
                <a:cubicBezTo>
                  <a:pt x="30" y="67"/>
                  <a:pt x="28" y="68"/>
                  <a:pt x="25" y="66"/>
                </a:cubicBezTo>
                <a:cubicBezTo>
                  <a:pt x="21" y="64"/>
                  <a:pt x="6" y="51"/>
                  <a:pt x="0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5" y="35"/>
                  <a:pt x="22" y="47"/>
                  <a:pt x="29" y="56"/>
                </a:cubicBezTo>
                <a:cubicBezTo>
                  <a:pt x="33" y="52"/>
                  <a:pt x="38" y="46"/>
                  <a:pt x="41" y="40"/>
                </a:cubicBezTo>
                <a:cubicBezTo>
                  <a:pt x="33" y="36"/>
                  <a:pt x="29" y="28"/>
                  <a:pt x="29" y="18"/>
                </a:cubicBezTo>
                <a:cubicBezTo>
                  <a:pt x="29" y="8"/>
                  <a:pt x="34" y="0"/>
                  <a:pt x="44" y="0"/>
                </a:cubicBezTo>
                <a:cubicBezTo>
                  <a:pt x="54" y="0"/>
                  <a:pt x="59" y="6"/>
                  <a:pt x="59" y="16"/>
                </a:cubicBezTo>
                <a:cubicBezTo>
                  <a:pt x="59" y="20"/>
                  <a:pt x="58" y="25"/>
                  <a:pt x="57" y="28"/>
                </a:cubicBezTo>
                <a:cubicBezTo>
                  <a:pt x="57" y="28"/>
                  <a:pt x="49" y="29"/>
                  <a:pt x="47" y="25"/>
                </a:cubicBezTo>
                <a:cubicBezTo>
                  <a:pt x="47" y="23"/>
                  <a:pt x="48" y="20"/>
                  <a:pt x="48" y="17"/>
                </a:cubicBezTo>
                <a:cubicBezTo>
                  <a:pt x="48" y="13"/>
                  <a:pt x="46" y="10"/>
                  <a:pt x="44" y="10"/>
                </a:cubicBezTo>
                <a:cubicBezTo>
                  <a:pt x="41" y="10"/>
                  <a:pt x="39" y="13"/>
                  <a:pt x="39" y="18"/>
                </a:cubicBezTo>
                <a:cubicBezTo>
                  <a:pt x="39" y="28"/>
                  <a:pt x="46" y="34"/>
                  <a:pt x="54" y="34"/>
                </a:cubicBezTo>
                <a:cubicBezTo>
                  <a:pt x="56" y="34"/>
                  <a:pt x="57" y="34"/>
                  <a:pt x="59" y="34"/>
                </a:cubicBezTo>
                <a:lnTo>
                  <a:pt x="59" y="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8" name="Google Shape;3118;p12"/>
          <p:cNvSpPr/>
          <p:nvPr/>
        </p:nvSpPr>
        <p:spPr>
          <a:xfrm>
            <a:off x="1979613" y="1612900"/>
            <a:ext cx="230187" cy="196850"/>
          </a:xfrm>
          <a:custGeom>
            <a:rect b="b" l="l" r="r" t="t"/>
            <a:pathLst>
              <a:path extrusionOk="0" h="57" w="67">
                <a:moveTo>
                  <a:pt x="31" y="50"/>
                </a:moveTo>
                <a:cubicBezTo>
                  <a:pt x="31" y="52"/>
                  <a:pt x="30" y="53"/>
                  <a:pt x="29" y="53"/>
                </a:cubicBezTo>
                <a:cubicBezTo>
                  <a:pt x="28" y="53"/>
                  <a:pt x="27" y="52"/>
                  <a:pt x="27" y="52"/>
                </a:cubicBezTo>
                <a:cubicBezTo>
                  <a:pt x="14" y="39"/>
                  <a:pt x="14" y="39"/>
                  <a:pt x="14" y="39"/>
                </a:cubicBezTo>
                <a:cubicBezTo>
                  <a:pt x="3" y="39"/>
                  <a:pt x="3" y="39"/>
                  <a:pt x="3" y="39"/>
                </a:cubicBezTo>
                <a:cubicBezTo>
                  <a:pt x="2" y="39"/>
                  <a:pt x="0" y="37"/>
                  <a:pt x="0" y="36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19"/>
                  <a:pt x="2" y="18"/>
                  <a:pt x="3" y="18"/>
                </a:cubicBezTo>
                <a:cubicBezTo>
                  <a:pt x="14" y="18"/>
                  <a:pt x="14" y="18"/>
                  <a:pt x="14" y="18"/>
                </a:cubicBezTo>
                <a:cubicBezTo>
                  <a:pt x="27" y="5"/>
                  <a:pt x="27" y="5"/>
                  <a:pt x="27" y="5"/>
                </a:cubicBezTo>
                <a:cubicBezTo>
                  <a:pt x="27" y="4"/>
                  <a:pt x="28" y="4"/>
                  <a:pt x="29" y="4"/>
                </a:cubicBezTo>
                <a:cubicBezTo>
                  <a:pt x="30" y="4"/>
                  <a:pt x="31" y="5"/>
                  <a:pt x="31" y="6"/>
                </a:cubicBezTo>
                <a:lnTo>
                  <a:pt x="31" y="50"/>
                </a:lnTo>
                <a:close/>
                <a:moveTo>
                  <a:pt x="41" y="38"/>
                </a:moveTo>
                <a:cubicBezTo>
                  <a:pt x="40" y="38"/>
                  <a:pt x="40" y="38"/>
                  <a:pt x="40" y="38"/>
                </a:cubicBezTo>
                <a:cubicBezTo>
                  <a:pt x="38" y="38"/>
                  <a:pt x="37" y="37"/>
                  <a:pt x="37" y="35"/>
                </a:cubicBezTo>
                <a:cubicBezTo>
                  <a:pt x="37" y="32"/>
                  <a:pt x="42" y="33"/>
                  <a:pt x="42" y="28"/>
                </a:cubicBezTo>
                <a:cubicBezTo>
                  <a:pt x="42" y="23"/>
                  <a:pt x="37" y="24"/>
                  <a:pt x="37" y="21"/>
                </a:cubicBezTo>
                <a:cubicBezTo>
                  <a:pt x="37" y="20"/>
                  <a:pt x="38" y="19"/>
                  <a:pt x="40" y="19"/>
                </a:cubicBezTo>
                <a:cubicBezTo>
                  <a:pt x="40" y="19"/>
                  <a:pt x="40" y="19"/>
                  <a:pt x="41" y="19"/>
                </a:cubicBezTo>
                <a:cubicBezTo>
                  <a:pt x="44" y="20"/>
                  <a:pt x="47" y="24"/>
                  <a:pt x="47" y="28"/>
                </a:cubicBezTo>
                <a:cubicBezTo>
                  <a:pt x="47" y="32"/>
                  <a:pt x="44" y="36"/>
                  <a:pt x="41" y="38"/>
                </a:cubicBezTo>
                <a:close/>
                <a:moveTo>
                  <a:pt x="45" y="47"/>
                </a:moveTo>
                <a:cubicBezTo>
                  <a:pt x="44" y="47"/>
                  <a:pt x="44" y="47"/>
                  <a:pt x="44" y="47"/>
                </a:cubicBezTo>
                <a:cubicBezTo>
                  <a:pt x="42" y="47"/>
                  <a:pt x="41" y="46"/>
                  <a:pt x="41" y="45"/>
                </a:cubicBezTo>
                <a:cubicBezTo>
                  <a:pt x="41" y="44"/>
                  <a:pt x="42" y="43"/>
                  <a:pt x="43" y="42"/>
                </a:cubicBezTo>
                <a:cubicBezTo>
                  <a:pt x="44" y="42"/>
                  <a:pt x="45" y="41"/>
                  <a:pt x="46" y="41"/>
                </a:cubicBezTo>
                <a:cubicBezTo>
                  <a:pt x="50" y="38"/>
                  <a:pt x="52" y="33"/>
                  <a:pt x="52" y="28"/>
                </a:cubicBezTo>
                <a:cubicBezTo>
                  <a:pt x="52" y="23"/>
                  <a:pt x="50" y="19"/>
                  <a:pt x="46" y="16"/>
                </a:cubicBezTo>
                <a:cubicBezTo>
                  <a:pt x="45" y="15"/>
                  <a:pt x="44" y="15"/>
                  <a:pt x="43" y="14"/>
                </a:cubicBezTo>
                <a:cubicBezTo>
                  <a:pt x="42" y="14"/>
                  <a:pt x="41" y="13"/>
                  <a:pt x="41" y="12"/>
                </a:cubicBezTo>
                <a:cubicBezTo>
                  <a:pt x="41" y="10"/>
                  <a:pt x="42" y="9"/>
                  <a:pt x="44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52" y="13"/>
                  <a:pt x="57" y="20"/>
                  <a:pt x="57" y="28"/>
                </a:cubicBezTo>
                <a:cubicBezTo>
                  <a:pt x="57" y="36"/>
                  <a:pt x="52" y="44"/>
                  <a:pt x="45" y="47"/>
                </a:cubicBezTo>
                <a:close/>
                <a:moveTo>
                  <a:pt x="49" y="57"/>
                </a:moveTo>
                <a:cubicBezTo>
                  <a:pt x="48" y="57"/>
                  <a:pt x="48" y="57"/>
                  <a:pt x="48" y="57"/>
                </a:cubicBezTo>
                <a:cubicBezTo>
                  <a:pt x="46" y="57"/>
                  <a:pt x="45" y="56"/>
                  <a:pt x="45" y="54"/>
                </a:cubicBezTo>
                <a:cubicBezTo>
                  <a:pt x="45" y="53"/>
                  <a:pt x="46" y="52"/>
                  <a:pt x="47" y="52"/>
                </a:cubicBezTo>
                <a:cubicBezTo>
                  <a:pt x="47" y="52"/>
                  <a:pt x="48" y="51"/>
                  <a:pt x="48" y="51"/>
                </a:cubicBezTo>
                <a:cubicBezTo>
                  <a:pt x="50" y="50"/>
                  <a:pt x="51" y="50"/>
                  <a:pt x="52" y="49"/>
                </a:cubicBezTo>
                <a:cubicBezTo>
                  <a:pt x="58" y="44"/>
                  <a:pt x="62" y="36"/>
                  <a:pt x="62" y="28"/>
                </a:cubicBezTo>
                <a:cubicBezTo>
                  <a:pt x="62" y="20"/>
                  <a:pt x="58" y="12"/>
                  <a:pt x="52" y="8"/>
                </a:cubicBezTo>
                <a:cubicBezTo>
                  <a:pt x="51" y="7"/>
                  <a:pt x="50" y="6"/>
                  <a:pt x="48" y="6"/>
                </a:cubicBezTo>
                <a:cubicBezTo>
                  <a:pt x="48" y="5"/>
                  <a:pt x="47" y="5"/>
                  <a:pt x="47" y="5"/>
                </a:cubicBezTo>
                <a:cubicBezTo>
                  <a:pt x="46" y="4"/>
                  <a:pt x="45" y="3"/>
                  <a:pt x="45" y="2"/>
                </a:cubicBezTo>
                <a:cubicBezTo>
                  <a:pt x="45" y="1"/>
                  <a:pt x="46" y="0"/>
                  <a:pt x="48" y="0"/>
                </a:cubicBezTo>
                <a:cubicBezTo>
                  <a:pt x="48" y="0"/>
                  <a:pt x="48" y="0"/>
                  <a:pt x="49" y="0"/>
                </a:cubicBezTo>
                <a:cubicBezTo>
                  <a:pt x="60" y="5"/>
                  <a:pt x="67" y="16"/>
                  <a:pt x="67" y="28"/>
                </a:cubicBezTo>
                <a:cubicBezTo>
                  <a:pt x="67" y="41"/>
                  <a:pt x="60" y="52"/>
                  <a:pt x="49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12"/>
          <p:cNvSpPr/>
          <p:nvPr/>
        </p:nvSpPr>
        <p:spPr>
          <a:xfrm>
            <a:off x="2474913" y="1595438"/>
            <a:ext cx="280987" cy="231775"/>
          </a:xfrm>
          <a:custGeom>
            <a:rect b="b" l="l" r="r" t="t"/>
            <a:pathLst>
              <a:path extrusionOk="0" h="67" w="82">
                <a:moveTo>
                  <a:pt x="55" y="20"/>
                </a:moveTo>
                <a:cubicBezTo>
                  <a:pt x="42" y="20"/>
                  <a:pt x="31" y="30"/>
                  <a:pt x="31" y="43"/>
                </a:cubicBezTo>
                <a:cubicBezTo>
                  <a:pt x="31" y="45"/>
                  <a:pt x="31" y="47"/>
                  <a:pt x="32" y="49"/>
                </a:cubicBezTo>
                <a:cubicBezTo>
                  <a:pt x="31" y="49"/>
                  <a:pt x="30" y="49"/>
                  <a:pt x="29" y="49"/>
                </a:cubicBezTo>
                <a:cubicBezTo>
                  <a:pt x="25" y="49"/>
                  <a:pt x="22" y="49"/>
                  <a:pt x="19" y="48"/>
                </a:cubicBezTo>
                <a:cubicBezTo>
                  <a:pt x="9" y="53"/>
                  <a:pt x="9" y="53"/>
                  <a:pt x="9" y="53"/>
                </a:cubicBezTo>
                <a:cubicBezTo>
                  <a:pt x="11" y="44"/>
                  <a:pt x="11" y="44"/>
                  <a:pt x="11" y="44"/>
                </a:cubicBezTo>
                <a:cubicBezTo>
                  <a:pt x="4" y="39"/>
                  <a:pt x="0" y="33"/>
                  <a:pt x="0" y="25"/>
                </a:cubicBezTo>
                <a:cubicBezTo>
                  <a:pt x="0" y="11"/>
                  <a:pt x="13" y="0"/>
                  <a:pt x="29" y="0"/>
                </a:cubicBezTo>
                <a:cubicBezTo>
                  <a:pt x="43" y="0"/>
                  <a:pt x="56" y="9"/>
                  <a:pt x="58" y="20"/>
                </a:cubicBezTo>
                <a:cubicBezTo>
                  <a:pt x="57" y="20"/>
                  <a:pt x="56" y="20"/>
                  <a:pt x="55" y="20"/>
                </a:cubicBezTo>
                <a:close/>
                <a:moveTo>
                  <a:pt x="19" y="12"/>
                </a:moveTo>
                <a:cubicBezTo>
                  <a:pt x="17" y="12"/>
                  <a:pt x="15" y="14"/>
                  <a:pt x="15" y="16"/>
                </a:cubicBezTo>
                <a:cubicBezTo>
                  <a:pt x="15" y="18"/>
                  <a:pt x="17" y="19"/>
                  <a:pt x="19" y="19"/>
                </a:cubicBezTo>
                <a:cubicBezTo>
                  <a:pt x="22" y="19"/>
                  <a:pt x="23" y="18"/>
                  <a:pt x="23" y="16"/>
                </a:cubicBezTo>
                <a:cubicBezTo>
                  <a:pt x="23" y="14"/>
                  <a:pt x="22" y="12"/>
                  <a:pt x="19" y="12"/>
                </a:cubicBezTo>
                <a:close/>
                <a:moveTo>
                  <a:pt x="72" y="60"/>
                </a:moveTo>
                <a:cubicBezTo>
                  <a:pt x="74" y="67"/>
                  <a:pt x="74" y="67"/>
                  <a:pt x="74" y="67"/>
                </a:cubicBezTo>
                <a:cubicBezTo>
                  <a:pt x="66" y="62"/>
                  <a:pt x="66" y="62"/>
                  <a:pt x="66" y="62"/>
                </a:cubicBezTo>
                <a:cubicBezTo>
                  <a:pt x="63" y="63"/>
                  <a:pt x="60" y="64"/>
                  <a:pt x="57" y="64"/>
                </a:cubicBezTo>
                <a:cubicBezTo>
                  <a:pt x="43" y="64"/>
                  <a:pt x="33" y="54"/>
                  <a:pt x="33" y="43"/>
                </a:cubicBezTo>
                <a:cubicBezTo>
                  <a:pt x="33" y="31"/>
                  <a:pt x="43" y="22"/>
                  <a:pt x="57" y="22"/>
                </a:cubicBezTo>
                <a:cubicBezTo>
                  <a:pt x="70" y="22"/>
                  <a:pt x="82" y="31"/>
                  <a:pt x="82" y="43"/>
                </a:cubicBezTo>
                <a:cubicBezTo>
                  <a:pt x="82" y="49"/>
                  <a:pt x="78" y="55"/>
                  <a:pt x="72" y="60"/>
                </a:cubicBezTo>
                <a:close/>
                <a:moveTo>
                  <a:pt x="40" y="12"/>
                </a:moveTo>
                <a:cubicBezTo>
                  <a:pt x="38" y="12"/>
                  <a:pt x="35" y="14"/>
                  <a:pt x="35" y="16"/>
                </a:cubicBezTo>
                <a:cubicBezTo>
                  <a:pt x="35" y="18"/>
                  <a:pt x="38" y="19"/>
                  <a:pt x="40" y="19"/>
                </a:cubicBezTo>
                <a:cubicBezTo>
                  <a:pt x="42" y="19"/>
                  <a:pt x="43" y="18"/>
                  <a:pt x="43" y="16"/>
                </a:cubicBezTo>
                <a:cubicBezTo>
                  <a:pt x="43" y="14"/>
                  <a:pt x="42" y="12"/>
                  <a:pt x="40" y="12"/>
                </a:cubicBezTo>
                <a:close/>
                <a:moveTo>
                  <a:pt x="49" y="33"/>
                </a:moveTo>
                <a:cubicBezTo>
                  <a:pt x="48" y="33"/>
                  <a:pt x="46" y="35"/>
                  <a:pt x="46" y="36"/>
                </a:cubicBezTo>
                <a:cubicBezTo>
                  <a:pt x="46" y="38"/>
                  <a:pt x="48" y="39"/>
                  <a:pt x="49" y="39"/>
                </a:cubicBezTo>
                <a:cubicBezTo>
                  <a:pt x="51" y="39"/>
                  <a:pt x="53" y="38"/>
                  <a:pt x="53" y="36"/>
                </a:cubicBezTo>
                <a:cubicBezTo>
                  <a:pt x="53" y="35"/>
                  <a:pt x="51" y="33"/>
                  <a:pt x="49" y="33"/>
                </a:cubicBezTo>
                <a:close/>
                <a:moveTo>
                  <a:pt x="65" y="33"/>
                </a:moveTo>
                <a:cubicBezTo>
                  <a:pt x="64" y="33"/>
                  <a:pt x="62" y="35"/>
                  <a:pt x="62" y="36"/>
                </a:cubicBezTo>
                <a:cubicBezTo>
                  <a:pt x="62" y="38"/>
                  <a:pt x="64" y="39"/>
                  <a:pt x="65" y="39"/>
                </a:cubicBezTo>
                <a:cubicBezTo>
                  <a:pt x="67" y="39"/>
                  <a:pt x="69" y="38"/>
                  <a:pt x="69" y="36"/>
                </a:cubicBezTo>
                <a:cubicBezTo>
                  <a:pt x="69" y="35"/>
                  <a:pt x="67" y="33"/>
                  <a:pt x="65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0" name="Google Shape;3120;p12"/>
          <p:cNvSpPr/>
          <p:nvPr/>
        </p:nvSpPr>
        <p:spPr>
          <a:xfrm>
            <a:off x="2968625" y="1603375"/>
            <a:ext cx="247650" cy="195263"/>
          </a:xfrm>
          <a:custGeom>
            <a:rect b="b" l="l" r="r" t="t"/>
            <a:pathLst>
              <a:path extrusionOk="0" h="57" w="72">
                <a:moveTo>
                  <a:pt x="72" y="30"/>
                </a:moveTo>
                <a:cubicBezTo>
                  <a:pt x="72" y="31"/>
                  <a:pt x="71" y="31"/>
                  <a:pt x="70" y="31"/>
                </a:cubicBezTo>
                <a:cubicBezTo>
                  <a:pt x="62" y="31"/>
                  <a:pt x="62" y="31"/>
                  <a:pt x="62" y="31"/>
                </a:cubicBezTo>
                <a:cubicBezTo>
                  <a:pt x="55" y="56"/>
                  <a:pt x="55" y="56"/>
                  <a:pt x="55" y="56"/>
                </a:cubicBezTo>
                <a:cubicBezTo>
                  <a:pt x="55" y="57"/>
                  <a:pt x="55" y="57"/>
                  <a:pt x="54" y="57"/>
                </a:cubicBezTo>
                <a:cubicBezTo>
                  <a:pt x="48" y="57"/>
                  <a:pt x="48" y="57"/>
                  <a:pt x="48" y="57"/>
                </a:cubicBezTo>
                <a:cubicBezTo>
                  <a:pt x="47" y="57"/>
                  <a:pt x="47" y="57"/>
                  <a:pt x="46" y="56"/>
                </a:cubicBezTo>
                <a:cubicBezTo>
                  <a:pt x="40" y="31"/>
                  <a:pt x="40" y="31"/>
                  <a:pt x="40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25" y="56"/>
                  <a:pt x="25" y="56"/>
                  <a:pt x="25" y="56"/>
                </a:cubicBezTo>
                <a:cubicBezTo>
                  <a:pt x="24" y="57"/>
                  <a:pt x="24" y="57"/>
                  <a:pt x="23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6" y="57"/>
                  <a:pt x="16" y="57"/>
                  <a:pt x="16" y="56"/>
                </a:cubicBezTo>
                <a:cubicBezTo>
                  <a:pt x="9" y="31"/>
                  <a:pt x="9" y="31"/>
                  <a:pt x="9" y="31"/>
                </a:cubicBezTo>
                <a:cubicBezTo>
                  <a:pt x="1" y="31"/>
                  <a:pt x="1" y="31"/>
                  <a:pt x="1" y="31"/>
                </a:cubicBezTo>
                <a:cubicBezTo>
                  <a:pt x="0" y="31"/>
                  <a:pt x="0" y="31"/>
                  <a:pt x="0" y="30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7"/>
                  <a:pt x="0" y="26"/>
                  <a:pt x="1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1"/>
                  <a:pt x="7" y="21"/>
                  <a:pt x="7" y="21"/>
                </a:cubicBezTo>
                <a:cubicBezTo>
                  <a:pt x="1" y="21"/>
                  <a:pt x="1" y="21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6"/>
                  <a:pt x="0" y="16"/>
                  <a:pt x="1" y="16"/>
                </a:cubicBezTo>
                <a:cubicBezTo>
                  <a:pt x="5" y="16"/>
                  <a:pt x="5" y="16"/>
                  <a:pt x="5" y="16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1"/>
                  <a:pt x="2" y="1"/>
                </a:cubicBezTo>
                <a:cubicBezTo>
                  <a:pt x="2" y="1"/>
                  <a:pt x="3" y="0"/>
                  <a:pt x="3" y="0"/>
                </a:cubicBezTo>
                <a:cubicBezTo>
                  <a:pt x="9" y="0"/>
                  <a:pt x="9" y="0"/>
                  <a:pt x="9" y="0"/>
                </a:cubicBezTo>
                <a:cubicBezTo>
                  <a:pt x="9" y="0"/>
                  <a:pt x="10" y="1"/>
                  <a:pt x="10" y="1"/>
                </a:cubicBezTo>
                <a:cubicBezTo>
                  <a:pt x="13" y="16"/>
                  <a:pt x="13" y="16"/>
                  <a:pt x="13" y="16"/>
                </a:cubicBezTo>
                <a:cubicBezTo>
                  <a:pt x="28" y="16"/>
                  <a:pt x="28" y="16"/>
                  <a:pt x="28" y="16"/>
                </a:cubicBezTo>
                <a:cubicBezTo>
                  <a:pt x="32" y="1"/>
                  <a:pt x="32" y="1"/>
                  <a:pt x="32" y="1"/>
                </a:cubicBezTo>
                <a:cubicBezTo>
                  <a:pt x="32" y="1"/>
                  <a:pt x="32" y="0"/>
                  <a:pt x="33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9" y="0"/>
                  <a:pt x="39" y="1"/>
                  <a:pt x="39" y="1"/>
                </a:cubicBezTo>
                <a:cubicBezTo>
                  <a:pt x="43" y="16"/>
                  <a:pt x="43" y="16"/>
                  <a:pt x="43" y="16"/>
                </a:cubicBezTo>
                <a:cubicBezTo>
                  <a:pt x="58" y="16"/>
                  <a:pt x="58" y="16"/>
                  <a:pt x="58" y="16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62" y="0"/>
                  <a:pt x="63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69" y="0"/>
                  <a:pt x="69" y="1"/>
                  <a:pt x="69" y="1"/>
                </a:cubicBezTo>
                <a:cubicBezTo>
                  <a:pt x="70" y="1"/>
                  <a:pt x="70" y="2"/>
                  <a:pt x="70" y="2"/>
                </a:cubicBezTo>
                <a:cubicBezTo>
                  <a:pt x="66" y="16"/>
                  <a:pt x="66" y="16"/>
                  <a:pt x="66" y="16"/>
                </a:cubicBezTo>
                <a:cubicBezTo>
                  <a:pt x="70" y="16"/>
                  <a:pt x="70" y="16"/>
                  <a:pt x="70" y="16"/>
                </a:cubicBezTo>
                <a:cubicBezTo>
                  <a:pt x="71" y="16"/>
                  <a:pt x="72" y="16"/>
                  <a:pt x="72" y="17"/>
                </a:cubicBezTo>
                <a:cubicBezTo>
                  <a:pt x="72" y="20"/>
                  <a:pt x="72" y="20"/>
                  <a:pt x="72" y="20"/>
                </a:cubicBezTo>
                <a:cubicBezTo>
                  <a:pt x="72" y="20"/>
                  <a:pt x="71" y="21"/>
                  <a:pt x="70" y="21"/>
                </a:cubicBezTo>
                <a:cubicBezTo>
                  <a:pt x="65" y="21"/>
                  <a:pt x="65" y="21"/>
                  <a:pt x="65" y="21"/>
                </a:cubicBezTo>
                <a:cubicBezTo>
                  <a:pt x="63" y="26"/>
                  <a:pt x="63" y="26"/>
                  <a:pt x="63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1" y="26"/>
                  <a:pt x="72" y="27"/>
                  <a:pt x="72" y="27"/>
                </a:cubicBezTo>
                <a:lnTo>
                  <a:pt x="72" y="30"/>
                </a:lnTo>
                <a:close/>
                <a:moveTo>
                  <a:pt x="26" y="21"/>
                </a:moveTo>
                <a:cubicBezTo>
                  <a:pt x="15" y="21"/>
                  <a:pt x="15" y="21"/>
                  <a:pt x="15" y="21"/>
                </a:cubicBezTo>
                <a:cubicBezTo>
                  <a:pt x="16" y="26"/>
                  <a:pt x="16" y="26"/>
                  <a:pt x="16" y="26"/>
                </a:cubicBezTo>
                <a:cubicBezTo>
                  <a:pt x="25" y="26"/>
                  <a:pt x="25" y="26"/>
                  <a:pt x="25" y="26"/>
                </a:cubicBezTo>
                <a:lnTo>
                  <a:pt x="26" y="21"/>
                </a:lnTo>
                <a:close/>
                <a:moveTo>
                  <a:pt x="24" y="31"/>
                </a:moveTo>
                <a:cubicBezTo>
                  <a:pt x="17" y="31"/>
                  <a:pt x="17" y="31"/>
                  <a:pt x="17" y="31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43"/>
                  <a:pt x="20" y="44"/>
                  <a:pt x="20" y="44"/>
                </a:cubicBezTo>
                <a:cubicBezTo>
                  <a:pt x="20" y="44"/>
                  <a:pt x="20" y="43"/>
                  <a:pt x="20" y="43"/>
                </a:cubicBezTo>
                <a:lnTo>
                  <a:pt x="24" y="31"/>
                </a:lnTo>
                <a:close/>
                <a:moveTo>
                  <a:pt x="38" y="26"/>
                </a:moveTo>
                <a:cubicBezTo>
                  <a:pt x="37" y="21"/>
                  <a:pt x="37" y="21"/>
                  <a:pt x="37" y="21"/>
                </a:cubicBezTo>
                <a:cubicBezTo>
                  <a:pt x="34" y="21"/>
                  <a:pt x="34" y="21"/>
                  <a:pt x="34" y="21"/>
                </a:cubicBezTo>
                <a:cubicBezTo>
                  <a:pt x="33" y="26"/>
                  <a:pt x="33" y="26"/>
                  <a:pt x="33" y="26"/>
                </a:cubicBezTo>
                <a:lnTo>
                  <a:pt x="38" y="26"/>
                </a:lnTo>
                <a:close/>
                <a:moveTo>
                  <a:pt x="57" y="21"/>
                </a:moveTo>
                <a:cubicBezTo>
                  <a:pt x="45" y="21"/>
                  <a:pt x="45" y="21"/>
                  <a:pt x="45" y="21"/>
                </a:cubicBezTo>
                <a:cubicBezTo>
                  <a:pt x="46" y="26"/>
                  <a:pt x="46" y="26"/>
                  <a:pt x="46" y="26"/>
                </a:cubicBezTo>
                <a:cubicBezTo>
                  <a:pt x="55" y="26"/>
                  <a:pt x="55" y="26"/>
                  <a:pt x="55" y="26"/>
                </a:cubicBezTo>
                <a:lnTo>
                  <a:pt x="57" y="21"/>
                </a:lnTo>
                <a:close/>
                <a:moveTo>
                  <a:pt x="54" y="31"/>
                </a:moveTo>
                <a:cubicBezTo>
                  <a:pt x="47" y="31"/>
                  <a:pt x="47" y="31"/>
                  <a:pt x="47" y="31"/>
                </a:cubicBezTo>
                <a:cubicBezTo>
                  <a:pt x="51" y="43"/>
                  <a:pt x="51" y="43"/>
                  <a:pt x="51" y="43"/>
                </a:cubicBezTo>
                <a:cubicBezTo>
                  <a:pt x="51" y="43"/>
                  <a:pt x="51" y="44"/>
                  <a:pt x="51" y="44"/>
                </a:cubicBezTo>
                <a:cubicBezTo>
                  <a:pt x="51" y="44"/>
                  <a:pt x="51" y="43"/>
                  <a:pt x="51" y="43"/>
                </a:cubicBezTo>
                <a:lnTo>
                  <a:pt x="54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1" name="Google Shape;3121;p12"/>
          <p:cNvSpPr/>
          <p:nvPr/>
        </p:nvSpPr>
        <p:spPr>
          <a:xfrm>
            <a:off x="3463925" y="1603375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22" y="17"/>
                </a:moveTo>
                <a:cubicBezTo>
                  <a:pt x="22" y="16"/>
                  <a:pt x="21" y="16"/>
                  <a:pt x="20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1" y="17"/>
                  <a:pt x="12" y="17"/>
                  <a:pt x="12" y="17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40"/>
                  <a:pt x="9" y="41"/>
                  <a:pt x="9" y="41"/>
                </a:cubicBezTo>
                <a:cubicBezTo>
                  <a:pt x="9" y="41"/>
                  <a:pt x="9" y="42"/>
                  <a:pt x="10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8" y="42"/>
                  <a:pt x="19" y="41"/>
                  <a:pt x="19" y="40"/>
                </a:cubicBezTo>
                <a:cubicBezTo>
                  <a:pt x="27" y="27"/>
                  <a:pt x="27" y="26"/>
                  <a:pt x="27" y="26"/>
                </a:cubicBezTo>
                <a:cubicBezTo>
                  <a:pt x="27" y="26"/>
                  <a:pt x="27" y="26"/>
                  <a:pt x="22" y="17"/>
                </a:cubicBezTo>
                <a:close/>
                <a:moveTo>
                  <a:pt x="51" y="6"/>
                </a:moveTo>
                <a:cubicBezTo>
                  <a:pt x="44" y="6"/>
                  <a:pt x="44" y="6"/>
                  <a:pt x="44" y="6"/>
                </a:cubicBezTo>
                <a:cubicBezTo>
                  <a:pt x="43" y="6"/>
                  <a:pt x="42" y="6"/>
                  <a:pt x="42" y="7"/>
                </a:cubicBezTo>
                <a:cubicBezTo>
                  <a:pt x="26" y="35"/>
                  <a:pt x="25" y="36"/>
                  <a:pt x="25" y="36"/>
                </a:cubicBezTo>
                <a:cubicBezTo>
                  <a:pt x="25" y="36"/>
                  <a:pt x="25" y="36"/>
                  <a:pt x="36" y="56"/>
                </a:cubicBezTo>
                <a:cubicBezTo>
                  <a:pt x="36" y="56"/>
                  <a:pt x="37" y="57"/>
                  <a:pt x="38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47" y="56"/>
                  <a:pt x="47" y="56"/>
                  <a:pt x="46" y="55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52" y="7"/>
                  <a:pt x="52" y="7"/>
                  <a:pt x="52" y="7"/>
                </a:cubicBezTo>
                <a:cubicBezTo>
                  <a:pt x="53" y="7"/>
                  <a:pt x="53" y="6"/>
                  <a:pt x="52" y="6"/>
                </a:cubicBezTo>
                <a:cubicBezTo>
                  <a:pt x="52" y="6"/>
                  <a:pt x="52" y="6"/>
                  <a:pt x="51" y="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12"/>
          <p:cNvSpPr/>
          <p:nvPr/>
        </p:nvSpPr>
        <p:spPr>
          <a:xfrm>
            <a:off x="3962400" y="1585913"/>
            <a:ext cx="203200" cy="247650"/>
          </a:xfrm>
          <a:custGeom>
            <a:rect b="b" l="l" r="r" t="t"/>
            <a:pathLst>
              <a:path extrusionOk="0" h="72" w="59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12"/>
          <p:cNvSpPr/>
          <p:nvPr/>
        </p:nvSpPr>
        <p:spPr>
          <a:xfrm>
            <a:off x="4452938" y="1603375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49" y="42"/>
                </a:moveTo>
                <a:cubicBezTo>
                  <a:pt x="31" y="14"/>
                  <a:pt x="31" y="14"/>
                  <a:pt x="31" y="14"/>
                </a:cubicBezTo>
                <a:cubicBezTo>
                  <a:pt x="12" y="42"/>
                  <a:pt x="12" y="42"/>
                  <a:pt x="1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20" y="35"/>
                  <a:pt x="20" y="35"/>
                  <a:pt x="20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5" y="42"/>
                  <a:pt x="45" y="42"/>
                  <a:pt x="45" y="42"/>
                </a:cubicBezTo>
                <a:lnTo>
                  <a:pt x="49" y="42"/>
                </a:lnTo>
                <a:close/>
                <a:moveTo>
                  <a:pt x="39" y="33"/>
                </a:moveTo>
                <a:cubicBezTo>
                  <a:pt x="23" y="33"/>
                  <a:pt x="23" y="33"/>
                  <a:pt x="23" y="33"/>
                </a:cubicBezTo>
                <a:cubicBezTo>
                  <a:pt x="31" y="20"/>
                  <a:pt x="31" y="20"/>
                  <a:pt x="31" y="20"/>
                </a:cubicBezTo>
                <a:lnTo>
                  <a:pt x="39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4" name="Google Shape;3124;p12"/>
          <p:cNvSpPr/>
          <p:nvPr/>
        </p:nvSpPr>
        <p:spPr>
          <a:xfrm>
            <a:off x="4948238" y="1603375"/>
            <a:ext cx="247650" cy="195263"/>
          </a:xfrm>
          <a:custGeom>
            <a:rect b="b" l="l" r="r" t="t"/>
            <a:pathLst>
              <a:path extrusionOk="0" h="57" w="72">
                <a:moveTo>
                  <a:pt x="72" y="54"/>
                </a:moveTo>
                <a:cubicBezTo>
                  <a:pt x="72" y="56"/>
                  <a:pt x="71" y="57"/>
                  <a:pt x="70" y="57"/>
                </a:cubicBezTo>
                <a:cubicBezTo>
                  <a:pt x="3" y="57"/>
                  <a:pt x="3" y="57"/>
                  <a:pt x="3" y="57"/>
                </a:cubicBezTo>
                <a:cubicBezTo>
                  <a:pt x="2" y="57"/>
                  <a:pt x="0" y="56"/>
                  <a:pt x="0" y="54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48"/>
                  <a:pt x="2" y="47"/>
                  <a:pt x="3" y="47"/>
                </a:cubicBezTo>
                <a:cubicBezTo>
                  <a:pt x="70" y="47"/>
                  <a:pt x="70" y="47"/>
                  <a:pt x="70" y="47"/>
                </a:cubicBezTo>
                <a:cubicBezTo>
                  <a:pt x="71" y="47"/>
                  <a:pt x="72" y="48"/>
                  <a:pt x="72" y="49"/>
                </a:cubicBezTo>
                <a:lnTo>
                  <a:pt x="72" y="54"/>
                </a:lnTo>
                <a:close/>
                <a:moveTo>
                  <a:pt x="72" y="24"/>
                </a:moveTo>
                <a:cubicBezTo>
                  <a:pt x="72" y="25"/>
                  <a:pt x="71" y="26"/>
                  <a:pt x="70" y="26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6"/>
                  <a:pt x="6" y="25"/>
                  <a:pt x="6" y="24"/>
                </a:cubicBezTo>
                <a:cubicBezTo>
                  <a:pt x="6" y="18"/>
                  <a:pt x="6" y="18"/>
                  <a:pt x="6" y="18"/>
                </a:cubicBezTo>
                <a:cubicBezTo>
                  <a:pt x="6" y="17"/>
                  <a:pt x="7" y="16"/>
                  <a:pt x="8" y="16"/>
                </a:cubicBezTo>
                <a:cubicBezTo>
                  <a:pt x="70" y="16"/>
                  <a:pt x="70" y="16"/>
                  <a:pt x="70" y="16"/>
                </a:cubicBezTo>
                <a:cubicBezTo>
                  <a:pt x="71" y="16"/>
                  <a:pt x="72" y="17"/>
                  <a:pt x="72" y="18"/>
                </a:cubicBezTo>
                <a:lnTo>
                  <a:pt x="72" y="24"/>
                </a:lnTo>
                <a:close/>
                <a:moveTo>
                  <a:pt x="72" y="39"/>
                </a:moveTo>
                <a:cubicBezTo>
                  <a:pt x="72" y="40"/>
                  <a:pt x="71" y="42"/>
                  <a:pt x="70" y="42"/>
                </a:cubicBezTo>
                <a:cubicBezTo>
                  <a:pt x="18" y="42"/>
                  <a:pt x="18" y="42"/>
                  <a:pt x="18" y="42"/>
                </a:cubicBezTo>
                <a:cubicBezTo>
                  <a:pt x="17" y="42"/>
                  <a:pt x="16" y="40"/>
                  <a:pt x="16" y="39"/>
                </a:cubicBezTo>
                <a:cubicBezTo>
                  <a:pt x="16" y="34"/>
                  <a:pt x="16" y="34"/>
                  <a:pt x="16" y="34"/>
                </a:cubicBezTo>
                <a:cubicBezTo>
                  <a:pt x="16" y="32"/>
                  <a:pt x="17" y="31"/>
                  <a:pt x="18" y="31"/>
                </a:cubicBezTo>
                <a:cubicBezTo>
                  <a:pt x="70" y="31"/>
                  <a:pt x="70" y="31"/>
                  <a:pt x="70" y="31"/>
                </a:cubicBezTo>
                <a:cubicBezTo>
                  <a:pt x="71" y="31"/>
                  <a:pt x="72" y="32"/>
                  <a:pt x="72" y="34"/>
                </a:cubicBezTo>
                <a:lnTo>
                  <a:pt x="72" y="39"/>
                </a:lnTo>
                <a:close/>
                <a:moveTo>
                  <a:pt x="72" y="8"/>
                </a:moveTo>
                <a:cubicBezTo>
                  <a:pt x="72" y="10"/>
                  <a:pt x="71" y="11"/>
                  <a:pt x="70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2" y="11"/>
                  <a:pt x="21" y="10"/>
                  <a:pt x="21" y="8"/>
                </a:cubicBezTo>
                <a:cubicBezTo>
                  <a:pt x="21" y="3"/>
                  <a:pt x="21" y="3"/>
                  <a:pt x="21" y="3"/>
                </a:cubicBezTo>
                <a:cubicBezTo>
                  <a:pt x="21" y="2"/>
                  <a:pt x="22" y="0"/>
                  <a:pt x="24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1" y="0"/>
                  <a:pt x="72" y="2"/>
                  <a:pt x="72" y="3"/>
                </a:cubicBezTo>
                <a:lnTo>
                  <a:pt x="72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p12"/>
          <p:cNvSpPr/>
          <p:nvPr/>
        </p:nvSpPr>
        <p:spPr>
          <a:xfrm>
            <a:off x="5443538" y="1585913"/>
            <a:ext cx="174625" cy="247650"/>
          </a:xfrm>
          <a:custGeom>
            <a:rect b="b" l="l" r="r" t="t"/>
            <a:pathLst>
              <a:path extrusionOk="0" h="72" w="51">
                <a:moveTo>
                  <a:pt x="7" y="41"/>
                </a:moveTo>
                <a:cubicBezTo>
                  <a:pt x="7" y="40"/>
                  <a:pt x="6" y="38"/>
                  <a:pt x="6" y="37"/>
                </a:cubicBezTo>
                <a:cubicBezTo>
                  <a:pt x="6" y="34"/>
                  <a:pt x="10" y="30"/>
                  <a:pt x="14" y="30"/>
                </a:cubicBezTo>
                <a:cubicBezTo>
                  <a:pt x="15" y="30"/>
                  <a:pt x="16" y="30"/>
                  <a:pt x="16" y="30"/>
                </a:cubicBezTo>
                <a:cubicBezTo>
                  <a:pt x="15" y="26"/>
                  <a:pt x="10" y="12"/>
                  <a:pt x="10" y="8"/>
                </a:cubicBezTo>
                <a:cubicBezTo>
                  <a:pt x="10" y="4"/>
                  <a:pt x="12" y="0"/>
                  <a:pt x="16" y="0"/>
                </a:cubicBezTo>
                <a:cubicBezTo>
                  <a:pt x="22" y="0"/>
                  <a:pt x="28" y="21"/>
                  <a:pt x="30" y="25"/>
                </a:cubicBezTo>
                <a:cubicBezTo>
                  <a:pt x="31" y="20"/>
                  <a:pt x="37" y="2"/>
                  <a:pt x="43" y="2"/>
                </a:cubicBezTo>
                <a:cubicBezTo>
                  <a:pt x="47" y="2"/>
                  <a:pt x="49" y="5"/>
                  <a:pt x="49" y="9"/>
                </a:cubicBezTo>
                <a:cubicBezTo>
                  <a:pt x="49" y="13"/>
                  <a:pt x="45" y="26"/>
                  <a:pt x="43" y="31"/>
                </a:cubicBezTo>
                <a:cubicBezTo>
                  <a:pt x="50" y="32"/>
                  <a:pt x="51" y="38"/>
                  <a:pt x="51" y="44"/>
                </a:cubicBezTo>
                <a:cubicBezTo>
                  <a:pt x="51" y="60"/>
                  <a:pt x="40" y="72"/>
                  <a:pt x="24" y="72"/>
                </a:cubicBezTo>
                <a:cubicBezTo>
                  <a:pt x="21" y="72"/>
                  <a:pt x="18" y="72"/>
                  <a:pt x="15" y="71"/>
                </a:cubicBezTo>
                <a:cubicBezTo>
                  <a:pt x="7" y="68"/>
                  <a:pt x="0" y="60"/>
                  <a:pt x="0" y="51"/>
                </a:cubicBezTo>
                <a:cubicBezTo>
                  <a:pt x="0" y="46"/>
                  <a:pt x="2" y="43"/>
                  <a:pt x="7" y="41"/>
                </a:cubicBezTo>
                <a:close/>
                <a:moveTo>
                  <a:pt x="6" y="55"/>
                </a:moveTo>
                <a:cubicBezTo>
                  <a:pt x="9" y="63"/>
                  <a:pt x="16" y="68"/>
                  <a:pt x="24" y="68"/>
                </a:cubicBezTo>
                <a:cubicBezTo>
                  <a:pt x="31" y="68"/>
                  <a:pt x="36" y="65"/>
                  <a:pt x="40" y="61"/>
                </a:cubicBezTo>
                <a:cubicBezTo>
                  <a:pt x="44" y="56"/>
                  <a:pt x="46" y="50"/>
                  <a:pt x="46" y="44"/>
                </a:cubicBezTo>
                <a:cubicBezTo>
                  <a:pt x="46" y="41"/>
                  <a:pt x="46" y="38"/>
                  <a:pt x="44" y="36"/>
                </a:cubicBezTo>
                <a:cubicBezTo>
                  <a:pt x="41" y="33"/>
                  <a:pt x="29" y="32"/>
                  <a:pt x="25" y="32"/>
                </a:cubicBezTo>
                <a:cubicBezTo>
                  <a:pt x="24" y="32"/>
                  <a:pt x="23" y="32"/>
                  <a:pt x="23" y="33"/>
                </a:cubicBezTo>
                <a:cubicBezTo>
                  <a:pt x="22" y="33"/>
                  <a:pt x="22" y="34"/>
                  <a:pt x="22" y="34"/>
                </a:cubicBezTo>
                <a:cubicBezTo>
                  <a:pt x="22" y="40"/>
                  <a:pt x="35" y="40"/>
                  <a:pt x="39" y="40"/>
                </a:cubicBezTo>
                <a:cubicBezTo>
                  <a:pt x="40" y="40"/>
                  <a:pt x="40" y="40"/>
                  <a:pt x="41" y="40"/>
                </a:cubicBezTo>
                <a:cubicBezTo>
                  <a:pt x="41" y="41"/>
                  <a:pt x="42" y="42"/>
                  <a:pt x="42" y="43"/>
                </a:cubicBezTo>
                <a:cubicBezTo>
                  <a:pt x="41" y="44"/>
                  <a:pt x="39" y="44"/>
                  <a:pt x="38" y="45"/>
                </a:cubicBezTo>
                <a:cubicBezTo>
                  <a:pt x="36" y="45"/>
                  <a:pt x="35" y="46"/>
                  <a:pt x="34" y="47"/>
                </a:cubicBezTo>
                <a:cubicBezTo>
                  <a:pt x="31" y="49"/>
                  <a:pt x="28" y="53"/>
                  <a:pt x="28" y="57"/>
                </a:cubicBezTo>
                <a:cubicBezTo>
                  <a:pt x="28" y="59"/>
                  <a:pt x="29" y="61"/>
                  <a:pt x="29" y="64"/>
                </a:cubicBezTo>
                <a:cubicBezTo>
                  <a:pt x="29" y="64"/>
                  <a:pt x="29" y="65"/>
                  <a:pt x="29" y="65"/>
                </a:cubicBezTo>
                <a:cubicBezTo>
                  <a:pt x="24" y="64"/>
                  <a:pt x="23" y="60"/>
                  <a:pt x="23" y="56"/>
                </a:cubicBezTo>
                <a:cubicBezTo>
                  <a:pt x="23" y="56"/>
                  <a:pt x="22" y="56"/>
                  <a:pt x="22" y="56"/>
                </a:cubicBezTo>
                <a:cubicBezTo>
                  <a:pt x="22" y="56"/>
                  <a:pt x="22" y="57"/>
                  <a:pt x="22" y="57"/>
                </a:cubicBezTo>
                <a:cubicBezTo>
                  <a:pt x="22" y="60"/>
                  <a:pt x="19" y="62"/>
                  <a:pt x="16" y="62"/>
                </a:cubicBezTo>
                <a:cubicBezTo>
                  <a:pt x="12" y="62"/>
                  <a:pt x="6" y="57"/>
                  <a:pt x="6" y="53"/>
                </a:cubicBezTo>
                <a:cubicBezTo>
                  <a:pt x="6" y="51"/>
                  <a:pt x="7" y="51"/>
                  <a:pt x="7" y="50"/>
                </a:cubicBezTo>
                <a:cubicBezTo>
                  <a:pt x="8" y="51"/>
                  <a:pt x="9" y="52"/>
                  <a:pt x="10" y="53"/>
                </a:cubicBezTo>
                <a:cubicBezTo>
                  <a:pt x="11" y="54"/>
                  <a:pt x="13" y="57"/>
                  <a:pt x="15" y="57"/>
                </a:cubicBezTo>
                <a:cubicBezTo>
                  <a:pt x="16" y="57"/>
                  <a:pt x="17" y="57"/>
                  <a:pt x="17" y="56"/>
                </a:cubicBezTo>
                <a:cubicBezTo>
                  <a:pt x="17" y="54"/>
                  <a:pt x="10" y="46"/>
                  <a:pt x="9" y="46"/>
                </a:cubicBezTo>
                <a:cubicBezTo>
                  <a:pt x="6" y="46"/>
                  <a:pt x="5" y="49"/>
                  <a:pt x="5" y="51"/>
                </a:cubicBezTo>
                <a:cubicBezTo>
                  <a:pt x="5" y="52"/>
                  <a:pt x="5" y="54"/>
                  <a:pt x="6" y="55"/>
                </a:cubicBezTo>
                <a:close/>
                <a:moveTo>
                  <a:pt x="22" y="51"/>
                </a:moveTo>
                <a:cubicBezTo>
                  <a:pt x="23" y="51"/>
                  <a:pt x="23" y="50"/>
                  <a:pt x="23" y="50"/>
                </a:cubicBezTo>
                <a:cubicBezTo>
                  <a:pt x="23" y="49"/>
                  <a:pt x="22" y="46"/>
                  <a:pt x="22" y="46"/>
                </a:cubicBezTo>
                <a:cubicBezTo>
                  <a:pt x="21" y="43"/>
                  <a:pt x="17" y="35"/>
                  <a:pt x="14" y="35"/>
                </a:cubicBezTo>
                <a:cubicBezTo>
                  <a:pt x="13" y="35"/>
                  <a:pt x="11" y="36"/>
                  <a:pt x="11" y="38"/>
                </a:cubicBezTo>
                <a:cubicBezTo>
                  <a:pt x="11" y="41"/>
                  <a:pt x="19" y="51"/>
                  <a:pt x="22" y="51"/>
                </a:cubicBezTo>
                <a:close/>
                <a:moveTo>
                  <a:pt x="21" y="28"/>
                </a:moveTo>
                <a:cubicBezTo>
                  <a:pt x="21" y="28"/>
                  <a:pt x="22" y="28"/>
                  <a:pt x="23" y="28"/>
                </a:cubicBezTo>
                <a:cubicBezTo>
                  <a:pt x="24" y="28"/>
                  <a:pt x="25" y="28"/>
                  <a:pt x="26" y="28"/>
                </a:cubicBezTo>
                <a:cubicBezTo>
                  <a:pt x="21" y="14"/>
                  <a:pt x="21" y="14"/>
                  <a:pt x="21" y="14"/>
                </a:cubicBezTo>
                <a:cubicBezTo>
                  <a:pt x="20" y="12"/>
                  <a:pt x="18" y="5"/>
                  <a:pt x="16" y="5"/>
                </a:cubicBezTo>
                <a:cubicBezTo>
                  <a:pt x="15" y="5"/>
                  <a:pt x="14" y="6"/>
                  <a:pt x="14" y="7"/>
                </a:cubicBezTo>
                <a:cubicBezTo>
                  <a:pt x="14" y="11"/>
                  <a:pt x="19" y="24"/>
                  <a:pt x="21" y="28"/>
                </a:cubicBezTo>
                <a:close/>
                <a:moveTo>
                  <a:pt x="27" y="47"/>
                </a:moveTo>
                <a:cubicBezTo>
                  <a:pt x="28" y="46"/>
                  <a:pt x="29" y="45"/>
                  <a:pt x="30" y="44"/>
                </a:cubicBezTo>
                <a:cubicBezTo>
                  <a:pt x="29" y="44"/>
                  <a:pt x="27" y="44"/>
                  <a:pt x="26" y="43"/>
                </a:cubicBezTo>
                <a:cubicBezTo>
                  <a:pt x="26" y="44"/>
                  <a:pt x="27" y="45"/>
                  <a:pt x="27" y="47"/>
                </a:cubicBezTo>
                <a:close/>
                <a:moveTo>
                  <a:pt x="33" y="29"/>
                </a:moveTo>
                <a:cubicBezTo>
                  <a:pt x="38" y="30"/>
                  <a:pt x="38" y="30"/>
                  <a:pt x="38" y="30"/>
                </a:cubicBezTo>
                <a:cubicBezTo>
                  <a:pt x="39" y="26"/>
                  <a:pt x="45" y="11"/>
                  <a:pt x="45" y="9"/>
                </a:cubicBezTo>
                <a:cubicBezTo>
                  <a:pt x="45" y="8"/>
                  <a:pt x="44" y="6"/>
                  <a:pt x="43" y="6"/>
                </a:cubicBezTo>
                <a:cubicBezTo>
                  <a:pt x="41" y="6"/>
                  <a:pt x="39" y="14"/>
                  <a:pt x="38" y="15"/>
                </a:cubicBezTo>
                <a:lnTo>
                  <a:pt x="33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6" name="Google Shape;3126;p12"/>
          <p:cNvSpPr/>
          <p:nvPr/>
        </p:nvSpPr>
        <p:spPr>
          <a:xfrm>
            <a:off x="5948363" y="1647825"/>
            <a:ext cx="138112" cy="130175"/>
          </a:xfrm>
          <a:custGeom>
            <a:rect b="b" l="l" r="r" t="t"/>
            <a:pathLst>
              <a:path extrusionOk="0" h="38" w="40">
                <a:moveTo>
                  <a:pt x="40" y="21"/>
                </a:moveTo>
                <a:cubicBezTo>
                  <a:pt x="38" y="23"/>
                  <a:pt x="38" y="23"/>
                  <a:pt x="38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6" y="23"/>
                  <a:pt x="36" y="23"/>
                  <a:pt x="36" y="23"/>
                </a:cubicBezTo>
                <a:cubicBezTo>
                  <a:pt x="20" y="7"/>
                  <a:pt x="20" y="7"/>
                  <a:pt x="20" y="7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3" y="23"/>
                </a:cubicBezTo>
                <a:cubicBezTo>
                  <a:pt x="3" y="23"/>
                  <a:pt x="3" y="23"/>
                  <a:pt x="2" y="23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0" y="19"/>
                  <a:pt x="0" y="19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20" y="0"/>
                  <a:pt x="20" y="0"/>
                </a:cubicBezTo>
                <a:cubicBezTo>
                  <a:pt x="20" y="0"/>
                  <a:pt x="21" y="0"/>
                  <a:pt x="21" y="0"/>
                </a:cubicBezTo>
                <a:cubicBezTo>
                  <a:pt x="40" y="19"/>
                  <a:pt x="40" y="19"/>
                  <a:pt x="40" y="19"/>
                </a:cubicBezTo>
                <a:cubicBezTo>
                  <a:pt x="40" y="19"/>
                  <a:pt x="40" y="19"/>
                  <a:pt x="40" y="20"/>
                </a:cubicBezTo>
                <a:cubicBezTo>
                  <a:pt x="40" y="20"/>
                  <a:pt x="40" y="20"/>
                  <a:pt x="40" y="21"/>
                </a:cubicBezTo>
                <a:close/>
                <a:moveTo>
                  <a:pt x="40" y="36"/>
                </a:moveTo>
                <a:cubicBezTo>
                  <a:pt x="38" y="38"/>
                  <a:pt x="38" y="38"/>
                  <a:pt x="38" y="38"/>
                </a:cubicBezTo>
                <a:cubicBezTo>
                  <a:pt x="37" y="38"/>
                  <a:pt x="37" y="38"/>
                  <a:pt x="37" y="38"/>
                </a:cubicBezTo>
                <a:cubicBezTo>
                  <a:pt x="36" y="38"/>
                  <a:pt x="36" y="38"/>
                  <a:pt x="36" y="38"/>
                </a:cubicBezTo>
                <a:cubicBezTo>
                  <a:pt x="20" y="22"/>
                  <a:pt x="20" y="22"/>
                  <a:pt x="20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38"/>
                  <a:pt x="4" y="38"/>
                  <a:pt x="3" y="38"/>
                </a:cubicBezTo>
                <a:cubicBezTo>
                  <a:pt x="3" y="38"/>
                  <a:pt x="3" y="38"/>
                  <a:pt x="2" y="38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5"/>
                  <a:pt x="0" y="35"/>
                </a:cubicBezTo>
                <a:cubicBezTo>
                  <a:pt x="0" y="35"/>
                  <a:pt x="0" y="34"/>
                  <a:pt x="0" y="34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15"/>
                  <a:pt x="20" y="15"/>
                  <a:pt x="20" y="15"/>
                </a:cubicBezTo>
                <a:cubicBezTo>
                  <a:pt x="20" y="15"/>
                  <a:pt x="21" y="15"/>
                  <a:pt x="21" y="15"/>
                </a:cubicBezTo>
                <a:cubicBezTo>
                  <a:pt x="40" y="34"/>
                  <a:pt x="40" y="34"/>
                  <a:pt x="40" y="34"/>
                </a:cubicBezTo>
                <a:cubicBezTo>
                  <a:pt x="40" y="34"/>
                  <a:pt x="40" y="35"/>
                  <a:pt x="40" y="35"/>
                </a:cubicBezTo>
                <a:cubicBezTo>
                  <a:pt x="40" y="35"/>
                  <a:pt x="40" y="36"/>
                  <a:pt x="40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7" name="Google Shape;3127;p12"/>
          <p:cNvSpPr/>
          <p:nvPr/>
        </p:nvSpPr>
        <p:spPr>
          <a:xfrm>
            <a:off x="6443663" y="1682750"/>
            <a:ext cx="136525" cy="79375"/>
          </a:xfrm>
          <a:custGeom>
            <a:rect b="b" l="l" r="r" t="t"/>
            <a:pathLst>
              <a:path extrusionOk="0" h="23" w="40">
                <a:moveTo>
                  <a:pt x="40" y="21"/>
                </a:moveTo>
                <a:cubicBezTo>
                  <a:pt x="38" y="23"/>
                  <a:pt x="38" y="23"/>
                  <a:pt x="38" y="23"/>
                </a:cubicBezTo>
                <a:cubicBezTo>
                  <a:pt x="37" y="23"/>
                  <a:pt x="37" y="23"/>
                  <a:pt x="37" y="23"/>
                </a:cubicBezTo>
                <a:cubicBezTo>
                  <a:pt x="36" y="23"/>
                  <a:pt x="36" y="23"/>
                  <a:pt x="36" y="23"/>
                </a:cubicBezTo>
                <a:cubicBezTo>
                  <a:pt x="20" y="7"/>
                  <a:pt x="20" y="7"/>
                  <a:pt x="20" y="7"/>
                </a:cubicBezTo>
                <a:cubicBezTo>
                  <a:pt x="4" y="23"/>
                  <a:pt x="4" y="23"/>
                  <a:pt x="4" y="23"/>
                </a:cubicBezTo>
                <a:cubicBezTo>
                  <a:pt x="4" y="23"/>
                  <a:pt x="4" y="23"/>
                  <a:pt x="3" y="23"/>
                </a:cubicBezTo>
                <a:cubicBezTo>
                  <a:pt x="3" y="23"/>
                  <a:pt x="3" y="23"/>
                  <a:pt x="2" y="23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20"/>
                  <a:pt x="0" y="19"/>
                  <a:pt x="0" y="19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20" y="0"/>
                  <a:pt x="20" y="0"/>
                </a:cubicBezTo>
                <a:cubicBezTo>
                  <a:pt x="20" y="0"/>
                  <a:pt x="21" y="0"/>
                  <a:pt x="21" y="0"/>
                </a:cubicBezTo>
                <a:cubicBezTo>
                  <a:pt x="40" y="19"/>
                  <a:pt x="40" y="19"/>
                  <a:pt x="40" y="19"/>
                </a:cubicBezTo>
                <a:cubicBezTo>
                  <a:pt x="40" y="19"/>
                  <a:pt x="40" y="20"/>
                  <a:pt x="40" y="20"/>
                </a:cubicBezTo>
                <a:cubicBezTo>
                  <a:pt x="40" y="20"/>
                  <a:pt x="40" y="21"/>
                  <a:pt x="40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12"/>
          <p:cNvSpPr/>
          <p:nvPr/>
        </p:nvSpPr>
        <p:spPr>
          <a:xfrm>
            <a:off x="6927850" y="1603375"/>
            <a:ext cx="212725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51" y="30"/>
                </a:moveTo>
                <a:cubicBezTo>
                  <a:pt x="48" y="26"/>
                  <a:pt x="48" y="26"/>
                  <a:pt x="48" y="26"/>
                </a:cubicBezTo>
                <a:cubicBezTo>
                  <a:pt x="47" y="25"/>
                  <a:pt x="47" y="25"/>
                  <a:pt x="46" y="25"/>
                </a:cubicBezTo>
                <a:cubicBezTo>
                  <a:pt x="45" y="25"/>
                  <a:pt x="45" y="25"/>
                  <a:pt x="44" y="26"/>
                </a:cubicBezTo>
                <a:cubicBezTo>
                  <a:pt x="36" y="33"/>
                  <a:pt x="36" y="33"/>
                  <a:pt x="36" y="33"/>
                </a:cubicBezTo>
                <a:cubicBezTo>
                  <a:pt x="36" y="13"/>
                  <a:pt x="36" y="13"/>
                  <a:pt x="36" y="13"/>
                </a:cubicBezTo>
                <a:cubicBezTo>
                  <a:pt x="36" y="12"/>
                  <a:pt x="35" y="11"/>
                  <a:pt x="34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7" y="11"/>
                  <a:pt x="26" y="12"/>
                  <a:pt x="26" y="13"/>
                </a:cubicBezTo>
                <a:cubicBezTo>
                  <a:pt x="26" y="33"/>
                  <a:pt x="26" y="33"/>
                  <a:pt x="26" y="33"/>
                </a:cubicBezTo>
                <a:cubicBezTo>
                  <a:pt x="19" y="26"/>
                  <a:pt x="19" y="26"/>
                  <a:pt x="19" y="26"/>
                </a:cubicBezTo>
                <a:cubicBezTo>
                  <a:pt x="18" y="25"/>
                  <a:pt x="17" y="25"/>
                  <a:pt x="17" y="25"/>
                </a:cubicBezTo>
                <a:cubicBezTo>
                  <a:pt x="16" y="25"/>
                  <a:pt x="15" y="25"/>
                  <a:pt x="15" y="26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0"/>
                  <a:pt x="11" y="31"/>
                  <a:pt x="11" y="31"/>
                </a:cubicBezTo>
                <a:cubicBezTo>
                  <a:pt x="11" y="32"/>
                  <a:pt x="11" y="33"/>
                  <a:pt x="11" y="33"/>
                </a:cubicBezTo>
                <a:cubicBezTo>
                  <a:pt x="26" y="48"/>
                  <a:pt x="26" y="48"/>
                  <a:pt x="26" y="48"/>
                </a:cubicBezTo>
                <a:cubicBezTo>
                  <a:pt x="30" y="51"/>
                  <a:pt x="30" y="51"/>
                  <a:pt x="30" y="51"/>
                </a:cubicBezTo>
                <a:cubicBezTo>
                  <a:pt x="30" y="52"/>
                  <a:pt x="31" y="52"/>
                  <a:pt x="31" y="52"/>
                </a:cubicBezTo>
                <a:cubicBezTo>
                  <a:pt x="32" y="52"/>
                  <a:pt x="33" y="52"/>
                  <a:pt x="33" y="51"/>
                </a:cubicBezTo>
                <a:cubicBezTo>
                  <a:pt x="37" y="48"/>
                  <a:pt x="37" y="48"/>
                  <a:pt x="37" y="48"/>
                </a:cubicBezTo>
                <a:cubicBezTo>
                  <a:pt x="51" y="33"/>
                  <a:pt x="51" y="33"/>
                  <a:pt x="51" y="33"/>
                </a:cubicBezTo>
                <a:cubicBezTo>
                  <a:pt x="52" y="33"/>
                  <a:pt x="52" y="32"/>
                  <a:pt x="52" y="31"/>
                </a:cubicBezTo>
                <a:cubicBezTo>
                  <a:pt x="52" y="31"/>
                  <a:pt x="52" y="30"/>
                  <a:pt x="51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2"/>
          <p:cNvSpPr/>
          <p:nvPr/>
        </p:nvSpPr>
        <p:spPr>
          <a:xfrm>
            <a:off x="7423150" y="1603375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2" y="43"/>
                  <a:pt x="52" y="31"/>
                </a:cubicBezTo>
                <a:cubicBezTo>
                  <a:pt x="52" y="19"/>
                  <a:pt x="43" y="9"/>
                  <a:pt x="31" y="9"/>
                </a:cubicBezTo>
                <a:close/>
                <a:moveTo>
                  <a:pt x="46" y="32"/>
                </a:moveTo>
                <a:cubicBezTo>
                  <a:pt x="33" y="45"/>
                  <a:pt x="33" y="45"/>
                  <a:pt x="33" y="45"/>
                </a:cubicBezTo>
                <a:cubicBezTo>
                  <a:pt x="33" y="45"/>
                  <a:pt x="32" y="45"/>
                  <a:pt x="32" y="45"/>
                </a:cubicBezTo>
                <a:cubicBezTo>
                  <a:pt x="31" y="45"/>
                  <a:pt x="31" y="45"/>
                  <a:pt x="31" y="44"/>
                </a:cubicBezTo>
                <a:cubicBezTo>
                  <a:pt x="31" y="36"/>
                  <a:pt x="31" y="36"/>
                  <a:pt x="31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5" y="36"/>
                  <a:pt x="15" y="35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6" y="26"/>
                  <a:pt x="16" y="26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18"/>
                  <a:pt x="31" y="18"/>
                  <a:pt x="31" y="18"/>
                </a:cubicBezTo>
                <a:cubicBezTo>
                  <a:pt x="31" y="18"/>
                  <a:pt x="31" y="17"/>
                  <a:pt x="32" y="17"/>
                </a:cubicBezTo>
                <a:cubicBezTo>
                  <a:pt x="32" y="17"/>
                  <a:pt x="33" y="17"/>
                  <a:pt x="33" y="18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1"/>
                  <a:pt x="46" y="31"/>
                  <a:pt x="46" y="31"/>
                </a:cubicBezTo>
                <a:cubicBezTo>
                  <a:pt x="46" y="32"/>
                  <a:pt x="46" y="32"/>
                  <a:pt x="4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12"/>
          <p:cNvSpPr/>
          <p:nvPr/>
        </p:nvSpPr>
        <p:spPr>
          <a:xfrm>
            <a:off x="7916863" y="1603375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2" y="43"/>
                  <a:pt x="52" y="31"/>
                </a:cubicBezTo>
                <a:cubicBezTo>
                  <a:pt x="52" y="19"/>
                  <a:pt x="43" y="9"/>
                  <a:pt x="31" y="9"/>
                </a:cubicBezTo>
                <a:close/>
                <a:moveTo>
                  <a:pt x="46" y="32"/>
                </a:moveTo>
                <a:cubicBezTo>
                  <a:pt x="33" y="45"/>
                  <a:pt x="33" y="45"/>
                  <a:pt x="33" y="45"/>
                </a:cubicBezTo>
                <a:cubicBezTo>
                  <a:pt x="33" y="45"/>
                  <a:pt x="32" y="45"/>
                  <a:pt x="32" y="45"/>
                </a:cubicBezTo>
                <a:cubicBezTo>
                  <a:pt x="31" y="45"/>
                  <a:pt x="31" y="45"/>
                  <a:pt x="31" y="44"/>
                </a:cubicBezTo>
                <a:cubicBezTo>
                  <a:pt x="31" y="36"/>
                  <a:pt x="31" y="36"/>
                  <a:pt x="31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5" y="36"/>
                  <a:pt x="15" y="35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27"/>
                  <a:pt x="16" y="26"/>
                  <a:pt x="16" y="26"/>
                </a:cubicBezTo>
                <a:cubicBezTo>
                  <a:pt x="31" y="26"/>
                  <a:pt x="31" y="26"/>
                  <a:pt x="31" y="26"/>
                </a:cubicBezTo>
                <a:cubicBezTo>
                  <a:pt x="31" y="18"/>
                  <a:pt x="31" y="18"/>
                  <a:pt x="31" y="18"/>
                </a:cubicBezTo>
                <a:cubicBezTo>
                  <a:pt x="31" y="18"/>
                  <a:pt x="31" y="17"/>
                  <a:pt x="32" y="17"/>
                </a:cubicBezTo>
                <a:cubicBezTo>
                  <a:pt x="32" y="17"/>
                  <a:pt x="33" y="17"/>
                  <a:pt x="33" y="18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1"/>
                  <a:pt x="46" y="31"/>
                  <a:pt x="46" y="31"/>
                </a:cubicBezTo>
                <a:cubicBezTo>
                  <a:pt x="46" y="32"/>
                  <a:pt x="46" y="32"/>
                  <a:pt x="4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12"/>
          <p:cNvSpPr/>
          <p:nvPr/>
        </p:nvSpPr>
        <p:spPr>
          <a:xfrm>
            <a:off x="8412163" y="1585913"/>
            <a:ext cx="247650" cy="247650"/>
          </a:xfrm>
          <a:custGeom>
            <a:rect b="b" l="l" r="r" t="t"/>
            <a:pathLst>
              <a:path extrusionOk="0" h="72" w="72">
                <a:moveTo>
                  <a:pt x="72" y="38"/>
                </a:moveTo>
                <a:cubicBezTo>
                  <a:pt x="61" y="48"/>
                  <a:pt x="61" y="48"/>
                  <a:pt x="61" y="48"/>
                </a:cubicBezTo>
                <a:cubicBezTo>
                  <a:pt x="61" y="49"/>
                  <a:pt x="60" y="49"/>
                  <a:pt x="60" y="49"/>
                </a:cubicBezTo>
                <a:cubicBezTo>
                  <a:pt x="58" y="49"/>
                  <a:pt x="57" y="48"/>
                  <a:pt x="57" y="47"/>
                </a:cubicBezTo>
                <a:cubicBezTo>
                  <a:pt x="57" y="41"/>
                  <a:pt x="57" y="41"/>
                  <a:pt x="57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2" y="57"/>
                  <a:pt x="42" y="57"/>
                  <a:pt x="42" y="57"/>
                </a:cubicBezTo>
                <a:cubicBezTo>
                  <a:pt x="47" y="57"/>
                  <a:pt x="47" y="57"/>
                  <a:pt x="47" y="57"/>
                </a:cubicBezTo>
                <a:cubicBezTo>
                  <a:pt x="48" y="57"/>
                  <a:pt x="49" y="58"/>
                  <a:pt x="49" y="59"/>
                </a:cubicBezTo>
                <a:cubicBezTo>
                  <a:pt x="49" y="60"/>
                  <a:pt x="49" y="61"/>
                  <a:pt x="49" y="61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72"/>
                  <a:pt x="37" y="72"/>
                  <a:pt x="36" y="72"/>
                </a:cubicBezTo>
                <a:cubicBezTo>
                  <a:pt x="36" y="72"/>
                  <a:pt x="35" y="72"/>
                  <a:pt x="35" y="72"/>
                </a:cubicBezTo>
                <a:cubicBezTo>
                  <a:pt x="24" y="61"/>
                  <a:pt x="24" y="61"/>
                  <a:pt x="24" y="61"/>
                </a:cubicBezTo>
                <a:cubicBezTo>
                  <a:pt x="24" y="61"/>
                  <a:pt x="24" y="60"/>
                  <a:pt x="24" y="59"/>
                </a:cubicBezTo>
                <a:cubicBezTo>
                  <a:pt x="24" y="58"/>
                  <a:pt x="25" y="57"/>
                  <a:pt x="26" y="57"/>
                </a:cubicBezTo>
                <a:cubicBezTo>
                  <a:pt x="31" y="57"/>
                  <a:pt x="31" y="57"/>
                  <a:pt x="31" y="57"/>
                </a:cubicBezTo>
                <a:cubicBezTo>
                  <a:pt x="31" y="41"/>
                  <a:pt x="31" y="41"/>
                  <a:pt x="31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6" y="47"/>
                  <a:pt x="16" y="47"/>
                  <a:pt x="16" y="47"/>
                </a:cubicBezTo>
                <a:cubicBezTo>
                  <a:pt x="16" y="48"/>
                  <a:pt x="15" y="49"/>
                  <a:pt x="13" y="49"/>
                </a:cubicBezTo>
                <a:cubicBezTo>
                  <a:pt x="13" y="49"/>
                  <a:pt x="12" y="49"/>
                  <a:pt x="12" y="48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7"/>
                  <a:pt x="0" y="36"/>
                </a:cubicBezTo>
                <a:cubicBezTo>
                  <a:pt x="0" y="36"/>
                  <a:pt x="1" y="35"/>
                  <a:pt x="1" y="3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24"/>
                  <a:pt x="13" y="23"/>
                  <a:pt x="13" y="23"/>
                </a:cubicBezTo>
                <a:cubicBezTo>
                  <a:pt x="15" y="23"/>
                  <a:pt x="16" y="25"/>
                  <a:pt x="16" y="26"/>
                </a:cubicBezTo>
                <a:cubicBezTo>
                  <a:pt x="16" y="31"/>
                  <a:pt x="16" y="31"/>
                  <a:pt x="16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31" y="16"/>
                  <a:pt x="31" y="16"/>
                  <a:pt x="31" y="16"/>
                </a:cubicBezTo>
                <a:cubicBezTo>
                  <a:pt x="26" y="16"/>
                  <a:pt x="26" y="16"/>
                  <a:pt x="26" y="16"/>
                </a:cubicBezTo>
                <a:cubicBezTo>
                  <a:pt x="25" y="16"/>
                  <a:pt x="24" y="15"/>
                  <a:pt x="24" y="13"/>
                </a:cubicBezTo>
                <a:cubicBezTo>
                  <a:pt x="24" y="12"/>
                  <a:pt x="24" y="12"/>
                  <a:pt x="24" y="11"/>
                </a:cubicBezTo>
                <a:cubicBezTo>
                  <a:pt x="35" y="1"/>
                  <a:pt x="35" y="1"/>
                  <a:pt x="35" y="1"/>
                </a:cubicBezTo>
                <a:cubicBezTo>
                  <a:pt x="35" y="1"/>
                  <a:pt x="36" y="0"/>
                  <a:pt x="36" y="0"/>
                </a:cubicBezTo>
                <a:cubicBezTo>
                  <a:pt x="37" y="0"/>
                  <a:pt x="38" y="1"/>
                  <a:pt x="38" y="1"/>
                </a:cubicBezTo>
                <a:cubicBezTo>
                  <a:pt x="49" y="11"/>
                  <a:pt x="49" y="11"/>
                  <a:pt x="49" y="11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5"/>
                  <a:pt x="48" y="16"/>
                  <a:pt x="47" y="16"/>
                </a:cubicBezTo>
                <a:cubicBezTo>
                  <a:pt x="42" y="16"/>
                  <a:pt x="42" y="16"/>
                  <a:pt x="42" y="16"/>
                </a:cubicBezTo>
                <a:cubicBezTo>
                  <a:pt x="42" y="31"/>
                  <a:pt x="42" y="31"/>
                  <a:pt x="42" y="31"/>
                </a:cubicBezTo>
                <a:cubicBezTo>
                  <a:pt x="57" y="31"/>
                  <a:pt x="57" y="31"/>
                  <a:pt x="57" y="31"/>
                </a:cubicBezTo>
                <a:cubicBezTo>
                  <a:pt x="57" y="26"/>
                  <a:pt x="57" y="26"/>
                  <a:pt x="57" y="26"/>
                </a:cubicBezTo>
                <a:cubicBezTo>
                  <a:pt x="57" y="25"/>
                  <a:pt x="58" y="23"/>
                  <a:pt x="60" y="23"/>
                </a:cubicBezTo>
                <a:cubicBezTo>
                  <a:pt x="60" y="23"/>
                  <a:pt x="61" y="24"/>
                  <a:pt x="61" y="24"/>
                </a:cubicBezTo>
                <a:cubicBezTo>
                  <a:pt x="72" y="34"/>
                  <a:pt x="72" y="34"/>
                  <a:pt x="72" y="34"/>
                </a:cubicBezTo>
                <a:cubicBezTo>
                  <a:pt x="72" y="35"/>
                  <a:pt x="72" y="36"/>
                  <a:pt x="72" y="36"/>
                </a:cubicBezTo>
                <a:cubicBezTo>
                  <a:pt x="72" y="37"/>
                  <a:pt x="72" y="38"/>
                  <a:pt x="72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12"/>
          <p:cNvSpPr/>
          <p:nvPr/>
        </p:nvSpPr>
        <p:spPr>
          <a:xfrm>
            <a:off x="8851900" y="1603375"/>
            <a:ext cx="203200" cy="212725"/>
          </a:xfrm>
          <a:custGeom>
            <a:rect b="b" l="l" r="r" t="t"/>
            <a:pathLst>
              <a:path extrusionOk="0" h="62" w="59">
                <a:moveTo>
                  <a:pt x="58" y="45"/>
                </a:moveTo>
                <a:cubicBezTo>
                  <a:pt x="55" y="49"/>
                  <a:pt x="55" y="49"/>
                  <a:pt x="55" y="49"/>
                </a:cubicBezTo>
                <a:cubicBezTo>
                  <a:pt x="54" y="51"/>
                  <a:pt x="51" y="52"/>
                  <a:pt x="48" y="51"/>
                </a:cubicBezTo>
                <a:cubicBezTo>
                  <a:pt x="38" y="45"/>
                  <a:pt x="38" y="45"/>
                  <a:pt x="38" y="45"/>
                </a:cubicBezTo>
                <a:cubicBezTo>
                  <a:pt x="38" y="57"/>
                  <a:pt x="38" y="57"/>
                  <a:pt x="38" y="57"/>
                </a:cubicBezTo>
                <a:cubicBezTo>
                  <a:pt x="38" y="60"/>
                  <a:pt x="35" y="62"/>
                  <a:pt x="32" y="62"/>
                </a:cubicBezTo>
                <a:cubicBezTo>
                  <a:pt x="27" y="62"/>
                  <a:pt x="27" y="62"/>
                  <a:pt x="27" y="62"/>
                </a:cubicBezTo>
                <a:cubicBezTo>
                  <a:pt x="25" y="62"/>
                  <a:pt x="22" y="60"/>
                  <a:pt x="22" y="57"/>
                </a:cubicBezTo>
                <a:cubicBezTo>
                  <a:pt x="22" y="45"/>
                  <a:pt x="22" y="45"/>
                  <a:pt x="22" y="45"/>
                </a:cubicBezTo>
                <a:cubicBezTo>
                  <a:pt x="11" y="51"/>
                  <a:pt x="11" y="51"/>
                  <a:pt x="11" y="51"/>
                </a:cubicBezTo>
                <a:cubicBezTo>
                  <a:pt x="9" y="52"/>
                  <a:pt x="6" y="51"/>
                  <a:pt x="4" y="49"/>
                </a:cubicBezTo>
                <a:cubicBezTo>
                  <a:pt x="2" y="45"/>
                  <a:pt x="2" y="45"/>
                  <a:pt x="2" y="45"/>
                </a:cubicBezTo>
                <a:cubicBezTo>
                  <a:pt x="0" y="42"/>
                  <a:pt x="1" y="39"/>
                  <a:pt x="4" y="37"/>
                </a:cubicBezTo>
                <a:cubicBezTo>
                  <a:pt x="14" y="31"/>
                  <a:pt x="14" y="31"/>
                  <a:pt x="14" y="31"/>
                </a:cubicBezTo>
                <a:cubicBezTo>
                  <a:pt x="4" y="25"/>
                  <a:pt x="4" y="25"/>
                  <a:pt x="4" y="25"/>
                </a:cubicBezTo>
                <a:cubicBezTo>
                  <a:pt x="1" y="24"/>
                  <a:pt x="0" y="21"/>
                  <a:pt x="2" y="18"/>
                </a:cubicBezTo>
                <a:cubicBezTo>
                  <a:pt x="4" y="14"/>
                  <a:pt x="4" y="14"/>
                  <a:pt x="4" y="14"/>
                </a:cubicBezTo>
                <a:cubicBezTo>
                  <a:pt x="6" y="11"/>
                  <a:pt x="9" y="10"/>
                  <a:pt x="11" y="12"/>
                </a:cubicBezTo>
                <a:cubicBezTo>
                  <a:pt x="22" y="18"/>
                  <a:pt x="22" y="18"/>
                  <a:pt x="22" y="18"/>
                </a:cubicBezTo>
                <a:cubicBezTo>
                  <a:pt x="22" y="6"/>
                  <a:pt x="22" y="6"/>
                  <a:pt x="22" y="6"/>
                </a:cubicBezTo>
                <a:cubicBezTo>
                  <a:pt x="22" y="3"/>
                  <a:pt x="25" y="0"/>
                  <a:pt x="27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35" y="0"/>
                  <a:pt x="38" y="3"/>
                  <a:pt x="38" y="6"/>
                </a:cubicBezTo>
                <a:cubicBezTo>
                  <a:pt x="38" y="18"/>
                  <a:pt x="38" y="18"/>
                  <a:pt x="38" y="18"/>
                </a:cubicBezTo>
                <a:cubicBezTo>
                  <a:pt x="48" y="12"/>
                  <a:pt x="48" y="12"/>
                  <a:pt x="48" y="12"/>
                </a:cubicBezTo>
                <a:cubicBezTo>
                  <a:pt x="51" y="10"/>
                  <a:pt x="54" y="11"/>
                  <a:pt x="55" y="14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21"/>
                  <a:pt x="58" y="24"/>
                  <a:pt x="56" y="25"/>
                </a:cubicBezTo>
                <a:cubicBezTo>
                  <a:pt x="45" y="31"/>
                  <a:pt x="45" y="31"/>
                  <a:pt x="45" y="31"/>
                </a:cubicBezTo>
                <a:cubicBezTo>
                  <a:pt x="56" y="37"/>
                  <a:pt x="56" y="37"/>
                  <a:pt x="56" y="37"/>
                </a:cubicBezTo>
                <a:cubicBezTo>
                  <a:pt x="58" y="39"/>
                  <a:pt x="59" y="42"/>
                  <a:pt x="58" y="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p12"/>
          <p:cNvSpPr/>
          <p:nvPr/>
        </p:nvSpPr>
        <p:spPr>
          <a:xfrm>
            <a:off x="65088" y="1989138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43" y="13"/>
                </a:moveTo>
                <a:cubicBezTo>
                  <a:pt x="39" y="11"/>
                  <a:pt x="35" y="9"/>
                  <a:pt x="31" y="9"/>
                </a:cubicBezTo>
                <a:cubicBezTo>
                  <a:pt x="19" y="9"/>
                  <a:pt x="9" y="19"/>
                  <a:pt x="9" y="31"/>
                </a:cubicBezTo>
                <a:cubicBezTo>
                  <a:pt x="9" y="36"/>
                  <a:pt x="10" y="40"/>
                  <a:pt x="12" y="43"/>
                </a:cubicBezTo>
                <a:lnTo>
                  <a:pt x="43" y="13"/>
                </a:lnTo>
                <a:close/>
                <a:moveTo>
                  <a:pt x="49" y="19"/>
                </a:moveTo>
                <a:cubicBezTo>
                  <a:pt x="19" y="50"/>
                  <a:pt x="19" y="50"/>
                  <a:pt x="19" y="50"/>
                </a:cubicBezTo>
                <a:cubicBezTo>
                  <a:pt x="22" y="52"/>
                  <a:pt x="26" y="53"/>
                  <a:pt x="31" y="53"/>
                </a:cubicBezTo>
                <a:cubicBezTo>
                  <a:pt x="43" y="53"/>
                  <a:pt x="52" y="43"/>
                  <a:pt x="52" y="31"/>
                </a:cubicBezTo>
                <a:cubicBezTo>
                  <a:pt x="52" y="27"/>
                  <a:pt x="51" y="23"/>
                  <a:pt x="49" y="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12"/>
          <p:cNvSpPr/>
          <p:nvPr/>
        </p:nvSpPr>
        <p:spPr>
          <a:xfrm>
            <a:off x="495300" y="1989138"/>
            <a:ext cx="247650" cy="195262"/>
          </a:xfrm>
          <a:custGeom>
            <a:rect b="b" l="l" r="r" t="t"/>
            <a:pathLst>
              <a:path extrusionOk="0" h="57" w="72">
                <a:moveTo>
                  <a:pt x="0" y="57"/>
                </a:moveTo>
                <a:cubicBezTo>
                  <a:pt x="0" y="38"/>
                  <a:pt x="0" y="19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3" y="19"/>
                  <a:pt x="3" y="38"/>
                  <a:pt x="3" y="57"/>
                </a:cubicBezTo>
                <a:cubicBezTo>
                  <a:pt x="2" y="57"/>
                  <a:pt x="1" y="57"/>
                  <a:pt x="0" y="57"/>
                </a:cubicBezTo>
                <a:close/>
                <a:moveTo>
                  <a:pt x="4" y="57"/>
                </a:moveTo>
                <a:cubicBezTo>
                  <a:pt x="4" y="38"/>
                  <a:pt x="4" y="19"/>
                  <a:pt x="4" y="0"/>
                </a:cubicBezTo>
                <a:cubicBezTo>
                  <a:pt x="5" y="0"/>
                  <a:pt x="5" y="0"/>
                  <a:pt x="6" y="0"/>
                </a:cubicBezTo>
                <a:cubicBezTo>
                  <a:pt x="6" y="19"/>
                  <a:pt x="6" y="38"/>
                  <a:pt x="6" y="57"/>
                </a:cubicBezTo>
                <a:cubicBezTo>
                  <a:pt x="5" y="57"/>
                  <a:pt x="5" y="57"/>
                  <a:pt x="4" y="57"/>
                </a:cubicBezTo>
                <a:close/>
                <a:moveTo>
                  <a:pt x="8" y="57"/>
                </a:moveTo>
                <a:cubicBezTo>
                  <a:pt x="8" y="38"/>
                  <a:pt x="8" y="19"/>
                  <a:pt x="8" y="0"/>
                </a:cubicBezTo>
                <a:cubicBezTo>
                  <a:pt x="8" y="0"/>
                  <a:pt x="9" y="0"/>
                  <a:pt x="9" y="0"/>
                </a:cubicBezTo>
                <a:cubicBezTo>
                  <a:pt x="9" y="19"/>
                  <a:pt x="9" y="38"/>
                  <a:pt x="9" y="57"/>
                </a:cubicBezTo>
                <a:cubicBezTo>
                  <a:pt x="9" y="57"/>
                  <a:pt x="9" y="57"/>
                  <a:pt x="8" y="57"/>
                </a:cubicBezTo>
                <a:close/>
                <a:moveTo>
                  <a:pt x="14" y="57"/>
                </a:moveTo>
                <a:cubicBezTo>
                  <a:pt x="14" y="38"/>
                  <a:pt x="14" y="19"/>
                  <a:pt x="14" y="0"/>
                </a:cubicBezTo>
                <a:cubicBezTo>
                  <a:pt x="15" y="0"/>
                  <a:pt x="15" y="0"/>
                  <a:pt x="16" y="0"/>
                </a:cubicBezTo>
                <a:cubicBezTo>
                  <a:pt x="16" y="19"/>
                  <a:pt x="16" y="38"/>
                  <a:pt x="16" y="57"/>
                </a:cubicBezTo>
                <a:cubicBezTo>
                  <a:pt x="15" y="57"/>
                  <a:pt x="15" y="57"/>
                  <a:pt x="14" y="57"/>
                </a:cubicBezTo>
                <a:close/>
                <a:moveTo>
                  <a:pt x="19" y="57"/>
                </a:moveTo>
                <a:cubicBezTo>
                  <a:pt x="19" y="38"/>
                  <a:pt x="19" y="19"/>
                  <a:pt x="19" y="0"/>
                </a:cubicBezTo>
                <a:cubicBezTo>
                  <a:pt x="20" y="0"/>
                  <a:pt x="21" y="0"/>
                  <a:pt x="22" y="0"/>
                </a:cubicBezTo>
                <a:cubicBezTo>
                  <a:pt x="22" y="19"/>
                  <a:pt x="22" y="38"/>
                  <a:pt x="22" y="57"/>
                </a:cubicBezTo>
                <a:cubicBezTo>
                  <a:pt x="21" y="57"/>
                  <a:pt x="20" y="57"/>
                  <a:pt x="19" y="57"/>
                </a:cubicBezTo>
                <a:close/>
                <a:moveTo>
                  <a:pt x="26" y="57"/>
                </a:moveTo>
                <a:cubicBezTo>
                  <a:pt x="26" y="38"/>
                  <a:pt x="26" y="19"/>
                  <a:pt x="26" y="0"/>
                </a:cubicBezTo>
                <a:cubicBezTo>
                  <a:pt x="26" y="0"/>
                  <a:pt x="27" y="0"/>
                  <a:pt x="27" y="0"/>
                </a:cubicBezTo>
                <a:cubicBezTo>
                  <a:pt x="27" y="19"/>
                  <a:pt x="27" y="38"/>
                  <a:pt x="27" y="57"/>
                </a:cubicBezTo>
                <a:cubicBezTo>
                  <a:pt x="27" y="57"/>
                  <a:pt x="26" y="57"/>
                  <a:pt x="26" y="57"/>
                </a:cubicBezTo>
                <a:close/>
                <a:moveTo>
                  <a:pt x="28" y="57"/>
                </a:moveTo>
                <a:cubicBezTo>
                  <a:pt x="28" y="38"/>
                  <a:pt x="28" y="19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30" y="19"/>
                  <a:pt x="30" y="38"/>
                  <a:pt x="30" y="57"/>
                </a:cubicBezTo>
                <a:cubicBezTo>
                  <a:pt x="29" y="57"/>
                  <a:pt x="29" y="57"/>
                  <a:pt x="28" y="57"/>
                </a:cubicBezTo>
                <a:close/>
                <a:moveTo>
                  <a:pt x="31" y="57"/>
                </a:moveTo>
                <a:cubicBezTo>
                  <a:pt x="31" y="38"/>
                  <a:pt x="31" y="19"/>
                  <a:pt x="31" y="0"/>
                </a:cubicBezTo>
                <a:cubicBezTo>
                  <a:pt x="31" y="0"/>
                  <a:pt x="32" y="0"/>
                  <a:pt x="32" y="0"/>
                </a:cubicBezTo>
                <a:cubicBezTo>
                  <a:pt x="32" y="19"/>
                  <a:pt x="32" y="38"/>
                  <a:pt x="32" y="57"/>
                </a:cubicBezTo>
                <a:cubicBezTo>
                  <a:pt x="32" y="57"/>
                  <a:pt x="31" y="57"/>
                  <a:pt x="31" y="57"/>
                </a:cubicBezTo>
                <a:close/>
                <a:moveTo>
                  <a:pt x="36" y="57"/>
                </a:moveTo>
                <a:cubicBezTo>
                  <a:pt x="36" y="38"/>
                  <a:pt x="36" y="19"/>
                  <a:pt x="36" y="0"/>
                </a:cubicBezTo>
                <a:cubicBezTo>
                  <a:pt x="37" y="0"/>
                  <a:pt x="38" y="0"/>
                  <a:pt x="38" y="0"/>
                </a:cubicBezTo>
                <a:cubicBezTo>
                  <a:pt x="38" y="19"/>
                  <a:pt x="38" y="38"/>
                  <a:pt x="38" y="57"/>
                </a:cubicBezTo>
                <a:cubicBezTo>
                  <a:pt x="38" y="57"/>
                  <a:pt x="37" y="57"/>
                  <a:pt x="36" y="57"/>
                </a:cubicBezTo>
                <a:close/>
                <a:moveTo>
                  <a:pt x="42" y="57"/>
                </a:moveTo>
                <a:cubicBezTo>
                  <a:pt x="42" y="38"/>
                  <a:pt x="42" y="19"/>
                  <a:pt x="42" y="0"/>
                </a:cubicBezTo>
                <a:cubicBezTo>
                  <a:pt x="43" y="0"/>
                  <a:pt x="44" y="0"/>
                  <a:pt x="45" y="0"/>
                </a:cubicBezTo>
                <a:cubicBezTo>
                  <a:pt x="45" y="19"/>
                  <a:pt x="45" y="38"/>
                  <a:pt x="45" y="57"/>
                </a:cubicBezTo>
                <a:cubicBezTo>
                  <a:pt x="44" y="57"/>
                  <a:pt x="43" y="57"/>
                  <a:pt x="42" y="57"/>
                </a:cubicBezTo>
                <a:close/>
                <a:moveTo>
                  <a:pt x="47" y="57"/>
                </a:moveTo>
                <a:cubicBezTo>
                  <a:pt x="47" y="38"/>
                  <a:pt x="47" y="19"/>
                  <a:pt x="47" y="0"/>
                </a:cubicBezTo>
                <a:cubicBezTo>
                  <a:pt x="48" y="0"/>
                  <a:pt x="49" y="0"/>
                  <a:pt x="50" y="0"/>
                </a:cubicBezTo>
                <a:cubicBezTo>
                  <a:pt x="50" y="19"/>
                  <a:pt x="50" y="38"/>
                  <a:pt x="50" y="57"/>
                </a:cubicBezTo>
                <a:cubicBezTo>
                  <a:pt x="49" y="57"/>
                  <a:pt x="48" y="57"/>
                  <a:pt x="47" y="57"/>
                </a:cubicBezTo>
                <a:close/>
                <a:moveTo>
                  <a:pt x="52" y="57"/>
                </a:moveTo>
                <a:cubicBezTo>
                  <a:pt x="52" y="38"/>
                  <a:pt x="52" y="19"/>
                  <a:pt x="52" y="0"/>
                </a:cubicBezTo>
                <a:cubicBezTo>
                  <a:pt x="53" y="0"/>
                  <a:pt x="54" y="0"/>
                  <a:pt x="55" y="0"/>
                </a:cubicBezTo>
                <a:cubicBezTo>
                  <a:pt x="55" y="19"/>
                  <a:pt x="55" y="38"/>
                  <a:pt x="55" y="57"/>
                </a:cubicBezTo>
                <a:cubicBezTo>
                  <a:pt x="54" y="57"/>
                  <a:pt x="53" y="57"/>
                  <a:pt x="52" y="57"/>
                </a:cubicBezTo>
                <a:close/>
                <a:moveTo>
                  <a:pt x="56" y="57"/>
                </a:moveTo>
                <a:cubicBezTo>
                  <a:pt x="56" y="38"/>
                  <a:pt x="56" y="19"/>
                  <a:pt x="56" y="0"/>
                </a:cubicBezTo>
                <a:cubicBezTo>
                  <a:pt x="57" y="0"/>
                  <a:pt x="58" y="0"/>
                  <a:pt x="59" y="0"/>
                </a:cubicBezTo>
                <a:cubicBezTo>
                  <a:pt x="59" y="19"/>
                  <a:pt x="59" y="38"/>
                  <a:pt x="59" y="57"/>
                </a:cubicBezTo>
                <a:cubicBezTo>
                  <a:pt x="58" y="57"/>
                  <a:pt x="57" y="57"/>
                  <a:pt x="56" y="57"/>
                </a:cubicBezTo>
                <a:close/>
                <a:moveTo>
                  <a:pt x="62" y="57"/>
                </a:moveTo>
                <a:cubicBezTo>
                  <a:pt x="62" y="38"/>
                  <a:pt x="62" y="19"/>
                  <a:pt x="62" y="0"/>
                </a:cubicBezTo>
                <a:cubicBezTo>
                  <a:pt x="64" y="0"/>
                  <a:pt x="65" y="0"/>
                  <a:pt x="66" y="0"/>
                </a:cubicBezTo>
                <a:cubicBezTo>
                  <a:pt x="66" y="19"/>
                  <a:pt x="66" y="38"/>
                  <a:pt x="66" y="57"/>
                </a:cubicBezTo>
                <a:cubicBezTo>
                  <a:pt x="65" y="57"/>
                  <a:pt x="64" y="57"/>
                  <a:pt x="62" y="57"/>
                </a:cubicBezTo>
                <a:close/>
                <a:moveTo>
                  <a:pt x="67" y="57"/>
                </a:moveTo>
                <a:cubicBezTo>
                  <a:pt x="67" y="38"/>
                  <a:pt x="67" y="19"/>
                  <a:pt x="67" y="0"/>
                </a:cubicBezTo>
                <a:cubicBezTo>
                  <a:pt x="68" y="0"/>
                  <a:pt x="68" y="0"/>
                  <a:pt x="69" y="0"/>
                </a:cubicBezTo>
                <a:cubicBezTo>
                  <a:pt x="69" y="19"/>
                  <a:pt x="69" y="38"/>
                  <a:pt x="69" y="57"/>
                </a:cubicBezTo>
                <a:cubicBezTo>
                  <a:pt x="68" y="57"/>
                  <a:pt x="68" y="57"/>
                  <a:pt x="67" y="57"/>
                </a:cubicBezTo>
                <a:close/>
                <a:moveTo>
                  <a:pt x="70" y="57"/>
                </a:moveTo>
                <a:cubicBezTo>
                  <a:pt x="70" y="38"/>
                  <a:pt x="70" y="19"/>
                  <a:pt x="70" y="0"/>
                </a:cubicBezTo>
                <a:cubicBezTo>
                  <a:pt x="71" y="0"/>
                  <a:pt x="72" y="0"/>
                  <a:pt x="72" y="0"/>
                </a:cubicBezTo>
                <a:cubicBezTo>
                  <a:pt x="72" y="19"/>
                  <a:pt x="72" y="38"/>
                  <a:pt x="72" y="57"/>
                </a:cubicBezTo>
                <a:cubicBezTo>
                  <a:pt x="72" y="57"/>
                  <a:pt x="71" y="57"/>
                  <a:pt x="70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12"/>
          <p:cNvSpPr/>
          <p:nvPr/>
        </p:nvSpPr>
        <p:spPr>
          <a:xfrm>
            <a:off x="989013" y="1989138"/>
            <a:ext cx="209550" cy="212725"/>
          </a:xfrm>
          <a:custGeom>
            <a:rect b="b" l="l" r="r" t="t"/>
            <a:pathLst>
              <a:path extrusionOk="0" h="62" w="61">
                <a:moveTo>
                  <a:pt x="61" y="12"/>
                </a:moveTo>
                <a:cubicBezTo>
                  <a:pt x="61" y="51"/>
                  <a:pt x="61" y="51"/>
                  <a:pt x="61" y="51"/>
                </a:cubicBez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close/>
                <a:moveTo>
                  <a:pt x="5" y="15"/>
                </a:moveTo>
                <a:cubicBezTo>
                  <a:pt x="5" y="47"/>
                  <a:pt x="5" y="47"/>
                  <a:pt x="5" y="47"/>
                </a:cubicBezTo>
                <a:cubicBezTo>
                  <a:pt x="20" y="47"/>
                  <a:pt x="20" y="47"/>
                  <a:pt x="20" y="47"/>
                </a:cubicBezTo>
                <a:cubicBezTo>
                  <a:pt x="26" y="47"/>
                  <a:pt x="31" y="44"/>
                  <a:pt x="31" y="38"/>
                </a:cubicBezTo>
                <a:cubicBezTo>
                  <a:pt x="31" y="34"/>
                  <a:pt x="29" y="31"/>
                  <a:pt x="26" y="30"/>
                </a:cubicBezTo>
                <a:cubicBezTo>
                  <a:pt x="28" y="28"/>
                  <a:pt x="30" y="26"/>
                  <a:pt x="30" y="23"/>
                </a:cubicBezTo>
                <a:cubicBezTo>
                  <a:pt x="30" y="17"/>
                  <a:pt x="25" y="15"/>
                  <a:pt x="20" y="15"/>
                </a:cubicBezTo>
                <a:lnTo>
                  <a:pt x="5" y="15"/>
                </a:lnTo>
                <a:close/>
                <a:moveTo>
                  <a:pt x="12" y="28"/>
                </a:moveTo>
                <a:cubicBezTo>
                  <a:pt x="12" y="21"/>
                  <a:pt x="12" y="21"/>
                  <a:pt x="12" y="21"/>
                </a:cubicBezTo>
                <a:cubicBezTo>
                  <a:pt x="18" y="21"/>
                  <a:pt x="18" y="21"/>
                  <a:pt x="18" y="21"/>
                </a:cubicBezTo>
                <a:cubicBezTo>
                  <a:pt x="21" y="21"/>
                  <a:pt x="23" y="21"/>
                  <a:pt x="23" y="24"/>
                </a:cubicBezTo>
                <a:cubicBezTo>
                  <a:pt x="23" y="27"/>
                  <a:pt x="21" y="28"/>
                  <a:pt x="19" y="28"/>
                </a:cubicBezTo>
                <a:lnTo>
                  <a:pt x="12" y="28"/>
                </a:lnTo>
                <a:close/>
                <a:moveTo>
                  <a:pt x="12" y="41"/>
                </a:moveTo>
                <a:cubicBezTo>
                  <a:pt x="12" y="33"/>
                  <a:pt x="12" y="33"/>
                  <a:pt x="12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22" y="33"/>
                  <a:pt x="24" y="34"/>
                  <a:pt x="24" y="37"/>
                </a:cubicBezTo>
                <a:cubicBezTo>
                  <a:pt x="24" y="40"/>
                  <a:pt x="22" y="41"/>
                  <a:pt x="19" y="41"/>
                </a:cubicBezTo>
                <a:lnTo>
                  <a:pt x="12" y="41"/>
                </a:lnTo>
                <a:close/>
                <a:moveTo>
                  <a:pt x="40" y="37"/>
                </a:moveTo>
                <a:cubicBezTo>
                  <a:pt x="56" y="37"/>
                  <a:pt x="56" y="37"/>
                  <a:pt x="56" y="37"/>
                </a:cubicBezTo>
                <a:cubicBezTo>
                  <a:pt x="56" y="36"/>
                  <a:pt x="56" y="36"/>
                  <a:pt x="56" y="36"/>
                </a:cubicBezTo>
                <a:cubicBezTo>
                  <a:pt x="56" y="29"/>
                  <a:pt x="52" y="23"/>
                  <a:pt x="45" y="23"/>
                </a:cubicBezTo>
                <a:cubicBezTo>
                  <a:pt x="38" y="23"/>
                  <a:pt x="33" y="29"/>
                  <a:pt x="33" y="35"/>
                </a:cubicBezTo>
                <a:cubicBezTo>
                  <a:pt x="33" y="43"/>
                  <a:pt x="38" y="47"/>
                  <a:pt x="45" y="47"/>
                </a:cubicBezTo>
                <a:cubicBezTo>
                  <a:pt x="51" y="47"/>
                  <a:pt x="54" y="45"/>
                  <a:pt x="56" y="40"/>
                </a:cubicBezTo>
                <a:cubicBezTo>
                  <a:pt x="50" y="40"/>
                  <a:pt x="50" y="40"/>
                  <a:pt x="50" y="40"/>
                </a:cubicBezTo>
                <a:cubicBezTo>
                  <a:pt x="50" y="42"/>
                  <a:pt x="47" y="43"/>
                  <a:pt x="45" y="43"/>
                </a:cubicBezTo>
                <a:cubicBezTo>
                  <a:pt x="42" y="43"/>
                  <a:pt x="40" y="41"/>
                  <a:pt x="40" y="37"/>
                </a:cubicBezTo>
                <a:close/>
                <a:moveTo>
                  <a:pt x="51" y="17"/>
                </a:moveTo>
                <a:cubicBezTo>
                  <a:pt x="51" y="20"/>
                  <a:pt x="51" y="20"/>
                  <a:pt x="51" y="20"/>
                </a:cubicBezTo>
                <a:cubicBezTo>
                  <a:pt x="38" y="20"/>
                  <a:pt x="38" y="20"/>
                  <a:pt x="38" y="20"/>
                </a:cubicBezTo>
                <a:cubicBezTo>
                  <a:pt x="38" y="17"/>
                  <a:pt x="38" y="17"/>
                  <a:pt x="38" y="17"/>
                </a:cubicBezTo>
                <a:lnTo>
                  <a:pt x="51" y="17"/>
                </a:lnTo>
                <a:close/>
                <a:moveTo>
                  <a:pt x="50" y="33"/>
                </a:moveTo>
                <a:cubicBezTo>
                  <a:pt x="40" y="33"/>
                  <a:pt x="40" y="33"/>
                  <a:pt x="40" y="33"/>
                </a:cubicBezTo>
                <a:cubicBezTo>
                  <a:pt x="40" y="30"/>
                  <a:pt x="42" y="28"/>
                  <a:pt x="45" y="28"/>
                </a:cubicBezTo>
                <a:cubicBezTo>
                  <a:pt x="48" y="28"/>
                  <a:pt x="50" y="30"/>
                  <a:pt x="50" y="3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12"/>
          <p:cNvSpPr/>
          <p:nvPr/>
        </p:nvSpPr>
        <p:spPr>
          <a:xfrm>
            <a:off x="1484313" y="1971675"/>
            <a:ext cx="282575" cy="247650"/>
          </a:xfrm>
          <a:custGeom>
            <a:rect b="b" l="l" r="r" t="t"/>
            <a:pathLst>
              <a:path extrusionOk="0" h="72" w="82">
                <a:moveTo>
                  <a:pt x="81" y="5"/>
                </a:moveTo>
                <a:cubicBezTo>
                  <a:pt x="82" y="5"/>
                  <a:pt x="82" y="6"/>
                  <a:pt x="81" y="7"/>
                </a:cubicBezTo>
                <a:cubicBezTo>
                  <a:pt x="6" y="72"/>
                  <a:pt x="6" y="72"/>
                  <a:pt x="6" y="72"/>
                </a:cubicBezTo>
                <a:cubicBezTo>
                  <a:pt x="5" y="72"/>
                  <a:pt x="4" y="72"/>
                  <a:pt x="4" y="72"/>
                </a:cubicBezTo>
                <a:cubicBezTo>
                  <a:pt x="1" y="68"/>
                  <a:pt x="1" y="68"/>
                  <a:pt x="1" y="68"/>
                </a:cubicBezTo>
                <a:cubicBezTo>
                  <a:pt x="0" y="67"/>
                  <a:pt x="0" y="66"/>
                  <a:pt x="1" y="66"/>
                </a:cubicBezTo>
                <a:cubicBezTo>
                  <a:pt x="8" y="60"/>
                  <a:pt x="8" y="60"/>
                  <a:pt x="8" y="60"/>
                </a:cubicBezTo>
                <a:cubicBezTo>
                  <a:pt x="8" y="59"/>
                  <a:pt x="7" y="58"/>
                  <a:pt x="7" y="57"/>
                </a:cubicBezTo>
                <a:cubicBezTo>
                  <a:pt x="13" y="52"/>
                  <a:pt x="20" y="43"/>
                  <a:pt x="20" y="23"/>
                </a:cubicBezTo>
                <a:cubicBezTo>
                  <a:pt x="20" y="16"/>
                  <a:pt x="27" y="7"/>
                  <a:pt x="37" y="6"/>
                </a:cubicBezTo>
                <a:cubicBezTo>
                  <a:pt x="37" y="5"/>
                  <a:pt x="37" y="5"/>
                  <a:pt x="37" y="4"/>
                </a:cubicBezTo>
                <a:cubicBezTo>
                  <a:pt x="37" y="2"/>
                  <a:pt x="39" y="0"/>
                  <a:pt x="41" y="0"/>
                </a:cubicBezTo>
                <a:cubicBezTo>
                  <a:pt x="43" y="0"/>
                  <a:pt x="45" y="2"/>
                  <a:pt x="45" y="4"/>
                </a:cubicBezTo>
                <a:cubicBezTo>
                  <a:pt x="45" y="5"/>
                  <a:pt x="45" y="5"/>
                  <a:pt x="44" y="6"/>
                </a:cubicBezTo>
                <a:cubicBezTo>
                  <a:pt x="51" y="7"/>
                  <a:pt x="56" y="11"/>
                  <a:pt x="59" y="15"/>
                </a:cubicBezTo>
                <a:cubicBezTo>
                  <a:pt x="76" y="1"/>
                  <a:pt x="76" y="1"/>
                  <a:pt x="76" y="1"/>
                </a:cubicBezTo>
                <a:cubicBezTo>
                  <a:pt x="76" y="0"/>
                  <a:pt x="77" y="0"/>
                  <a:pt x="78" y="1"/>
                </a:cubicBezTo>
                <a:lnTo>
                  <a:pt x="81" y="5"/>
                </a:lnTo>
                <a:close/>
                <a:moveTo>
                  <a:pt x="55" y="19"/>
                </a:moveTo>
                <a:cubicBezTo>
                  <a:pt x="53" y="15"/>
                  <a:pt x="49" y="11"/>
                  <a:pt x="41" y="11"/>
                </a:cubicBezTo>
                <a:cubicBezTo>
                  <a:pt x="30" y="11"/>
                  <a:pt x="25" y="18"/>
                  <a:pt x="25" y="23"/>
                </a:cubicBezTo>
                <a:cubicBezTo>
                  <a:pt x="25" y="34"/>
                  <a:pt x="24" y="42"/>
                  <a:pt x="20" y="49"/>
                </a:cubicBezTo>
                <a:lnTo>
                  <a:pt x="55" y="19"/>
                </a:lnTo>
                <a:close/>
                <a:moveTo>
                  <a:pt x="69" y="62"/>
                </a:moveTo>
                <a:cubicBezTo>
                  <a:pt x="51" y="62"/>
                  <a:pt x="51" y="62"/>
                  <a:pt x="51" y="62"/>
                </a:cubicBezTo>
                <a:cubicBezTo>
                  <a:pt x="51" y="68"/>
                  <a:pt x="47" y="72"/>
                  <a:pt x="41" y="72"/>
                </a:cubicBezTo>
                <a:cubicBezTo>
                  <a:pt x="35" y="72"/>
                  <a:pt x="31" y="68"/>
                  <a:pt x="31" y="62"/>
                </a:cubicBezTo>
                <a:cubicBezTo>
                  <a:pt x="37" y="57"/>
                  <a:pt x="37" y="57"/>
                  <a:pt x="37" y="57"/>
                </a:cubicBezTo>
                <a:cubicBezTo>
                  <a:pt x="67" y="57"/>
                  <a:pt x="67" y="57"/>
                  <a:pt x="67" y="57"/>
                </a:cubicBezTo>
                <a:cubicBezTo>
                  <a:pt x="63" y="52"/>
                  <a:pt x="60" y="46"/>
                  <a:pt x="58" y="38"/>
                </a:cubicBezTo>
                <a:cubicBezTo>
                  <a:pt x="62" y="35"/>
                  <a:pt x="62" y="35"/>
                  <a:pt x="62" y="35"/>
                </a:cubicBezTo>
                <a:cubicBezTo>
                  <a:pt x="64" y="46"/>
                  <a:pt x="70" y="53"/>
                  <a:pt x="74" y="57"/>
                </a:cubicBezTo>
                <a:cubicBezTo>
                  <a:pt x="74" y="60"/>
                  <a:pt x="72" y="62"/>
                  <a:pt x="69" y="62"/>
                </a:cubicBezTo>
                <a:close/>
                <a:moveTo>
                  <a:pt x="41" y="68"/>
                </a:moveTo>
                <a:cubicBezTo>
                  <a:pt x="38" y="68"/>
                  <a:pt x="35" y="65"/>
                  <a:pt x="35" y="62"/>
                </a:cubicBezTo>
                <a:cubicBezTo>
                  <a:pt x="35" y="62"/>
                  <a:pt x="35" y="61"/>
                  <a:pt x="34" y="61"/>
                </a:cubicBezTo>
                <a:cubicBezTo>
                  <a:pt x="34" y="61"/>
                  <a:pt x="34" y="62"/>
                  <a:pt x="34" y="62"/>
                </a:cubicBezTo>
                <a:cubicBezTo>
                  <a:pt x="34" y="66"/>
                  <a:pt x="37" y="69"/>
                  <a:pt x="41" y="69"/>
                </a:cubicBezTo>
                <a:cubicBezTo>
                  <a:pt x="41" y="69"/>
                  <a:pt x="42" y="69"/>
                  <a:pt x="42" y="68"/>
                </a:cubicBezTo>
                <a:cubicBezTo>
                  <a:pt x="42" y="68"/>
                  <a:pt x="41" y="68"/>
                  <a:pt x="41" y="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12"/>
          <p:cNvSpPr/>
          <p:nvPr/>
        </p:nvSpPr>
        <p:spPr>
          <a:xfrm>
            <a:off x="1979613" y="1981200"/>
            <a:ext cx="195262" cy="231775"/>
          </a:xfrm>
          <a:custGeom>
            <a:rect b="b" l="l" r="r" t="t"/>
            <a:pathLst>
              <a:path extrusionOk="0" h="67" w="57">
                <a:moveTo>
                  <a:pt x="52" y="38"/>
                </a:moveTo>
                <a:cubicBezTo>
                  <a:pt x="51" y="41"/>
                  <a:pt x="49" y="42"/>
                  <a:pt x="47" y="44"/>
                </a:cubicBezTo>
                <a:cubicBezTo>
                  <a:pt x="39" y="47"/>
                  <a:pt x="30" y="48"/>
                  <a:pt x="22" y="47"/>
                </a:cubicBezTo>
                <a:cubicBezTo>
                  <a:pt x="17" y="47"/>
                  <a:pt x="11" y="45"/>
                  <a:pt x="6" y="42"/>
                </a:cubicBezTo>
                <a:cubicBezTo>
                  <a:pt x="4" y="40"/>
                  <a:pt x="4" y="37"/>
                  <a:pt x="4" y="35"/>
                </a:cubicBezTo>
                <a:cubicBezTo>
                  <a:pt x="2" y="26"/>
                  <a:pt x="1" y="18"/>
                  <a:pt x="0" y="10"/>
                </a:cubicBezTo>
                <a:cubicBezTo>
                  <a:pt x="0" y="6"/>
                  <a:pt x="4" y="5"/>
                  <a:pt x="7" y="4"/>
                </a:cubicBezTo>
                <a:cubicBezTo>
                  <a:pt x="11" y="2"/>
                  <a:pt x="16" y="1"/>
                  <a:pt x="20" y="1"/>
                </a:cubicBezTo>
                <a:cubicBezTo>
                  <a:pt x="29" y="0"/>
                  <a:pt x="38" y="0"/>
                  <a:pt x="47" y="3"/>
                </a:cubicBezTo>
                <a:cubicBezTo>
                  <a:pt x="50" y="4"/>
                  <a:pt x="54" y="5"/>
                  <a:pt x="56" y="8"/>
                </a:cubicBezTo>
                <a:cubicBezTo>
                  <a:pt x="57" y="9"/>
                  <a:pt x="56" y="11"/>
                  <a:pt x="56" y="12"/>
                </a:cubicBezTo>
                <a:cubicBezTo>
                  <a:pt x="55" y="21"/>
                  <a:pt x="53" y="30"/>
                  <a:pt x="52" y="38"/>
                </a:cubicBezTo>
                <a:close/>
                <a:moveTo>
                  <a:pt x="44" y="62"/>
                </a:moveTo>
                <a:cubicBezTo>
                  <a:pt x="37" y="66"/>
                  <a:pt x="28" y="67"/>
                  <a:pt x="20" y="65"/>
                </a:cubicBezTo>
                <a:cubicBezTo>
                  <a:pt x="16" y="65"/>
                  <a:pt x="11" y="63"/>
                  <a:pt x="9" y="59"/>
                </a:cubicBezTo>
                <a:cubicBezTo>
                  <a:pt x="8" y="55"/>
                  <a:pt x="7" y="51"/>
                  <a:pt x="7" y="48"/>
                </a:cubicBezTo>
                <a:cubicBezTo>
                  <a:pt x="7" y="47"/>
                  <a:pt x="7" y="47"/>
                  <a:pt x="7" y="47"/>
                </a:cubicBezTo>
                <a:cubicBezTo>
                  <a:pt x="8" y="47"/>
                  <a:pt x="8" y="47"/>
                  <a:pt x="8" y="47"/>
                </a:cubicBezTo>
                <a:cubicBezTo>
                  <a:pt x="20" y="54"/>
                  <a:pt x="36" y="54"/>
                  <a:pt x="48" y="47"/>
                </a:cubicBezTo>
                <a:cubicBezTo>
                  <a:pt x="50" y="47"/>
                  <a:pt x="49" y="49"/>
                  <a:pt x="49" y="51"/>
                </a:cubicBezTo>
                <a:cubicBezTo>
                  <a:pt x="48" y="55"/>
                  <a:pt x="48" y="60"/>
                  <a:pt x="44" y="62"/>
                </a:cubicBezTo>
                <a:close/>
                <a:moveTo>
                  <a:pt x="39" y="6"/>
                </a:moveTo>
                <a:cubicBezTo>
                  <a:pt x="32" y="5"/>
                  <a:pt x="24" y="5"/>
                  <a:pt x="16" y="6"/>
                </a:cubicBezTo>
                <a:cubicBezTo>
                  <a:pt x="14" y="7"/>
                  <a:pt x="11" y="7"/>
                  <a:pt x="10" y="9"/>
                </a:cubicBezTo>
                <a:cubicBezTo>
                  <a:pt x="12" y="12"/>
                  <a:pt x="16" y="12"/>
                  <a:pt x="19" y="12"/>
                </a:cubicBezTo>
                <a:cubicBezTo>
                  <a:pt x="25" y="13"/>
                  <a:pt x="31" y="13"/>
                  <a:pt x="37" y="12"/>
                </a:cubicBezTo>
                <a:cubicBezTo>
                  <a:pt x="40" y="12"/>
                  <a:pt x="44" y="12"/>
                  <a:pt x="47" y="9"/>
                </a:cubicBezTo>
                <a:cubicBezTo>
                  <a:pt x="45" y="7"/>
                  <a:pt x="42" y="6"/>
                  <a:pt x="39" y="6"/>
                </a:cubicBezTo>
                <a:close/>
                <a:moveTo>
                  <a:pt x="24" y="24"/>
                </a:moveTo>
                <a:cubicBezTo>
                  <a:pt x="21" y="25"/>
                  <a:pt x="19" y="29"/>
                  <a:pt x="19" y="33"/>
                </a:cubicBezTo>
                <a:cubicBezTo>
                  <a:pt x="19" y="38"/>
                  <a:pt x="24" y="42"/>
                  <a:pt x="29" y="41"/>
                </a:cubicBezTo>
                <a:cubicBezTo>
                  <a:pt x="34" y="41"/>
                  <a:pt x="38" y="36"/>
                  <a:pt x="37" y="31"/>
                </a:cubicBezTo>
                <a:cubicBezTo>
                  <a:pt x="36" y="25"/>
                  <a:pt x="30" y="21"/>
                  <a:pt x="24" y="24"/>
                </a:cubicBezTo>
                <a:close/>
                <a:moveTo>
                  <a:pt x="26" y="36"/>
                </a:moveTo>
                <a:cubicBezTo>
                  <a:pt x="23" y="35"/>
                  <a:pt x="23" y="30"/>
                  <a:pt x="26" y="28"/>
                </a:cubicBezTo>
                <a:cubicBezTo>
                  <a:pt x="29" y="27"/>
                  <a:pt x="32" y="29"/>
                  <a:pt x="32" y="32"/>
                </a:cubicBezTo>
                <a:cubicBezTo>
                  <a:pt x="33" y="35"/>
                  <a:pt x="29" y="38"/>
                  <a:pt x="26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2"/>
          <p:cNvSpPr/>
          <p:nvPr/>
        </p:nvSpPr>
        <p:spPr>
          <a:xfrm>
            <a:off x="2474913" y="1989138"/>
            <a:ext cx="127000" cy="230187"/>
          </a:xfrm>
          <a:custGeom>
            <a:rect b="b" l="l" r="r" t="t"/>
            <a:pathLst>
              <a:path extrusionOk="0" h="67" w="37">
                <a:moveTo>
                  <a:pt x="36" y="20"/>
                </a:moveTo>
                <a:cubicBezTo>
                  <a:pt x="15" y="66"/>
                  <a:pt x="15" y="66"/>
                  <a:pt x="15" y="66"/>
                </a:cubicBezTo>
                <a:cubicBezTo>
                  <a:pt x="14" y="67"/>
                  <a:pt x="14" y="67"/>
                  <a:pt x="13" y="67"/>
                </a:cubicBezTo>
                <a:cubicBezTo>
                  <a:pt x="13" y="67"/>
                  <a:pt x="13" y="67"/>
                  <a:pt x="12" y="67"/>
                </a:cubicBezTo>
                <a:cubicBezTo>
                  <a:pt x="11" y="67"/>
                  <a:pt x="11" y="66"/>
                  <a:pt x="11" y="65"/>
                </a:cubicBezTo>
                <a:cubicBezTo>
                  <a:pt x="19" y="33"/>
                  <a:pt x="19" y="33"/>
                  <a:pt x="19" y="33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37"/>
                  <a:pt x="2" y="37"/>
                  <a:pt x="2" y="37"/>
                </a:cubicBezTo>
                <a:cubicBezTo>
                  <a:pt x="2" y="37"/>
                  <a:pt x="1" y="37"/>
                  <a:pt x="1" y="36"/>
                </a:cubicBezTo>
                <a:cubicBezTo>
                  <a:pt x="1" y="36"/>
                  <a:pt x="0" y="35"/>
                  <a:pt x="1" y="35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2"/>
                  <a:pt x="25" y="3"/>
                  <a:pt x="25" y="3"/>
                </a:cubicBezTo>
                <a:cubicBezTo>
                  <a:pt x="18" y="21"/>
                  <a:pt x="18" y="21"/>
                  <a:pt x="18" y="21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17"/>
                  <a:pt x="34" y="17"/>
                  <a:pt x="35" y="17"/>
                </a:cubicBezTo>
                <a:cubicBezTo>
                  <a:pt x="35" y="17"/>
                  <a:pt x="36" y="18"/>
                  <a:pt x="36" y="18"/>
                </a:cubicBezTo>
                <a:cubicBezTo>
                  <a:pt x="36" y="19"/>
                  <a:pt x="37" y="19"/>
                  <a:pt x="36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2"/>
          <p:cNvSpPr/>
          <p:nvPr/>
        </p:nvSpPr>
        <p:spPr>
          <a:xfrm>
            <a:off x="2968625" y="1989138"/>
            <a:ext cx="179388" cy="209550"/>
          </a:xfrm>
          <a:custGeom>
            <a:rect b="b" l="l" r="r" t="t"/>
            <a:pathLst>
              <a:path extrusionOk="0" h="61" w="52">
                <a:moveTo>
                  <a:pt x="49" y="1"/>
                </a:moveTo>
                <a:cubicBezTo>
                  <a:pt x="51" y="1"/>
                  <a:pt x="52" y="3"/>
                  <a:pt x="52" y="5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9"/>
                  <a:pt x="51" y="60"/>
                  <a:pt x="49" y="61"/>
                </a:cubicBezTo>
                <a:cubicBezTo>
                  <a:pt x="48" y="61"/>
                  <a:pt x="48" y="61"/>
                  <a:pt x="47" y="61"/>
                </a:cubicBezTo>
                <a:cubicBezTo>
                  <a:pt x="46" y="61"/>
                  <a:pt x="45" y="61"/>
                  <a:pt x="44" y="60"/>
                </a:cubicBezTo>
                <a:cubicBezTo>
                  <a:pt x="26" y="43"/>
                  <a:pt x="26" y="43"/>
                  <a:pt x="26" y="43"/>
                </a:cubicBezTo>
                <a:cubicBezTo>
                  <a:pt x="8" y="60"/>
                  <a:pt x="8" y="60"/>
                  <a:pt x="8" y="60"/>
                </a:cubicBezTo>
                <a:cubicBezTo>
                  <a:pt x="8" y="61"/>
                  <a:pt x="6" y="61"/>
                  <a:pt x="5" y="61"/>
                </a:cubicBezTo>
                <a:cubicBezTo>
                  <a:pt x="5" y="61"/>
                  <a:pt x="4" y="61"/>
                  <a:pt x="3" y="61"/>
                </a:cubicBezTo>
                <a:cubicBezTo>
                  <a:pt x="2" y="60"/>
                  <a:pt x="0" y="59"/>
                  <a:pt x="0" y="57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1"/>
                  <a:pt x="3" y="1"/>
                </a:cubicBezTo>
                <a:cubicBezTo>
                  <a:pt x="4" y="1"/>
                  <a:pt x="5" y="0"/>
                  <a:pt x="5" y="0"/>
                </a:cubicBezTo>
                <a:cubicBezTo>
                  <a:pt x="6" y="0"/>
                  <a:pt x="46" y="0"/>
                  <a:pt x="47" y="0"/>
                </a:cubicBezTo>
                <a:cubicBezTo>
                  <a:pt x="48" y="0"/>
                  <a:pt x="48" y="1"/>
                  <a:pt x="49" y="1"/>
                </a:cubicBezTo>
                <a:close/>
                <a:moveTo>
                  <a:pt x="6" y="6"/>
                </a:moveTo>
                <a:cubicBezTo>
                  <a:pt x="6" y="55"/>
                  <a:pt x="6" y="55"/>
                  <a:pt x="6" y="55"/>
                </a:cubicBezTo>
                <a:cubicBezTo>
                  <a:pt x="23" y="39"/>
                  <a:pt x="23" y="39"/>
                  <a:pt x="23" y="39"/>
                </a:cubicBezTo>
                <a:cubicBezTo>
                  <a:pt x="26" y="36"/>
                  <a:pt x="26" y="36"/>
                  <a:pt x="26" y="36"/>
                </a:cubicBezTo>
                <a:cubicBezTo>
                  <a:pt x="30" y="39"/>
                  <a:pt x="30" y="39"/>
                  <a:pt x="30" y="39"/>
                </a:cubicBezTo>
                <a:cubicBezTo>
                  <a:pt x="47" y="55"/>
                  <a:pt x="47" y="55"/>
                  <a:pt x="47" y="55"/>
                </a:cubicBezTo>
                <a:cubicBezTo>
                  <a:pt x="47" y="6"/>
                  <a:pt x="47" y="6"/>
                  <a:pt x="47" y="6"/>
                </a:cubicBezTo>
                <a:lnTo>
                  <a:pt x="6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12"/>
          <p:cNvSpPr/>
          <p:nvPr/>
        </p:nvSpPr>
        <p:spPr>
          <a:xfrm>
            <a:off x="3463925" y="1971675"/>
            <a:ext cx="192088" cy="247650"/>
          </a:xfrm>
          <a:custGeom>
            <a:rect b="b" l="l" r="r" t="t"/>
            <a:pathLst>
              <a:path extrusionOk="0" h="72" w="56">
                <a:moveTo>
                  <a:pt x="56" y="3"/>
                </a:moveTo>
                <a:cubicBezTo>
                  <a:pt x="56" y="70"/>
                  <a:pt x="56" y="70"/>
                  <a:pt x="56" y="70"/>
                </a:cubicBezTo>
                <a:cubicBezTo>
                  <a:pt x="56" y="71"/>
                  <a:pt x="55" y="72"/>
                  <a:pt x="54" y="72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2"/>
                  <a:pt x="0" y="71"/>
                  <a:pt x="0" y="70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2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5" y="0"/>
                  <a:pt x="56" y="1"/>
                  <a:pt x="56" y="3"/>
                </a:cubicBezTo>
                <a:close/>
                <a:moveTo>
                  <a:pt x="15" y="12"/>
                </a:moveTo>
                <a:cubicBezTo>
                  <a:pt x="15" y="11"/>
                  <a:pt x="15" y="11"/>
                  <a:pt x="14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0" y="11"/>
                  <a:pt x="10" y="12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5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5" y="16"/>
                  <a:pt x="15" y="15"/>
                  <a:pt x="15" y="14"/>
                </a:cubicBezTo>
                <a:lnTo>
                  <a:pt x="15" y="12"/>
                </a:lnTo>
                <a:close/>
                <a:moveTo>
                  <a:pt x="15" y="22"/>
                </a:moveTo>
                <a:cubicBezTo>
                  <a:pt x="15" y="21"/>
                  <a:pt x="15" y="21"/>
                  <a:pt x="14" y="21"/>
                </a:cubicBez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0" y="21"/>
                  <a:pt x="10" y="22"/>
                </a:cubicBezTo>
                <a:cubicBezTo>
                  <a:pt x="10" y="25"/>
                  <a:pt x="10" y="25"/>
                  <a:pt x="10" y="25"/>
                </a:cubicBezTo>
                <a:cubicBezTo>
                  <a:pt x="10" y="25"/>
                  <a:pt x="11" y="26"/>
                  <a:pt x="11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5" y="25"/>
                  <a:pt x="15" y="25"/>
                </a:cubicBezTo>
                <a:lnTo>
                  <a:pt x="15" y="22"/>
                </a:lnTo>
                <a:close/>
                <a:moveTo>
                  <a:pt x="15" y="32"/>
                </a:moveTo>
                <a:cubicBezTo>
                  <a:pt x="15" y="32"/>
                  <a:pt x="15" y="31"/>
                  <a:pt x="14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1" y="31"/>
                  <a:pt x="10" y="32"/>
                  <a:pt x="10" y="32"/>
                </a:cubicBezTo>
                <a:cubicBezTo>
                  <a:pt x="10" y="35"/>
                  <a:pt x="10" y="35"/>
                  <a:pt x="10" y="35"/>
                </a:cubicBezTo>
                <a:cubicBezTo>
                  <a:pt x="10" y="36"/>
                  <a:pt x="11" y="36"/>
                  <a:pt x="11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5" y="36"/>
                  <a:pt x="15" y="36"/>
                  <a:pt x="15" y="35"/>
                </a:cubicBezTo>
                <a:lnTo>
                  <a:pt x="15" y="32"/>
                </a:lnTo>
                <a:close/>
                <a:moveTo>
                  <a:pt x="15" y="43"/>
                </a:moveTo>
                <a:cubicBezTo>
                  <a:pt x="15" y="42"/>
                  <a:pt x="15" y="41"/>
                  <a:pt x="14" y="41"/>
                </a:cubicBezTo>
                <a:cubicBezTo>
                  <a:pt x="11" y="41"/>
                  <a:pt x="11" y="41"/>
                  <a:pt x="11" y="41"/>
                </a:cubicBezTo>
                <a:cubicBezTo>
                  <a:pt x="11" y="41"/>
                  <a:pt x="10" y="42"/>
                  <a:pt x="10" y="43"/>
                </a:cubicBezTo>
                <a:cubicBezTo>
                  <a:pt x="10" y="45"/>
                  <a:pt x="10" y="45"/>
                  <a:pt x="10" y="45"/>
                </a:cubicBezTo>
                <a:cubicBezTo>
                  <a:pt x="10" y="46"/>
                  <a:pt x="11" y="47"/>
                  <a:pt x="11" y="47"/>
                </a:cubicBezTo>
                <a:cubicBezTo>
                  <a:pt x="14" y="47"/>
                  <a:pt x="14" y="47"/>
                  <a:pt x="14" y="47"/>
                </a:cubicBezTo>
                <a:cubicBezTo>
                  <a:pt x="15" y="47"/>
                  <a:pt x="15" y="46"/>
                  <a:pt x="15" y="45"/>
                </a:cubicBezTo>
                <a:lnTo>
                  <a:pt x="15" y="43"/>
                </a:lnTo>
                <a:close/>
                <a:moveTo>
                  <a:pt x="15" y="53"/>
                </a:moveTo>
                <a:cubicBezTo>
                  <a:pt x="15" y="52"/>
                  <a:pt x="15" y="52"/>
                  <a:pt x="14" y="52"/>
                </a:cubicBezTo>
                <a:cubicBezTo>
                  <a:pt x="11" y="52"/>
                  <a:pt x="11" y="52"/>
                  <a:pt x="11" y="52"/>
                </a:cubicBezTo>
                <a:cubicBezTo>
                  <a:pt x="11" y="52"/>
                  <a:pt x="10" y="52"/>
                  <a:pt x="10" y="53"/>
                </a:cubicBezTo>
                <a:cubicBezTo>
                  <a:pt x="10" y="56"/>
                  <a:pt x="10" y="56"/>
                  <a:pt x="10" y="56"/>
                </a:cubicBezTo>
                <a:cubicBezTo>
                  <a:pt x="10" y="56"/>
                  <a:pt x="11" y="57"/>
                  <a:pt x="11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15" y="57"/>
                  <a:pt x="15" y="56"/>
                  <a:pt x="15" y="56"/>
                </a:cubicBezTo>
                <a:lnTo>
                  <a:pt x="15" y="53"/>
                </a:lnTo>
                <a:close/>
                <a:moveTo>
                  <a:pt x="20" y="14"/>
                </a:moveTo>
                <a:cubicBezTo>
                  <a:pt x="20" y="15"/>
                  <a:pt x="21" y="16"/>
                  <a:pt x="22" y="16"/>
                </a:cubicBezTo>
                <a:cubicBezTo>
                  <a:pt x="24" y="16"/>
                  <a:pt x="24" y="16"/>
                  <a:pt x="24" y="16"/>
                </a:cubicBezTo>
                <a:cubicBezTo>
                  <a:pt x="25" y="16"/>
                  <a:pt x="25" y="15"/>
                  <a:pt x="25" y="14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5" y="11"/>
                  <a:pt x="24" y="11"/>
                </a:cubicBezTo>
                <a:cubicBezTo>
                  <a:pt x="22" y="11"/>
                  <a:pt x="22" y="11"/>
                  <a:pt x="22" y="11"/>
                </a:cubicBezTo>
                <a:cubicBezTo>
                  <a:pt x="21" y="11"/>
                  <a:pt x="20" y="11"/>
                  <a:pt x="20" y="12"/>
                </a:cubicBezTo>
                <a:lnTo>
                  <a:pt x="20" y="14"/>
                </a:lnTo>
                <a:close/>
                <a:moveTo>
                  <a:pt x="20" y="25"/>
                </a:moveTo>
                <a:cubicBezTo>
                  <a:pt x="20" y="25"/>
                  <a:pt x="21" y="26"/>
                  <a:pt x="22" y="26"/>
                </a:cubicBezTo>
                <a:cubicBezTo>
                  <a:pt x="24" y="26"/>
                  <a:pt x="24" y="26"/>
                  <a:pt x="24" y="26"/>
                </a:cubicBezTo>
                <a:cubicBezTo>
                  <a:pt x="25" y="26"/>
                  <a:pt x="25" y="25"/>
                  <a:pt x="25" y="25"/>
                </a:cubicBezTo>
                <a:cubicBezTo>
                  <a:pt x="25" y="22"/>
                  <a:pt x="25" y="22"/>
                  <a:pt x="25" y="22"/>
                </a:cubicBezTo>
                <a:cubicBezTo>
                  <a:pt x="25" y="21"/>
                  <a:pt x="25" y="21"/>
                  <a:pt x="24" y="21"/>
                </a:cubicBezTo>
                <a:cubicBezTo>
                  <a:pt x="22" y="21"/>
                  <a:pt x="22" y="21"/>
                  <a:pt x="22" y="21"/>
                </a:cubicBezTo>
                <a:cubicBezTo>
                  <a:pt x="21" y="21"/>
                  <a:pt x="20" y="21"/>
                  <a:pt x="20" y="22"/>
                </a:cubicBezTo>
                <a:lnTo>
                  <a:pt x="20" y="25"/>
                </a:lnTo>
                <a:close/>
                <a:moveTo>
                  <a:pt x="20" y="35"/>
                </a:moveTo>
                <a:cubicBezTo>
                  <a:pt x="20" y="36"/>
                  <a:pt x="21" y="36"/>
                  <a:pt x="22" y="36"/>
                </a:cubicBezTo>
                <a:cubicBezTo>
                  <a:pt x="24" y="36"/>
                  <a:pt x="24" y="36"/>
                  <a:pt x="24" y="36"/>
                </a:cubicBezTo>
                <a:cubicBezTo>
                  <a:pt x="25" y="36"/>
                  <a:pt x="25" y="36"/>
                  <a:pt x="25" y="35"/>
                </a:cubicBezTo>
                <a:cubicBezTo>
                  <a:pt x="25" y="32"/>
                  <a:pt x="25" y="32"/>
                  <a:pt x="25" y="32"/>
                </a:cubicBezTo>
                <a:cubicBezTo>
                  <a:pt x="25" y="32"/>
                  <a:pt x="25" y="31"/>
                  <a:pt x="24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1" y="31"/>
                  <a:pt x="20" y="32"/>
                  <a:pt x="20" y="32"/>
                </a:cubicBezTo>
                <a:lnTo>
                  <a:pt x="20" y="35"/>
                </a:lnTo>
                <a:close/>
                <a:moveTo>
                  <a:pt x="20" y="45"/>
                </a:moveTo>
                <a:cubicBezTo>
                  <a:pt x="20" y="46"/>
                  <a:pt x="21" y="47"/>
                  <a:pt x="22" y="47"/>
                </a:cubicBezTo>
                <a:cubicBezTo>
                  <a:pt x="24" y="47"/>
                  <a:pt x="24" y="47"/>
                  <a:pt x="24" y="47"/>
                </a:cubicBezTo>
                <a:cubicBezTo>
                  <a:pt x="25" y="47"/>
                  <a:pt x="25" y="46"/>
                  <a:pt x="25" y="45"/>
                </a:cubicBezTo>
                <a:cubicBezTo>
                  <a:pt x="25" y="43"/>
                  <a:pt x="25" y="43"/>
                  <a:pt x="25" y="43"/>
                </a:cubicBezTo>
                <a:cubicBezTo>
                  <a:pt x="25" y="42"/>
                  <a:pt x="25" y="41"/>
                  <a:pt x="24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1" y="41"/>
                  <a:pt x="20" y="42"/>
                  <a:pt x="20" y="43"/>
                </a:cubicBezTo>
                <a:lnTo>
                  <a:pt x="20" y="45"/>
                </a:lnTo>
                <a:close/>
                <a:moveTo>
                  <a:pt x="36" y="58"/>
                </a:moveTo>
                <a:cubicBezTo>
                  <a:pt x="36" y="57"/>
                  <a:pt x="35" y="57"/>
                  <a:pt x="34" y="57"/>
                </a:cubicBezTo>
                <a:cubicBezTo>
                  <a:pt x="22" y="57"/>
                  <a:pt x="22" y="57"/>
                  <a:pt x="22" y="57"/>
                </a:cubicBezTo>
                <a:cubicBezTo>
                  <a:pt x="21" y="57"/>
                  <a:pt x="20" y="57"/>
                  <a:pt x="20" y="58"/>
                </a:cubicBezTo>
                <a:cubicBezTo>
                  <a:pt x="20" y="66"/>
                  <a:pt x="20" y="66"/>
                  <a:pt x="20" y="66"/>
                </a:cubicBezTo>
                <a:cubicBezTo>
                  <a:pt x="20" y="67"/>
                  <a:pt x="21" y="67"/>
                  <a:pt x="22" y="67"/>
                </a:cubicBezTo>
                <a:cubicBezTo>
                  <a:pt x="34" y="67"/>
                  <a:pt x="34" y="67"/>
                  <a:pt x="34" y="67"/>
                </a:cubicBezTo>
                <a:cubicBezTo>
                  <a:pt x="35" y="67"/>
                  <a:pt x="36" y="67"/>
                  <a:pt x="36" y="66"/>
                </a:cubicBezTo>
                <a:lnTo>
                  <a:pt x="36" y="58"/>
                </a:lnTo>
                <a:close/>
                <a:moveTo>
                  <a:pt x="36" y="12"/>
                </a:moveTo>
                <a:cubicBezTo>
                  <a:pt x="36" y="11"/>
                  <a:pt x="35" y="11"/>
                  <a:pt x="34" y="11"/>
                </a:cubicBezTo>
                <a:cubicBezTo>
                  <a:pt x="32" y="11"/>
                  <a:pt x="32" y="11"/>
                  <a:pt x="32" y="11"/>
                </a:cubicBezTo>
                <a:cubicBezTo>
                  <a:pt x="31" y="11"/>
                  <a:pt x="31" y="11"/>
                  <a:pt x="31" y="12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5"/>
                  <a:pt x="31" y="16"/>
                  <a:pt x="32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5" y="16"/>
                  <a:pt x="36" y="15"/>
                  <a:pt x="36" y="14"/>
                </a:cubicBezTo>
                <a:lnTo>
                  <a:pt x="36" y="12"/>
                </a:lnTo>
                <a:close/>
                <a:moveTo>
                  <a:pt x="36" y="22"/>
                </a:moveTo>
                <a:cubicBezTo>
                  <a:pt x="36" y="21"/>
                  <a:pt x="35" y="21"/>
                  <a:pt x="34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1" y="21"/>
                  <a:pt x="31" y="21"/>
                  <a:pt x="31" y="22"/>
                </a:cubicBezTo>
                <a:cubicBezTo>
                  <a:pt x="31" y="25"/>
                  <a:pt x="31" y="25"/>
                  <a:pt x="31" y="25"/>
                </a:cubicBezTo>
                <a:cubicBezTo>
                  <a:pt x="31" y="25"/>
                  <a:pt x="31" y="26"/>
                  <a:pt x="32" y="26"/>
                </a:cubicBezTo>
                <a:cubicBezTo>
                  <a:pt x="34" y="26"/>
                  <a:pt x="34" y="26"/>
                  <a:pt x="34" y="26"/>
                </a:cubicBezTo>
                <a:cubicBezTo>
                  <a:pt x="35" y="26"/>
                  <a:pt x="36" y="25"/>
                  <a:pt x="36" y="25"/>
                </a:cubicBezTo>
                <a:lnTo>
                  <a:pt x="36" y="22"/>
                </a:lnTo>
                <a:close/>
                <a:moveTo>
                  <a:pt x="36" y="32"/>
                </a:moveTo>
                <a:cubicBezTo>
                  <a:pt x="36" y="32"/>
                  <a:pt x="35" y="31"/>
                  <a:pt x="34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31" y="31"/>
                  <a:pt x="31" y="32"/>
                  <a:pt x="31" y="32"/>
                </a:cubicBezTo>
                <a:cubicBezTo>
                  <a:pt x="31" y="35"/>
                  <a:pt x="31" y="35"/>
                  <a:pt x="31" y="35"/>
                </a:cubicBezTo>
                <a:cubicBezTo>
                  <a:pt x="31" y="36"/>
                  <a:pt x="31" y="36"/>
                  <a:pt x="32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5" y="36"/>
                  <a:pt x="36" y="36"/>
                  <a:pt x="36" y="35"/>
                </a:cubicBezTo>
                <a:lnTo>
                  <a:pt x="36" y="32"/>
                </a:lnTo>
                <a:close/>
                <a:moveTo>
                  <a:pt x="36" y="43"/>
                </a:moveTo>
                <a:cubicBezTo>
                  <a:pt x="36" y="42"/>
                  <a:pt x="35" y="41"/>
                  <a:pt x="34" y="41"/>
                </a:cubicBezTo>
                <a:cubicBezTo>
                  <a:pt x="32" y="41"/>
                  <a:pt x="32" y="41"/>
                  <a:pt x="32" y="41"/>
                </a:cubicBezTo>
                <a:cubicBezTo>
                  <a:pt x="31" y="41"/>
                  <a:pt x="31" y="42"/>
                  <a:pt x="31" y="43"/>
                </a:cubicBezTo>
                <a:cubicBezTo>
                  <a:pt x="31" y="45"/>
                  <a:pt x="31" y="45"/>
                  <a:pt x="31" y="45"/>
                </a:cubicBezTo>
                <a:cubicBezTo>
                  <a:pt x="31" y="46"/>
                  <a:pt x="31" y="47"/>
                  <a:pt x="32" y="47"/>
                </a:cubicBezTo>
                <a:cubicBezTo>
                  <a:pt x="34" y="47"/>
                  <a:pt x="34" y="47"/>
                  <a:pt x="34" y="47"/>
                </a:cubicBezTo>
                <a:cubicBezTo>
                  <a:pt x="35" y="47"/>
                  <a:pt x="36" y="46"/>
                  <a:pt x="36" y="45"/>
                </a:cubicBezTo>
                <a:lnTo>
                  <a:pt x="36" y="43"/>
                </a:lnTo>
                <a:close/>
                <a:moveTo>
                  <a:pt x="46" y="12"/>
                </a:moveTo>
                <a:cubicBezTo>
                  <a:pt x="46" y="11"/>
                  <a:pt x="45" y="11"/>
                  <a:pt x="45" y="11"/>
                </a:cubicBezTo>
                <a:cubicBezTo>
                  <a:pt x="42" y="11"/>
                  <a:pt x="42" y="11"/>
                  <a:pt x="42" y="11"/>
                </a:cubicBezTo>
                <a:cubicBezTo>
                  <a:pt x="41" y="11"/>
                  <a:pt x="41" y="11"/>
                  <a:pt x="41" y="12"/>
                </a:cubicBezTo>
                <a:cubicBezTo>
                  <a:pt x="41" y="14"/>
                  <a:pt x="41" y="14"/>
                  <a:pt x="41" y="14"/>
                </a:cubicBezTo>
                <a:cubicBezTo>
                  <a:pt x="41" y="15"/>
                  <a:pt x="41" y="16"/>
                  <a:pt x="42" y="16"/>
                </a:cubicBezTo>
                <a:cubicBezTo>
                  <a:pt x="45" y="16"/>
                  <a:pt x="45" y="16"/>
                  <a:pt x="45" y="16"/>
                </a:cubicBezTo>
                <a:cubicBezTo>
                  <a:pt x="45" y="16"/>
                  <a:pt x="46" y="15"/>
                  <a:pt x="46" y="14"/>
                </a:cubicBezTo>
                <a:lnTo>
                  <a:pt x="46" y="12"/>
                </a:lnTo>
                <a:close/>
                <a:moveTo>
                  <a:pt x="46" y="22"/>
                </a:moveTo>
                <a:cubicBezTo>
                  <a:pt x="46" y="21"/>
                  <a:pt x="45" y="21"/>
                  <a:pt x="45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1" y="21"/>
                  <a:pt x="41" y="21"/>
                  <a:pt x="41" y="22"/>
                </a:cubicBezTo>
                <a:cubicBezTo>
                  <a:pt x="41" y="25"/>
                  <a:pt x="41" y="25"/>
                  <a:pt x="41" y="25"/>
                </a:cubicBezTo>
                <a:cubicBezTo>
                  <a:pt x="41" y="25"/>
                  <a:pt x="41" y="26"/>
                  <a:pt x="42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6" y="25"/>
                  <a:pt x="46" y="25"/>
                </a:cubicBezTo>
                <a:lnTo>
                  <a:pt x="46" y="22"/>
                </a:lnTo>
                <a:close/>
                <a:moveTo>
                  <a:pt x="46" y="32"/>
                </a:moveTo>
                <a:cubicBezTo>
                  <a:pt x="46" y="32"/>
                  <a:pt x="45" y="31"/>
                  <a:pt x="45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1" y="31"/>
                  <a:pt x="41" y="32"/>
                  <a:pt x="41" y="32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6"/>
                  <a:pt x="41" y="36"/>
                  <a:pt x="42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6"/>
                  <a:pt x="46" y="35"/>
                </a:cubicBezTo>
                <a:lnTo>
                  <a:pt x="46" y="32"/>
                </a:lnTo>
                <a:close/>
                <a:moveTo>
                  <a:pt x="46" y="43"/>
                </a:moveTo>
                <a:cubicBezTo>
                  <a:pt x="46" y="42"/>
                  <a:pt x="45" y="41"/>
                  <a:pt x="45" y="41"/>
                </a:cubicBezTo>
                <a:cubicBezTo>
                  <a:pt x="42" y="41"/>
                  <a:pt x="42" y="41"/>
                  <a:pt x="42" y="41"/>
                </a:cubicBezTo>
                <a:cubicBezTo>
                  <a:pt x="41" y="41"/>
                  <a:pt x="41" y="42"/>
                  <a:pt x="41" y="43"/>
                </a:cubicBezTo>
                <a:cubicBezTo>
                  <a:pt x="41" y="45"/>
                  <a:pt x="41" y="45"/>
                  <a:pt x="41" y="45"/>
                </a:cubicBezTo>
                <a:cubicBezTo>
                  <a:pt x="41" y="46"/>
                  <a:pt x="41" y="47"/>
                  <a:pt x="42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7"/>
                  <a:pt x="46" y="46"/>
                  <a:pt x="46" y="45"/>
                </a:cubicBezTo>
                <a:lnTo>
                  <a:pt x="46" y="43"/>
                </a:lnTo>
                <a:close/>
                <a:moveTo>
                  <a:pt x="46" y="53"/>
                </a:moveTo>
                <a:cubicBezTo>
                  <a:pt x="46" y="52"/>
                  <a:pt x="45" y="52"/>
                  <a:pt x="45" y="52"/>
                </a:cubicBezTo>
                <a:cubicBezTo>
                  <a:pt x="42" y="52"/>
                  <a:pt x="42" y="52"/>
                  <a:pt x="42" y="52"/>
                </a:cubicBezTo>
                <a:cubicBezTo>
                  <a:pt x="41" y="52"/>
                  <a:pt x="41" y="52"/>
                  <a:pt x="41" y="53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56"/>
                  <a:pt x="41" y="57"/>
                  <a:pt x="42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6" y="56"/>
                  <a:pt x="46" y="56"/>
                </a:cubicBezTo>
                <a:lnTo>
                  <a:pt x="46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2"/>
          <p:cNvSpPr/>
          <p:nvPr/>
        </p:nvSpPr>
        <p:spPr>
          <a:xfrm>
            <a:off x="3959225" y="1971675"/>
            <a:ext cx="209550" cy="247650"/>
          </a:xfrm>
          <a:custGeom>
            <a:rect b="b" l="l" r="r" t="t"/>
            <a:pathLst>
              <a:path extrusionOk="0" h="72" w="61">
                <a:moveTo>
                  <a:pt x="61" y="62"/>
                </a:moveTo>
                <a:cubicBezTo>
                  <a:pt x="56" y="62"/>
                  <a:pt x="56" y="62"/>
                  <a:pt x="56" y="62"/>
                </a:cubicBezTo>
                <a:cubicBezTo>
                  <a:pt x="56" y="67"/>
                  <a:pt x="56" y="67"/>
                  <a:pt x="56" y="67"/>
                </a:cubicBezTo>
                <a:cubicBezTo>
                  <a:pt x="56" y="70"/>
                  <a:pt x="54" y="72"/>
                  <a:pt x="51" y="72"/>
                </a:cubicBezTo>
                <a:cubicBezTo>
                  <a:pt x="48" y="72"/>
                  <a:pt x="46" y="70"/>
                  <a:pt x="46" y="67"/>
                </a:cubicBezTo>
                <a:cubicBezTo>
                  <a:pt x="46" y="62"/>
                  <a:pt x="46" y="62"/>
                  <a:pt x="46" y="62"/>
                </a:cubicBezTo>
                <a:cubicBezTo>
                  <a:pt x="15" y="62"/>
                  <a:pt x="15" y="62"/>
                  <a:pt x="15" y="62"/>
                </a:cubicBezTo>
                <a:cubicBezTo>
                  <a:pt x="15" y="67"/>
                  <a:pt x="15" y="67"/>
                  <a:pt x="15" y="67"/>
                </a:cubicBezTo>
                <a:cubicBezTo>
                  <a:pt x="15" y="70"/>
                  <a:pt x="13" y="72"/>
                  <a:pt x="10" y="72"/>
                </a:cubicBezTo>
                <a:cubicBezTo>
                  <a:pt x="7" y="72"/>
                  <a:pt x="5" y="70"/>
                  <a:pt x="5" y="67"/>
                </a:cubicBezTo>
                <a:cubicBezTo>
                  <a:pt x="5" y="62"/>
                  <a:pt x="5" y="62"/>
                  <a:pt x="5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4"/>
                  <a:pt x="0" y="32"/>
                  <a:pt x="1" y="29"/>
                </a:cubicBezTo>
                <a:cubicBezTo>
                  <a:pt x="5" y="11"/>
                  <a:pt x="5" y="11"/>
                  <a:pt x="5" y="11"/>
                </a:cubicBezTo>
                <a:cubicBezTo>
                  <a:pt x="6" y="4"/>
                  <a:pt x="17" y="0"/>
                  <a:pt x="31" y="0"/>
                </a:cubicBezTo>
                <a:cubicBezTo>
                  <a:pt x="44" y="0"/>
                  <a:pt x="56" y="4"/>
                  <a:pt x="56" y="11"/>
                </a:cubicBezTo>
                <a:cubicBezTo>
                  <a:pt x="61" y="29"/>
                  <a:pt x="61" y="29"/>
                  <a:pt x="61" y="29"/>
                </a:cubicBezTo>
                <a:cubicBezTo>
                  <a:pt x="61" y="32"/>
                  <a:pt x="61" y="34"/>
                  <a:pt x="61" y="38"/>
                </a:cubicBezTo>
                <a:lnTo>
                  <a:pt x="61" y="62"/>
                </a:lnTo>
                <a:close/>
                <a:moveTo>
                  <a:pt x="10" y="44"/>
                </a:moveTo>
                <a:cubicBezTo>
                  <a:pt x="7" y="44"/>
                  <a:pt x="5" y="46"/>
                  <a:pt x="5" y="49"/>
                </a:cubicBezTo>
                <a:cubicBezTo>
                  <a:pt x="5" y="52"/>
                  <a:pt x="7" y="54"/>
                  <a:pt x="10" y="54"/>
                </a:cubicBezTo>
                <a:cubicBezTo>
                  <a:pt x="13" y="54"/>
                  <a:pt x="15" y="52"/>
                  <a:pt x="15" y="49"/>
                </a:cubicBezTo>
                <a:cubicBezTo>
                  <a:pt x="15" y="46"/>
                  <a:pt x="13" y="44"/>
                  <a:pt x="10" y="44"/>
                </a:cubicBezTo>
                <a:close/>
                <a:moveTo>
                  <a:pt x="52" y="18"/>
                </a:moveTo>
                <a:cubicBezTo>
                  <a:pt x="51" y="17"/>
                  <a:pt x="50" y="16"/>
                  <a:pt x="49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1" y="16"/>
                  <a:pt x="10" y="17"/>
                  <a:pt x="10" y="18"/>
                </a:cubicBezTo>
                <a:cubicBezTo>
                  <a:pt x="7" y="33"/>
                  <a:pt x="7" y="33"/>
                  <a:pt x="7" y="33"/>
                </a:cubicBezTo>
                <a:cubicBezTo>
                  <a:pt x="6" y="35"/>
                  <a:pt x="8" y="36"/>
                  <a:pt x="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4" y="36"/>
                  <a:pt x="55" y="35"/>
                  <a:pt x="54" y="33"/>
                </a:cubicBezTo>
                <a:lnTo>
                  <a:pt x="52" y="18"/>
                </a:lnTo>
                <a:close/>
                <a:moveTo>
                  <a:pt x="43" y="7"/>
                </a:moveTo>
                <a:cubicBezTo>
                  <a:pt x="18" y="7"/>
                  <a:pt x="18" y="7"/>
                  <a:pt x="18" y="7"/>
                </a:cubicBezTo>
                <a:cubicBezTo>
                  <a:pt x="17" y="7"/>
                  <a:pt x="16" y="8"/>
                  <a:pt x="16" y="9"/>
                </a:cubicBezTo>
                <a:cubicBezTo>
                  <a:pt x="16" y="10"/>
                  <a:pt x="17" y="11"/>
                  <a:pt x="18" y="11"/>
                </a:cubicBezTo>
                <a:cubicBezTo>
                  <a:pt x="43" y="11"/>
                  <a:pt x="43" y="11"/>
                  <a:pt x="43" y="11"/>
                </a:cubicBezTo>
                <a:cubicBezTo>
                  <a:pt x="45" y="11"/>
                  <a:pt x="45" y="10"/>
                  <a:pt x="45" y="9"/>
                </a:cubicBezTo>
                <a:cubicBezTo>
                  <a:pt x="45" y="8"/>
                  <a:pt x="45" y="7"/>
                  <a:pt x="43" y="7"/>
                </a:cubicBezTo>
                <a:close/>
                <a:moveTo>
                  <a:pt x="51" y="44"/>
                </a:moveTo>
                <a:cubicBezTo>
                  <a:pt x="48" y="44"/>
                  <a:pt x="46" y="46"/>
                  <a:pt x="46" y="49"/>
                </a:cubicBezTo>
                <a:cubicBezTo>
                  <a:pt x="46" y="52"/>
                  <a:pt x="48" y="54"/>
                  <a:pt x="51" y="54"/>
                </a:cubicBezTo>
                <a:cubicBezTo>
                  <a:pt x="54" y="54"/>
                  <a:pt x="56" y="52"/>
                  <a:pt x="56" y="49"/>
                </a:cubicBezTo>
                <a:cubicBezTo>
                  <a:pt x="56" y="46"/>
                  <a:pt x="54" y="44"/>
                  <a:pt x="51" y="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12"/>
          <p:cNvSpPr/>
          <p:nvPr/>
        </p:nvSpPr>
        <p:spPr>
          <a:xfrm>
            <a:off x="4452938" y="1971675"/>
            <a:ext cx="230187" cy="247650"/>
          </a:xfrm>
          <a:custGeom>
            <a:rect b="b" l="l" r="r" t="t"/>
            <a:pathLst>
              <a:path extrusionOk="0" h="72" w="67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3" name="Google Shape;3143;p12"/>
          <p:cNvSpPr/>
          <p:nvPr/>
        </p:nvSpPr>
        <p:spPr>
          <a:xfrm>
            <a:off x="4948238" y="2060575"/>
            <a:ext cx="144462" cy="79375"/>
          </a:xfrm>
          <a:custGeom>
            <a:rect b="b" l="l" r="r" t="t"/>
            <a:pathLst>
              <a:path extrusionOk="0" h="23" w="42">
                <a:moveTo>
                  <a:pt x="41" y="4"/>
                </a:moveTo>
                <a:cubicBezTo>
                  <a:pt x="23" y="22"/>
                  <a:pt x="23" y="22"/>
                  <a:pt x="23" y="22"/>
                </a:cubicBezTo>
                <a:cubicBezTo>
                  <a:pt x="22" y="23"/>
                  <a:pt x="22" y="23"/>
                  <a:pt x="21" y="23"/>
                </a:cubicBezTo>
                <a:cubicBezTo>
                  <a:pt x="20" y="23"/>
                  <a:pt x="20" y="23"/>
                  <a:pt x="19" y="22"/>
                </a:cubicBezTo>
                <a:cubicBezTo>
                  <a:pt x="1" y="4"/>
                  <a:pt x="1" y="4"/>
                  <a:pt x="1" y="4"/>
                </a:cubicBezTo>
                <a:cubicBezTo>
                  <a:pt x="1" y="4"/>
                  <a:pt x="0" y="3"/>
                  <a:pt x="0" y="3"/>
                </a:cubicBezTo>
                <a:cubicBezTo>
                  <a:pt x="0" y="1"/>
                  <a:pt x="2" y="0"/>
                  <a:pt x="3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40" y="0"/>
                  <a:pt x="42" y="1"/>
                  <a:pt x="42" y="3"/>
                </a:cubicBezTo>
                <a:cubicBezTo>
                  <a:pt x="42" y="3"/>
                  <a:pt x="41" y="4"/>
                  <a:pt x="41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4" name="Google Shape;3144;p12"/>
          <p:cNvSpPr/>
          <p:nvPr/>
        </p:nvSpPr>
        <p:spPr>
          <a:xfrm>
            <a:off x="5443538" y="1989138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51" y="12"/>
                </a:moveTo>
                <a:cubicBezTo>
                  <a:pt x="51" y="11"/>
                  <a:pt x="51" y="11"/>
                  <a:pt x="50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11" y="11"/>
                  <a:pt x="10" y="11"/>
                  <a:pt x="10" y="12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51"/>
                  <a:pt x="11" y="52"/>
                  <a:pt x="11" y="52"/>
                </a:cubicBezTo>
                <a:cubicBezTo>
                  <a:pt x="50" y="52"/>
                  <a:pt x="50" y="52"/>
                  <a:pt x="50" y="52"/>
                </a:cubicBezTo>
                <a:cubicBezTo>
                  <a:pt x="51" y="52"/>
                  <a:pt x="51" y="51"/>
                  <a:pt x="51" y="51"/>
                </a:cubicBezTo>
                <a:lnTo>
                  <a:pt x="51" y="12"/>
                </a:lnTo>
                <a:close/>
                <a:moveTo>
                  <a:pt x="41" y="44"/>
                </a:moveTo>
                <a:cubicBezTo>
                  <a:pt x="41" y="46"/>
                  <a:pt x="40" y="47"/>
                  <a:pt x="38" y="47"/>
                </a:cubicBezTo>
                <a:cubicBezTo>
                  <a:pt x="38" y="47"/>
                  <a:pt x="37" y="47"/>
                  <a:pt x="37" y="46"/>
                </a:cubicBezTo>
                <a:cubicBezTo>
                  <a:pt x="19" y="33"/>
                  <a:pt x="19" y="33"/>
                  <a:pt x="19" y="33"/>
                </a:cubicBezTo>
                <a:cubicBezTo>
                  <a:pt x="18" y="33"/>
                  <a:pt x="18" y="32"/>
                  <a:pt x="18" y="31"/>
                </a:cubicBezTo>
                <a:cubicBezTo>
                  <a:pt x="18" y="30"/>
                  <a:pt x="18" y="30"/>
                  <a:pt x="19" y="29"/>
                </a:cubicBezTo>
                <a:cubicBezTo>
                  <a:pt x="37" y="16"/>
                  <a:pt x="37" y="16"/>
                  <a:pt x="37" y="16"/>
                </a:cubicBezTo>
                <a:cubicBezTo>
                  <a:pt x="37" y="16"/>
                  <a:pt x="38" y="16"/>
                  <a:pt x="38" y="16"/>
                </a:cubicBezTo>
                <a:cubicBezTo>
                  <a:pt x="40" y="16"/>
                  <a:pt x="41" y="17"/>
                  <a:pt x="41" y="18"/>
                </a:cubicBezTo>
                <a:lnTo>
                  <a:pt x="41" y="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12"/>
          <p:cNvSpPr/>
          <p:nvPr/>
        </p:nvSpPr>
        <p:spPr>
          <a:xfrm>
            <a:off x="5937250" y="1989138"/>
            <a:ext cx="282575" cy="212725"/>
          </a:xfrm>
          <a:custGeom>
            <a:rect b="b" l="l" r="r" t="t"/>
            <a:pathLst>
              <a:path extrusionOk="0" h="62" w="82">
                <a:moveTo>
                  <a:pt x="82" y="62"/>
                </a:moveTo>
                <a:cubicBezTo>
                  <a:pt x="0" y="62"/>
                  <a:pt x="0" y="62"/>
                  <a:pt x="0" y="62"/>
                </a:cubicBezTo>
                <a:cubicBezTo>
                  <a:pt x="0" y="0"/>
                  <a:pt x="0" y="0"/>
                  <a:pt x="0" y="0"/>
                </a:cubicBezTo>
                <a:cubicBezTo>
                  <a:pt x="82" y="0"/>
                  <a:pt x="82" y="0"/>
                  <a:pt x="82" y="0"/>
                </a:cubicBezTo>
                <a:lnTo>
                  <a:pt x="82" y="62"/>
                </a:lnTo>
                <a:close/>
                <a:moveTo>
                  <a:pt x="71" y="12"/>
                </a:moveTo>
                <a:cubicBezTo>
                  <a:pt x="71" y="12"/>
                  <a:pt x="70" y="11"/>
                  <a:pt x="69" y="11"/>
                </a:cubicBezTo>
                <a:cubicBezTo>
                  <a:pt x="67" y="9"/>
                  <a:pt x="55" y="8"/>
                  <a:pt x="41" y="8"/>
                </a:cubicBezTo>
                <a:cubicBezTo>
                  <a:pt x="28" y="8"/>
                  <a:pt x="15" y="9"/>
                  <a:pt x="13" y="11"/>
                </a:cubicBezTo>
                <a:cubicBezTo>
                  <a:pt x="12" y="11"/>
                  <a:pt x="11" y="12"/>
                  <a:pt x="11" y="12"/>
                </a:cubicBezTo>
                <a:cubicBezTo>
                  <a:pt x="8" y="16"/>
                  <a:pt x="8" y="20"/>
                  <a:pt x="8" y="31"/>
                </a:cubicBezTo>
                <a:cubicBezTo>
                  <a:pt x="8" y="42"/>
                  <a:pt x="8" y="46"/>
                  <a:pt x="11" y="50"/>
                </a:cubicBezTo>
                <a:cubicBezTo>
                  <a:pt x="11" y="51"/>
                  <a:pt x="12" y="51"/>
                  <a:pt x="13" y="51"/>
                </a:cubicBezTo>
                <a:cubicBezTo>
                  <a:pt x="15" y="53"/>
                  <a:pt x="28" y="54"/>
                  <a:pt x="41" y="54"/>
                </a:cubicBezTo>
                <a:cubicBezTo>
                  <a:pt x="55" y="54"/>
                  <a:pt x="67" y="53"/>
                  <a:pt x="69" y="51"/>
                </a:cubicBezTo>
                <a:cubicBezTo>
                  <a:pt x="70" y="51"/>
                  <a:pt x="71" y="51"/>
                  <a:pt x="71" y="50"/>
                </a:cubicBezTo>
                <a:cubicBezTo>
                  <a:pt x="74" y="47"/>
                  <a:pt x="74" y="42"/>
                  <a:pt x="74" y="31"/>
                </a:cubicBezTo>
                <a:cubicBezTo>
                  <a:pt x="74" y="20"/>
                  <a:pt x="74" y="16"/>
                  <a:pt x="71" y="12"/>
                </a:cubicBezTo>
                <a:close/>
                <a:moveTo>
                  <a:pt x="40" y="36"/>
                </a:moveTo>
                <a:cubicBezTo>
                  <a:pt x="39" y="44"/>
                  <a:pt x="34" y="49"/>
                  <a:pt x="27" y="49"/>
                </a:cubicBezTo>
                <a:cubicBezTo>
                  <a:pt x="18" y="49"/>
                  <a:pt x="13" y="43"/>
                  <a:pt x="13" y="32"/>
                </a:cubicBezTo>
                <a:cubicBezTo>
                  <a:pt x="13" y="21"/>
                  <a:pt x="19" y="15"/>
                  <a:pt x="26" y="15"/>
                </a:cubicBezTo>
                <a:cubicBezTo>
                  <a:pt x="34" y="15"/>
                  <a:pt x="39" y="20"/>
                  <a:pt x="39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1" y="25"/>
                  <a:pt x="29" y="23"/>
                  <a:pt x="27" y="23"/>
                </a:cubicBezTo>
                <a:cubicBezTo>
                  <a:pt x="24" y="23"/>
                  <a:pt x="22" y="26"/>
                  <a:pt x="22" y="32"/>
                </a:cubicBezTo>
                <a:cubicBezTo>
                  <a:pt x="22" y="37"/>
                  <a:pt x="23" y="41"/>
                  <a:pt x="27" y="41"/>
                </a:cubicBezTo>
                <a:cubicBezTo>
                  <a:pt x="30" y="41"/>
                  <a:pt x="31" y="39"/>
                  <a:pt x="31" y="36"/>
                </a:cubicBezTo>
                <a:lnTo>
                  <a:pt x="40" y="36"/>
                </a:lnTo>
                <a:close/>
                <a:moveTo>
                  <a:pt x="68" y="36"/>
                </a:moveTo>
                <a:cubicBezTo>
                  <a:pt x="67" y="44"/>
                  <a:pt x="63" y="49"/>
                  <a:pt x="56" y="49"/>
                </a:cubicBezTo>
                <a:cubicBezTo>
                  <a:pt x="47" y="49"/>
                  <a:pt x="42" y="43"/>
                  <a:pt x="42" y="32"/>
                </a:cubicBezTo>
                <a:cubicBezTo>
                  <a:pt x="42" y="21"/>
                  <a:pt x="47" y="15"/>
                  <a:pt x="55" y="15"/>
                </a:cubicBezTo>
                <a:cubicBezTo>
                  <a:pt x="63" y="15"/>
                  <a:pt x="67" y="20"/>
                  <a:pt x="68" y="28"/>
                </a:cubicBezTo>
                <a:cubicBezTo>
                  <a:pt x="60" y="28"/>
                  <a:pt x="60" y="28"/>
                  <a:pt x="60" y="28"/>
                </a:cubicBezTo>
                <a:cubicBezTo>
                  <a:pt x="60" y="25"/>
                  <a:pt x="58" y="23"/>
                  <a:pt x="55" y="23"/>
                </a:cubicBezTo>
                <a:cubicBezTo>
                  <a:pt x="52" y="23"/>
                  <a:pt x="50" y="26"/>
                  <a:pt x="50" y="32"/>
                </a:cubicBezTo>
                <a:cubicBezTo>
                  <a:pt x="50" y="37"/>
                  <a:pt x="51" y="41"/>
                  <a:pt x="55" y="41"/>
                </a:cubicBezTo>
                <a:cubicBezTo>
                  <a:pt x="58" y="41"/>
                  <a:pt x="60" y="39"/>
                  <a:pt x="60" y="36"/>
                </a:cubicBezTo>
                <a:lnTo>
                  <a:pt x="68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12"/>
          <p:cNvSpPr/>
          <p:nvPr/>
        </p:nvSpPr>
        <p:spPr>
          <a:xfrm>
            <a:off x="6931025" y="1974850"/>
            <a:ext cx="227013" cy="223838"/>
          </a:xfrm>
          <a:custGeom>
            <a:rect b="b" l="l" r="r" t="t"/>
            <a:pathLst>
              <a:path extrusionOk="0" h="65" w="66">
                <a:moveTo>
                  <a:pt x="62" y="56"/>
                </a:moveTo>
                <a:cubicBezTo>
                  <a:pt x="56" y="62"/>
                  <a:pt x="56" y="62"/>
                  <a:pt x="56" y="62"/>
                </a:cubicBezTo>
                <a:cubicBezTo>
                  <a:pt x="54" y="64"/>
                  <a:pt x="51" y="65"/>
                  <a:pt x="48" y="65"/>
                </a:cubicBezTo>
                <a:cubicBezTo>
                  <a:pt x="45" y="65"/>
                  <a:pt x="42" y="64"/>
                  <a:pt x="40" y="62"/>
                </a:cubicBezTo>
                <a:cubicBezTo>
                  <a:pt x="32" y="54"/>
                  <a:pt x="32" y="54"/>
                  <a:pt x="32" y="54"/>
                </a:cubicBezTo>
                <a:cubicBezTo>
                  <a:pt x="30" y="52"/>
                  <a:pt x="28" y="49"/>
                  <a:pt x="28" y="46"/>
                </a:cubicBezTo>
                <a:cubicBezTo>
                  <a:pt x="28" y="42"/>
                  <a:pt x="30" y="39"/>
                  <a:pt x="32" y="37"/>
                </a:cubicBezTo>
                <a:cubicBezTo>
                  <a:pt x="28" y="34"/>
                  <a:pt x="28" y="34"/>
                  <a:pt x="28" y="34"/>
                </a:cubicBezTo>
                <a:cubicBezTo>
                  <a:pt x="26" y="36"/>
                  <a:pt x="23" y="37"/>
                  <a:pt x="20" y="37"/>
                </a:cubicBezTo>
                <a:cubicBezTo>
                  <a:pt x="17" y="37"/>
                  <a:pt x="14" y="36"/>
                  <a:pt x="12" y="34"/>
                </a:cubicBezTo>
                <a:cubicBezTo>
                  <a:pt x="3" y="25"/>
                  <a:pt x="3" y="25"/>
                  <a:pt x="3" y="25"/>
                </a:cubicBezTo>
                <a:cubicBezTo>
                  <a:pt x="1" y="23"/>
                  <a:pt x="0" y="20"/>
                  <a:pt x="0" y="17"/>
                </a:cubicBezTo>
                <a:cubicBezTo>
                  <a:pt x="0" y="14"/>
                  <a:pt x="1" y="11"/>
                  <a:pt x="4" y="9"/>
                </a:cubicBezTo>
                <a:cubicBezTo>
                  <a:pt x="9" y="3"/>
                  <a:pt x="9" y="3"/>
                  <a:pt x="9" y="3"/>
                </a:cubicBezTo>
                <a:cubicBezTo>
                  <a:pt x="12" y="1"/>
                  <a:pt x="15" y="0"/>
                  <a:pt x="18" y="0"/>
                </a:cubicBezTo>
                <a:cubicBezTo>
                  <a:pt x="21" y="0"/>
                  <a:pt x="24" y="1"/>
                  <a:pt x="26" y="3"/>
                </a:cubicBezTo>
                <a:cubicBezTo>
                  <a:pt x="34" y="12"/>
                  <a:pt x="34" y="12"/>
                  <a:pt x="34" y="12"/>
                </a:cubicBezTo>
                <a:cubicBezTo>
                  <a:pt x="36" y="14"/>
                  <a:pt x="37" y="17"/>
                  <a:pt x="37" y="20"/>
                </a:cubicBezTo>
                <a:cubicBezTo>
                  <a:pt x="37" y="23"/>
                  <a:pt x="36" y="26"/>
                  <a:pt x="34" y="28"/>
                </a:cubicBezTo>
                <a:cubicBezTo>
                  <a:pt x="37" y="32"/>
                  <a:pt x="37" y="32"/>
                  <a:pt x="37" y="32"/>
                </a:cubicBezTo>
                <a:cubicBezTo>
                  <a:pt x="40" y="30"/>
                  <a:pt x="43" y="28"/>
                  <a:pt x="46" y="28"/>
                </a:cubicBezTo>
                <a:cubicBezTo>
                  <a:pt x="49" y="28"/>
                  <a:pt x="52" y="29"/>
                  <a:pt x="54" y="32"/>
                </a:cubicBezTo>
                <a:cubicBezTo>
                  <a:pt x="62" y="40"/>
                  <a:pt x="62" y="40"/>
                  <a:pt x="62" y="40"/>
                </a:cubicBezTo>
                <a:cubicBezTo>
                  <a:pt x="64" y="42"/>
                  <a:pt x="66" y="45"/>
                  <a:pt x="66" y="48"/>
                </a:cubicBezTo>
                <a:cubicBezTo>
                  <a:pt x="66" y="51"/>
                  <a:pt x="64" y="54"/>
                  <a:pt x="62" y="56"/>
                </a:cubicBezTo>
                <a:close/>
                <a:moveTo>
                  <a:pt x="29" y="17"/>
                </a:moveTo>
                <a:cubicBezTo>
                  <a:pt x="20" y="9"/>
                  <a:pt x="20" y="9"/>
                  <a:pt x="20" y="9"/>
                </a:cubicBezTo>
                <a:cubicBezTo>
                  <a:pt x="20" y="8"/>
                  <a:pt x="19" y="8"/>
                  <a:pt x="18" y="8"/>
                </a:cubicBezTo>
                <a:cubicBezTo>
                  <a:pt x="17" y="8"/>
                  <a:pt x="16" y="8"/>
                  <a:pt x="15" y="9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5"/>
                  <a:pt x="8" y="16"/>
                  <a:pt x="8" y="17"/>
                </a:cubicBezTo>
                <a:cubicBezTo>
                  <a:pt x="8" y="18"/>
                  <a:pt x="8" y="19"/>
                  <a:pt x="9" y="20"/>
                </a:cubicBezTo>
                <a:cubicBezTo>
                  <a:pt x="17" y="28"/>
                  <a:pt x="17" y="28"/>
                  <a:pt x="17" y="28"/>
                </a:cubicBezTo>
                <a:cubicBezTo>
                  <a:pt x="18" y="29"/>
                  <a:pt x="19" y="29"/>
                  <a:pt x="20" y="29"/>
                </a:cubicBezTo>
                <a:cubicBezTo>
                  <a:pt x="21" y="29"/>
                  <a:pt x="22" y="29"/>
                  <a:pt x="23" y="28"/>
                </a:cubicBezTo>
                <a:cubicBezTo>
                  <a:pt x="22" y="27"/>
                  <a:pt x="20" y="26"/>
                  <a:pt x="20" y="24"/>
                </a:cubicBezTo>
                <a:cubicBezTo>
                  <a:pt x="20" y="22"/>
                  <a:pt x="22" y="20"/>
                  <a:pt x="24" y="20"/>
                </a:cubicBezTo>
                <a:cubicBezTo>
                  <a:pt x="26" y="20"/>
                  <a:pt x="27" y="21"/>
                  <a:pt x="28" y="23"/>
                </a:cubicBezTo>
                <a:cubicBezTo>
                  <a:pt x="29" y="22"/>
                  <a:pt x="30" y="21"/>
                  <a:pt x="30" y="20"/>
                </a:cubicBezTo>
                <a:cubicBezTo>
                  <a:pt x="30" y="19"/>
                  <a:pt x="29" y="18"/>
                  <a:pt x="29" y="17"/>
                </a:cubicBezTo>
                <a:close/>
                <a:moveTo>
                  <a:pt x="57" y="45"/>
                </a:moveTo>
                <a:cubicBezTo>
                  <a:pt x="48" y="37"/>
                  <a:pt x="48" y="37"/>
                  <a:pt x="48" y="37"/>
                </a:cubicBezTo>
                <a:cubicBezTo>
                  <a:pt x="48" y="36"/>
                  <a:pt x="47" y="36"/>
                  <a:pt x="46" y="36"/>
                </a:cubicBezTo>
                <a:cubicBezTo>
                  <a:pt x="45" y="36"/>
                  <a:pt x="44" y="36"/>
                  <a:pt x="43" y="37"/>
                </a:cubicBezTo>
                <a:cubicBezTo>
                  <a:pt x="44" y="39"/>
                  <a:pt x="46" y="40"/>
                  <a:pt x="46" y="42"/>
                </a:cubicBezTo>
                <a:cubicBezTo>
                  <a:pt x="46" y="44"/>
                  <a:pt x="44" y="46"/>
                  <a:pt x="42" y="46"/>
                </a:cubicBezTo>
                <a:cubicBezTo>
                  <a:pt x="40" y="46"/>
                  <a:pt x="39" y="44"/>
                  <a:pt x="37" y="43"/>
                </a:cubicBezTo>
                <a:cubicBezTo>
                  <a:pt x="37" y="43"/>
                  <a:pt x="36" y="44"/>
                  <a:pt x="36" y="46"/>
                </a:cubicBezTo>
                <a:cubicBezTo>
                  <a:pt x="36" y="47"/>
                  <a:pt x="36" y="48"/>
                  <a:pt x="37" y="48"/>
                </a:cubicBezTo>
                <a:cubicBezTo>
                  <a:pt x="45" y="57"/>
                  <a:pt x="45" y="57"/>
                  <a:pt x="45" y="57"/>
                </a:cubicBezTo>
                <a:cubicBezTo>
                  <a:pt x="46" y="57"/>
                  <a:pt x="47" y="58"/>
                  <a:pt x="48" y="58"/>
                </a:cubicBezTo>
                <a:cubicBezTo>
                  <a:pt x="49" y="58"/>
                  <a:pt x="50" y="57"/>
                  <a:pt x="51" y="57"/>
                </a:cubicBezTo>
                <a:cubicBezTo>
                  <a:pt x="57" y="51"/>
                  <a:pt x="57" y="51"/>
                  <a:pt x="57" y="51"/>
                </a:cubicBezTo>
                <a:cubicBezTo>
                  <a:pt x="58" y="50"/>
                  <a:pt x="58" y="49"/>
                  <a:pt x="58" y="48"/>
                </a:cubicBezTo>
                <a:cubicBezTo>
                  <a:pt x="58" y="47"/>
                  <a:pt x="58" y="46"/>
                  <a:pt x="57" y="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7" name="Google Shape;3147;p12"/>
          <p:cNvSpPr/>
          <p:nvPr/>
        </p:nvSpPr>
        <p:spPr>
          <a:xfrm>
            <a:off x="7423150" y="1989138"/>
            <a:ext cx="212725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3" y="43"/>
                  <a:pt x="53" y="31"/>
                </a:cubicBezTo>
                <a:cubicBezTo>
                  <a:pt x="53" y="19"/>
                  <a:pt x="43" y="9"/>
                  <a:pt x="31" y="9"/>
                </a:cubicBezTo>
                <a:close/>
                <a:moveTo>
                  <a:pt x="31" y="45"/>
                </a:moveTo>
                <a:cubicBezTo>
                  <a:pt x="30" y="46"/>
                  <a:pt x="28" y="46"/>
                  <a:pt x="27" y="45"/>
                </a:cubicBezTo>
                <a:cubicBezTo>
                  <a:pt x="15" y="33"/>
                  <a:pt x="15" y="33"/>
                  <a:pt x="15" y="33"/>
                </a:cubicBezTo>
                <a:cubicBezTo>
                  <a:pt x="14" y="32"/>
                  <a:pt x="14" y="30"/>
                  <a:pt x="15" y="29"/>
                </a:cubicBezTo>
                <a:cubicBezTo>
                  <a:pt x="19" y="25"/>
                  <a:pt x="19" y="25"/>
                  <a:pt x="19" y="25"/>
                </a:cubicBezTo>
                <a:cubicBezTo>
                  <a:pt x="20" y="24"/>
                  <a:pt x="22" y="24"/>
                  <a:pt x="23" y="25"/>
                </a:cubicBezTo>
                <a:cubicBezTo>
                  <a:pt x="29" y="31"/>
                  <a:pt x="29" y="31"/>
                  <a:pt x="29" y="31"/>
                </a:cubicBezTo>
                <a:cubicBezTo>
                  <a:pt x="40" y="20"/>
                  <a:pt x="40" y="20"/>
                  <a:pt x="40" y="20"/>
                </a:cubicBezTo>
                <a:cubicBezTo>
                  <a:pt x="41" y="19"/>
                  <a:pt x="42" y="19"/>
                  <a:pt x="43" y="20"/>
                </a:cubicBezTo>
                <a:cubicBezTo>
                  <a:pt x="48" y="24"/>
                  <a:pt x="48" y="24"/>
                  <a:pt x="48" y="24"/>
                </a:cubicBezTo>
                <a:cubicBezTo>
                  <a:pt x="49" y="25"/>
                  <a:pt x="49" y="27"/>
                  <a:pt x="48" y="28"/>
                </a:cubicBezTo>
                <a:lnTo>
                  <a:pt x="31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12"/>
          <p:cNvSpPr/>
          <p:nvPr/>
        </p:nvSpPr>
        <p:spPr>
          <a:xfrm>
            <a:off x="7916863" y="1989138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40" y="47"/>
                </a:moveTo>
                <a:cubicBezTo>
                  <a:pt x="41" y="46"/>
                  <a:pt x="41" y="45"/>
                  <a:pt x="40" y="44"/>
                </a:cubicBezTo>
                <a:cubicBezTo>
                  <a:pt x="28" y="31"/>
                  <a:pt x="28" y="31"/>
                  <a:pt x="28" y="31"/>
                </a:cubicBezTo>
                <a:cubicBezTo>
                  <a:pt x="40" y="19"/>
                  <a:pt x="40" y="19"/>
                  <a:pt x="40" y="19"/>
                </a:cubicBezTo>
                <a:cubicBezTo>
                  <a:pt x="41" y="18"/>
                  <a:pt x="41" y="16"/>
                  <a:pt x="40" y="15"/>
                </a:cubicBezTo>
                <a:cubicBezTo>
                  <a:pt x="36" y="11"/>
                  <a:pt x="36" y="11"/>
                  <a:pt x="36" y="11"/>
                </a:cubicBezTo>
                <a:cubicBezTo>
                  <a:pt x="35" y="10"/>
                  <a:pt x="34" y="10"/>
                  <a:pt x="33" y="11"/>
                </a:cubicBezTo>
                <a:cubicBezTo>
                  <a:pt x="14" y="29"/>
                  <a:pt x="14" y="29"/>
                  <a:pt x="14" y="29"/>
                </a:cubicBezTo>
                <a:cubicBezTo>
                  <a:pt x="13" y="30"/>
                  <a:pt x="13" y="32"/>
                  <a:pt x="14" y="33"/>
                </a:cubicBezTo>
                <a:cubicBezTo>
                  <a:pt x="33" y="51"/>
                  <a:pt x="33" y="51"/>
                  <a:pt x="33" y="51"/>
                </a:cubicBezTo>
                <a:cubicBezTo>
                  <a:pt x="34" y="52"/>
                  <a:pt x="35" y="52"/>
                  <a:pt x="36" y="51"/>
                </a:cubicBezTo>
                <a:lnTo>
                  <a:pt x="40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9" name="Google Shape;3149;p12"/>
          <p:cNvSpPr/>
          <p:nvPr/>
        </p:nvSpPr>
        <p:spPr>
          <a:xfrm>
            <a:off x="8432800" y="1974850"/>
            <a:ext cx="147638" cy="223838"/>
          </a:xfrm>
          <a:custGeom>
            <a:rect b="b" l="l" r="r" t="t"/>
            <a:pathLst>
              <a:path extrusionOk="0" h="65" w="43">
                <a:moveTo>
                  <a:pt x="20" y="33"/>
                </a:moveTo>
                <a:cubicBezTo>
                  <a:pt x="42" y="54"/>
                  <a:pt x="42" y="54"/>
                  <a:pt x="42" y="54"/>
                </a:cubicBezTo>
                <a:cubicBezTo>
                  <a:pt x="43" y="55"/>
                  <a:pt x="43" y="57"/>
                  <a:pt x="42" y="58"/>
                </a:cubicBezTo>
                <a:cubicBezTo>
                  <a:pt x="35" y="64"/>
                  <a:pt x="35" y="64"/>
                  <a:pt x="35" y="64"/>
                </a:cubicBezTo>
                <a:cubicBezTo>
                  <a:pt x="34" y="65"/>
                  <a:pt x="32" y="65"/>
                  <a:pt x="31" y="64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4"/>
                  <a:pt x="0" y="32"/>
                  <a:pt x="1" y="31"/>
                </a:cubicBezTo>
                <a:cubicBezTo>
                  <a:pt x="31" y="1"/>
                  <a:pt x="31" y="1"/>
                  <a:pt x="31" y="1"/>
                </a:cubicBezTo>
                <a:cubicBezTo>
                  <a:pt x="32" y="0"/>
                  <a:pt x="34" y="0"/>
                  <a:pt x="35" y="1"/>
                </a:cubicBezTo>
                <a:cubicBezTo>
                  <a:pt x="42" y="8"/>
                  <a:pt x="42" y="8"/>
                  <a:pt x="42" y="8"/>
                </a:cubicBezTo>
                <a:cubicBezTo>
                  <a:pt x="43" y="9"/>
                  <a:pt x="43" y="10"/>
                  <a:pt x="42" y="11"/>
                </a:cubicBezTo>
                <a:lnTo>
                  <a:pt x="20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12"/>
          <p:cNvSpPr/>
          <p:nvPr/>
        </p:nvSpPr>
        <p:spPr>
          <a:xfrm>
            <a:off x="8839200" y="1989138"/>
            <a:ext cx="209550" cy="2127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12"/>
          <p:cNvSpPr/>
          <p:nvPr/>
        </p:nvSpPr>
        <p:spPr>
          <a:xfrm>
            <a:off x="65088" y="2357438"/>
            <a:ext cx="247650" cy="247650"/>
          </a:xfrm>
          <a:custGeom>
            <a:rect b="b" l="l" r="r" t="t"/>
            <a:pathLst>
              <a:path extrusionOk="0" h="72" w="72">
                <a:moveTo>
                  <a:pt x="72" y="68"/>
                </a:moveTo>
                <a:cubicBezTo>
                  <a:pt x="72" y="71"/>
                  <a:pt x="70" y="72"/>
                  <a:pt x="68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27" y="72"/>
                  <a:pt x="25" y="71"/>
                  <a:pt x="25" y="68"/>
                </a:cubicBezTo>
                <a:cubicBezTo>
                  <a:pt x="25" y="62"/>
                  <a:pt x="25" y="62"/>
                  <a:pt x="25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1" y="62"/>
                  <a:pt x="0" y="60"/>
                  <a:pt x="0" y="5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9" y="0"/>
                  <a:pt x="51" y="2"/>
                  <a:pt x="51" y="4"/>
                </a:cubicBezTo>
                <a:cubicBezTo>
                  <a:pt x="51" y="17"/>
                  <a:pt x="51" y="17"/>
                  <a:pt x="51" y="17"/>
                </a:cubicBezTo>
                <a:cubicBezTo>
                  <a:pt x="52" y="18"/>
                  <a:pt x="52" y="18"/>
                  <a:pt x="53" y="18"/>
                </a:cubicBezTo>
                <a:cubicBezTo>
                  <a:pt x="69" y="35"/>
                  <a:pt x="69" y="35"/>
                  <a:pt x="69" y="35"/>
                </a:cubicBezTo>
                <a:cubicBezTo>
                  <a:pt x="71" y="36"/>
                  <a:pt x="72" y="39"/>
                  <a:pt x="72" y="41"/>
                </a:cubicBezTo>
                <a:lnTo>
                  <a:pt x="72" y="68"/>
                </a:lnTo>
                <a:close/>
                <a:moveTo>
                  <a:pt x="41" y="7"/>
                </a:moveTo>
                <a:cubicBezTo>
                  <a:pt x="41" y="6"/>
                  <a:pt x="40" y="5"/>
                  <a:pt x="40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0" y="6"/>
                  <a:pt x="10" y="7"/>
                </a:cubicBezTo>
                <a:cubicBezTo>
                  <a:pt x="10" y="9"/>
                  <a:pt x="10" y="9"/>
                  <a:pt x="10" y="9"/>
                </a:cubicBezTo>
                <a:cubicBezTo>
                  <a:pt x="10" y="10"/>
                  <a:pt x="11" y="11"/>
                  <a:pt x="11" y="11"/>
                </a:cubicBezTo>
                <a:cubicBezTo>
                  <a:pt x="40" y="11"/>
                  <a:pt x="40" y="11"/>
                  <a:pt x="40" y="11"/>
                </a:cubicBezTo>
                <a:cubicBezTo>
                  <a:pt x="40" y="11"/>
                  <a:pt x="41" y="10"/>
                  <a:pt x="41" y="9"/>
                </a:cubicBezTo>
                <a:lnTo>
                  <a:pt x="41" y="7"/>
                </a:lnTo>
                <a:close/>
                <a:moveTo>
                  <a:pt x="67" y="67"/>
                </a:moveTo>
                <a:cubicBezTo>
                  <a:pt x="67" y="41"/>
                  <a:pt x="67" y="41"/>
                  <a:pt x="67" y="41"/>
                </a:cubicBezTo>
                <a:cubicBezTo>
                  <a:pt x="50" y="41"/>
                  <a:pt x="50" y="41"/>
                  <a:pt x="50" y="41"/>
                </a:cubicBezTo>
                <a:cubicBezTo>
                  <a:pt x="48" y="41"/>
                  <a:pt x="46" y="40"/>
                  <a:pt x="46" y="38"/>
                </a:cubicBezTo>
                <a:cubicBezTo>
                  <a:pt x="46" y="21"/>
                  <a:pt x="46" y="21"/>
                  <a:pt x="46" y="21"/>
                </a:cubicBezTo>
                <a:cubicBezTo>
                  <a:pt x="31" y="21"/>
                  <a:pt x="31" y="21"/>
                  <a:pt x="31" y="21"/>
                </a:cubicBezTo>
                <a:cubicBezTo>
                  <a:pt x="31" y="67"/>
                  <a:pt x="31" y="67"/>
                  <a:pt x="31" y="67"/>
                </a:cubicBezTo>
                <a:lnTo>
                  <a:pt x="67" y="67"/>
                </a:lnTo>
                <a:close/>
                <a:moveTo>
                  <a:pt x="63" y="36"/>
                </a:moveTo>
                <a:cubicBezTo>
                  <a:pt x="51" y="24"/>
                  <a:pt x="51" y="24"/>
                  <a:pt x="51" y="24"/>
                </a:cubicBezTo>
                <a:cubicBezTo>
                  <a:pt x="51" y="36"/>
                  <a:pt x="51" y="36"/>
                  <a:pt x="51" y="36"/>
                </a:cubicBezTo>
                <a:lnTo>
                  <a:pt x="63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12"/>
          <p:cNvSpPr/>
          <p:nvPr/>
        </p:nvSpPr>
        <p:spPr>
          <a:xfrm>
            <a:off x="495300" y="2374900"/>
            <a:ext cx="268288" cy="195263"/>
          </a:xfrm>
          <a:custGeom>
            <a:rect b="b" l="l" r="r" t="t"/>
            <a:pathLst>
              <a:path extrusionOk="0" h="57" w="78">
                <a:moveTo>
                  <a:pt x="62" y="57"/>
                </a:moveTo>
                <a:cubicBezTo>
                  <a:pt x="18" y="57"/>
                  <a:pt x="18" y="57"/>
                  <a:pt x="18" y="57"/>
                </a:cubicBezTo>
                <a:cubicBezTo>
                  <a:pt x="9" y="57"/>
                  <a:pt x="0" y="49"/>
                  <a:pt x="0" y="39"/>
                </a:cubicBezTo>
                <a:cubicBezTo>
                  <a:pt x="0" y="32"/>
                  <a:pt x="5" y="26"/>
                  <a:pt x="11" y="23"/>
                </a:cubicBezTo>
                <a:cubicBezTo>
                  <a:pt x="11" y="22"/>
                  <a:pt x="11" y="22"/>
                  <a:pt x="11" y="21"/>
                </a:cubicBezTo>
                <a:cubicBezTo>
                  <a:pt x="11" y="10"/>
                  <a:pt x="20" y="0"/>
                  <a:pt x="31" y="0"/>
                </a:cubicBezTo>
                <a:cubicBezTo>
                  <a:pt x="40" y="0"/>
                  <a:pt x="47" y="6"/>
                  <a:pt x="50" y="13"/>
                </a:cubicBezTo>
                <a:cubicBezTo>
                  <a:pt x="52" y="12"/>
                  <a:pt x="55" y="11"/>
                  <a:pt x="57" y="11"/>
                </a:cubicBezTo>
                <a:cubicBezTo>
                  <a:pt x="63" y="11"/>
                  <a:pt x="67" y="15"/>
                  <a:pt x="67" y="21"/>
                </a:cubicBezTo>
                <a:cubicBezTo>
                  <a:pt x="67" y="23"/>
                  <a:pt x="67" y="25"/>
                  <a:pt x="66" y="27"/>
                </a:cubicBezTo>
                <a:cubicBezTo>
                  <a:pt x="73" y="28"/>
                  <a:pt x="78" y="34"/>
                  <a:pt x="78" y="42"/>
                </a:cubicBezTo>
                <a:cubicBezTo>
                  <a:pt x="78" y="50"/>
                  <a:pt x="71" y="57"/>
                  <a:pt x="62" y="57"/>
                </a:cubicBezTo>
                <a:close/>
                <a:moveTo>
                  <a:pt x="51" y="31"/>
                </a:moveTo>
                <a:cubicBezTo>
                  <a:pt x="42" y="31"/>
                  <a:pt x="42" y="31"/>
                  <a:pt x="42" y="31"/>
                </a:cubicBezTo>
                <a:cubicBezTo>
                  <a:pt x="42" y="17"/>
                  <a:pt x="42" y="17"/>
                  <a:pt x="42" y="17"/>
                </a:cubicBezTo>
                <a:cubicBezTo>
                  <a:pt x="42" y="16"/>
                  <a:pt x="41" y="16"/>
                  <a:pt x="40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32" y="16"/>
                  <a:pt x="31" y="16"/>
                  <a:pt x="31" y="17"/>
                </a:cubicBezTo>
                <a:cubicBezTo>
                  <a:pt x="31" y="31"/>
                  <a:pt x="31" y="31"/>
                  <a:pt x="31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1"/>
                  <a:pt x="21" y="32"/>
                  <a:pt x="21" y="33"/>
                </a:cubicBezTo>
                <a:cubicBezTo>
                  <a:pt x="21" y="33"/>
                  <a:pt x="21" y="33"/>
                  <a:pt x="21" y="34"/>
                </a:cubicBezTo>
                <a:cubicBezTo>
                  <a:pt x="36" y="48"/>
                  <a:pt x="36" y="48"/>
                  <a:pt x="36" y="48"/>
                </a:cubicBezTo>
                <a:cubicBezTo>
                  <a:pt x="36" y="48"/>
                  <a:pt x="36" y="48"/>
                  <a:pt x="36" y="48"/>
                </a:cubicBezTo>
                <a:cubicBezTo>
                  <a:pt x="37" y="48"/>
                  <a:pt x="37" y="48"/>
                  <a:pt x="37" y="48"/>
                </a:cubicBezTo>
                <a:cubicBezTo>
                  <a:pt x="51" y="34"/>
                  <a:pt x="51" y="34"/>
                  <a:pt x="51" y="34"/>
                </a:cubicBezTo>
                <a:cubicBezTo>
                  <a:pt x="52" y="33"/>
                  <a:pt x="52" y="33"/>
                  <a:pt x="52" y="33"/>
                </a:cubicBezTo>
                <a:cubicBezTo>
                  <a:pt x="52" y="32"/>
                  <a:pt x="51" y="31"/>
                  <a:pt x="51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3" name="Google Shape;3153;p12"/>
          <p:cNvSpPr/>
          <p:nvPr/>
        </p:nvSpPr>
        <p:spPr>
          <a:xfrm>
            <a:off x="989013" y="2374900"/>
            <a:ext cx="141287" cy="212725"/>
          </a:xfrm>
          <a:custGeom>
            <a:rect b="b" l="l" r="r" t="t"/>
            <a:pathLst>
              <a:path extrusionOk="0" h="62" w="41">
                <a:moveTo>
                  <a:pt x="37" y="20"/>
                </a:moveTo>
                <a:cubicBezTo>
                  <a:pt x="37" y="34"/>
                  <a:pt x="27" y="38"/>
                  <a:pt x="20" y="40"/>
                </a:cubicBezTo>
                <a:cubicBezTo>
                  <a:pt x="13" y="42"/>
                  <a:pt x="11" y="43"/>
                  <a:pt x="11" y="47"/>
                </a:cubicBezTo>
                <a:cubicBezTo>
                  <a:pt x="11" y="48"/>
                  <a:pt x="11" y="48"/>
                  <a:pt x="11" y="48"/>
                </a:cubicBezTo>
                <a:cubicBezTo>
                  <a:pt x="14" y="49"/>
                  <a:pt x="15" y="52"/>
                  <a:pt x="15" y="54"/>
                </a:cubicBezTo>
                <a:cubicBezTo>
                  <a:pt x="15" y="59"/>
                  <a:pt x="12" y="62"/>
                  <a:pt x="7" y="62"/>
                </a:cubicBezTo>
                <a:cubicBezTo>
                  <a:pt x="3" y="62"/>
                  <a:pt x="0" y="59"/>
                  <a:pt x="0" y="54"/>
                </a:cubicBezTo>
                <a:cubicBezTo>
                  <a:pt x="0" y="52"/>
                  <a:pt x="1" y="49"/>
                  <a:pt x="4" y="48"/>
                </a:cubicBezTo>
                <a:cubicBezTo>
                  <a:pt x="4" y="15"/>
                  <a:pt x="4" y="15"/>
                  <a:pt x="4" y="15"/>
                </a:cubicBezTo>
                <a:cubicBezTo>
                  <a:pt x="1" y="14"/>
                  <a:pt x="0" y="11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2" y="0"/>
                  <a:pt x="15" y="4"/>
                  <a:pt x="15" y="8"/>
                </a:cubicBezTo>
                <a:cubicBezTo>
                  <a:pt x="15" y="11"/>
                  <a:pt x="14" y="14"/>
                  <a:pt x="11" y="15"/>
                </a:cubicBezTo>
                <a:cubicBezTo>
                  <a:pt x="11" y="35"/>
                  <a:pt x="11" y="35"/>
                  <a:pt x="11" y="35"/>
                </a:cubicBezTo>
                <a:cubicBezTo>
                  <a:pt x="13" y="34"/>
                  <a:pt x="16" y="33"/>
                  <a:pt x="18" y="33"/>
                </a:cubicBezTo>
                <a:cubicBezTo>
                  <a:pt x="25" y="30"/>
                  <a:pt x="29" y="28"/>
                  <a:pt x="29" y="20"/>
                </a:cubicBezTo>
                <a:cubicBezTo>
                  <a:pt x="27" y="19"/>
                  <a:pt x="25" y="16"/>
                  <a:pt x="25" y="13"/>
                </a:cubicBezTo>
                <a:cubicBezTo>
                  <a:pt x="25" y="9"/>
                  <a:pt x="29" y="6"/>
                  <a:pt x="33" y="6"/>
                </a:cubicBezTo>
                <a:cubicBezTo>
                  <a:pt x="37" y="6"/>
                  <a:pt x="41" y="9"/>
                  <a:pt x="41" y="13"/>
                </a:cubicBezTo>
                <a:cubicBezTo>
                  <a:pt x="41" y="16"/>
                  <a:pt x="39" y="19"/>
                  <a:pt x="37" y="20"/>
                </a:cubicBezTo>
                <a:close/>
                <a:moveTo>
                  <a:pt x="7" y="4"/>
                </a:moveTo>
                <a:cubicBezTo>
                  <a:pt x="5" y="4"/>
                  <a:pt x="4" y="6"/>
                  <a:pt x="4" y="8"/>
                </a:cubicBezTo>
                <a:cubicBezTo>
                  <a:pt x="4" y="10"/>
                  <a:pt x="5" y="12"/>
                  <a:pt x="7" y="12"/>
                </a:cubicBezTo>
                <a:cubicBezTo>
                  <a:pt x="10" y="12"/>
                  <a:pt x="11" y="10"/>
                  <a:pt x="11" y="8"/>
                </a:cubicBezTo>
                <a:cubicBezTo>
                  <a:pt x="11" y="6"/>
                  <a:pt x="10" y="4"/>
                  <a:pt x="7" y="4"/>
                </a:cubicBezTo>
                <a:close/>
                <a:moveTo>
                  <a:pt x="7" y="51"/>
                </a:moveTo>
                <a:cubicBezTo>
                  <a:pt x="5" y="51"/>
                  <a:pt x="4" y="52"/>
                  <a:pt x="4" y="54"/>
                </a:cubicBezTo>
                <a:cubicBezTo>
                  <a:pt x="4" y="57"/>
                  <a:pt x="5" y="58"/>
                  <a:pt x="7" y="58"/>
                </a:cubicBezTo>
                <a:cubicBezTo>
                  <a:pt x="10" y="58"/>
                  <a:pt x="11" y="57"/>
                  <a:pt x="11" y="54"/>
                </a:cubicBezTo>
                <a:cubicBezTo>
                  <a:pt x="11" y="52"/>
                  <a:pt x="10" y="51"/>
                  <a:pt x="7" y="51"/>
                </a:cubicBezTo>
                <a:close/>
                <a:moveTo>
                  <a:pt x="33" y="9"/>
                </a:moveTo>
                <a:cubicBezTo>
                  <a:pt x="31" y="9"/>
                  <a:pt x="29" y="11"/>
                  <a:pt x="29" y="13"/>
                </a:cubicBezTo>
                <a:cubicBezTo>
                  <a:pt x="29" y="15"/>
                  <a:pt x="31" y="17"/>
                  <a:pt x="33" y="17"/>
                </a:cubicBezTo>
                <a:cubicBezTo>
                  <a:pt x="35" y="17"/>
                  <a:pt x="37" y="15"/>
                  <a:pt x="37" y="13"/>
                </a:cubicBezTo>
                <a:cubicBezTo>
                  <a:pt x="37" y="11"/>
                  <a:pt x="35" y="9"/>
                  <a:pt x="33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12"/>
          <p:cNvSpPr/>
          <p:nvPr/>
        </p:nvSpPr>
        <p:spPr>
          <a:xfrm>
            <a:off x="1484313" y="2360613"/>
            <a:ext cx="268287" cy="244475"/>
          </a:xfrm>
          <a:custGeom>
            <a:rect b="b" l="l" r="r" t="t"/>
            <a:pathLst>
              <a:path extrusionOk="0" h="71" w="78">
                <a:moveTo>
                  <a:pt x="52" y="39"/>
                </a:moveTo>
                <a:cubicBezTo>
                  <a:pt x="52" y="40"/>
                  <a:pt x="51" y="40"/>
                  <a:pt x="51" y="40"/>
                </a:cubicBezTo>
                <a:cubicBezTo>
                  <a:pt x="45" y="41"/>
                  <a:pt x="45" y="41"/>
                  <a:pt x="45" y="41"/>
                </a:cubicBezTo>
                <a:cubicBezTo>
                  <a:pt x="44" y="42"/>
                  <a:pt x="44" y="43"/>
                  <a:pt x="43" y="44"/>
                </a:cubicBezTo>
                <a:cubicBezTo>
                  <a:pt x="45" y="46"/>
                  <a:pt x="46" y="47"/>
                  <a:pt x="47" y="49"/>
                </a:cubicBezTo>
                <a:cubicBezTo>
                  <a:pt x="47" y="49"/>
                  <a:pt x="47" y="49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46" y="52"/>
                  <a:pt x="42" y="56"/>
                  <a:pt x="41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35" y="53"/>
                  <a:pt x="35" y="53"/>
                  <a:pt x="35" y="53"/>
                </a:cubicBezTo>
                <a:cubicBezTo>
                  <a:pt x="34" y="53"/>
                  <a:pt x="33" y="53"/>
                  <a:pt x="32" y="54"/>
                </a:cubicBezTo>
                <a:cubicBezTo>
                  <a:pt x="32" y="56"/>
                  <a:pt x="32" y="58"/>
                  <a:pt x="31" y="60"/>
                </a:cubicBezTo>
                <a:cubicBezTo>
                  <a:pt x="31" y="61"/>
                  <a:pt x="30" y="61"/>
                  <a:pt x="30" y="61"/>
                </a:cubicBezTo>
                <a:cubicBezTo>
                  <a:pt x="22" y="61"/>
                  <a:pt x="22" y="61"/>
                  <a:pt x="22" y="61"/>
                </a:cubicBezTo>
                <a:cubicBezTo>
                  <a:pt x="22" y="61"/>
                  <a:pt x="21" y="61"/>
                  <a:pt x="21" y="60"/>
                </a:cubicBezTo>
                <a:cubicBezTo>
                  <a:pt x="20" y="54"/>
                  <a:pt x="20" y="54"/>
                  <a:pt x="20" y="54"/>
                </a:cubicBezTo>
                <a:cubicBezTo>
                  <a:pt x="19" y="54"/>
                  <a:pt x="18" y="53"/>
                  <a:pt x="17" y="53"/>
                </a:cubicBezTo>
                <a:cubicBezTo>
                  <a:pt x="13" y="56"/>
                  <a:pt x="13" y="56"/>
                  <a:pt x="13" y="56"/>
                </a:cubicBezTo>
                <a:cubicBezTo>
                  <a:pt x="12" y="56"/>
                  <a:pt x="12" y="56"/>
                  <a:pt x="12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10" y="55"/>
                  <a:pt x="5" y="51"/>
                  <a:pt x="5" y="50"/>
                </a:cubicBezTo>
                <a:cubicBezTo>
                  <a:pt x="5" y="49"/>
                  <a:pt x="5" y="49"/>
                  <a:pt x="5" y="49"/>
                </a:cubicBezTo>
                <a:cubicBezTo>
                  <a:pt x="7" y="47"/>
                  <a:pt x="8" y="46"/>
                  <a:pt x="9" y="44"/>
                </a:cubicBezTo>
                <a:cubicBezTo>
                  <a:pt x="8" y="43"/>
                  <a:pt x="8" y="42"/>
                  <a:pt x="8" y="41"/>
                </a:cubicBezTo>
                <a:cubicBezTo>
                  <a:pt x="1" y="40"/>
                  <a:pt x="1" y="40"/>
                  <a:pt x="1" y="40"/>
                </a:cubicBezTo>
                <a:cubicBezTo>
                  <a:pt x="1" y="40"/>
                  <a:pt x="0" y="40"/>
                  <a:pt x="0" y="39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1"/>
                  <a:pt x="1" y="30"/>
                  <a:pt x="1" y="30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8"/>
                  <a:pt x="8" y="27"/>
                  <a:pt x="9" y="26"/>
                </a:cubicBezTo>
                <a:cubicBezTo>
                  <a:pt x="8" y="25"/>
                  <a:pt x="7" y="23"/>
                  <a:pt x="5" y="22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0"/>
                  <a:pt x="5" y="20"/>
                </a:cubicBezTo>
                <a:cubicBezTo>
                  <a:pt x="6" y="19"/>
                  <a:pt x="11" y="14"/>
                  <a:pt x="12" y="14"/>
                </a:cubicBezTo>
                <a:cubicBezTo>
                  <a:pt x="12" y="14"/>
                  <a:pt x="12" y="14"/>
                  <a:pt x="13" y="14"/>
                </a:cubicBezTo>
                <a:cubicBezTo>
                  <a:pt x="17" y="18"/>
                  <a:pt x="17" y="18"/>
                  <a:pt x="17" y="18"/>
                </a:cubicBezTo>
                <a:cubicBezTo>
                  <a:pt x="18" y="18"/>
                  <a:pt x="19" y="17"/>
                  <a:pt x="20" y="17"/>
                </a:cubicBezTo>
                <a:cubicBezTo>
                  <a:pt x="21" y="15"/>
                  <a:pt x="21" y="13"/>
                  <a:pt x="21" y="11"/>
                </a:cubicBezTo>
                <a:cubicBezTo>
                  <a:pt x="21" y="10"/>
                  <a:pt x="22" y="10"/>
                  <a:pt x="22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1" y="10"/>
                  <a:pt x="31" y="11"/>
                </a:cubicBezTo>
                <a:cubicBezTo>
                  <a:pt x="32" y="17"/>
                  <a:pt x="32" y="17"/>
                  <a:pt x="32" y="17"/>
                </a:cubicBezTo>
                <a:cubicBezTo>
                  <a:pt x="33" y="17"/>
                  <a:pt x="34" y="18"/>
                  <a:pt x="35" y="18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4"/>
                  <a:pt x="40" y="14"/>
                  <a:pt x="41" y="14"/>
                </a:cubicBezTo>
                <a:cubicBezTo>
                  <a:pt x="41" y="14"/>
                  <a:pt x="41" y="14"/>
                  <a:pt x="41" y="14"/>
                </a:cubicBezTo>
                <a:cubicBezTo>
                  <a:pt x="42" y="15"/>
                  <a:pt x="47" y="20"/>
                  <a:pt x="47" y="21"/>
                </a:cubicBezTo>
                <a:cubicBezTo>
                  <a:pt x="47" y="21"/>
                  <a:pt x="47" y="21"/>
                  <a:pt x="47" y="22"/>
                </a:cubicBezTo>
                <a:cubicBezTo>
                  <a:pt x="46" y="23"/>
                  <a:pt x="45" y="25"/>
                  <a:pt x="43" y="26"/>
                </a:cubicBezTo>
                <a:cubicBezTo>
                  <a:pt x="44" y="27"/>
                  <a:pt x="44" y="28"/>
                  <a:pt x="45" y="30"/>
                </a:cubicBezTo>
                <a:cubicBezTo>
                  <a:pt x="51" y="30"/>
                  <a:pt x="51" y="30"/>
                  <a:pt x="51" y="30"/>
                </a:cubicBezTo>
                <a:cubicBezTo>
                  <a:pt x="51" y="31"/>
                  <a:pt x="52" y="31"/>
                  <a:pt x="52" y="32"/>
                </a:cubicBezTo>
                <a:lnTo>
                  <a:pt x="52" y="39"/>
                </a:lnTo>
                <a:close/>
                <a:moveTo>
                  <a:pt x="26" y="25"/>
                </a:moveTo>
                <a:cubicBezTo>
                  <a:pt x="21" y="25"/>
                  <a:pt x="16" y="30"/>
                  <a:pt x="16" y="35"/>
                </a:cubicBezTo>
                <a:cubicBezTo>
                  <a:pt x="16" y="41"/>
                  <a:pt x="21" y="46"/>
                  <a:pt x="26" y="46"/>
                </a:cubicBezTo>
                <a:cubicBezTo>
                  <a:pt x="32" y="46"/>
                  <a:pt x="36" y="41"/>
                  <a:pt x="36" y="35"/>
                </a:cubicBezTo>
                <a:cubicBezTo>
                  <a:pt x="36" y="30"/>
                  <a:pt x="32" y="25"/>
                  <a:pt x="26" y="25"/>
                </a:cubicBezTo>
                <a:close/>
                <a:moveTo>
                  <a:pt x="78" y="18"/>
                </a:moveTo>
                <a:cubicBezTo>
                  <a:pt x="78" y="18"/>
                  <a:pt x="72" y="19"/>
                  <a:pt x="72" y="19"/>
                </a:cubicBezTo>
                <a:cubicBezTo>
                  <a:pt x="71" y="20"/>
                  <a:pt x="71" y="20"/>
                  <a:pt x="70" y="21"/>
                </a:cubicBezTo>
                <a:cubicBezTo>
                  <a:pt x="71" y="22"/>
                  <a:pt x="72" y="26"/>
                  <a:pt x="72" y="26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7"/>
                  <a:pt x="68" y="30"/>
                  <a:pt x="67" y="30"/>
                </a:cubicBezTo>
                <a:cubicBezTo>
                  <a:pt x="67" y="30"/>
                  <a:pt x="64" y="26"/>
                  <a:pt x="63" y="25"/>
                </a:cubicBezTo>
                <a:cubicBezTo>
                  <a:pt x="63" y="25"/>
                  <a:pt x="63" y="25"/>
                  <a:pt x="62" y="25"/>
                </a:cubicBezTo>
                <a:cubicBezTo>
                  <a:pt x="62" y="25"/>
                  <a:pt x="61" y="25"/>
                  <a:pt x="61" y="25"/>
                </a:cubicBezTo>
                <a:cubicBezTo>
                  <a:pt x="61" y="26"/>
                  <a:pt x="58" y="30"/>
                  <a:pt x="57" y="30"/>
                </a:cubicBezTo>
                <a:cubicBezTo>
                  <a:pt x="57" y="30"/>
                  <a:pt x="53" y="27"/>
                  <a:pt x="52" y="27"/>
                </a:cubicBezTo>
                <a:cubicBezTo>
                  <a:pt x="52" y="27"/>
                  <a:pt x="52" y="27"/>
                  <a:pt x="52" y="26"/>
                </a:cubicBezTo>
                <a:cubicBezTo>
                  <a:pt x="52" y="26"/>
                  <a:pt x="54" y="22"/>
                  <a:pt x="54" y="21"/>
                </a:cubicBezTo>
                <a:cubicBezTo>
                  <a:pt x="53" y="20"/>
                  <a:pt x="53" y="20"/>
                  <a:pt x="53" y="19"/>
                </a:cubicBezTo>
                <a:cubicBezTo>
                  <a:pt x="52" y="19"/>
                  <a:pt x="47" y="18"/>
                  <a:pt x="47" y="18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52" y="11"/>
                  <a:pt x="53" y="11"/>
                </a:cubicBezTo>
                <a:cubicBezTo>
                  <a:pt x="53" y="10"/>
                  <a:pt x="53" y="9"/>
                  <a:pt x="54" y="9"/>
                </a:cubicBezTo>
                <a:cubicBezTo>
                  <a:pt x="54" y="8"/>
                  <a:pt x="52" y="4"/>
                  <a:pt x="52" y="3"/>
                </a:cubicBezTo>
                <a:cubicBezTo>
                  <a:pt x="52" y="3"/>
                  <a:pt x="52" y="3"/>
                  <a:pt x="52" y="3"/>
                </a:cubicBezTo>
                <a:cubicBezTo>
                  <a:pt x="53" y="3"/>
                  <a:pt x="57" y="0"/>
                  <a:pt x="57" y="0"/>
                </a:cubicBezTo>
                <a:cubicBezTo>
                  <a:pt x="58" y="0"/>
                  <a:pt x="61" y="4"/>
                  <a:pt x="61" y="5"/>
                </a:cubicBezTo>
                <a:cubicBezTo>
                  <a:pt x="61" y="4"/>
                  <a:pt x="62" y="4"/>
                  <a:pt x="62" y="4"/>
                </a:cubicBezTo>
                <a:cubicBezTo>
                  <a:pt x="63" y="4"/>
                  <a:pt x="63" y="4"/>
                  <a:pt x="63" y="5"/>
                </a:cubicBezTo>
                <a:cubicBezTo>
                  <a:pt x="64" y="3"/>
                  <a:pt x="66" y="1"/>
                  <a:pt x="6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72" y="2"/>
                  <a:pt x="72" y="3"/>
                </a:cubicBezTo>
                <a:cubicBezTo>
                  <a:pt x="72" y="3"/>
                  <a:pt x="72" y="3"/>
                  <a:pt x="72" y="3"/>
                </a:cubicBezTo>
                <a:cubicBezTo>
                  <a:pt x="72" y="4"/>
                  <a:pt x="71" y="8"/>
                  <a:pt x="70" y="9"/>
                </a:cubicBezTo>
                <a:cubicBezTo>
                  <a:pt x="71" y="9"/>
                  <a:pt x="71" y="10"/>
                  <a:pt x="72" y="11"/>
                </a:cubicBezTo>
                <a:cubicBezTo>
                  <a:pt x="72" y="11"/>
                  <a:pt x="78" y="11"/>
                  <a:pt x="78" y="12"/>
                </a:cubicBezTo>
                <a:lnTo>
                  <a:pt x="78" y="18"/>
                </a:lnTo>
                <a:close/>
                <a:moveTo>
                  <a:pt x="78" y="59"/>
                </a:moveTo>
                <a:cubicBezTo>
                  <a:pt x="78" y="59"/>
                  <a:pt x="72" y="60"/>
                  <a:pt x="72" y="60"/>
                </a:cubicBezTo>
                <a:cubicBezTo>
                  <a:pt x="71" y="61"/>
                  <a:pt x="71" y="61"/>
                  <a:pt x="70" y="62"/>
                </a:cubicBezTo>
                <a:cubicBezTo>
                  <a:pt x="71" y="63"/>
                  <a:pt x="72" y="67"/>
                  <a:pt x="72" y="68"/>
                </a:cubicBezTo>
                <a:cubicBezTo>
                  <a:pt x="72" y="68"/>
                  <a:pt x="72" y="68"/>
                  <a:pt x="72" y="68"/>
                </a:cubicBezTo>
                <a:cubicBezTo>
                  <a:pt x="72" y="68"/>
                  <a:pt x="68" y="71"/>
                  <a:pt x="67" y="71"/>
                </a:cubicBezTo>
                <a:cubicBezTo>
                  <a:pt x="67" y="71"/>
                  <a:pt x="64" y="67"/>
                  <a:pt x="63" y="66"/>
                </a:cubicBezTo>
                <a:cubicBezTo>
                  <a:pt x="63" y="66"/>
                  <a:pt x="63" y="66"/>
                  <a:pt x="62" y="66"/>
                </a:cubicBezTo>
                <a:cubicBezTo>
                  <a:pt x="62" y="66"/>
                  <a:pt x="61" y="66"/>
                  <a:pt x="61" y="66"/>
                </a:cubicBezTo>
                <a:cubicBezTo>
                  <a:pt x="61" y="67"/>
                  <a:pt x="58" y="71"/>
                  <a:pt x="57" y="71"/>
                </a:cubicBezTo>
                <a:cubicBezTo>
                  <a:pt x="57" y="71"/>
                  <a:pt x="53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7"/>
                  <a:pt x="54" y="63"/>
                  <a:pt x="54" y="62"/>
                </a:cubicBezTo>
                <a:cubicBezTo>
                  <a:pt x="53" y="61"/>
                  <a:pt x="53" y="61"/>
                  <a:pt x="53" y="60"/>
                </a:cubicBezTo>
                <a:cubicBezTo>
                  <a:pt x="52" y="60"/>
                  <a:pt x="47" y="59"/>
                  <a:pt x="47" y="59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2"/>
                  <a:pt x="52" y="52"/>
                  <a:pt x="53" y="52"/>
                </a:cubicBezTo>
                <a:cubicBezTo>
                  <a:pt x="53" y="51"/>
                  <a:pt x="53" y="50"/>
                  <a:pt x="54" y="50"/>
                </a:cubicBezTo>
                <a:cubicBezTo>
                  <a:pt x="54" y="49"/>
                  <a:pt x="52" y="45"/>
                  <a:pt x="52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3" y="44"/>
                  <a:pt x="57" y="41"/>
                  <a:pt x="57" y="41"/>
                </a:cubicBezTo>
                <a:cubicBezTo>
                  <a:pt x="58" y="41"/>
                  <a:pt x="61" y="45"/>
                  <a:pt x="61" y="46"/>
                </a:cubicBezTo>
                <a:cubicBezTo>
                  <a:pt x="61" y="46"/>
                  <a:pt x="62" y="46"/>
                  <a:pt x="62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4" y="44"/>
                  <a:pt x="66" y="43"/>
                  <a:pt x="67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72" y="44"/>
                  <a:pt x="72" y="44"/>
                </a:cubicBezTo>
                <a:cubicBezTo>
                  <a:pt x="72" y="44"/>
                  <a:pt x="72" y="44"/>
                  <a:pt x="72" y="44"/>
                </a:cubicBezTo>
                <a:cubicBezTo>
                  <a:pt x="72" y="45"/>
                  <a:pt x="71" y="49"/>
                  <a:pt x="70" y="50"/>
                </a:cubicBezTo>
                <a:cubicBezTo>
                  <a:pt x="71" y="50"/>
                  <a:pt x="71" y="51"/>
                  <a:pt x="72" y="52"/>
                </a:cubicBezTo>
                <a:cubicBezTo>
                  <a:pt x="72" y="52"/>
                  <a:pt x="78" y="52"/>
                  <a:pt x="78" y="53"/>
                </a:cubicBezTo>
                <a:lnTo>
                  <a:pt x="78" y="59"/>
                </a:lnTo>
                <a:close/>
                <a:moveTo>
                  <a:pt x="62" y="10"/>
                </a:moveTo>
                <a:cubicBezTo>
                  <a:pt x="59" y="10"/>
                  <a:pt x="57" y="12"/>
                  <a:pt x="57" y="15"/>
                </a:cubicBezTo>
                <a:cubicBezTo>
                  <a:pt x="57" y="18"/>
                  <a:pt x="59" y="20"/>
                  <a:pt x="62" y="20"/>
                </a:cubicBezTo>
                <a:cubicBezTo>
                  <a:pt x="65" y="20"/>
                  <a:pt x="67" y="18"/>
                  <a:pt x="67" y="15"/>
                </a:cubicBezTo>
                <a:cubicBezTo>
                  <a:pt x="67" y="12"/>
                  <a:pt x="65" y="10"/>
                  <a:pt x="62" y="10"/>
                </a:cubicBezTo>
                <a:close/>
                <a:moveTo>
                  <a:pt x="62" y="51"/>
                </a:moveTo>
                <a:cubicBezTo>
                  <a:pt x="59" y="51"/>
                  <a:pt x="57" y="53"/>
                  <a:pt x="57" y="56"/>
                </a:cubicBezTo>
                <a:cubicBezTo>
                  <a:pt x="57" y="59"/>
                  <a:pt x="59" y="61"/>
                  <a:pt x="62" y="61"/>
                </a:cubicBezTo>
                <a:cubicBezTo>
                  <a:pt x="65" y="61"/>
                  <a:pt x="67" y="59"/>
                  <a:pt x="67" y="56"/>
                </a:cubicBezTo>
                <a:cubicBezTo>
                  <a:pt x="67" y="53"/>
                  <a:pt x="65" y="51"/>
                  <a:pt x="62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5" name="Google Shape;3155;p12"/>
          <p:cNvSpPr/>
          <p:nvPr/>
        </p:nvSpPr>
        <p:spPr>
          <a:xfrm>
            <a:off x="1979613" y="2395538"/>
            <a:ext cx="247650" cy="192087"/>
          </a:xfrm>
          <a:custGeom>
            <a:rect b="b" l="l" r="r" t="t"/>
            <a:pathLst>
              <a:path extrusionOk="0" h="56" w="72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12"/>
          <p:cNvSpPr/>
          <p:nvPr/>
        </p:nvSpPr>
        <p:spPr>
          <a:xfrm>
            <a:off x="2474913" y="2357438"/>
            <a:ext cx="246062" cy="247650"/>
          </a:xfrm>
          <a:custGeom>
            <a:rect b="b" l="l" r="r" t="t"/>
            <a:pathLst>
              <a:path extrusionOk="0" h="72" w="72">
                <a:moveTo>
                  <a:pt x="72" y="20"/>
                </a:moveTo>
                <a:cubicBezTo>
                  <a:pt x="72" y="68"/>
                  <a:pt x="72" y="68"/>
                  <a:pt x="72" y="68"/>
                </a:cubicBezTo>
                <a:cubicBezTo>
                  <a:pt x="72" y="71"/>
                  <a:pt x="71" y="72"/>
                  <a:pt x="69" y="72"/>
                </a:cubicBezTo>
                <a:cubicBezTo>
                  <a:pt x="30" y="72"/>
                  <a:pt x="30" y="72"/>
                  <a:pt x="30" y="72"/>
                </a:cubicBezTo>
                <a:cubicBezTo>
                  <a:pt x="28" y="72"/>
                  <a:pt x="26" y="71"/>
                  <a:pt x="26" y="68"/>
                </a:cubicBezTo>
                <a:cubicBezTo>
                  <a:pt x="26" y="57"/>
                  <a:pt x="26" y="57"/>
                  <a:pt x="26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4"/>
                  <a:pt x="2" y="21"/>
                  <a:pt x="3" y="19"/>
                </a:cubicBezTo>
                <a:cubicBezTo>
                  <a:pt x="20" y="3"/>
                  <a:pt x="20" y="3"/>
                  <a:pt x="20" y="3"/>
                </a:cubicBezTo>
                <a:cubicBezTo>
                  <a:pt x="21" y="2"/>
                  <a:pt x="24" y="0"/>
                  <a:pt x="26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cubicBezTo>
                  <a:pt x="47" y="17"/>
                  <a:pt x="47" y="17"/>
                  <a:pt x="47" y="17"/>
                </a:cubicBezTo>
                <a:cubicBezTo>
                  <a:pt x="48" y="16"/>
                  <a:pt x="50" y="16"/>
                  <a:pt x="52" y="16"/>
                </a:cubicBezTo>
                <a:cubicBezTo>
                  <a:pt x="69" y="16"/>
                  <a:pt x="69" y="16"/>
                  <a:pt x="69" y="16"/>
                </a:cubicBezTo>
                <a:cubicBezTo>
                  <a:pt x="71" y="16"/>
                  <a:pt x="72" y="17"/>
                  <a:pt x="72" y="20"/>
                </a:cubicBezTo>
                <a:close/>
                <a:moveTo>
                  <a:pt x="42" y="22"/>
                </a:moveTo>
                <a:cubicBezTo>
                  <a:pt x="42" y="5"/>
                  <a:pt x="42" y="5"/>
                  <a:pt x="42" y="5"/>
                </a:cubicBezTo>
                <a:cubicBezTo>
                  <a:pt x="26" y="5"/>
                  <a:pt x="26" y="5"/>
                  <a:pt x="26" y="5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24"/>
                  <a:pt x="24" y="26"/>
                  <a:pt x="22" y="26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52"/>
                  <a:pt x="6" y="52"/>
                  <a:pt x="6" y="52"/>
                </a:cubicBezTo>
                <a:cubicBezTo>
                  <a:pt x="26" y="52"/>
                  <a:pt x="26" y="52"/>
                  <a:pt x="26" y="52"/>
                </a:cubicBezTo>
                <a:cubicBezTo>
                  <a:pt x="26" y="41"/>
                  <a:pt x="26" y="41"/>
                  <a:pt x="26" y="41"/>
                </a:cubicBezTo>
                <a:cubicBezTo>
                  <a:pt x="26" y="39"/>
                  <a:pt x="27" y="36"/>
                  <a:pt x="29" y="35"/>
                </a:cubicBezTo>
                <a:lnTo>
                  <a:pt x="42" y="22"/>
                </a:lnTo>
                <a:close/>
                <a:moveTo>
                  <a:pt x="9" y="21"/>
                </a:moveTo>
                <a:cubicBezTo>
                  <a:pt x="21" y="21"/>
                  <a:pt x="21" y="21"/>
                  <a:pt x="21" y="21"/>
                </a:cubicBezTo>
                <a:cubicBezTo>
                  <a:pt x="21" y="9"/>
                  <a:pt x="21" y="9"/>
                  <a:pt x="21" y="9"/>
                </a:cubicBezTo>
                <a:lnTo>
                  <a:pt x="9" y="21"/>
                </a:lnTo>
                <a:close/>
                <a:moveTo>
                  <a:pt x="67" y="21"/>
                </a:moveTo>
                <a:cubicBezTo>
                  <a:pt x="52" y="21"/>
                  <a:pt x="52" y="21"/>
                  <a:pt x="52" y="21"/>
                </a:cubicBezTo>
                <a:cubicBezTo>
                  <a:pt x="52" y="38"/>
                  <a:pt x="52" y="38"/>
                  <a:pt x="52" y="38"/>
                </a:cubicBezTo>
                <a:cubicBezTo>
                  <a:pt x="52" y="40"/>
                  <a:pt x="50" y="41"/>
                  <a:pt x="48" y="41"/>
                </a:cubicBezTo>
                <a:cubicBezTo>
                  <a:pt x="31" y="41"/>
                  <a:pt x="31" y="41"/>
                  <a:pt x="31" y="41"/>
                </a:cubicBezTo>
                <a:cubicBezTo>
                  <a:pt x="31" y="67"/>
                  <a:pt x="31" y="67"/>
                  <a:pt x="31" y="67"/>
                </a:cubicBezTo>
                <a:cubicBezTo>
                  <a:pt x="67" y="67"/>
                  <a:pt x="67" y="67"/>
                  <a:pt x="67" y="67"/>
                </a:cubicBezTo>
                <a:lnTo>
                  <a:pt x="67" y="21"/>
                </a:lnTo>
                <a:close/>
                <a:moveTo>
                  <a:pt x="35" y="36"/>
                </a:moveTo>
                <a:cubicBezTo>
                  <a:pt x="47" y="36"/>
                  <a:pt x="47" y="36"/>
                  <a:pt x="47" y="36"/>
                </a:cubicBezTo>
                <a:cubicBezTo>
                  <a:pt x="47" y="24"/>
                  <a:pt x="47" y="24"/>
                  <a:pt x="47" y="24"/>
                </a:cubicBezTo>
                <a:lnTo>
                  <a:pt x="35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7" name="Google Shape;3157;p12"/>
          <p:cNvSpPr/>
          <p:nvPr/>
        </p:nvSpPr>
        <p:spPr>
          <a:xfrm>
            <a:off x="2968625" y="2374900"/>
            <a:ext cx="212725" cy="212725"/>
          </a:xfrm>
          <a:custGeom>
            <a:rect b="b" l="l" r="r" t="t"/>
            <a:pathLst>
              <a:path extrusionOk="0" h="62" w="62">
                <a:moveTo>
                  <a:pt x="62" y="34"/>
                </a:moveTo>
                <a:cubicBezTo>
                  <a:pt x="62" y="35"/>
                  <a:pt x="61" y="36"/>
                  <a:pt x="60" y="36"/>
                </a:cubicBezTo>
                <a:cubicBezTo>
                  <a:pt x="54" y="36"/>
                  <a:pt x="54" y="36"/>
                  <a:pt x="54" y="36"/>
                </a:cubicBezTo>
                <a:cubicBezTo>
                  <a:pt x="52" y="45"/>
                  <a:pt x="45" y="52"/>
                  <a:pt x="36" y="54"/>
                </a:cubicBezTo>
                <a:cubicBezTo>
                  <a:pt x="36" y="60"/>
                  <a:pt x="36" y="60"/>
                  <a:pt x="36" y="60"/>
                </a:cubicBezTo>
                <a:cubicBezTo>
                  <a:pt x="36" y="61"/>
                  <a:pt x="35" y="62"/>
                  <a:pt x="34" y="62"/>
                </a:cubicBezTo>
                <a:cubicBezTo>
                  <a:pt x="29" y="62"/>
                  <a:pt x="29" y="62"/>
                  <a:pt x="29" y="62"/>
                </a:cubicBezTo>
                <a:cubicBezTo>
                  <a:pt x="27" y="62"/>
                  <a:pt x="26" y="61"/>
                  <a:pt x="26" y="60"/>
                </a:cubicBezTo>
                <a:cubicBezTo>
                  <a:pt x="26" y="54"/>
                  <a:pt x="26" y="54"/>
                  <a:pt x="26" y="54"/>
                </a:cubicBezTo>
                <a:cubicBezTo>
                  <a:pt x="18" y="52"/>
                  <a:pt x="11" y="45"/>
                  <a:pt x="9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2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7"/>
                  <a:pt x="2" y="26"/>
                  <a:pt x="3" y="26"/>
                </a:cubicBezTo>
                <a:cubicBezTo>
                  <a:pt x="9" y="26"/>
                  <a:pt x="9" y="26"/>
                  <a:pt x="9" y="26"/>
                </a:cubicBezTo>
                <a:cubicBezTo>
                  <a:pt x="11" y="18"/>
                  <a:pt x="18" y="11"/>
                  <a:pt x="26" y="9"/>
                </a:cubicBezTo>
                <a:cubicBezTo>
                  <a:pt x="26" y="3"/>
                  <a:pt x="26" y="3"/>
                  <a:pt x="26" y="3"/>
                </a:cubicBezTo>
                <a:cubicBezTo>
                  <a:pt x="26" y="2"/>
                  <a:pt x="27" y="0"/>
                  <a:pt x="29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2"/>
                  <a:pt x="36" y="3"/>
                </a:cubicBezTo>
                <a:cubicBezTo>
                  <a:pt x="36" y="9"/>
                  <a:pt x="36" y="9"/>
                  <a:pt x="36" y="9"/>
                </a:cubicBezTo>
                <a:cubicBezTo>
                  <a:pt x="45" y="11"/>
                  <a:pt x="52" y="18"/>
                  <a:pt x="54" y="26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26"/>
                  <a:pt x="62" y="27"/>
                  <a:pt x="62" y="29"/>
                </a:cubicBezTo>
                <a:lnTo>
                  <a:pt x="62" y="34"/>
                </a:lnTo>
                <a:close/>
                <a:moveTo>
                  <a:pt x="44" y="36"/>
                </a:moveTo>
                <a:cubicBezTo>
                  <a:pt x="43" y="36"/>
                  <a:pt x="42" y="35"/>
                  <a:pt x="42" y="34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7"/>
                  <a:pt x="43" y="26"/>
                  <a:pt x="44" y="26"/>
                </a:cubicBezTo>
                <a:cubicBezTo>
                  <a:pt x="49" y="26"/>
                  <a:pt x="49" y="26"/>
                  <a:pt x="49" y="26"/>
                </a:cubicBezTo>
                <a:cubicBezTo>
                  <a:pt x="47" y="20"/>
                  <a:pt x="42" y="16"/>
                  <a:pt x="36" y="14"/>
                </a:cubicBezTo>
                <a:cubicBezTo>
                  <a:pt x="36" y="18"/>
                  <a:pt x="36" y="18"/>
                  <a:pt x="36" y="18"/>
                </a:cubicBezTo>
                <a:cubicBezTo>
                  <a:pt x="36" y="20"/>
                  <a:pt x="35" y="21"/>
                  <a:pt x="34" y="21"/>
                </a:cubicBezTo>
                <a:cubicBezTo>
                  <a:pt x="29" y="21"/>
                  <a:pt x="29" y="21"/>
                  <a:pt x="29" y="21"/>
                </a:cubicBezTo>
                <a:cubicBezTo>
                  <a:pt x="27" y="21"/>
                  <a:pt x="26" y="20"/>
                  <a:pt x="26" y="18"/>
                </a:cubicBezTo>
                <a:cubicBezTo>
                  <a:pt x="26" y="14"/>
                  <a:pt x="26" y="14"/>
                  <a:pt x="26" y="14"/>
                </a:cubicBezTo>
                <a:cubicBezTo>
                  <a:pt x="20" y="16"/>
                  <a:pt x="16" y="20"/>
                  <a:pt x="14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20" y="26"/>
                  <a:pt x="21" y="27"/>
                  <a:pt x="21" y="29"/>
                </a:cubicBezTo>
                <a:cubicBezTo>
                  <a:pt x="21" y="34"/>
                  <a:pt x="21" y="34"/>
                  <a:pt x="21" y="34"/>
                </a:cubicBezTo>
                <a:cubicBezTo>
                  <a:pt x="21" y="35"/>
                  <a:pt x="20" y="36"/>
                  <a:pt x="18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6" y="42"/>
                  <a:pt x="20" y="47"/>
                  <a:pt x="26" y="49"/>
                </a:cubicBezTo>
                <a:cubicBezTo>
                  <a:pt x="26" y="44"/>
                  <a:pt x="26" y="44"/>
                  <a:pt x="26" y="44"/>
                </a:cubicBezTo>
                <a:cubicBezTo>
                  <a:pt x="26" y="43"/>
                  <a:pt x="27" y="42"/>
                  <a:pt x="29" y="42"/>
                </a:cubicBezTo>
                <a:cubicBezTo>
                  <a:pt x="34" y="42"/>
                  <a:pt x="34" y="42"/>
                  <a:pt x="34" y="42"/>
                </a:cubicBezTo>
                <a:cubicBezTo>
                  <a:pt x="35" y="42"/>
                  <a:pt x="36" y="43"/>
                  <a:pt x="36" y="44"/>
                </a:cubicBezTo>
                <a:cubicBezTo>
                  <a:pt x="36" y="49"/>
                  <a:pt x="36" y="49"/>
                  <a:pt x="36" y="49"/>
                </a:cubicBezTo>
                <a:cubicBezTo>
                  <a:pt x="42" y="47"/>
                  <a:pt x="47" y="42"/>
                  <a:pt x="49" y="36"/>
                </a:cubicBezTo>
                <a:lnTo>
                  <a:pt x="44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12"/>
          <p:cNvSpPr/>
          <p:nvPr/>
        </p:nvSpPr>
        <p:spPr>
          <a:xfrm>
            <a:off x="3463925" y="2395538"/>
            <a:ext cx="250825" cy="192087"/>
          </a:xfrm>
          <a:custGeom>
            <a:rect b="b" l="l" r="r" t="t"/>
            <a:pathLst>
              <a:path extrusionOk="0" h="56" w="73">
                <a:moveTo>
                  <a:pt x="71" y="44"/>
                </a:moveTo>
                <a:cubicBezTo>
                  <a:pt x="72" y="44"/>
                  <a:pt x="73" y="45"/>
                  <a:pt x="72" y="46"/>
                </a:cubicBezTo>
                <a:cubicBezTo>
                  <a:pt x="72" y="47"/>
                  <a:pt x="72" y="48"/>
                  <a:pt x="71" y="48"/>
                </a:cubicBezTo>
                <a:cubicBezTo>
                  <a:pt x="66" y="51"/>
                  <a:pt x="66" y="51"/>
                  <a:pt x="66" y="51"/>
                </a:cubicBezTo>
                <a:cubicBezTo>
                  <a:pt x="66" y="51"/>
                  <a:pt x="65" y="51"/>
                  <a:pt x="65" y="51"/>
                </a:cubicBezTo>
                <a:cubicBezTo>
                  <a:pt x="64" y="51"/>
                  <a:pt x="64" y="51"/>
                  <a:pt x="63" y="51"/>
                </a:cubicBezTo>
                <a:cubicBezTo>
                  <a:pt x="36" y="35"/>
                  <a:pt x="36" y="35"/>
                  <a:pt x="36" y="35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39"/>
                  <a:pt x="31" y="41"/>
                  <a:pt x="31" y="42"/>
                </a:cubicBezTo>
                <a:cubicBezTo>
                  <a:pt x="31" y="46"/>
                  <a:pt x="28" y="50"/>
                  <a:pt x="24" y="53"/>
                </a:cubicBezTo>
                <a:cubicBezTo>
                  <a:pt x="20" y="55"/>
                  <a:pt x="16" y="56"/>
                  <a:pt x="13" y="56"/>
                </a:cubicBezTo>
                <a:cubicBezTo>
                  <a:pt x="9" y="56"/>
                  <a:pt x="6" y="55"/>
                  <a:pt x="4" y="53"/>
                </a:cubicBezTo>
                <a:cubicBezTo>
                  <a:pt x="1" y="51"/>
                  <a:pt x="0" y="48"/>
                  <a:pt x="1" y="45"/>
                </a:cubicBezTo>
                <a:cubicBezTo>
                  <a:pt x="1" y="41"/>
                  <a:pt x="4" y="37"/>
                  <a:pt x="8" y="34"/>
                </a:cubicBezTo>
                <a:cubicBezTo>
                  <a:pt x="11" y="32"/>
                  <a:pt x="15" y="30"/>
                  <a:pt x="19" y="30"/>
                </a:cubicBezTo>
                <a:cubicBezTo>
                  <a:pt x="21" y="30"/>
                  <a:pt x="23" y="31"/>
                  <a:pt x="25" y="32"/>
                </a:cubicBezTo>
                <a:cubicBezTo>
                  <a:pt x="25" y="31"/>
                  <a:pt x="26" y="31"/>
                  <a:pt x="26" y="31"/>
                </a:cubicBezTo>
                <a:cubicBezTo>
                  <a:pt x="31" y="28"/>
                  <a:pt x="31" y="28"/>
                  <a:pt x="31" y="28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5"/>
                  <a:pt x="25" y="24"/>
                  <a:pt x="25" y="24"/>
                </a:cubicBezTo>
                <a:cubicBezTo>
                  <a:pt x="23" y="25"/>
                  <a:pt x="21" y="25"/>
                  <a:pt x="19" y="25"/>
                </a:cubicBezTo>
                <a:cubicBezTo>
                  <a:pt x="15" y="25"/>
                  <a:pt x="11" y="24"/>
                  <a:pt x="8" y="22"/>
                </a:cubicBezTo>
                <a:cubicBezTo>
                  <a:pt x="4" y="19"/>
                  <a:pt x="1" y="15"/>
                  <a:pt x="1" y="11"/>
                </a:cubicBezTo>
                <a:cubicBezTo>
                  <a:pt x="0" y="8"/>
                  <a:pt x="1" y="5"/>
                  <a:pt x="4" y="3"/>
                </a:cubicBezTo>
                <a:cubicBezTo>
                  <a:pt x="6" y="1"/>
                  <a:pt x="9" y="0"/>
                  <a:pt x="13" y="0"/>
                </a:cubicBezTo>
                <a:cubicBezTo>
                  <a:pt x="16" y="0"/>
                  <a:pt x="20" y="1"/>
                  <a:pt x="24" y="3"/>
                </a:cubicBezTo>
                <a:cubicBezTo>
                  <a:pt x="28" y="6"/>
                  <a:pt x="31" y="10"/>
                  <a:pt x="31" y="14"/>
                </a:cubicBezTo>
                <a:cubicBezTo>
                  <a:pt x="31" y="15"/>
                  <a:pt x="31" y="17"/>
                  <a:pt x="31" y="18"/>
                </a:cubicBezTo>
                <a:cubicBezTo>
                  <a:pt x="31" y="18"/>
                  <a:pt x="31" y="18"/>
                  <a:pt x="31" y="18"/>
                </a:cubicBezTo>
                <a:cubicBezTo>
                  <a:pt x="36" y="21"/>
                  <a:pt x="36" y="21"/>
                  <a:pt x="36" y="21"/>
                </a:cubicBezTo>
                <a:cubicBezTo>
                  <a:pt x="63" y="5"/>
                  <a:pt x="63" y="5"/>
                  <a:pt x="63" y="5"/>
                </a:cubicBezTo>
                <a:cubicBezTo>
                  <a:pt x="64" y="5"/>
                  <a:pt x="64" y="5"/>
                  <a:pt x="65" y="5"/>
                </a:cubicBezTo>
                <a:cubicBezTo>
                  <a:pt x="65" y="5"/>
                  <a:pt x="66" y="5"/>
                  <a:pt x="66" y="5"/>
                </a:cubicBezTo>
                <a:cubicBezTo>
                  <a:pt x="71" y="8"/>
                  <a:pt x="71" y="8"/>
                  <a:pt x="71" y="8"/>
                </a:cubicBezTo>
                <a:cubicBezTo>
                  <a:pt x="72" y="8"/>
                  <a:pt x="72" y="9"/>
                  <a:pt x="72" y="10"/>
                </a:cubicBezTo>
                <a:cubicBezTo>
                  <a:pt x="73" y="10"/>
                  <a:pt x="72" y="11"/>
                  <a:pt x="71" y="12"/>
                </a:cubicBezTo>
                <a:cubicBezTo>
                  <a:pt x="51" y="28"/>
                  <a:pt x="51" y="28"/>
                  <a:pt x="51" y="28"/>
                </a:cubicBezTo>
                <a:lnTo>
                  <a:pt x="71" y="44"/>
                </a:lnTo>
                <a:close/>
                <a:moveTo>
                  <a:pt x="24" y="38"/>
                </a:moveTo>
                <a:cubicBezTo>
                  <a:pt x="23" y="37"/>
                  <a:pt x="21" y="37"/>
                  <a:pt x="19" y="37"/>
                </a:cubicBezTo>
                <a:cubicBezTo>
                  <a:pt x="17" y="37"/>
                  <a:pt x="14" y="38"/>
                  <a:pt x="11" y="39"/>
                </a:cubicBezTo>
                <a:cubicBezTo>
                  <a:pt x="7" y="42"/>
                  <a:pt x="6" y="46"/>
                  <a:pt x="8" y="48"/>
                </a:cubicBezTo>
                <a:cubicBezTo>
                  <a:pt x="9" y="49"/>
                  <a:pt x="11" y="50"/>
                  <a:pt x="13" y="50"/>
                </a:cubicBezTo>
                <a:cubicBezTo>
                  <a:pt x="15" y="50"/>
                  <a:pt x="18" y="49"/>
                  <a:pt x="20" y="47"/>
                </a:cubicBezTo>
                <a:cubicBezTo>
                  <a:pt x="25" y="45"/>
                  <a:pt x="26" y="41"/>
                  <a:pt x="24" y="38"/>
                </a:cubicBezTo>
                <a:close/>
                <a:moveTo>
                  <a:pt x="20" y="8"/>
                </a:moveTo>
                <a:cubicBezTo>
                  <a:pt x="18" y="7"/>
                  <a:pt x="15" y="6"/>
                  <a:pt x="13" y="6"/>
                </a:cubicBezTo>
                <a:cubicBezTo>
                  <a:pt x="11" y="6"/>
                  <a:pt x="9" y="7"/>
                  <a:pt x="8" y="7"/>
                </a:cubicBezTo>
                <a:cubicBezTo>
                  <a:pt x="6" y="10"/>
                  <a:pt x="7" y="14"/>
                  <a:pt x="11" y="17"/>
                </a:cubicBezTo>
                <a:cubicBezTo>
                  <a:pt x="14" y="18"/>
                  <a:pt x="17" y="19"/>
                  <a:pt x="19" y="19"/>
                </a:cubicBezTo>
                <a:cubicBezTo>
                  <a:pt x="21" y="19"/>
                  <a:pt x="23" y="18"/>
                  <a:pt x="24" y="17"/>
                </a:cubicBezTo>
                <a:cubicBezTo>
                  <a:pt x="26" y="15"/>
                  <a:pt x="25" y="11"/>
                  <a:pt x="20" y="8"/>
                </a:cubicBezTo>
                <a:close/>
                <a:moveTo>
                  <a:pt x="40" y="33"/>
                </a:moveTo>
                <a:cubicBezTo>
                  <a:pt x="70" y="10"/>
                  <a:pt x="70" y="10"/>
                  <a:pt x="70" y="10"/>
                </a:cubicBezTo>
                <a:cubicBezTo>
                  <a:pt x="65" y="7"/>
                  <a:pt x="65" y="7"/>
                  <a:pt x="65" y="7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9"/>
                  <a:pt x="34" y="29"/>
                  <a:pt x="34" y="29"/>
                </a:cubicBezTo>
                <a:cubicBezTo>
                  <a:pt x="27" y="33"/>
                  <a:pt x="27" y="33"/>
                  <a:pt x="27" y="33"/>
                </a:cubicBezTo>
                <a:cubicBezTo>
                  <a:pt x="28" y="33"/>
                  <a:pt x="28" y="33"/>
                  <a:pt x="28" y="33"/>
                </a:cubicBezTo>
                <a:cubicBezTo>
                  <a:pt x="28" y="33"/>
                  <a:pt x="28" y="33"/>
                  <a:pt x="28" y="34"/>
                </a:cubicBezTo>
                <a:cubicBezTo>
                  <a:pt x="28" y="34"/>
                  <a:pt x="29" y="34"/>
                  <a:pt x="29" y="35"/>
                </a:cubicBezTo>
                <a:cubicBezTo>
                  <a:pt x="30" y="36"/>
                  <a:pt x="30" y="36"/>
                  <a:pt x="30" y="36"/>
                </a:cubicBezTo>
                <a:cubicBezTo>
                  <a:pt x="36" y="32"/>
                  <a:pt x="36" y="32"/>
                  <a:pt x="36" y="32"/>
                </a:cubicBezTo>
                <a:lnTo>
                  <a:pt x="40" y="33"/>
                </a:lnTo>
                <a:close/>
                <a:moveTo>
                  <a:pt x="31" y="25"/>
                </a:moveTo>
                <a:cubicBezTo>
                  <a:pt x="31" y="25"/>
                  <a:pt x="31" y="25"/>
                  <a:pt x="31" y="25"/>
                </a:cubicBezTo>
                <a:cubicBezTo>
                  <a:pt x="31" y="24"/>
                  <a:pt x="32" y="23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0" y="20"/>
                  <a:pt x="30" y="20"/>
                  <a:pt x="30" y="20"/>
                </a:cubicBezTo>
                <a:cubicBezTo>
                  <a:pt x="29" y="21"/>
                  <a:pt x="29" y="21"/>
                  <a:pt x="29" y="21"/>
                </a:cubicBezTo>
                <a:cubicBezTo>
                  <a:pt x="29" y="22"/>
                  <a:pt x="28" y="22"/>
                  <a:pt x="28" y="22"/>
                </a:cubicBezTo>
                <a:cubicBezTo>
                  <a:pt x="28" y="22"/>
                  <a:pt x="28" y="22"/>
                  <a:pt x="28" y="22"/>
                </a:cubicBezTo>
                <a:cubicBezTo>
                  <a:pt x="27" y="23"/>
                  <a:pt x="27" y="23"/>
                  <a:pt x="27" y="23"/>
                </a:cubicBezTo>
                <a:lnTo>
                  <a:pt x="31" y="25"/>
                </a:lnTo>
                <a:close/>
                <a:moveTo>
                  <a:pt x="42" y="28"/>
                </a:moveTo>
                <a:cubicBezTo>
                  <a:pt x="42" y="29"/>
                  <a:pt x="40" y="30"/>
                  <a:pt x="39" y="30"/>
                </a:cubicBezTo>
                <a:cubicBezTo>
                  <a:pt x="38" y="30"/>
                  <a:pt x="36" y="29"/>
                  <a:pt x="36" y="28"/>
                </a:cubicBezTo>
                <a:cubicBezTo>
                  <a:pt x="36" y="26"/>
                  <a:pt x="38" y="25"/>
                  <a:pt x="39" y="25"/>
                </a:cubicBezTo>
                <a:cubicBezTo>
                  <a:pt x="40" y="25"/>
                  <a:pt x="42" y="26"/>
                  <a:pt x="42" y="28"/>
                </a:cubicBezTo>
                <a:close/>
                <a:moveTo>
                  <a:pt x="70" y="46"/>
                </a:moveTo>
                <a:cubicBezTo>
                  <a:pt x="49" y="29"/>
                  <a:pt x="49" y="29"/>
                  <a:pt x="49" y="29"/>
                </a:cubicBezTo>
                <a:cubicBezTo>
                  <a:pt x="42" y="35"/>
                  <a:pt x="42" y="35"/>
                  <a:pt x="42" y="35"/>
                </a:cubicBezTo>
                <a:cubicBezTo>
                  <a:pt x="42" y="35"/>
                  <a:pt x="42" y="35"/>
                  <a:pt x="41" y="35"/>
                </a:cubicBezTo>
                <a:cubicBezTo>
                  <a:pt x="65" y="48"/>
                  <a:pt x="65" y="48"/>
                  <a:pt x="65" y="48"/>
                </a:cubicBezTo>
                <a:lnTo>
                  <a:pt x="70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p12"/>
          <p:cNvSpPr/>
          <p:nvPr/>
        </p:nvSpPr>
        <p:spPr>
          <a:xfrm>
            <a:off x="3959225" y="2374900"/>
            <a:ext cx="246063" cy="195263"/>
          </a:xfrm>
          <a:custGeom>
            <a:rect b="b" l="l" r="r" t="t"/>
            <a:pathLst>
              <a:path extrusionOk="0" h="57" w="72">
                <a:moveTo>
                  <a:pt x="72" y="9"/>
                </a:moveTo>
                <a:cubicBezTo>
                  <a:pt x="72" y="10"/>
                  <a:pt x="72" y="11"/>
                  <a:pt x="71" y="11"/>
                </a:cubicBezTo>
                <a:cubicBezTo>
                  <a:pt x="2" y="11"/>
                  <a:pt x="2" y="11"/>
                  <a:pt x="2" y="11"/>
                </a:cubicBezTo>
                <a:cubicBezTo>
                  <a:pt x="1" y="11"/>
                  <a:pt x="0" y="10"/>
                  <a:pt x="0" y="9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72" y="0"/>
                  <a:pt x="72" y="1"/>
                  <a:pt x="72" y="2"/>
                </a:cubicBezTo>
                <a:lnTo>
                  <a:pt x="72" y="9"/>
                </a:lnTo>
                <a:close/>
                <a:moveTo>
                  <a:pt x="72" y="56"/>
                </a:moveTo>
                <a:cubicBezTo>
                  <a:pt x="72" y="56"/>
                  <a:pt x="72" y="57"/>
                  <a:pt x="71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6"/>
                  <a:pt x="0" y="56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1" y="47"/>
                  <a:pt x="2" y="47"/>
                </a:cubicBezTo>
                <a:cubicBezTo>
                  <a:pt x="71" y="47"/>
                  <a:pt x="71" y="47"/>
                  <a:pt x="71" y="47"/>
                </a:cubicBezTo>
                <a:cubicBezTo>
                  <a:pt x="72" y="47"/>
                  <a:pt x="72" y="47"/>
                  <a:pt x="72" y="48"/>
                </a:cubicBezTo>
                <a:lnTo>
                  <a:pt x="72" y="56"/>
                </a:lnTo>
                <a:close/>
                <a:moveTo>
                  <a:pt x="16" y="40"/>
                </a:moveTo>
                <a:cubicBezTo>
                  <a:pt x="16" y="41"/>
                  <a:pt x="15" y="42"/>
                  <a:pt x="15" y="42"/>
                </a:cubicBezTo>
                <a:cubicBezTo>
                  <a:pt x="14" y="42"/>
                  <a:pt x="14" y="41"/>
                  <a:pt x="14" y="41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28"/>
                  <a:pt x="2" y="28"/>
                  <a:pt x="2" y="28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5" y="16"/>
                </a:cubicBezTo>
                <a:cubicBezTo>
                  <a:pt x="15" y="16"/>
                  <a:pt x="16" y="16"/>
                  <a:pt x="16" y="17"/>
                </a:cubicBezTo>
                <a:lnTo>
                  <a:pt x="16" y="40"/>
                </a:lnTo>
                <a:close/>
                <a:moveTo>
                  <a:pt x="72" y="25"/>
                </a:moveTo>
                <a:cubicBezTo>
                  <a:pt x="72" y="26"/>
                  <a:pt x="72" y="26"/>
                  <a:pt x="71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26"/>
                  <a:pt x="26" y="26"/>
                  <a:pt x="26" y="25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6"/>
                  <a:pt x="27" y="16"/>
                  <a:pt x="27" y="16"/>
                </a:cubicBezTo>
                <a:cubicBezTo>
                  <a:pt x="71" y="16"/>
                  <a:pt x="71" y="16"/>
                  <a:pt x="71" y="16"/>
                </a:cubicBezTo>
                <a:cubicBezTo>
                  <a:pt x="72" y="16"/>
                  <a:pt x="72" y="16"/>
                  <a:pt x="72" y="17"/>
                </a:cubicBezTo>
                <a:lnTo>
                  <a:pt x="72" y="25"/>
                </a:lnTo>
                <a:close/>
                <a:moveTo>
                  <a:pt x="72" y="40"/>
                </a:moveTo>
                <a:cubicBezTo>
                  <a:pt x="72" y="41"/>
                  <a:pt x="72" y="42"/>
                  <a:pt x="71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1"/>
                  <a:pt x="26" y="40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32"/>
                  <a:pt x="27" y="31"/>
                  <a:pt x="27" y="31"/>
                </a:cubicBezTo>
                <a:cubicBezTo>
                  <a:pt x="71" y="31"/>
                  <a:pt x="71" y="31"/>
                  <a:pt x="71" y="31"/>
                </a:cubicBezTo>
                <a:cubicBezTo>
                  <a:pt x="72" y="31"/>
                  <a:pt x="72" y="32"/>
                  <a:pt x="72" y="33"/>
                </a:cubicBezTo>
                <a:lnTo>
                  <a:pt x="72" y="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12"/>
          <p:cNvSpPr/>
          <p:nvPr/>
        </p:nvSpPr>
        <p:spPr>
          <a:xfrm>
            <a:off x="4452938" y="2398713"/>
            <a:ext cx="282575" cy="168275"/>
          </a:xfrm>
          <a:custGeom>
            <a:rect b="b" l="l" r="r" t="t"/>
            <a:pathLst>
              <a:path extrusionOk="0" h="106" w="178">
                <a:moveTo>
                  <a:pt x="46" y="0"/>
                </a:moveTo>
                <a:lnTo>
                  <a:pt x="46" y="85"/>
                </a:lnTo>
                <a:lnTo>
                  <a:pt x="0" y="85"/>
                </a:lnTo>
                <a:lnTo>
                  <a:pt x="0" y="24"/>
                </a:lnTo>
                <a:lnTo>
                  <a:pt x="28" y="24"/>
                </a:lnTo>
                <a:lnTo>
                  <a:pt x="28" y="0"/>
                </a:lnTo>
                <a:lnTo>
                  <a:pt x="46" y="0"/>
                </a:lnTo>
                <a:close/>
                <a:moveTo>
                  <a:pt x="28" y="39"/>
                </a:moveTo>
                <a:lnTo>
                  <a:pt x="18" y="39"/>
                </a:lnTo>
                <a:lnTo>
                  <a:pt x="18" y="72"/>
                </a:lnTo>
                <a:lnTo>
                  <a:pt x="28" y="72"/>
                </a:lnTo>
                <a:lnTo>
                  <a:pt x="28" y="39"/>
                </a:lnTo>
                <a:close/>
                <a:moveTo>
                  <a:pt x="52" y="17"/>
                </a:moveTo>
                <a:lnTo>
                  <a:pt x="72" y="17"/>
                </a:lnTo>
                <a:lnTo>
                  <a:pt x="72" y="0"/>
                </a:lnTo>
                <a:lnTo>
                  <a:pt x="52" y="0"/>
                </a:lnTo>
                <a:lnTo>
                  <a:pt x="52" y="17"/>
                </a:lnTo>
                <a:close/>
                <a:moveTo>
                  <a:pt x="52" y="85"/>
                </a:moveTo>
                <a:lnTo>
                  <a:pt x="72" y="85"/>
                </a:lnTo>
                <a:lnTo>
                  <a:pt x="72" y="24"/>
                </a:lnTo>
                <a:lnTo>
                  <a:pt x="52" y="24"/>
                </a:lnTo>
                <a:lnTo>
                  <a:pt x="52" y="85"/>
                </a:lnTo>
                <a:close/>
                <a:moveTo>
                  <a:pt x="124" y="24"/>
                </a:moveTo>
                <a:lnTo>
                  <a:pt x="124" y="106"/>
                </a:lnTo>
                <a:lnTo>
                  <a:pt x="78" y="106"/>
                </a:lnTo>
                <a:lnTo>
                  <a:pt x="78" y="91"/>
                </a:lnTo>
                <a:lnTo>
                  <a:pt x="106" y="91"/>
                </a:lnTo>
                <a:lnTo>
                  <a:pt x="106" y="85"/>
                </a:lnTo>
                <a:lnTo>
                  <a:pt x="78" y="85"/>
                </a:lnTo>
                <a:lnTo>
                  <a:pt x="78" y="24"/>
                </a:lnTo>
                <a:lnTo>
                  <a:pt x="124" y="24"/>
                </a:lnTo>
                <a:close/>
                <a:moveTo>
                  <a:pt x="106" y="39"/>
                </a:moveTo>
                <a:lnTo>
                  <a:pt x="96" y="39"/>
                </a:lnTo>
                <a:lnTo>
                  <a:pt x="96" y="72"/>
                </a:lnTo>
                <a:lnTo>
                  <a:pt x="106" y="72"/>
                </a:lnTo>
                <a:lnTo>
                  <a:pt x="106" y="39"/>
                </a:lnTo>
                <a:close/>
                <a:moveTo>
                  <a:pt x="178" y="24"/>
                </a:moveTo>
                <a:lnTo>
                  <a:pt x="178" y="106"/>
                </a:lnTo>
                <a:lnTo>
                  <a:pt x="132" y="106"/>
                </a:lnTo>
                <a:lnTo>
                  <a:pt x="132" y="91"/>
                </a:lnTo>
                <a:lnTo>
                  <a:pt x="161" y="91"/>
                </a:lnTo>
                <a:lnTo>
                  <a:pt x="161" y="85"/>
                </a:lnTo>
                <a:lnTo>
                  <a:pt x="132" y="85"/>
                </a:lnTo>
                <a:lnTo>
                  <a:pt x="132" y="24"/>
                </a:lnTo>
                <a:lnTo>
                  <a:pt x="178" y="24"/>
                </a:lnTo>
                <a:close/>
                <a:moveTo>
                  <a:pt x="161" y="39"/>
                </a:moveTo>
                <a:lnTo>
                  <a:pt x="150" y="39"/>
                </a:lnTo>
                <a:lnTo>
                  <a:pt x="150" y="72"/>
                </a:lnTo>
                <a:lnTo>
                  <a:pt x="161" y="72"/>
                </a:lnTo>
                <a:lnTo>
                  <a:pt x="161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1" name="Google Shape;3161;p12"/>
          <p:cNvSpPr/>
          <p:nvPr/>
        </p:nvSpPr>
        <p:spPr>
          <a:xfrm>
            <a:off x="4948238" y="2374900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27"/>
                </a:moveTo>
                <a:cubicBezTo>
                  <a:pt x="18" y="31"/>
                  <a:pt x="5" y="30"/>
                  <a:pt x="4" y="30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8"/>
                  <a:pt x="7" y="44"/>
                  <a:pt x="11" y="49"/>
                </a:cubicBezTo>
                <a:cubicBezTo>
                  <a:pt x="18" y="36"/>
                  <a:pt x="32" y="31"/>
                  <a:pt x="32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0"/>
                  <a:pt x="32" y="28"/>
                  <a:pt x="31" y="27"/>
                </a:cubicBezTo>
                <a:close/>
                <a:moveTo>
                  <a:pt x="19" y="7"/>
                </a:moveTo>
                <a:cubicBezTo>
                  <a:pt x="12" y="11"/>
                  <a:pt x="7" y="18"/>
                  <a:pt x="5" y="26"/>
                </a:cubicBezTo>
                <a:cubicBezTo>
                  <a:pt x="6" y="26"/>
                  <a:pt x="17" y="26"/>
                  <a:pt x="29" y="23"/>
                </a:cubicBezTo>
                <a:cubicBezTo>
                  <a:pt x="25" y="15"/>
                  <a:pt x="20" y="8"/>
                  <a:pt x="19" y="7"/>
                </a:cubicBezTo>
                <a:close/>
                <a:moveTo>
                  <a:pt x="35" y="36"/>
                </a:moveTo>
                <a:cubicBezTo>
                  <a:pt x="35" y="36"/>
                  <a:pt x="35" y="36"/>
                  <a:pt x="35" y="36"/>
                </a:cubicBezTo>
                <a:cubicBezTo>
                  <a:pt x="35" y="36"/>
                  <a:pt x="19" y="41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8" y="55"/>
                  <a:pt x="24" y="58"/>
                  <a:pt x="31" y="58"/>
                </a:cubicBezTo>
                <a:cubicBezTo>
                  <a:pt x="34" y="58"/>
                  <a:pt x="38" y="57"/>
                  <a:pt x="41" y="56"/>
                </a:cubicBezTo>
                <a:cubicBezTo>
                  <a:pt x="40" y="53"/>
                  <a:pt x="39" y="45"/>
                  <a:pt x="35" y="36"/>
                </a:cubicBezTo>
                <a:close/>
                <a:moveTo>
                  <a:pt x="24" y="6"/>
                </a:moveTo>
                <a:cubicBezTo>
                  <a:pt x="24" y="6"/>
                  <a:pt x="24" y="6"/>
                  <a:pt x="24" y="6"/>
                </a:cubicBezTo>
                <a:cubicBezTo>
                  <a:pt x="24" y="6"/>
                  <a:pt x="24" y="6"/>
                  <a:pt x="24" y="6"/>
                </a:cubicBezTo>
                <a:close/>
                <a:moveTo>
                  <a:pt x="31" y="5"/>
                </a:moveTo>
                <a:cubicBezTo>
                  <a:pt x="28" y="5"/>
                  <a:pt x="26" y="5"/>
                  <a:pt x="24" y="6"/>
                </a:cubicBezTo>
                <a:cubicBezTo>
                  <a:pt x="25" y="6"/>
                  <a:pt x="30" y="13"/>
                  <a:pt x="34" y="21"/>
                </a:cubicBezTo>
                <a:cubicBezTo>
                  <a:pt x="44" y="17"/>
                  <a:pt x="48" y="12"/>
                  <a:pt x="48" y="12"/>
                </a:cubicBezTo>
                <a:cubicBezTo>
                  <a:pt x="43" y="7"/>
                  <a:pt x="37" y="5"/>
                  <a:pt x="31" y="5"/>
                </a:cubicBezTo>
                <a:close/>
                <a:moveTo>
                  <a:pt x="51" y="15"/>
                </a:moveTo>
                <a:cubicBezTo>
                  <a:pt x="51" y="15"/>
                  <a:pt x="47" y="21"/>
                  <a:pt x="36" y="25"/>
                </a:cubicBezTo>
                <a:cubicBezTo>
                  <a:pt x="37" y="26"/>
                  <a:pt x="37" y="28"/>
                  <a:pt x="38" y="29"/>
                </a:cubicBezTo>
                <a:cubicBezTo>
                  <a:pt x="38" y="29"/>
                  <a:pt x="38" y="30"/>
                  <a:pt x="39" y="30"/>
                </a:cubicBezTo>
                <a:cubicBezTo>
                  <a:pt x="48" y="29"/>
                  <a:pt x="57" y="31"/>
                  <a:pt x="57" y="31"/>
                </a:cubicBezTo>
                <a:cubicBezTo>
                  <a:pt x="57" y="25"/>
                  <a:pt x="55" y="19"/>
                  <a:pt x="51" y="15"/>
                </a:cubicBezTo>
                <a:close/>
                <a:moveTo>
                  <a:pt x="40" y="34"/>
                </a:moveTo>
                <a:cubicBezTo>
                  <a:pt x="44" y="44"/>
                  <a:pt x="45" y="52"/>
                  <a:pt x="45" y="53"/>
                </a:cubicBezTo>
                <a:cubicBezTo>
                  <a:pt x="51" y="49"/>
                  <a:pt x="55" y="43"/>
                  <a:pt x="57" y="35"/>
                </a:cubicBezTo>
                <a:cubicBezTo>
                  <a:pt x="56" y="35"/>
                  <a:pt x="49" y="33"/>
                  <a:pt x="40" y="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12"/>
          <p:cNvSpPr/>
          <p:nvPr/>
        </p:nvSpPr>
        <p:spPr>
          <a:xfrm>
            <a:off x="5443538" y="2392363"/>
            <a:ext cx="215900" cy="177800"/>
          </a:xfrm>
          <a:custGeom>
            <a:rect b="b" l="l" r="r" t="t"/>
            <a:pathLst>
              <a:path extrusionOk="0" h="52" w="63">
                <a:moveTo>
                  <a:pt x="30" y="1"/>
                </a:moveTo>
                <a:cubicBezTo>
                  <a:pt x="31" y="0"/>
                  <a:pt x="32" y="0"/>
                  <a:pt x="33" y="1"/>
                </a:cubicBezTo>
                <a:cubicBezTo>
                  <a:pt x="62" y="30"/>
                  <a:pt x="62" y="30"/>
                  <a:pt x="62" y="30"/>
                </a:cubicBezTo>
                <a:cubicBezTo>
                  <a:pt x="63" y="31"/>
                  <a:pt x="62" y="31"/>
                  <a:pt x="61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0" y="31"/>
                  <a:pt x="0" y="31"/>
                  <a:pt x="1" y="30"/>
                </a:cubicBezTo>
                <a:lnTo>
                  <a:pt x="30" y="1"/>
                </a:lnTo>
                <a:close/>
                <a:moveTo>
                  <a:pt x="3" y="52"/>
                </a:moveTo>
                <a:cubicBezTo>
                  <a:pt x="2" y="52"/>
                  <a:pt x="1" y="51"/>
                  <a:pt x="1" y="49"/>
                </a:cubicBezTo>
                <a:cubicBezTo>
                  <a:pt x="1" y="39"/>
                  <a:pt x="1" y="39"/>
                  <a:pt x="1" y="39"/>
                </a:cubicBezTo>
                <a:cubicBezTo>
                  <a:pt x="1" y="38"/>
                  <a:pt x="2" y="37"/>
                  <a:pt x="3" y="37"/>
                </a:cubicBezTo>
                <a:cubicBezTo>
                  <a:pt x="60" y="37"/>
                  <a:pt x="60" y="37"/>
                  <a:pt x="60" y="37"/>
                </a:cubicBezTo>
                <a:cubicBezTo>
                  <a:pt x="61" y="37"/>
                  <a:pt x="62" y="38"/>
                  <a:pt x="62" y="39"/>
                </a:cubicBezTo>
                <a:cubicBezTo>
                  <a:pt x="62" y="49"/>
                  <a:pt x="62" y="49"/>
                  <a:pt x="62" y="49"/>
                </a:cubicBezTo>
                <a:cubicBezTo>
                  <a:pt x="62" y="51"/>
                  <a:pt x="61" y="52"/>
                  <a:pt x="60" y="52"/>
                </a:cubicBezTo>
                <a:lnTo>
                  <a:pt x="3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p12"/>
          <p:cNvSpPr/>
          <p:nvPr/>
        </p:nvSpPr>
        <p:spPr>
          <a:xfrm>
            <a:off x="5937250" y="2395538"/>
            <a:ext cx="247650" cy="192087"/>
          </a:xfrm>
          <a:custGeom>
            <a:rect b="b" l="l" r="r" t="t"/>
            <a:pathLst>
              <a:path extrusionOk="0" h="56" w="72">
                <a:moveTo>
                  <a:pt x="66" y="17"/>
                </a:moveTo>
                <a:cubicBezTo>
                  <a:pt x="59" y="21"/>
                  <a:pt x="53" y="26"/>
                  <a:pt x="47" y="30"/>
                </a:cubicBezTo>
                <a:cubicBezTo>
                  <a:pt x="44" y="32"/>
                  <a:pt x="40" y="36"/>
                  <a:pt x="37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3" y="36"/>
                  <a:pt x="29" y="32"/>
                  <a:pt x="26" y="30"/>
                </a:cubicBezTo>
                <a:cubicBezTo>
                  <a:pt x="20" y="26"/>
                  <a:pt x="14" y="21"/>
                  <a:pt x="7" y="17"/>
                </a:cubicBezTo>
                <a:cubicBezTo>
                  <a:pt x="5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70" y="0"/>
                  <a:pt x="72" y="2"/>
                  <a:pt x="72" y="6"/>
                </a:cubicBezTo>
                <a:cubicBezTo>
                  <a:pt x="72" y="11"/>
                  <a:pt x="69" y="15"/>
                  <a:pt x="66" y="17"/>
                </a:cubicBezTo>
                <a:close/>
                <a:moveTo>
                  <a:pt x="72" y="50"/>
                </a:moveTo>
                <a:cubicBezTo>
                  <a:pt x="72" y="53"/>
                  <a:pt x="70" y="56"/>
                  <a:pt x="66" y="56"/>
                </a:cubicBezTo>
                <a:cubicBezTo>
                  <a:pt x="7" y="56"/>
                  <a:pt x="7" y="56"/>
                  <a:pt x="7" y="56"/>
                </a:cubicBezTo>
                <a:cubicBezTo>
                  <a:pt x="3" y="56"/>
                  <a:pt x="0" y="53"/>
                  <a:pt x="0" y="50"/>
                </a:cubicBezTo>
                <a:cubicBezTo>
                  <a:pt x="0" y="18"/>
                  <a:pt x="0" y="18"/>
                  <a:pt x="0" y="18"/>
                </a:cubicBezTo>
                <a:cubicBezTo>
                  <a:pt x="2" y="19"/>
                  <a:pt x="3" y="20"/>
                  <a:pt x="5" y="21"/>
                </a:cubicBezTo>
                <a:cubicBezTo>
                  <a:pt x="11" y="26"/>
                  <a:pt x="18" y="30"/>
                  <a:pt x="24" y="35"/>
                </a:cubicBezTo>
                <a:cubicBezTo>
                  <a:pt x="28" y="38"/>
                  <a:pt x="32" y="41"/>
                  <a:pt x="36" y="41"/>
                </a:cubicBezTo>
                <a:cubicBezTo>
                  <a:pt x="36" y="41"/>
                  <a:pt x="36" y="41"/>
                  <a:pt x="36" y="41"/>
                </a:cubicBezTo>
                <a:cubicBezTo>
                  <a:pt x="37" y="41"/>
                  <a:pt x="37" y="41"/>
                  <a:pt x="37" y="41"/>
                </a:cubicBezTo>
                <a:cubicBezTo>
                  <a:pt x="41" y="41"/>
                  <a:pt x="45" y="38"/>
                  <a:pt x="48" y="35"/>
                </a:cubicBezTo>
                <a:cubicBezTo>
                  <a:pt x="55" y="30"/>
                  <a:pt x="62" y="26"/>
                  <a:pt x="68" y="21"/>
                </a:cubicBezTo>
                <a:cubicBezTo>
                  <a:pt x="70" y="20"/>
                  <a:pt x="71" y="19"/>
                  <a:pt x="72" y="18"/>
                </a:cubicBezTo>
                <a:lnTo>
                  <a:pt x="72" y="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12"/>
          <p:cNvSpPr/>
          <p:nvPr/>
        </p:nvSpPr>
        <p:spPr>
          <a:xfrm>
            <a:off x="6432550" y="2374900"/>
            <a:ext cx="141288" cy="195263"/>
          </a:xfrm>
          <a:custGeom>
            <a:rect b="b" l="l" r="r" t="t"/>
            <a:pathLst>
              <a:path extrusionOk="0" h="57" w="41">
                <a:moveTo>
                  <a:pt x="40" y="54"/>
                </a:moveTo>
                <a:cubicBezTo>
                  <a:pt x="41" y="55"/>
                  <a:pt x="40" y="55"/>
                  <a:pt x="40" y="56"/>
                </a:cubicBezTo>
                <a:cubicBezTo>
                  <a:pt x="39" y="56"/>
                  <a:pt x="36" y="57"/>
                  <a:pt x="31" y="57"/>
                </a:cubicBezTo>
                <a:cubicBezTo>
                  <a:pt x="18" y="57"/>
                  <a:pt x="8" y="49"/>
                  <a:pt x="5" y="38"/>
                </a:cubicBezTo>
                <a:cubicBezTo>
                  <a:pt x="1" y="38"/>
                  <a:pt x="1" y="38"/>
                  <a:pt x="1" y="38"/>
                </a:cubicBezTo>
                <a:cubicBezTo>
                  <a:pt x="0" y="38"/>
                  <a:pt x="0" y="37"/>
                  <a:pt x="0" y="36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1"/>
                  <a:pt x="0" y="31"/>
                  <a:pt x="1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29"/>
                  <a:pt x="4" y="28"/>
                  <a:pt x="4" y="26"/>
                </a:cubicBezTo>
                <a:cubicBezTo>
                  <a:pt x="1" y="26"/>
                  <a:pt x="1" y="26"/>
                  <a:pt x="1" y="26"/>
                </a:cubicBezTo>
                <a:cubicBezTo>
                  <a:pt x="0" y="26"/>
                  <a:pt x="0" y="26"/>
                  <a:pt x="0" y="25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19"/>
                  <a:pt x="1" y="19"/>
                </a:cubicBezTo>
                <a:cubicBezTo>
                  <a:pt x="5" y="19"/>
                  <a:pt x="5" y="19"/>
                  <a:pt x="5" y="19"/>
                </a:cubicBezTo>
                <a:cubicBezTo>
                  <a:pt x="9" y="8"/>
                  <a:pt x="19" y="0"/>
                  <a:pt x="31" y="0"/>
                </a:cubicBezTo>
                <a:cubicBezTo>
                  <a:pt x="35" y="0"/>
                  <a:pt x="38" y="1"/>
                  <a:pt x="39" y="1"/>
                </a:cubicBezTo>
                <a:cubicBezTo>
                  <a:pt x="39" y="1"/>
                  <a:pt x="39" y="2"/>
                  <a:pt x="39" y="2"/>
                </a:cubicBezTo>
                <a:cubicBezTo>
                  <a:pt x="40" y="2"/>
                  <a:pt x="40" y="3"/>
                  <a:pt x="40" y="3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6" y="10"/>
                </a:cubicBezTo>
                <a:cubicBezTo>
                  <a:pt x="36" y="10"/>
                  <a:pt x="34" y="10"/>
                  <a:pt x="31" y="10"/>
                </a:cubicBezTo>
                <a:cubicBezTo>
                  <a:pt x="24" y="10"/>
                  <a:pt x="18" y="13"/>
                  <a:pt x="16" y="19"/>
                </a:cubicBezTo>
                <a:cubicBezTo>
                  <a:pt x="34" y="19"/>
                  <a:pt x="34" y="19"/>
                  <a:pt x="34" y="19"/>
                </a:cubicBezTo>
                <a:cubicBezTo>
                  <a:pt x="35" y="19"/>
                  <a:pt x="35" y="19"/>
                  <a:pt x="35" y="20"/>
                </a:cubicBezTo>
                <a:cubicBezTo>
                  <a:pt x="36" y="20"/>
                  <a:pt x="36" y="20"/>
                  <a:pt x="36" y="21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6"/>
                  <a:pt x="34" y="26"/>
                  <a:pt x="33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4" y="28"/>
                  <a:pt x="14" y="29"/>
                  <a:pt x="14" y="31"/>
                </a:cubicBezTo>
                <a:cubicBezTo>
                  <a:pt x="32" y="31"/>
                  <a:pt x="32" y="31"/>
                  <a:pt x="32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4" y="32"/>
                  <a:pt x="33" y="32"/>
                </a:cubicBezTo>
                <a:cubicBezTo>
                  <a:pt x="33" y="37"/>
                  <a:pt x="33" y="37"/>
                  <a:pt x="33" y="37"/>
                </a:cubicBezTo>
                <a:cubicBezTo>
                  <a:pt x="32" y="37"/>
                  <a:pt x="32" y="38"/>
                  <a:pt x="31" y="38"/>
                </a:cubicBezTo>
                <a:cubicBezTo>
                  <a:pt x="16" y="38"/>
                  <a:pt x="16" y="38"/>
                  <a:pt x="16" y="38"/>
                </a:cubicBezTo>
                <a:cubicBezTo>
                  <a:pt x="18" y="44"/>
                  <a:pt x="24" y="48"/>
                  <a:pt x="31" y="48"/>
                </a:cubicBezTo>
                <a:cubicBezTo>
                  <a:pt x="34" y="48"/>
                  <a:pt x="37" y="47"/>
                  <a:pt x="37" y="47"/>
                </a:cubicBezTo>
                <a:cubicBezTo>
                  <a:pt x="38" y="47"/>
                  <a:pt x="38" y="47"/>
                  <a:pt x="38" y="47"/>
                </a:cubicBezTo>
                <a:cubicBezTo>
                  <a:pt x="39" y="47"/>
                  <a:pt x="39" y="47"/>
                  <a:pt x="39" y="48"/>
                </a:cubicBezTo>
                <a:lnTo>
                  <a:pt x="40" y="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5" name="Google Shape;3165;p12"/>
          <p:cNvSpPr/>
          <p:nvPr/>
        </p:nvSpPr>
        <p:spPr>
          <a:xfrm>
            <a:off x="6927850" y="2374900"/>
            <a:ext cx="212725" cy="212725"/>
          </a:xfrm>
          <a:custGeom>
            <a:rect b="b" l="l" r="r" t="t"/>
            <a:pathLst>
              <a:path extrusionOk="0" h="62" w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37" y="12"/>
                </a:moveTo>
                <a:cubicBezTo>
                  <a:pt x="37" y="11"/>
                  <a:pt x="37" y="11"/>
                  <a:pt x="37" y="11"/>
                </a:cubicBezTo>
                <a:cubicBezTo>
                  <a:pt x="36" y="11"/>
                  <a:pt x="36" y="11"/>
                  <a:pt x="36" y="11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11"/>
                  <a:pt x="26" y="11"/>
                  <a:pt x="26" y="11"/>
                </a:cubicBezTo>
                <a:cubicBezTo>
                  <a:pt x="26" y="11"/>
                  <a:pt x="26" y="11"/>
                  <a:pt x="26" y="12"/>
                </a:cubicBezTo>
                <a:cubicBezTo>
                  <a:pt x="26" y="37"/>
                  <a:pt x="26" y="37"/>
                  <a:pt x="26" y="37"/>
                </a:cubicBezTo>
                <a:cubicBezTo>
                  <a:pt x="26" y="37"/>
                  <a:pt x="27" y="38"/>
                  <a:pt x="28" y="38"/>
                </a:cubicBezTo>
                <a:cubicBezTo>
                  <a:pt x="35" y="38"/>
                  <a:pt x="35" y="38"/>
                  <a:pt x="35" y="38"/>
                </a:cubicBezTo>
                <a:cubicBezTo>
                  <a:pt x="36" y="38"/>
                  <a:pt x="36" y="37"/>
                  <a:pt x="36" y="37"/>
                </a:cubicBezTo>
                <a:lnTo>
                  <a:pt x="37" y="12"/>
                </a:lnTo>
                <a:close/>
                <a:moveTo>
                  <a:pt x="36" y="43"/>
                </a:moveTo>
                <a:cubicBezTo>
                  <a:pt x="36" y="42"/>
                  <a:pt x="36" y="42"/>
                  <a:pt x="35" y="42"/>
                </a:cubicBezTo>
                <a:cubicBezTo>
                  <a:pt x="28" y="42"/>
                  <a:pt x="28" y="42"/>
                  <a:pt x="28" y="42"/>
                </a:cubicBezTo>
                <a:cubicBezTo>
                  <a:pt x="27" y="42"/>
                  <a:pt x="26" y="42"/>
                  <a:pt x="26" y="43"/>
                </a:cubicBezTo>
                <a:cubicBezTo>
                  <a:pt x="26" y="51"/>
                  <a:pt x="26" y="51"/>
                  <a:pt x="26" y="51"/>
                </a:cubicBezTo>
                <a:cubicBezTo>
                  <a:pt x="26" y="51"/>
                  <a:pt x="27" y="52"/>
                  <a:pt x="28" y="52"/>
                </a:cubicBezTo>
                <a:cubicBezTo>
                  <a:pt x="35" y="52"/>
                  <a:pt x="35" y="52"/>
                  <a:pt x="35" y="52"/>
                </a:cubicBezTo>
                <a:cubicBezTo>
                  <a:pt x="36" y="52"/>
                  <a:pt x="36" y="51"/>
                  <a:pt x="36" y="51"/>
                </a:cubicBezTo>
                <a:lnTo>
                  <a:pt x="36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12"/>
          <p:cNvSpPr/>
          <p:nvPr/>
        </p:nvSpPr>
        <p:spPr>
          <a:xfrm>
            <a:off x="7423150" y="2374900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51" y="13"/>
                </a:moveTo>
                <a:cubicBezTo>
                  <a:pt x="51" y="12"/>
                  <a:pt x="50" y="11"/>
                  <a:pt x="49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8" y="11"/>
                  <a:pt x="27" y="11"/>
                  <a:pt x="27" y="12"/>
                </a:cubicBezTo>
                <a:cubicBezTo>
                  <a:pt x="27" y="13"/>
                  <a:pt x="27" y="14"/>
                  <a:pt x="28" y="15"/>
                </a:cubicBezTo>
                <a:cubicBezTo>
                  <a:pt x="33" y="21"/>
                  <a:pt x="33" y="21"/>
                  <a:pt x="33" y="21"/>
                </a:cubicBezTo>
                <a:cubicBezTo>
                  <a:pt x="12" y="42"/>
                  <a:pt x="12" y="42"/>
                  <a:pt x="12" y="42"/>
                </a:cubicBezTo>
                <a:cubicBezTo>
                  <a:pt x="11" y="43"/>
                  <a:pt x="11" y="45"/>
                  <a:pt x="12" y="46"/>
                </a:cubicBezTo>
                <a:cubicBezTo>
                  <a:pt x="16" y="50"/>
                  <a:pt x="16" y="50"/>
                  <a:pt x="16" y="50"/>
                </a:cubicBezTo>
                <a:cubicBezTo>
                  <a:pt x="17" y="51"/>
                  <a:pt x="19" y="51"/>
                  <a:pt x="20" y="50"/>
                </a:cubicBezTo>
                <a:cubicBezTo>
                  <a:pt x="41" y="29"/>
                  <a:pt x="41" y="29"/>
                  <a:pt x="41" y="29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8" y="35"/>
                  <a:pt x="49" y="35"/>
                </a:cubicBezTo>
                <a:cubicBezTo>
                  <a:pt x="49" y="35"/>
                  <a:pt x="49" y="35"/>
                  <a:pt x="50" y="35"/>
                </a:cubicBezTo>
                <a:cubicBezTo>
                  <a:pt x="51" y="35"/>
                  <a:pt x="51" y="34"/>
                  <a:pt x="51" y="33"/>
                </a:cubicBezTo>
                <a:lnTo>
                  <a:pt x="51" y="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12"/>
          <p:cNvSpPr/>
          <p:nvPr/>
        </p:nvSpPr>
        <p:spPr>
          <a:xfrm>
            <a:off x="7931150" y="2357438"/>
            <a:ext cx="120650" cy="230187"/>
          </a:xfrm>
          <a:custGeom>
            <a:rect b="b" l="l" r="r" t="t"/>
            <a:pathLst>
              <a:path extrusionOk="0" h="67" w="35">
                <a:moveTo>
                  <a:pt x="35" y="11"/>
                </a:moveTo>
                <a:cubicBezTo>
                  <a:pt x="29" y="11"/>
                  <a:pt x="29" y="11"/>
                  <a:pt x="29" y="11"/>
                </a:cubicBezTo>
                <a:cubicBezTo>
                  <a:pt x="24" y="11"/>
                  <a:pt x="23" y="14"/>
                  <a:pt x="23" y="17"/>
                </a:cubicBezTo>
                <a:cubicBezTo>
                  <a:pt x="23" y="25"/>
                  <a:pt x="23" y="25"/>
                  <a:pt x="23" y="25"/>
                </a:cubicBezTo>
                <a:cubicBezTo>
                  <a:pt x="35" y="25"/>
                  <a:pt x="35" y="25"/>
                  <a:pt x="35" y="25"/>
                </a:cubicBezTo>
                <a:cubicBezTo>
                  <a:pt x="33" y="37"/>
                  <a:pt x="33" y="37"/>
                  <a:pt x="33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67"/>
                  <a:pt x="23" y="67"/>
                  <a:pt x="23" y="67"/>
                </a:cubicBezTo>
                <a:cubicBezTo>
                  <a:pt x="11" y="67"/>
                  <a:pt x="11" y="67"/>
                  <a:pt x="11" y="67"/>
                </a:cubicBezTo>
                <a:cubicBezTo>
                  <a:pt x="11" y="37"/>
                  <a:pt x="11" y="37"/>
                  <a:pt x="11" y="37"/>
                </a:cubicBezTo>
                <a:cubicBezTo>
                  <a:pt x="0" y="37"/>
                  <a:pt x="0" y="37"/>
                  <a:pt x="0" y="37"/>
                </a:cubicBezTo>
                <a:cubicBezTo>
                  <a:pt x="0" y="25"/>
                  <a:pt x="0" y="25"/>
                  <a:pt x="0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11" y="16"/>
                  <a:pt x="11" y="16"/>
                  <a:pt x="11" y="16"/>
                </a:cubicBezTo>
                <a:cubicBezTo>
                  <a:pt x="11" y="6"/>
                  <a:pt x="17" y="0"/>
                  <a:pt x="26" y="0"/>
                </a:cubicBezTo>
                <a:cubicBezTo>
                  <a:pt x="30" y="0"/>
                  <a:pt x="34" y="1"/>
                  <a:pt x="35" y="1"/>
                </a:cubicBezTo>
                <a:lnTo>
                  <a:pt x="35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12"/>
          <p:cNvSpPr/>
          <p:nvPr/>
        </p:nvSpPr>
        <p:spPr>
          <a:xfrm>
            <a:off x="8412163" y="2357438"/>
            <a:ext cx="247650" cy="247650"/>
          </a:xfrm>
          <a:custGeom>
            <a:rect b="b" l="l" r="r" t="t"/>
            <a:pathLst>
              <a:path extrusionOk="0" h="72" w="72">
                <a:moveTo>
                  <a:pt x="18" y="22"/>
                </a:moveTo>
                <a:cubicBezTo>
                  <a:pt x="18" y="66"/>
                  <a:pt x="18" y="66"/>
                  <a:pt x="18" y="66"/>
                </a:cubicBezTo>
                <a:cubicBezTo>
                  <a:pt x="18" y="69"/>
                  <a:pt x="15" y="72"/>
                  <a:pt x="11" y="72"/>
                </a:cubicBezTo>
                <a:cubicBezTo>
                  <a:pt x="6" y="72"/>
                  <a:pt x="6" y="72"/>
                  <a:pt x="6" y="72"/>
                </a:cubicBezTo>
                <a:cubicBezTo>
                  <a:pt x="3" y="72"/>
                  <a:pt x="0" y="69"/>
                  <a:pt x="0" y="66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19"/>
                  <a:pt x="3" y="16"/>
                  <a:pt x="6" y="16"/>
                </a:cubicBezTo>
                <a:cubicBezTo>
                  <a:pt x="11" y="16"/>
                  <a:pt x="11" y="16"/>
                  <a:pt x="11" y="16"/>
                </a:cubicBezTo>
                <a:cubicBezTo>
                  <a:pt x="15" y="16"/>
                  <a:pt x="18" y="19"/>
                  <a:pt x="18" y="22"/>
                </a:cubicBezTo>
                <a:close/>
                <a:moveTo>
                  <a:pt x="72" y="31"/>
                </a:moveTo>
                <a:cubicBezTo>
                  <a:pt x="72" y="62"/>
                  <a:pt x="72" y="62"/>
                  <a:pt x="72" y="62"/>
                </a:cubicBezTo>
                <a:cubicBezTo>
                  <a:pt x="72" y="68"/>
                  <a:pt x="67" y="72"/>
                  <a:pt x="61" y="72"/>
                </a:cubicBezTo>
                <a:cubicBezTo>
                  <a:pt x="27" y="72"/>
                  <a:pt x="27" y="72"/>
                  <a:pt x="27" y="72"/>
                </a:cubicBezTo>
                <a:cubicBezTo>
                  <a:pt x="23" y="72"/>
                  <a:pt x="20" y="69"/>
                  <a:pt x="20" y="66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2"/>
                  <a:pt x="22" y="0"/>
                  <a:pt x="24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3" y="0"/>
                  <a:pt x="56" y="2"/>
                  <a:pt x="58" y="3"/>
                </a:cubicBezTo>
                <a:cubicBezTo>
                  <a:pt x="64" y="9"/>
                  <a:pt x="64" y="9"/>
                  <a:pt x="64" y="9"/>
                </a:cubicBezTo>
                <a:cubicBezTo>
                  <a:pt x="65" y="11"/>
                  <a:pt x="67" y="14"/>
                  <a:pt x="67" y="16"/>
                </a:cubicBezTo>
                <a:cubicBezTo>
                  <a:pt x="67" y="22"/>
                  <a:pt x="67" y="22"/>
                  <a:pt x="67" y="22"/>
                </a:cubicBezTo>
                <a:cubicBezTo>
                  <a:pt x="70" y="24"/>
                  <a:pt x="72" y="27"/>
                  <a:pt x="72" y="31"/>
                </a:cubicBezTo>
                <a:close/>
                <a:moveTo>
                  <a:pt x="61" y="16"/>
                </a:moveTo>
                <a:cubicBezTo>
                  <a:pt x="55" y="16"/>
                  <a:pt x="55" y="16"/>
                  <a:pt x="55" y="16"/>
                </a:cubicBezTo>
                <a:cubicBezTo>
                  <a:pt x="53" y="16"/>
                  <a:pt x="51" y="14"/>
                  <a:pt x="51" y="12"/>
                </a:cubicBezTo>
                <a:cubicBezTo>
                  <a:pt x="51" y="5"/>
                  <a:pt x="51" y="5"/>
                  <a:pt x="51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26"/>
                  <a:pt x="25" y="26"/>
                  <a:pt x="25" y="26"/>
                </a:cubicBezTo>
                <a:cubicBezTo>
                  <a:pt x="61" y="26"/>
                  <a:pt x="61" y="26"/>
                  <a:pt x="61" y="26"/>
                </a:cubicBezTo>
                <a:lnTo>
                  <a:pt x="61" y="16"/>
                </a:lnTo>
                <a:close/>
                <a:moveTo>
                  <a:pt x="37" y="36"/>
                </a:moveTo>
                <a:cubicBezTo>
                  <a:pt x="37" y="36"/>
                  <a:pt x="36" y="35"/>
                  <a:pt x="36" y="35"/>
                </a:cubicBezTo>
                <a:cubicBezTo>
                  <a:pt x="31" y="35"/>
                  <a:pt x="31" y="35"/>
                  <a:pt x="31" y="35"/>
                </a:cubicBezTo>
                <a:cubicBezTo>
                  <a:pt x="30" y="35"/>
                  <a:pt x="29" y="36"/>
                  <a:pt x="29" y="36"/>
                </a:cubicBezTo>
                <a:cubicBezTo>
                  <a:pt x="29" y="41"/>
                  <a:pt x="29" y="41"/>
                  <a:pt x="29" y="41"/>
                </a:cubicBezTo>
                <a:cubicBezTo>
                  <a:pt x="29" y="42"/>
                  <a:pt x="30" y="43"/>
                  <a:pt x="31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43"/>
                  <a:pt x="37" y="42"/>
                  <a:pt x="37" y="41"/>
                </a:cubicBezTo>
                <a:lnTo>
                  <a:pt x="37" y="36"/>
                </a:lnTo>
                <a:close/>
                <a:moveTo>
                  <a:pt x="37" y="47"/>
                </a:moveTo>
                <a:cubicBezTo>
                  <a:pt x="37" y="46"/>
                  <a:pt x="36" y="45"/>
                  <a:pt x="36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30" y="45"/>
                  <a:pt x="29" y="46"/>
                  <a:pt x="29" y="47"/>
                </a:cubicBezTo>
                <a:cubicBezTo>
                  <a:pt x="29" y="52"/>
                  <a:pt x="29" y="52"/>
                  <a:pt x="29" y="52"/>
                </a:cubicBezTo>
                <a:cubicBezTo>
                  <a:pt x="29" y="52"/>
                  <a:pt x="30" y="53"/>
                  <a:pt x="31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36" y="53"/>
                  <a:pt x="37" y="52"/>
                  <a:pt x="37" y="52"/>
                </a:cubicBezTo>
                <a:lnTo>
                  <a:pt x="37" y="47"/>
                </a:lnTo>
                <a:close/>
                <a:moveTo>
                  <a:pt x="37" y="57"/>
                </a:moveTo>
                <a:cubicBezTo>
                  <a:pt x="37" y="56"/>
                  <a:pt x="36" y="56"/>
                  <a:pt x="36" y="56"/>
                </a:cubicBezTo>
                <a:cubicBezTo>
                  <a:pt x="31" y="56"/>
                  <a:pt x="31" y="56"/>
                  <a:pt x="31" y="56"/>
                </a:cubicBezTo>
                <a:cubicBezTo>
                  <a:pt x="30" y="56"/>
                  <a:pt x="29" y="56"/>
                  <a:pt x="29" y="57"/>
                </a:cubicBezTo>
                <a:cubicBezTo>
                  <a:pt x="29" y="62"/>
                  <a:pt x="29" y="62"/>
                  <a:pt x="29" y="62"/>
                </a:cubicBezTo>
                <a:cubicBezTo>
                  <a:pt x="29" y="63"/>
                  <a:pt x="30" y="63"/>
                  <a:pt x="3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6" y="63"/>
                  <a:pt x="37" y="63"/>
                  <a:pt x="37" y="62"/>
                </a:cubicBezTo>
                <a:lnTo>
                  <a:pt x="37" y="57"/>
                </a:lnTo>
                <a:close/>
                <a:moveTo>
                  <a:pt x="47" y="36"/>
                </a:moveTo>
                <a:cubicBezTo>
                  <a:pt x="47" y="36"/>
                  <a:pt x="47" y="35"/>
                  <a:pt x="46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0" y="35"/>
                  <a:pt x="40" y="36"/>
                  <a:pt x="40" y="36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2"/>
                  <a:pt x="40" y="43"/>
                  <a:pt x="41" y="43"/>
                </a:cubicBezTo>
                <a:cubicBezTo>
                  <a:pt x="46" y="43"/>
                  <a:pt x="46" y="43"/>
                  <a:pt x="46" y="43"/>
                </a:cubicBezTo>
                <a:cubicBezTo>
                  <a:pt x="47" y="43"/>
                  <a:pt x="47" y="42"/>
                  <a:pt x="47" y="41"/>
                </a:cubicBezTo>
                <a:lnTo>
                  <a:pt x="47" y="36"/>
                </a:lnTo>
                <a:close/>
                <a:moveTo>
                  <a:pt x="47" y="47"/>
                </a:moveTo>
                <a:cubicBezTo>
                  <a:pt x="47" y="46"/>
                  <a:pt x="47" y="45"/>
                  <a:pt x="46" y="45"/>
                </a:cubicBezTo>
                <a:cubicBezTo>
                  <a:pt x="41" y="45"/>
                  <a:pt x="41" y="45"/>
                  <a:pt x="41" y="45"/>
                </a:cubicBezTo>
                <a:cubicBezTo>
                  <a:pt x="40" y="45"/>
                  <a:pt x="40" y="46"/>
                  <a:pt x="40" y="47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2"/>
                  <a:pt x="40" y="53"/>
                  <a:pt x="41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7" y="53"/>
                  <a:pt x="47" y="52"/>
                  <a:pt x="47" y="52"/>
                </a:cubicBezTo>
                <a:lnTo>
                  <a:pt x="47" y="47"/>
                </a:lnTo>
                <a:close/>
                <a:moveTo>
                  <a:pt x="47" y="57"/>
                </a:moveTo>
                <a:cubicBezTo>
                  <a:pt x="47" y="56"/>
                  <a:pt x="47" y="56"/>
                  <a:pt x="46" y="56"/>
                </a:cubicBezTo>
                <a:cubicBezTo>
                  <a:pt x="41" y="56"/>
                  <a:pt x="41" y="56"/>
                  <a:pt x="41" y="56"/>
                </a:cubicBezTo>
                <a:cubicBezTo>
                  <a:pt x="40" y="56"/>
                  <a:pt x="40" y="56"/>
                  <a:pt x="40" y="57"/>
                </a:cubicBezTo>
                <a:cubicBezTo>
                  <a:pt x="40" y="62"/>
                  <a:pt x="40" y="62"/>
                  <a:pt x="40" y="62"/>
                </a:cubicBezTo>
                <a:cubicBezTo>
                  <a:pt x="40" y="63"/>
                  <a:pt x="40" y="63"/>
                  <a:pt x="41" y="63"/>
                </a:cubicBezTo>
                <a:cubicBezTo>
                  <a:pt x="46" y="63"/>
                  <a:pt x="46" y="63"/>
                  <a:pt x="46" y="63"/>
                </a:cubicBezTo>
                <a:cubicBezTo>
                  <a:pt x="47" y="63"/>
                  <a:pt x="47" y="63"/>
                  <a:pt x="47" y="62"/>
                </a:cubicBezTo>
                <a:lnTo>
                  <a:pt x="47" y="57"/>
                </a:lnTo>
                <a:close/>
                <a:moveTo>
                  <a:pt x="58" y="36"/>
                </a:moveTo>
                <a:cubicBezTo>
                  <a:pt x="58" y="36"/>
                  <a:pt x="57" y="35"/>
                  <a:pt x="56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0" y="35"/>
                  <a:pt x="50" y="36"/>
                  <a:pt x="50" y="36"/>
                </a:cubicBezTo>
                <a:cubicBezTo>
                  <a:pt x="50" y="41"/>
                  <a:pt x="50" y="41"/>
                  <a:pt x="50" y="41"/>
                </a:cubicBezTo>
                <a:cubicBezTo>
                  <a:pt x="50" y="42"/>
                  <a:pt x="50" y="43"/>
                  <a:pt x="51" y="43"/>
                </a:cubicBezTo>
                <a:cubicBezTo>
                  <a:pt x="56" y="43"/>
                  <a:pt x="56" y="43"/>
                  <a:pt x="56" y="43"/>
                </a:cubicBezTo>
                <a:cubicBezTo>
                  <a:pt x="57" y="43"/>
                  <a:pt x="58" y="42"/>
                  <a:pt x="58" y="41"/>
                </a:cubicBezTo>
                <a:lnTo>
                  <a:pt x="58" y="36"/>
                </a:lnTo>
                <a:close/>
                <a:moveTo>
                  <a:pt x="58" y="47"/>
                </a:moveTo>
                <a:cubicBezTo>
                  <a:pt x="58" y="46"/>
                  <a:pt x="57" y="45"/>
                  <a:pt x="56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5"/>
                  <a:pt x="50" y="46"/>
                  <a:pt x="50" y="47"/>
                </a:cubicBezTo>
                <a:cubicBezTo>
                  <a:pt x="50" y="52"/>
                  <a:pt x="50" y="52"/>
                  <a:pt x="50" y="52"/>
                </a:cubicBezTo>
                <a:cubicBezTo>
                  <a:pt x="50" y="52"/>
                  <a:pt x="50" y="53"/>
                  <a:pt x="51" y="53"/>
                </a:cubicBezTo>
                <a:cubicBezTo>
                  <a:pt x="56" y="53"/>
                  <a:pt x="56" y="53"/>
                  <a:pt x="56" y="53"/>
                </a:cubicBezTo>
                <a:cubicBezTo>
                  <a:pt x="57" y="53"/>
                  <a:pt x="58" y="52"/>
                  <a:pt x="58" y="52"/>
                </a:cubicBezTo>
                <a:lnTo>
                  <a:pt x="58" y="47"/>
                </a:lnTo>
                <a:close/>
                <a:moveTo>
                  <a:pt x="58" y="57"/>
                </a:moveTo>
                <a:cubicBezTo>
                  <a:pt x="58" y="56"/>
                  <a:pt x="57" y="56"/>
                  <a:pt x="56" y="56"/>
                </a:cubicBezTo>
                <a:cubicBezTo>
                  <a:pt x="51" y="56"/>
                  <a:pt x="51" y="56"/>
                  <a:pt x="51" y="56"/>
                </a:cubicBezTo>
                <a:cubicBezTo>
                  <a:pt x="50" y="56"/>
                  <a:pt x="50" y="56"/>
                  <a:pt x="50" y="57"/>
                </a:cubicBezTo>
                <a:cubicBezTo>
                  <a:pt x="50" y="62"/>
                  <a:pt x="50" y="62"/>
                  <a:pt x="50" y="62"/>
                </a:cubicBezTo>
                <a:cubicBezTo>
                  <a:pt x="50" y="63"/>
                  <a:pt x="50" y="63"/>
                  <a:pt x="51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7" y="63"/>
                  <a:pt x="58" y="63"/>
                  <a:pt x="58" y="62"/>
                </a:cubicBezTo>
                <a:lnTo>
                  <a:pt x="58" y="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p12"/>
          <p:cNvSpPr/>
          <p:nvPr/>
        </p:nvSpPr>
        <p:spPr>
          <a:xfrm>
            <a:off x="8839200" y="2357438"/>
            <a:ext cx="209550" cy="247650"/>
          </a:xfrm>
          <a:custGeom>
            <a:rect b="b" l="l" r="r" t="t"/>
            <a:pathLst>
              <a:path extrusionOk="0" h="72" w="61">
                <a:moveTo>
                  <a:pt x="61" y="22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71"/>
                  <a:pt x="60" y="72"/>
                  <a:pt x="58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2"/>
                  <a:pt x="0" y="71"/>
                  <a:pt x="0" y="6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2" y="0"/>
                  <a:pt x="45" y="2"/>
                  <a:pt x="46" y="3"/>
                </a:cubicBezTo>
                <a:cubicBezTo>
                  <a:pt x="59" y="16"/>
                  <a:pt x="59" y="16"/>
                  <a:pt x="59" y="16"/>
                </a:cubicBezTo>
                <a:cubicBezTo>
                  <a:pt x="60" y="17"/>
                  <a:pt x="61" y="20"/>
                  <a:pt x="61" y="22"/>
                </a:cubicBezTo>
                <a:close/>
                <a:moveTo>
                  <a:pt x="56" y="26"/>
                </a:moveTo>
                <a:cubicBezTo>
                  <a:pt x="40" y="26"/>
                  <a:pt x="40" y="26"/>
                  <a:pt x="40" y="26"/>
                </a:cubicBezTo>
                <a:cubicBezTo>
                  <a:pt x="37" y="26"/>
                  <a:pt x="36" y="24"/>
                  <a:pt x="36" y="22"/>
                </a:cubicBezTo>
                <a:cubicBezTo>
                  <a:pt x="36" y="5"/>
                  <a:pt x="36" y="5"/>
                  <a:pt x="36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1" y="11"/>
                  <a:pt x="31" y="11"/>
                  <a:pt x="31" y="11"/>
                </a:cubicBezTo>
                <a:cubicBezTo>
                  <a:pt x="25" y="11"/>
                  <a:pt x="25" y="11"/>
                  <a:pt x="25" y="11"/>
                </a:cubicBezTo>
                <a:cubicBezTo>
                  <a:pt x="25" y="5"/>
                  <a:pt x="25" y="5"/>
                  <a:pt x="25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7"/>
                  <a:pt x="5" y="67"/>
                  <a:pt x="5" y="67"/>
                </a:cubicBezTo>
                <a:cubicBezTo>
                  <a:pt x="56" y="67"/>
                  <a:pt x="56" y="67"/>
                  <a:pt x="56" y="67"/>
                </a:cubicBezTo>
                <a:lnTo>
                  <a:pt x="56" y="26"/>
                </a:lnTo>
                <a:close/>
                <a:moveTo>
                  <a:pt x="35" y="52"/>
                </a:moveTo>
                <a:cubicBezTo>
                  <a:pt x="36" y="53"/>
                  <a:pt x="36" y="54"/>
                  <a:pt x="36" y="54"/>
                </a:cubicBezTo>
                <a:cubicBezTo>
                  <a:pt x="36" y="59"/>
                  <a:pt x="31" y="62"/>
                  <a:pt x="25" y="62"/>
                </a:cubicBezTo>
                <a:cubicBezTo>
                  <a:pt x="20" y="62"/>
                  <a:pt x="15" y="59"/>
                  <a:pt x="15" y="54"/>
                </a:cubicBezTo>
                <a:cubicBezTo>
                  <a:pt x="15" y="54"/>
                  <a:pt x="15" y="53"/>
                  <a:pt x="16" y="52"/>
                </a:cubicBezTo>
                <a:cubicBezTo>
                  <a:pt x="16" y="52"/>
                  <a:pt x="16" y="50"/>
                  <a:pt x="20" y="36"/>
                </a:cubicBezTo>
                <a:cubicBezTo>
                  <a:pt x="20" y="31"/>
                  <a:pt x="20" y="31"/>
                  <a:pt x="20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5" y="36"/>
                  <a:pt x="25" y="36"/>
                  <a:pt x="25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30" y="36"/>
                  <a:pt x="31" y="37"/>
                  <a:pt x="31" y="38"/>
                </a:cubicBezTo>
                <a:cubicBezTo>
                  <a:pt x="35" y="50"/>
                  <a:pt x="35" y="52"/>
                  <a:pt x="35" y="52"/>
                </a:cubicBezTo>
                <a:close/>
                <a:moveTo>
                  <a:pt x="25" y="11"/>
                </a:moveTo>
                <a:cubicBezTo>
                  <a:pt x="20" y="11"/>
                  <a:pt x="20" y="11"/>
                  <a:pt x="20" y="11"/>
                </a:cubicBezTo>
                <a:cubicBezTo>
                  <a:pt x="20" y="16"/>
                  <a:pt x="20" y="16"/>
                  <a:pt x="20" y="16"/>
                </a:cubicBezTo>
                <a:cubicBezTo>
                  <a:pt x="25" y="16"/>
                  <a:pt x="25" y="16"/>
                  <a:pt x="25" y="16"/>
                </a:cubicBezTo>
                <a:lnTo>
                  <a:pt x="25" y="11"/>
                </a:lnTo>
                <a:close/>
                <a:moveTo>
                  <a:pt x="25" y="21"/>
                </a:moveTo>
                <a:cubicBezTo>
                  <a:pt x="20" y="21"/>
                  <a:pt x="20" y="21"/>
                  <a:pt x="20" y="21"/>
                </a:cubicBezTo>
                <a:cubicBezTo>
                  <a:pt x="20" y="26"/>
                  <a:pt x="20" y="26"/>
                  <a:pt x="20" y="26"/>
                </a:cubicBezTo>
                <a:cubicBezTo>
                  <a:pt x="25" y="26"/>
                  <a:pt x="25" y="26"/>
                  <a:pt x="25" y="26"/>
                </a:cubicBezTo>
                <a:lnTo>
                  <a:pt x="25" y="21"/>
                </a:lnTo>
                <a:close/>
                <a:moveTo>
                  <a:pt x="31" y="54"/>
                </a:moveTo>
                <a:cubicBezTo>
                  <a:pt x="31" y="53"/>
                  <a:pt x="28" y="52"/>
                  <a:pt x="25" y="52"/>
                </a:cubicBezTo>
                <a:cubicBezTo>
                  <a:pt x="23" y="52"/>
                  <a:pt x="20" y="53"/>
                  <a:pt x="20" y="54"/>
                </a:cubicBezTo>
                <a:cubicBezTo>
                  <a:pt x="20" y="56"/>
                  <a:pt x="23" y="57"/>
                  <a:pt x="25" y="57"/>
                </a:cubicBezTo>
                <a:cubicBezTo>
                  <a:pt x="28" y="57"/>
                  <a:pt x="31" y="56"/>
                  <a:pt x="31" y="54"/>
                </a:cubicBezTo>
                <a:close/>
                <a:moveTo>
                  <a:pt x="31" y="16"/>
                </a:moveTo>
                <a:cubicBezTo>
                  <a:pt x="25" y="16"/>
                  <a:pt x="25" y="16"/>
                  <a:pt x="25" y="16"/>
                </a:cubicBezTo>
                <a:cubicBezTo>
                  <a:pt x="25" y="21"/>
                  <a:pt x="25" y="21"/>
                  <a:pt x="25" y="21"/>
                </a:cubicBezTo>
                <a:cubicBezTo>
                  <a:pt x="31" y="21"/>
                  <a:pt x="31" y="21"/>
                  <a:pt x="31" y="21"/>
                </a:cubicBezTo>
                <a:lnTo>
                  <a:pt x="31" y="16"/>
                </a:lnTo>
                <a:close/>
                <a:moveTo>
                  <a:pt x="31" y="26"/>
                </a:moveTo>
                <a:cubicBezTo>
                  <a:pt x="25" y="26"/>
                  <a:pt x="25" y="26"/>
                  <a:pt x="25" y="26"/>
                </a:cubicBezTo>
                <a:cubicBezTo>
                  <a:pt x="25" y="31"/>
                  <a:pt x="25" y="31"/>
                  <a:pt x="25" y="31"/>
                </a:cubicBezTo>
                <a:cubicBezTo>
                  <a:pt x="31" y="31"/>
                  <a:pt x="31" y="31"/>
                  <a:pt x="31" y="31"/>
                </a:cubicBezTo>
                <a:lnTo>
                  <a:pt x="31" y="26"/>
                </a:lnTo>
                <a:close/>
                <a:moveTo>
                  <a:pt x="41" y="21"/>
                </a:moveTo>
                <a:cubicBezTo>
                  <a:pt x="56" y="21"/>
                  <a:pt x="56" y="21"/>
                  <a:pt x="56" y="21"/>
                </a:cubicBezTo>
                <a:cubicBezTo>
                  <a:pt x="56" y="20"/>
                  <a:pt x="55" y="20"/>
                  <a:pt x="55" y="19"/>
                </a:cubicBezTo>
                <a:cubicBezTo>
                  <a:pt x="43" y="7"/>
                  <a:pt x="43" y="7"/>
                  <a:pt x="43" y="7"/>
                </a:cubicBezTo>
                <a:cubicBezTo>
                  <a:pt x="42" y="6"/>
                  <a:pt x="42" y="6"/>
                  <a:pt x="41" y="6"/>
                </a:cubicBezTo>
                <a:lnTo>
                  <a:pt x="41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p12"/>
          <p:cNvSpPr/>
          <p:nvPr/>
        </p:nvSpPr>
        <p:spPr>
          <a:xfrm>
            <a:off x="65088" y="2743200"/>
            <a:ext cx="209550" cy="247650"/>
          </a:xfrm>
          <a:custGeom>
            <a:rect b="b" l="l" r="r" t="t"/>
            <a:pathLst>
              <a:path extrusionOk="0" h="72" w="61">
                <a:moveTo>
                  <a:pt x="61" y="22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71"/>
                  <a:pt x="60" y="72"/>
                  <a:pt x="58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2"/>
                  <a:pt x="0" y="71"/>
                  <a:pt x="0" y="6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2" y="0"/>
                  <a:pt x="45" y="2"/>
                  <a:pt x="46" y="3"/>
                </a:cubicBezTo>
                <a:cubicBezTo>
                  <a:pt x="59" y="16"/>
                  <a:pt x="59" y="16"/>
                  <a:pt x="59" y="16"/>
                </a:cubicBezTo>
                <a:cubicBezTo>
                  <a:pt x="60" y="17"/>
                  <a:pt x="61" y="20"/>
                  <a:pt x="61" y="22"/>
                </a:cubicBezTo>
                <a:close/>
                <a:moveTo>
                  <a:pt x="56" y="26"/>
                </a:moveTo>
                <a:cubicBezTo>
                  <a:pt x="40" y="26"/>
                  <a:pt x="40" y="26"/>
                  <a:pt x="40" y="26"/>
                </a:cubicBezTo>
                <a:cubicBezTo>
                  <a:pt x="37" y="26"/>
                  <a:pt x="36" y="24"/>
                  <a:pt x="36" y="22"/>
                </a:cubicBezTo>
                <a:cubicBezTo>
                  <a:pt x="36" y="5"/>
                  <a:pt x="36" y="5"/>
                  <a:pt x="36" y="5"/>
                </a:cubicBezTo>
                <a:cubicBezTo>
                  <a:pt x="5" y="5"/>
                  <a:pt x="5" y="5"/>
                  <a:pt x="5" y="5"/>
                </a:cubicBezTo>
                <a:cubicBezTo>
                  <a:pt x="5" y="67"/>
                  <a:pt x="5" y="67"/>
                  <a:pt x="5" y="67"/>
                </a:cubicBezTo>
                <a:cubicBezTo>
                  <a:pt x="56" y="67"/>
                  <a:pt x="56" y="67"/>
                  <a:pt x="56" y="67"/>
                </a:cubicBezTo>
                <a:lnTo>
                  <a:pt x="56" y="26"/>
                </a:lnTo>
                <a:close/>
                <a:moveTo>
                  <a:pt x="10" y="34"/>
                </a:moveTo>
                <a:cubicBezTo>
                  <a:pt x="10" y="29"/>
                  <a:pt x="13" y="26"/>
                  <a:pt x="18" y="26"/>
                </a:cubicBezTo>
                <a:cubicBezTo>
                  <a:pt x="22" y="26"/>
                  <a:pt x="25" y="29"/>
                  <a:pt x="25" y="34"/>
                </a:cubicBezTo>
                <a:cubicBezTo>
                  <a:pt x="25" y="38"/>
                  <a:pt x="22" y="41"/>
                  <a:pt x="18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51" y="62"/>
                </a:moveTo>
                <a:cubicBezTo>
                  <a:pt x="10" y="62"/>
                  <a:pt x="10" y="62"/>
                  <a:pt x="10" y="62"/>
                </a:cubicBezTo>
                <a:cubicBezTo>
                  <a:pt x="10" y="54"/>
                  <a:pt x="10" y="54"/>
                  <a:pt x="10" y="54"/>
                </a:cubicBezTo>
                <a:cubicBezTo>
                  <a:pt x="18" y="47"/>
                  <a:pt x="18" y="47"/>
                  <a:pt x="18" y="47"/>
                </a:cubicBezTo>
                <a:cubicBezTo>
                  <a:pt x="23" y="52"/>
                  <a:pt x="23" y="52"/>
                  <a:pt x="23" y="52"/>
                </a:cubicBezTo>
                <a:cubicBezTo>
                  <a:pt x="38" y="36"/>
                  <a:pt x="38" y="36"/>
                  <a:pt x="38" y="36"/>
                </a:cubicBezTo>
                <a:cubicBezTo>
                  <a:pt x="51" y="49"/>
                  <a:pt x="51" y="49"/>
                  <a:pt x="51" y="49"/>
                </a:cubicBezTo>
                <a:lnTo>
                  <a:pt x="51" y="62"/>
                </a:lnTo>
                <a:close/>
                <a:moveTo>
                  <a:pt x="41" y="21"/>
                </a:moveTo>
                <a:cubicBezTo>
                  <a:pt x="56" y="21"/>
                  <a:pt x="56" y="21"/>
                  <a:pt x="56" y="21"/>
                </a:cubicBezTo>
                <a:cubicBezTo>
                  <a:pt x="56" y="20"/>
                  <a:pt x="55" y="20"/>
                  <a:pt x="55" y="19"/>
                </a:cubicBezTo>
                <a:cubicBezTo>
                  <a:pt x="43" y="7"/>
                  <a:pt x="43" y="7"/>
                  <a:pt x="43" y="7"/>
                </a:cubicBezTo>
                <a:cubicBezTo>
                  <a:pt x="42" y="6"/>
                  <a:pt x="42" y="6"/>
                  <a:pt x="41" y="6"/>
                </a:cubicBezTo>
                <a:lnTo>
                  <a:pt x="41" y="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12"/>
          <p:cNvSpPr/>
          <p:nvPr/>
        </p:nvSpPr>
        <p:spPr>
          <a:xfrm>
            <a:off x="495300" y="2743200"/>
            <a:ext cx="209550" cy="247650"/>
          </a:xfrm>
          <a:custGeom>
            <a:rect b="b" l="l" r="r" t="t"/>
            <a:pathLst>
              <a:path extrusionOk="0" h="72" w="61">
                <a:moveTo>
                  <a:pt x="61" y="26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71"/>
                  <a:pt x="60" y="72"/>
                  <a:pt x="58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2"/>
                  <a:pt x="0" y="71"/>
                  <a:pt x="0" y="6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22"/>
                  <a:pt x="36" y="22"/>
                  <a:pt x="36" y="22"/>
                </a:cubicBezTo>
                <a:cubicBezTo>
                  <a:pt x="36" y="24"/>
                  <a:pt x="37" y="26"/>
                  <a:pt x="40" y="26"/>
                </a:cubicBezTo>
                <a:lnTo>
                  <a:pt x="61" y="26"/>
                </a:lnTo>
                <a:close/>
                <a:moveTo>
                  <a:pt x="46" y="32"/>
                </a:moveTo>
                <a:cubicBezTo>
                  <a:pt x="46" y="32"/>
                  <a:pt x="45" y="31"/>
                  <a:pt x="45" y="31"/>
                </a:cubicBezTo>
                <a:cubicBezTo>
                  <a:pt x="16" y="31"/>
                  <a:pt x="16" y="31"/>
                  <a:pt x="16" y="31"/>
                </a:cubicBezTo>
                <a:cubicBezTo>
                  <a:pt x="16" y="31"/>
                  <a:pt x="15" y="32"/>
                  <a:pt x="15" y="32"/>
                </a:cubicBezTo>
                <a:cubicBezTo>
                  <a:pt x="15" y="35"/>
                  <a:pt x="15" y="35"/>
                  <a:pt x="15" y="35"/>
                </a:cubicBezTo>
                <a:cubicBezTo>
                  <a:pt x="15" y="36"/>
                  <a:pt x="16" y="36"/>
                  <a:pt x="16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45" y="36"/>
                  <a:pt x="46" y="36"/>
                  <a:pt x="46" y="35"/>
                </a:cubicBezTo>
                <a:lnTo>
                  <a:pt x="46" y="32"/>
                </a:lnTo>
                <a:close/>
                <a:moveTo>
                  <a:pt x="46" y="43"/>
                </a:moveTo>
                <a:cubicBezTo>
                  <a:pt x="46" y="42"/>
                  <a:pt x="45" y="41"/>
                  <a:pt x="45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6" y="41"/>
                  <a:pt x="15" y="42"/>
                  <a:pt x="15" y="43"/>
                </a:cubicBezTo>
                <a:cubicBezTo>
                  <a:pt x="15" y="45"/>
                  <a:pt x="15" y="45"/>
                  <a:pt x="15" y="45"/>
                </a:cubicBezTo>
                <a:cubicBezTo>
                  <a:pt x="15" y="46"/>
                  <a:pt x="16" y="47"/>
                  <a:pt x="16" y="47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7"/>
                  <a:pt x="46" y="46"/>
                  <a:pt x="46" y="45"/>
                </a:cubicBezTo>
                <a:lnTo>
                  <a:pt x="46" y="43"/>
                </a:lnTo>
                <a:close/>
                <a:moveTo>
                  <a:pt x="46" y="53"/>
                </a:moveTo>
                <a:cubicBezTo>
                  <a:pt x="46" y="52"/>
                  <a:pt x="45" y="52"/>
                  <a:pt x="45" y="52"/>
                </a:cubicBezTo>
                <a:cubicBezTo>
                  <a:pt x="16" y="52"/>
                  <a:pt x="16" y="52"/>
                  <a:pt x="16" y="52"/>
                </a:cubicBezTo>
                <a:cubicBezTo>
                  <a:pt x="16" y="52"/>
                  <a:pt x="15" y="52"/>
                  <a:pt x="15" y="53"/>
                </a:cubicBezTo>
                <a:cubicBezTo>
                  <a:pt x="15" y="56"/>
                  <a:pt x="15" y="56"/>
                  <a:pt x="15" y="56"/>
                </a:cubicBezTo>
                <a:cubicBezTo>
                  <a:pt x="15" y="56"/>
                  <a:pt x="16" y="57"/>
                  <a:pt x="16" y="57"/>
                </a:cubicBezTo>
                <a:cubicBezTo>
                  <a:pt x="45" y="57"/>
                  <a:pt x="45" y="57"/>
                  <a:pt x="45" y="57"/>
                </a:cubicBezTo>
                <a:cubicBezTo>
                  <a:pt x="45" y="57"/>
                  <a:pt x="46" y="56"/>
                  <a:pt x="46" y="56"/>
                </a:cubicBezTo>
                <a:lnTo>
                  <a:pt x="46" y="53"/>
                </a:lnTo>
                <a:close/>
                <a:moveTo>
                  <a:pt x="60" y="21"/>
                </a:moveTo>
                <a:cubicBezTo>
                  <a:pt x="41" y="21"/>
                  <a:pt x="41" y="21"/>
                  <a:pt x="41" y="21"/>
                </a:cubicBezTo>
                <a:cubicBezTo>
                  <a:pt x="41" y="2"/>
                  <a:pt x="41" y="2"/>
                  <a:pt x="41" y="2"/>
                </a:cubicBezTo>
                <a:cubicBezTo>
                  <a:pt x="41" y="2"/>
                  <a:pt x="42" y="3"/>
                  <a:pt x="42" y="3"/>
                </a:cubicBezTo>
                <a:cubicBezTo>
                  <a:pt x="59" y="19"/>
                  <a:pt x="59" y="19"/>
                  <a:pt x="59" y="19"/>
                </a:cubicBezTo>
                <a:cubicBezTo>
                  <a:pt x="59" y="20"/>
                  <a:pt x="59" y="20"/>
                  <a:pt x="60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12"/>
          <p:cNvSpPr/>
          <p:nvPr/>
        </p:nvSpPr>
        <p:spPr>
          <a:xfrm>
            <a:off x="989013" y="2743200"/>
            <a:ext cx="196850" cy="247650"/>
          </a:xfrm>
          <a:custGeom>
            <a:rect b="b" l="l" r="r" t="t"/>
            <a:pathLst>
              <a:path extrusionOk="0" h="72" w="57">
                <a:moveTo>
                  <a:pt x="57" y="71"/>
                </a:moveTo>
                <a:cubicBezTo>
                  <a:pt x="57" y="72"/>
                  <a:pt x="56" y="72"/>
                  <a:pt x="56" y="72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2"/>
                  <a:pt x="0" y="72"/>
                  <a:pt x="0" y="71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1" y="67"/>
                  <a:pt x="2" y="67"/>
                </a:cubicBezTo>
                <a:cubicBezTo>
                  <a:pt x="56" y="67"/>
                  <a:pt x="56" y="67"/>
                  <a:pt x="56" y="67"/>
                </a:cubicBezTo>
                <a:cubicBezTo>
                  <a:pt x="56" y="67"/>
                  <a:pt x="57" y="68"/>
                  <a:pt x="57" y="68"/>
                </a:cubicBezTo>
                <a:lnTo>
                  <a:pt x="57" y="71"/>
                </a:lnTo>
                <a:close/>
                <a:moveTo>
                  <a:pt x="29" y="53"/>
                </a:moveTo>
                <a:cubicBezTo>
                  <a:pt x="29" y="56"/>
                  <a:pt x="30" y="60"/>
                  <a:pt x="31" y="62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2"/>
                  <a:pt x="31" y="62"/>
                  <a:pt x="31" y="62"/>
                </a:cubicBezTo>
                <a:cubicBezTo>
                  <a:pt x="20" y="57"/>
                  <a:pt x="11" y="50"/>
                  <a:pt x="11" y="36"/>
                </a:cubicBezTo>
                <a:cubicBezTo>
                  <a:pt x="11" y="21"/>
                  <a:pt x="29" y="20"/>
                  <a:pt x="29" y="9"/>
                </a:cubicBezTo>
                <a:cubicBezTo>
                  <a:pt x="29" y="6"/>
                  <a:pt x="27" y="3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7" y="5"/>
                  <a:pt x="47" y="12"/>
                  <a:pt x="47" y="26"/>
                </a:cubicBezTo>
                <a:cubicBezTo>
                  <a:pt x="47" y="41"/>
                  <a:pt x="29" y="43"/>
                  <a:pt x="29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3" name="Google Shape;3173;p12"/>
          <p:cNvSpPr/>
          <p:nvPr/>
        </p:nvSpPr>
        <p:spPr>
          <a:xfrm>
            <a:off x="1490663" y="2760663"/>
            <a:ext cx="241300" cy="212725"/>
          </a:xfrm>
          <a:custGeom>
            <a:rect b="b" l="l" r="r" t="t"/>
            <a:pathLst>
              <a:path extrusionOk="0" h="62" w="70">
                <a:moveTo>
                  <a:pt x="8" y="10"/>
                </a:moveTo>
                <a:cubicBezTo>
                  <a:pt x="8" y="61"/>
                  <a:pt x="8" y="61"/>
                  <a:pt x="8" y="61"/>
                </a:cubicBezTo>
                <a:cubicBezTo>
                  <a:pt x="8" y="62"/>
                  <a:pt x="7" y="62"/>
                  <a:pt x="7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3" y="62"/>
                  <a:pt x="3" y="62"/>
                  <a:pt x="3" y="6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9"/>
                  <a:pt x="0" y="7"/>
                  <a:pt x="0" y="6"/>
                </a:cubicBezTo>
                <a:cubicBezTo>
                  <a:pt x="0" y="3"/>
                  <a:pt x="3" y="0"/>
                  <a:pt x="5" y="0"/>
                </a:cubicBezTo>
                <a:cubicBezTo>
                  <a:pt x="8" y="0"/>
                  <a:pt x="11" y="3"/>
                  <a:pt x="11" y="6"/>
                </a:cubicBezTo>
                <a:cubicBezTo>
                  <a:pt x="11" y="7"/>
                  <a:pt x="10" y="9"/>
                  <a:pt x="8" y="10"/>
                </a:cubicBezTo>
                <a:close/>
                <a:moveTo>
                  <a:pt x="70" y="39"/>
                </a:moveTo>
                <a:cubicBezTo>
                  <a:pt x="70" y="40"/>
                  <a:pt x="69" y="41"/>
                  <a:pt x="68" y="41"/>
                </a:cubicBezTo>
                <a:cubicBezTo>
                  <a:pt x="68" y="41"/>
                  <a:pt x="68" y="41"/>
                  <a:pt x="68" y="41"/>
                </a:cubicBezTo>
                <a:cubicBezTo>
                  <a:pt x="65" y="43"/>
                  <a:pt x="59" y="46"/>
                  <a:pt x="53" y="46"/>
                </a:cubicBezTo>
                <a:cubicBezTo>
                  <a:pt x="50" y="46"/>
                  <a:pt x="48" y="46"/>
                  <a:pt x="46" y="45"/>
                </a:cubicBezTo>
                <a:cubicBezTo>
                  <a:pt x="45" y="44"/>
                  <a:pt x="45" y="44"/>
                  <a:pt x="45" y="44"/>
                </a:cubicBezTo>
                <a:cubicBezTo>
                  <a:pt x="41" y="42"/>
                  <a:pt x="38" y="40"/>
                  <a:pt x="33" y="40"/>
                </a:cubicBezTo>
                <a:cubicBezTo>
                  <a:pt x="27" y="40"/>
                  <a:pt x="19" y="44"/>
                  <a:pt x="15" y="46"/>
                </a:cubicBezTo>
                <a:cubicBezTo>
                  <a:pt x="14" y="47"/>
                  <a:pt x="14" y="47"/>
                  <a:pt x="13" y="47"/>
                </a:cubicBezTo>
                <a:cubicBezTo>
                  <a:pt x="13" y="47"/>
                  <a:pt x="12" y="47"/>
                  <a:pt x="12" y="46"/>
                </a:cubicBezTo>
                <a:cubicBezTo>
                  <a:pt x="11" y="46"/>
                  <a:pt x="11" y="45"/>
                  <a:pt x="11" y="44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3"/>
                  <a:pt x="11" y="13"/>
                  <a:pt x="12" y="12"/>
                </a:cubicBezTo>
                <a:cubicBezTo>
                  <a:pt x="14" y="11"/>
                  <a:pt x="24" y="6"/>
                  <a:pt x="32" y="6"/>
                </a:cubicBezTo>
                <a:cubicBezTo>
                  <a:pt x="39" y="6"/>
                  <a:pt x="44" y="8"/>
                  <a:pt x="49" y="10"/>
                </a:cubicBezTo>
                <a:cubicBezTo>
                  <a:pt x="50" y="11"/>
                  <a:pt x="51" y="11"/>
                  <a:pt x="52" y="11"/>
                </a:cubicBezTo>
                <a:cubicBezTo>
                  <a:pt x="57" y="11"/>
                  <a:pt x="62" y="8"/>
                  <a:pt x="65" y="7"/>
                </a:cubicBezTo>
                <a:cubicBezTo>
                  <a:pt x="65" y="6"/>
                  <a:pt x="66" y="6"/>
                  <a:pt x="66" y="6"/>
                </a:cubicBezTo>
                <a:cubicBezTo>
                  <a:pt x="67" y="5"/>
                  <a:pt x="68" y="6"/>
                  <a:pt x="68" y="6"/>
                </a:cubicBezTo>
                <a:cubicBezTo>
                  <a:pt x="69" y="6"/>
                  <a:pt x="70" y="7"/>
                  <a:pt x="70" y="8"/>
                </a:cubicBezTo>
                <a:lnTo>
                  <a:pt x="70" y="39"/>
                </a:lnTo>
                <a:close/>
                <a:moveTo>
                  <a:pt x="65" y="13"/>
                </a:moveTo>
                <a:cubicBezTo>
                  <a:pt x="61" y="14"/>
                  <a:pt x="57" y="16"/>
                  <a:pt x="52" y="16"/>
                </a:cubicBezTo>
                <a:cubicBezTo>
                  <a:pt x="50" y="16"/>
                  <a:pt x="48" y="16"/>
                  <a:pt x="46" y="15"/>
                </a:cubicBezTo>
                <a:cubicBezTo>
                  <a:pt x="42" y="13"/>
                  <a:pt x="38" y="11"/>
                  <a:pt x="32" y="11"/>
                </a:cubicBezTo>
                <a:cubicBezTo>
                  <a:pt x="27" y="11"/>
                  <a:pt x="20" y="13"/>
                  <a:pt x="16" y="16"/>
                </a:cubicBezTo>
                <a:cubicBezTo>
                  <a:pt x="16" y="40"/>
                  <a:pt x="16" y="40"/>
                  <a:pt x="16" y="40"/>
                </a:cubicBezTo>
                <a:cubicBezTo>
                  <a:pt x="21" y="37"/>
                  <a:pt x="28" y="35"/>
                  <a:pt x="33" y="35"/>
                </a:cubicBezTo>
                <a:cubicBezTo>
                  <a:pt x="39" y="35"/>
                  <a:pt x="43" y="37"/>
                  <a:pt x="48" y="40"/>
                </a:cubicBezTo>
                <a:cubicBezTo>
                  <a:pt x="49" y="40"/>
                  <a:pt x="49" y="40"/>
                  <a:pt x="49" y="40"/>
                </a:cubicBezTo>
                <a:cubicBezTo>
                  <a:pt x="50" y="41"/>
                  <a:pt x="51" y="41"/>
                  <a:pt x="53" y="41"/>
                </a:cubicBezTo>
                <a:cubicBezTo>
                  <a:pt x="57" y="41"/>
                  <a:pt x="62" y="39"/>
                  <a:pt x="65" y="37"/>
                </a:cubicBezTo>
                <a:lnTo>
                  <a:pt x="65" y="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12"/>
          <p:cNvSpPr/>
          <p:nvPr/>
        </p:nvSpPr>
        <p:spPr>
          <a:xfrm>
            <a:off x="1979613" y="2760663"/>
            <a:ext cx="212725" cy="212725"/>
          </a:xfrm>
          <a:custGeom>
            <a:rect b="b" l="l" r="r" t="t"/>
            <a:pathLst>
              <a:path extrusionOk="0" h="62" w="62">
                <a:moveTo>
                  <a:pt x="62" y="58"/>
                </a:moveTo>
                <a:cubicBezTo>
                  <a:pt x="62" y="60"/>
                  <a:pt x="60" y="62"/>
                  <a:pt x="58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2" y="62"/>
                  <a:pt x="0" y="60"/>
                  <a:pt x="0" y="5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4" y="0"/>
                  <a:pt x="47" y="2"/>
                  <a:pt x="48" y="3"/>
                </a:cubicBezTo>
                <a:cubicBezTo>
                  <a:pt x="59" y="14"/>
                  <a:pt x="59" y="14"/>
                  <a:pt x="59" y="14"/>
                </a:cubicBezTo>
                <a:cubicBezTo>
                  <a:pt x="61" y="16"/>
                  <a:pt x="62" y="19"/>
                  <a:pt x="62" y="21"/>
                </a:cubicBezTo>
                <a:lnTo>
                  <a:pt x="62" y="58"/>
                </a:lnTo>
                <a:close/>
                <a:moveTo>
                  <a:pt x="57" y="57"/>
                </a:moveTo>
                <a:cubicBezTo>
                  <a:pt x="57" y="21"/>
                  <a:pt x="57" y="21"/>
                  <a:pt x="57" y="21"/>
                </a:cubicBezTo>
                <a:cubicBezTo>
                  <a:pt x="57" y="20"/>
                  <a:pt x="56" y="19"/>
                  <a:pt x="56" y="18"/>
                </a:cubicBezTo>
                <a:cubicBezTo>
                  <a:pt x="45" y="7"/>
                  <a:pt x="45" y="7"/>
                  <a:pt x="45" y="7"/>
                </a:cubicBezTo>
                <a:cubicBezTo>
                  <a:pt x="44" y="6"/>
                  <a:pt x="42" y="6"/>
                  <a:pt x="42" y="6"/>
                </a:cubicBezTo>
                <a:cubicBezTo>
                  <a:pt x="42" y="22"/>
                  <a:pt x="42" y="22"/>
                  <a:pt x="42" y="22"/>
                </a:cubicBezTo>
                <a:cubicBezTo>
                  <a:pt x="42" y="24"/>
                  <a:pt x="40" y="26"/>
                  <a:pt x="38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12" y="26"/>
                  <a:pt x="11" y="24"/>
                  <a:pt x="11" y="22"/>
                </a:cubicBezTo>
                <a:cubicBezTo>
                  <a:pt x="11" y="6"/>
                  <a:pt x="11" y="6"/>
                  <a:pt x="11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57"/>
                  <a:pt x="6" y="57"/>
                  <a:pt x="6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11" y="40"/>
                  <a:pt x="11" y="40"/>
                  <a:pt x="11" y="40"/>
                </a:cubicBezTo>
                <a:cubicBezTo>
                  <a:pt x="11" y="38"/>
                  <a:pt x="12" y="36"/>
                  <a:pt x="15" y="36"/>
                </a:cubicBezTo>
                <a:cubicBezTo>
                  <a:pt x="48" y="36"/>
                  <a:pt x="48" y="36"/>
                  <a:pt x="48" y="36"/>
                </a:cubicBezTo>
                <a:cubicBezTo>
                  <a:pt x="50" y="36"/>
                  <a:pt x="52" y="38"/>
                  <a:pt x="52" y="40"/>
                </a:cubicBezTo>
                <a:cubicBezTo>
                  <a:pt x="52" y="57"/>
                  <a:pt x="52" y="57"/>
                  <a:pt x="52" y="57"/>
                </a:cubicBezTo>
                <a:lnTo>
                  <a:pt x="57" y="57"/>
                </a:lnTo>
                <a:close/>
                <a:moveTo>
                  <a:pt x="47" y="57"/>
                </a:moveTo>
                <a:cubicBezTo>
                  <a:pt x="47" y="42"/>
                  <a:pt x="47" y="42"/>
                  <a:pt x="47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6" y="57"/>
                  <a:pt x="16" y="57"/>
                  <a:pt x="16" y="57"/>
                </a:cubicBezTo>
                <a:lnTo>
                  <a:pt x="47" y="57"/>
                </a:lnTo>
                <a:close/>
                <a:moveTo>
                  <a:pt x="36" y="7"/>
                </a:moveTo>
                <a:cubicBezTo>
                  <a:pt x="36" y="6"/>
                  <a:pt x="36" y="6"/>
                  <a:pt x="35" y="6"/>
                </a:cubicBezTo>
                <a:cubicBezTo>
                  <a:pt x="27" y="6"/>
                  <a:pt x="27" y="6"/>
                  <a:pt x="27" y="6"/>
                </a:cubicBezTo>
                <a:cubicBezTo>
                  <a:pt x="27" y="6"/>
                  <a:pt x="26" y="6"/>
                  <a:pt x="26" y="7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20"/>
                  <a:pt x="27" y="21"/>
                  <a:pt x="27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6" y="21"/>
                  <a:pt x="36" y="20"/>
                  <a:pt x="36" y="20"/>
                </a:cubicBezTo>
                <a:lnTo>
                  <a:pt x="36" y="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5" name="Google Shape;3175;p12"/>
          <p:cNvSpPr/>
          <p:nvPr/>
        </p:nvSpPr>
        <p:spPr>
          <a:xfrm>
            <a:off x="2474913" y="2760663"/>
            <a:ext cx="260350" cy="195262"/>
          </a:xfrm>
          <a:custGeom>
            <a:rect b="b" l="l" r="r" t="t"/>
            <a:pathLst>
              <a:path extrusionOk="0" h="57" w="76">
                <a:moveTo>
                  <a:pt x="75" y="38"/>
                </a:moveTo>
                <a:cubicBezTo>
                  <a:pt x="63" y="52"/>
                  <a:pt x="63" y="52"/>
                  <a:pt x="63" y="52"/>
                </a:cubicBezTo>
                <a:cubicBezTo>
                  <a:pt x="60" y="55"/>
                  <a:pt x="56" y="57"/>
                  <a:pt x="52" y="57"/>
                </a:cubicBezTo>
                <a:cubicBezTo>
                  <a:pt x="9" y="57"/>
                  <a:pt x="9" y="57"/>
                  <a:pt x="9" y="57"/>
                </a:cubicBezTo>
                <a:cubicBezTo>
                  <a:pt x="4" y="57"/>
                  <a:pt x="0" y="53"/>
                  <a:pt x="0" y="48"/>
                </a:cubicBezTo>
                <a:cubicBezTo>
                  <a:pt x="0" y="9"/>
                  <a:pt x="0" y="9"/>
                  <a:pt x="0" y="9"/>
                </a:cubicBezTo>
                <a:cubicBezTo>
                  <a:pt x="0" y="5"/>
                  <a:pt x="4" y="0"/>
                  <a:pt x="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7" y="0"/>
                  <a:pt x="31" y="5"/>
                  <a:pt x="31" y="9"/>
                </a:cubicBezTo>
                <a:cubicBezTo>
                  <a:pt x="31" y="11"/>
                  <a:pt x="31" y="11"/>
                  <a:pt x="31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7" y="11"/>
                  <a:pt x="61" y="15"/>
                  <a:pt x="61" y="20"/>
                </a:cubicBezTo>
                <a:cubicBezTo>
                  <a:pt x="61" y="26"/>
                  <a:pt x="61" y="26"/>
                  <a:pt x="61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72" y="26"/>
                  <a:pt x="75" y="27"/>
                  <a:pt x="76" y="30"/>
                </a:cubicBezTo>
                <a:cubicBezTo>
                  <a:pt x="76" y="31"/>
                  <a:pt x="76" y="32"/>
                  <a:pt x="76" y="33"/>
                </a:cubicBezTo>
                <a:cubicBezTo>
                  <a:pt x="76" y="34"/>
                  <a:pt x="76" y="36"/>
                  <a:pt x="75" y="38"/>
                </a:cubicBezTo>
                <a:close/>
                <a:moveTo>
                  <a:pt x="56" y="26"/>
                </a:moveTo>
                <a:cubicBezTo>
                  <a:pt x="56" y="20"/>
                  <a:pt x="56" y="20"/>
                  <a:pt x="56" y="20"/>
                </a:cubicBezTo>
                <a:cubicBezTo>
                  <a:pt x="56" y="18"/>
                  <a:pt x="55" y="16"/>
                  <a:pt x="52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7" y="16"/>
                  <a:pt x="25" y="14"/>
                  <a:pt x="25" y="12"/>
                </a:cubicBezTo>
                <a:cubicBezTo>
                  <a:pt x="25" y="9"/>
                  <a:pt x="25" y="9"/>
                  <a:pt x="25" y="9"/>
                </a:cubicBezTo>
                <a:cubicBezTo>
                  <a:pt x="25" y="7"/>
                  <a:pt x="24" y="6"/>
                  <a:pt x="22" y="6"/>
                </a:cubicBezTo>
                <a:cubicBezTo>
                  <a:pt x="9" y="6"/>
                  <a:pt x="9" y="6"/>
                  <a:pt x="9" y="6"/>
                </a:cubicBezTo>
                <a:cubicBezTo>
                  <a:pt x="7" y="6"/>
                  <a:pt x="5" y="7"/>
                  <a:pt x="5" y="9"/>
                </a:cubicBezTo>
                <a:cubicBezTo>
                  <a:pt x="5" y="44"/>
                  <a:pt x="5" y="44"/>
                  <a:pt x="5" y="44"/>
                </a:cubicBezTo>
                <a:cubicBezTo>
                  <a:pt x="15" y="31"/>
                  <a:pt x="15" y="31"/>
                  <a:pt x="15" y="31"/>
                </a:cubicBezTo>
                <a:cubicBezTo>
                  <a:pt x="18" y="28"/>
                  <a:pt x="22" y="26"/>
                  <a:pt x="25" y="26"/>
                </a:cubicBezTo>
                <a:lnTo>
                  <a:pt x="56" y="26"/>
                </a:lnTo>
                <a:close/>
                <a:moveTo>
                  <a:pt x="69" y="31"/>
                </a:moveTo>
                <a:cubicBezTo>
                  <a:pt x="25" y="31"/>
                  <a:pt x="25" y="31"/>
                  <a:pt x="25" y="31"/>
                </a:cubicBezTo>
                <a:cubicBezTo>
                  <a:pt x="23" y="31"/>
                  <a:pt x="21" y="33"/>
                  <a:pt x="19" y="34"/>
                </a:cubicBezTo>
                <a:cubicBezTo>
                  <a:pt x="7" y="49"/>
                  <a:pt x="7" y="49"/>
                  <a:pt x="7" y="49"/>
                </a:cubicBezTo>
                <a:cubicBezTo>
                  <a:pt x="7" y="49"/>
                  <a:pt x="7" y="50"/>
                  <a:pt x="7" y="50"/>
                </a:cubicBezTo>
                <a:cubicBezTo>
                  <a:pt x="7" y="52"/>
                  <a:pt x="8" y="52"/>
                  <a:pt x="9" y="52"/>
                </a:cubicBezTo>
                <a:cubicBezTo>
                  <a:pt x="52" y="52"/>
                  <a:pt x="52" y="52"/>
                  <a:pt x="52" y="52"/>
                </a:cubicBezTo>
                <a:cubicBezTo>
                  <a:pt x="55" y="52"/>
                  <a:pt x="57" y="51"/>
                  <a:pt x="59" y="49"/>
                </a:cubicBezTo>
                <a:cubicBezTo>
                  <a:pt x="71" y="34"/>
                  <a:pt x="71" y="34"/>
                  <a:pt x="71" y="34"/>
                </a:cubicBezTo>
                <a:cubicBezTo>
                  <a:pt x="71" y="34"/>
                  <a:pt x="71" y="33"/>
                  <a:pt x="71" y="33"/>
                </a:cubicBezTo>
                <a:cubicBezTo>
                  <a:pt x="71" y="32"/>
                  <a:pt x="70" y="31"/>
                  <a:pt x="69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12"/>
          <p:cNvSpPr/>
          <p:nvPr/>
        </p:nvSpPr>
        <p:spPr>
          <a:xfrm>
            <a:off x="2968625" y="2760663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12"/>
          <p:cNvSpPr/>
          <p:nvPr/>
        </p:nvSpPr>
        <p:spPr>
          <a:xfrm>
            <a:off x="3463925" y="2760663"/>
            <a:ext cx="141288" cy="195262"/>
          </a:xfrm>
          <a:custGeom>
            <a:rect b="b" l="l" r="r" t="t"/>
            <a:pathLst>
              <a:path extrusionOk="0" h="57" w="41">
                <a:moveTo>
                  <a:pt x="41" y="56"/>
                </a:moveTo>
                <a:cubicBezTo>
                  <a:pt x="41" y="56"/>
                  <a:pt x="40" y="57"/>
                  <a:pt x="39" y="57"/>
                </a:cubicBezTo>
                <a:cubicBezTo>
                  <a:pt x="1" y="57"/>
                  <a:pt x="1" y="57"/>
                  <a:pt x="1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49"/>
                  <a:pt x="0" y="48"/>
                  <a:pt x="1" y="48"/>
                </a:cubicBezTo>
                <a:cubicBezTo>
                  <a:pt x="5" y="48"/>
                  <a:pt x="5" y="48"/>
                  <a:pt x="5" y="48"/>
                </a:cubicBezTo>
                <a:cubicBezTo>
                  <a:pt x="5" y="33"/>
                  <a:pt x="5" y="33"/>
                  <a:pt x="5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3"/>
                  <a:pt x="0" y="32"/>
                  <a:pt x="0" y="32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6"/>
                  <a:pt x="0" y="25"/>
                  <a:pt x="1" y="25"/>
                </a:cubicBezTo>
                <a:cubicBezTo>
                  <a:pt x="5" y="25"/>
                  <a:pt x="5" y="25"/>
                  <a:pt x="5" y="25"/>
                </a:cubicBezTo>
                <a:cubicBezTo>
                  <a:pt x="5" y="16"/>
                  <a:pt x="5" y="16"/>
                  <a:pt x="5" y="16"/>
                </a:cubicBezTo>
                <a:cubicBezTo>
                  <a:pt x="5" y="7"/>
                  <a:pt x="12" y="0"/>
                  <a:pt x="23" y="0"/>
                </a:cubicBezTo>
                <a:cubicBezTo>
                  <a:pt x="31" y="0"/>
                  <a:pt x="36" y="5"/>
                  <a:pt x="36" y="5"/>
                </a:cubicBezTo>
                <a:cubicBezTo>
                  <a:pt x="36" y="6"/>
                  <a:pt x="37" y="7"/>
                  <a:pt x="36" y="7"/>
                </a:cubicBezTo>
                <a:cubicBezTo>
                  <a:pt x="32" y="12"/>
                  <a:pt x="32" y="12"/>
                  <a:pt x="32" y="12"/>
                </a:cubicBezTo>
                <a:cubicBezTo>
                  <a:pt x="32" y="13"/>
                  <a:pt x="31" y="13"/>
                  <a:pt x="31" y="13"/>
                </a:cubicBezTo>
                <a:cubicBezTo>
                  <a:pt x="31" y="13"/>
                  <a:pt x="30" y="13"/>
                  <a:pt x="30" y="13"/>
                </a:cubicBezTo>
                <a:cubicBezTo>
                  <a:pt x="30" y="12"/>
                  <a:pt x="27" y="10"/>
                  <a:pt x="23" y="10"/>
                </a:cubicBezTo>
                <a:cubicBezTo>
                  <a:pt x="18" y="10"/>
                  <a:pt x="15" y="12"/>
                  <a:pt x="15" y="17"/>
                </a:cubicBezTo>
                <a:cubicBezTo>
                  <a:pt x="15" y="25"/>
                  <a:pt x="15" y="25"/>
                  <a:pt x="15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8" y="25"/>
                  <a:pt x="29" y="26"/>
                  <a:pt x="29" y="26"/>
                </a:cubicBezTo>
                <a:cubicBezTo>
                  <a:pt x="29" y="32"/>
                  <a:pt x="29" y="32"/>
                  <a:pt x="29" y="32"/>
                </a:cubicBezTo>
                <a:cubicBezTo>
                  <a:pt x="29" y="32"/>
                  <a:pt x="28" y="33"/>
                  <a:pt x="27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48"/>
                  <a:pt x="15" y="48"/>
                  <a:pt x="15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1"/>
                  <a:pt x="32" y="41"/>
                  <a:pt x="32" y="41"/>
                </a:cubicBezTo>
                <a:cubicBezTo>
                  <a:pt x="32" y="40"/>
                  <a:pt x="32" y="40"/>
                  <a:pt x="33" y="40"/>
                </a:cubicBezTo>
                <a:cubicBezTo>
                  <a:pt x="39" y="40"/>
                  <a:pt x="39" y="40"/>
                  <a:pt x="39" y="40"/>
                </a:cubicBezTo>
                <a:cubicBezTo>
                  <a:pt x="40" y="40"/>
                  <a:pt x="41" y="40"/>
                  <a:pt x="41" y="41"/>
                </a:cubicBezTo>
                <a:lnTo>
                  <a:pt x="41" y="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12"/>
          <p:cNvSpPr/>
          <p:nvPr/>
        </p:nvSpPr>
        <p:spPr>
          <a:xfrm>
            <a:off x="3959225" y="2770188"/>
            <a:ext cx="212725" cy="185737"/>
          </a:xfrm>
          <a:custGeom>
            <a:rect b="b" l="l" r="r" t="t"/>
            <a:pathLst>
              <a:path extrusionOk="0" h="54" w="62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12"/>
          <p:cNvSpPr/>
          <p:nvPr/>
        </p:nvSpPr>
        <p:spPr>
          <a:xfrm>
            <a:off x="4452938" y="2781300"/>
            <a:ext cx="230187" cy="192088"/>
          </a:xfrm>
          <a:custGeom>
            <a:rect b="b" l="l" r="r" t="t"/>
            <a:pathLst>
              <a:path extrusionOk="0" h="56" w="67">
                <a:moveTo>
                  <a:pt x="64" y="44"/>
                </a:moveTo>
                <a:cubicBezTo>
                  <a:pt x="59" y="55"/>
                  <a:pt x="44" y="56"/>
                  <a:pt x="34" y="56"/>
                </a:cubicBezTo>
                <a:cubicBezTo>
                  <a:pt x="23" y="56"/>
                  <a:pt x="8" y="55"/>
                  <a:pt x="2" y="44"/>
                </a:cubicBezTo>
                <a:cubicBezTo>
                  <a:pt x="0" y="40"/>
                  <a:pt x="0" y="36"/>
                  <a:pt x="0" y="31"/>
                </a:cubicBezTo>
                <a:cubicBezTo>
                  <a:pt x="0" y="25"/>
                  <a:pt x="1" y="20"/>
                  <a:pt x="5" y="15"/>
                </a:cubicBezTo>
                <a:cubicBezTo>
                  <a:pt x="4" y="13"/>
                  <a:pt x="4" y="11"/>
                  <a:pt x="4" y="8"/>
                </a:cubicBezTo>
                <a:cubicBezTo>
                  <a:pt x="4" y="5"/>
                  <a:pt x="5" y="2"/>
                  <a:pt x="6" y="0"/>
                </a:cubicBezTo>
                <a:cubicBezTo>
                  <a:pt x="13" y="0"/>
                  <a:pt x="17" y="2"/>
                  <a:pt x="21" y="6"/>
                </a:cubicBezTo>
                <a:cubicBezTo>
                  <a:pt x="25" y="5"/>
                  <a:pt x="30" y="5"/>
                  <a:pt x="34" y="5"/>
                </a:cubicBezTo>
                <a:cubicBezTo>
                  <a:pt x="38" y="5"/>
                  <a:pt x="41" y="5"/>
                  <a:pt x="45" y="6"/>
                </a:cubicBezTo>
                <a:cubicBezTo>
                  <a:pt x="50" y="2"/>
                  <a:pt x="54" y="0"/>
                  <a:pt x="60" y="0"/>
                </a:cubicBezTo>
                <a:cubicBezTo>
                  <a:pt x="62" y="2"/>
                  <a:pt x="62" y="5"/>
                  <a:pt x="62" y="8"/>
                </a:cubicBezTo>
                <a:cubicBezTo>
                  <a:pt x="62" y="11"/>
                  <a:pt x="62" y="13"/>
                  <a:pt x="61" y="15"/>
                </a:cubicBezTo>
                <a:cubicBezTo>
                  <a:pt x="65" y="20"/>
                  <a:pt x="67" y="25"/>
                  <a:pt x="67" y="31"/>
                </a:cubicBezTo>
                <a:cubicBezTo>
                  <a:pt x="67" y="36"/>
                  <a:pt x="66" y="40"/>
                  <a:pt x="64" y="44"/>
                </a:cubicBezTo>
                <a:close/>
                <a:moveTo>
                  <a:pt x="47" y="27"/>
                </a:moveTo>
                <a:cubicBezTo>
                  <a:pt x="45" y="27"/>
                  <a:pt x="42" y="27"/>
                  <a:pt x="39" y="27"/>
                </a:cubicBezTo>
                <a:cubicBezTo>
                  <a:pt x="37" y="28"/>
                  <a:pt x="35" y="28"/>
                  <a:pt x="33" y="28"/>
                </a:cubicBezTo>
                <a:cubicBezTo>
                  <a:pt x="31" y="28"/>
                  <a:pt x="29" y="28"/>
                  <a:pt x="27" y="27"/>
                </a:cubicBezTo>
                <a:cubicBezTo>
                  <a:pt x="24" y="27"/>
                  <a:pt x="22" y="27"/>
                  <a:pt x="19" y="27"/>
                </a:cubicBezTo>
                <a:cubicBezTo>
                  <a:pt x="12" y="27"/>
                  <a:pt x="9" y="32"/>
                  <a:pt x="9" y="38"/>
                </a:cubicBezTo>
                <a:cubicBezTo>
                  <a:pt x="9" y="50"/>
                  <a:pt x="20" y="52"/>
                  <a:pt x="30" y="52"/>
                </a:cubicBezTo>
                <a:cubicBezTo>
                  <a:pt x="37" y="52"/>
                  <a:pt x="37" y="52"/>
                  <a:pt x="37" y="52"/>
                </a:cubicBezTo>
                <a:cubicBezTo>
                  <a:pt x="46" y="52"/>
                  <a:pt x="58" y="50"/>
                  <a:pt x="58" y="38"/>
                </a:cubicBezTo>
                <a:cubicBezTo>
                  <a:pt x="58" y="32"/>
                  <a:pt x="54" y="27"/>
                  <a:pt x="47" y="27"/>
                </a:cubicBezTo>
                <a:close/>
                <a:moveTo>
                  <a:pt x="20" y="46"/>
                </a:moveTo>
                <a:cubicBezTo>
                  <a:pt x="17" y="46"/>
                  <a:pt x="15" y="41"/>
                  <a:pt x="15" y="38"/>
                </a:cubicBezTo>
                <a:cubicBezTo>
                  <a:pt x="15" y="35"/>
                  <a:pt x="17" y="30"/>
                  <a:pt x="20" y="30"/>
                </a:cubicBezTo>
                <a:cubicBezTo>
                  <a:pt x="24" y="30"/>
                  <a:pt x="25" y="35"/>
                  <a:pt x="25" y="38"/>
                </a:cubicBezTo>
                <a:cubicBezTo>
                  <a:pt x="25" y="41"/>
                  <a:pt x="24" y="46"/>
                  <a:pt x="20" y="46"/>
                </a:cubicBezTo>
                <a:close/>
                <a:moveTo>
                  <a:pt x="46" y="46"/>
                </a:moveTo>
                <a:cubicBezTo>
                  <a:pt x="42" y="46"/>
                  <a:pt x="41" y="41"/>
                  <a:pt x="41" y="38"/>
                </a:cubicBezTo>
                <a:cubicBezTo>
                  <a:pt x="41" y="35"/>
                  <a:pt x="42" y="30"/>
                  <a:pt x="46" y="30"/>
                </a:cubicBezTo>
                <a:cubicBezTo>
                  <a:pt x="50" y="30"/>
                  <a:pt x="51" y="35"/>
                  <a:pt x="51" y="38"/>
                </a:cubicBezTo>
                <a:cubicBezTo>
                  <a:pt x="51" y="41"/>
                  <a:pt x="50" y="46"/>
                  <a:pt x="46" y="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12"/>
          <p:cNvSpPr/>
          <p:nvPr/>
        </p:nvSpPr>
        <p:spPr>
          <a:xfrm>
            <a:off x="4948238" y="2760663"/>
            <a:ext cx="212725" cy="212725"/>
          </a:xfrm>
          <a:custGeom>
            <a:rect b="b" l="l" r="r" t="t"/>
            <a:pathLst>
              <a:path extrusionOk="0" h="62" w="62">
                <a:moveTo>
                  <a:pt x="62" y="31"/>
                </a:moveTo>
                <a:cubicBezTo>
                  <a:pt x="62" y="48"/>
                  <a:pt x="48" y="62"/>
                  <a:pt x="31" y="62"/>
                </a:cubicBez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lose/>
                <a:moveTo>
                  <a:pt x="41" y="22"/>
                </a:moveTo>
                <a:cubicBezTo>
                  <a:pt x="42" y="22"/>
                  <a:pt x="42" y="21"/>
                  <a:pt x="42" y="21"/>
                </a:cubicBezTo>
                <a:cubicBezTo>
                  <a:pt x="42" y="21"/>
                  <a:pt x="42" y="21"/>
                  <a:pt x="43" y="21"/>
                </a:cubicBezTo>
                <a:cubicBezTo>
                  <a:pt x="43" y="20"/>
                  <a:pt x="44" y="20"/>
                  <a:pt x="45" y="20"/>
                </a:cubicBezTo>
                <a:cubicBezTo>
                  <a:pt x="46" y="20"/>
                  <a:pt x="46" y="20"/>
                  <a:pt x="47" y="21"/>
                </a:cubicBezTo>
                <a:cubicBezTo>
                  <a:pt x="47" y="20"/>
                  <a:pt x="48" y="20"/>
                  <a:pt x="48" y="20"/>
                </a:cubicBezTo>
                <a:cubicBezTo>
                  <a:pt x="48" y="19"/>
                  <a:pt x="49" y="19"/>
                  <a:pt x="49" y="19"/>
                </a:cubicBezTo>
                <a:cubicBezTo>
                  <a:pt x="49" y="19"/>
                  <a:pt x="49" y="18"/>
                  <a:pt x="49" y="18"/>
                </a:cubicBezTo>
                <a:cubicBezTo>
                  <a:pt x="49" y="18"/>
                  <a:pt x="48" y="18"/>
                  <a:pt x="48" y="17"/>
                </a:cubicBezTo>
                <a:cubicBezTo>
                  <a:pt x="48" y="17"/>
                  <a:pt x="48" y="17"/>
                  <a:pt x="48" y="17"/>
                </a:cubicBezTo>
                <a:cubicBezTo>
                  <a:pt x="48" y="17"/>
                  <a:pt x="47" y="17"/>
                  <a:pt x="47" y="17"/>
                </a:cubicBezTo>
                <a:cubicBezTo>
                  <a:pt x="46" y="17"/>
                  <a:pt x="46" y="16"/>
                  <a:pt x="46" y="16"/>
                </a:cubicBezTo>
                <a:cubicBezTo>
                  <a:pt x="46" y="15"/>
                  <a:pt x="45" y="15"/>
                  <a:pt x="45" y="15"/>
                </a:cubicBezTo>
                <a:cubicBezTo>
                  <a:pt x="45" y="15"/>
                  <a:pt x="45" y="14"/>
                  <a:pt x="45" y="14"/>
                </a:cubicBezTo>
                <a:cubicBezTo>
                  <a:pt x="44" y="14"/>
                  <a:pt x="44" y="15"/>
                  <a:pt x="44" y="15"/>
                </a:cubicBezTo>
                <a:cubicBezTo>
                  <a:pt x="43" y="15"/>
                  <a:pt x="43" y="15"/>
                  <a:pt x="43" y="15"/>
                </a:cubicBezTo>
                <a:cubicBezTo>
                  <a:pt x="43" y="15"/>
                  <a:pt x="43" y="15"/>
                  <a:pt x="42" y="15"/>
                </a:cubicBezTo>
                <a:cubicBezTo>
                  <a:pt x="43" y="15"/>
                  <a:pt x="42" y="15"/>
                  <a:pt x="42" y="15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42" y="13"/>
                  <a:pt x="41" y="13"/>
                  <a:pt x="40" y="13"/>
                </a:cubicBezTo>
                <a:cubicBezTo>
                  <a:pt x="40" y="12"/>
                  <a:pt x="38" y="12"/>
                  <a:pt x="38" y="12"/>
                </a:cubicBezTo>
                <a:cubicBezTo>
                  <a:pt x="37" y="13"/>
                  <a:pt x="38" y="13"/>
                  <a:pt x="38" y="14"/>
                </a:cubicBezTo>
                <a:cubicBezTo>
                  <a:pt x="38" y="14"/>
                  <a:pt x="37" y="14"/>
                  <a:pt x="37" y="15"/>
                </a:cubicBezTo>
                <a:cubicBezTo>
                  <a:pt x="37" y="15"/>
                  <a:pt x="38" y="15"/>
                  <a:pt x="38" y="16"/>
                </a:cubicBezTo>
                <a:cubicBezTo>
                  <a:pt x="38" y="17"/>
                  <a:pt x="37" y="17"/>
                  <a:pt x="37" y="17"/>
                </a:cubicBezTo>
                <a:cubicBezTo>
                  <a:pt x="37" y="18"/>
                  <a:pt x="37" y="18"/>
                  <a:pt x="37" y="19"/>
                </a:cubicBezTo>
                <a:cubicBezTo>
                  <a:pt x="38" y="19"/>
                  <a:pt x="37" y="19"/>
                  <a:pt x="37" y="19"/>
                </a:cubicBezTo>
                <a:cubicBezTo>
                  <a:pt x="36" y="20"/>
                  <a:pt x="35" y="19"/>
                  <a:pt x="35" y="18"/>
                </a:cubicBezTo>
                <a:cubicBezTo>
                  <a:pt x="35" y="18"/>
                  <a:pt x="35" y="17"/>
                  <a:pt x="34" y="17"/>
                </a:cubicBezTo>
                <a:cubicBezTo>
                  <a:pt x="34" y="17"/>
                  <a:pt x="33" y="17"/>
                  <a:pt x="33" y="17"/>
                </a:cubicBezTo>
                <a:cubicBezTo>
                  <a:pt x="33" y="16"/>
                  <a:pt x="32" y="16"/>
                  <a:pt x="32" y="16"/>
                </a:cubicBezTo>
                <a:cubicBezTo>
                  <a:pt x="31" y="16"/>
                  <a:pt x="30" y="16"/>
                  <a:pt x="29" y="16"/>
                </a:cubicBezTo>
                <a:cubicBezTo>
                  <a:pt x="30" y="16"/>
                  <a:pt x="29" y="15"/>
                  <a:pt x="29" y="15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13"/>
                  <a:pt x="29" y="13"/>
                  <a:pt x="29" y="13"/>
                </a:cubicBezTo>
                <a:cubicBezTo>
                  <a:pt x="29" y="12"/>
                  <a:pt x="30" y="11"/>
                  <a:pt x="30" y="11"/>
                </a:cubicBezTo>
                <a:cubicBezTo>
                  <a:pt x="31" y="12"/>
                  <a:pt x="31" y="12"/>
                  <a:pt x="32" y="11"/>
                </a:cubicBezTo>
                <a:cubicBezTo>
                  <a:pt x="32" y="11"/>
                  <a:pt x="32" y="10"/>
                  <a:pt x="33" y="10"/>
                </a:cubicBezTo>
                <a:cubicBezTo>
                  <a:pt x="33" y="9"/>
                  <a:pt x="34" y="10"/>
                  <a:pt x="35" y="10"/>
                </a:cubicBezTo>
                <a:cubicBezTo>
                  <a:pt x="35" y="10"/>
                  <a:pt x="35" y="9"/>
                  <a:pt x="35" y="9"/>
                </a:cubicBezTo>
                <a:cubicBezTo>
                  <a:pt x="35" y="9"/>
                  <a:pt x="35" y="8"/>
                  <a:pt x="35" y="8"/>
                </a:cubicBezTo>
                <a:cubicBezTo>
                  <a:pt x="34" y="7"/>
                  <a:pt x="33" y="8"/>
                  <a:pt x="34" y="8"/>
                </a:cubicBezTo>
                <a:cubicBezTo>
                  <a:pt x="34" y="8"/>
                  <a:pt x="33" y="10"/>
                  <a:pt x="32" y="9"/>
                </a:cubicBezTo>
                <a:cubicBezTo>
                  <a:pt x="32" y="9"/>
                  <a:pt x="32" y="8"/>
                  <a:pt x="31" y="8"/>
                </a:cubicBezTo>
                <a:cubicBezTo>
                  <a:pt x="31" y="8"/>
                  <a:pt x="31" y="8"/>
                  <a:pt x="31" y="9"/>
                </a:cubicBezTo>
                <a:cubicBezTo>
                  <a:pt x="31" y="8"/>
                  <a:pt x="30" y="8"/>
                  <a:pt x="29" y="8"/>
                </a:cubicBezTo>
                <a:cubicBezTo>
                  <a:pt x="30" y="7"/>
                  <a:pt x="29" y="7"/>
                  <a:pt x="29" y="7"/>
                </a:cubicBezTo>
                <a:cubicBezTo>
                  <a:pt x="29" y="6"/>
                  <a:pt x="28" y="6"/>
                  <a:pt x="27" y="6"/>
                </a:cubicBezTo>
                <a:cubicBezTo>
                  <a:pt x="27" y="7"/>
                  <a:pt x="28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8" y="9"/>
                  <a:pt x="28" y="9"/>
                </a:cubicBezTo>
                <a:cubicBezTo>
                  <a:pt x="28" y="9"/>
                  <a:pt x="28" y="10"/>
                  <a:pt x="28" y="10"/>
                </a:cubicBezTo>
                <a:cubicBezTo>
                  <a:pt x="27" y="10"/>
                  <a:pt x="27" y="9"/>
                  <a:pt x="27" y="9"/>
                </a:cubicBezTo>
                <a:cubicBezTo>
                  <a:pt x="28" y="9"/>
                  <a:pt x="26" y="9"/>
                  <a:pt x="26" y="9"/>
                </a:cubicBezTo>
                <a:cubicBezTo>
                  <a:pt x="25" y="9"/>
                  <a:pt x="24" y="9"/>
                  <a:pt x="24" y="9"/>
                </a:cubicBezTo>
                <a:cubicBezTo>
                  <a:pt x="24" y="8"/>
                  <a:pt x="24" y="7"/>
                  <a:pt x="24" y="8"/>
                </a:cubicBezTo>
                <a:cubicBezTo>
                  <a:pt x="24" y="7"/>
                  <a:pt x="23" y="7"/>
                  <a:pt x="23" y="7"/>
                </a:cubicBezTo>
                <a:cubicBezTo>
                  <a:pt x="22" y="7"/>
                  <a:pt x="21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8"/>
                  <a:pt x="20" y="8"/>
                  <a:pt x="21" y="8"/>
                </a:cubicBezTo>
                <a:cubicBezTo>
                  <a:pt x="21" y="8"/>
                  <a:pt x="22" y="7"/>
                  <a:pt x="22" y="8"/>
                </a:cubicBezTo>
                <a:cubicBezTo>
                  <a:pt x="22" y="8"/>
                  <a:pt x="23" y="8"/>
                  <a:pt x="23" y="8"/>
                </a:cubicBezTo>
                <a:cubicBezTo>
                  <a:pt x="23" y="8"/>
                  <a:pt x="23" y="8"/>
                  <a:pt x="23" y="9"/>
                </a:cubicBezTo>
                <a:cubicBezTo>
                  <a:pt x="23" y="8"/>
                  <a:pt x="23" y="9"/>
                  <a:pt x="22" y="9"/>
                </a:cubicBezTo>
                <a:cubicBezTo>
                  <a:pt x="22" y="9"/>
                  <a:pt x="21" y="9"/>
                  <a:pt x="21" y="9"/>
                </a:cubicBezTo>
                <a:cubicBezTo>
                  <a:pt x="21" y="9"/>
                  <a:pt x="22" y="10"/>
                  <a:pt x="22" y="10"/>
                </a:cubicBezTo>
                <a:cubicBezTo>
                  <a:pt x="21" y="9"/>
                  <a:pt x="21" y="9"/>
                  <a:pt x="20" y="9"/>
                </a:cubicBezTo>
                <a:cubicBezTo>
                  <a:pt x="20" y="9"/>
                  <a:pt x="19" y="9"/>
                  <a:pt x="19" y="9"/>
                </a:cubicBezTo>
                <a:cubicBezTo>
                  <a:pt x="15" y="11"/>
                  <a:pt x="12" y="14"/>
                  <a:pt x="10" y="18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8"/>
                  <a:pt x="10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3" y="20"/>
                  <a:pt x="13" y="21"/>
                </a:cubicBezTo>
                <a:cubicBezTo>
                  <a:pt x="13" y="21"/>
                  <a:pt x="13" y="21"/>
                  <a:pt x="14" y="21"/>
                </a:cubicBezTo>
                <a:cubicBezTo>
                  <a:pt x="14" y="22"/>
                  <a:pt x="13" y="22"/>
                  <a:pt x="13" y="22"/>
                </a:cubicBezTo>
                <a:cubicBezTo>
                  <a:pt x="13" y="22"/>
                  <a:pt x="12" y="21"/>
                  <a:pt x="12" y="22"/>
                </a:cubicBezTo>
                <a:cubicBezTo>
                  <a:pt x="12" y="22"/>
                  <a:pt x="12" y="23"/>
                  <a:pt x="13" y="23"/>
                </a:cubicBezTo>
                <a:cubicBezTo>
                  <a:pt x="12" y="23"/>
                  <a:pt x="12" y="25"/>
                  <a:pt x="12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6"/>
                  <a:pt x="13" y="28"/>
                  <a:pt x="13" y="28"/>
                </a:cubicBezTo>
                <a:cubicBezTo>
                  <a:pt x="13" y="28"/>
                  <a:pt x="14" y="30"/>
                  <a:pt x="15" y="30"/>
                </a:cubicBezTo>
                <a:cubicBezTo>
                  <a:pt x="15" y="30"/>
                  <a:pt x="16" y="31"/>
                  <a:pt x="16" y="31"/>
                </a:cubicBezTo>
                <a:cubicBezTo>
                  <a:pt x="17" y="32"/>
                  <a:pt x="17" y="33"/>
                  <a:pt x="17" y="33"/>
                </a:cubicBezTo>
                <a:cubicBezTo>
                  <a:pt x="17" y="34"/>
                  <a:pt x="18" y="34"/>
                  <a:pt x="18" y="35"/>
                </a:cubicBezTo>
                <a:cubicBezTo>
                  <a:pt x="18" y="35"/>
                  <a:pt x="18" y="35"/>
                  <a:pt x="18" y="35"/>
                </a:cubicBezTo>
                <a:cubicBezTo>
                  <a:pt x="18" y="35"/>
                  <a:pt x="19" y="35"/>
                  <a:pt x="19" y="36"/>
                </a:cubicBezTo>
                <a:cubicBezTo>
                  <a:pt x="19" y="36"/>
                  <a:pt x="19" y="37"/>
                  <a:pt x="19" y="37"/>
                </a:cubicBezTo>
                <a:cubicBezTo>
                  <a:pt x="20" y="36"/>
                  <a:pt x="19" y="35"/>
                  <a:pt x="18" y="34"/>
                </a:cubicBezTo>
                <a:cubicBezTo>
                  <a:pt x="18" y="34"/>
                  <a:pt x="18" y="34"/>
                  <a:pt x="18" y="33"/>
                </a:cubicBezTo>
                <a:cubicBezTo>
                  <a:pt x="18" y="33"/>
                  <a:pt x="18" y="32"/>
                  <a:pt x="17" y="32"/>
                </a:cubicBezTo>
                <a:cubicBezTo>
                  <a:pt x="18" y="32"/>
                  <a:pt x="18" y="32"/>
                  <a:pt x="18" y="33"/>
                </a:cubicBezTo>
                <a:cubicBezTo>
                  <a:pt x="18" y="33"/>
                  <a:pt x="20" y="35"/>
                  <a:pt x="20" y="35"/>
                </a:cubicBezTo>
                <a:cubicBezTo>
                  <a:pt x="20" y="35"/>
                  <a:pt x="21" y="37"/>
                  <a:pt x="21" y="37"/>
                </a:cubicBezTo>
                <a:cubicBezTo>
                  <a:pt x="21" y="37"/>
                  <a:pt x="22" y="37"/>
                  <a:pt x="22" y="38"/>
                </a:cubicBezTo>
                <a:cubicBezTo>
                  <a:pt x="22" y="38"/>
                  <a:pt x="22" y="39"/>
                  <a:pt x="23" y="40"/>
                </a:cubicBezTo>
                <a:cubicBezTo>
                  <a:pt x="23" y="41"/>
                  <a:pt x="24" y="41"/>
                  <a:pt x="25" y="41"/>
                </a:cubicBezTo>
                <a:cubicBezTo>
                  <a:pt x="25" y="42"/>
                  <a:pt x="26" y="42"/>
                  <a:pt x="26" y="42"/>
                </a:cubicBezTo>
                <a:cubicBezTo>
                  <a:pt x="27" y="43"/>
                  <a:pt x="27" y="42"/>
                  <a:pt x="28" y="42"/>
                </a:cubicBezTo>
                <a:cubicBezTo>
                  <a:pt x="29" y="42"/>
                  <a:pt x="29" y="43"/>
                  <a:pt x="30" y="44"/>
                </a:cubicBezTo>
                <a:cubicBezTo>
                  <a:pt x="31" y="44"/>
                  <a:pt x="32" y="44"/>
                  <a:pt x="32" y="44"/>
                </a:cubicBezTo>
                <a:cubicBezTo>
                  <a:pt x="32" y="44"/>
                  <a:pt x="33" y="46"/>
                  <a:pt x="33" y="46"/>
                </a:cubicBezTo>
                <a:cubicBezTo>
                  <a:pt x="34" y="46"/>
                  <a:pt x="34" y="47"/>
                  <a:pt x="35" y="47"/>
                </a:cubicBezTo>
                <a:cubicBezTo>
                  <a:pt x="35" y="47"/>
                  <a:pt x="35" y="47"/>
                  <a:pt x="35" y="47"/>
                </a:cubicBezTo>
                <a:cubicBezTo>
                  <a:pt x="35" y="47"/>
                  <a:pt x="36" y="48"/>
                  <a:pt x="36" y="48"/>
                </a:cubicBezTo>
                <a:cubicBezTo>
                  <a:pt x="36" y="48"/>
                  <a:pt x="36" y="47"/>
                  <a:pt x="36" y="47"/>
                </a:cubicBezTo>
                <a:cubicBezTo>
                  <a:pt x="36" y="47"/>
                  <a:pt x="35" y="47"/>
                  <a:pt x="34" y="46"/>
                </a:cubicBezTo>
                <a:cubicBezTo>
                  <a:pt x="34" y="46"/>
                  <a:pt x="34" y="45"/>
                  <a:pt x="34" y="45"/>
                </a:cubicBezTo>
                <a:cubicBezTo>
                  <a:pt x="35" y="45"/>
                  <a:pt x="35" y="44"/>
                  <a:pt x="34" y="43"/>
                </a:cubicBezTo>
                <a:cubicBezTo>
                  <a:pt x="34" y="43"/>
                  <a:pt x="34" y="43"/>
                  <a:pt x="34" y="42"/>
                </a:cubicBezTo>
                <a:cubicBezTo>
                  <a:pt x="33" y="43"/>
                  <a:pt x="33" y="42"/>
                  <a:pt x="32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2" y="42"/>
                  <a:pt x="32" y="43"/>
                  <a:pt x="32" y="42"/>
                </a:cubicBezTo>
                <a:cubicBezTo>
                  <a:pt x="32" y="42"/>
                  <a:pt x="32" y="41"/>
                  <a:pt x="32" y="41"/>
                </a:cubicBezTo>
                <a:cubicBezTo>
                  <a:pt x="32" y="40"/>
                  <a:pt x="33" y="39"/>
                  <a:pt x="32" y="39"/>
                </a:cubicBezTo>
                <a:cubicBezTo>
                  <a:pt x="31" y="39"/>
                  <a:pt x="31" y="39"/>
                  <a:pt x="31" y="40"/>
                </a:cubicBezTo>
                <a:cubicBezTo>
                  <a:pt x="30" y="40"/>
                  <a:pt x="30" y="40"/>
                  <a:pt x="30" y="41"/>
                </a:cubicBezTo>
                <a:cubicBezTo>
                  <a:pt x="30" y="41"/>
                  <a:pt x="28" y="41"/>
                  <a:pt x="28" y="41"/>
                </a:cubicBezTo>
                <a:cubicBezTo>
                  <a:pt x="27" y="40"/>
                  <a:pt x="27" y="39"/>
                  <a:pt x="27" y="38"/>
                </a:cubicBezTo>
                <a:cubicBezTo>
                  <a:pt x="27" y="37"/>
                  <a:pt x="27" y="36"/>
                  <a:pt x="27" y="35"/>
                </a:cubicBezTo>
                <a:cubicBezTo>
                  <a:pt x="27" y="35"/>
                  <a:pt x="27" y="34"/>
                  <a:pt x="27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28" y="34"/>
                  <a:pt x="29" y="33"/>
                  <a:pt x="30" y="34"/>
                </a:cubicBezTo>
                <a:cubicBezTo>
                  <a:pt x="30" y="34"/>
                  <a:pt x="31" y="34"/>
                  <a:pt x="31" y="33"/>
                </a:cubicBezTo>
                <a:cubicBezTo>
                  <a:pt x="31" y="33"/>
                  <a:pt x="31" y="33"/>
                  <a:pt x="31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2" y="33"/>
                  <a:pt x="33" y="33"/>
                  <a:pt x="33" y="33"/>
                </a:cubicBezTo>
                <a:cubicBezTo>
                  <a:pt x="34" y="34"/>
                  <a:pt x="34" y="34"/>
                  <a:pt x="34" y="33"/>
                </a:cubicBezTo>
                <a:cubicBezTo>
                  <a:pt x="35" y="34"/>
                  <a:pt x="35" y="34"/>
                  <a:pt x="35" y="34"/>
                </a:cubicBezTo>
                <a:cubicBezTo>
                  <a:pt x="35" y="35"/>
                  <a:pt x="35" y="36"/>
                  <a:pt x="36" y="36"/>
                </a:cubicBezTo>
                <a:cubicBezTo>
                  <a:pt x="36" y="37"/>
                  <a:pt x="36" y="35"/>
                  <a:pt x="36" y="35"/>
                </a:cubicBezTo>
                <a:cubicBezTo>
                  <a:pt x="36" y="35"/>
                  <a:pt x="36" y="33"/>
                  <a:pt x="36" y="33"/>
                </a:cubicBezTo>
                <a:cubicBezTo>
                  <a:pt x="35" y="33"/>
                  <a:pt x="35" y="32"/>
                  <a:pt x="36" y="31"/>
                </a:cubicBezTo>
                <a:cubicBezTo>
                  <a:pt x="36" y="31"/>
                  <a:pt x="37" y="31"/>
                  <a:pt x="37" y="31"/>
                </a:cubicBezTo>
                <a:cubicBezTo>
                  <a:pt x="38" y="30"/>
                  <a:pt x="38" y="30"/>
                  <a:pt x="38" y="29"/>
                </a:cubicBezTo>
                <a:cubicBezTo>
                  <a:pt x="38" y="29"/>
                  <a:pt x="38" y="29"/>
                  <a:pt x="38" y="29"/>
                </a:cubicBezTo>
                <a:cubicBezTo>
                  <a:pt x="38" y="29"/>
                  <a:pt x="38" y="28"/>
                  <a:pt x="38" y="29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8"/>
                  <a:pt x="38" y="27"/>
                  <a:pt x="38" y="27"/>
                </a:cubicBezTo>
                <a:cubicBezTo>
                  <a:pt x="39" y="28"/>
                  <a:pt x="40" y="27"/>
                  <a:pt x="39" y="26"/>
                </a:cubicBezTo>
                <a:cubicBezTo>
                  <a:pt x="40" y="26"/>
                  <a:pt x="41" y="26"/>
                  <a:pt x="41" y="26"/>
                </a:cubicBezTo>
                <a:cubicBezTo>
                  <a:pt x="41" y="26"/>
                  <a:pt x="41" y="25"/>
                  <a:pt x="41" y="25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3" y="24"/>
                  <a:pt x="43" y="23"/>
                </a:cubicBezTo>
                <a:cubicBezTo>
                  <a:pt x="44" y="24"/>
                  <a:pt x="45" y="23"/>
                  <a:pt x="44" y="22"/>
                </a:cubicBezTo>
                <a:cubicBezTo>
                  <a:pt x="44" y="22"/>
                  <a:pt x="44" y="22"/>
                  <a:pt x="43" y="22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1"/>
                  <a:pt x="44" y="21"/>
                  <a:pt x="44" y="21"/>
                </a:cubicBezTo>
                <a:cubicBezTo>
                  <a:pt x="43" y="21"/>
                  <a:pt x="43" y="21"/>
                  <a:pt x="42" y="21"/>
                </a:cubicBezTo>
                <a:cubicBezTo>
                  <a:pt x="42" y="22"/>
                  <a:pt x="42" y="22"/>
                  <a:pt x="41" y="22"/>
                </a:cubicBezTo>
                <a:close/>
                <a:moveTo>
                  <a:pt x="50" y="49"/>
                </a:moveTo>
                <a:cubicBezTo>
                  <a:pt x="50" y="49"/>
                  <a:pt x="49" y="49"/>
                  <a:pt x="49" y="49"/>
                </a:cubicBezTo>
                <a:cubicBezTo>
                  <a:pt x="49" y="49"/>
                  <a:pt x="48" y="48"/>
                  <a:pt x="48" y="48"/>
                </a:cubicBezTo>
                <a:cubicBezTo>
                  <a:pt x="48" y="48"/>
                  <a:pt x="47" y="47"/>
                  <a:pt x="47" y="47"/>
                </a:cubicBezTo>
                <a:cubicBezTo>
                  <a:pt x="46" y="46"/>
                  <a:pt x="46" y="46"/>
                  <a:pt x="45" y="46"/>
                </a:cubicBezTo>
                <a:cubicBezTo>
                  <a:pt x="45" y="46"/>
                  <a:pt x="44" y="47"/>
                  <a:pt x="44" y="47"/>
                </a:cubicBezTo>
                <a:cubicBezTo>
                  <a:pt x="44" y="46"/>
                  <a:pt x="43" y="46"/>
                  <a:pt x="43" y="46"/>
                </a:cubicBezTo>
                <a:cubicBezTo>
                  <a:pt x="42" y="46"/>
                  <a:pt x="42" y="45"/>
                  <a:pt x="41" y="46"/>
                </a:cubicBezTo>
                <a:cubicBezTo>
                  <a:pt x="41" y="46"/>
                  <a:pt x="41" y="46"/>
                  <a:pt x="41" y="47"/>
                </a:cubicBezTo>
                <a:cubicBezTo>
                  <a:pt x="40" y="46"/>
                  <a:pt x="41" y="46"/>
                  <a:pt x="41" y="45"/>
                </a:cubicBezTo>
                <a:cubicBezTo>
                  <a:pt x="40" y="45"/>
                  <a:pt x="39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7"/>
                  <a:pt x="38" y="47"/>
                  <a:pt x="38" y="47"/>
                </a:cubicBezTo>
                <a:cubicBezTo>
                  <a:pt x="38" y="47"/>
                  <a:pt x="37" y="47"/>
                  <a:pt x="37" y="47"/>
                </a:cubicBezTo>
                <a:cubicBezTo>
                  <a:pt x="37" y="48"/>
                  <a:pt x="37" y="49"/>
                  <a:pt x="37" y="50"/>
                </a:cubicBezTo>
                <a:cubicBezTo>
                  <a:pt x="38" y="50"/>
                  <a:pt x="37" y="51"/>
                  <a:pt x="37" y="52"/>
                </a:cubicBezTo>
                <a:cubicBezTo>
                  <a:pt x="37" y="52"/>
                  <a:pt x="36" y="53"/>
                  <a:pt x="36" y="53"/>
                </a:cubicBezTo>
                <a:cubicBezTo>
                  <a:pt x="36" y="54"/>
                  <a:pt x="36" y="54"/>
                  <a:pt x="36" y="54"/>
                </a:cubicBezTo>
                <a:cubicBezTo>
                  <a:pt x="36" y="55"/>
                  <a:pt x="36" y="55"/>
                  <a:pt x="36" y="56"/>
                </a:cubicBezTo>
                <a:cubicBezTo>
                  <a:pt x="36" y="56"/>
                  <a:pt x="36" y="56"/>
                  <a:pt x="36" y="57"/>
                </a:cubicBezTo>
                <a:cubicBezTo>
                  <a:pt x="41" y="56"/>
                  <a:pt x="46" y="53"/>
                  <a:pt x="50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12"/>
          <p:cNvSpPr/>
          <p:nvPr/>
        </p:nvSpPr>
        <p:spPr>
          <a:xfrm>
            <a:off x="5453063" y="2743200"/>
            <a:ext cx="247650" cy="230188"/>
          </a:xfrm>
          <a:custGeom>
            <a:rect b="b" l="l" r="r" t="t"/>
            <a:pathLst>
              <a:path extrusionOk="0" h="67" w="72">
                <a:moveTo>
                  <a:pt x="20" y="47"/>
                </a:moveTo>
                <a:cubicBezTo>
                  <a:pt x="17" y="35"/>
                  <a:pt x="5" y="29"/>
                  <a:pt x="5" y="29"/>
                </a:cubicBezTo>
                <a:cubicBezTo>
                  <a:pt x="2" y="27"/>
                  <a:pt x="0" y="23"/>
                  <a:pt x="2" y="19"/>
                </a:cubicBezTo>
                <a:cubicBezTo>
                  <a:pt x="4" y="16"/>
                  <a:pt x="8" y="15"/>
                  <a:pt x="11" y="17"/>
                </a:cubicBezTo>
                <a:cubicBezTo>
                  <a:pt x="12" y="17"/>
                  <a:pt x="16" y="19"/>
                  <a:pt x="21" y="24"/>
                </a:cubicBezTo>
                <a:cubicBezTo>
                  <a:pt x="23" y="29"/>
                  <a:pt x="25" y="39"/>
                  <a:pt x="20" y="47"/>
                </a:cubicBezTo>
                <a:close/>
                <a:moveTo>
                  <a:pt x="33" y="57"/>
                </a:moveTo>
                <a:cubicBezTo>
                  <a:pt x="32" y="58"/>
                  <a:pt x="29" y="59"/>
                  <a:pt x="27" y="59"/>
                </a:cubicBezTo>
                <a:cubicBezTo>
                  <a:pt x="26" y="59"/>
                  <a:pt x="25" y="59"/>
                  <a:pt x="23" y="58"/>
                </a:cubicBezTo>
                <a:cubicBezTo>
                  <a:pt x="20" y="56"/>
                  <a:pt x="20" y="52"/>
                  <a:pt x="22" y="49"/>
                </a:cubicBezTo>
                <a:cubicBezTo>
                  <a:pt x="30" y="37"/>
                  <a:pt x="22" y="19"/>
                  <a:pt x="22" y="18"/>
                </a:cubicBezTo>
                <a:cubicBezTo>
                  <a:pt x="20" y="15"/>
                  <a:pt x="21" y="11"/>
                  <a:pt x="25" y="9"/>
                </a:cubicBezTo>
                <a:cubicBezTo>
                  <a:pt x="26" y="9"/>
                  <a:pt x="27" y="9"/>
                  <a:pt x="28" y="9"/>
                </a:cubicBezTo>
                <a:cubicBezTo>
                  <a:pt x="30" y="9"/>
                  <a:pt x="33" y="10"/>
                  <a:pt x="34" y="12"/>
                </a:cubicBezTo>
                <a:cubicBezTo>
                  <a:pt x="34" y="13"/>
                  <a:pt x="46" y="38"/>
                  <a:pt x="33" y="57"/>
                </a:cubicBezTo>
                <a:close/>
                <a:moveTo>
                  <a:pt x="44" y="52"/>
                </a:moveTo>
                <a:cubicBezTo>
                  <a:pt x="44" y="48"/>
                  <a:pt x="43" y="45"/>
                  <a:pt x="41" y="42"/>
                </a:cubicBezTo>
                <a:cubicBezTo>
                  <a:pt x="42" y="37"/>
                  <a:pt x="42" y="32"/>
                  <a:pt x="41" y="27"/>
                </a:cubicBezTo>
                <a:cubicBezTo>
                  <a:pt x="40" y="21"/>
                  <a:pt x="39" y="16"/>
                  <a:pt x="37" y="14"/>
                </a:cubicBezTo>
                <a:cubicBezTo>
                  <a:pt x="40" y="16"/>
                  <a:pt x="43" y="18"/>
                  <a:pt x="46" y="22"/>
                </a:cubicBezTo>
                <a:cubicBezTo>
                  <a:pt x="46" y="23"/>
                  <a:pt x="46" y="24"/>
                  <a:pt x="47" y="25"/>
                </a:cubicBezTo>
                <a:cubicBezTo>
                  <a:pt x="47" y="30"/>
                  <a:pt x="47" y="35"/>
                  <a:pt x="47" y="39"/>
                </a:cubicBezTo>
                <a:cubicBezTo>
                  <a:pt x="46" y="43"/>
                  <a:pt x="45" y="48"/>
                  <a:pt x="44" y="52"/>
                </a:cubicBezTo>
                <a:close/>
                <a:moveTo>
                  <a:pt x="58" y="63"/>
                </a:moveTo>
                <a:cubicBezTo>
                  <a:pt x="56" y="66"/>
                  <a:pt x="54" y="67"/>
                  <a:pt x="51" y="67"/>
                </a:cubicBezTo>
                <a:cubicBezTo>
                  <a:pt x="50" y="67"/>
                  <a:pt x="49" y="67"/>
                  <a:pt x="48" y="66"/>
                </a:cubicBezTo>
                <a:cubicBezTo>
                  <a:pt x="45" y="65"/>
                  <a:pt x="43" y="61"/>
                  <a:pt x="45" y="57"/>
                </a:cubicBezTo>
                <a:cubicBezTo>
                  <a:pt x="56" y="32"/>
                  <a:pt x="45" y="11"/>
                  <a:pt x="45" y="11"/>
                </a:cubicBezTo>
                <a:cubicBezTo>
                  <a:pt x="43" y="7"/>
                  <a:pt x="45" y="3"/>
                  <a:pt x="48" y="1"/>
                </a:cubicBezTo>
                <a:cubicBezTo>
                  <a:pt x="49" y="1"/>
                  <a:pt x="50" y="0"/>
                  <a:pt x="51" y="0"/>
                </a:cubicBezTo>
                <a:cubicBezTo>
                  <a:pt x="54" y="0"/>
                  <a:pt x="57" y="2"/>
                  <a:pt x="58" y="4"/>
                </a:cubicBezTo>
                <a:cubicBezTo>
                  <a:pt x="58" y="5"/>
                  <a:pt x="72" y="32"/>
                  <a:pt x="58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12"/>
          <p:cNvSpPr/>
          <p:nvPr/>
        </p:nvSpPr>
        <p:spPr>
          <a:xfrm>
            <a:off x="5937250" y="2760663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47" y="11"/>
                </a:moveTo>
                <a:cubicBezTo>
                  <a:pt x="41" y="11"/>
                  <a:pt x="41" y="11"/>
                  <a:pt x="41" y="11"/>
                </a:cubicBezTo>
                <a:cubicBezTo>
                  <a:pt x="37" y="18"/>
                  <a:pt x="33" y="24"/>
                  <a:pt x="31" y="31"/>
                </a:cubicBezTo>
                <a:cubicBezTo>
                  <a:pt x="30" y="31"/>
                  <a:pt x="30" y="31"/>
                  <a:pt x="30" y="31"/>
                </a:cubicBezTo>
                <a:cubicBezTo>
                  <a:pt x="27" y="25"/>
                  <a:pt x="24" y="18"/>
                  <a:pt x="21" y="11"/>
                </a:cubicBezTo>
                <a:cubicBezTo>
                  <a:pt x="15" y="11"/>
                  <a:pt x="15" y="11"/>
                  <a:pt x="15" y="11"/>
                </a:cubicBezTo>
                <a:cubicBezTo>
                  <a:pt x="28" y="35"/>
                  <a:pt x="28" y="35"/>
                  <a:pt x="28" y="35"/>
                </a:cubicBezTo>
                <a:cubicBezTo>
                  <a:pt x="28" y="53"/>
                  <a:pt x="28" y="53"/>
                  <a:pt x="28" y="53"/>
                </a:cubicBezTo>
                <a:cubicBezTo>
                  <a:pt x="33" y="53"/>
                  <a:pt x="33" y="53"/>
                  <a:pt x="33" y="53"/>
                </a:cubicBezTo>
                <a:cubicBezTo>
                  <a:pt x="33" y="35"/>
                  <a:pt x="33" y="35"/>
                  <a:pt x="33" y="35"/>
                </a:cubicBezTo>
                <a:lnTo>
                  <a:pt x="47" y="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12"/>
          <p:cNvSpPr/>
          <p:nvPr/>
        </p:nvSpPr>
        <p:spPr>
          <a:xfrm>
            <a:off x="6432550" y="2743200"/>
            <a:ext cx="212725" cy="247650"/>
          </a:xfrm>
          <a:custGeom>
            <a:rect b="b" l="l" r="r" t="t"/>
            <a:pathLst>
              <a:path extrusionOk="0" h="72" w="62">
                <a:moveTo>
                  <a:pt x="59" y="47"/>
                </a:moveTo>
                <a:cubicBezTo>
                  <a:pt x="59" y="49"/>
                  <a:pt x="57" y="53"/>
                  <a:pt x="57" y="56"/>
                </a:cubicBezTo>
                <a:cubicBezTo>
                  <a:pt x="57" y="67"/>
                  <a:pt x="57" y="67"/>
                  <a:pt x="57" y="67"/>
                </a:cubicBezTo>
                <a:cubicBezTo>
                  <a:pt x="57" y="70"/>
                  <a:pt x="55" y="72"/>
                  <a:pt x="52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23" y="72"/>
                  <a:pt x="21" y="70"/>
                  <a:pt x="21" y="67"/>
                </a:cubicBezTo>
                <a:cubicBezTo>
                  <a:pt x="21" y="56"/>
                  <a:pt x="21" y="56"/>
                  <a:pt x="21" y="56"/>
                </a:cubicBezTo>
                <a:cubicBezTo>
                  <a:pt x="21" y="54"/>
                  <a:pt x="18" y="51"/>
                  <a:pt x="16" y="50"/>
                </a:cubicBezTo>
                <a:cubicBezTo>
                  <a:pt x="15" y="48"/>
                  <a:pt x="13" y="47"/>
                  <a:pt x="11" y="46"/>
                </a:cubicBezTo>
                <a:cubicBezTo>
                  <a:pt x="7" y="43"/>
                  <a:pt x="0" y="42"/>
                  <a:pt x="0" y="36"/>
                </a:cubicBezTo>
                <a:cubicBezTo>
                  <a:pt x="0" y="30"/>
                  <a:pt x="4" y="25"/>
                  <a:pt x="11" y="25"/>
                </a:cubicBezTo>
                <a:cubicBezTo>
                  <a:pt x="13" y="25"/>
                  <a:pt x="14" y="25"/>
                  <a:pt x="16" y="26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5"/>
                  <a:pt x="21" y="0"/>
                  <a:pt x="26" y="0"/>
                </a:cubicBezTo>
                <a:cubicBezTo>
                  <a:pt x="32" y="0"/>
                  <a:pt x="36" y="5"/>
                  <a:pt x="36" y="11"/>
                </a:cubicBezTo>
                <a:cubicBezTo>
                  <a:pt x="36" y="17"/>
                  <a:pt x="36" y="17"/>
                  <a:pt x="36" y="17"/>
                </a:cubicBezTo>
                <a:cubicBezTo>
                  <a:pt x="38" y="18"/>
                  <a:pt x="40" y="18"/>
                  <a:pt x="41" y="19"/>
                </a:cubicBezTo>
                <a:cubicBezTo>
                  <a:pt x="42" y="19"/>
                  <a:pt x="42" y="19"/>
                  <a:pt x="43" y="19"/>
                </a:cubicBezTo>
                <a:cubicBezTo>
                  <a:pt x="46" y="19"/>
                  <a:pt x="48" y="20"/>
                  <a:pt x="50" y="21"/>
                </a:cubicBezTo>
                <a:cubicBezTo>
                  <a:pt x="58" y="21"/>
                  <a:pt x="62" y="26"/>
                  <a:pt x="62" y="34"/>
                </a:cubicBezTo>
                <a:cubicBezTo>
                  <a:pt x="62" y="38"/>
                  <a:pt x="61" y="42"/>
                  <a:pt x="59" y="47"/>
                </a:cubicBezTo>
                <a:close/>
                <a:moveTo>
                  <a:pt x="50" y="26"/>
                </a:moveTo>
                <a:cubicBezTo>
                  <a:pt x="50" y="26"/>
                  <a:pt x="49" y="26"/>
                  <a:pt x="48" y="26"/>
                </a:cubicBezTo>
                <a:cubicBezTo>
                  <a:pt x="47" y="25"/>
                  <a:pt x="45" y="24"/>
                  <a:pt x="43" y="24"/>
                </a:cubicBezTo>
                <a:cubicBezTo>
                  <a:pt x="42" y="24"/>
                  <a:pt x="41" y="24"/>
                  <a:pt x="40" y="25"/>
                </a:cubicBezTo>
                <a:cubicBezTo>
                  <a:pt x="39" y="23"/>
                  <a:pt x="37" y="22"/>
                  <a:pt x="35" y="22"/>
                </a:cubicBezTo>
                <a:cubicBezTo>
                  <a:pt x="34" y="22"/>
                  <a:pt x="32" y="23"/>
                  <a:pt x="31" y="24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8"/>
                  <a:pt x="29" y="5"/>
                  <a:pt x="26" y="5"/>
                </a:cubicBezTo>
                <a:cubicBezTo>
                  <a:pt x="23" y="5"/>
                  <a:pt x="21" y="8"/>
                  <a:pt x="21" y="11"/>
                </a:cubicBezTo>
                <a:cubicBezTo>
                  <a:pt x="21" y="34"/>
                  <a:pt x="21" y="34"/>
                  <a:pt x="21" y="34"/>
                </a:cubicBezTo>
                <a:cubicBezTo>
                  <a:pt x="19" y="34"/>
                  <a:pt x="16" y="30"/>
                  <a:pt x="11" y="30"/>
                </a:cubicBezTo>
                <a:cubicBezTo>
                  <a:pt x="7" y="30"/>
                  <a:pt x="6" y="33"/>
                  <a:pt x="6" y="36"/>
                </a:cubicBezTo>
                <a:cubicBezTo>
                  <a:pt x="6" y="37"/>
                  <a:pt x="10" y="39"/>
                  <a:pt x="11" y="40"/>
                </a:cubicBezTo>
                <a:cubicBezTo>
                  <a:pt x="12" y="40"/>
                  <a:pt x="13" y="41"/>
                  <a:pt x="14" y="41"/>
                </a:cubicBezTo>
                <a:cubicBezTo>
                  <a:pt x="16" y="43"/>
                  <a:pt x="18" y="44"/>
                  <a:pt x="20" y="46"/>
                </a:cubicBezTo>
                <a:cubicBezTo>
                  <a:pt x="23" y="48"/>
                  <a:pt x="26" y="51"/>
                  <a:pt x="26" y="56"/>
                </a:cubicBezTo>
                <a:cubicBezTo>
                  <a:pt x="26" y="57"/>
                  <a:pt x="26" y="57"/>
                  <a:pt x="26" y="57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49"/>
                  <a:pt x="57" y="42"/>
                  <a:pt x="57" y="34"/>
                </a:cubicBezTo>
                <a:cubicBezTo>
                  <a:pt x="57" y="29"/>
                  <a:pt x="55" y="26"/>
                  <a:pt x="50" y="26"/>
                </a:cubicBezTo>
                <a:close/>
                <a:moveTo>
                  <a:pt x="49" y="62"/>
                </a:moveTo>
                <a:cubicBezTo>
                  <a:pt x="48" y="62"/>
                  <a:pt x="47" y="63"/>
                  <a:pt x="47" y="65"/>
                </a:cubicBezTo>
                <a:cubicBezTo>
                  <a:pt x="47" y="66"/>
                  <a:pt x="48" y="67"/>
                  <a:pt x="49" y="67"/>
                </a:cubicBezTo>
                <a:cubicBezTo>
                  <a:pt x="51" y="67"/>
                  <a:pt x="52" y="66"/>
                  <a:pt x="52" y="65"/>
                </a:cubicBezTo>
                <a:cubicBezTo>
                  <a:pt x="52" y="63"/>
                  <a:pt x="51" y="62"/>
                  <a:pt x="49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12"/>
          <p:cNvSpPr/>
          <p:nvPr/>
        </p:nvSpPr>
        <p:spPr>
          <a:xfrm>
            <a:off x="6927850" y="2760663"/>
            <a:ext cx="247650" cy="212725"/>
          </a:xfrm>
          <a:custGeom>
            <a:rect b="b" l="l" r="r" t="t"/>
            <a:pathLst>
              <a:path extrusionOk="0" h="62" w="72">
                <a:moveTo>
                  <a:pt x="35" y="61"/>
                </a:moveTo>
                <a:cubicBezTo>
                  <a:pt x="10" y="37"/>
                  <a:pt x="10" y="37"/>
                  <a:pt x="10" y="37"/>
                </a:cubicBezTo>
                <a:cubicBezTo>
                  <a:pt x="9" y="37"/>
                  <a:pt x="0" y="29"/>
                  <a:pt x="0" y="19"/>
                </a:cubicBezTo>
                <a:cubicBezTo>
                  <a:pt x="0" y="7"/>
                  <a:pt x="8" y="0"/>
                  <a:pt x="20" y="0"/>
                </a:cubicBezTo>
                <a:cubicBezTo>
                  <a:pt x="27" y="0"/>
                  <a:pt x="33" y="6"/>
                  <a:pt x="36" y="9"/>
                </a:cubicBezTo>
                <a:cubicBezTo>
                  <a:pt x="40" y="6"/>
                  <a:pt x="46" y="0"/>
                  <a:pt x="53" y="0"/>
                </a:cubicBezTo>
                <a:cubicBezTo>
                  <a:pt x="65" y="0"/>
                  <a:pt x="72" y="7"/>
                  <a:pt x="72" y="19"/>
                </a:cubicBezTo>
                <a:cubicBezTo>
                  <a:pt x="72" y="29"/>
                  <a:pt x="64" y="37"/>
                  <a:pt x="63" y="37"/>
                </a:cubicBezTo>
                <a:cubicBezTo>
                  <a:pt x="38" y="61"/>
                  <a:pt x="38" y="61"/>
                  <a:pt x="38" y="61"/>
                </a:cubicBezTo>
                <a:cubicBezTo>
                  <a:pt x="38" y="62"/>
                  <a:pt x="37" y="62"/>
                  <a:pt x="36" y="62"/>
                </a:cubicBezTo>
                <a:cubicBezTo>
                  <a:pt x="36" y="62"/>
                  <a:pt x="35" y="62"/>
                  <a:pt x="35" y="6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12"/>
          <p:cNvSpPr/>
          <p:nvPr/>
        </p:nvSpPr>
        <p:spPr>
          <a:xfrm>
            <a:off x="7423150" y="2743200"/>
            <a:ext cx="195263" cy="247650"/>
          </a:xfrm>
          <a:custGeom>
            <a:rect b="b" l="l" r="r" t="t"/>
            <a:pathLst>
              <a:path extrusionOk="0" h="72" w="57">
                <a:moveTo>
                  <a:pt x="57" y="70"/>
                </a:moveTo>
                <a:cubicBezTo>
                  <a:pt x="57" y="71"/>
                  <a:pt x="56" y="72"/>
                  <a:pt x="54" y="72"/>
                </a:cubicBezTo>
                <a:cubicBezTo>
                  <a:pt x="3" y="72"/>
                  <a:pt x="3" y="72"/>
                  <a:pt x="3" y="72"/>
                </a:cubicBezTo>
                <a:cubicBezTo>
                  <a:pt x="2" y="72"/>
                  <a:pt x="0" y="71"/>
                  <a:pt x="0" y="70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7"/>
                  <a:pt x="2" y="16"/>
                  <a:pt x="3" y="16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2"/>
                  <a:pt x="18" y="0"/>
                  <a:pt x="20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0" y="0"/>
                  <a:pt x="42" y="2"/>
                  <a:pt x="42" y="4"/>
                </a:cubicBezTo>
                <a:cubicBezTo>
                  <a:pt x="42" y="16"/>
                  <a:pt x="42" y="16"/>
                  <a:pt x="42" y="16"/>
                </a:cubicBezTo>
                <a:cubicBezTo>
                  <a:pt x="54" y="16"/>
                  <a:pt x="54" y="16"/>
                  <a:pt x="54" y="16"/>
                </a:cubicBezTo>
                <a:cubicBezTo>
                  <a:pt x="56" y="16"/>
                  <a:pt x="57" y="17"/>
                  <a:pt x="57" y="18"/>
                </a:cubicBezTo>
                <a:lnTo>
                  <a:pt x="57" y="70"/>
                </a:lnTo>
                <a:close/>
                <a:moveTo>
                  <a:pt x="52" y="67"/>
                </a:moveTo>
                <a:cubicBezTo>
                  <a:pt x="52" y="21"/>
                  <a:pt x="52" y="21"/>
                  <a:pt x="52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2" y="22"/>
                  <a:pt x="42" y="22"/>
                  <a:pt x="42" y="22"/>
                </a:cubicBezTo>
                <a:cubicBezTo>
                  <a:pt x="42" y="24"/>
                  <a:pt x="40" y="26"/>
                  <a:pt x="38" y="26"/>
                </a:cubicBezTo>
                <a:cubicBezTo>
                  <a:pt x="20" y="26"/>
                  <a:pt x="20" y="26"/>
                  <a:pt x="20" y="26"/>
                </a:cubicBezTo>
                <a:cubicBezTo>
                  <a:pt x="18" y="26"/>
                  <a:pt x="16" y="24"/>
                  <a:pt x="16" y="22"/>
                </a:cubicBezTo>
                <a:cubicBezTo>
                  <a:pt x="16" y="21"/>
                  <a:pt x="16" y="21"/>
                  <a:pt x="16" y="21"/>
                </a:cubicBezTo>
                <a:cubicBezTo>
                  <a:pt x="6" y="21"/>
                  <a:pt x="6" y="21"/>
                  <a:pt x="6" y="21"/>
                </a:cubicBezTo>
                <a:cubicBezTo>
                  <a:pt x="6" y="67"/>
                  <a:pt x="6" y="67"/>
                  <a:pt x="6" y="67"/>
                </a:cubicBezTo>
                <a:cubicBezTo>
                  <a:pt x="21" y="67"/>
                  <a:pt x="21" y="67"/>
                  <a:pt x="21" y="67"/>
                </a:cubicBezTo>
                <a:cubicBezTo>
                  <a:pt x="21" y="58"/>
                  <a:pt x="21" y="58"/>
                  <a:pt x="21" y="58"/>
                </a:cubicBezTo>
                <a:cubicBezTo>
                  <a:pt x="21" y="57"/>
                  <a:pt x="22" y="57"/>
                  <a:pt x="22" y="57"/>
                </a:cubicBezTo>
                <a:cubicBezTo>
                  <a:pt x="35" y="57"/>
                  <a:pt x="35" y="57"/>
                  <a:pt x="35" y="57"/>
                </a:cubicBezTo>
                <a:cubicBezTo>
                  <a:pt x="36" y="57"/>
                  <a:pt x="36" y="57"/>
                  <a:pt x="36" y="58"/>
                </a:cubicBezTo>
                <a:cubicBezTo>
                  <a:pt x="36" y="67"/>
                  <a:pt x="36" y="67"/>
                  <a:pt x="36" y="67"/>
                </a:cubicBezTo>
                <a:lnTo>
                  <a:pt x="52" y="67"/>
                </a:lnTo>
                <a:close/>
                <a:moveTo>
                  <a:pt x="16" y="35"/>
                </a:moveTo>
                <a:cubicBezTo>
                  <a:pt x="16" y="36"/>
                  <a:pt x="15" y="36"/>
                  <a:pt x="15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11" y="36"/>
                  <a:pt x="11" y="36"/>
                  <a:pt x="11" y="35"/>
                </a:cubicBezTo>
                <a:cubicBezTo>
                  <a:pt x="11" y="32"/>
                  <a:pt x="11" y="32"/>
                  <a:pt x="11" y="32"/>
                </a:cubicBezTo>
                <a:cubicBezTo>
                  <a:pt x="11" y="32"/>
                  <a:pt x="11" y="31"/>
                  <a:pt x="12" y="31"/>
                </a:cubicBezTo>
                <a:cubicBezTo>
                  <a:pt x="15" y="31"/>
                  <a:pt x="15" y="31"/>
                  <a:pt x="15" y="31"/>
                </a:cubicBezTo>
                <a:cubicBezTo>
                  <a:pt x="15" y="31"/>
                  <a:pt x="16" y="32"/>
                  <a:pt x="16" y="32"/>
                </a:cubicBezTo>
                <a:lnTo>
                  <a:pt x="16" y="35"/>
                </a:lnTo>
                <a:close/>
                <a:moveTo>
                  <a:pt x="16" y="45"/>
                </a:moveTo>
                <a:cubicBezTo>
                  <a:pt x="16" y="46"/>
                  <a:pt x="15" y="47"/>
                  <a:pt x="15" y="47"/>
                </a:cubicBezTo>
                <a:cubicBezTo>
                  <a:pt x="12" y="47"/>
                  <a:pt x="12" y="47"/>
                  <a:pt x="12" y="47"/>
                </a:cubicBezTo>
                <a:cubicBezTo>
                  <a:pt x="11" y="47"/>
                  <a:pt x="11" y="46"/>
                  <a:pt x="11" y="45"/>
                </a:cubicBezTo>
                <a:cubicBezTo>
                  <a:pt x="11" y="43"/>
                  <a:pt x="11" y="43"/>
                  <a:pt x="11" y="43"/>
                </a:cubicBezTo>
                <a:cubicBezTo>
                  <a:pt x="11" y="42"/>
                  <a:pt x="11" y="41"/>
                  <a:pt x="12" y="41"/>
                </a:cubicBezTo>
                <a:cubicBezTo>
                  <a:pt x="15" y="41"/>
                  <a:pt x="15" y="41"/>
                  <a:pt x="15" y="41"/>
                </a:cubicBezTo>
                <a:cubicBezTo>
                  <a:pt x="15" y="41"/>
                  <a:pt x="16" y="42"/>
                  <a:pt x="16" y="43"/>
                </a:cubicBezTo>
                <a:lnTo>
                  <a:pt x="16" y="45"/>
                </a:lnTo>
                <a:close/>
                <a:moveTo>
                  <a:pt x="16" y="56"/>
                </a:moveTo>
                <a:cubicBezTo>
                  <a:pt x="16" y="56"/>
                  <a:pt x="15" y="57"/>
                  <a:pt x="15" y="57"/>
                </a:cubicBezTo>
                <a:cubicBezTo>
                  <a:pt x="12" y="57"/>
                  <a:pt x="12" y="57"/>
                  <a:pt x="12" y="57"/>
                </a:cubicBezTo>
                <a:cubicBezTo>
                  <a:pt x="11" y="57"/>
                  <a:pt x="11" y="56"/>
                  <a:pt x="11" y="56"/>
                </a:cubicBezTo>
                <a:cubicBezTo>
                  <a:pt x="11" y="53"/>
                  <a:pt x="11" y="53"/>
                  <a:pt x="11" y="53"/>
                </a:cubicBezTo>
                <a:cubicBezTo>
                  <a:pt x="11" y="52"/>
                  <a:pt x="11" y="52"/>
                  <a:pt x="12" y="52"/>
                </a:cubicBezTo>
                <a:cubicBezTo>
                  <a:pt x="15" y="52"/>
                  <a:pt x="15" y="52"/>
                  <a:pt x="15" y="52"/>
                </a:cubicBezTo>
                <a:cubicBezTo>
                  <a:pt x="15" y="52"/>
                  <a:pt x="16" y="52"/>
                  <a:pt x="16" y="53"/>
                </a:cubicBezTo>
                <a:lnTo>
                  <a:pt x="16" y="56"/>
                </a:lnTo>
                <a:close/>
                <a:moveTo>
                  <a:pt x="36" y="7"/>
                </a:moveTo>
                <a:cubicBezTo>
                  <a:pt x="36" y="6"/>
                  <a:pt x="36" y="5"/>
                  <a:pt x="35" y="5"/>
                </a:cubicBezTo>
                <a:cubicBezTo>
                  <a:pt x="33" y="5"/>
                  <a:pt x="33" y="5"/>
                  <a:pt x="33" y="5"/>
                </a:cubicBezTo>
                <a:cubicBezTo>
                  <a:pt x="32" y="5"/>
                  <a:pt x="31" y="6"/>
                  <a:pt x="31" y="7"/>
                </a:cubicBezTo>
                <a:cubicBezTo>
                  <a:pt x="31" y="11"/>
                  <a:pt x="31" y="11"/>
                  <a:pt x="31" y="11"/>
                </a:cubicBezTo>
                <a:cubicBezTo>
                  <a:pt x="26" y="11"/>
                  <a:pt x="26" y="11"/>
                  <a:pt x="26" y="11"/>
                </a:cubicBezTo>
                <a:cubicBezTo>
                  <a:pt x="26" y="7"/>
                  <a:pt x="26" y="7"/>
                  <a:pt x="26" y="7"/>
                </a:cubicBezTo>
                <a:cubicBezTo>
                  <a:pt x="26" y="6"/>
                  <a:pt x="26" y="5"/>
                  <a:pt x="25" y="5"/>
                </a:cubicBezTo>
                <a:cubicBezTo>
                  <a:pt x="22" y="5"/>
                  <a:pt x="22" y="5"/>
                  <a:pt x="22" y="5"/>
                </a:cubicBezTo>
                <a:cubicBezTo>
                  <a:pt x="22" y="5"/>
                  <a:pt x="21" y="6"/>
                  <a:pt x="21" y="7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2" y="21"/>
                  <a:pt x="22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1"/>
                  <a:pt x="26" y="20"/>
                  <a:pt x="26" y="20"/>
                </a:cubicBezTo>
                <a:cubicBezTo>
                  <a:pt x="26" y="16"/>
                  <a:pt x="26" y="16"/>
                  <a:pt x="26" y="16"/>
                </a:cubicBezTo>
                <a:cubicBezTo>
                  <a:pt x="31" y="16"/>
                  <a:pt x="31" y="16"/>
                  <a:pt x="31" y="16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20"/>
                  <a:pt x="32" y="21"/>
                  <a:pt x="33" y="21"/>
                </a:cubicBezTo>
                <a:cubicBezTo>
                  <a:pt x="35" y="21"/>
                  <a:pt x="35" y="21"/>
                  <a:pt x="35" y="21"/>
                </a:cubicBezTo>
                <a:cubicBezTo>
                  <a:pt x="36" y="21"/>
                  <a:pt x="36" y="20"/>
                  <a:pt x="36" y="20"/>
                </a:cubicBezTo>
                <a:lnTo>
                  <a:pt x="36" y="7"/>
                </a:lnTo>
                <a:close/>
                <a:moveTo>
                  <a:pt x="26" y="35"/>
                </a:moveTo>
                <a:cubicBezTo>
                  <a:pt x="26" y="36"/>
                  <a:pt x="26" y="36"/>
                  <a:pt x="25" y="36"/>
                </a:cubicBezTo>
                <a:cubicBezTo>
                  <a:pt x="22" y="36"/>
                  <a:pt x="22" y="36"/>
                  <a:pt x="22" y="36"/>
                </a:cubicBezTo>
                <a:cubicBezTo>
                  <a:pt x="22" y="36"/>
                  <a:pt x="21" y="36"/>
                  <a:pt x="21" y="35"/>
                </a:cubicBezTo>
                <a:cubicBezTo>
                  <a:pt x="21" y="32"/>
                  <a:pt x="21" y="32"/>
                  <a:pt x="21" y="32"/>
                </a:cubicBezTo>
                <a:cubicBezTo>
                  <a:pt x="21" y="32"/>
                  <a:pt x="22" y="31"/>
                  <a:pt x="22" y="31"/>
                </a:cubicBezTo>
                <a:cubicBezTo>
                  <a:pt x="25" y="31"/>
                  <a:pt x="25" y="31"/>
                  <a:pt x="25" y="31"/>
                </a:cubicBezTo>
                <a:cubicBezTo>
                  <a:pt x="26" y="31"/>
                  <a:pt x="26" y="32"/>
                  <a:pt x="26" y="32"/>
                </a:cubicBezTo>
                <a:lnTo>
                  <a:pt x="26" y="35"/>
                </a:lnTo>
                <a:close/>
                <a:moveTo>
                  <a:pt x="26" y="45"/>
                </a:moveTo>
                <a:cubicBezTo>
                  <a:pt x="26" y="46"/>
                  <a:pt x="26" y="47"/>
                  <a:pt x="25" y="47"/>
                </a:cubicBezTo>
                <a:cubicBezTo>
                  <a:pt x="22" y="47"/>
                  <a:pt x="22" y="47"/>
                  <a:pt x="22" y="47"/>
                </a:cubicBezTo>
                <a:cubicBezTo>
                  <a:pt x="22" y="47"/>
                  <a:pt x="21" y="46"/>
                  <a:pt x="21" y="45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2"/>
                  <a:pt x="22" y="41"/>
                  <a:pt x="22" y="41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1"/>
                  <a:pt x="26" y="42"/>
                  <a:pt x="26" y="43"/>
                </a:cubicBezTo>
                <a:lnTo>
                  <a:pt x="26" y="45"/>
                </a:lnTo>
                <a:close/>
                <a:moveTo>
                  <a:pt x="36" y="35"/>
                </a:moveTo>
                <a:cubicBezTo>
                  <a:pt x="36" y="36"/>
                  <a:pt x="36" y="36"/>
                  <a:pt x="35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32" y="36"/>
                  <a:pt x="31" y="36"/>
                  <a:pt x="31" y="35"/>
                </a:cubicBezTo>
                <a:cubicBezTo>
                  <a:pt x="31" y="32"/>
                  <a:pt x="31" y="32"/>
                  <a:pt x="31" y="32"/>
                </a:cubicBezTo>
                <a:cubicBezTo>
                  <a:pt x="31" y="32"/>
                  <a:pt x="32" y="31"/>
                  <a:pt x="33" y="31"/>
                </a:cubicBezTo>
                <a:cubicBezTo>
                  <a:pt x="35" y="31"/>
                  <a:pt x="35" y="31"/>
                  <a:pt x="35" y="31"/>
                </a:cubicBezTo>
                <a:cubicBezTo>
                  <a:pt x="36" y="31"/>
                  <a:pt x="36" y="32"/>
                  <a:pt x="36" y="32"/>
                </a:cubicBezTo>
                <a:lnTo>
                  <a:pt x="36" y="35"/>
                </a:lnTo>
                <a:close/>
                <a:moveTo>
                  <a:pt x="36" y="45"/>
                </a:moveTo>
                <a:cubicBezTo>
                  <a:pt x="36" y="46"/>
                  <a:pt x="36" y="47"/>
                  <a:pt x="35" y="47"/>
                </a:cubicBezTo>
                <a:cubicBezTo>
                  <a:pt x="33" y="47"/>
                  <a:pt x="33" y="47"/>
                  <a:pt x="33" y="47"/>
                </a:cubicBezTo>
                <a:cubicBezTo>
                  <a:pt x="32" y="47"/>
                  <a:pt x="31" y="46"/>
                  <a:pt x="31" y="45"/>
                </a:cubicBezTo>
                <a:cubicBezTo>
                  <a:pt x="31" y="43"/>
                  <a:pt x="31" y="43"/>
                  <a:pt x="31" y="43"/>
                </a:cubicBezTo>
                <a:cubicBezTo>
                  <a:pt x="31" y="42"/>
                  <a:pt x="32" y="41"/>
                  <a:pt x="33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6" y="41"/>
                  <a:pt x="36" y="42"/>
                  <a:pt x="36" y="43"/>
                </a:cubicBezTo>
                <a:lnTo>
                  <a:pt x="36" y="45"/>
                </a:lnTo>
                <a:close/>
                <a:moveTo>
                  <a:pt x="47" y="35"/>
                </a:moveTo>
                <a:cubicBezTo>
                  <a:pt x="47" y="36"/>
                  <a:pt x="46" y="36"/>
                  <a:pt x="45" y="36"/>
                </a:cubicBezTo>
                <a:cubicBezTo>
                  <a:pt x="43" y="36"/>
                  <a:pt x="43" y="36"/>
                  <a:pt x="43" y="36"/>
                </a:cubicBezTo>
                <a:cubicBezTo>
                  <a:pt x="42" y="36"/>
                  <a:pt x="42" y="36"/>
                  <a:pt x="42" y="35"/>
                </a:cubicBezTo>
                <a:cubicBezTo>
                  <a:pt x="42" y="32"/>
                  <a:pt x="42" y="32"/>
                  <a:pt x="42" y="32"/>
                </a:cubicBezTo>
                <a:cubicBezTo>
                  <a:pt x="42" y="32"/>
                  <a:pt x="42" y="31"/>
                  <a:pt x="43" y="31"/>
                </a:cubicBezTo>
                <a:cubicBezTo>
                  <a:pt x="45" y="31"/>
                  <a:pt x="45" y="31"/>
                  <a:pt x="45" y="31"/>
                </a:cubicBezTo>
                <a:cubicBezTo>
                  <a:pt x="46" y="31"/>
                  <a:pt x="47" y="32"/>
                  <a:pt x="47" y="32"/>
                </a:cubicBezTo>
                <a:lnTo>
                  <a:pt x="47" y="35"/>
                </a:lnTo>
                <a:close/>
                <a:moveTo>
                  <a:pt x="47" y="45"/>
                </a:moveTo>
                <a:cubicBezTo>
                  <a:pt x="47" y="46"/>
                  <a:pt x="46" y="47"/>
                  <a:pt x="45" y="47"/>
                </a:cubicBezTo>
                <a:cubicBezTo>
                  <a:pt x="43" y="47"/>
                  <a:pt x="43" y="47"/>
                  <a:pt x="43" y="47"/>
                </a:cubicBezTo>
                <a:cubicBezTo>
                  <a:pt x="42" y="47"/>
                  <a:pt x="42" y="46"/>
                  <a:pt x="42" y="45"/>
                </a:cubicBezTo>
                <a:cubicBezTo>
                  <a:pt x="42" y="43"/>
                  <a:pt x="42" y="43"/>
                  <a:pt x="42" y="43"/>
                </a:cubicBezTo>
                <a:cubicBezTo>
                  <a:pt x="42" y="42"/>
                  <a:pt x="42" y="41"/>
                  <a:pt x="43" y="41"/>
                </a:cubicBezTo>
                <a:cubicBezTo>
                  <a:pt x="45" y="41"/>
                  <a:pt x="45" y="41"/>
                  <a:pt x="45" y="41"/>
                </a:cubicBezTo>
                <a:cubicBezTo>
                  <a:pt x="46" y="41"/>
                  <a:pt x="47" y="42"/>
                  <a:pt x="47" y="43"/>
                </a:cubicBezTo>
                <a:lnTo>
                  <a:pt x="47" y="45"/>
                </a:lnTo>
                <a:close/>
                <a:moveTo>
                  <a:pt x="47" y="56"/>
                </a:moveTo>
                <a:cubicBezTo>
                  <a:pt x="47" y="56"/>
                  <a:pt x="46" y="57"/>
                  <a:pt x="45" y="57"/>
                </a:cubicBezTo>
                <a:cubicBezTo>
                  <a:pt x="43" y="57"/>
                  <a:pt x="43" y="57"/>
                  <a:pt x="43" y="57"/>
                </a:cubicBezTo>
                <a:cubicBezTo>
                  <a:pt x="42" y="57"/>
                  <a:pt x="42" y="56"/>
                  <a:pt x="42" y="56"/>
                </a:cubicBezTo>
                <a:cubicBezTo>
                  <a:pt x="42" y="53"/>
                  <a:pt x="42" y="53"/>
                  <a:pt x="42" y="53"/>
                </a:cubicBezTo>
                <a:cubicBezTo>
                  <a:pt x="42" y="52"/>
                  <a:pt x="42" y="52"/>
                  <a:pt x="43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6" y="52"/>
                  <a:pt x="47" y="52"/>
                  <a:pt x="47" y="53"/>
                </a:cubicBezTo>
                <a:lnTo>
                  <a:pt x="47" y="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12"/>
          <p:cNvSpPr/>
          <p:nvPr/>
        </p:nvSpPr>
        <p:spPr>
          <a:xfrm>
            <a:off x="7916863" y="2781300"/>
            <a:ext cx="212725" cy="174625"/>
          </a:xfrm>
          <a:custGeom>
            <a:rect b="b" l="l" r="r" t="t"/>
            <a:pathLst>
              <a:path extrusionOk="0" h="51" w="62">
                <a:moveTo>
                  <a:pt x="62" y="48"/>
                </a:moveTo>
                <a:cubicBezTo>
                  <a:pt x="62" y="50"/>
                  <a:pt x="61" y="51"/>
                  <a:pt x="60" y="51"/>
                </a:cubicBezTo>
                <a:cubicBezTo>
                  <a:pt x="3" y="51"/>
                  <a:pt x="3" y="51"/>
                  <a:pt x="3" y="51"/>
                </a:cubicBezTo>
                <a:cubicBezTo>
                  <a:pt x="2" y="51"/>
                  <a:pt x="0" y="50"/>
                  <a:pt x="0" y="48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5"/>
                  <a:pt x="1" y="24"/>
                </a:cubicBezTo>
                <a:cubicBezTo>
                  <a:pt x="11" y="2"/>
                  <a:pt x="11" y="2"/>
                  <a:pt x="11" y="2"/>
                </a:cubicBezTo>
                <a:cubicBezTo>
                  <a:pt x="12" y="1"/>
                  <a:pt x="13" y="0"/>
                  <a:pt x="15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1" y="1"/>
                  <a:pt x="52" y="2"/>
                </a:cubicBezTo>
                <a:cubicBezTo>
                  <a:pt x="61" y="24"/>
                  <a:pt x="61" y="24"/>
                  <a:pt x="61" y="24"/>
                </a:cubicBezTo>
                <a:cubicBezTo>
                  <a:pt x="62" y="25"/>
                  <a:pt x="62" y="28"/>
                  <a:pt x="62" y="29"/>
                </a:cubicBezTo>
                <a:lnTo>
                  <a:pt x="62" y="48"/>
                </a:lnTo>
                <a:close/>
                <a:moveTo>
                  <a:pt x="54" y="28"/>
                </a:moveTo>
                <a:cubicBezTo>
                  <a:pt x="54" y="28"/>
                  <a:pt x="54" y="27"/>
                  <a:pt x="54" y="27"/>
                </a:cubicBezTo>
                <a:cubicBezTo>
                  <a:pt x="46" y="7"/>
                  <a:pt x="46" y="7"/>
                  <a:pt x="46" y="7"/>
                </a:cubicBezTo>
                <a:cubicBezTo>
                  <a:pt x="17" y="7"/>
                  <a:pt x="17" y="7"/>
                  <a:pt x="17" y="7"/>
                </a:cubicBezTo>
                <a:cubicBezTo>
                  <a:pt x="9" y="27"/>
                  <a:pt x="9" y="27"/>
                  <a:pt x="9" y="27"/>
                </a:cubicBezTo>
                <a:cubicBezTo>
                  <a:pt x="9" y="27"/>
                  <a:pt x="8" y="28"/>
                  <a:pt x="8" y="28"/>
                </a:cubicBezTo>
                <a:cubicBezTo>
                  <a:pt x="21" y="28"/>
                  <a:pt x="21" y="28"/>
                  <a:pt x="21" y="28"/>
                </a:cubicBezTo>
                <a:cubicBezTo>
                  <a:pt x="25" y="36"/>
                  <a:pt x="25" y="36"/>
                  <a:pt x="25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42" y="28"/>
                  <a:pt x="42" y="28"/>
                  <a:pt x="42" y="28"/>
                </a:cubicBezTo>
                <a:lnTo>
                  <a:pt x="54" y="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12"/>
          <p:cNvSpPr/>
          <p:nvPr/>
        </p:nvSpPr>
        <p:spPr>
          <a:xfrm>
            <a:off x="8412163" y="2760663"/>
            <a:ext cx="123825" cy="195262"/>
          </a:xfrm>
          <a:custGeom>
            <a:rect b="b" l="l" r="r" t="t"/>
            <a:pathLst>
              <a:path extrusionOk="0" h="57" w="36">
                <a:moveTo>
                  <a:pt x="36" y="18"/>
                </a:moveTo>
                <a:cubicBezTo>
                  <a:pt x="36" y="19"/>
                  <a:pt x="35" y="20"/>
                  <a:pt x="35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7" y="27"/>
                  <a:pt x="21" y="32"/>
                  <a:pt x="12" y="33"/>
                </a:cubicBezTo>
                <a:cubicBezTo>
                  <a:pt x="18" y="40"/>
                  <a:pt x="24" y="47"/>
                  <a:pt x="30" y="55"/>
                </a:cubicBezTo>
                <a:cubicBezTo>
                  <a:pt x="30" y="55"/>
                  <a:pt x="30" y="56"/>
                  <a:pt x="30" y="56"/>
                </a:cubicBezTo>
                <a:cubicBezTo>
                  <a:pt x="30" y="57"/>
                  <a:pt x="29" y="57"/>
                  <a:pt x="29" y="57"/>
                </a:cubicBezTo>
                <a:cubicBezTo>
                  <a:pt x="21" y="57"/>
                  <a:pt x="21" y="57"/>
                  <a:pt x="21" y="57"/>
                </a:cubicBezTo>
                <a:cubicBezTo>
                  <a:pt x="21" y="57"/>
                  <a:pt x="20" y="57"/>
                  <a:pt x="20" y="57"/>
                </a:cubicBezTo>
                <a:cubicBezTo>
                  <a:pt x="14" y="49"/>
                  <a:pt x="8" y="42"/>
                  <a:pt x="0" y="34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6"/>
                  <a:pt x="1" y="26"/>
                </a:cubicBezTo>
                <a:cubicBezTo>
                  <a:pt x="6" y="26"/>
                  <a:pt x="6" y="26"/>
                  <a:pt x="6" y="26"/>
                </a:cubicBezTo>
                <a:cubicBezTo>
                  <a:pt x="13" y="26"/>
                  <a:pt x="17" y="24"/>
                  <a:pt x="18" y="20"/>
                </a:cubicBezTo>
                <a:cubicBezTo>
                  <a:pt x="1" y="20"/>
                  <a:pt x="1" y="20"/>
                  <a:pt x="1" y="20"/>
                </a:cubicBezTo>
                <a:cubicBezTo>
                  <a:pt x="0" y="20"/>
                  <a:pt x="0" y="19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3"/>
                  <a:pt x="0" y="13"/>
                  <a:pt x="1" y="13"/>
                </a:cubicBezTo>
                <a:cubicBezTo>
                  <a:pt x="18" y="13"/>
                  <a:pt x="18" y="13"/>
                  <a:pt x="18" y="13"/>
                </a:cubicBezTo>
                <a:cubicBezTo>
                  <a:pt x="16" y="10"/>
                  <a:pt x="12" y="8"/>
                  <a:pt x="7" y="8"/>
                </a:cubicBezTo>
                <a:cubicBezTo>
                  <a:pt x="1" y="8"/>
                  <a:pt x="1" y="8"/>
                  <a:pt x="1" y="8"/>
                </a:cubicBezTo>
                <a:cubicBezTo>
                  <a:pt x="0" y="8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6"/>
                  <a:pt x="36" y="6"/>
                  <a:pt x="36" y="6"/>
                </a:cubicBezTo>
                <a:cubicBezTo>
                  <a:pt x="36" y="7"/>
                  <a:pt x="35" y="7"/>
                  <a:pt x="34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6" y="9"/>
                  <a:pt x="27" y="11"/>
                  <a:pt x="28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3"/>
                  <a:pt x="36" y="13"/>
                  <a:pt x="36" y="14"/>
                </a:cubicBezTo>
                <a:lnTo>
                  <a:pt x="36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12"/>
          <p:cNvSpPr/>
          <p:nvPr/>
        </p:nvSpPr>
        <p:spPr>
          <a:xfrm>
            <a:off x="8839200" y="2760663"/>
            <a:ext cx="144463" cy="212725"/>
          </a:xfrm>
          <a:custGeom>
            <a:rect b="b" l="l" r="r" t="t"/>
            <a:pathLst>
              <a:path extrusionOk="0" h="62" w="42">
                <a:moveTo>
                  <a:pt x="1" y="59"/>
                </a:moveTo>
                <a:cubicBezTo>
                  <a:pt x="4" y="58"/>
                  <a:pt x="7" y="58"/>
                  <a:pt x="9" y="56"/>
                </a:cubicBezTo>
                <a:cubicBezTo>
                  <a:pt x="10" y="55"/>
                  <a:pt x="10" y="54"/>
                  <a:pt x="11" y="52"/>
                </a:cubicBezTo>
                <a:cubicBezTo>
                  <a:pt x="11" y="49"/>
                  <a:pt x="20" y="10"/>
                  <a:pt x="20" y="7"/>
                </a:cubicBezTo>
                <a:cubicBezTo>
                  <a:pt x="20" y="6"/>
                  <a:pt x="20" y="6"/>
                  <a:pt x="20" y="6"/>
                </a:cubicBezTo>
                <a:cubicBezTo>
                  <a:pt x="18" y="5"/>
                  <a:pt x="15" y="5"/>
                  <a:pt x="12" y="5"/>
                </a:cubicBezTo>
                <a:cubicBezTo>
                  <a:pt x="13" y="0"/>
                  <a:pt x="13" y="0"/>
                  <a:pt x="13" y="0"/>
                </a:cubicBezTo>
                <a:cubicBezTo>
                  <a:pt x="18" y="1"/>
                  <a:pt x="24" y="1"/>
                  <a:pt x="29" y="1"/>
                </a:cubicBezTo>
                <a:cubicBezTo>
                  <a:pt x="33" y="1"/>
                  <a:pt x="37" y="1"/>
                  <a:pt x="42" y="0"/>
                </a:cubicBezTo>
                <a:cubicBezTo>
                  <a:pt x="41" y="2"/>
                  <a:pt x="41" y="3"/>
                  <a:pt x="41" y="4"/>
                </a:cubicBezTo>
                <a:cubicBezTo>
                  <a:pt x="38" y="5"/>
                  <a:pt x="35" y="5"/>
                  <a:pt x="32" y="7"/>
                </a:cubicBezTo>
                <a:cubicBezTo>
                  <a:pt x="32" y="9"/>
                  <a:pt x="31" y="11"/>
                  <a:pt x="31" y="13"/>
                </a:cubicBezTo>
                <a:cubicBezTo>
                  <a:pt x="29" y="24"/>
                  <a:pt x="26" y="34"/>
                  <a:pt x="24" y="44"/>
                </a:cubicBezTo>
                <a:cubicBezTo>
                  <a:pt x="24" y="46"/>
                  <a:pt x="22" y="54"/>
                  <a:pt x="22" y="56"/>
                </a:cubicBezTo>
                <a:cubicBezTo>
                  <a:pt x="22" y="57"/>
                  <a:pt x="22" y="57"/>
                  <a:pt x="22" y="57"/>
                </a:cubicBezTo>
                <a:cubicBezTo>
                  <a:pt x="25" y="57"/>
                  <a:pt x="27" y="58"/>
                  <a:pt x="30" y="58"/>
                </a:cubicBezTo>
                <a:cubicBezTo>
                  <a:pt x="29" y="59"/>
                  <a:pt x="29" y="61"/>
                  <a:pt x="29" y="62"/>
                </a:cubicBezTo>
                <a:cubicBezTo>
                  <a:pt x="28" y="62"/>
                  <a:pt x="27" y="62"/>
                  <a:pt x="26" y="62"/>
                </a:cubicBezTo>
                <a:cubicBezTo>
                  <a:pt x="24" y="62"/>
                  <a:pt x="22" y="61"/>
                  <a:pt x="19" y="61"/>
                </a:cubicBezTo>
                <a:cubicBezTo>
                  <a:pt x="17" y="61"/>
                  <a:pt x="14" y="61"/>
                  <a:pt x="11" y="61"/>
                </a:cubicBezTo>
                <a:cubicBezTo>
                  <a:pt x="8" y="61"/>
                  <a:pt x="4" y="62"/>
                  <a:pt x="0" y="62"/>
                </a:cubicBezTo>
                <a:lnTo>
                  <a:pt x="1" y="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12"/>
          <p:cNvSpPr/>
          <p:nvPr/>
        </p:nvSpPr>
        <p:spPr>
          <a:xfrm>
            <a:off x="65088" y="3146425"/>
            <a:ext cx="230187" cy="220663"/>
          </a:xfrm>
          <a:custGeom>
            <a:rect b="b" l="l" r="r" t="t"/>
            <a:pathLst>
              <a:path extrusionOk="0" h="64" w="67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0" name="Google Shape;3190;p12"/>
          <p:cNvSpPr/>
          <p:nvPr/>
        </p:nvSpPr>
        <p:spPr>
          <a:xfrm>
            <a:off x="495300" y="3167063"/>
            <a:ext cx="263525" cy="174625"/>
          </a:xfrm>
          <a:custGeom>
            <a:rect b="b" l="l" r="r" t="t"/>
            <a:pathLst>
              <a:path extrusionOk="0" h="51" w="77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12"/>
          <p:cNvSpPr/>
          <p:nvPr/>
        </p:nvSpPr>
        <p:spPr>
          <a:xfrm>
            <a:off x="996950" y="3135313"/>
            <a:ext cx="239713" cy="238125"/>
          </a:xfrm>
          <a:custGeom>
            <a:rect b="b" l="l" r="r" t="t"/>
            <a:pathLst>
              <a:path extrusionOk="0" h="69" w="70">
                <a:moveTo>
                  <a:pt x="68" y="64"/>
                </a:moveTo>
                <a:cubicBezTo>
                  <a:pt x="64" y="68"/>
                  <a:pt x="64" y="68"/>
                  <a:pt x="64" y="68"/>
                </a:cubicBezTo>
                <a:cubicBezTo>
                  <a:pt x="63" y="69"/>
                  <a:pt x="62" y="69"/>
                  <a:pt x="60" y="69"/>
                </a:cubicBezTo>
                <a:cubicBezTo>
                  <a:pt x="59" y="69"/>
                  <a:pt x="57" y="69"/>
                  <a:pt x="57" y="68"/>
                </a:cubicBezTo>
                <a:cubicBezTo>
                  <a:pt x="42" y="53"/>
                  <a:pt x="42" y="53"/>
                  <a:pt x="42" y="53"/>
                </a:cubicBezTo>
                <a:cubicBezTo>
                  <a:pt x="41" y="52"/>
                  <a:pt x="40" y="51"/>
                  <a:pt x="40" y="50"/>
                </a:cubicBezTo>
                <a:cubicBezTo>
                  <a:pt x="40" y="48"/>
                  <a:pt x="41" y="47"/>
                  <a:pt x="42" y="46"/>
                </a:cubicBezTo>
                <a:cubicBezTo>
                  <a:pt x="32" y="36"/>
                  <a:pt x="32" y="36"/>
                  <a:pt x="32" y="36"/>
                </a:cubicBezTo>
                <a:cubicBezTo>
                  <a:pt x="27" y="41"/>
                  <a:pt x="27" y="41"/>
                  <a:pt x="27" y="41"/>
                </a:cubicBezTo>
                <a:cubicBezTo>
                  <a:pt x="26" y="41"/>
                  <a:pt x="26" y="41"/>
                  <a:pt x="25" y="41"/>
                </a:cubicBezTo>
                <a:cubicBezTo>
                  <a:pt x="25" y="41"/>
                  <a:pt x="24" y="41"/>
                  <a:pt x="24" y="41"/>
                </a:cubicBezTo>
                <a:cubicBezTo>
                  <a:pt x="25" y="42"/>
                  <a:pt x="26" y="43"/>
                  <a:pt x="26" y="45"/>
                </a:cubicBezTo>
                <a:cubicBezTo>
                  <a:pt x="26" y="46"/>
                  <a:pt x="26" y="47"/>
                  <a:pt x="25" y="47"/>
                </a:cubicBezTo>
                <a:cubicBezTo>
                  <a:pt x="24" y="49"/>
                  <a:pt x="22" y="51"/>
                  <a:pt x="20" y="51"/>
                </a:cubicBezTo>
                <a:cubicBezTo>
                  <a:pt x="19" y="51"/>
                  <a:pt x="18" y="50"/>
                  <a:pt x="18" y="50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1"/>
                  <a:pt x="0" y="30"/>
                </a:cubicBezTo>
                <a:cubicBezTo>
                  <a:pt x="0" y="28"/>
                  <a:pt x="2" y="27"/>
                  <a:pt x="3" y="25"/>
                </a:cubicBezTo>
                <a:cubicBezTo>
                  <a:pt x="4" y="25"/>
                  <a:pt x="5" y="24"/>
                  <a:pt x="6" y="24"/>
                </a:cubicBezTo>
                <a:cubicBezTo>
                  <a:pt x="8" y="24"/>
                  <a:pt x="9" y="25"/>
                  <a:pt x="10" y="27"/>
                </a:cubicBezTo>
                <a:cubicBezTo>
                  <a:pt x="10" y="26"/>
                  <a:pt x="10" y="26"/>
                  <a:pt x="10" y="25"/>
                </a:cubicBezTo>
                <a:cubicBezTo>
                  <a:pt x="10" y="25"/>
                  <a:pt x="10" y="24"/>
                  <a:pt x="10" y="24"/>
                </a:cubicBezTo>
                <a:cubicBezTo>
                  <a:pt x="24" y="10"/>
                  <a:pt x="24" y="10"/>
                  <a:pt x="24" y="10"/>
                </a:cubicBezTo>
                <a:cubicBezTo>
                  <a:pt x="24" y="10"/>
                  <a:pt x="25" y="9"/>
                  <a:pt x="25" y="9"/>
                </a:cubicBezTo>
                <a:cubicBezTo>
                  <a:pt x="26" y="9"/>
                  <a:pt x="26" y="10"/>
                  <a:pt x="27" y="10"/>
                </a:cubicBezTo>
                <a:cubicBezTo>
                  <a:pt x="26" y="9"/>
                  <a:pt x="25" y="8"/>
                  <a:pt x="25" y="6"/>
                </a:cubicBezTo>
                <a:cubicBezTo>
                  <a:pt x="25" y="5"/>
                  <a:pt x="25" y="4"/>
                  <a:pt x="26" y="3"/>
                </a:cubicBezTo>
                <a:cubicBezTo>
                  <a:pt x="27" y="2"/>
                  <a:pt x="28" y="0"/>
                  <a:pt x="31" y="0"/>
                </a:cubicBezTo>
                <a:cubicBezTo>
                  <a:pt x="32" y="0"/>
                  <a:pt x="33" y="0"/>
                  <a:pt x="33" y="1"/>
                </a:cubicBezTo>
                <a:cubicBezTo>
                  <a:pt x="50" y="17"/>
                  <a:pt x="50" y="17"/>
                  <a:pt x="50" y="17"/>
                </a:cubicBezTo>
                <a:cubicBezTo>
                  <a:pt x="50" y="18"/>
                  <a:pt x="51" y="19"/>
                  <a:pt x="51" y="20"/>
                </a:cubicBezTo>
                <a:cubicBezTo>
                  <a:pt x="51" y="22"/>
                  <a:pt x="49" y="24"/>
                  <a:pt x="47" y="25"/>
                </a:cubicBezTo>
                <a:cubicBezTo>
                  <a:pt x="47" y="26"/>
                  <a:pt x="46" y="26"/>
                  <a:pt x="45" y="26"/>
                </a:cubicBezTo>
                <a:cubicBezTo>
                  <a:pt x="43" y="26"/>
                  <a:pt x="42" y="25"/>
                  <a:pt x="41" y="24"/>
                </a:cubicBezTo>
                <a:cubicBezTo>
                  <a:pt x="41" y="24"/>
                  <a:pt x="41" y="25"/>
                  <a:pt x="41" y="25"/>
                </a:cubicBezTo>
                <a:cubicBezTo>
                  <a:pt x="41" y="26"/>
                  <a:pt x="41" y="26"/>
                  <a:pt x="41" y="27"/>
                </a:cubicBezTo>
                <a:cubicBezTo>
                  <a:pt x="36" y="32"/>
                  <a:pt x="36" y="32"/>
                  <a:pt x="36" y="32"/>
                </a:cubicBezTo>
                <a:cubicBezTo>
                  <a:pt x="46" y="42"/>
                  <a:pt x="46" y="42"/>
                  <a:pt x="46" y="42"/>
                </a:cubicBezTo>
                <a:cubicBezTo>
                  <a:pt x="47" y="41"/>
                  <a:pt x="48" y="40"/>
                  <a:pt x="50" y="40"/>
                </a:cubicBezTo>
                <a:cubicBezTo>
                  <a:pt x="51" y="40"/>
                  <a:pt x="53" y="41"/>
                  <a:pt x="54" y="42"/>
                </a:cubicBezTo>
                <a:cubicBezTo>
                  <a:pt x="68" y="56"/>
                  <a:pt x="68" y="56"/>
                  <a:pt x="68" y="56"/>
                </a:cubicBezTo>
                <a:cubicBezTo>
                  <a:pt x="69" y="57"/>
                  <a:pt x="70" y="59"/>
                  <a:pt x="70" y="60"/>
                </a:cubicBezTo>
                <a:cubicBezTo>
                  <a:pt x="70" y="61"/>
                  <a:pt x="69" y="63"/>
                  <a:pt x="68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2" name="Google Shape;3192;p12"/>
          <p:cNvSpPr/>
          <p:nvPr/>
        </p:nvSpPr>
        <p:spPr>
          <a:xfrm>
            <a:off x="1484313" y="3146425"/>
            <a:ext cx="144462" cy="212725"/>
          </a:xfrm>
          <a:custGeom>
            <a:rect b="b" l="l" r="r" t="t"/>
            <a:pathLst>
              <a:path extrusionOk="0" h="62" w="4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12"/>
          <p:cNvSpPr/>
          <p:nvPr/>
        </p:nvSpPr>
        <p:spPr>
          <a:xfrm>
            <a:off x="1979613" y="3146425"/>
            <a:ext cx="212725" cy="212725"/>
          </a:xfrm>
          <a:custGeom>
            <a:rect b="b" l="l" r="r" t="t"/>
            <a:pathLst>
              <a:path extrusionOk="0" h="62" w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15" y="11"/>
                </a:moveTo>
                <a:cubicBezTo>
                  <a:pt x="12" y="11"/>
                  <a:pt x="9" y="13"/>
                  <a:pt x="9" y="16"/>
                </a:cubicBezTo>
                <a:cubicBezTo>
                  <a:pt x="9" y="18"/>
                  <a:pt x="11" y="20"/>
                  <a:pt x="15" y="20"/>
                </a:cubicBezTo>
                <a:cubicBezTo>
                  <a:pt x="15" y="20"/>
                  <a:pt x="15" y="20"/>
                  <a:pt x="15" y="20"/>
                </a:cubicBezTo>
                <a:cubicBezTo>
                  <a:pt x="18" y="20"/>
                  <a:pt x="20" y="18"/>
                  <a:pt x="20" y="16"/>
                </a:cubicBezTo>
                <a:cubicBezTo>
                  <a:pt x="20" y="13"/>
                  <a:pt x="18" y="11"/>
                  <a:pt x="15" y="11"/>
                </a:cubicBezTo>
                <a:close/>
                <a:moveTo>
                  <a:pt x="19" y="52"/>
                </a:moveTo>
                <a:cubicBezTo>
                  <a:pt x="19" y="24"/>
                  <a:pt x="19" y="24"/>
                  <a:pt x="19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10" y="52"/>
                  <a:pt x="10" y="52"/>
                  <a:pt x="10" y="52"/>
                </a:cubicBezTo>
                <a:lnTo>
                  <a:pt x="19" y="52"/>
                </a:lnTo>
                <a:close/>
                <a:moveTo>
                  <a:pt x="53" y="52"/>
                </a:moveTo>
                <a:cubicBezTo>
                  <a:pt x="53" y="36"/>
                  <a:pt x="53" y="36"/>
                  <a:pt x="53" y="36"/>
                </a:cubicBezTo>
                <a:cubicBezTo>
                  <a:pt x="53" y="28"/>
                  <a:pt x="48" y="24"/>
                  <a:pt x="42" y="24"/>
                </a:cubicBezTo>
                <a:cubicBezTo>
                  <a:pt x="37" y="24"/>
                  <a:pt x="35" y="26"/>
                  <a:pt x="34" y="28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24"/>
                  <a:pt x="34" y="24"/>
                  <a:pt x="3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7"/>
                  <a:pt x="24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4" y="37"/>
                  <a:pt x="34" y="37"/>
                  <a:pt x="34" y="37"/>
                </a:cubicBezTo>
                <a:cubicBezTo>
                  <a:pt x="34" y="36"/>
                  <a:pt x="34" y="35"/>
                  <a:pt x="34" y="34"/>
                </a:cubicBezTo>
                <a:cubicBezTo>
                  <a:pt x="35" y="33"/>
                  <a:pt x="36" y="31"/>
                  <a:pt x="39" y="31"/>
                </a:cubicBezTo>
                <a:cubicBezTo>
                  <a:pt x="42" y="31"/>
                  <a:pt x="43" y="33"/>
                  <a:pt x="43" y="37"/>
                </a:cubicBezTo>
                <a:cubicBezTo>
                  <a:pt x="43" y="52"/>
                  <a:pt x="43" y="52"/>
                  <a:pt x="43" y="52"/>
                </a:cubicBezTo>
                <a:lnTo>
                  <a:pt x="53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4" name="Google Shape;3194;p12"/>
          <p:cNvSpPr/>
          <p:nvPr/>
        </p:nvSpPr>
        <p:spPr>
          <a:xfrm>
            <a:off x="2478088" y="3132138"/>
            <a:ext cx="242887" cy="244475"/>
          </a:xfrm>
          <a:custGeom>
            <a:rect b="b" l="l" r="r" t="t"/>
            <a:pathLst>
              <a:path extrusionOk="0" h="71" w="71">
                <a:moveTo>
                  <a:pt x="15" y="46"/>
                </a:moveTo>
                <a:cubicBezTo>
                  <a:pt x="0" y="46"/>
                  <a:pt x="0" y="46"/>
                  <a:pt x="0" y="46"/>
                </a:cubicBezTo>
                <a:cubicBezTo>
                  <a:pt x="0" y="45"/>
                  <a:pt x="0" y="44"/>
                  <a:pt x="0" y="43"/>
                </a:cubicBezTo>
                <a:cubicBezTo>
                  <a:pt x="0" y="36"/>
                  <a:pt x="9" y="35"/>
                  <a:pt x="9" y="31"/>
                </a:cubicBezTo>
                <a:cubicBezTo>
                  <a:pt x="9" y="30"/>
                  <a:pt x="8" y="29"/>
                  <a:pt x="7" y="29"/>
                </a:cubicBezTo>
                <a:cubicBezTo>
                  <a:pt x="6" y="29"/>
                  <a:pt x="4" y="31"/>
                  <a:pt x="4" y="32"/>
                </a:cubicBezTo>
                <a:cubicBezTo>
                  <a:pt x="0" y="29"/>
                  <a:pt x="0" y="29"/>
                  <a:pt x="0" y="29"/>
                </a:cubicBezTo>
                <a:cubicBezTo>
                  <a:pt x="2" y="27"/>
                  <a:pt x="4" y="25"/>
                  <a:pt x="7" y="25"/>
                </a:cubicBezTo>
                <a:cubicBezTo>
                  <a:pt x="11" y="25"/>
                  <a:pt x="14" y="27"/>
                  <a:pt x="14" y="31"/>
                </a:cubicBezTo>
                <a:cubicBezTo>
                  <a:pt x="14" y="37"/>
                  <a:pt x="6" y="38"/>
                  <a:pt x="6" y="42"/>
                </a:cubicBezTo>
                <a:cubicBezTo>
                  <a:pt x="11" y="42"/>
                  <a:pt x="11" y="42"/>
                  <a:pt x="11" y="42"/>
                </a:cubicBezTo>
                <a:cubicBezTo>
                  <a:pt x="11" y="39"/>
                  <a:pt x="11" y="39"/>
                  <a:pt x="11" y="39"/>
                </a:cubicBezTo>
                <a:cubicBezTo>
                  <a:pt x="15" y="39"/>
                  <a:pt x="15" y="39"/>
                  <a:pt x="15" y="39"/>
                </a:cubicBezTo>
                <a:lnTo>
                  <a:pt x="15" y="46"/>
                </a:lnTo>
                <a:close/>
                <a:moveTo>
                  <a:pt x="7" y="71"/>
                </a:moveTo>
                <a:cubicBezTo>
                  <a:pt x="5" y="71"/>
                  <a:pt x="2" y="70"/>
                  <a:pt x="0" y="69"/>
                </a:cubicBezTo>
                <a:cubicBezTo>
                  <a:pt x="3" y="65"/>
                  <a:pt x="3" y="65"/>
                  <a:pt x="3" y="65"/>
                </a:cubicBezTo>
                <a:cubicBezTo>
                  <a:pt x="4" y="66"/>
                  <a:pt x="5" y="67"/>
                  <a:pt x="7" y="67"/>
                </a:cubicBezTo>
                <a:cubicBezTo>
                  <a:pt x="8" y="67"/>
                  <a:pt x="10" y="66"/>
                  <a:pt x="10" y="65"/>
                </a:cubicBezTo>
                <a:cubicBezTo>
                  <a:pt x="10" y="62"/>
                  <a:pt x="7" y="62"/>
                  <a:pt x="5" y="62"/>
                </a:cubicBezTo>
                <a:cubicBezTo>
                  <a:pt x="4" y="60"/>
                  <a:pt x="4" y="60"/>
                  <a:pt x="4" y="60"/>
                </a:cubicBezTo>
                <a:cubicBezTo>
                  <a:pt x="6" y="58"/>
                  <a:pt x="7" y="56"/>
                  <a:pt x="9" y="55"/>
                </a:cubicBezTo>
                <a:cubicBezTo>
                  <a:pt x="9" y="55"/>
                  <a:pt x="9" y="55"/>
                  <a:pt x="9" y="55"/>
                </a:cubicBezTo>
                <a:cubicBezTo>
                  <a:pt x="8" y="55"/>
                  <a:pt x="6" y="55"/>
                  <a:pt x="5" y="55"/>
                </a:cubicBezTo>
                <a:cubicBezTo>
                  <a:pt x="5" y="57"/>
                  <a:pt x="5" y="57"/>
                  <a:pt x="5" y="57"/>
                </a:cubicBezTo>
                <a:cubicBezTo>
                  <a:pt x="1" y="57"/>
                  <a:pt x="1" y="57"/>
                  <a:pt x="1" y="57"/>
                </a:cubicBezTo>
                <a:cubicBezTo>
                  <a:pt x="1" y="51"/>
                  <a:pt x="1" y="51"/>
                  <a:pt x="1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54"/>
                  <a:pt x="14" y="54"/>
                  <a:pt x="14" y="54"/>
                </a:cubicBezTo>
                <a:cubicBezTo>
                  <a:pt x="10" y="59"/>
                  <a:pt x="10" y="59"/>
                  <a:pt x="10" y="59"/>
                </a:cubicBezTo>
                <a:cubicBezTo>
                  <a:pt x="13" y="60"/>
                  <a:pt x="15" y="62"/>
                  <a:pt x="15" y="64"/>
                </a:cubicBezTo>
                <a:cubicBezTo>
                  <a:pt x="15" y="69"/>
                  <a:pt x="11" y="71"/>
                  <a:pt x="7" y="71"/>
                </a:cubicBezTo>
                <a:close/>
                <a:moveTo>
                  <a:pt x="15" y="20"/>
                </a:moveTo>
                <a:cubicBezTo>
                  <a:pt x="1" y="20"/>
                  <a:pt x="1" y="20"/>
                  <a:pt x="1" y="20"/>
                </a:cubicBezTo>
                <a:cubicBezTo>
                  <a:pt x="1" y="16"/>
                  <a:pt x="1" y="16"/>
                  <a:pt x="1" y="16"/>
                </a:cubicBezTo>
                <a:cubicBezTo>
                  <a:pt x="6" y="16"/>
                  <a:pt x="6" y="16"/>
                  <a:pt x="6" y="16"/>
                </a:cubicBezTo>
                <a:cubicBezTo>
                  <a:pt x="6" y="13"/>
                  <a:pt x="6" y="9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6" y="6"/>
                  <a:pt x="6" y="6"/>
                  <a:pt x="6" y="6"/>
                </a:cubicBezTo>
                <a:cubicBezTo>
                  <a:pt x="5" y="7"/>
                  <a:pt x="4" y="7"/>
                  <a:pt x="4" y="8"/>
                </a:cubicBezTo>
                <a:cubicBezTo>
                  <a:pt x="1" y="5"/>
                  <a:pt x="1" y="5"/>
                  <a:pt x="1" y="5"/>
                </a:cubicBezTo>
                <a:cubicBezTo>
                  <a:pt x="6" y="0"/>
                  <a:pt x="6" y="0"/>
                  <a:pt x="6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16"/>
                  <a:pt x="11" y="16"/>
                  <a:pt x="11" y="16"/>
                </a:cubicBezTo>
                <a:cubicBezTo>
                  <a:pt x="15" y="16"/>
                  <a:pt x="15" y="16"/>
                  <a:pt x="15" y="16"/>
                </a:cubicBezTo>
                <a:lnTo>
                  <a:pt x="15" y="20"/>
                </a:lnTo>
                <a:close/>
                <a:moveTo>
                  <a:pt x="71" y="19"/>
                </a:moveTo>
                <a:cubicBezTo>
                  <a:pt x="71" y="19"/>
                  <a:pt x="71" y="20"/>
                  <a:pt x="70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20"/>
                  <a:pt x="20" y="19"/>
                  <a:pt x="20" y="19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0"/>
                  <a:pt x="21" y="10"/>
                  <a:pt x="21" y="10"/>
                </a:cubicBezTo>
                <a:cubicBezTo>
                  <a:pt x="70" y="10"/>
                  <a:pt x="70" y="10"/>
                  <a:pt x="70" y="10"/>
                </a:cubicBezTo>
                <a:cubicBezTo>
                  <a:pt x="71" y="10"/>
                  <a:pt x="71" y="10"/>
                  <a:pt x="71" y="11"/>
                </a:cubicBezTo>
                <a:lnTo>
                  <a:pt x="71" y="19"/>
                </a:lnTo>
                <a:close/>
                <a:moveTo>
                  <a:pt x="71" y="39"/>
                </a:moveTo>
                <a:cubicBezTo>
                  <a:pt x="71" y="40"/>
                  <a:pt x="71" y="40"/>
                  <a:pt x="70" y="40"/>
                </a:cubicBezTo>
                <a:cubicBezTo>
                  <a:pt x="21" y="40"/>
                  <a:pt x="21" y="40"/>
                  <a:pt x="21" y="40"/>
                </a:cubicBezTo>
                <a:cubicBezTo>
                  <a:pt x="21" y="40"/>
                  <a:pt x="20" y="40"/>
                  <a:pt x="20" y="39"/>
                </a:cubicBezTo>
                <a:cubicBezTo>
                  <a:pt x="20" y="31"/>
                  <a:pt x="20" y="31"/>
                  <a:pt x="20" y="31"/>
                </a:cubicBezTo>
                <a:cubicBezTo>
                  <a:pt x="20" y="31"/>
                  <a:pt x="21" y="30"/>
                  <a:pt x="21" y="30"/>
                </a:cubicBezTo>
                <a:cubicBezTo>
                  <a:pt x="70" y="30"/>
                  <a:pt x="70" y="30"/>
                  <a:pt x="70" y="30"/>
                </a:cubicBezTo>
                <a:cubicBezTo>
                  <a:pt x="71" y="30"/>
                  <a:pt x="71" y="31"/>
                  <a:pt x="71" y="31"/>
                </a:cubicBezTo>
                <a:lnTo>
                  <a:pt x="71" y="39"/>
                </a:lnTo>
                <a:close/>
                <a:moveTo>
                  <a:pt x="71" y="60"/>
                </a:moveTo>
                <a:cubicBezTo>
                  <a:pt x="71" y="60"/>
                  <a:pt x="71" y="61"/>
                  <a:pt x="70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1"/>
                  <a:pt x="20" y="60"/>
                  <a:pt x="20" y="60"/>
                </a:cubicBezTo>
                <a:cubicBezTo>
                  <a:pt x="20" y="52"/>
                  <a:pt x="20" y="52"/>
                  <a:pt x="20" y="52"/>
                </a:cubicBezTo>
                <a:cubicBezTo>
                  <a:pt x="20" y="51"/>
                  <a:pt x="21" y="51"/>
                  <a:pt x="21" y="51"/>
                </a:cubicBezTo>
                <a:cubicBezTo>
                  <a:pt x="70" y="51"/>
                  <a:pt x="70" y="51"/>
                  <a:pt x="70" y="51"/>
                </a:cubicBezTo>
                <a:cubicBezTo>
                  <a:pt x="71" y="51"/>
                  <a:pt x="71" y="51"/>
                  <a:pt x="71" y="52"/>
                </a:cubicBezTo>
                <a:lnTo>
                  <a:pt x="71" y="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12"/>
          <p:cNvSpPr/>
          <p:nvPr/>
        </p:nvSpPr>
        <p:spPr>
          <a:xfrm>
            <a:off x="2968625" y="3128963"/>
            <a:ext cx="106363" cy="241300"/>
          </a:xfrm>
          <a:custGeom>
            <a:rect b="b" l="l" r="r" t="t"/>
            <a:pathLst>
              <a:path extrusionOk="0" h="70" w="31">
                <a:moveTo>
                  <a:pt x="30" y="54"/>
                </a:moveTo>
                <a:cubicBezTo>
                  <a:pt x="16" y="69"/>
                  <a:pt x="16" y="69"/>
                  <a:pt x="16" y="69"/>
                </a:cubicBezTo>
                <a:cubicBezTo>
                  <a:pt x="16" y="70"/>
                  <a:pt x="16" y="70"/>
                  <a:pt x="15" y="70"/>
                </a:cubicBezTo>
                <a:cubicBezTo>
                  <a:pt x="15" y="70"/>
                  <a:pt x="15" y="70"/>
                  <a:pt x="14" y="69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3"/>
                  <a:pt x="0" y="53"/>
                  <a:pt x="0" y="52"/>
                </a:cubicBezTo>
                <a:cubicBezTo>
                  <a:pt x="0" y="52"/>
                  <a:pt x="1" y="52"/>
                  <a:pt x="1" y="52"/>
                </a:cubicBezTo>
                <a:cubicBezTo>
                  <a:pt x="10" y="52"/>
                  <a:pt x="10" y="52"/>
                  <a:pt x="10" y="52"/>
                </a:cubicBezTo>
                <a:cubicBezTo>
                  <a:pt x="10" y="2"/>
                  <a:pt x="10" y="2"/>
                  <a:pt x="10" y="2"/>
                </a:cubicBezTo>
                <a:cubicBezTo>
                  <a:pt x="10" y="1"/>
                  <a:pt x="11" y="0"/>
                  <a:pt x="11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0" y="0"/>
                  <a:pt x="20" y="1"/>
                  <a:pt x="20" y="2"/>
                </a:cubicBezTo>
                <a:cubicBezTo>
                  <a:pt x="20" y="52"/>
                  <a:pt x="20" y="52"/>
                  <a:pt x="20" y="52"/>
                </a:cubicBezTo>
                <a:cubicBezTo>
                  <a:pt x="29" y="52"/>
                  <a:pt x="29" y="52"/>
                  <a:pt x="29" y="52"/>
                </a:cubicBezTo>
                <a:cubicBezTo>
                  <a:pt x="30" y="52"/>
                  <a:pt x="30" y="52"/>
                  <a:pt x="30" y="52"/>
                </a:cubicBezTo>
                <a:cubicBezTo>
                  <a:pt x="31" y="53"/>
                  <a:pt x="31" y="53"/>
                  <a:pt x="30" y="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12"/>
          <p:cNvSpPr/>
          <p:nvPr/>
        </p:nvSpPr>
        <p:spPr>
          <a:xfrm>
            <a:off x="3470275" y="3128963"/>
            <a:ext cx="223838" cy="227012"/>
          </a:xfrm>
          <a:custGeom>
            <a:rect b="b" l="l" r="r" t="t"/>
            <a:pathLst>
              <a:path extrusionOk="0" h="66" w="65">
                <a:moveTo>
                  <a:pt x="64" y="14"/>
                </a:moveTo>
                <a:cubicBezTo>
                  <a:pt x="12" y="65"/>
                  <a:pt x="12" y="65"/>
                  <a:pt x="12" y="65"/>
                </a:cubicBezTo>
                <a:cubicBezTo>
                  <a:pt x="11" y="66"/>
                  <a:pt x="11" y="66"/>
                  <a:pt x="10" y="66"/>
                </a:cubicBezTo>
                <a:cubicBezTo>
                  <a:pt x="9" y="66"/>
                  <a:pt x="9" y="66"/>
                  <a:pt x="8" y="65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5"/>
                  <a:pt x="0" y="54"/>
                  <a:pt x="0" y="54"/>
                </a:cubicBezTo>
                <a:cubicBezTo>
                  <a:pt x="52" y="2"/>
                  <a:pt x="52" y="2"/>
                  <a:pt x="52" y="2"/>
                </a:cubicBezTo>
                <a:cubicBezTo>
                  <a:pt x="52" y="2"/>
                  <a:pt x="53" y="1"/>
                  <a:pt x="54" y="1"/>
                </a:cubicBezTo>
                <a:cubicBezTo>
                  <a:pt x="54" y="1"/>
                  <a:pt x="55" y="2"/>
                  <a:pt x="56" y="2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11"/>
                  <a:pt x="64" y="11"/>
                  <a:pt x="64" y="12"/>
                </a:cubicBezTo>
                <a:cubicBezTo>
                  <a:pt x="64" y="13"/>
                  <a:pt x="64" y="13"/>
                  <a:pt x="64" y="14"/>
                </a:cubicBezTo>
                <a:close/>
                <a:moveTo>
                  <a:pt x="14" y="5"/>
                </a:moveTo>
                <a:cubicBezTo>
                  <a:pt x="10" y="7"/>
                  <a:pt x="10" y="7"/>
                  <a:pt x="10" y="7"/>
                </a:cubicBezTo>
                <a:cubicBezTo>
                  <a:pt x="9" y="11"/>
                  <a:pt x="9" y="11"/>
                  <a:pt x="9" y="11"/>
                </a:cubicBezTo>
                <a:cubicBezTo>
                  <a:pt x="8" y="7"/>
                  <a:pt x="8" y="7"/>
                  <a:pt x="8" y="7"/>
                </a:cubicBezTo>
                <a:cubicBezTo>
                  <a:pt x="4" y="5"/>
                  <a:pt x="4" y="5"/>
                  <a:pt x="4" y="5"/>
                </a:cubicBezTo>
                <a:cubicBezTo>
                  <a:pt x="8" y="4"/>
                  <a:pt x="8" y="4"/>
                  <a:pt x="8" y="4"/>
                </a:cubicBezTo>
                <a:cubicBezTo>
                  <a:pt x="9" y="0"/>
                  <a:pt x="9" y="0"/>
                  <a:pt x="9" y="0"/>
                </a:cubicBezTo>
                <a:cubicBezTo>
                  <a:pt x="10" y="4"/>
                  <a:pt x="10" y="4"/>
                  <a:pt x="10" y="4"/>
                </a:cubicBezTo>
                <a:lnTo>
                  <a:pt x="14" y="5"/>
                </a:lnTo>
                <a:close/>
                <a:moveTo>
                  <a:pt x="32" y="13"/>
                </a:moveTo>
                <a:cubicBezTo>
                  <a:pt x="24" y="16"/>
                  <a:pt x="24" y="16"/>
                  <a:pt x="24" y="16"/>
                </a:cubicBezTo>
                <a:cubicBezTo>
                  <a:pt x="22" y="23"/>
                  <a:pt x="22" y="23"/>
                  <a:pt x="22" y="23"/>
                </a:cubicBezTo>
                <a:cubicBezTo>
                  <a:pt x="19" y="16"/>
                  <a:pt x="19" y="16"/>
                  <a:pt x="19" y="16"/>
                </a:cubicBezTo>
                <a:cubicBezTo>
                  <a:pt x="11" y="13"/>
                  <a:pt x="11" y="13"/>
                  <a:pt x="11" y="13"/>
                </a:cubicBezTo>
                <a:cubicBezTo>
                  <a:pt x="19" y="11"/>
                  <a:pt x="19" y="11"/>
                  <a:pt x="19" y="11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1"/>
                  <a:pt x="24" y="11"/>
                  <a:pt x="24" y="11"/>
                </a:cubicBezTo>
                <a:lnTo>
                  <a:pt x="32" y="13"/>
                </a:lnTo>
                <a:close/>
                <a:moveTo>
                  <a:pt x="40" y="5"/>
                </a:moveTo>
                <a:cubicBezTo>
                  <a:pt x="36" y="7"/>
                  <a:pt x="36" y="7"/>
                  <a:pt x="36" y="7"/>
                </a:cubicBezTo>
                <a:cubicBezTo>
                  <a:pt x="34" y="11"/>
                  <a:pt x="34" y="11"/>
                  <a:pt x="34" y="11"/>
                </a:cubicBezTo>
                <a:cubicBezTo>
                  <a:pt x="33" y="7"/>
                  <a:pt x="33" y="7"/>
                  <a:pt x="33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0"/>
                  <a:pt x="34" y="0"/>
                  <a:pt x="34" y="0"/>
                </a:cubicBezTo>
                <a:cubicBezTo>
                  <a:pt x="36" y="4"/>
                  <a:pt x="36" y="4"/>
                  <a:pt x="36" y="4"/>
                </a:cubicBezTo>
                <a:lnTo>
                  <a:pt x="40" y="5"/>
                </a:lnTo>
                <a:close/>
                <a:moveTo>
                  <a:pt x="58" y="12"/>
                </a:moveTo>
                <a:cubicBezTo>
                  <a:pt x="54" y="8"/>
                  <a:pt x="54" y="8"/>
                  <a:pt x="54" y="8"/>
                </a:cubicBezTo>
                <a:cubicBezTo>
                  <a:pt x="42" y="19"/>
                  <a:pt x="42" y="19"/>
                  <a:pt x="42" y="19"/>
                </a:cubicBezTo>
                <a:cubicBezTo>
                  <a:pt x="46" y="24"/>
                  <a:pt x="46" y="24"/>
                  <a:pt x="46" y="24"/>
                </a:cubicBezTo>
                <a:lnTo>
                  <a:pt x="58" y="12"/>
                </a:lnTo>
                <a:close/>
                <a:moveTo>
                  <a:pt x="65" y="31"/>
                </a:moveTo>
                <a:cubicBezTo>
                  <a:pt x="61" y="32"/>
                  <a:pt x="61" y="32"/>
                  <a:pt x="61" y="32"/>
                </a:cubicBezTo>
                <a:cubicBezTo>
                  <a:pt x="60" y="36"/>
                  <a:pt x="60" y="36"/>
                  <a:pt x="60" y="36"/>
                </a:cubicBezTo>
                <a:cubicBezTo>
                  <a:pt x="59" y="32"/>
                  <a:pt x="59" y="32"/>
                  <a:pt x="59" y="32"/>
                </a:cubicBezTo>
                <a:cubicBezTo>
                  <a:pt x="55" y="31"/>
                  <a:pt x="55" y="31"/>
                  <a:pt x="55" y="31"/>
                </a:cubicBezTo>
                <a:cubicBezTo>
                  <a:pt x="59" y="30"/>
                  <a:pt x="59" y="30"/>
                  <a:pt x="59" y="30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30"/>
                  <a:pt x="61" y="30"/>
                  <a:pt x="61" y="30"/>
                </a:cubicBezTo>
                <a:lnTo>
                  <a:pt x="65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12"/>
          <p:cNvSpPr/>
          <p:nvPr/>
        </p:nvSpPr>
        <p:spPr>
          <a:xfrm>
            <a:off x="3959225" y="3138488"/>
            <a:ext cx="246063" cy="220662"/>
          </a:xfrm>
          <a:custGeom>
            <a:rect b="b" l="l" r="r" t="t"/>
            <a:pathLst>
              <a:path extrusionOk="0" h="64" w="72">
                <a:moveTo>
                  <a:pt x="25" y="44"/>
                </a:moveTo>
                <a:cubicBezTo>
                  <a:pt x="25" y="45"/>
                  <a:pt x="25" y="46"/>
                  <a:pt x="24" y="46"/>
                </a:cubicBezTo>
                <a:cubicBezTo>
                  <a:pt x="24" y="46"/>
                  <a:pt x="23" y="46"/>
                  <a:pt x="23" y="46"/>
                </a:cubicBezTo>
                <a:cubicBezTo>
                  <a:pt x="22" y="46"/>
                  <a:pt x="22" y="46"/>
                  <a:pt x="21" y="45"/>
                </a:cubicBezTo>
                <a:cubicBezTo>
                  <a:pt x="1" y="25"/>
                  <a:pt x="1" y="25"/>
                  <a:pt x="1" y="25"/>
                </a:cubicBezTo>
                <a:cubicBezTo>
                  <a:pt x="0" y="24"/>
                  <a:pt x="0" y="22"/>
                  <a:pt x="1" y="21"/>
                </a:cubicBezTo>
                <a:cubicBezTo>
                  <a:pt x="21" y="1"/>
                  <a:pt x="21" y="1"/>
                  <a:pt x="21" y="1"/>
                </a:cubicBezTo>
                <a:cubicBezTo>
                  <a:pt x="22" y="0"/>
                  <a:pt x="23" y="0"/>
                  <a:pt x="24" y="0"/>
                </a:cubicBezTo>
                <a:cubicBezTo>
                  <a:pt x="25" y="0"/>
                  <a:pt x="25" y="1"/>
                  <a:pt x="25" y="2"/>
                </a:cubicBezTo>
                <a:cubicBezTo>
                  <a:pt x="25" y="5"/>
                  <a:pt x="25" y="5"/>
                  <a:pt x="25" y="5"/>
                </a:cubicBezTo>
                <a:cubicBezTo>
                  <a:pt x="10" y="21"/>
                  <a:pt x="10" y="21"/>
                  <a:pt x="10" y="21"/>
                </a:cubicBezTo>
                <a:cubicBezTo>
                  <a:pt x="9" y="22"/>
                  <a:pt x="9" y="24"/>
                  <a:pt x="10" y="25"/>
                </a:cubicBezTo>
                <a:cubicBezTo>
                  <a:pt x="25" y="41"/>
                  <a:pt x="25" y="41"/>
                  <a:pt x="25" y="41"/>
                </a:cubicBezTo>
                <a:lnTo>
                  <a:pt x="25" y="44"/>
                </a:lnTo>
                <a:close/>
                <a:moveTo>
                  <a:pt x="65" y="63"/>
                </a:moveTo>
                <a:cubicBezTo>
                  <a:pt x="65" y="64"/>
                  <a:pt x="64" y="64"/>
                  <a:pt x="64" y="64"/>
                </a:cubicBezTo>
                <a:cubicBezTo>
                  <a:pt x="64" y="64"/>
                  <a:pt x="64" y="64"/>
                  <a:pt x="64" y="64"/>
                </a:cubicBezTo>
                <a:cubicBezTo>
                  <a:pt x="63" y="64"/>
                  <a:pt x="63" y="63"/>
                  <a:pt x="63" y="63"/>
                </a:cubicBezTo>
                <a:cubicBezTo>
                  <a:pt x="64" y="52"/>
                  <a:pt x="63" y="45"/>
                  <a:pt x="58" y="40"/>
                </a:cubicBezTo>
                <a:cubicBezTo>
                  <a:pt x="55" y="36"/>
                  <a:pt x="50" y="34"/>
                  <a:pt x="41" y="33"/>
                </a:cubicBezTo>
                <a:cubicBezTo>
                  <a:pt x="41" y="44"/>
                  <a:pt x="41" y="44"/>
                  <a:pt x="41" y="44"/>
                </a:cubicBezTo>
                <a:cubicBezTo>
                  <a:pt x="41" y="45"/>
                  <a:pt x="40" y="46"/>
                  <a:pt x="39" y="46"/>
                </a:cubicBezTo>
                <a:cubicBezTo>
                  <a:pt x="39" y="46"/>
                  <a:pt x="39" y="46"/>
                  <a:pt x="38" y="46"/>
                </a:cubicBezTo>
                <a:cubicBezTo>
                  <a:pt x="38" y="46"/>
                  <a:pt x="37" y="46"/>
                  <a:pt x="37" y="45"/>
                </a:cubicBezTo>
                <a:cubicBezTo>
                  <a:pt x="16" y="25"/>
                  <a:pt x="16" y="25"/>
                  <a:pt x="16" y="25"/>
                </a:cubicBezTo>
                <a:cubicBezTo>
                  <a:pt x="15" y="24"/>
                  <a:pt x="15" y="22"/>
                  <a:pt x="16" y="21"/>
                </a:cubicBezTo>
                <a:cubicBezTo>
                  <a:pt x="37" y="1"/>
                  <a:pt x="37" y="1"/>
                  <a:pt x="37" y="1"/>
                </a:cubicBezTo>
                <a:cubicBezTo>
                  <a:pt x="37" y="0"/>
                  <a:pt x="38" y="0"/>
                  <a:pt x="39" y="0"/>
                </a:cubicBezTo>
                <a:cubicBezTo>
                  <a:pt x="40" y="0"/>
                  <a:pt x="41" y="1"/>
                  <a:pt x="41" y="2"/>
                </a:cubicBezTo>
                <a:cubicBezTo>
                  <a:pt x="41" y="13"/>
                  <a:pt x="41" y="13"/>
                  <a:pt x="41" y="13"/>
                </a:cubicBezTo>
                <a:cubicBezTo>
                  <a:pt x="52" y="14"/>
                  <a:pt x="60" y="17"/>
                  <a:pt x="65" y="22"/>
                </a:cubicBezTo>
                <a:cubicBezTo>
                  <a:pt x="71" y="28"/>
                  <a:pt x="72" y="37"/>
                  <a:pt x="72" y="42"/>
                </a:cubicBezTo>
                <a:cubicBezTo>
                  <a:pt x="72" y="51"/>
                  <a:pt x="65" y="63"/>
                  <a:pt x="6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8" name="Google Shape;3198;p12"/>
          <p:cNvSpPr/>
          <p:nvPr/>
        </p:nvSpPr>
        <p:spPr>
          <a:xfrm>
            <a:off x="4452938" y="3146425"/>
            <a:ext cx="209550" cy="212725"/>
          </a:xfrm>
          <a:custGeom>
            <a:rect b="b" l="l" r="r" t="t"/>
            <a:pathLst>
              <a:path extrusionOk="0" h="62" w="61">
                <a:moveTo>
                  <a:pt x="61" y="53"/>
                </a:moveTo>
                <a:cubicBezTo>
                  <a:pt x="61" y="58"/>
                  <a:pt x="57" y="62"/>
                  <a:pt x="52" y="62"/>
                </a:cubicBezTo>
                <a:cubicBezTo>
                  <a:pt x="9" y="62"/>
                  <a:pt x="9" y="62"/>
                  <a:pt x="9" y="62"/>
                </a:cubicBezTo>
                <a:cubicBezTo>
                  <a:pt x="4" y="62"/>
                  <a:pt x="0" y="58"/>
                  <a:pt x="0" y="53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9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7" y="0"/>
                  <a:pt x="61" y="5"/>
                  <a:pt x="61" y="10"/>
                </a:cubicBezTo>
                <a:lnTo>
                  <a:pt x="61" y="53"/>
                </a:lnTo>
                <a:close/>
                <a:moveTo>
                  <a:pt x="33" y="28"/>
                </a:moveTo>
                <a:cubicBezTo>
                  <a:pt x="33" y="25"/>
                  <a:pt x="31" y="24"/>
                  <a:pt x="28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1" y="24"/>
                  <a:pt x="20" y="24"/>
                  <a:pt x="19" y="26"/>
                </a:cubicBezTo>
                <a:cubicBezTo>
                  <a:pt x="18" y="24"/>
                  <a:pt x="17" y="24"/>
                  <a:pt x="15" y="24"/>
                </a:cubicBezTo>
                <a:cubicBezTo>
                  <a:pt x="10" y="24"/>
                  <a:pt x="10" y="24"/>
                  <a:pt x="10" y="24"/>
                </a:cubicBezTo>
                <a:cubicBezTo>
                  <a:pt x="7" y="24"/>
                  <a:pt x="5" y="25"/>
                  <a:pt x="5" y="28"/>
                </a:cubicBezTo>
                <a:cubicBezTo>
                  <a:pt x="5" y="38"/>
                  <a:pt x="5" y="38"/>
                  <a:pt x="5" y="38"/>
                </a:cubicBezTo>
                <a:cubicBezTo>
                  <a:pt x="5" y="39"/>
                  <a:pt x="5" y="39"/>
                  <a:pt x="6" y="39"/>
                </a:cubicBezTo>
                <a:cubicBezTo>
                  <a:pt x="8" y="39"/>
                  <a:pt x="8" y="39"/>
                  <a:pt x="8" y="39"/>
                </a:cubicBezTo>
                <a:cubicBezTo>
                  <a:pt x="9" y="39"/>
                  <a:pt x="9" y="39"/>
                  <a:pt x="9" y="38"/>
                </a:cubicBezTo>
                <a:cubicBezTo>
                  <a:pt x="9" y="29"/>
                  <a:pt x="9" y="29"/>
                  <a:pt x="9" y="29"/>
                </a:cubicBezTo>
                <a:cubicBezTo>
                  <a:pt x="9" y="28"/>
                  <a:pt x="10" y="27"/>
                  <a:pt x="11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6" y="27"/>
                  <a:pt x="17" y="28"/>
                  <a:pt x="17" y="29"/>
                </a:cubicBezTo>
                <a:cubicBezTo>
                  <a:pt x="17" y="38"/>
                  <a:pt x="17" y="38"/>
                  <a:pt x="17" y="38"/>
                </a:cubicBezTo>
                <a:cubicBezTo>
                  <a:pt x="17" y="39"/>
                  <a:pt x="17" y="39"/>
                  <a:pt x="18" y="39"/>
                </a:cubicBezTo>
                <a:cubicBezTo>
                  <a:pt x="20" y="39"/>
                  <a:pt x="20" y="39"/>
                  <a:pt x="20" y="39"/>
                </a:cubicBezTo>
                <a:cubicBezTo>
                  <a:pt x="20" y="39"/>
                  <a:pt x="21" y="39"/>
                  <a:pt x="21" y="38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8"/>
                  <a:pt x="22" y="27"/>
                  <a:pt x="23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8" y="27"/>
                  <a:pt x="29" y="28"/>
                  <a:pt x="29" y="29"/>
                </a:cubicBezTo>
                <a:cubicBezTo>
                  <a:pt x="29" y="38"/>
                  <a:pt x="29" y="38"/>
                  <a:pt x="29" y="38"/>
                </a:cubicBezTo>
                <a:cubicBezTo>
                  <a:pt x="29" y="39"/>
                  <a:pt x="29" y="39"/>
                  <a:pt x="30" y="39"/>
                </a:cubicBezTo>
                <a:cubicBezTo>
                  <a:pt x="32" y="39"/>
                  <a:pt x="32" y="39"/>
                  <a:pt x="32" y="39"/>
                </a:cubicBezTo>
                <a:cubicBezTo>
                  <a:pt x="32" y="39"/>
                  <a:pt x="33" y="39"/>
                  <a:pt x="33" y="38"/>
                </a:cubicBezTo>
                <a:lnTo>
                  <a:pt x="33" y="28"/>
                </a:lnTo>
                <a:close/>
                <a:moveTo>
                  <a:pt x="56" y="28"/>
                </a:moveTo>
                <a:cubicBezTo>
                  <a:pt x="56" y="25"/>
                  <a:pt x="54" y="24"/>
                  <a:pt x="52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38" y="24"/>
                  <a:pt x="36" y="25"/>
                  <a:pt x="36" y="28"/>
                </a:cubicBezTo>
                <a:cubicBezTo>
                  <a:pt x="36" y="45"/>
                  <a:pt x="36" y="45"/>
                  <a:pt x="36" y="45"/>
                </a:cubicBezTo>
                <a:cubicBezTo>
                  <a:pt x="36" y="45"/>
                  <a:pt x="37" y="46"/>
                  <a:pt x="37" y="46"/>
                </a:cubicBezTo>
                <a:cubicBezTo>
                  <a:pt x="39" y="46"/>
                  <a:pt x="39" y="46"/>
                  <a:pt x="39" y="46"/>
                </a:cubicBezTo>
                <a:cubicBezTo>
                  <a:pt x="40" y="46"/>
                  <a:pt x="40" y="45"/>
                  <a:pt x="40" y="45"/>
                </a:cubicBezTo>
                <a:cubicBezTo>
                  <a:pt x="40" y="38"/>
                  <a:pt x="40" y="38"/>
                  <a:pt x="40" y="38"/>
                </a:cubicBezTo>
                <a:cubicBezTo>
                  <a:pt x="41" y="39"/>
                  <a:pt x="42" y="39"/>
                  <a:pt x="44" y="39"/>
                </a:cubicBezTo>
                <a:cubicBezTo>
                  <a:pt x="52" y="39"/>
                  <a:pt x="52" y="39"/>
                  <a:pt x="52" y="39"/>
                </a:cubicBezTo>
                <a:cubicBezTo>
                  <a:pt x="54" y="39"/>
                  <a:pt x="56" y="37"/>
                  <a:pt x="56" y="35"/>
                </a:cubicBezTo>
                <a:lnTo>
                  <a:pt x="56" y="28"/>
                </a:lnTo>
                <a:close/>
                <a:moveTo>
                  <a:pt x="52" y="34"/>
                </a:moveTo>
                <a:cubicBezTo>
                  <a:pt x="52" y="35"/>
                  <a:pt x="52" y="36"/>
                  <a:pt x="50" y="36"/>
                </a:cubicBezTo>
                <a:cubicBezTo>
                  <a:pt x="42" y="36"/>
                  <a:pt x="42" y="36"/>
                  <a:pt x="42" y="36"/>
                </a:cubicBezTo>
                <a:cubicBezTo>
                  <a:pt x="41" y="36"/>
                  <a:pt x="40" y="35"/>
                  <a:pt x="40" y="34"/>
                </a:cubicBezTo>
                <a:cubicBezTo>
                  <a:pt x="40" y="29"/>
                  <a:pt x="40" y="29"/>
                  <a:pt x="40" y="29"/>
                </a:cubicBezTo>
                <a:cubicBezTo>
                  <a:pt x="40" y="28"/>
                  <a:pt x="41" y="27"/>
                  <a:pt x="42" y="27"/>
                </a:cubicBezTo>
                <a:cubicBezTo>
                  <a:pt x="50" y="27"/>
                  <a:pt x="50" y="27"/>
                  <a:pt x="50" y="27"/>
                </a:cubicBezTo>
                <a:cubicBezTo>
                  <a:pt x="52" y="27"/>
                  <a:pt x="52" y="28"/>
                  <a:pt x="52" y="29"/>
                </a:cubicBezTo>
                <a:lnTo>
                  <a:pt x="52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9" name="Google Shape;3199;p12"/>
          <p:cNvSpPr/>
          <p:nvPr/>
        </p:nvSpPr>
        <p:spPr>
          <a:xfrm>
            <a:off x="4948238" y="3128963"/>
            <a:ext cx="192087" cy="230187"/>
          </a:xfrm>
          <a:custGeom>
            <a:rect b="b" l="l" r="r" t="t"/>
            <a:pathLst>
              <a:path extrusionOk="0" h="67" w="56">
                <a:moveTo>
                  <a:pt x="41" y="29"/>
                </a:moveTo>
                <a:cubicBezTo>
                  <a:pt x="41" y="34"/>
                  <a:pt x="41" y="34"/>
                  <a:pt x="41" y="34"/>
                </a:cubicBezTo>
                <a:cubicBezTo>
                  <a:pt x="41" y="41"/>
                  <a:pt x="35" y="47"/>
                  <a:pt x="28" y="47"/>
                </a:cubicBezTo>
                <a:cubicBezTo>
                  <a:pt x="27" y="47"/>
                  <a:pt x="25" y="46"/>
                  <a:pt x="24" y="46"/>
                </a:cubicBezTo>
                <a:cubicBezTo>
                  <a:pt x="20" y="50"/>
                  <a:pt x="20" y="50"/>
                  <a:pt x="20" y="50"/>
                </a:cubicBezTo>
                <a:cubicBezTo>
                  <a:pt x="22" y="51"/>
                  <a:pt x="25" y="52"/>
                  <a:pt x="28" y="52"/>
                </a:cubicBezTo>
                <a:cubicBezTo>
                  <a:pt x="38" y="52"/>
                  <a:pt x="46" y="44"/>
                  <a:pt x="46" y="34"/>
                </a:cubicBezTo>
                <a:cubicBezTo>
                  <a:pt x="46" y="29"/>
                  <a:pt x="46" y="29"/>
                  <a:pt x="46" y="29"/>
                </a:cubicBezTo>
                <a:cubicBezTo>
                  <a:pt x="46" y="27"/>
                  <a:pt x="47" y="26"/>
                  <a:pt x="49" y="26"/>
                </a:cubicBezTo>
                <a:cubicBezTo>
                  <a:pt x="50" y="26"/>
                  <a:pt x="51" y="27"/>
                  <a:pt x="51" y="29"/>
                </a:cubicBezTo>
                <a:cubicBezTo>
                  <a:pt x="51" y="34"/>
                  <a:pt x="51" y="34"/>
                  <a:pt x="51" y="34"/>
                </a:cubicBezTo>
                <a:cubicBezTo>
                  <a:pt x="51" y="46"/>
                  <a:pt x="42" y="55"/>
                  <a:pt x="31" y="57"/>
                </a:cubicBezTo>
                <a:cubicBezTo>
                  <a:pt x="31" y="62"/>
                  <a:pt x="31" y="62"/>
                  <a:pt x="31" y="62"/>
                </a:cubicBezTo>
                <a:cubicBezTo>
                  <a:pt x="41" y="62"/>
                  <a:pt x="41" y="62"/>
                  <a:pt x="41" y="62"/>
                </a:cubicBezTo>
                <a:cubicBezTo>
                  <a:pt x="42" y="62"/>
                  <a:pt x="43" y="63"/>
                  <a:pt x="43" y="65"/>
                </a:cubicBezTo>
                <a:cubicBezTo>
                  <a:pt x="43" y="66"/>
                  <a:pt x="42" y="67"/>
                  <a:pt x="41" y="67"/>
                </a:cubicBezTo>
                <a:cubicBezTo>
                  <a:pt x="15" y="67"/>
                  <a:pt x="15" y="67"/>
                  <a:pt x="15" y="67"/>
                </a:cubicBezTo>
                <a:cubicBezTo>
                  <a:pt x="14" y="67"/>
                  <a:pt x="13" y="66"/>
                  <a:pt x="13" y="65"/>
                </a:cubicBezTo>
                <a:cubicBezTo>
                  <a:pt x="13" y="63"/>
                  <a:pt x="14" y="62"/>
                  <a:pt x="15" y="62"/>
                </a:cubicBezTo>
                <a:cubicBezTo>
                  <a:pt x="25" y="62"/>
                  <a:pt x="25" y="62"/>
                  <a:pt x="25" y="62"/>
                </a:cubicBezTo>
                <a:cubicBezTo>
                  <a:pt x="25" y="57"/>
                  <a:pt x="25" y="57"/>
                  <a:pt x="25" y="57"/>
                </a:cubicBezTo>
                <a:cubicBezTo>
                  <a:pt x="22" y="56"/>
                  <a:pt x="19" y="55"/>
                  <a:pt x="16" y="53"/>
                </a:cubicBezTo>
                <a:cubicBezTo>
                  <a:pt x="6" y="64"/>
                  <a:pt x="6" y="64"/>
                  <a:pt x="6" y="64"/>
                </a:cubicBezTo>
                <a:cubicBezTo>
                  <a:pt x="5" y="64"/>
                  <a:pt x="4" y="64"/>
                  <a:pt x="4" y="64"/>
                </a:cubicBezTo>
                <a:cubicBezTo>
                  <a:pt x="1" y="60"/>
                  <a:pt x="1" y="60"/>
                  <a:pt x="1" y="60"/>
                </a:cubicBezTo>
                <a:cubicBezTo>
                  <a:pt x="0" y="60"/>
                  <a:pt x="0" y="59"/>
                  <a:pt x="1" y="59"/>
                </a:cubicBezTo>
                <a:cubicBezTo>
                  <a:pt x="50" y="9"/>
                  <a:pt x="50" y="9"/>
                  <a:pt x="50" y="9"/>
                </a:cubicBezTo>
                <a:cubicBezTo>
                  <a:pt x="51" y="8"/>
                  <a:pt x="52" y="8"/>
                  <a:pt x="52" y="9"/>
                </a:cubicBezTo>
                <a:cubicBezTo>
                  <a:pt x="55" y="12"/>
                  <a:pt x="55" y="12"/>
                  <a:pt x="55" y="12"/>
                </a:cubicBezTo>
                <a:cubicBezTo>
                  <a:pt x="56" y="13"/>
                  <a:pt x="56" y="14"/>
                  <a:pt x="55" y="14"/>
                </a:cubicBezTo>
                <a:lnTo>
                  <a:pt x="41" y="29"/>
                </a:lnTo>
                <a:close/>
                <a:moveTo>
                  <a:pt x="7" y="42"/>
                </a:moveTo>
                <a:cubicBezTo>
                  <a:pt x="6" y="40"/>
                  <a:pt x="5" y="37"/>
                  <a:pt x="5" y="34"/>
                </a:cubicBezTo>
                <a:cubicBezTo>
                  <a:pt x="5" y="29"/>
                  <a:pt x="5" y="29"/>
                  <a:pt x="5" y="29"/>
                </a:cubicBezTo>
                <a:cubicBezTo>
                  <a:pt x="5" y="27"/>
                  <a:pt x="6" y="26"/>
                  <a:pt x="7" y="26"/>
                </a:cubicBezTo>
                <a:cubicBezTo>
                  <a:pt x="9" y="26"/>
                  <a:pt x="10" y="27"/>
                  <a:pt x="10" y="29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5"/>
                  <a:pt x="10" y="37"/>
                  <a:pt x="11" y="38"/>
                </a:cubicBezTo>
                <a:lnTo>
                  <a:pt x="7" y="42"/>
                </a:lnTo>
                <a:close/>
                <a:moveTo>
                  <a:pt x="15" y="34"/>
                </a:moveTo>
                <a:cubicBezTo>
                  <a:pt x="15" y="13"/>
                  <a:pt x="15" y="13"/>
                  <a:pt x="15" y="13"/>
                </a:cubicBezTo>
                <a:cubicBezTo>
                  <a:pt x="15" y="6"/>
                  <a:pt x="21" y="0"/>
                  <a:pt x="28" y="0"/>
                </a:cubicBezTo>
                <a:cubicBezTo>
                  <a:pt x="34" y="0"/>
                  <a:pt x="38" y="4"/>
                  <a:pt x="40" y="9"/>
                </a:cubicBezTo>
                <a:lnTo>
                  <a:pt x="15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12"/>
          <p:cNvSpPr/>
          <p:nvPr/>
        </p:nvSpPr>
        <p:spPr>
          <a:xfrm>
            <a:off x="5443538" y="3146425"/>
            <a:ext cx="192087" cy="195263"/>
          </a:xfrm>
          <a:custGeom>
            <a:rect b="b" l="l" r="r" t="t"/>
            <a:pathLst>
              <a:path extrusionOk="0" h="57" w="56">
                <a:moveTo>
                  <a:pt x="56" y="45"/>
                </a:moveTo>
                <a:cubicBezTo>
                  <a:pt x="56" y="52"/>
                  <a:pt x="51" y="57"/>
                  <a:pt x="4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51" y="0"/>
                  <a:pt x="56" y="6"/>
                  <a:pt x="56" y="12"/>
                </a:cubicBezTo>
                <a:lnTo>
                  <a:pt x="56" y="45"/>
                </a:lnTo>
                <a:close/>
                <a:moveTo>
                  <a:pt x="51" y="12"/>
                </a:moveTo>
                <a:cubicBezTo>
                  <a:pt x="51" y="8"/>
                  <a:pt x="48" y="6"/>
                  <a:pt x="45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8" y="6"/>
                  <a:pt x="5" y="8"/>
                  <a:pt x="5" y="12"/>
                </a:cubicBezTo>
                <a:cubicBezTo>
                  <a:pt x="5" y="45"/>
                  <a:pt x="5" y="45"/>
                  <a:pt x="5" y="45"/>
                </a:cubicBezTo>
                <a:cubicBezTo>
                  <a:pt x="5" y="49"/>
                  <a:pt x="8" y="52"/>
                  <a:pt x="11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8" y="52"/>
                  <a:pt x="51" y="49"/>
                  <a:pt x="51" y="45"/>
                </a:cubicBezTo>
                <a:lnTo>
                  <a:pt x="51" y="12"/>
                </a:lnTo>
                <a:close/>
                <a:moveTo>
                  <a:pt x="46" y="30"/>
                </a:moveTo>
                <a:cubicBezTo>
                  <a:pt x="46" y="31"/>
                  <a:pt x="45" y="31"/>
                  <a:pt x="45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1" y="31"/>
                  <a:pt x="10" y="31"/>
                  <a:pt x="10" y="30"/>
                </a:cubicBezTo>
                <a:cubicBezTo>
                  <a:pt x="10" y="27"/>
                  <a:pt x="10" y="27"/>
                  <a:pt x="10" y="27"/>
                </a:cubicBezTo>
                <a:cubicBezTo>
                  <a:pt x="10" y="27"/>
                  <a:pt x="11" y="26"/>
                  <a:pt x="11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6" y="27"/>
                  <a:pt x="46" y="27"/>
                </a:cubicBezTo>
                <a:lnTo>
                  <a:pt x="46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12"/>
          <p:cNvSpPr/>
          <p:nvPr/>
        </p:nvSpPr>
        <p:spPr>
          <a:xfrm>
            <a:off x="5937250" y="3146425"/>
            <a:ext cx="203200" cy="212725"/>
          </a:xfrm>
          <a:custGeom>
            <a:rect b="b" l="l" r="r" t="t"/>
            <a:pathLst>
              <a:path extrusionOk="0" h="62" w="59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5"/>
                  <a:pt x="13" y="1"/>
                  <a:pt x="29" y="0"/>
                </a:cubicBezTo>
                <a:cubicBezTo>
                  <a:pt x="31" y="0"/>
                  <a:pt x="31" y="1"/>
                  <a:pt x="32" y="2"/>
                </a:cubicBezTo>
                <a:cubicBezTo>
                  <a:pt x="32" y="3"/>
                  <a:pt x="32" y="4"/>
                  <a:pt x="31" y="5"/>
                </a:cubicBezTo>
                <a:cubicBezTo>
                  <a:pt x="27" y="9"/>
                  <a:pt x="24" y="15"/>
                  <a:pt x="24" y="21"/>
                </a:cubicBezTo>
                <a:cubicBezTo>
                  <a:pt x="24" y="33"/>
                  <a:pt x="34" y="43"/>
                  <a:pt x="46" y="43"/>
                </a:cubicBezTo>
                <a:cubicBezTo>
                  <a:pt x="49" y="43"/>
                  <a:pt x="52" y="42"/>
                  <a:pt x="55" y="41"/>
                </a:cubicBezTo>
                <a:cubicBezTo>
                  <a:pt x="56" y="40"/>
                  <a:pt x="57" y="41"/>
                  <a:pt x="58" y="41"/>
                </a:cubicBezTo>
                <a:cubicBezTo>
                  <a:pt x="59" y="42"/>
                  <a:pt x="59" y="43"/>
                  <a:pt x="59" y="44"/>
                </a:cubicBezTo>
                <a:cubicBezTo>
                  <a:pt x="54" y="55"/>
                  <a:pt x="43" y="62"/>
                  <a:pt x="31" y="62"/>
                </a:cubicBezTo>
                <a:close/>
                <a:moveTo>
                  <a:pt x="46" y="48"/>
                </a:moveTo>
                <a:cubicBezTo>
                  <a:pt x="31" y="48"/>
                  <a:pt x="19" y="36"/>
                  <a:pt x="19" y="21"/>
                </a:cubicBezTo>
                <a:cubicBezTo>
                  <a:pt x="19" y="16"/>
                  <a:pt x="21" y="11"/>
                  <a:pt x="23" y="7"/>
                </a:cubicBezTo>
                <a:cubicBezTo>
                  <a:pt x="13" y="10"/>
                  <a:pt x="5" y="20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38" y="57"/>
                  <a:pt x="46" y="53"/>
                  <a:pt x="50" y="48"/>
                </a:cubicBezTo>
                <a:cubicBezTo>
                  <a:pt x="49" y="48"/>
                  <a:pt x="48" y="48"/>
                  <a:pt x="46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2" name="Google Shape;3202;p12"/>
          <p:cNvSpPr/>
          <p:nvPr/>
        </p:nvSpPr>
        <p:spPr>
          <a:xfrm>
            <a:off x="6432550" y="3146425"/>
            <a:ext cx="282575" cy="195263"/>
          </a:xfrm>
          <a:custGeom>
            <a:rect b="b" l="l" r="r" t="t"/>
            <a:pathLst>
              <a:path extrusionOk="0" h="57" w="82">
                <a:moveTo>
                  <a:pt x="82" y="49"/>
                </a:moveTo>
                <a:cubicBezTo>
                  <a:pt x="82" y="54"/>
                  <a:pt x="79" y="57"/>
                  <a:pt x="74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3" y="57"/>
                  <a:pt x="0" y="54"/>
                  <a:pt x="0" y="49"/>
                </a:cubicBezTo>
                <a:cubicBezTo>
                  <a:pt x="0" y="6"/>
                  <a:pt x="0" y="6"/>
                  <a:pt x="0" y="6"/>
                </a:cubicBezTo>
                <a:cubicBezTo>
                  <a:pt x="10" y="6"/>
                  <a:pt x="10" y="6"/>
                  <a:pt x="10" y="6"/>
                </a:cubicBezTo>
                <a:cubicBezTo>
                  <a:pt x="10" y="0"/>
                  <a:pt x="10" y="0"/>
                  <a:pt x="10" y="0"/>
                </a:cubicBezTo>
                <a:cubicBezTo>
                  <a:pt x="82" y="0"/>
                  <a:pt x="82" y="0"/>
                  <a:pt x="82" y="0"/>
                </a:cubicBezTo>
                <a:lnTo>
                  <a:pt x="82" y="49"/>
                </a:lnTo>
                <a:close/>
                <a:moveTo>
                  <a:pt x="10" y="11"/>
                </a:moveTo>
                <a:cubicBezTo>
                  <a:pt x="5" y="11"/>
                  <a:pt x="5" y="11"/>
                  <a:pt x="5" y="11"/>
                </a:cubicBezTo>
                <a:cubicBezTo>
                  <a:pt x="5" y="49"/>
                  <a:pt x="5" y="49"/>
                  <a:pt x="5" y="49"/>
                </a:cubicBezTo>
                <a:cubicBezTo>
                  <a:pt x="5" y="51"/>
                  <a:pt x="6" y="52"/>
                  <a:pt x="7" y="52"/>
                </a:cubicBezTo>
                <a:cubicBezTo>
                  <a:pt x="9" y="52"/>
                  <a:pt x="10" y="51"/>
                  <a:pt x="10" y="49"/>
                </a:cubicBezTo>
                <a:lnTo>
                  <a:pt x="10" y="11"/>
                </a:lnTo>
                <a:close/>
                <a:moveTo>
                  <a:pt x="77" y="6"/>
                </a:moveTo>
                <a:cubicBezTo>
                  <a:pt x="15" y="6"/>
                  <a:pt x="15" y="6"/>
                  <a:pt x="15" y="6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50"/>
                  <a:pt x="15" y="51"/>
                  <a:pt x="15" y="52"/>
                </a:cubicBezTo>
                <a:cubicBezTo>
                  <a:pt x="74" y="52"/>
                  <a:pt x="74" y="52"/>
                  <a:pt x="74" y="52"/>
                </a:cubicBezTo>
                <a:cubicBezTo>
                  <a:pt x="76" y="52"/>
                  <a:pt x="77" y="51"/>
                  <a:pt x="77" y="49"/>
                </a:cubicBezTo>
                <a:lnTo>
                  <a:pt x="77" y="6"/>
                </a:lnTo>
                <a:close/>
                <a:moveTo>
                  <a:pt x="46" y="36"/>
                </a:moveTo>
                <a:cubicBezTo>
                  <a:pt x="20" y="36"/>
                  <a:pt x="20" y="36"/>
                  <a:pt x="20" y="36"/>
                </a:cubicBezTo>
                <a:cubicBezTo>
                  <a:pt x="20" y="11"/>
                  <a:pt x="20" y="11"/>
                  <a:pt x="20" y="11"/>
                </a:cubicBezTo>
                <a:cubicBezTo>
                  <a:pt x="46" y="11"/>
                  <a:pt x="46" y="11"/>
                  <a:pt x="46" y="11"/>
                </a:cubicBezTo>
                <a:lnTo>
                  <a:pt x="46" y="36"/>
                </a:lnTo>
                <a:close/>
                <a:moveTo>
                  <a:pt x="46" y="47"/>
                </a:moveTo>
                <a:cubicBezTo>
                  <a:pt x="20" y="47"/>
                  <a:pt x="20" y="47"/>
                  <a:pt x="20" y="47"/>
                </a:cubicBezTo>
                <a:cubicBezTo>
                  <a:pt x="20" y="42"/>
                  <a:pt x="20" y="42"/>
                  <a:pt x="20" y="42"/>
                </a:cubicBezTo>
                <a:cubicBezTo>
                  <a:pt x="46" y="42"/>
                  <a:pt x="46" y="42"/>
                  <a:pt x="46" y="42"/>
                </a:cubicBezTo>
                <a:lnTo>
                  <a:pt x="46" y="47"/>
                </a:lnTo>
                <a:close/>
                <a:moveTo>
                  <a:pt x="25" y="16"/>
                </a:moveTo>
                <a:cubicBezTo>
                  <a:pt x="25" y="31"/>
                  <a:pt x="25" y="31"/>
                  <a:pt x="25" y="31"/>
                </a:cubicBezTo>
                <a:cubicBezTo>
                  <a:pt x="41" y="31"/>
                  <a:pt x="41" y="31"/>
                  <a:pt x="41" y="31"/>
                </a:cubicBezTo>
                <a:cubicBezTo>
                  <a:pt x="41" y="16"/>
                  <a:pt x="41" y="16"/>
                  <a:pt x="41" y="16"/>
                </a:cubicBezTo>
                <a:lnTo>
                  <a:pt x="25" y="16"/>
                </a:lnTo>
                <a:close/>
                <a:moveTo>
                  <a:pt x="72" y="16"/>
                </a:moveTo>
                <a:cubicBezTo>
                  <a:pt x="51" y="16"/>
                  <a:pt x="51" y="16"/>
                  <a:pt x="51" y="16"/>
                </a:cubicBezTo>
                <a:cubicBezTo>
                  <a:pt x="51" y="11"/>
                  <a:pt x="51" y="11"/>
                  <a:pt x="51" y="11"/>
                </a:cubicBezTo>
                <a:cubicBezTo>
                  <a:pt x="72" y="11"/>
                  <a:pt x="72" y="11"/>
                  <a:pt x="72" y="11"/>
                </a:cubicBezTo>
                <a:lnTo>
                  <a:pt x="72" y="16"/>
                </a:lnTo>
                <a:close/>
                <a:moveTo>
                  <a:pt x="72" y="26"/>
                </a:moveTo>
                <a:cubicBezTo>
                  <a:pt x="51" y="26"/>
                  <a:pt x="51" y="26"/>
                  <a:pt x="51" y="26"/>
                </a:cubicBezTo>
                <a:cubicBezTo>
                  <a:pt x="51" y="21"/>
                  <a:pt x="51" y="21"/>
                  <a:pt x="51" y="21"/>
                </a:cubicBezTo>
                <a:cubicBezTo>
                  <a:pt x="72" y="21"/>
                  <a:pt x="72" y="21"/>
                  <a:pt x="72" y="21"/>
                </a:cubicBezTo>
                <a:lnTo>
                  <a:pt x="72" y="26"/>
                </a:lnTo>
                <a:close/>
                <a:moveTo>
                  <a:pt x="72" y="36"/>
                </a:moveTo>
                <a:cubicBezTo>
                  <a:pt x="51" y="36"/>
                  <a:pt x="51" y="36"/>
                  <a:pt x="51" y="36"/>
                </a:cubicBezTo>
                <a:cubicBezTo>
                  <a:pt x="51" y="31"/>
                  <a:pt x="51" y="31"/>
                  <a:pt x="51" y="31"/>
                </a:cubicBezTo>
                <a:cubicBezTo>
                  <a:pt x="72" y="31"/>
                  <a:pt x="72" y="31"/>
                  <a:pt x="72" y="31"/>
                </a:cubicBezTo>
                <a:lnTo>
                  <a:pt x="72" y="36"/>
                </a:lnTo>
                <a:close/>
                <a:moveTo>
                  <a:pt x="72" y="47"/>
                </a:moveTo>
                <a:cubicBezTo>
                  <a:pt x="51" y="47"/>
                  <a:pt x="51" y="47"/>
                  <a:pt x="51" y="47"/>
                </a:cubicBezTo>
                <a:cubicBezTo>
                  <a:pt x="51" y="42"/>
                  <a:pt x="51" y="42"/>
                  <a:pt x="51" y="42"/>
                </a:cubicBezTo>
                <a:cubicBezTo>
                  <a:pt x="72" y="42"/>
                  <a:pt x="72" y="42"/>
                  <a:pt x="72" y="42"/>
                </a:cubicBezTo>
                <a:lnTo>
                  <a:pt x="72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3" name="Google Shape;3203;p12"/>
          <p:cNvSpPr/>
          <p:nvPr/>
        </p:nvSpPr>
        <p:spPr>
          <a:xfrm>
            <a:off x="6927850" y="3128963"/>
            <a:ext cx="247650" cy="247650"/>
          </a:xfrm>
          <a:custGeom>
            <a:rect b="b" l="l" r="r" t="t"/>
            <a:pathLst>
              <a:path extrusionOk="0" h="72" w="72">
                <a:moveTo>
                  <a:pt x="38" y="50"/>
                </a:moveTo>
                <a:cubicBezTo>
                  <a:pt x="38" y="53"/>
                  <a:pt x="38" y="53"/>
                  <a:pt x="38" y="53"/>
                </a:cubicBezTo>
                <a:cubicBezTo>
                  <a:pt x="39" y="64"/>
                  <a:pt x="31" y="72"/>
                  <a:pt x="19" y="72"/>
                </a:cubicBezTo>
                <a:cubicBezTo>
                  <a:pt x="6" y="72"/>
                  <a:pt x="0" y="61"/>
                  <a:pt x="0" y="49"/>
                </a:cubicBezTo>
                <a:cubicBezTo>
                  <a:pt x="1" y="50"/>
                  <a:pt x="6" y="54"/>
                  <a:pt x="8" y="54"/>
                </a:cubicBezTo>
                <a:cubicBezTo>
                  <a:pt x="9" y="54"/>
                  <a:pt x="10" y="54"/>
                  <a:pt x="10" y="53"/>
                </a:cubicBezTo>
                <a:cubicBezTo>
                  <a:pt x="14" y="44"/>
                  <a:pt x="19" y="42"/>
                  <a:pt x="28" y="42"/>
                </a:cubicBezTo>
                <a:cubicBezTo>
                  <a:pt x="30" y="46"/>
                  <a:pt x="34" y="49"/>
                  <a:pt x="38" y="50"/>
                </a:cubicBezTo>
                <a:close/>
                <a:moveTo>
                  <a:pt x="72" y="7"/>
                </a:moveTo>
                <a:cubicBezTo>
                  <a:pt x="72" y="9"/>
                  <a:pt x="71" y="11"/>
                  <a:pt x="70" y="13"/>
                </a:cubicBezTo>
                <a:cubicBezTo>
                  <a:pt x="67" y="19"/>
                  <a:pt x="56" y="39"/>
                  <a:pt x="51" y="43"/>
                </a:cubicBezTo>
                <a:cubicBezTo>
                  <a:pt x="49" y="45"/>
                  <a:pt x="46" y="47"/>
                  <a:pt x="42" y="47"/>
                </a:cubicBezTo>
                <a:cubicBezTo>
                  <a:pt x="36" y="47"/>
                  <a:pt x="30" y="41"/>
                  <a:pt x="30" y="34"/>
                </a:cubicBezTo>
                <a:cubicBezTo>
                  <a:pt x="30" y="31"/>
                  <a:pt x="31" y="28"/>
                  <a:pt x="34" y="26"/>
                </a:cubicBezTo>
                <a:cubicBezTo>
                  <a:pt x="59" y="2"/>
                  <a:pt x="59" y="2"/>
                  <a:pt x="59" y="2"/>
                </a:cubicBezTo>
                <a:cubicBezTo>
                  <a:pt x="61" y="1"/>
                  <a:pt x="63" y="0"/>
                  <a:pt x="65" y="0"/>
                </a:cubicBezTo>
                <a:cubicBezTo>
                  <a:pt x="68" y="0"/>
                  <a:pt x="72" y="3"/>
                  <a:pt x="72" y="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4" name="Google Shape;3204;p12"/>
          <p:cNvSpPr/>
          <p:nvPr/>
        </p:nvSpPr>
        <p:spPr>
          <a:xfrm>
            <a:off x="7426325" y="3146425"/>
            <a:ext cx="171450" cy="212725"/>
          </a:xfrm>
          <a:custGeom>
            <a:rect b="b" l="l" r="r" t="t"/>
            <a:pathLst>
              <a:path extrusionOk="0" h="62" w="50">
                <a:moveTo>
                  <a:pt x="50" y="6"/>
                </a:moveTo>
                <a:cubicBezTo>
                  <a:pt x="50" y="7"/>
                  <a:pt x="49" y="10"/>
                  <a:pt x="48" y="10"/>
                </a:cubicBezTo>
                <a:cubicBezTo>
                  <a:pt x="47" y="10"/>
                  <a:pt x="46" y="9"/>
                  <a:pt x="45" y="10"/>
                </a:cubicBezTo>
                <a:cubicBezTo>
                  <a:pt x="45" y="10"/>
                  <a:pt x="44" y="10"/>
                  <a:pt x="44" y="11"/>
                </a:cubicBezTo>
                <a:cubicBezTo>
                  <a:pt x="44" y="12"/>
                  <a:pt x="44" y="13"/>
                  <a:pt x="44" y="13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61"/>
                  <a:pt x="43" y="62"/>
                  <a:pt x="42" y="62"/>
                </a:cubicBezTo>
                <a:cubicBezTo>
                  <a:pt x="37" y="62"/>
                  <a:pt x="37" y="62"/>
                  <a:pt x="37" y="62"/>
                </a:cubicBezTo>
                <a:cubicBezTo>
                  <a:pt x="36" y="62"/>
                  <a:pt x="35" y="61"/>
                  <a:pt x="35" y="60"/>
                </a:cubicBezTo>
                <a:cubicBezTo>
                  <a:pt x="35" y="11"/>
                  <a:pt x="35" y="11"/>
                  <a:pt x="35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9" y="60"/>
                  <a:pt x="29" y="60"/>
                  <a:pt x="29" y="60"/>
                </a:cubicBezTo>
                <a:cubicBezTo>
                  <a:pt x="29" y="61"/>
                  <a:pt x="28" y="62"/>
                  <a:pt x="27" y="62"/>
                </a:cubicBezTo>
                <a:cubicBezTo>
                  <a:pt x="22" y="62"/>
                  <a:pt x="22" y="62"/>
                  <a:pt x="22" y="62"/>
                </a:cubicBezTo>
                <a:cubicBezTo>
                  <a:pt x="21" y="62"/>
                  <a:pt x="20" y="61"/>
                  <a:pt x="20" y="60"/>
                </a:cubicBezTo>
                <a:cubicBezTo>
                  <a:pt x="20" y="40"/>
                  <a:pt x="20" y="40"/>
                  <a:pt x="20" y="40"/>
                </a:cubicBezTo>
                <a:cubicBezTo>
                  <a:pt x="16" y="39"/>
                  <a:pt x="13" y="39"/>
                  <a:pt x="10" y="37"/>
                </a:cubicBezTo>
                <a:cubicBezTo>
                  <a:pt x="7" y="36"/>
                  <a:pt x="4" y="33"/>
                  <a:pt x="2" y="30"/>
                </a:cubicBezTo>
                <a:cubicBezTo>
                  <a:pt x="1" y="27"/>
                  <a:pt x="0" y="24"/>
                  <a:pt x="0" y="20"/>
                </a:cubicBezTo>
                <a:cubicBezTo>
                  <a:pt x="0" y="15"/>
                  <a:pt x="1" y="11"/>
                  <a:pt x="3" y="8"/>
                </a:cubicBezTo>
                <a:cubicBezTo>
                  <a:pt x="6" y="5"/>
                  <a:pt x="8" y="3"/>
                  <a:pt x="12" y="2"/>
                </a:cubicBezTo>
                <a:cubicBezTo>
                  <a:pt x="15" y="1"/>
                  <a:pt x="21" y="0"/>
                  <a:pt x="28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50" y="2"/>
                  <a:pt x="50" y="3"/>
                </a:cubicBezTo>
                <a:lnTo>
                  <a:pt x="50" y="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12"/>
          <p:cNvSpPr/>
          <p:nvPr/>
        </p:nvSpPr>
        <p:spPr>
          <a:xfrm>
            <a:off x="7927975" y="3128963"/>
            <a:ext cx="227013" cy="230187"/>
          </a:xfrm>
          <a:custGeom>
            <a:rect b="b" l="l" r="r" t="t"/>
            <a:pathLst>
              <a:path extrusionOk="0" h="67" w="66">
                <a:moveTo>
                  <a:pt x="49" y="34"/>
                </a:moveTo>
                <a:cubicBezTo>
                  <a:pt x="43" y="39"/>
                  <a:pt x="33" y="41"/>
                  <a:pt x="25" y="41"/>
                </a:cubicBezTo>
                <a:cubicBezTo>
                  <a:pt x="22" y="41"/>
                  <a:pt x="22" y="41"/>
                  <a:pt x="22" y="41"/>
                </a:cubicBezTo>
                <a:cubicBezTo>
                  <a:pt x="21" y="41"/>
                  <a:pt x="19" y="42"/>
                  <a:pt x="19" y="44"/>
                </a:cubicBezTo>
                <a:cubicBezTo>
                  <a:pt x="16" y="56"/>
                  <a:pt x="16" y="56"/>
                  <a:pt x="16" y="56"/>
                </a:cubicBezTo>
                <a:cubicBezTo>
                  <a:pt x="15" y="58"/>
                  <a:pt x="13" y="60"/>
                  <a:pt x="11" y="60"/>
                </a:cubicBezTo>
                <a:cubicBezTo>
                  <a:pt x="3" y="60"/>
                  <a:pt x="3" y="60"/>
                  <a:pt x="3" y="60"/>
                </a:cubicBezTo>
                <a:cubicBezTo>
                  <a:pt x="1" y="60"/>
                  <a:pt x="0" y="59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2"/>
                  <a:pt x="14" y="0"/>
                  <a:pt x="16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46" y="0"/>
                  <a:pt x="58" y="2"/>
                  <a:pt x="58" y="17"/>
                </a:cubicBezTo>
                <a:cubicBezTo>
                  <a:pt x="58" y="24"/>
                  <a:pt x="55" y="30"/>
                  <a:pt x="49" y="34"/>
                </a:cubicBezTo>
                <a:close/>
                <a:moveTo>
                  <a:pt x="57" y="42"/>
                </a:moveTo>
                <a:cubicBezTo>
                  <a:pt x="50" y="47"/>
                  <a:pt x="41" y="48"/>
                  <a:pt x="32" y="48"/>
                </a:cubicBezTo>
                <a:cubicBezTo>
                  <a:pt x="30" y="48"/>
                  <a:pt x="30" y="48"/>
                  <a:pt x="30" y="48"/>
                </a:cubicBezTo>
                <a:cubicBezTo>
                  <a:pt x="28" y="48"/>
                  <a:pt x="26" y="49"/>
                  <a:pt x="26" y="51"/>
                </a:cubicBezTo>
                <a:cubicBezTo>
                  <a:pt x="23" y="64"/>
                  <a:pt x="23" y="64"/>
                  <a:pt x="23" y="64"/>
                </a:cubicBezTo>
                <a:cubicBezTo>
                  <a:pt x="23" y="66"/>
                  <a:pt x="21" y="67"/>
                  <a:pt x="19" y="67"/>
                </a:cubicBezTo>
                <a:cubicBezTo>
                  <a:pt x="10" y="67"/>
                  <a:pt x="10" y="67"/>
                  <a:pt x="10" y="67"/>
                </a:cubicBezTo>
                <a:cubicBezTo>
                  <a:pt x="9" y="67"/>
                  <a:pt x="7" y="66"/>
                  <a:pt x="7" y="64"/>
                </a:cubicBezTo>
                <a:cubicBezTo>
                  <a:pt x="7" y="63"/>
                  <a:pt x="7" y="63"/>
                  <a:pt x="8" y="62"/>
                </a:cubicBezTo>
                <a:cubicBezTo>
                  <a:pt x="14" y="62"/>
                  <a:pt x="14" y="62"/>
                  <a:pt x="14" y="62"/>
                </a:cubicBezTo>
                <a:cubicBezTo>
                  <a:pt x="16" y="62"/>
                  <a:pt x="17" y="60"/>
                  <a:pt x="18" y="58"/>
                </a:cubicBezTo>
                <a:cubicBezTo>
                  <a:pt x="21" y="46"/>
                  <a:pt x="21" y="46"/>
                  <a:pt x="21" y="46"/>
                </a:cubicBezTo>
                <a:cubicBezTo>
                  <a:pt x="21" y="44"/>
                  <a:pt x="23" y="43"/>
                  <a:pt x="25" y="43"/>
                </a:cubicBezTo>
                <a:cubicBezTo>
                  <a:pt x="27" y="43"/>
                  <a:pt x="27" y="43"/>
                  <a:pt x="27" y="43"/>
                </a:cubicBezTo>
                <a:cubicBezTo>
                  <a:pt x="36" y="43"/>
                  <a:pt x="45" y="41"/>
                  <a:pt x="52" y="36"/>
                </a:cubicBezTo>
                <a:cubicBezTo>
                  <a:pt x="57" y="32"/>
                  <a:pt x="60" y="26"/>
                  <a:pt x="60" y="19"/>
                </a:cubicBezTo>
                <a:cubicBezTo>
                  <a:pt x="60" y="16"/>
                  <a:pt x="60" y="13"/>
                  <a:pt x="58" y="11"/>
                </a:cubicBezTo>
                <a:cubicBezTo>
                  <a:pt x="64" y="14"/>
                  <a:pt x="66" y="19"/>
                  <a:pt x="66" y="24"/>
                </a:cubicBezTo>
                <a:cubicBezTo>
                  <a:pt x="66" y="32"/>
                  <a:pt x="63" y="37"/>
                  <a:pt x="57" y="42"/>
                </a:cubicBezTo>
                <a:close/>
                <a:moveTo>
                  <a:pt x="32" y="12"/>
                </a:moveTo>
                <a:cubicBezTo>
                  <a:pt x="29" y="12"/>
                  <a:pt x="29" y="12"/>
                  <a:pt x="29" y="12"/>
                </a:cubicBezTo>
                <a:cubicBezTo>
                  <a:pt x="27" y="12"/>
                  <a:pt x="26" y="13"/>
                  <a:pt x="25" y="15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26"/>
                  <a:pt x="23" y="26"/>
                  <a:pt x="23" y="27"/>
                </a:cubicBezTo>
                <a:cubicBezTo>
                  <a:pt x="23" y="28"/>
                  <a:pt x="24" y="29"/>
                  <a:pt x="25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34" y="29"/>
                  <a:pt x="41" y="26"/>
                  <a:pt x="41" y="18"/>
                </a:cubicBezTo>
                <a:cubicBezTo>
                  <a:pt x="41" y="13"/>
                  <a:pt x="36" y="12"/>
                  <a:pt x="32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12"/>
          <p:cNvSpPr/>
          <p:nvPr/>
        </p:nvSpPr>
        <p:spPr>
          <a:xfrm>
            <a:off x="8412163" y="3146425"/>
            <a:ext cx="195262" cy="195263"/>
          </a:xfrm>
          <a:custGeom>
            <a:rect b="b" l="l" r="r" t="t"/>
            <a:pathLst>
              <a:path extrusionOk="0" h="57" w="57">
                <a:moveTo>
                  <a:pt x="56" y="51"/>
                </a:moveTo>
                <a:cubicBezTo>
                  <a:pt x="55" y="53"/>
                  <a:pt x="53" y="54"/>
                  <a:pt x="51" y="55"/>
                </a:cubicBezTo>
                <a:cubicBezTo>
                  <a:pt x="49" y="56"/>
                  <a:pt x="46" y="57"/>
                  <a:pt x="43" y="57"/>
                </a:cubicBezTo>
                <a:cubicBezTo>
                  <a:pt x="40" y="57"/>
                  <a:pt x="36" y="55"/>
                  <a:pt x="33" y="54"/>
                </a:cubicBezTo>
                <a:cubicBezTo>
                  <a:pt x="30" y="53"/>
                  <a:pt x="28" y="52"/>
                  <a:pt x="26" y="51"/>
                </a:cubicBezTo>
                <a:cubicBezTo>
                  <a:pt x="19" y="47"/>
                  <a:pt x="11" y="38"/>
                  <a:pt x="7" y="32"/>
                </a:cubicBezTo>
                <a:cubicBezTo>
                  <a:pt x="5" y="29"/>
                  <a:pt x="4" y="27"/>
                  <a:pt x="3" y="25"/>
                </a:cubicBezTo>
                <a:cubicBezTo>
                  <a:pt x="2" y="21"/>
                  <a:pt x="0" y="18"/>
                  <a:pt x="0" y="14"/>
                </a:cubicBezTo>
                <a:cubicBezTo>
                  <a:pt x="0" y="11"/>
                  <a:pt x="1" y="9"/>
                  <a:pt x="3" y="7"/>
                </a:cubicBezTo>
                <a:cubicBezTo>
                  <a:pt x="4" y="5"/>
                  <a:pt x="5" y="3"/>
                  <a:pt x="7" y="2"/>
                </a:cubicBezTo>
                <a:cubicBezTo>
                  <a:pt x="8" y="1"/>
                  <a:pt x="11" y="0"/>
                  <a:pt x="12" y="0"/>
                </a:cubicBezTo>
                <a:cubicBezTo>
                  <a:pt x="13" y="0"/>
                  <a:pt x="13" y="0"/>
                  <a:pt x="13" y="1"/>
                </a:cubicBezTo>
                <a:cubicBezTo>
                  <a:pt x="14" y="1"/>
                  <a:pt x="15" y="3"/>
                  <a:pt x="15" y="4"/>
                </a:cubicBezTo>
                <a:cubicBezTo>
                  <a:pt x="17" y="6"/>
                  <a:pt x="18" y="8"/>
                  <a:pt x="19" y="10"/>
                </a:cubicBezTo>
                <a:cubicBezTo>
                  <a:pt x="20" y="12"/>
                  <a:pt x="21" y="13"/>
                  <a:pt x="21" y="14"/>
                </a:cubicBezTo>
                <a:cubicBezTo>
                  <a:pt x="21" y="17"/>
                  <a:pt x="14" y="20"/>
                  <a:pt x="14" y="22"/>
                </a:cubicBezTo>
                <a:cubicBezTo>
                  <a:pt x="14" y="23"/>
                  <a:pt x="15" y="25"/>
                  <a:pt x="15" y="26"/>
                </a:cubicBezTo>
                <a:cubicBezTo>
                  <a:pt x="19" y="33"/>
                  <a:pt x="24" y="38"/>
                  <a:pt x="32" y="42"/>
                </a:cubicBezTo>
                <a:cubicBezTo>
                  <a:pt x="33" y="43"/>
                  <a:pt x="34" y="44"/>
                  <a:pt x="35" y="44"/>
                </a:cubicBezTo>
                <a:cubicBezTo>
                  <a:pt x="37" y="44"/>
                  <a:pt x="41" y="36"/>
                  <a:pt x="43" y="36"/>
                </a:cubicBezTo>
                <a:cubicBezTo>
                  <a:pt x="45" y="36"/>
                  <a:pt x="46" y="38"/>
                  <a:pt x="47" y="38"/>
                </a:cubicBezTo>
                <a:cubicBezTo>
                  <a:pt x="49" y="40"/>
                  <a:pt x="52" y="41"/>
                  <a:pt x="54" y="42"/>
                </a:cubicBezTo>
                <a:cubicBezTo>
                  <a:pt x="55" y="43"/>
                  <a:pt x="57" y="43"/>
                  <a:pt x="57" y="44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47"/>
                  <a:pt x="56" y="49"/>
                  <a:pt x="56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7" name="Google Shape;3207;p12"/>
          <p:cNvSpPr/>
          <p:nvPr/>
        </p:nvSpPr>
        <p:spPr>
          <a:xfrm>
            <a:off x="8839200" y="3128963"/>
            <a:ext cx="236538" cy="230187"/>
          </a:xfrm>
          <a:custGeom>
            <a:rect b="b" l="l" r="r" t="t"/>
            <a:pathLst>
              <a:path extrusionOk="0" h="67" w="69">
                <a:moveTo>
                  <a:pt x="53" y="58"/>
                </a:moveTo>
                <a:cubicBezTo>
                  <a:pt x="47" y="64"/>
                  <a:pt x="39" y="67"/>
                  <a:pt x="31" y="67"/>
                </a:cubicBezTo>
                <a:cubicBezTo>
                  <a:pt x="14" y="67"/>
                  <a:pt x="0" y="53"/>
                  <a:pt x="0" y="36"/>
                </a:cubicBezTo>
                <a:cubicBezTo>
                  <a:pt x="0" y="19"/>
                  <a:pt x="14" y="5"/>
                  <a:pt x="31" y="5"/>
                </a:cubicBezTo>
                <a:cubicBezTo>
                  <a:pt x="31" y="36"/>
                  <a:pt x="31" y="36"/>
                  <a:pt x="31" y="36"/>
                </a:cubicBezTo>
                <a:lnTo>
                  <a:pt x="53" y="58"/>
                </a:lnTo>
                <a:close/>
                <a:moveTo>
                  <a:pt x="36" y="31"/>
                </a:moveTo>
                <a:cubicBezTo>
                  <a:pt x="36" y="0"/>
                  <a:pt x="36" y="0"/>
                  <a:pt x="36" y="0"/>
                </a:cubicBezTo>
                <a:cubicBezTo>
                  <a:pt x="53" y="0"/>
                  <a:pt x="67" y="14"/>
                  <a:pt x="67" y="31"/>
                </a:cubicBezTo>
                <a:lnTo>
                  <a:pt x="36" y="31"/>
                </a:lnTo>
                <a:close/>
                <a:moveTo>
                  <a:pt x="69" y="36"/>
                </a:moveTo>
                <a:cubicBezTo>
                  <a:pt x="69" y="45"/>
                  <a:pt x="66" y="53"/>
                  <a:pt x="60" y="58"/>
                </a:cubicBezTo>
                <a:cubicBezTo>
                  <a:pt x="38" y="36"/>
                  <a:pt x="38" y="36"/>
                  <a:pt x="38" y="36"/>
                </a:cubicBezTo>
                <a:lnTo>
                  <a:pt x="69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12"/>
          <p:cNvSpPr/>
          <p:nvPr/>
        </p:nvSpPr>
        <p:spPr>
          <a:xfrm>
            <a:off x="65088" y="3532188"/>
            <a:ext cx="209550" cy="212725"/>
          </a:xfrm>
          <a:custGeom>
            <a:rect b="b" l="l" r="r" t="t"/>
            <a:pathLst>
              <a:path extrusionOk="0" h="62" w="61">
                <a:moveTo>
                  <a:pt x="61" y="12"/>
                </a:moveTo>
                <a:cubicBezTo>
                  <a:pt x="61" y="51"/>
                  <a:pt x="61" y="51"/>
                  <a:pt x="61" y="51"/>
                </a:cubicBezTo>
                <a:cubicBezTo>
                  <a:pt x="61" y="57"/>
                  <a:pt x="56" y="62"/>
                  <a:pt x="50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22" y="60"/>
                  <a:pt x="24" y="57"/>
                  <a:pt x="25" y="54"/>
                </a:cubicBezTo>
                <a:cubicBezTo>
                  <a:pt x="25" y="54"/>
                  <a:pt x="25" y="52"/>
                  <a:pt x="27" y="45"/>
                </a:cubicBezTo>
                <a:cubicBezTo>
                  <a:pt x="28" y="47"/>
                  <a:pt x="31" y="49"/>
                  <a:pt x="35" y="49"/>
                </a:cubicBezTo>
                <a:cubicBezTo>
                  <a:pt x="44" y="49"/>
                  <a:pt x="51" y="40"/>
                  <a:pt x="51" y="28"/>
                </a:cubicBezTo>
                <a:cubicBezTo>
                  <a:pt x="51" y="19"/>
                  <a:pt x="43" y="11"/>
                  <a:pt x="32" y="11"/>
                </a:cubicBezTo>
                <a:cubicBezTo>
                  <a:pt x="17" y="11"/>
                  <a:pt x="10" y="21"/>
                  <a:pt x="10" y="30"/>
                </a:cubicBezTo>
                <a:cubicBezTo>
                  <a:pt x="10" y="35"/>
                  <a:pt x="12" y="40"/>
                  <a:pt x="16" y="41"/>
                </a:cubicBezTo>
                <a:cubicBezTo>
                  <a:pt x="17" y="42"/>
                  <a:pt x="18" y="41"/>
                  <a:pt x="18" y="41"/>
                </a:cubicBezTo>
                <a:cubicBezTo>
                  <a:pt x="18" y="40"/>
                  <a:pt x="18" y="39"/>
                  <a:pt x="18" y="38"/>
                </a:cubicBezTo>
                <a:cubicBezTo>
                  <a:pt x="19" y="37"/>
                  <a:pt x="19" y="37"/>
                  <a:pt x="18" y="37"/>
                </a:cubicBezTo>
                <a:cubicBezTo>
                  <a:pt x="17" y="35"/>
                  <a:pt x="16" y="33"/>
                  <a:pt x="16" y="31"/>
                </a:cubicBezTo>
                <a:cubicBezTo>
                  <a:pt x="16" y="23"/>
                  <a:pt x="22" y="16"/>
                  <a:pt x="31" y="16"/>
                </a:cubicBezTo>
                <a:cubicBezTo>
                  <a:pt x="39" y="16"/>
                  <a:pt x="44" y="21"/>
                  <a:pt x="44" y="28"/>
                </a:cubicBezTo>
                <a:cubicBezTo>
                  <a:pt x="44" y="36"/>
                  <a:pt x="40" y="44"/>
                  <a:pt x="34" y="44"/>
                </a:cubicBezTo>
                <a:cubicBezTo>
                  <a:pt x="31" y="44"/>
                  <a:pt x="28" y="41"/>
                  <a:pt x="29" y="38"/>
                </a:cubicBezTo>
                <a:cubicBezTo>
                  <a:pt x="30" y="34"/>
                  <a:pt x="32" y="30"/>
                  <a:pt x="32" y="27"/>
                </a:cubicBezTo>
                <a:cubicBezTo>
                  <a:pt x="32" y="25"/>
                  <a:pt x="31" y="23"/>
                  <a:pt x="28" y="23"/>
                </a:cubicBezTo>
                <a:cubicBezTo>
                  <a:pt x="25" y="23"/>
                  <a:pt x="22" y="26"/>
                  <a:pt x="22" y="30"/>
                </a:cubicBezTo>
                <a:cubicBezTo>
                  <a:pt x="22" y="30"/>
                  <a:pt x="22" y="33"/>
                  <a:pt x="23" y="35"/>
                </a:cubicBezTo>
                <a:cubicBezTo>
                  <a:pt x="20" y="49"/>
                  <a:pt x="19" y="52"/>
                  <a:pt x="19" y="52"/>
                </a:cubicBezTo>
                <a:cubicBezTo>
                  <a:pt x="18" y="56"/>
                  <a:pt x="18" y="60"/>
                  <a:pt x="19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12"/>
          <p:cNvSpPr/>
          <p:nvPr/>
        </p:nvSpPr>
        <p:spPr>
          <a:xfrm>
            <a:off x="495300" y="3532188"/>
            <a:ext cx="212725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3" y="43"/>
                  <a:pt x="53" y="31"/>
                </a:cubicBezTo>
                <a:cubicBezTo>
                  <a:pt x="53" y="19"/>
                  <a:pt x="43" y="9"/>
                  <a:pt x="31" y="9"/>
                </a:cubicBezTo>
                <a:close/>
                <a:moveTo>
                  <a:pt x="47" y="34"/>
                </a:moveTo>
                <a:cubicBezTo>
                  <a:pt x="25" y="46"/>
                  <a:pt x="25" y="46"/>
                  <a:pt x="25" y="46"/>
                </a:cubicBezTo>
                <a:cubicBezTo>
                  <a:pt x="24" y="47"/>
                  <a:pt x="24" y="47"/>
                  <a:pt x="24" y="47"/>
                </a:cubicBezTo>
                <a:cubicBezTo>
                  <a:pt x="23" y="47"/>
                  <a:pt x="23" y="47"/>
                  <a:pt x="22" y="46"/>
                </a:cubicBezTo>
                <a:cubicBezTo>
                  <a:pt x="22" y="46"/>
                  <a:pt x="21" y="45"/>
                  <a:pt x="21" y="44"/>
                </a:cubicBezTo>
                <a:cubicBezTo>
                  <a:pt x="21" y="18"/>
                  <a:pt x="21" y="18"/>
                  <a:pt x="21" y="18"/>
                </a:cubicBezTo>
                <a:cubicBezTo>
                  <a:pt x="21" y="18"/>
                  <a:pt x="22" y="17"/>
                  <a:pt x="22" y="16"/>
                </a:cubicBezTo>
                <a:cubicBezTo>
                  <a:pt x="23" y="16"/>
                  <a:pt x="24" y="16"/>
                  <a:pt x="25" y="16"/>
                </a:cubicBezTo>
                <a:cubicBezTo>
                  <a:pt x="47" y="29"/>
                  <a:pt x="47" y="29"/>
                  <a:pt x="47" y="29"/>
                </a:cubicBezTo>
                <a:cubicBezTo>
                  <a:pt x="48" y="30"/>
                  <a:pt x="48" y="30"/>
                  <a:pt x="48" y="31"/>
                </a:cubicBezTo>
                <a:cubicBezTo>
                  <a:pt x="48" y="32"/>
                  <a:pt x="48" y="33"/>
                  <a:pt x="47" y="3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0" name="Google Shape;3210;p12"/>
          <p:cNvSpPr/>
          <p:nvPr/>
        </p:nvSpPr>
        <p:spPr>
          <a:xfrm>
            <a:off x="989013" y="3532188"/>
            <a:ext cx="214312" cy="212725"/>
          </a:xfrm>
          <a:custGeom>
            <a:rect b="b" l="l" r="r" t="t"/>
            <a:pathLst>
              <a:path extrusionOk="0" h="62" w="62">
                <a:moveTo>
                  <a:pt x="62" y="51"/>
                </a:moveTo>
                <a:cubicBezTo>
                  <a:pt x="62" y="57"/>
                  <a:pt x="57" y="62"/>
                  <a:pt x="51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6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6" y="0"/>
                  <a:pt x="12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6"/>
                  <a:pt x="62" y="12"/>
                </a:cubicBezTo>
                <a:lnTo>
                  <a:pt x="62" y="51"/>
                </a:lnTo>
                <a:close/>
                <a:moveTo>
                  <a:pt x="52" y="29"/>
                </a:moveTo>
                <a:cubicBezTo>
                  <a:pt x="52" y="27"/>
                  <a:pt x="51" y="26"/>
                  <a:pt x="49" y="26"/>
                </a:cubicBezTo>
                <a:cubicBezTo>
                  <a:pt x="36" y="26"/>
                  <a:pt x="36" y="26"/>
                  <a:pt x="36" y="26"/>
                </a:cubicBezTo>
                <a:cubicBezTo>
                  <a:pt x="36" y="13"/>
                  <a:pt x="36" y="13"/>
                  <a:pt x="36" y="13"/>
                </a:cubicBezTo>
                <a:cubicBezTo>
                  <a:pt x="36" y="12"/>
                  <a:pt x="35" y="11"/>
                  <a:pt x="34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27" y="11"/>
                  <a:pt x="26" y="12"/>
                  <a:pt x="26" y="13"/>
                </a:cubicBezTo>
                <a:cubicBezTo>
                  <a:pt x="26" y="26"/>
                  <a:pt x="26" y="26"/>
                  <a:pt x="26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1" y="27"/>
                  <a:pt x="11" y="29"/>
                </a:cubicBezTo>
                <a:cubicBezTo>
                  <a:pt x="11" y="34"/>
                  <a:pt x="11" y="34"/>
                  <a:pt x="11" y="34"/>
                </a:cubicBezTo>
                <a:cubicBezTo>
                  <a:pt x="11" y="35"/>
                  <a:pt x="12" y="36"/>
                  <a:pt x="13" y="36"/>
                </a:cubicBezTo>
                <a:cubicBezTo>
                  <a:pt x="26" y="36"/>
                  <a:pt x="26" y="36"/>
                  <a:pt x="26" y="36"/>
                </a:cubicBezTo>
                <a:cubicBezTo>
                  <a:pt x="26" y="49"/>
                  <a:pt x="26" y="49"/>
                  <a:pt x="26" y="49"/>
                </a:cubicBezTo>
                <a:cubicBezTo>
                  <a:pt x="26" y="51"/>
                  <a:pt x="27" y="52"/>
                  <a:pt x="29" y="52"/>
                </a:cubicBezTo>
                <a:cubicBezTo>
                  <a:pt x="34" y="52"/>
                  <a:pt x="34" y="52"/>
                  <a:pt x="34" y="52"/>
                </a:cubicBezTo>
                <a:cubicBezTo>
                  <a:pt x="35" y="52"/>
                  <a:pt x="36" y="51"/>
                  <a:pt x="36" y="49"/>
                </a:cubicBezTo>
                <a:cubicBezTo>
                  <a:pt x="36" y="36"/>
                  <a:pt x="36" y="36"/>
                  <a:pt x="36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51" y="36"/>
                  <a:pt x="52" y="35"/>
                  <a:pt x="52" y="34"/>
                </a:cubicBezTo>
                <a:lnTo>
                  <a:pt x="52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1" name="Google Shape;3211;p12"/>
          <p:cNvSpPr/>
          <p:nvPr/>
        </p:nvSpPr>
        <p:spPr>
          <a:xfrm>
            <a:off x="1484313" y="3514725"/>
            <a:ext cx="230187" cy="217488"/>
          </a:xfrm>
          <a:custGeom>
            <a:rect b="b" l="l" r="r" t="t"/>
            <a:pathLst>
              <a:path extrusionOk="0" h="63" w="67">
                <a:moveTo>
                  <a:pt x="60" y="52"/>
                </a:moveTo>
                <a:cubicBezTo>
                  <a:pt x="55" y="52"/>
                  <a:pt x="54" y="48"/>
                  <a:pt x="49" y="48"/>
                </a:cubicBezTo>
                <a:cubicBezTo>
                  <a:pt x="46" y="48"/>
                  <a:pt x="45" y="50"/>
                  <a:pt x="45" y="53"/>
                </a:cubicBezTo>
                <a:cubicBezTo>
                  <a:pt x="45" y="56"/>
                  <a:pt x="46" y="59"/>
                  <a:pt x="46" y="62"/>
                </a:cubicBezTo>
                <a:cubicBezTo>
                  <a:pt x="46" y="62"/>
                  <a:pt x="46" y="62"/>
                  <a:pt x="46" y="62"/>
                </a:cubicBezTo>
                <a:cubicBezTo>
                  <a:pt x="46" y="62"/>
                  <a:pt x="45" y="62"/>
                  <a:pt x="45" y="62"/>
                </a:cubicBezTo>
                <a:cubicBezTo>
                  <a:pt x="41" y="62"/>
                  <a:pt x="36" y="63"/>
                  <a:pt x="32" y="63"/>
                </a:cubicBezTo>
                <a:cubicBezTo>
                  <a:pt x="29" y="63"/>
                  <a:pt x="26" y="62"/>
                  <a:pt x="26" y="59"/>
                </a:cubicBezTo>
                <a:cubicBezTo>
                  <a:pt x="26" y="54"/>
                  <a:pt x="31" y="53"/>
                  <a:pt x="31" y="48"/>
                </a:cubicBezTo>
                <a:cubicBezTo>
                  <a:pt x="31" y="44"/>
                  <a:pt x="27" y="41"/>
                  <a:pt x="23" y="41"/>
                </a:cubicBezTo>
                <a:cubicBezTo>
                  <a:pt x="19" y="41"/>
                  <a:pt x="15" y="44"/>
                  <a:pt x="15" y="48"/>
                </a:cubicBezTo>
                <a:cubicBezTo>
                  <a:pt x="15" y="53"/>
                  <a:pt x="19" y="56"/>
                  <a:pt x="19" y="58"/>
                </a:cubicBezTo>
                <a:cubicBezTo>
                  <a:pt x="19" y="60"/>
                  <a:pt x="18" y="61"/>
                  <a:pt x="17" y="62"/>
                </a:cubicBezTo>
                <a:cubicBezTo>
                  <a:pt x="16" y="63"/>
                  <a:pt x="14" y="63"/>
                  <a:pt x="13" y="63"/>
                </a:cubicBezTo>
                <a:cubicBezTo>
                  <a:pt x="9" y="63"/>
                  <a:pt x="6" y="63"/>
                  <a:pt x="3" y="62"/>
                </a:cubicBezTo>
                <a:cubicBezTo>
                  <a:pt x="2" y="62"/>
                  <a:pt x="1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21"/>
                  <a:pt x="0" y="21"/>
                  <a:pt x="0" y="21"/>
                </a:cubicBezTo>
                <a:cubicBezTo>
                  <a:pt x="0" y="21"/>
                  <a:pt x="2" y="21"/>
                  <a:pt x="3" y="21"/>
                </a:cubicBezTo>
                <a:cubicBezTo>
                  <a:pt x="6" y="22"/>
                  <a:pt x="9" y="22"/>
                  <a:pt x="13" y="22"/>
                </a:cubicBezTo>
                <a:cubicBezTo>
                  <a:pt x="14" y="22"/>
                  <a:pt x="16" y="22"/>
                  <a:pt x="17" y="21"/>
                </a:cubicBezTo>
                <a:cubicBezTo>
                  <a:pt x="18" y="20"/>
                  <a:pt x="19" y="19"/>
                  <a:pt x="19" y="17"/>
                </a:cubicBezTo>
                <a:cubicBezTo>
                  <a:pt x="19" y="15"/>
                  <a:pt x="15" y="12"/>
                  <a:pt x="15" y="7"/>
                </a:cubicBezTo>
                <a:cubicBezTo>
                  <a:pt x="15" y="3"/>
                  <a:pt x="19" y="0"/>
                  <a:pt x="23" y="0"/>
                </a:cubicBezTo>
                <a:cubicBezTo>
                  <a:pt x="27" y="0"/>
                  <a:pt x="31" y="3"/>
                  <a:pt x="31" y="7"/>
                </a:cubicBezTo>
                <a:cubicBezTo>
                  <a:pt x="31" y="12"/>
                  <a:pt x="26" y="13"/>
                  <a:pt x="26" y="18"/>
                </a:cubicBezTo>
                <a:cubicBezTo>
                  <a:pt x="26" y="21"/>
                  <a:pt x="29" y="22"/>
                  <a:pt x="32" y="22"/>
                </a:cubicBezTo>
                <a:cubicBezTo>
                  <a:pt x="37" y="22"/>
                  <a:pt x="41" y="21"/>
                  <a:pt x="46" y="21"/>
                </a:cubicBezTo>
                <a:cubicBezTo>
                  <a:pt x="46" y="21"/>
                  <a:pt x="46" y="21"/>
                  <a:pt x="46" y="21"/>
                </a:cubicBezTo>
                <a:cubicBezTo>
                  <a:pt x="46" y="21"/>
                  <a:pt x="46" y="23"/>
                  <a:pt x="46" y="24"/>
                </a:cubicBezTo>
                <a:cubicBezTo>
                  <a:pt x="45" y="27"/>
                  <a:pt x="45" y="30"/>
                  <a:pt x="45" y="34"/>
                </a:cubicBezTo>
                <a:cubicBezTo>
                  <a:pt x="45" y="35"/>
                  <a:pt x="45" y="37"/>
                  <a:pt x="46" y="38"/>
                </a:cubicBezTo>
                <a:cubicBezTo>
                  <a:pt x="47" y="39"/>
                  <a:pt x="48" y="40"/>
                  <a:pt x="50" y="40"/>
                </a:cubicBezTo>
                <a:cubicBezTo>
                  <a:pt x="52" y="40"/>
                  <a:pt x="55" y="36"/>
                  <a:pt x="60" y="36"/>
                </a:cubicBezTo>
                <a:cubicBezTo>
                  <a:pt x="64" y="36"/>
                  <a:pt x="67" y="40"/>
                  <a:pt x="67" y="44"/>
                </a:cubicBezTo>
                <a:cubicBezTo>
                  <a:pt x="67" y="49"/>
                  <a:pt x="64" y="52"/>
                  <a:pt x="60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2" name="Google Shape;3212;p12"/>
          <p:cNvSpPr/>
          <p:nvPr/>
        </p:nvSpPr>
        <p:spPr>
          <a:xfrm>
            <a:off x="1979613" y="3532188"/>
            <a:ext cx="212725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2" y="11"/>
                </a:moveTo>
                <a:cubicBezTo>
                  <a:pt x="26" y="11"/>
                  <a:pt x="21" y="14"/>
                  <a:pt x="17" y="19"/>
                </a:cubicBezTo>
                <a:cubicBezTo>
                  <a:pt x="17" y="20"/>
                  <a:pt x="17" y="21"/>
                  <a:pt x="18" y="21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3" y="25"/>
                  <a:pt x="24" y="25"/>
                </a:cubicBezTo>
                <a:cubicBezTo>
                  <a:pt x="24" y="25"/>
                  <a:pt x="24" y="25"/>
                  <a:pt x="25" y="25"/>
                </a:cubicBezTo>
                <a:cubicBezTo>
                  <a:pt x="27" y="22"/>
                  <a:pt x="27" y="22"/>
                  <a:pt x="28" y="21"/>
                </a:cubicBezTo>
                <a:cubicBezTo>
                  <a:pt x="29" y="21"/>
                  <a:pt x="30" y="20"/>
                  <a:pt x="32" y="20"/>
                </a:cubicBezTo>
                <a:cubicBezTo>
                  <a:pt x="34" y="20"/>
                  <a:pt x="36" y="22"/>
                  <a:pt x="36" y="24"/>
                </a:cubicBezTo>
                <a:cubicBezTo>
                  <a:pt x="36" y="26"/>
                  <a:pt x="35" y="27"/>
                  <a:pt x="33" y="28"/>
                </a:cubicBezTo>
                <a:cubicBezTo>
                  <a:pt x="30" y="29"/>
                  <a:pt x="26" y="32"/>
                  <a:pt x="26" y="36"/>
                </a:cubicBezTo>
                <a:cubicBezTo>
                  <a:pt x="26" y="38"/>
                  <a:pt x="26" y="38"/>
                  <a:pt x="26" y="38"/>
                </a:cubicBezTo>
                <a:cubicBezTo>
                  <a:pt x="26" y="38"/>
                  <a:pt x="27" y="39"/>
                  <a:pt x="27" y="39"/>
                </a:cubicBezTo>
                <a:cubicBezTo>
                  <a:pt x="35" y="39"/>
                  <a:pt x="35" y="39"/>
                  <a:pt x="35" y="39"/>
                </a:cubicBezTo>
                <a:cubicBezTo>
                  <a:pt x="36" y="39"/>
                  <a:pt x="36" y="38"/>
                  <a:pt x="36" y="38"/>
                </a:cubicBezTo>
                <a:cubicBezTo>
                  <a:pt x="36" y="37"/>
                  <a:pt x="38" y="35"/>
                  <a:pt x="40" y="34"/>
                </a:cubicBezTo>
                <a:cubicBezTo>
                  <a:pt x="43" y="32"/>
                  <a:pt x="47" y="30"/>
                  <a:pt x="47" y="24"/>
                </a:cubicBezTo>
                <a:cubicBezTo>
                  <a:pt x="47" y="16"/>
                  <a:pt x="39" y="11"/>
                  <a:pt x="32" y="11"/>
                </a:cubicBezTo>
                <a:close/>
                <a:moveTo>
                  <a:pt x="36" y="43"/>
                </a:moveTo>
                <a:cubicBezTo>
                  <a:pt x="36" y="42"/>
                  <a:pt x="36" y="42"/>
                  <a:pt x="35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2"/>
                  <a:pt x="26" y="43"/>
                </a:cubicBezTo>
                <a:cubicBezTo>
                  <a:pt x="26" y="51"/>
                  <a:pt x="26" y="51"/>
                  <a:pt x="26" y="51"/>
                </a:cubicBezTo>
                <a:cubicBezTo>
                  <a:pt x="26" y="51"/>
                  <a:pt x="27" y="52"/>
                  <a:pt x="27" y="52"/>
                </a:cubicBezTo>
                <a:cubicBezTo>
                  <a:pt x="35" y="52"/>
                  <a:pt x="35" y="52"/>
                  <a:pt x="35" y="52"/>
                </a:cubicBezTo>
                <a:cubicBezTo>
                  <a:pt x="36" y="52"/>
                  <a:pt x="36" y="51"/>
                  <a:pt x="36" y="51"/>
                </a:cubicBezTo>
                <a:lnTo>
                  <a:pt x="36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3" name="Google Shape;3213;p12"/>
          <p:cNvSpPr/>
          <p:nvPr/>
        </p:nvSpPr>
        <p:spPr>
          <a:xfrm>
            <a:off x="2474913" y="3521075"/>
            <a:ext cx="246062" cy="220663"/>
          </a:xfrm>
          <a:custGeom>
            <a:rect b="b" l="l" r="r" t="t"/>
            <a:pathLst>
              <a:path extrusionOk="0" h="64" w="72">
                <a:moveTo>
                  <a:pt x="72" y="15"/>
                </a:moveTo>
                <a:cubicBezTo>
                  <a:pt x="59" y="28"/>
                  <a:pt x="59" y="28"/>
                  <a:pt x="59" y="28"/>
                </a:cubicBezTo>
                <a:cubicBezTo>
                  <a:pt x="59" y="28"/>
                  <a:pt x="59" y="28"/>
                  <a:pt x="58" y="28"/>
                </a:cubicBezTo>
                <a:cubicBezTo>
                  <a:pt x="58" y="28"/>
                  <a:pt x="57" y="27"/>
                  <a:pt x="57" y="27"/>
                </a:cubicBezTo>
                <a:cubicBezTo>
                  <a:pt x="57" y="19"/>
                  <a:pt x="57" y="19"/>
                  <a:pt x="57" y="19"/>
                </a:cubicBezTo>
                <a:cubicBezTo>
                  <a:pt x="47" y="19"/>
                  <a:pt x="47" y="19"/>
                  <a:pt x="47" y="19"/>
                </a:cubicBezTo>
                <a:cubicBezTo>
                  <a:pt x="41" y="19"/>
                  <a:pt x="39" y="23"/>
                  <a:pt x="37" y="27"/>
                </a:cubicBezTo>
                <a:cubicBezTo>
                  <a:pt x="35" y="29"/>
                  <a:pt x="34" y="31"/>
                  <a:pt x="33" y="34"/>
                </a:cubicBezTo>
                <a:cubicBezTo>
                  <a:pt x="29" y="44"/>
                  <a:pt x="24" y="55"/>
                  <a:pt x="11" y="55"/>
                </a:cubicBezTo>
                <a:cubicBezTo>
                  <a:pt x="2" y="55"/>
                  <a:pt x="2" y="55"/>
                  <a:pt x="2" y="55"/>
                </a:cubicBezTo>
                <a:cubicBezTo>
                  <a:pt x="1" y="55"/>
                  <a:pt x="0" y="54"/>
                  <a:pt x="0" y="54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5"/>
                  <a:pt x="1" y="45"/>
                  <a:pt x="2" y="45"/>
                </a:cubicBezTo>
                <a:cubicBezTo>
                  <a:pt x="11" y="45"/>
                  <a:pt x="11" y="45"/>
                  <a:pt x="11" y="45"/>
                </a:cubicBezTo>
                <a:cubicBezTo>
                  <a:pt x="16" y="45"/>
                  <a:pt x="19" y="41"/>
                  <a:pt x="21" y="37"/>
                </a:cubicBezTo>
                <a:cubicBezTo>
                  <a:pt x="22" y="34"/>
                  <a:pt x="23" y="32"/>
                  <a:pt x="24" y="30"/>
                </a:cubicBezTo>
                <a:cubicBezTo>
                  <a:pt x="28" y="19"/>
                  <a:pt x="34" y="9"/>
                  <a:pt x="47" y="9"/>
                </a:cubicBezTo>
                <a:cubicBezTo>
                  <a:pt x="57" y="9"/>
                  <a:pt x="57" y="9"/>
                  <a:pt x="57" y="9"/>
                </a:cubicBezTo>
                <a:cubicBezTo>
                  <a:pt x="57" y="1"/>
                  <a:pt x="57" y="1"/>
                  <a:pt x="57" y="1"/>
                </a:cubicBezTo>
                <a:cubicBezTo>
                  <a:pt x="57" y="0"/>
                  <a:pt x="58" y="0"/>
                  <a:pt x="58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72" y="13"/>
                  <a:pt x="72" y="13"/>
                  <a:pt x="72" y="13"/>
                </a:cubicBezTo>
                <a:cubicBezTo>
                  <a:pt x="72" y="13"/>
                  <a:pt x="72" y="13"/>
                  <a:pt x="72" y="14"/>
                </a:cubicBezTo>
                <a:cubicBezTo>
                  <a:pt x="72" y="14"/>
                  <a:pt x="72" y="14"/>
                  <a:pt x="72" y="15"/>
                </a:cubicBezTo>
                <a:close/>
                <a:moveTo>
                  <a:pt x="22" y="29"/>
                </a:moveTo>
                <a:cubicBezTo>
                  <a:pt x="19" y="24"/>
                  <a:pt x="17" y="19"/>
                  <a:pt x="11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8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9"/>
                  <a:pt x="1" y="9"/>
                  <a:pt x="2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18" y="9"/>
                  <a:pt x="23" y="12"/>
                  <a:pt x="27" y="18"/>
                </a:cubicBezTo>
                <a:cubicBezTo>
                  <a:pt x="25" y="21"/>
                  <a:pt x="23" y="25"/>
                  <a:pt x="22" y="29"/>
                </a:cubicBezTo>
                <a:close/>
                <a:moveTo>
                  <a:pt x="72" y="51"/>
                </a:moveTo>
                <a:cubicBezTo>
                  <a:pt x="59" y="63"/>
                  <a:pt x="59" y="63"/>
                  <a:pt x="59" y="63"/>
                </a:cubicBezTo>
                <a:cubicBezTo>
                  <a:pt x="59" y="64"/>
                  <a:pt x="59" y="64"/>
                  <a:pt x="58" y="64"/>
                </a:cubicBezTo>
                <a:cubicBezTo>
                  <a:pt x="58" y="64"/>
                  <a:pt x="57" y="63"/>
                  <a:pt x="57" y="63"/>
                </a:cubicBezTo>
                <a:cubicBezTo>
                  <a:pt x="57" y="55"/>
                  <a:pt x="57" y="55"/>
                  <a:pt x="57" y="55"/>
                </a:cubicBezTo>
                <a:cubicBezTo>
                  <a:pt x="45" y="55"/>
                  <a:pt x="38" y="56"/>
                  <a:pt x="30" y="46"/>
                </a:cubicBezTo>
                <a:cubicBezTo>
                  <a:pt x="33" y="42"/>
                  <a:pt x="34" y="39"/>
                  <a:pt x="36" y="35"/>
                </a:cubicBezTo>
                <a:cubicBezTo>
                  <a:pt x="38" y="40"/>
                  <a:pt x="41" y="45"/>
                  <a:pt x="47" y="45"/>
                </a:cubicBezTo>
                <a:cubicBezTo>
                  <a:pt x="57" y="45"/>
                  <a:pt x="57" y="45"/>
                  <a:pt x="57" y="45"/>
                </a:cubicBezTo>
                <a:cubicBezTo>
                  <a:pt x="57" y="37"/>
                  <a:pt x="57" y="37"/>
                  <a:pt x="57" y="37"/>
                </a:cubicBezTo>
                <a:cubicBezTo>
                  <a:pt x="57" y="36"/>
                  <a:pt x="58" y="36"/>
                  <a:pt x="58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72" y="49"/>
                  <a:pt x="72" y="49"/>
                  <a:pt x="72" y="49"/>
                </a:cubicBezTo>
                <a:cubicBezTo>
                  <a:pt x="72" y="49"/>
                  <a:pt x="72" y="49"/>
                  <a:pt x="72" y="50"/>
                </a:cubicBezTo>
                <a:cubicBezTo>
                  <a:pt x="72" y="50"/>
                  <a:pt x="72" y="50"/>
                  <a:pt x="72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4" name="Google Shape;3214;p12"/>
          <p:cNvSpPr/>
          <p:nvPr/>
        </p:nvSpPr>
        <p:spPr>
          <a:xfrm>
            <a:off x="2968625" y="3532188"/>
            <a:ext cx="209550" cy="212725"/>
          </a:xfrm>
          <a:custGeom>
            <a:rect b="b" l="l" r="r" t="t"/>
            <a:pathLst>
              <a:path extrusionOk="0" h="62" w="61">
                <a:moveTo>
                  <a:pt x="61" y="13"/>
                </a:moveTo>
                <a:cubicBezTo>
                  <a:pt x="61" y="49"/>
                  <a:pt x="61" y="49"/>
                  <a:pt x="61" y="49"/>
                </a:cubicBezTo>
                <a:cubicBezTo>
                  <a:pt x="61" y="56"/>
                  <a:pt x="56" y="62"/>
                  <a:pt x="49" y="62"/>
                </a:cubicBezTo>
                <a:cubicBezTo>
                  <a:pt x="13" y="62"/>
                  <a:pt x="13" y="62"/>
                  <a:pt x="13" y="62"/>
                </a:cubicBezTo>
                <a:cubicBezTo>
                  <a:pt x="6" y="62"/>
                  <a:pt x="0" y="56"/>
                  <a:pt x="0" y="49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6"/>
                  <a:pt x="6" y="0"/>
                  <a:pt x="13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56" y="0"/>
                  <a:pt x="61" y="6"/>
                  <a:pt x="61" y="13"/>
                </a:cubicBezTo>
                <a:close/>
                <a:moveTo>
                  <a:pt x="56" y="28"/>
                </a:moveTo>
                <a:cubicBezTo>
                  <a:pt x="56" y="26"/>
                  <a:pt x="54" y="23"/>
                  <a:pt x="51" y="23"/>
                </a:cubicBezTo>
                <a:cubicBezTo>
                  <a:pt x="49" y="23"/>
                  <a:pt x="48" y="24"/>
                  <a:pt x="47" y="25"/>
                </a:cubicBezTo>
                <a:cubicBezTo>
                  <a:pt x="43" y="23"/>
                  <a:pt x="38" y="21"/>
                  <a:pt x="32" y="21"/>
                </a:cubicBezTo>
                <a:cubicBezTo>
                  <a:pt x="35" y="10"/>
                  <a:pt x="35" y="10"/>
                  <a:pt x="35" y="10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5"/>
                  <a:pt x="46" y="17"/>
                  <a:pt x="49" y="17"/>
                </a:cubicBezTo>
                <a:cubicBezTo>
                  <a:pt x="51" y="17"/>
                  <a:pt x="53" y="15"/>
                  <a:pt x="53" y="12"/>
                </a:cubicBezTo>
                <a:cubicBezTo>
                  <a:pt x="53" y="9"/>
                  <a:pt x="51" y="7"/>
                  <a:pt x="49" y="7"/>
                </a:cubicBezTo>
                <a:cubicBezTo>
                  <a:pt x="47" y="7"/>
                  <a:pt x="45" y="8"/>
                  <a:pt x="44" y="10"/>
                </a:cubicBezTo>
                <a:cubicBezTo>
                  <a:pt x="35" y="8"/>
                  <a:pt x="35" y="8"/>
                  <a:pt x="35" y="8"/>
                </a:cubicBezTo>
                <a:cubicBezTo>
                  <a:pt x="34" y="8"/>
                  <a:pt x="34" y="8"/>
                  <a:pt x="34" y="9"/>
                </a:cubicBezTo>
                <a:cubicBezTo>
                  <a:pt x="30" y="21"/>
                  <a:pt x="30" y="21"/>
                  <a:pt x="30" y="21"/>
                </a:cubicBezTo>
                <a:cubicBezTo>
                  <a:pt x="24" y="21"/>
                  <a:pt x="19" y="23"/>
                  <a:pt x="15" y="25"/>
                </a:cubicBezTo>
                <a:cubicBezTo>
                  <a:pt x="14" y="24"/>
                  <a:pt x="12" y="24"/>
                  <a:pt x="11" y="24"/>
                </a:cubicBezTo>
                <a:cubicBezTo>
                  <a:pt x="8" y="24"/>
                  <a:pt x="6" y="26"/>
                  <a:pt x="6" y="29"/>
                </a:cubicBezTo>
                <a:cubicBezTo>
                  <a:pt x="6" y="31"/>
                  <a:pt x="7" y="32"/>
                  <a:pt x="9" y="33"/>
                </a:cubicBezTo>
                <a:cubicBezTo>
                  <a:pt x="9" y="34"/>
                  <a:pt x="9" y="35"/>
                  <a:pt x="9" y="35"/>
                </a:cubicBezTo>
                <a:cubicBezTo>
                  <a:pt x="9" y="43"/>
                  <a:pt x="19" y="50"/>
                  <a:pt x="31" y="50"/>
                </a:cubicBezTo>
                <a:cubicBezTo>
                  <a:pt x="43" y="50"/>
                  <a:pt x="53" y="43"/>
                  <a:pt x="53" y="35"/>
                </a:cubicBezTo>
                <a:cubicBezTo>
                  <a:pt x="53" y="35"/>
                  <a:pt x="53" y="34"/>
                  <a:pt x="53" y="33"/>
                </a:cubicBezTo>
                <a:cubicBezTo>
                  <a:pt x="55" y="32"/>
                  <a:pt x="56" y="31"/>
                  <a:pt x="56" y="28"/>
                </a:cubicBezTo>
                <a:close/>
                <a:moveTo>
                  <a:pt x="23" y="36"/>
                </a:moveTo>
                <a:cubicBezTo>
                  <a:pt x="21" y="36"/>
                  <a:pt x="20" y="34"/>
                  <a:pt x="20" y="32"/>
                </a:cubicBezTo>
                <a:cubicBezTo>
                  <a:pt x="20" y="30"/>
                  <a:pt x="21" y="29"/>
                  <a:pt x="23" y="29"/>
                </a:cubicBezTo>
                <a:cubicBezTo>
                  <a:pt x="25" y="29"/>
                  <a:pt x="27" y="30"/>
                  <a:pt x="27" y="32"/>
                </a:cubicBezTo>
                <a:cubicBezTo>
                  <a:pt x="27" y="34"/>
                  <a:pt x="25" y="36"/>
                  <a:pt x="23" y="36"/>
                </a:cubicBezTo>
                <a:close/>
                <a:moveTo>
                  <a:pt x="39" y="41"/>
                </a:moveTo>
                <a:cubicBezTo>
                  <a:pt x="40" y="42"/>
                  <a:pt x="40" y="42"/>
                  <a:pt x="39" y="43"/>
                </a:cubicBezTo>
                <a:cubicBezTo>
                  <a:pt x="38" y="44"/>
                  <a:pt x="35" y="45"/>
                  <a:pt x="31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31" y="45"/>
                  <a:pt x="31" y="45"/>
                  <a:pt x="31" y="45"/>
                </a:cubicBezTo>
                <a:cubicBezTo>
                  <a:pt x="27" y="45"/>
                  <a:pt x="24" y="44"/>
                  <a:pt x="23" y="43"/>
                </a:cubicBezTo>
                <a:cubicBezTo>
                  <a:pt x="22" y="42"/>
                  <a:pt x="22" y="42"/>
                  <a:pt x="23" y="41"/>
                </a:cubicBezTo>
                <a:cubicBezTo>
                  <a:pt x="23" y="41"/>
                  <a:pt x="24" y="41"/>
                  <a:pt x="24" y="41"/>
                </a:cubicBezTo>
                <a:cubicBezTo>
                  <a:pt x="25" y="43"/>
                  <a:pt x="28" y="43"/>
                  <a:pt x="31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1" y="43"/>
                  <a:pt x="31" y="43"/>
                  <a:pt x="31" y="43"/>
                </a:cubicBezTo>
                <a:cubicBezTo>
                  <a:pt x="34" y="43"/>
                  <a:pt x="37" y="43"/>
                  <a:pt x="38" y="41"/>
                </a:cubicBezTo>
                <a:cubicBezTo>
                  <a:pt x="38" y="41"/>
                  <a:pt x="39" y="41"/>
                  <a:pt x="39" y="41"/>
                </a:cubicBezTo>
                <a:close/>
                <a:moveTo>
                  <a:pt x="42" y="32"/>
                </a:moveTo>
                <a:cubicBezTo>
                  <a:pt x="42" y="34"/>
                  <a:pt x="41" y="36"/>
                  <a:pt x="39" y="36"/>
                </a:cubicBezTo>
                <a:cubicBezTo>
                  <a:pt x="37" y="36"/>
                  <a:pt x="35" y="34"/>
                  <a:pt x="35" y="32"/>
                </a:cubicBezTo>
                <a:cubicBezTo>
                  <a:pt x="35" y="30"/>
                  <a:pt x="37" y="29"/>
                  <a:pt x="39" y="29"/>
                </a:cubicBezTo>
                <a:cubicBezTo>
                  <a:pt x="41" y="29"/>
                  <a:pt x="42" y="30"/>
                  <a:pt x="42" y="32"/>
                </a:cubicBezTo>
                <a:close/>
                <a:moveTo>
                  <a:pt x="46" y="12"/>
                </a:moveTo>
                <a:cubicBezTo>
                  <a:pt x="46" y="10"/>
                  <a:pt x="47" y="9"/>
                  <a:pt x="49" y="9"/>
                </a:cubicBezTo>
                <a:cubicBezTo>
                  <a:pt x="50" y="9"/>
                  <a:pt x="51" y="10"/>
                  <a:pt x="51" y="12"/>
                </a:cubicBezTo>
                <a:cubicBezTo>
                  <a:pt x="51" y="14"/>
                  <a:pt x="50" y="15"/>
                  <a:pt x="49" y="15"/>
                </a:cubicBezTo>
                <a:cubicBezTo>
                  <a:pt x="47" y="15"/>
                  <a:pt x="46" y="14"/>
                  <a:pt x="46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5" name="Google Shape;3215;p12"/>
          <p:cNvSpPr/>
          <p:nvPr/>
        </p:nvSpPr>
        <p:spPr>
          <a:xfrm>
            <a:off x="3463925" y="3552825"/>
            <a:ext cx="212725" cy="174625"/>
          </a:xfrm>
          <a:custGeom>
            <a:rect b="b" l="l" r="r" t="t"/>
            <a:pathLst>
              <a:path extrusionOk="0" h="51" w="62">
                <a:moveTo>
                  <a:pt x="62" y="7"/>
                </a:moveTo>
                <a:cubicBezTo>
                  <a:pt x="62" y="9"/>
                  <a:pt x="61" y="10"/>
                  <a:pt x="60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2" y="10"/>
                  <a:pt x="0" y="9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2" y="0"/>
                  <a:pt x="3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1" y="0"/>
                  <a:pt x="62" y="1"/>
                  <a:pt x="62" y="2"/>
                </a:cubicBezTo>
                <a:lnTo>
                  <a:pt x="62" y="7"/>
                </a:lnTo>
                <a:close/>
                <a:moveTo>
                  <a:pt x="62" y="28"/>
                </a:moveTo>
                <a:cubicBezTo>
                  <a:pt x="62" y="29"/>
                  <a:pt x="61" y="30"/>
                  <a:pt x="60" y="30"/>
                </a:cubicBezTo>
                <a:cubicBezTo>
                  <a:pt x="3" y="30"/>
                  <a:pt x="3" y="30"/>
                  <a:pt x="3" y="30"/>
                </a:cubicBezTo>
                <a:cubicBezTo>
                  <a:pt x="2" y="30"/>
                  <a:pt x="0" y="29"/>
                  <a:pt x="0" y="28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2" y="20"/>
                  <a:pt x="3" y="20"/>
                </a:cubicBezTo>
                <a:cubicBezTo>
                  <a:pt x="60" y="20"/>
                  <a:pt x="60" y="20"/>
                  <a:pt x="60" y="20"/>
                </a:cubicBezTo>
                <a:cubicBezTo>
                  <a:pt x="61" y="20"/>
                  <a:pt x="62" y="21"/>
                  <a:pt x="62" y="23"/>
                </a:cubicBezTo>
                <a:lnTo>
                  <a:pt x="62" y="28"/>
                </a:lnTo>
                <a:close/>
                <a:moveTo>
                  <a:pt x="62" y="48"/>
                </a:moveTo>
                <a:cubicBezTo>
                  <a:pt x="62" y="50"/>
                  <a:pt x="61" y="51"/>
                  <a:pt x="60" y="51"/>
                </a:cubicBezTo>
                <a:cubicBezTo>
                  <a:pt x="3" y="51"/>
                  <a:pt x="3" y="51"/>
                  <a:pt x="3" y="51"/>
                </a:cubicBezTo>
                <a:cubicBezTo>
                  <a:pt x="2" y="51"/>
                  <a:pt x="0" y="50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2" y="41"/>
                  <a:pt x="3" y="41"/>
                </a:cubicBezTo>
                <a:cubicBezTo>
                  <a:pt x="60" y="41"/>
                  <a:pt x="60" y="41"/>
                  <a:pt x="60" y="41"/>
                </a:cubicBezTo>
                <a:cubicBezTo>
                  <a:pt x="61" y="41"/>
                  <a:pt x="62" y="42"/>
                  <a:pt x="62" y="43"/>
                </a:cubicBezTo>
                <a:lnTo>
                  <a:pt x="62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6" name="Google Shape;3216;p12"/>
          <p:cNvSpPr/>
          <p:nvPr/>
        </p:nvSpPr>
        <p:spPr>
          <a:xfrm>
            <a:off x="3959225" y="3570288"/>
            <a:ext cx="266700" cy="157162"/>
          </a:xfrm>
          <a:custGeom>
            <a:rect b="b" l="l" r="r" t="t"/>
            <a:pathLst>
              <a:path extrusionOk="0" h="46" w="78">
                <a:moveTo>
                  <a:pt x="51" y="46"/>
                </a:moveTo>
                <a:cubicBezTo>
                  <a:pt x="12" y="46"/>
                  <a:pt x="12" y="46"/>
                  <a:pt x="12" y="46"/>
                </a:cubicBezTo>
                <a:cubicBezTo>
                  <a:pt x="11" y="46"/>
                  <a:pt x="11" y="44"/>
                  <a:pt x="11" y="43"/>
                </a:cubicBezTo>
                <a:cubicBezTo>
                  <a:pt x="11" y="37"/>
                  <a:pt x="11" y="37"/>
                  <a:pt x="11" y="37"/>
                </a:cubicBezTo>
                <a:cubicBezTo>
                  <a:pt x="11" y="20"/>
                  <a:pt x="11" y="20"/>
                  <a:pt x="11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2" y="20"/>
                  <a:pt x="0" y="19"/>
                  <a:pt x="0" y="18"/>
                </a:cubicBezTo>
                <a:cubicBezTo>
                  <a:pt x="0" y="17"/>
                  <a:pt x="1" y="17"/>
                  <a:pt x="1" y="16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5" y="0"/>
                  <a:pt x="16" y="0"/>
                </a:cubicBezTo>
                <a:cubicBezTo>
                  <a:pt x="17" y="0"/>
                  <a:pt x="17" y="0"/>
                  <a:pt x="18" y="1"/>
                </a:cubicBezTo>
                <a:cubicBezTo>
                  <a:pt x="31" y="16"/>
                  <a:pt x="31" y="16"/>
                  <a:pt x="31" y="16"/>
                </a:cubicBezTo>
                <a:cubicBezTo>
                  <a:pt x="31" y="17"/>
                  <a:pt x="31" y="17"/>
                  <a:pt x="31" y="18"/>
                </a:cubicBezTo>
                <a:cubicBezTo>
                  <a:pt x="31" y="19"/>
                  <a:pt x="30" y="20"/>
                  <a:pt x="29" y="20"/>
                </a:cubicBezTo>
                <a:cubicBezTo>
                  <a:pt x="21" y="20"/>
                  <a:pt x="21" y="20"/>
                  <a:pt x="21" y="20"/>
                </a:cubicBezTo>
                <a:cubicBezTo>
                  <a:pt x="21" y="36"/>
                  <a:pt x="21" y="36"/>
                  <a:pt x="21" y="36"/>
                </a:cubicBezTo>
                <a:cubicBezTo>
                  <a:pt x="44" y="36"/>
                  <a:pt x="44" y="36"/>
                  <a:pt x="44" y="36"/>
                </a:cubicBezTo>
                <a:cubicBezTo>
                  <a:pt x="45" y="36"/>
                  <a:pt x="45" y="36"/>
                  <a:pt x="45" y="36"/>
                </a:cubicBezTo>
                <a:cubicBezTo>
                  <a:pt x="52" y="44"/>
                  <a:pt x="52" y="44"/>
                  <a:pt x="52" y="44"/>
                </a:cubicBezTo>
                <a:cubicBezTo>
                  <a:pt x="52" y="44"/>
                  <a:pt x="52" y="44"/>
                  <a:pt x="52" y="45"/>
                </a:cubicBezTo>
                <a:cubicBezTo>
                  <a:pt x="52" y="45"/>
                  <a:pt x="51" y="46"/>
                  <a:pt x="51" y="46"/>
                </a:cubicBezTo>
                <a:close/>
                <a:moveTo>
                  <a:pt x="77" y="30"/>
                </a:moveTo>
                <a:cubicBezTo>
                  <a:pt x="64" y="45"/>
                  <a:pt x="64" y="45"/>
                  <a:pt x="64" y="45"/>
                </a:cubicBezTo>
                <a:cubicBezTo>
                  <a:pt x="64" y="46"/>
                  <a:pt x="63" y="46"/>
                  <a:pt x="62" y="46"/>
                </a:cubicBezTo>
                <a:cubicBezTo>
                  <a:pt x="61" y="46"/>
                  <a:pt x="61" y="46"/>
                  <a:pt x="60" y="45"/>
                </a:cubicBezTo>
                <a:cubicBezTo>
                  <a:pt x="47" y="30"/>
                  <a:pt x="47" y="30"/>
                  <a:pt x="47" y="30"/>
                </a:cubicBezTo>
                <a:cubicBezTo>
                  <a:pt x="47" y="29"/>
                  <a:pt x="47" y="29"/>
                  <a:pt x="47" y="28"/>
                </a:cubicBezTo>
                <a:cubicBezTo>
                  <a:pt x="47" y="27"/>
                  <a:pt x="48" y="25"/>
                  <a:pt x="49" y="25"/>
                </a:cubicBezTo>
                <a:cubicBezTo>
                  <a:pt x="57" y="25"/>
                  <a:pt x="57" y="25"/>
                  <a:pt x="57" y="25"/>
                </a:cubicBezTo>
                <a:cubicBezTo>
                  <a:pt x="57" y="10"/>
                  <a:pt x="57" y="10"/>
                  <a:pt x="57" y="10"/>
                </a:cubicBezTo>
                <a:cubicBezTo>
                  <a:pt x="34" y="10"/>
                  <a:pt x="34" y="10"/>
                  <a:pt x="34" y="10"/>
                </a:cubicBezTo>
                <a:cubicBezTo>
                  <a:pt x="34" y="10"/>
                  <a:pt x="33" y="10"/>
                  <a:pt x="33" y="10"/>
                </a:cubicBezTo>
                <a:cubicBezTo>
                  <a:pt x="26" y="2"/>
                  <a:pt x="26" y="2"/>
                  <a:pt x="26" y="2"/>
                </a:cubicBezTo>
                <a:cubicBezTo>
                  <a:pt x="26" y="2"/>
                  <a:pt x="26" y="1"/>
                  <a:pt x="26" y="1"/>
                </a:cubicBezTo>
                <a:cubicBezTo>
                  <a:pt x="26" y="0"/>
                  <a:pt x="27" y="0"/>
                  <a:pt x="27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8" y="0"/>
                  <a:pt x="67" y="1"/>
                  <a:pt x="67" y="2"/>
                </a:cubicBezTo>
                <a:cubicBezTo>
                  <a:pt x="67" y="9"/>
                  <a:pt x="67" y="9"/>
                  <a:pt x="67" y="9"/>
                </a:cubicBezTo>
                <a:cubicBezTo>
                  <a:pt x="67" y="25"/>
                  <a:pt x="67" y="25"/>
                  <a:pt x="67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6" y="25"/>
                  <a:pt x="78" y="27"/>
                  <a:pt x="78" y="28"/>
                </a:cubicBezTo>
                <a:cubicBezTo>
                  <a:pt x="78" y="29"/>
                  <a:pt x="77" y="29"/>
                  <a:pt x="77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12"/>
          <p:cNvSpPr/>
          <p:nvPr/>
        </p:nvSpPr>
        <p:spPr>
          <a:xfrm>
            <a:off x="4452938" y="3532188"/>
            <a:ext cx="214312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22" y="62"/>
                  <a:pt x="13" y="58"/>
                  <a:pt x="8" y="51"/>
                </a:cubicBezTo>
                <a:cubicBezTo>
                  <a:pt x="7" y="50"/>
                  <a:pt x="7" y="50"/>
                  <a:pt x="8" y="49"/>
                </a:cubicBezTo>
                <a:cubicBezTo>
                  <a:pt x="13" y="44"/>
                  <a:pt x="13" y="44"/>
                  <a:pt x="13" y="44"/>
                </a:cubicBezTo>
                <a:cubicBezTo>
                  <a:pt x="13" y="44"/>
                  <a:pt x="14" y="43"/>
                  <a:pt x="14" y="43"/>
                </a:cubicBezTo>
                <a:cubicBezTo>
                  <a:pt x="15" y="43"/>
                  <a:pt x="15" y="44"/>
                  <a:pt x="15" y="44"/>
                </a:cubicBezTo>
                <a:cubicBezTo>
                  <a:pt x="19" y="49"/>
                  <a:pt x="25" y="52"/>
                  <a:pt x="31" y="52"/>
                </a:cubicBezTo>
                <a:cubicBezTo>
                  <a:pt x="43" y="52"/>
                  <a:pt x="52" y="43"/>
                  <a:pt x="52" y="31"/>
                </a:cubicBezTo>
                <a:cubicBezTo>
                  <a:pt x="52" y="20"/>
                  <a:pt x="43" y="11"/>
                  <a:pt x="31" y="11"/>
                </a:cubicBezTo>
                <a:cubicBezTo>
                  <a:pt x="26" y="11"/>
                  <a:pt x="21" y="13"/>
                  <a:pt x="17" y="16"/>
                </a:cubicBezTo>
                <a:cubicBezTo>
                  <a:pt x="23" y="22"/>
                  <a:pt x="23" y="22"/>
                  <a:pt x="23" y="22"/>
                </a:cubicBezTo>
                <a:cubicBezTo>
                  <a:pt x="24" y="23"/>
                  <a:pt x="24" y="24"/>
                  <a:pt x="23" y="25"/>
                </a:cubicBezTo>
                <a:cubicBezTo>
                  <a:pt x="23" y="26"/>
                  <a:pt x="22" y="26"/>
                  <a:pt x="2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2" y="26"/>
                  <a:pt x="0" y="25"/>
                  <a:pt x="0" y="24"/>
                </a:cubicBezTo>
                <a:cubicBezTo>
                  <a:pt x="0" y="6"/>
                  <a:pt x="0" y="6"/>
                  <a:pt x="0" y="6"/>
                </a:cubicBezTo>
                <a:cubicBezTo>
                  <a:pt x="0" y="5"/>
                  <a:pt x="1" y="4"/>
                  <a:pt x="2" y="3"/>
                </a:cubicBezTo>
                <a:cubicBezTo>
                  <a:pt x="3" y="3"/>
                  <a:pt x="4" y="3"/>
                  <a:pt x="5" y="4"/>
                </a:cubicBezTo>
                <a:cubicBezTo>
                  <a:pt x="10" y="9"/>
                  <a:pt x="10" y="9"/>
                  <a:pt x="10" y="9"/>
                </a:cubicBezTo>
                <a:cubicBezTo>
                  <a:pt x="16" y="4"/>
                  <a:pt x="23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8" name="Google Shape;3218;p12"/>
          <p:cNvSpPr/>
          <p:nvPr/>
        </p:nvSpPr>
        <p:spPr>
          <a:xfrm>
            <a:off x="4948238" y="3532188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11" y="12"/>
                </a:moveTo>
                <a:cubicBezTo>
                  <a:pt x="11" y="12"/>
                  <a:pt x="11" y="12"/>
                  <a:pt x="10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9"/>
                  <a:pt x="11" y="20"/>
                  <a:pt x="11" y="20"/>
                </a:cubicBezTo>
                <a:cubicBezTo>
                  <a:pt x="28" y="20"/>
                  <a:pt x="42" y="34"/>
                  <a:pt x="42" y="51"/>
                </a:cubicBezTo>
                <a:cubicBezTo>
                  <a:pt x="42" y="51"/>
                  <a:pt x="43" y="52"/>
                  <a:pt x="43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9" y="52"/>
                  <a:pt x="49" y="52"/>
                  <a:pt x="49" y="51"/>
                </a:cubicBezTo>
                <a:cubicBezTo>
                  <a:pt x="50" y="51"/>
                  <a:pt x="50" y="51"/>
                  <a:pt x="50" y="51"/>
                </a:cubicBezTo>
                <a:cubicBezTo>
                  <a:pt x="49" y="30"/>
                  <a:pt x="32" y="13"/>
                  <a:pt x="11" y="12"/>
                </a:cubicBezTo>
                <a:close/>
                <a:moveTo>
                  <a:pt x="11" y="27"/>
                </a:moveTo>
                <a:cubicBezTo>
                  <a:pt x="11" y="27"/>
                  <a:pt x="11" y="28"/>
                  <a:pt x="10" y="28"/>
                </a:cubicBezTo>
                <a:cubicBezTo>
                  <a:pt x="10" y="28"/>
                  <a:pt x="10" y="28"/>
                  <a:pt x="10" y="29"/>
                </a:cubicBezTo>
                <a:cubicBezTo>
                  <a:pt x="10" y="34"/>
                  <a:pt x="10" y="34"/>
                  <a:pt x="10" y="34"/>
                </a:cubicBezTo>
                <a:cubicBezTo>
                  <a:pt x="10" y="35"/>
                  <a:pt x="11" y="35"/>
                  <a:pt x="11" y="35"/>
                </a:cubicBezTo>
                <a:cubicBezTo>
                  <a:pt x="19" y="36"/>
                  <a:pt x="26" y="42"/>
                  <a:pt x="27" y="51"/>
                </a:cubicBezTo>
                <a:cubicBezTo>
                  <a:pt x="27" y="51"/>
                  <a:pt x="27" y="52"/>
                  <a:pt x="28" y="52"/>
                </a:cubicBezTo>
                <a:cubicBezTo>
                  <a:pt x="33" y="52"/>
                  <a:pt x="33" y="52"/>
                  <a:pt x="33" y="52"/>
                </a:cubicBezTo>
                <a:cubicBezTo>
                  <a:pt x="33" y="52"/>
                  <a:pt x="34" y="52"/>
                  <a:pt x="34" y="51"/>
                </a:cubicBezTo>
                <a:cubicBezTo>
                  <a:pt x="34" y="51"/>
                  <a:pt x="34" y="51"/>
                  <a:pt x="34" y="50"/>
                </a:cubicBezTo>
                <a:cubicBezTo>
                  <a:pt x="34" y="38"/>
                  <a:pt x="24" y="28"/>
                  <a:pt x="11" y="27"/>
                </a:cubicBezTo>
                <a:close/>
                <a:moveTo>
                  <a:pt x="15" y="42"/>
                </a:moveTo>
                <a:cubicBezTo>
                  <a:pt x="12" y="42"/>
                  <a:pt x="10" y="44"/>
                  <a:pt x="10" y="47"/>
                </a:cubicBezTo>
                <a:cubicBezTo>
                  <a:pt x="10" y="50"/>
                  <a:pt x="12" y="52"/>
                  <a:pt x="15" y="52"/>
                </a:cubicBezTo>
                <a:cubicBezTo>
                  <a:pt x="18" y="52"/>
                  <a:pt x="20" y="50"/>
                  <a:pt x="20" y="47"/>
                </a:cubicBezTo>
                <a:cubicBezTo>
                  <a:pt x="20" y="44"/>
                  <a:pt x="18" y="42"/>
                  <a:pt x="15" y="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9" name="Google Shape;3219;p12"/>
          <p:cNvSpPr/>
          <p:nvPr/>
        </p:nvSpPr>
        <p:spPr>
          <a:xfrm>
            <a:off x="5443538" y="3532188"/>
            <a:ext cx="230187" cy="230187"/>
          </a:xfrm>
          <a:custGeom>
            <a:rect b="b" l="l" r="r" t="t"/>
            <a:pathLst>
              <a:path extrusionOk="0" h="67" w="67">
                <a:moveTo>
                  <a:pt x="62" y="67"/>
                </a:moveTo>
                <a:cubicBezTo>
                  <a:pt x="61" y="67"/>
                  <a:pt x="59" y="67"/>
                  <a:pt x="59" y="66"/>
                </a:cubicBezTo>
                <a:cubicBezTo>
                  <a:pt x="45" y="52"/>
                  <a:pt x="45" y="52"/>
                  <a:pt x="45" y="52"/>
                </a:cubicBezTo>
                <a:cubicBezTo>
                  <a:pt x="40" y="55"/>
                  <a:pt x="34" y="57"/>
                  <a:pt x="29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13"/>
                  <a:pt x="13" y="0"/>
                  <a:pt x="29" y="0"/>
                </a:cubicBezTo>
                <a:cubicBezTo>
                  <a:pt x="44" y="0"/>
                  <a:pt x="57" y="13"/>
                  <a:pt x="57" y="29"/>
                </a:cubicBezTo>
                <a:cubicBezTo>
                  <a:pt x="57" y="34"/>
                  <a:pt x="55" y="40"/>
                  <a:pt x="52" y="45"/>
                </a:cubicBezTo>
                <a:cubicBezTo>
                  <a:pt x="66" y="59"/>
                  <a:pt x="66" y="59"/>
                  <a:pt x="66" y="59"/>
                </a:cubicBezTo>
                <a:cubicBezTo>
                  <a:pt x="67" y="59"/>
                  <a:pt x="67" y="61"/>
                  <a:pt x="67" y="62"/>
                </a:cubicBezTo>
                <a:cubicBezTo>
                  <a:pt x="67" y="65"/>
                  <a:pt x="65" y="67"/>
                  <a:pt x="62" y="67"/>
                </a:cubicBezTo>
                <a:close/>
                <a:moveTo>
                  <a:pt x="29" y="11"/>
                </a:moveTo>
                <a:cubicBezTo>
                  <a:pt x="19" y="11"/>
                  <a:pt x="11" y="19"/>
                  <a:pt x="11" y="29"/>
                </a:cubicBezTo>
                <a:cubicBezTo>
                  <a:pt x="11" y="39"/>
                  <a:pt x="19" y="47"/>
                  <a:pt x="29" y="47"/>
                </a:cubicBezTo>
                <a:cubicBezTo>
                  <a:pt x="39" y="47"/>
                  <a:pt x="47" y="39"/>
                  <a:pt x="47" y="29"/>
                </a:cubicBezTo>
                <a:cubicBezTo>
                  <a:pt x="47" y="19"/>
                  <a:pt x="39" y="11"/>
                  <a:pt x="29" y="11"/>
                </a:cubicBezTo>
                <a:close/>
                <a:moveTo>
                  <a:pt x="42" y="30"/>
                </a:moveTo>
                <a:cubicBezTo>
                  <a:pt x="42" y="31"/>
                  <a:pt x="41" y="31"/>
                  <a:pt x="40" y="31"/>
                </a:cubicBezTo>
                <a:cubicBezTo>
                  <a:pt x="31" y="31"/>
                  <a:pt x="31" y="31"/>
                  <a:pt x="31" y="31"/>
                </a:cubicBezTo>
                <a:cubicBezTo>
                  <a:pt x="31" y="40"/>
                  <a:pt x="31" y="40"/>
                  <a:pt x="31" y="40"/>
                </a:cubicBezTo>
                <a:cubicBezTo>
                  <a:pt x="31" y="41"/>
                  <a:pt x="31" y="42"/>
                  <a:pt x="30" y="42"/>
                </a:cubicBezTo>
                <a:cubicBezTo>
                  <a:pt x="27" y="42"/>
                  <a:pt x="27" y="42"/>
                  <a:pt x="27" y="42"/>
                </a:cubicBezTo>
                <a:cubicBezTo>
                  <a:pt x="27" y="42"/>
                  <a:pt x="26" y="41"/>
                  <a:pt x="26" y="40"/>
                </a:cubicBezTo>
                <a:cubicBezTo>
                  <a:pt x="26" y="31"/>
                  <a:pt x="26" y="31"/>
                  <a:pt x="26" y="31"/>
                </a:cubicBezTo>
                <a:cubicBezTo>
                  <a:pt x="17" y="31"/>
                  <a:pt x="17" y="31"/>
                  <a:pt x="17" y="31"/>
                </a:cubicBezTo>
                <a:cubicBezTo>
                  <a:pt x="17" y="31"/>
                  <a:pt x="16" y="31"/>
                  <a:pt x="16" y="30"/>
                </a:cubicBezTo>
                <a:cubicBezTo>
                  <a:pt x="16" y="27"/>
                  <a:pt x="16" y="27"/>
                  <a:pt x="16" y="27"/>
                </a:cubicBezTo>
                <a:cubicBezTo>
                  <a:pt x="16" y="27"/>
                  <a:pt x="17" y="26"/>
                  <a:pt x="17" y="26"/>
                </a:cubicBezTo>
                <a:cubicBezTo>
                  <a:pt x="26" y="26"/>
                  <a:pt x="26" y="26"/>
                  <a:pt x="26" y="26"/>
                </a:cubicBezTo>
                <a:cubicBezTo>
                  <a:pt x="26" y="17"/>
                  <a:pt x="26" y="17"/>
                  <a:pt x="26" y="17"/>
                </a:cubicBezTo>
                <a:cubicBezTo>
                  <a:pt x="26" y="16"/>
                  <a:pt x="27" y="16"/>
                  <a:pt x="27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31" y="16"/>
                  <a:pt x="31" y="16"/>
                  <a:pt x="31" y="17"/>
                </a:cubicBezTo>
                <a:cubicBezTo>
                  <a:pt x="31" y="26"/>
                  <a:pt x="31" y="26"/>
                  <a:pt x="31" y="26"/>
                </a:cubicBezTo>
                <a:cubicBezTo>
                  <a:pt x="40" y="26"/>
                  <a:pt x="40" y="26"/>
                  <a:pt x="40" y="26"/>
                </a:cubicBezTo>
                <a:cubicBezTo>
                  <a:pt x="41" y="26"/>
                  <a:pt x="42" y="27"/>
                  <a:pt x="42" y="27"/>
                </a:cubicBezTo>
                <a:lnTo>
                  <a:pt x="42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0" name="Google Shape;3220;p12"/>
          <p:cNvSpPr/>
          <p:nvPr/>
        </p:nvSpPr>
        <p:spPr>
          <a:xfrm>
            <a:off x="5937250" y="3532188"/>
            <a:ext cx="209550" cy="212725"/>
          </a:xfrm>
          <a:custGeom>
            <a:rect b="b" l="l" r="r" t="t"/>
            <a:pathLst>
              <a:path extrusionOk="0" h="62" w="61">
                <a:moveTo>
                  <a:pt x="61" y="49"/>
                </a:moveTo>
                <a:cubicBezTo>
                  <a:pt x="61" y="56"/>
                  <a:pt x="56" y="62"/>
                  <a:pt x="49" y="62"/>
                </a:cubicBezTo>
                <a:cubicBezTo>
                  <a:pt x="41" y="62"/>
                  <a:pt x="36" y="56"/>
                  <a:pt x="36" y="49"/>
                </a:cubicBezTo>
                <a:cubicBezTo>
                  <a:pt x="36" y="49"/>
                  <a:pt x="36" y="48"/>
                  <a:pt x="36" y="48"/>
                </a:cubicBezTo>
                <a:cubicBezTo>
                  <a:pt x="21" y="41"/>
                  <a:pt x="21" y="41"/>
                  <a:pt x="21" y="41"/>
                </a:cubicBezTo>
                <a:cubicBezTo>
                  <a:pt x="19" y="43"/>
                  <a:pt x="16" y="44"/>
                  <a:pt x="13" y="44"/>
                </a:cubicBezTo>
                <a:cubicBezTo>
                  <a:pt x="6" y="44"/>
                  <a:pt x="0" y="38"/>
                  <a:pt x="0" y="31"/>
                </a:cubicBezTo>
                <a:cubicBezTo>
                  <a:pt x="0" y="24"/>
                  <a:pt x="6" y="18"/>
                  <a:pt x="13" y="18"/>
                </a:cubicBezTo>
                <a:cubicBezTo>
                  <a:pt x="16" y="18"/>
                  <a:pt x="19" y="20"/>
                  <a:pt x="21" y="22"/>
                </a:cubicBezTo>
                <a:cubicBezTo>
                  <a:pt x="36" y="15"/>
                  <a:pt x="36" y="15"/>
                  <a:pt x="36" y="15"/>
                </a:cubicBezTo>
                <a:cubicBezTo>
                  <a:pt x="36" y="14"/>
                  <a:pt x="36" y="14"/>
                  <a:pt x="36" y="13"/>
                </a:cubicBezTo>
                <a:cubicBezTo>
                  <a:pt x="36" y="6"/>
                  <a:pt x="41" y="0"/>
                  <a:pt x="49" y="0"/>
                </a:cubicBezTo>
                <a:cubicBezTo>
                  <a:pt x="56" y="0"/>
                  <a:pt x="61" y="6"/>
                  <a:pt x="61" y="13"/>
                </a:cubicBezTo>
                <a:cubicBezTo>
                  <a:pt x="61" y="20"/>
                  <a:pt x="56" y="26"/>
                  <a:pt x="49" y="26"/>
                </a:cubicBezTo>
                <a:cubicBezTo>
                  <a:pt x="45" y="26"/>
                  <a:pt x="42" y="25"/>
                  <a:pt x="40" y="23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30"/>
                  <a:pt x="25" y="31"/>
                  <a:pt x="25" y="31"/>
                </a:cubicBezTo>
                <a:cubicBezTo>
                  <a:pt x="25" y="32"/>
                  <a:pt x="25" y="32"/>
                  <a:pt x="25" y="33"/>
                </a:cubicBezTo>
                <a:cubicBezTo>
                  <a:pt x="40" y="40"/>
                  <a:pt x="40" y="40"/>
                  <a:pt x="40" y="40"/>
                </a:cubicBezTo>
                <a:cubicBezTo>
                  <a:pt x="42" y="38"/>
                  <a:pt x="45" y="36"/>
                  <a:pt x="49" y="36"/>
                </a:cubicBezTo>
                <a:cubicBezTo>
                  <a:pt x="56" y="36"/>
                  <a:pt x="61" y="42"/>
                  <a:pt x="61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12"/>
          <p:cNvSpPr/>
          <p:nvPr/>
        </p:nvSpPr>
        <p:spPr>
          <a:xfrm>
            <a:off x="6432550" y="3532188"/>
            <a:ext cx="188913" cy="195262"/>
          </a:xfrm>
          <a:custGeom>
            <a:rect b="b" l="l" r="r" t="t"/>
            <a:pathLst>
              <a:path extrusionOk="0" h="57" w="55">
                <a:moveTo>
                  <a:pt x="40" y="40"/>
                </a:moveTo>
                <a:cubicBezTo>
                  <a:pt x="40" y="41"/>
                  <a:pt x="39" y="42"/>
                  <a:pt x="38" y="42"/>
                </a:cubicBezTo>
                <a:cubicBezTo>
                  <a:pt x="32" y="42"/>
                  <a:pt x="32" y="42"/>
                  <a:pt x="32" y="42"/>
                </a:cubicBezTo>
                <a:cubicBezTo>
                  <a:pt x="31" y="42"/>
                  <a:pt x="31" y="41"/>
                  <a:pt x="31" y="40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14"/>
                  <a:pt x="26" y="9"/>
                  <a:pt x="20" y="9"/>
                </a:cubicBezTo>
                <a:cubicBezTo>
                  <a:pt x="9" y="9"/>
                  <a:pt x="9" y="9"/>
                  <a:pt x="9" y="9"/>
                </a:cubicBezTo>
                <a:cubicBezTo>
                  <a:pt x="9" y="56"/>
                  <a:pt x="9" y="56"/>
                  <a:pt x="9" y="56"/>
                </a:cubicBezTo>
                <a:cubicBezTo>
                  <a:pt x="9" y="56"/>
                  <a:pt x="8" y="57"/>
                  <a:pt x="7" y="57"/>
                </a:cubicBezTo>
                <a:cubicBezTo>
                  <a:pt x="1" y="57"/>
                  <a:pt x="1" y="57"/>
                  <a:pt x="1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0" y="0"/>
                  <a:pt x="1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31" y="0"/>
                  <a:pt x="40" y="9"/>
                  <a:pt x="40" y="20"/>
                </a:cubicBezTo>
                <a:lnTo>
                  <a:pt x="40" y="40"/>
                </a:lnTo>
                <a:close/>
                <a:moveTo>
                  <a:pt x="55" y="37"/>
                </a:moveTo>
                <a:cubicBezTo>
                  <a:pt x="55" y="48"/>
                  <a:pt x="46" y="57"/>
                  <a:pt x="35" y="57"/>
                </a:cubicBezTo>
                <a:cubicBezTo>
                  <a:pt x="16" y="57"/>
                  <a:pt x="16" y="57"/>
                  <a:pt x="16" y="57"/>
                </a:cubicBezTo>
                <a:cubicBezTo>
                  <a:pt x="16" y="57"/>
                  <a:pt x="15" y="56"/>
                  <a:pt x="15" y="56"/>
                </a:cubicBezTo>
                <a:cubicBezTo>
                  <a:pt x="15" y="17"/>
                  <a:pt x="15" y="17"/>
                  <a:pt x="15" y="17"/>
                </a:cubicBezTo>
                <a:cubicBezTo>
                  <a:pt x="15" y="16"/>
                  <a:pt x="16" y="16"/>
                  <a:pt x="16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4" y="16"/>
                  <a:pt x="24" y="16"/>
                  <a:pt x="24" y="17"/>
                </a:cubicBezTo>
                <a:cubicBezTo>
                  <a:pt x="24" y="48"/>
                  <a:pt x="24" y="48"/>
                  <a:pt x="24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41" y="48"/>
                  <a:pt x="46" y="43"/>
                  <a:pt x="46" y="37"/>
                </a:cubicBezTo>
                <a:cubicBezTo>
                  <a:pt x="46" y="2"/>
                  <a:pt x="46" y="2"/>
                  <a:pt x="46" y="2"/>
                </a:cubicBezTo>
                <a:cubicBezTo>
                  <a:pt x="46" y="1"/>
                  <a:pt x="47" y="0"/>
                  <a:pt x="47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54" y="0"/>
                  <a:pt x="55" y="1"/>
                  <a:pt x="55" y="2"/>
                </a:cubicBezTo>
                <a:lnTo>
                  <a:pt x="55" y="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2" name="Google Shape;3222;p12"/>
          <p:cNvSpPr/>
          <p:nvPr/>
        </p:nvSpPr>
        <p:spPr>
          <a:xfrm>
            <a:off x="6927850" y="3552825"/>
            <a:ext cx="212725" cy="174625"/>
          </a:xfrm>
          <a:custGeom>
            <a:rect b="b" l="l" r="r" t="t"/>
            <a:pathLst>
              <a:path extrusionOk="0" h="51" w="62">
                <a:moveTo>
                  <a:pt x="47" y="27"/>
                </a:moveTo>
                <a:cubicBezTo>
                  <a:pt x="25" y="49"/>
                  <a:pt x="25" y="49"/>
                  <a:pt x="25" y="49"/>
                </a:cubicBezTo>
                <a:cubicBezTo>
                  <a:pt x="25" y="49"/>
                  <a:pt x="24" y="50"/>
                  <a:pt x="24" y="50"/>
                </a:cubicBezTo>
                <a:cubicBezTo>
                  <a:pt x="22" y="50"/>
                  <a:pt x="21" y="49"/>
                  <a:pt x="21" y="47"/>
                </a:cubicBezTo>
                <a:cubicBezTo>
                  <a:pt x="21" y="36"/>
                  <a:pt x="21" y="36"/>
                  <a:pt x="21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2" y="36"/>
                  <a:pt x="0" y="34"/>
                  <a:pt x="0" y="3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6"/>
                  <a:pt x="2" y="15"/>
                  <a:pt x="3" y="15"/>
                </a:cubicBezTo>
                <a:cubicBezTo>
                  <a:pt x="21" y="15"/>
                  <a:pt x="21" y="15"/>
                  <a:pt x="21" y="15"/>
                </a:cubicBezTo>
                <a:cubicBezTo>
                  <a:pt x="21" y="3"/>
                  <a:pt x="21" y="3"/>
                  <a:pt x="21" y="3"/>
                </a:cubicBezTo>
                <a:cubicBezTo>
                  <a:pt x="21" y="2"/>
                  <a:pt x="22" y="1"/>
                  <a:pt x="24" y="1"/>
                </a:cubicBezTo>
                <a:cubicBezTo>
                  <a:pt x="24" y="1"/>
                  <a:pt x="25" y="1"/>
                  <a:pt x="25" y="2"/>
                </a:cubicBezTo>
                <a:cubicBezTo>
                  <a:pt x="47" y="23"/>
                  <a:pt x="47" y="23"/>
                  <a:pt x="47" y="23"/>
                </a:cubicBezTo>
                <a:cubicBezTo>
                  <a:pt x="48" y="24"/>
                  <a:pt x="48" y="25"/>
                  <a:pt x="48" y="25"/>
                </a:cubicBezTo>
                <a:cubicBezTo>
                  <a:pt x="48" y="26"/>
                  <a:pt x="48" y="27"/>
                  <a:pt x="47" y="27"/>
                </a:cubicBezTo>
                <a:close/>
                <a:moveTo>
                  <a:pt x="62" y="39"/>
                </a:moveTo>
                <a:cubicBezTo>
                  <a:pt x="62" y="46"/>
                  <a:pt x="57" y="51"/>
                  <a:pt x="51" y="51"/>
                </a:cubicBezTo>
                <a:cubicBezTo>
                  <a:pt x="38" y="51"/>
                  <a:pt x="38" y="51"/>
                  <a:pt x="38" y="51"/>
                </a:cubicBezTo>
                <a:cubicBezTo>
                  <a:pt x="37" y="51"/>
                  <a:pt x="36" y="50"/>
                  <a:pt x="36" y="50"/>
                </a:cubicBezTo>
                <a:cubicBezTo>
                  <a:pt x="36" y="49"/>
                  <a:pt x="36" y="46"/>
                  <a:pt x="38" y="46"/>
                </a:cubicBezTo>
                <a:cubicBezTo>
                  <a:pt x="51" y="46"/>
                  <a:pt x="51" y="46"/>
                  <a:pt x="51" y="46"/>
                </a:cubicBezTo>
                <a:cubicBezTo>
                  <a:pt x="54" y="46"/>
                  <a:pt x="57" y="43"/>
                  <a:pt x="57" y="39"/>
                </a:cubicBezTo>
                <a:cubicBezTo>
                  <a:pt x="57" y="11"/>
                  <a:pt x="57" y="11"/>
                  <a:pt x="57" y="11"/>
                </a:cubicBezTo>
                <a:cubicBezTo>
                  <a:pt x="57" y="8"/>
                  <a:pt x="54" y="5"/>
                  <a:pt x="51" y="5"/>
                </a:cubicBezTo>
                <a:cubicBezTo>
                  <a:pt x="39" y="5"/>
                  <a:pt x="39" y="5"/>
                  <a:pt x="39" y="5"/>
                </a:cubicBezTo>
                <a:cubicBezTo>
                  <a:pt x="38" y="5"/>
                  <a:pt x="36" y="5"/>
                  <a:pt x="36" y="3"/>
                </a:cubicBezTo>
                <a:cubicBezTo>
                  <a:pt x="36" y="2"/>
                  <a:pt x="36" y="0"/>
                  <a:pt x="38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7" y="0"/>
                  <a:pt x="62" y="5"/>
                  <a:pt x="62" y="11"/>
                </a:cubicBezTo>
                <a:lnTo>
                  <a:pt x="62" y="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3" name="Google Shape;3223;p12"/>
          <p:cNvSpPr/>
          <p:nvPr/>
        </p:nvSpPr>
        <p:spPr>
          <a:xfrm>
            <a:off x="7916863" y="3532188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4" name="Google Shape;3224;p12"/>
          <p:cNvSpPr/>
          <p:nvPr/>
        </p:nvSpPr>
        <p:spPr>
          <a:xfrm>
            <a:off x="8415338" y="3514725"/>
            <a:ext cx="223837" cy="247650"/>
          </a:xfrm>
          <a:custGeom>
            <a:rect b="b" l="l" r="r" t="t"/>
            <a:pathLst>
              <a:path extrusionOk="0" h="72" w="65">
                <a:moveTo>
                  <a:pt x="28" y="59"/>
                </a:moveTo>
                <a:cubicBezTo>
                  <a:pt x="15" y="72"/>
                  <a:pt x="15" y="72"/>
                  <a:pt x="15" y="72"/>
                </a:cubicBezTo>
                <a:cubicBezTo>
                  <a:pt x="15" y="72"/>
                  <a:pt x="15" y="72"/>
                  <a:pt x="14" y="72"/>
                </a:cubicBezTo>
                <a:cubicBezTo>
                  <a:pt x="14" y="72"/>
                  <a:pt x="14" y="72"/>
                  <a:pt x="13" y="72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57"/>
                  <a:pt x="1" y="57"/>
                  <a:pt x="1" y="57"/>
                </a:cubicBezTo>
                <a:cubicBezTo>
                  <a:pt x="9" y="57"/>
                  <a:pt x="9" y="57"/>
                  <a:pt x="9" y="57"/>
                </a:cubicBezTo>
                <a:cubicBezTo>
                  <a:pt x="9" y="2"/>
                  <a:pt x="9" y="2"/>
                  <a:pt x="9" y="2"/>
                </a:cubicBezTo>
                <a:cubicBezTo>
                  <a:pt x="9" y="1"/>
                  <a:pt x="10" y="0"/>
                  <a:pt x="10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9" y="0"/>
                  <a:pt x="19" y="1"/>
                  <a:pt x="19" y="2"/>
                </a:cubicBezTo>
                <a:cubicBezTo>
                  <a:pt x="19" y="57"/>
                  <a:pt x="19" y="57"/>
                  <a:pt x="19" y="57"/>
                </a:cubicBezTo>
                <a:cubicBezTo>
                  <a:pt x="27" y="57"/>
                  <a:pt x="27" y="57"/>
                  <a:pt x="27" y="57"/>
                </a:cubicBezTo>
                <a:cubicBezTo>
                  <a:pt x="28" y="57"/>
                  <a:pt x="28" y="57"/>
                  <a:pt x="28" y="58"/>
                </a:cubicBezTo>
                <a:cubicBezTo>
                  <a:pt x="28" y="59"/>
                  <a:pt x="28" y="59"/>
                  <a:pt x="28" y="59"/>
                </a:cubicBezTo>
                <a:close/>
                <a:moveTo>
                  <a:pt x="65" y="72"/>
                </a:moveTo>
                <a:cubicBezTo>
                  <a:pt x="54" y="72"/>
                  <a:pt x="54" y="72"/>
                  <a:pt x="54" y="72"/>
                </a:cubicBezTo>
                <a:cubicBezTo>
                  <a:pt x="54" y="68"/>
                  <a:pt x="54" y="68"/>
                  <a:pt x="54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5" y="62"/>
                  <a:pt x="55" y="62"/>
                  <a:pt x="55" y="62"/>
                </a:cubicBezTo>
                <a:cubicBezTo>
                  <a:pt x="45" y="62"/>
                  <a:pt x="45" y="62"/>
                  <a:pt x="45" y="62"/>
                </a:cubicBezTo>
                <a:cubicBezTo>
                  <a:pt x="43" y="68"/>
                  <a:pt x="43" y="68"/>
                  <a:pt x="43" y="68"/>
                </a:cubicBezTo>
                <a:cubicBezTo>
                  <a:pt x="46" y="68"/>
                  <a:pt x="46" y="68"/>
                  <a:pt x="46" y="68"/>
                </a:cubicBezTo>
                <a:cubicBezTo>
                  <a:pt x="46" y="72"/>
                  <a:pt x="46" y="72"/>
                  <a:pt x="46" y="72"/>
                </a:cubicBezTo>
                <a:cubicBezTo>
                  <a:pt x="35" y="72"/>
                  <a:pt x="35" y="72"/>
                  <a:pt x="35" y="72"/>
                </a:cubicBezTo>
                <a:cubicBezTo>
                  <a:pt x="35" y="68"/>
                  <a:pt x="35" y="68"/>
                  <a:pt x="35" y="68"/>
                </a:cubicBezTo>
                <a:cubicBezTo>
                  <a:pt x="38" y="68"/>
                  <a:pt x="38" y="68"/>
                  <a:pt x="38" y="68"/>
                </a:cubicBezTo>
                <a:cubicBezTo>
                  <a:pt x="47" y="41"/>
                  <a:pt x="47" y="41"/>
                  <a:pt x="47" y="41"/>
                </a:cubicBezTo>
                <a:cubicBezTo>
                  <a:pt x="53" y="41"/>
                  <a:pt x="53" y="41"/>
                  <a:pt x="53" y="41"/>
                </a:cubicBezTo>
                <a:cubicBezTo>
                  <a:pt x="63" y="68"/>
                  <a:pt x="63" y="68"/>
                  <a:pt x="63" y="68"/>
                </a:cubicBezTo>
                <a:cubicBezTo>
                  <a:pt x="65" y="68"/>
                  <a:pt x="65" y="68"/>
                  <a:pt x="65" y="68"/>
                </a:cubicBezTo>
                <a:lnTo>
                  <a:pt x="65" y="72"/>
                </a:lnTo>
                <a:close/>
                <a:moveTo>
                  <a:pt x="62" y="31"/>
                </a:moveTo>
                <a:cubicBezTo>
                  <a:pt x="38" y="31"/>
                  <a:pt x="38" y="31"/>
                  <a:pt x="38" y="31"/>
                </a:cubicBezTo>
                <a:cubicBezTo>
                  <a:pt x="38" y="28"/>
                  <a:pt x="38" y="28"/>
                  <a:pt x="38" y="28"/>
                </a:cubicBezTo>
                <a:cubicBezTo>
                  <a:pt x="53" y="6"/>
                  <a:pt x="53" y="6"/>
                  <a:pt x="53" y="6"/>
                </a:cubicBezTo>
                <a:cubicBezTo>
                  <a:pt x="54" y="6"/>
                  <a:pt x="54" y="5"/>
                  <a:pt x="54" y="5"/>
                </a:cubicBezTo>
                <a:cubicBezTo>
                  <a:pt x="55" y="5"/>
                  <a:pt x="55" y="5"/>
                  <a:pt x="55" y="5"/>
                </a:cubicBezTo>
                <a:cubicBezTo>
                  <a:pt x="55" y="5"/>
                  <a:pt x="55" y="5"/>
                  <a:pt x="55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4" y="5"/>
                  <a:pt x="53" y="5"/>
                  <a:pt x="5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3" y="10"/>
                  <a:pt x="43" y="10"/>
                  <a:pt x="43" y="10"/>
                </a:cubicBezTo>
                <a:cubicBezTo>
                  <a:pt x="39" y="10"/>
                  <a:pt x="39" y="10"/>
                  <a:pt x="39" y="10"/>
                </a:cubicBezTo>
                <a:cubicBezTo>
                  <a:pt x="39" y="0"/>
                  <a:pt x="39" y="0"/>
                  <a:pt x="39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1" y="4"/>
                  <a:pt x="61" y="4"/>
                  <a:pt x="61" y="4"/>
                </a:cubicBezTo>
                <a:cubicBezTo>
                  <a:pt x="47" y="25"/>
                  <a:pt x="47" y="25"/>
                  <a:pt x="47" y="25"/>
                </a:cubicBezTo>
                <a:cubicBezTo>
                  <a:pt x="46" y="26"/>
                  <a:pt x="46" y="26"/>
                  <a:pt x="46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7"/>
                </a:cubicBezTo>
                <a:cubicBezTo>
                  <a:pt x="46" y="27"/>
                  <a:pt x="46" y="27"/>
                  <a:pt x="46" y="27"/>
                </a:cubicBezTo>
                <a:cubicBezTo>
                  <a:pt x="46" y="27"/>
                  <a:pt x="47" y="27"/>
                  <a:pt x="47" y="27"/>
                </a:cubicBezTo>
                <a:cubicBezTo>
                  <a:pt x="57" y="27"/>
                  <a:pt x="57" y="27"/>
                  <a:pt x="57" y="27"/>
                </a:cubicBezTo>
                <a:cubicBezTo>
                  <a:pt x="57" y="22"/>
                  <a:pt x="57" y="22"/>
                  <a:pt x="57" y="22"/>
                </a:cubicBezTo>
                <a:cubicBezTo>
                  <a:pt x="62" y="22"/>
                  <a:pt x="62" y="22"/>
                  <a:pt x="62" y="22"/>
                </a:cubicBezTo>
                <a:lnTo>
                  <a:pt x="62" y="31"/>
                </a:lnTo>
                <a:close/>
                <a:moveTo>
                  <a:pt x="54" y="58"/>
                </a:moveTo>
                <a:cubicBezTo>
                  <a:pt x="51" y="49"/>
                  <a:pt x="51" y="49"/>
                  <a:pt x="51" y="49"/>
                </a:cubicBezTo>
                <a:cubicBezTo>
                  <a:pt x="50" y="47"/>
                  <a:pt x="50" y="47"/>
                  <a:pt x="50" y="47"/>
                </a:cubicBezTo>
                <a:cubicBezTo>
                  <a:pt x="50" y="47"/>
                  <a:pt x="50" y="47"/>
                  <a:pt x="50" y="46"/>
                </a:cubicBezTo>
                <a:cubicBezTo>
                  <a:pt x="50" y="46"/>
                  <a:pt x="50" y="46"/>
                  <a:pt x="50" y="46"/>
                </a:cubicBezTo>
                <a:cubicBezTo>
                  <a:pt x="50" y="47"/>
                  <a:pt x="50" y="47"/>
                  <a:pt x="50" y="47"/>
                </a:cubicBezTo>
                <a:cubicBezTo>
                  <a:pt x="50" y="48"/>
                  <a:pt x="50" y="48"/>
                  <a:pt x="50" y="49"/>
                </a:cubicBezTo>
                <a:cubicBezTo>
                  <a:pt x="47" y="58"/>
                  <a:pt x="47" y="58"/>
                  <a:pt x="47" y="58"/>
                </a:cubicBezTo>
                <a:lnTo>
                  <a:pt x="54" y="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5" name="Google Shape;3225;p12"/>
          <p:cNvSpPr/>
          <p:nvPr/>
        </p:nvSpPr>
        <p:spPr>
          <a:xfrm>
            <a:off x="8839200" y="3541713"/>
            <a:ext cx="144463" cy="79375"/>
          </a:xfrm>
          <a:custGeom>
            <a:rect b="b" l="l" r="r" t="t"/>
            <a:pathLst>
              <a:path extrusionOk="0" h="23" w="42">
                <a:moveTo>
                  <a:pt x="39" y="23"/>
                </a:moveTo>
                <a:cubicBezTo>
                  <a:pt x="3" y="23"/>
                  <a:pt x="3" y="23"/>
                  <a:pt x="3" y="23"/>
                </a:cubicBezTo>
                <a:cubicBezTo>
                  <a:pt x="2" y="23"/>
                  <a:pt x="0" y="22"/>
                  <a:pt x="0" y="21"/>
                </a:cubicBezTo>
                <a:cubicBezTo>
                  <a:pt x="0" y="20"/>
                  <a:pt x="1" y="19"/>
                  <a:pt x="1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20" y="0"/>
                  <a:pt x="20" y="0"/>
                  <a:pt x="21" y="0"/>
                </a:cubicBezTo>
                <a:cubicBezTo>
                  <a:pt x="22" y="0"/>
                  <a:pt x="22" y="0"/>
                  <a:pt x="23" y="1"/>
                </a:cubicBezTo>
                <a:cubicBezTo>
                  <a:pt x="41" y="19"/>
                  <a:pt x="41" y="19"/>
                  <a:pt x="41" y="19"/>
                </a:cubicBezTo>
                <a:cubicBezTo>
                  <a:pt x="41" y="19"/>
                  <a:pt x="42" y="20"/>
                  <a:pt x="42" y="21"/>
                </a:cubicBezTo>
                <a:cubicBezTo>
                  <a:pt x="42" y="22"/>
                  <a:pt x="40" y="23"/>
                  <a:pt x="39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12"/>
          <p:cNvSpPr/>
          <p:nvPr/>
        </p:nvSpPr>
        <p:spPr>
          <a:xfrm>
            <a:off x="65088" y="3927475"/>
            <a:ext cx="141287" cy="79375"/>
          </a:xfrm>
          <a:custGeom>
            <a:rect b="b" l="l" r="r" t="t"/>
            <a:pathLst>
              <a:path extrusionOk="0" h="23" w="41">
                <a:moveTo>
                  <a:pt x="38" y="23"/>
                </a:move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1"/>
                </a:cubicBezTo>
                <a:cubicBezTo>
                  <a:pt x="0" y="20"/>
                  <a:pt x="0" y="19"/>
                  <a:pt x="1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0" y="0"/>
                </a:cubicBezTo>
                <a:cubicBezTo>
                  <a:pt x="21" y="0"/>
                  <a:pt x="22" y="0"/>
                  <a:pt x="22" y="1"/>
                </a:cubicBezTo>
                <a:cubicBezTo>
                  <a:pt x="40" y="19"/>
                  <a:pt x="40" y="19"/>
                  <a:pt x="40" y="19"/>
                </a:cubicBezTo>
                <a:cubicBezTo>
                  <a:pt x="41" y="19"/>
                  <a:pt x="41" y="20"/>
                  <a:pt x="41" y="21"/>
                </a:cubicBezTo>
                <a:cubicBezTo>
                  <a:pt x="41" y="22"/>
                  <a:pt x="40" y="23"/>
                  <a:pt x="38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12"/>
          <p:cNvSpPr/>
          <p:nvPr/>
        </p:nvSpPr>
        <p:spPr>
          <a:xfrm>
            <a:off x="498475" y="3938588"/>
            <a:ext cx="168275" cy="209550"/>
          </a:xfrm>
          <a:custGeom>
            <a:rect b="b" l="l" r="r" t="t"/>
            <a:pathLst>
              <a:path extrusionOk="0" h="61" w="49">
                <a:moveTo>
                  <a:pt x="49" y="10"/>
                </a:moveTo>
                <a:cubicBezTo>
                  <a:pt x="0" y="10"/>
                  <a:pt x="0" y="10"/>
                  <a:pt x="0" y="10"/>
                </a:cubicBezTo>
                <a:cubicBezTo>
                  <a:pt x="0" y="8"/>
                  <a:pt x="0" y="8"/>
                  <a:pt x="0" y="8"/>
                </a:cubicBezTo>
                <a:cubicBezTo>
                  <a:pt x="0" y="3"/>
                  <a:pt x="3" y="0"/>
                  <a:pt x="7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6" y="0"/>
                  <a:pt x="49" y="3"/>
                  <a:pt x="49" y="8"/>
                </a:cubicBezTo>
                <a:lnTo>
                  <a:pt x="49" y="10"/>
                </a:lnTo>
                <a:close/>
                <a:moveTo>
                  <a:pt x="49" y="24"/>
                </a:moveTo>
                <a:cubicBezTo>
                  <a:pt x="0" y="24"/>
                  <a:pt x="0" y="24"/>
                  <a:pt x="0" y="24"/>
                </a:cubicBezTo>
                <a:cubicBezTo>
                  <a:pt x="0" y="13"/>
                  <a:pt x="0" y="13"/>
                  <a:pt x="0" y="13"/>
                </a:cubicBezTo>
                <a:cubicBezTo>
                  <a:pt x="49" y="13"/>
                  <a:pt x="49" y="13"/>
                  <a:pt x="49" y="13"/>
                </a:cubicBezTo>
                <a:lnTo>
                  <a:pt x="49" y="24"/>
                </a:lnTo>
                <a:close/>
                <a:moveTo>
                  <a:pt x="49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27"/>
                  <a:pt x="0" y="27"/>
                  <a:pt x="0" y="27"/>
                </a:cubicBezTo>
                <a:cubicBezTo>
                  <a:pt x="49" y="27"/>
                  <a:pt x="49" y="27"/>
                  <a:pt x="49" y="27"/>
                </a:cubicBezTo>
                <a:lnTo>
                  <a:pt x="49" y="37"/>
                </a:lnTo>
                <a:close/>
                <a:moveTo>
                  <a:pt x="49" y="42"/>
                </a:moveTo>
                <a:cubicBezTo>
                  <a:pt x="49" y="47"/>
                  <a:pt x="46" y="50"/>
                  <a:pt x="41" y="50"/>
                </a:cubicBezTo>
                <a:cubicBezTo>
                  <a:pt x="39" y="50"/>
                  <a:pt x="39" y="50"/>
                  <a:pt x="39" y="50"/>
                </a:cubicBezTo>
                <a:cubicBezTo>
                  <a:pt x="29" y="61"/>
                  <a:pt x="29" y="61"/>
                  <a:pt x="29" y="61"/>
                </a:cubicBezTo>
                <a:cubicBezTo>
                  <a:pt x="29" y="50"/>
                  <a:pt x="29" y="50"/>
                  <a:pt x="29" y="50"/>
                </a:cubicBezTo>
                <a:cubicBezTo>
                  <a:pt x="7" y="50"/>
                  <a:pt x="7" y="50"/>
                  <a:pt x="7" y="50"/>
                </a:cubicBezTo>
                <a:cubicBezTo>
                  <a:pt x="3" y="50"/>
                  <a:pt x="0" y="47"/>
                  <a:pt x="0" y="42"/>
                </a:cubicBezTo>
                <a:cubicBezTo>
                  <a:pt x="0" y="40"/>
                  <a:pt x="0" y="40"/>
                  <a:pt x="0" y="40"/>
                </a:cubicBezTo>
                <a:cubicBezTo>
                  <a:pt x="49" y="40"/>
                  <a:pt x="49" y="40"/>
                  <a:pt x="49" y="40"/>
                </a:cubicBezTo>
                <a:lnTo>
                  <a:pt x="49" y="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8" name="Google Shape;3228;p12"/>
          <p:cNvSpPr/>
          <p:nvPr/>
        </p:nvSpPr>
        <p:spPr>
          <a:xfrm>
            <a:off x="989013" y="3917950"/>
            <a:ext cx="247650" cy="212725"/>
          </a:xfrm>
          <a:custGeom>
            <a:rect b="b" l="l" r="r" t="t"/>
            <a:pathLst>
              <a:path extrusionOk="0" h="62" w="72">
                <a:moveTo>
                  <a:pt x="53" y="37"/>
                </a:moveTo>
                <a:cubicBezTo>
                  <a:pt x="36" y="50"/>
                  <a:pt x="36" y="50"/>
                  <a:pt x="36" y="50"/>
                </a:cubicBezTo>
                <a:cubicBezTo>
                  <a:pt x="35" y="57"/>
                  <a:pt x="29" y="62"/>
                  <a:pt x="22" y="62"/>
                </a:cubicBezTo>
                <a:cubicBezTo>
                  <a:pt x="16" y="62"/>
                  <a:pt x="10" y="58"/>
                  <a:pt x="9" y="51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30"/>
                  <a:pt x="0" y="30"/>
                  <a:pt x="0" y="30"/>
                </a:cubicBezTo>
                <a:cubicBezTo>
                  <a:pt x="15" y="37"/>
                  <a:pt x="15" y="37"/>
                  <a:pt x="15" y="37"/>
                </a:cubicBezTo>
                <a:cubicBezTo>
                  <a:pt x="17" y="36"/>
                  <a:pt x="20" y="35"/>
                  <a:pt x="22" y="35"/>
                </a:cubicBezTo>
                <a:cubicBezTo>
                  <a:pt x="23" y="35"/>
                  <a:pt x="23" y="35"/>
                  <a:pt x="24" y="35"/>
                </a:cubicBezTo>
                <a:cubicBezTo>
                  <a:pt x="35" y="19"/>
                  <a:pt x="35" y="19"/>
                  <a:pt x="35" y="19"/>
                </a:cubicBezTo>
                <a:cubicBezTo>
                  <a:pt x="35" y="9"/>
                  <a:pt x="43" y="0"/>
                  <a:pt x="53" y="0"/>
                </a:cubicBezTo>
                <a:cubicBezTo>
                  <a:pt x="64" y="0"/>
                  <a:pt x="72" y="9"/>
                  <a:pt x="72" y="19"/>
                </a:cubicBezTo>
                <a:cubicBezTo>
                  <a:pt x="72" y="29"/>
                  <a:pt x="64" y="37"/>
                  <a:pt x="53" y="37"/>
                </a:cubicBezTo>
                <a:close/>
                <a:moveTo>
                  <a:pt x="22" y="38"/>
                </a:moveTo>
                <a:cubicBezTo>
                  <a:pt x="22" y="38"/>
                  <a:pt x="21" y="39"/>
                  <a:pt x="20" y="39"/>
                </a:cubicBezTo>
                <a:cubicBezTo>
                  <a:pt x="24" y="40"/>
                  <a:pt x="24" y="40"/>
                  <a:pt x="24" y="40"/>
                </a:cubicBezTo>
                <a:cubicBezTo>
                  <a:pt x="28" y="42"/>
                  <a:pt x="30" y="47"/>
                  <a:pt x="29" y="51"/>
                </a:cubicBezTo>
                <a:cubicBezTo>
                  <a:pt x="27" y="55"/>
                  <a:pt x="22" y="57"/>
                  <a:pt x="18" y="55"/>
                </a:cubicBezTo>
                <a:cubicBezTo>
                  <a:pt x="17" y="55"/>
                  <a:pt x="15" y="54"/>
                  <a:pt x="13" y="53"/>
                </a:cubicBezTo>
                <a:cubicBezTo>
                  <a:pt x="15" y="56"/>
                  <a:pt x="18" y="59"/>
                  <a:pt x="22" y="59"/>
                </a:cubicBezTo>
                <a:cubicBezTo>
                  <a:pt x="28" y="59"/>
                  <a:pt x="32" y="54"/>
                  <a:pt x="32" y="48"/>
                </a:cubicBezTo>
                <a:cubicBezTo>
                  <a:pt x="32" y="43"/>
                  <a:pt x="28" y="38"/>
                  <a:pt x="22" y="38"/>
                </a:cubicBezTo>
                <a:close/>
                <a:moveTo>
                  <a:pt x="53" y="6"/>
                </a:moveTo>
                <a:cubicBezTo>
                  <a:pt x="47" y="6"/>
                  <a:pt x="41" y="12"/>
                  <a:pt x="41" y="19"/>
                </a:cubicBezTo>
                <a:cubicBezTo>
                  <a:pt x="41" y="26"/>
                  <a:pt x="47" y="31"/>
                  <a:pt x="53" y="31"/>
                </a:cubicBezTo>
                <a:cubicBezTo>
                  <a:pt x="60" y="31"/>
                  <a:pt x="66" y="26"/>
                  <a:pt x="66" y="19"/>
                </a:cubicBezTo>
                <a:cubicBezTo>
                  <a:pt x="66" y="12"/>
                  <a:pt x="60" y="6"/>
                  <a:pt x="53" y="6"/>
                </a:cubicBezTo>
                <a:close/>
                <a:moveTo>
                  <a:pt x="53" y="28"/>
                </a:moveTo>
                <a:cubicBezTo>
                  <a:pt x="48" y="28"/>
                  <a:pt x="44" y="24"/>
                  <a:pt x="44" y="19"/>
                </a:cubicBezTo>
                <a:cubicBezTo>
                  <a:pt x="44" y="13"/>
                  <a:pt x="48" y="9"/>
                  <a:pt x="53" y="9"/>
                </a:cubicBezTo>
                <a:cubicBezTo>
                  <a:pt x="59" y="9"/>
                  <a:pt x="63" y="13"/>
                  <a:pt x="63" y="19"/>
                </a:cubicBezTo>
                <a:cubicBezTo>
                  <a:pt x="63" y="24"/>
                  <a:pt x="59" y="28"/>
                  <a:pt x="53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12"/>
          <p:cNvSpPr/>
          <p:nvPr/>
        </p:nvSpPr>
        <p:spPr>
          <a:xfrm>
            <a:off x="1484313" y="3917950"/>
            <a:ext cx="196850" cy="212725"/>
          </a:xfrm>
          <a:custGeom>
            <a:rect b="b" l="l" r="r" t="t"/>
            <a:pathLst>
              <a:path extrusionOk="0" h="62" w="57">
                <a:moveTo>
                  <a:pt x="52" y="31"/>
                </a:moveTo>
                <a:cubicBezTo>
                  <a:pt x="52" y="47"/>
                  <a:pt x="52" y="47"/>
                  <a:pt x="52" y="47"/>
                </a:cubicBezTo>
                <a:cubicBezTo>
                  <a:pt x="52" y="55"/>
                  <a:pt x="44" y="62"/>
                  <a:pt x="34" y="62"/>
                </a:cubicBezTo>
                <a:cubicBezTo>
                  <a:pt x="24" y="62"/>
                  <a:pt x="16" y="55"/>
                  <a:pt x="16" y="47"/>
                </a:cubicBezTo>
                <a:cubicBezTo>
                  <a:pt x="16" y="41"/>
                  <a:pt x="16" y="41"/>
                  <a:pt x="16" y="41"/>
                </a:cubicBezTo>
                <a:cubicBezTo>
                  <a:pt x="7" y="40"/>
                  <a:pt x="0" y="34"/>
                  <a:pt x="0" y="26"/>
                </a:cubicBezTo>
                <a:cubicBezTo>
                  <a:pt x="0" y="6"/>
                  <a:pt x="0" y="6"/>
                  <a:pt x="0" y="6"/>
                </a:cubicBezTo>
                <a:cubicBezTo>
                  <a:pt x="0" y="4"/>
                  <a:pt x="2" y="3"/>
                  <a:pt x="3" y="3"/>
                </a:cubicBezTo>
                <a:cubicBezTo>
                  <a:pt x="3" y="3"/>
                  <a:pt x="3" y="3"/>
                  <a:pt x="4" y="3"/>
                </a:cubicBezTo>
                <a:cubicBezTo>
                  <a:pt x="5" y="2"/>
                  <a:pt x="6" y="0"/>
                  <a:pt x="8" y="0"/>
                </a:cubicBezTo>
                <a:cubicBezTo>
                  <a:pt x="11" y="0"/>
                  <a:pt x="13" y="3"/>
                  <a:pt x="13" y="6"/>
                </a:cubicBezTo>
                <a:cubicBezTo>
                  <a:pt x="13" y="8"/>
                  <a:pt x="11" y="11"/>
                  <a:pt x="8" y="11"/>
                </a:cubicBezTo>
                <a:cubicBezTo>
                  <a:pt x="7" y="11"/>
                  <a:pt x="6" y="10"/>
                  <a:pt x="6" y="10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32"/>
                  <a:pt x="11" y="36"/>
                  <a:pt x="18" y="36"/>
                </a:cubicBezTo>
                <a:cubicBezTo>
                  <a:pt x="26" y="36"/>
                  <a:pt x="31" y="32"/>
                  <a:pt x="31" y="26"/>
                </a:cubicBezTo>
                <a:cubicBezTo>
                  <a:pt x="31" y="10"/>
                  <a:pt x="31" y="10"/>
                  <a:pt x="31" y="10"/>
                </a:cubicBezTo>
                <a:cubicBezTo>
                  <a:pt x="31" y="10"/>
                  <a:pt x="30" y="11"/>
                  <a:pt x="29" y="11"/>
                </a:cubicBezTo>
                <a:cubicBezTo>
                  <a:pt x="26" y="11"/>
                  <a:pt x="24" y="8"/>
                  <a:pt x="24" y="6"/>
                </a:cubicBezTo>
                <a:cubicBezTo>
                  <a:pt x="24" y="3"/>
                  <a:pt x="26" y="0"/>
                  <a:pt x="29" y="0"/>
                </a:cubicBezTo>
                <a:cubicBezTo>
                  <a:pt x="31" y="0"/>
                  <a:pt x="32" y="2"/>
                  <a:pt x="33" y="3"/>
                </a:cubicBezTo>
                <a:cubicBezTo>
                  <a:pt x="33" y="3"/>
                  <a:pt x="34" y="3"/>
                  <a:pt x="34" y="3"/>
                </a:cubicBezTo>
                <a:cubicBezTo>
                  <a:pt x="35" y="3"/>
                  <a:pt x="36" y="4"/>
                  <a:pt x="36" y="6"/>
                </a:cubicBezTo>
                <a:cubicBezTo>
                  <a:pt x="36" y="26"/>
                  <a:pt x="36" y="26"/>
                  <a:pt x="36" y="26"/>
                </a:cubicBezTo>
                <a:cubicBezTo>
                  <a:pt x="36" y="34"/>
                  <a:pt x="30" y="40"/>
                  <a:pt x="21" y="41"/>
                </a:cubicBezTo>
                <a:cubicBezTo>
                  <a:pt x="21" y="47"/>
                  <a:pt x="21" y="47"/>
                  <a:pt x="21" y="47"/>
                </a:cubicBezTo>
                <a:cubicBezTo>
                  <a:pt x="21" y="52"/>
                  <a:pt x="27" y="57"/>
                  <a:pt x="34" y="57"/>
                </a:cubicBezTo>
                <a:cubicBezTo>
                  <a:pt x="41" y="57"/>
                  <a:pt x="47" y="52"/>
                  <a:pt x="47" y="47"/>
                </a:cubicBezTo>
                <a:cubicBezTo>
                  <a:pt x="47" y="31"/>
                  <a:pt x="47" y="31"/>
                  <a:pt x="47" y="31"/>
                </a:cubicBezTo>
                <a:cubicBezTo>
                  <a:pt x="44" y="30"/>
                  <a:pt x="42" y="27"/>
                  <a:pt x="42" y="24"/>
                </a:cubicBezTo>
                <a:cubicBezTo>
                  <a:pt x="42" y="19"/>
                  <a:pt x="45" y="16"/>
                  <a:pt x="49" y="16"/>
                </a:cubicBezTo>
                <a:cubicBezTo>
                  <a:pt x="54" y="16"/>
                  <a:pt x="57" y="19"/>
                  <a:pt x="57" y="24"/>
                </a:cubicBezTo>
                <a:cubicBezTo>
                  <a:pt x="57" y="27"/>
                  <a:pt x="55" y="30"/>
                  <a:pt x="52" y="31"/>
                </a:cubicBezTo>
                <a:close/>
                <a:moveTo>
                  <a:pt x="49" y="21"/>
                </a:moveTo>
                <a:cubicBezTo>
                  <a:pt x="48" y="21"/>
                  <a:pt x="47" y="22"/>
                  <a:pt x="47" y="24"/>
                </a:cubicBezTo>
                <a:cubicBezTo>
                  <a:pt x="47" y="25"/>
                  <a:pt x="48" y="26"/>
                  <a:pt x="49" y="26"/>
                </a:cubicBezTo>
                <a:cubicBezTo>
                  <a:pt x="51" y="26"/>
                  <a:pt x="52" y="25"/>
                  <a:pt x="52" y="24"/>
                </a:cubicBezTo>
                <a:cubicBezTo>
                  <a:pt x="52" y="22"/>
                  <a:pt x="51" y="21"/>
                  <a:pt x="49" y="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12"/>
          <p:cNvSpPr/>
          <p:nvPr/>
        </p:nvSpPr>
        <p:spPr>
          <a:xfrm>
            <a:off x="1979613" y="3917950"/>
            <a:ext cx="209550" cy="212725"/>
          </a:xfrm>
          <a:custGeom>
            <a:rect b="b" l="l" r="r" t="t"/>
            <a:pathLst>
              <a:path extrusionOk="0" h="62" w="61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8" y="28"/>
                </a:moveTo>
                <a:cubicBezTo>
                  <a:pt x="38" y="25"/>
                  <a:pt x="38" y="25"/>
                  <a:pt x="38" y="25"/>
                </a:cubicBezTo>
                <a:cubicBezTo>
                  <a:pt x="38" y="21"/>
                  <a:pt x="35" y="18"/>
                  <a:pt x="30" y="18"/>
                </a:cubicBezTo>
                <a:cubicBezTo>
                  <a:pt x="26" y="18"/>
                  <a:pt x="22" y="21"/>
                  <a:pt x="22" y="25"/>
                </a:cubicBezTo>
                <a:cubicBezTo>
                  <a:pt x="22" y="37"/>
                  <a:pt x="22" y="37"/>
                  <a:pt x="22" y="37"/>
                </a:cubicBezTo>
                <a:cubicBezTo>
                  <a:pt x="22" y="38"/>
                  <a:pt x="22" y="39"/>
                  <a:pt x="21" y="39"/>
                </a:cubicBezTo>
                <a:cubicBezTo>
                  <a:pt x="19" y="39"/>
                  <a:pt x="19" y="38"/>
                  <a:pt x="19" y="37"/>
                </a:cubicBezTo>
                <a:cubicBezTo>
                  <a:pt x="19" y="32"/>
                  <a:pt x="19" y="32"/>
                  <a:pt x="19" y="32"/>
                </a:cubicBezTo>
                <a:cubicBezTo>
                  <a:pt x="13" y="32"/>
                  <a:pt x="13" y="32"/>
                  <a:pt x="13" y="32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41"/>
                  <a:pt x="16" y="45"/>
                  <a:pt x="21" y="45"/>
                </a:cubicBezTo>
                <a:cubicBezTo>
                  <a:pt x="25" y="45"/>
                  <a:pt x="28" y="41"/>
                  <a:pt x="28" y="37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5"/>
                  <a:pt x="29" y="24"/>
                  <a:pt x="30" y="24"/>
                </a:cubicBezTo>
                <a:cubicBezTo>
                  <a:pt x="31" y="24"/>
                  <a:pt x="32" y="25"/>
                  <a:pt x="32" y="26"/>
                </a:cubicBezTo>
                <a:cubicBezTo>
                  <a:pt x="32" y="28"/>
                  <a:pt x="32" y="28"/>
                  <a:pt x="32" y="28"/>
                </a:cubicBezTo>
                <a:cubicBezTo>
                  <a:pt x="35" y="29"/>
                  <a:pt x="35" y="29"/>
                  <a:pt x="35" y="29"/>
                </a:cubicBezTo>
                <a:lnTo>
                  <a:pt x="38" y="28"/>
                </a:lnTo>
                <a:close/>
                <a:moveTo>
                  <a:pt x="48" y="32"/>
                </a:moveTo>
                <a:cubicBezTo>
                  <a:pt x="42" y="32"/>
                  <a:pt x="42" y="32"/>
                  <a:pt x="42" y="32"/>
                </a:cubicBezTo>
                <a:cubicBezTo>
                  <a:pt x="42" y="37"/>
                  <a:pt x="42" y="37"/>
                  <a:pt x="42" y="37"/>
                </a:cubicBezTo>
                <a:cubicBezTo>
                  <a:pt x="42" y="38"/>
                  <a:pt x="41" y="39"/>
                  <a:pt x="40" y="39"/>
                </a:cubicBezTo>
                <a:cubicBezTo>
                  <a:pt x="39" y="39"/>
                  <a:pt x="38" y="38"/>
                  <a:pt x="38" y="37"/>
                </a:cubicBezTo>
                <a:cubicBezTo>
                  <a:pt x="38" y="32"/>
                  <a:pt x="38" y="32"/>
                  <a:pt x="38" y="32"/>
                </a:cubicBezTo>
                <a:cubicBezTo>
                  <a:pt x="35" y="33"/>
                  <a:pt x="35" y="33"/>
                  <a:pt x="35" y="33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41"/>
                  <a:pt x="36" y="45"/>
                  <a:pt x="40" y="45"/>
                </a:cubicBezTo>
                <a:cubicBezTo>
                  <a:pt x="44" y="45"/>
                  <a:pt x="48" y="41"/>
                  <a:pt x="48" y="37"/>
                </a:cubicBezTo>
                <a:cubicBezTo>
                  <a:pt x="48" y="37"/>
                  <a:pt x="48" y="37"/>
                  <a:pt x="48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12"/>
          <p:cNvSpPr/>
          <p:nvPr/>
        </p:nvSpPr>
        <p:spPr>
          <a:xfrm>
            <a:off x="2474913" y="3921125"/>
            <a:ext cx="209550" cy="192088"/>
          </a:xfrm>
          <a:custGeom>
            <a:rect b="b" l="l" r="r" t="t"/>
            <a:pathLst>
              <a:path extrusionOk="0" h="56" w="61">
                <a:moveTo>
                  <a:pt x="36" y="56"/>
                </a:moveTo>
                <a:cubicBezTo>
                  <a:pt x="26" y="56"/>
                  <a:pt x="26" y="56"/>
                  <a:pt x="26" y="56"/>
                </a:cubicBezTo>
                <a:cubicBezTo>
                  <a:pt x="19" y="46"/>
                  <a:pt x="19" y="46"/>
                  <a:pt x="19" y="46"/>
                </a:cubicBezTo>
                <a:cubicBezTo>
                  <a:pt x="18" y="44"/>
                  <a:pt x="18" y="44"/>
                  <a:pt x="18" y="44"/>
                </a:cubicBezTo>
                <a:cubicBezTo>
                  <a:pt x="18" y="44"/>
                  <a:pt x="18" y="44"/>
                  <a:pt x="18" y="43"/>
                </a:cubicBezTo>
                <a:cubicBezTo>
                  <a:pt x="18" y="43"/>
                  <a:pt x="18" y="43"/>
                  <a:pt x="18" y="43"/>
                </a:cubicBezTo>
                <a:cubicBezTo>
                  <a:pt x="18" y="44"/>
                  <a:pt x="18" y="44"/>
                  <a:pt x="18" y="44"/>
                </a:cubicBezTo>
                <a:cubicBezTo>
                  <a:pt x="17" y="45"/>
                  <a:pt x="17" y="45"/>
                  <a:pt x="17" y="46"/>
                </a:cubicBezTo>
                <a:cubicBezTo>
                  <a:pt x="10" y="56"/>
                  <a:pt x="10" y="56"/>
                  <a:pt x="1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49"/>
                  <a:pt x="0" y="49"/>
                  <a:pt x="0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13" y="38"/>
                  <a:pt x="13" y="38"/>
                  <a:pt x="13" y="38"/>
                </a:cubicBezTo>
                <a:cubicBezTo>
                  <a:pt x="6" y="27"/>
                  <a:pt x="6" y="27"/>
                  <a:pt x="6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20"/>
                  <a:pt x="0" y="20"/>
                  <a:pt x="0" y="20"/>
                </a:cubicBezTo>
                <a:cubicBezTo>
                  <a:pt x="11" y="20"/>
                  <a:pt x="11" y="20"/>
                  <a:pt x="11" y="20"/>
                </a:cubicBezTo>
                <a:cubicBezTo>
                  <a:pt x="17" y="29"/>
                  <a:pt x="17" y="29"/>
                  <a:pt x="17" y="29"/>
                </a:cubicBezTo>
                <a:cubicBezTo>
                  <a:pt x="17" y="30"/>
                  <a:pt x="17" y="30"/>
                  <a:pt x="18" y="31"/>
                </a:cubicBezTo>
                <a:cubicBezTo>
                  <a:pt x="18" y="31"/>
                  <a:pt x="18" y="31"/>
                  <a:pt x="18" y="32"/>
                </a:cubicBezTo>
                <a:cubicBezTo>
                  <a:pt x="18" y="32"/>
                  <a:pt x="18" y="32"/>
                  <a:pt x="18" y="32"/>
                </a:cubicBezTo>
                <a:cubicBezTo>
                  <a:pt x="18" y="31"/>
                  <a:pt x="18" y="31"/>
                  <a:pt x="19" y="31"/>
                </a:cubicBezTo>
                <a:cubicBezTo>
                  <a:pt x="20" y="29"/>
                  <a:pt x="20" y="29"/>
                  <a:pt x="20" y="29"/>
                </a:cubicBezTo>
                <a:cubicBezTo>
                  <a:pt x="25" y="20"/>
                  <a:pt x="25" y="20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7"/>
                  <a:pt x="36" y="27"/>
                  <a:pt x="36" y="27"/>
                </a:cubicBezTo>
                <a:cubicBezTo>
                  <a:pt x="31" y="27"/>
                  <a:pt x="31" y="27"/>
                  <a:pt x="31" y="27"/>
                </a:cubicBezTo>
                <a:cubicBezTo>
                  <a:pt x="23" y="37"/>
                  <a:pt x="23" y="37"/>
                  <a:pt x="23" y="37"/>
                </a:cubicBezTo>
                <a:cubicBezTo>
                  <a:pt x="31" y="49"/>
                  <a:pt x="31" y="49"/>
                  <a:pt x="31" y="49"/>
                </a:cubicBezTo>
                <a:cubicBezTo>
                  <a:pt x="36" y="49"/>
                  <a:pt x="36" y="49"/>
                  <a:pt x="36" y="49"/>
                </a:cubicBezTo>
                <a:lnTo>
                  <a:pt x="36" y="56"/>
                </a:lnTo>
                <a:close/>
                <a:moveTo>
                  <a:pt x="61" y="30"/>
                </a:moveTo>
                <a:cubicBezTo>
                  <a:pt x="41" y="30"/>
                  <a:pt x="41" y="30"/>
                  <a:pt x="41" y="30"/>
                </a:cubicBezTo>
                <a:cubicBezTo>
                  <a:pt x="41" y="29"/>
                  <a:pt x="41" y="29"/>
                  <a:pt x="41" y="29"/>
                </a:cubicBezTo>
                <a:cubicBezTo>
                  <a:pt x="41" y="29"/>
                  <a:pt x="40" y="28"/>
                  <a:pt x="40" y="27"/>
                </a:cubicBezTo>
                <a:cubicBezTo>
                  <a:pt x="40" y="16"/>
                  <a:pt x="54" y="15"/>
                  <a:pt x="54" y="10"/>
                </a:cubicBezTo>
                <a:cubicBezTo>
                  <a:pt x="54" y="8"/>
                  <a:pt x="53" y="6"/>
                  <a:pt x="50" y="6"/>
                </a:cubicBezTo>
                <a:cubicBezTo>
                  <a:pt x="49" y="6"/>
                  <a:pt x="48" y="7"/>
                  <a:pt x="47" y="8"/>
                </a:cubicBezTo>
                <a:cubicBezTo>
                  <a:pt x="46" y="8"/>
                  <a:pt x="46" y="9"/>
                  <a:pt x="45" y="9"/>
                </a:cubicBezTo>
                <a:cubicBezTo>
                  <a:pt x="41" y="6"/>
                  <a:pt x="41" y="6"/>
                  <a:pt x="41" y="6"/>
                </a:cubicBezTo>
                <a:cubicBezTo>
                  <a:pt x="42" y="5"/>
                  <a:pt x="42" y="4"/>
                  <a:pt x="43" y="3"/>
                </a:cubicBezTo>
                <a:cubicBezTo>
                  <a:pt x="45" y="2"/>
                  <a:pt x="48" y="0"/>
                  <a:pt x="51" y="0"/>
                </a:cubicBezTo>
                <a:cubicBezTo>
                  <a:pt x="57" y="0"/>
                  <a:pt x="61" y="4"/>
                  <a:pt x="61" y="9"/>
                </a:cubicBezTo>
                <a:cubicBezTo>
                  <a:pt x="61" y="19"/>
                  <a:pt x="48" y="19"/>
                  <a:pt x="47" y="25"/>
                </a:cubicBezTo>
                <a:cubicBezTo>
                  <a:pt x="56" y="25"/>
                  <a:pt x="56" y="25"/>
                  <a:pt x="56" y="25"/>
                </a:cubicBezTo>
                <a:cubicBezTo>
                  <a:pt x="56" y="22"/>
                  <a:pt x="56" y="22"/>
                  <a:pt x="56" y="22"/>
                </a:cubicBezTo>
                <a:cubicBezTo>
                  <a:pt x="61" y="22"/>
                  <a:pt x="61" y="22"/>
                  <a:pt x="61" y="22"/>
                </a:cubicBezTo>
                <a:lnTo>
                  <a:pt x="61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12"/>
          <p:cNvSpPr/>
          <p:nvPr/>
        </p:nvSpPr>
        <p:spPr>
          <a:xfrm>
            <a:off x="2968625" y="3938588"/>
            <a:ext cx="247650" cy="192087"/>
          </a:xfrm>
          <a:custGeom>
            <a:rect b="b" l="l" r="r" t="t"/>
            <a:pathLst>
              <a:path extrusionOk="0" h="56" w="72">
                <a:moveTo>
                  <a:pt x="67" y="55"/>
                </a:moveTo>
                <a:cubicBezTo>
                  <a:pt x="66" y="56"/>
                  <a:pt x="66" y="56"/>
                  <a:pt x="65" y="56"/>
                </a:cubicBezTo>
                <a:cubicBezTo>
                  <a:pt x="8" y="56"/>
                  <a:pt x="8" y="56"/>
                  <a:pt x="8" y="56"/>
                </a:cubicBezTo>
                <a:cubicBezTo>
                  <a:pt x="7" y="56"/>
                  <a:pt x="7" y="56"/>
                  <a:pt x="6" y="55"/>
                </a:cubicBezTo>
                <a:cubicBezTo>
                  <a:pt x="2" y="49"/>
                  <a:pt x="0" y="42"/>
                  <a:pt x="0" y="36"/>
                </a:cubicBezTo>
                <a:cubicBezTo>
                  <a:pt x="0" y="16"/>
                  <a:pt x="17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ubicBezTo>
                  <a:pt x="72" y="42"/>
                  <a:pt x="70" y="49"/>
                  <a:pt x="67" y="55"/>
                </a:cubicBezTo>
                <a:close/>
                <a:moveTo>
                  <a:pt x="11" y="30"/>
                </a:moveTo>
                <a:cubicBezTo>
                  <a:pt x="8" y="30"/>
                  <a:pt x="6" y="33"/>
                  <a:pt x="6" y="36"/>
                </a:cubicBezTo>
                <a:cubicBezTo>
                  <a:pt x="6" y="38"/>
                  <a:pt x="8" y="41"/>
                  <a:pt x="11" y="41"/>
                </a:cubicBezTo>
                <a:cubicBezTo>
                  <a:pt x="14" y="41"/>
                  <a:pt x="16" y="38"/>
                  <a:pt x="16" y="36"/>
                </a:cubicBezTo>
                <a:cubicBezTo>
                  <a:pt x="16" y="33"/>
                  <a:pt x="14" y="30"/>
                  <a:pt x="11" y="30"/>
                </a:cubicBezTo>
                <a:close/>
                <a:moveTo>
                  <a:pt x="18" y="12"/>
                </a:moveTo>
                <a:cubicBezTo>
                  <a:pt x="16" y="12"/>
                  <a:pt x="13" y="15"/>
                  <a:pt x="13" y="18"/>
                </a:cubicBezTo>
                <a:cubicBezTo>
                  <a:pt x="13" y="20"/>
                  <a:pt x="16" y="23"/>
                  <a:pt x="18" y="23"/>
                </a:cubicBezTo>
                <a:cubicBezTo>
                  <a:pt x="21" y="23"/>
                  <a:pt x="24" y="20"/>
                  <a:pt x="24" y="18"/>
                </a:cubicBezTo>
                <a:cubicBezTo>
                  <a:pt x="24" y="15"/>
                  <a:pt x="21" y="12"/>
                  <a:pt x="18" y="12"/>
                </a:cubicBezTo>
                <a:close/>
                <a:moveTo>
                  <a:pt x="45" y="22"/>
                </a:moveTo>
                <a:cubicBezTo>
                  <a:pt x="45" y="20"/>
                  <a:pt x="44" y="19"/>
                  <a:pt x="43" y="18"/>
                </a:cubicBezTo>
                <a:cubicBezTo>
                  <a:pt x="42" y="18"/>
                  <a:pt x="40" y="19"/>
                  <a:pt x="40" y="20"/>
                </a:cubicBezTo>
                <a:cubicBezTo>
                  <a:pt x="36" y="36"/>
                  <a:pt x="36" y="36"/>
                  <a:pt x="36" y="36"/>
                </a:cubicBezTo>
                <a:cubicBezTo>
                  <a:pt x="33" y="36"/>
                  <a:pt x="30" y="38"/>
                  <a:pt x="29" y="41"/>
                </a:cubicBezTo>
                <a:cubicBezTo>
                  <a:pt x="28" y="45"/>
                  <a:pt x="30" y="50"/>
                  <a:pt x="34" y="51"/>
                </a:cubicBezTo>
                <a:cubicBezTo>
                  <a:pt x="39" y="52"/>
                  <a:pt x="43" y="49"/>
                  <a:pt x="44" y="45"/>
                </a:cubicBezTo>
                <a:cubicBezTo>
                  <a:pt x="45" y="42"/>
                  <a:pt x="43" y="39"/>
                  <a:pt x="41" y="37"/>
                </a:cubicBezTo>
                <a:lnTo>
                  <a:pt x="45" y="22"/>
                </a:lnTo>
                <a:close/>
                <a:moveTo>
                  <a:pt x="36" y="5"/>
                </a:moveTo>
                <a:cubicBezTo>
                  <a:pt x="34" y="5"/>
                  <a:pt x="31" y="7"/>
                  <a:pt x="31" y="10"/>
                </a:cubicBezTo>
                <a:cubicBezTo>
                  <a:pt x="31" y="13"/>
                  <a:pt x="34" y="15"/>
                  <a:pt x="36" y="15"/>
                </a:cubicBezTo>
                <a:cubicBezTo>
                  <a:pt x="39" y="15"/>
                  <a:pt x="42" y="13"/>
                  <a:pt x="42" y="10"/>
                </a:cubicBezTo>
                <a:cubicBezTo>
                  <a:pt x="42" y="7"/>
                  <a:pt x="39" y="5"/>
                  <a:pt x="36" y="5"/>
                </a:cubicBezTo>
                <a:close/>
                <a:moveTo>
                  <a:pt x="54" y="12"/>
                </a:moveTo>
                <a:cubicBezTo>
                  <a:pt x="52" y="12"/>
                  <a:pt x="49" y="15"/>
                  <a:pt x="49" y="18"/>
                </a:cubicBezTo>
                <a:cubicBezTo>
                  <a:pt x="49" y="20"/>
                  <a:pt x="52" y="23"/>
                  <a:pt x="54" y="23"/>
                </a:cubicBezTo>
                <a:cubicBezTo>
                  <a:pt x="57" y="23"/>
                  <a:pt x="60" y="20"/>
                  <a:pt x="60" y="18"/>
                </a:cubicBezTo>
                <a:cubicBezTo>
                  <a:pt x="60" y="15"/>
                  <a:pt x="57" y="12"/>
                  <a:pt x="54" y="12"/>
                </a:cubicBezTo>
                <a:close/>
                <a:moveTo>
                  <a:pt x="62" y="30"/>
                </a:moveTo>
                <a:cubicBezTo>
                  <a:pt x="59" y="30"/>
                  <a:pt x="57" y="33"/>
                  <a:pt x="57" y="36"/>
                </a:cubicBezTo>
                <a:cubicBezTo>
                  <a:pt x="57" y="38"/>
                  <a:pt x="59" y="41"/>
                  <a:pt x="62" y="41"/>
                </a:cubicBezTo>
                <a:cubicBezTo>
                  <a:pt x="65" y="41"/>
                  <a:pt x="67" y="38"/>
                  <a:pt x="67" y="36"/>
                </a:cubicBezTo>
                <a:cubicBezTo>
                  <a:pt x="67" y="33"/>
                  <a:pt x="65" y="30"/>
                  <a:pt x="62" y="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12"/>
          <p:cNvSpPr/>
          <p:nvPr/>
        </p:nvSpPr>
        <p:spPr>
          <a:xfrm>
            <a:off x="3463925" y="3900488"/>
            <a:ext cx="280988" cy="247650"/>
          </a:xfrm>
          <a:custGeom>
            <a:rect b="b" l="l" r="r" t="t"/>
            <a:pathLst>
              <a:path extrusionOk="0" h="72" w="82">
                <a:moveTo>
                  <a:pt x="82" y="45"/>
                </a:moveTo>
                <a:cubicBezTo>
                  <a:pt x="82" y="61"/>
                  <a:pt x="82" y="61"/>
                  <a:pt x="82" y="61"/>
                </a:cubicBezTo>
                <a:cubicBezTo>
                  <a:pt x="82" y="61"/>
                  <a:pt x="81" y="62"/>
                  <a:pt x="81" y="62"/>
                </a:cubicBezTo>
                <a:cubicBezTo>
                  <a:pt x="77" y="62"/>
                  <a:pt x="77" y="62"/>
                  <a:pt x="77" y="62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9"/>
                  <a:pt x="73" y="72"/>
                  <a:pt x="69" y="72"/>
                </a:cubicBezTo>
                <a:cubicBezTo>
                  <a:pt x="65" y="72"/>
                  <a:pt x="61" y="69"/>
                  <a:pt x="61" y="65"/>
                </a:cubicBezTo>
                <a:cubicBezTo>
                  <a:pt x="61" y="62"/>
                  <a:pt x="61" y="62"/>
                  <a:pt x="61" y="62"/>
                </a:cubicBezTo>
                <a:cubicBezTo>
                  <a:pt x="20" y="62"/>
                  <a:pt x="20" y="62"/>
                  <a:pt x="20" y="62"/>
                </a:cubicBezTo>
                <a:cubicBezTo>
                  <a:pt x="20" y="65"/>
                  <a:pt x="20" y="65"/>
                  <a:pt x="20" y="65"/>
                </a:cubicBezTo>
                <a:cubicBezTo>
                  <a:pt x="20" y="69"/>
                  <a:pt x="17" y="72"/>
                  <a:pt x="13" y="72"/>
                </a:cubicBezTo>
                <a:cubicBezTo>
                  <a:pt x="8" y="72"/>
                  <a:pt x="5" y="69"/>
                  <a:pt x="5" y="65"/>
                </a:cubicBezTo>
                <a:cubicBezTo>
                  <a:pt x="5" y="62"/>
                  <a:pt x="5" y="62"/>
                  <a:pt x="5" y="62"/>
                </a:cubicBezTo>
                <a:cubicBezTo>
                  <a:pt x="1" y="62"/>
                  <a:pt x="1" y="62"/>
                  <a:pt x="1" y="62"/>
                </a:cubicBezTo>
                <a:cubicBezTo>
                  <a:pt x="0" y="62"/>
                  <a:pt x="0" y="61"/>
                  <a:pt x="0" y="61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0"/>
                  <a:pt x="4" y="36"/>
                  <a:pt x="9" y="36"/>
                </a:cubicBezTo>
                <a:cubicBezTo>
                  <a:pt x="10" y="36"/>
                  <a:pt x="10" y="36"/>
                  <a:pt x="10" y="36"/>
                </a:cubicBezTo>
                <a:cubicBezTo>
                  <a:pt x="14" y="19"/>
                  <a:pt x="14" y="19"/>
                  <a:pt x="14" y="19"/>
                </a:cubicBezTo>
                <a:cubicBezTo>
                  <a:pt x="15" y="14"/>
                  <a:pt x="20" y="11"/>
                  <a:pt x="25" y="11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2"/>
                  <a:pt x="31" y="2"/>
                  <a:pt x="31" y="2"/>
                </a:cubicBezTo>
                <a:cubicBezTo>
                  <a:pt x="31" y="1"/>
                  <a:pt x="31" y="0"/>
                  <a:pt x="32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1" y="0"/>
                  <a:pt x="51" y="1"/>
                  <a:pt x="51" y="2"/>
                </a:cubicBezTo>
                <a:cubicBezTo>
                  <a:pt x="51" y="11"/>
                  <a:pt x="51" y="11"/>
                  <a:pt x="51" y="11"/>
                </a:cubicBezTo>
                <a:cubicBezTo>
                  <a:pt x="56" y="11"/>
                  <a:pt x="56" y="11"/>
                  <a:pt x="56" y="11"/>
                </a:cubicBezTo>
                <a:cubicBezTo>
                  <a:pt x="62" y="11"/>
                  <a:pt x="66" y="14"/>
                  <a:pt x="68" y="19"/>
                </a:cubicBezTo>
                <a:cubicBezTo>
                  <a:pt x="72" y="36"/>
                  <a:pt x="72" y="36"/>
                  <a:pt x="72" y="36"/>
                </a:cubicBezTo>
                <a:cubicBezTo>
                  <a:pt x="73" y="36"/>
                  <a:pt x="73" y="36"/>
                  <a:pt x="73" y="36"/>
                </a:cubicBezTo>
                <a:cubicBezTo>
                  <a:pt x="78" y="36"/>
                  <a:pt x="82" y="40"/>
                  <a:pt x="82" y="45"/>
                </a:cubicBezTo>
                <a:close/>
                <a:moveTo>
                  <a:pt x="19" y="49"/>
                </a:moveTo>
                <a:cubicBezTo>
                  <a:pt x="19" y="46"/>
                  <a:pt x="16" y="43"/>
                  <a:pt x="13" y="43"/>
                </a:cubicBezTo>
                <a:cubicBezTo>
                  <a:pt x="9" y="43"/>
                  <a:pt x="6" y="46"/>
                  <a:pt x="6" y="49"/>
                </a:cubicBezTo>
                <a:cubicBezTo>
                  <a:pt x="6" y="53"/>
                  <a:pt x="9" y="56"/>
                  <a:pt x="13" y="56"/>
                </a:cubicBezTo>
                <a:cubicBezTo>
                  <a:pt x="16" y="56"/>
                  <a:pt x="19" y="53"/>
                  <a:pt x="19" y="49"/>
                </a:cubicBezTo>
                <a:close/>
                <a:moveTo>
                  <a:pt x="61" y="36"/>
                </a:moveTo>
                <a:cubicBezTo>
                  <a:pt x="58" y="22"/>
                  <a:pt x="58" y="22"/>
                  <a:pt x="58" y="22"/>
                </a:cubicBezTo>
                <a:cubicBezTo>
                  <a:pt x="58" y="22"/>
                  <a:pt x="57" y="21"/>
                  <a:pt x="56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25" y="21"/>
                  <a:pt x="24" y="22"/>
                  <a:pt x="24" y="22"/>
                </a:cubicBezTo>
                <a:cubicBezTo>
                  <a:pt x="20" y="36"/>
                  <a:pt x="20" y="36"/>
                  <a:pt x="20" y="36"/>
                </a:cubicBezTo>
                <a:lnTo>
                  <a:pt x="61" y="36"/>
                </a:lnTo>
                <a:close/>
                <a:moveTo>
                  <a:pt x="76" y="49"/>
                </a:moveTo>
                <a:cubicBezTo>
                  <a:pt x="76" y="46"/>
                  <a:pt x="73" y="43"/>
                  <a:pt x="69" y="43"/>
                </a:cubicBezTo>
                <a:cubicBezTo>
                  <a:pt x="66" y="43"/>
                  <a:pt x="63" y="46"/>
                  <a:pt x="63" y="49"/>
                </a:cubicBezTo>
                <a:cubicBezTo>
                  <a:pt x="63" y="53"/>
                  <a:pt x="66" y="56"/>
                  <a:pt x="69" y="56"/>
                </a:cubicBezTo>
                <a:cubicBezTo>
                  <a:pt x="73" y="56"/>
                  <a:pt x="76" y="53"/>
                  <a:pt x="76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12"/>
          <p:cNvSpPr/>
          <p:nvPr/>
        </p:nvSpPr>
        <p:spPr>
          <a:xfrm>
            <a:off x="3959225" y="3917950"/>
            <a:ext cx="212725" cy="230188"/>
          </a:xfrm>
          <a:custGeom>
            <a:rect b="b" l="l" r="r" t="t"/>
            <a:pathLst>
              <a:path extrusionOk="0" h="67" w="62">
                <a:moveTo>
                  <a:pt x="6" y="2"/>
                </a:moveTo>
                <a:cubicBezTo>
                  <a:pt x="6" y="2"/>
                  <a:pt x="14" y="2"/>
                  <a:pt x="14" y="2"/>
                </a:cubicBezTo>
                <a:cubicBezTo>
                  <a:pt x="18" y="2"/>
                  <a:pt x="21" y="2"/>
                  <a:pt x="25" y="2"/>
                </a:cubicBezTo>
                <a:cubicBezTo>
                  <a:pt x="36" y="2"/>
                  <a:pt x="46" y="1"/>
                  <a:pt x="57" y="2"/>
                </a:cubicBezTo>
                <a:cubicBezTo>
                  <a:pt x="58" y="2"/>
                  <a:pt x="59" y="1"/>
                  <a:pt x="59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1" y="0"/>
                  <a:pt x="62" y="0"/>
                  <a:pt x="62" y="0"/>
                </a:cubicBezTo>
                <a:cubicBezTo>
                  <a:pt x="62" y="5"/>
                  <a:pt x="62" y="9"/>
                  <a:pt x="62" y="14"/>
                </a:cubicBezTo>
                <a:cubicBezTo>
                  <a:pt x="62" y="15"/>
                  <a:pt x="62" y="17"/>
                  <a:pt x="62" y="18"/>
                </a:cubicBezTo>
                <a:cubicBezTo>
                  <a:pt x="61" y="19"/>
                  <a:pt x="60" y="19"/>
                  <a:pt x="59" y="19"/>
                </a:cubicBezTo>
                <a:cubicBezTo>
                  <a:pt x="58" y="17"/>
                  <a:pt x="58" y="16"/>
                  <a:pt x="57" y="14"/>
                </a:cubicBezTo>
                <a:cubicBezTo>
                  <a:pt x="57" y="13"/>
                  <a:pt x="56" y="8"/>
                  <a:pt x="56" y="8"/>
                </a:cubicBezTo>
                <a:cubicBezTo>
                  <a:pt x="55" y="7"/>
                  <a:pt x="55" y="7"/>
                  <a:pt x="55" y="7"/>
                </a:cubicBezTo>
                <a:cubicBezTo>
                  <a:pt x="54" y="7"/>
                  <a:pt x="52" y="7"/>
                  <a:pt x="52" y="7"/>
                </a:cubicBezTo>
                <a:cubicBezTo>
                  <a:pt x="47" y="7"/>
                  <a:pt x="41" y="7"/>
                  <a:pt x="37" y="7"/>
                </a:cubicBezTo>
                <a:cubicBezTo>
                  <a:pt x="36" y="9"/>
                  <a:pt x="36" y="11"/>
                  <a:pt x="36" y="13"/>
                </a:cubicBezTo>
                <a:cubicBezTo>
                  <a:pt x="36" y="19"/>
                  <a:pt x="36" y="19"/>
                  <a:pt x="36" y="19"/>
                </a:cubicBezTo>
                <a:cubicBezTo>
                  <a:pt x="36" y="17"/>
                  <a:pt x="36" y="17"/>
                  <a:pt x="36" y="17"/>
                </a:cubicBezTo>
                <a:cubicBezTo>
                  <a:pt x="36" y="23"/>
                  <a:pt x="36" y="30"/>
                  <a:pt x="36" y="36"/>
                </a:cubicBezTo>
                <a:cubicBezTo>
                  <a:pt x="36" y="39"/>
                  <a:pt x="36" y="42"/>
                  <a:pt x="37" y="45"/>
                </a:cubicBezTo>
                <a:cubicBezTo>
                  <a:pt x="40" y="47"/>
                  <a:pt x="43" y="47"/>
                  <a:pt x="47" y="49"/>
                </a:cubicBezTo>
                <a:cubicBezTo>
                  <a:pt x="47" y="49"/>
                  <a:pt x="47" y="50"/>
                  <a:pt x="47" y="51"/>
                </a:cubicBezTo>
                <a:cubicBezTo>
                  <a:pt x="47" y="51"/>
                  <a:pt x="47" y="51"/>
                  <a:pt x="47" y="52"/>
                </a:cubicBezTo>
                <a:cubicBezTo>
                  <a:pt x="45" y="52"/>
                  <a:pt x="45" y="52"/>
                  <a:pt x="45" y="52"/>
                </a:cubicBezTo>
                <a:cubicBezTo>
                  <a:pt x="40" y="52"/>
                  <a:pt x="34" y="51"/>
                  <a:pt x="28" y="51"/>
                </a:cubicBezTo>
                <a:cubicBezTo>
                  <a:pt x="24" y="51"/>
                  <a:pt x="20" y="52"/>
                  <a:pt x="16" y="52"/>
                </a:cubicBezTo>
                <a:cubicBezTo>
                  <a:pt x="16" y="51"/>
                  <a:pt x="16" y="50"/>
                  <a:pt x="16" y="50"/>
                </a:cubicBezTo>
                <a:cubicBezTo>
                  <a:pt x="16" y="49"/>
                  <a:pt x="16" y="49"/>
                  <a:pt x="16" y="49"/>
                </a:cubicBezTo>
                <a:cubicBezTo>
                  <a:pt x="17" y="47"/>
                  <a:pt x="23" y="47"/>
                  <a:pt x="25" y="45"/>
                </a:cubicBezTo>
                <a:cubicBezTo>
                  <a:pt x="26" y="43"/>
                  <a:pt x="26" y="24"/>
                  <a:pt x="26" y="21"/>
                </a:cubicBezTo>
                <a:cubicBezTo>
                  <a:pt x="26" y="20"/>
                  <a:pt x="26" y="19"/>
                  <a:pt x="26" y="19"/>
                </a:cubicBezTo>
                <a:cubicBezTo>
                  <a:pt x="26" y="17"/>
                  <a:pt x="26" y="8"/>
                  <a:pt x="26" y="7"/>
                </a:cubicBezTo>
                <a:cubicBezTo>
                  <a:pt x="25" y="7"/>
                  <a:pt x="20" y="7"/>
                  <a:pt x="19" y="7"/>
                </a:cubicBezTo>
                <a:cubicBezTo>
                  <a:pt x="17" y="7"/>
                  <a:pt x="8" y="8"/>
                  <a:pt x="7" y="8"/>
                </a:cubicBezTo>
                <a:cubicBezTo>
                  <a:pt x="5" y="9"/>
                  <a:pt x="5" y="17"/>
                  <a:pt x="3" y="18"/>
                </a:cubicBezTo>
                <a:cubicBezTo>
                  <a:pt x="2" y="17"/>
                  <a:pt x="1" y="17"/>
                  <a:pt x="0" y="16"/>
                </a:cubicBezTo>
                <a:cubicBezTo>
                  <a:pt x="0" y="1"/>
                  <a:pt x="0" y="1"/>
                  <a:pt x="0" y="1"/>
                </a:cubicBezTo>
                <a:cubicBezTo>
                  <a:pt x="4" y="0"/>
                  <a:pt x="4" y="0"/>
                  <a:pt x="4" y="0"/>
                </a:cubicBezTo>
                <a:lnTo>
                  <a:pt x="6" y="2"/>
                </a:lnTo>
                <a:close/>
                <a:moveTo>
                  <a:pt x="61" y="58"/>
                </a:moveTo>
                <a:cubicBezTo>
                  <a:pt x="62" y="58"/>
                  <a:pt x="62" y="59"/>
                  <a:pt x="62" y="60"/>
                </a:cubicBezTo>
                <a:cubicBezTo>
                  <a:pt x="62" y="60"/>
                  <a:pt x="62" y="61"/>
                  <a:pt x="61" y="62"/>
                </a:cubicBezTo>
                <a:cubicBezTo>
                  <a:pt x="60" y="62"/>
                  <a:pt x="54" y="67"/>
                  <a:pt x="53" y="67"/>
                </a:cubicBezTo>
                <a:cubicBezTo>
                  <a:pt x="51" y="67"/>
                  <a:pt x="52" y="63"/>
                  <a:pt x="52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11" y="63"/>
                  <a:pt x="11" y="67"/>
                  <a:pt x="10" y="67"/>
                </a:cubicBezTo>
                <a:cubicBezTo>
                  <a:pt x="8" y="67"/>
                  <a:pt x="3" y="62"/>
                  <a:pt x="2" y="62"/>
                </a:cubicBezTo>
                <a:cubicBezTo>
                  <a:pt x="1" y="61"/>
                  <a:pt x="1" y="60"/>
                  <a:pt x="1" y="60"/>
                </a:cubicBezTo>
                <a:cubicBezTo>
                  <a:pt x="1" y="59"/>
                  <a:pt x="1" y="58"/>
                  <a:pt x="2" y="58"/>
                </a:cubicBezTo>
                <a:cubicBezTo>
                  <a:pt x="3" y="57"/>
                  <a:pt x="8" y="52"/>
                  <a:pt x="10" y="52"/>
                </a:cubicBezTo>
                <a:cubicBezTo>
                  <a:pt x="11" y="52"/>
                  <a:pt x="11" y="56"/>
                  <a:pt x="11" y="57"/>
                </a:cubicBezTo>
                <a:cubicBezTo>
                  <a:pt x="52" y="57"/>
                  <a:pt x="52" y="57"/>
                  <a:pt x="52" y="57"/>
                </a:cubicBezTo>
                <a:cubicBezTo>
                  <a:pt x="52" y="56"/>
                  <a:pt x="51" y="52"/>
                  <a:pt x="53" y="52"/>
                </a:cubicBezTo>
                <a:cubicBezTo>
                  <a:pt x="54" y="52"/>
                  <a:pt x="60" y="57"/>
                  <a:pt x="61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12"/>
          <p:cNvSpPr/>
          <p:nvPr/>
        </p:nvSpPr>
        <p:spPr>
          <a:xfrm>
            <a:off x="4452938" y="3917950"/>
            <a:ext cx="161925" cy="230188"/>
          </a:xfrm>
          <a:custGeom>
            <a:rect b="b" l="l" r="r" t="t"/>
            <a:pathLst>
              <a:path extrusionOk="0" h="67" w="47">
                <a:moveTo>
                  <a:pt x="44" y="47"/>
                </a:moveTo>
                <a:cubicBezTo>
                  <a:pt x="27" y="47"/>
                  <a:pt x="27" y="47"/>
                  <a:pt x="27" y="47"/>
                </a:cubicBezTo>
                <a:cubicBezTo>
                  <a:pt x="25" y="66"/>
                  <a:pt x="25" y="66"/>
                  <a:pt x="25" y="66"/>
                </a:cubicBezTo>
                <a:cubicBezTo>
                  <a:pt x="25" y="67"/>
                  <a:pt x="24" y="67"/>
                  <a:pt x="24" y="67"/>
                </a:cubicBezTo>
                <a:cubicBezTo>
                  <a:pt x="24" y="67"/>
                  <a:pt x="24" y="67"/>
                  <a:pt x="24" y="67"/>
                </a:cubicBezTo>
                <a:cubicBezTo>
                  <a:pt x="23" y="67"/>
                  <a:pt x="22" y="67"/>
                  <a:pt x="22" y="66"/>
                </a:cubicBezTo>
                <a:cubicBezTo>
                  <a:pt x="19" y="47"/>
                  <a:pt x="19" y="47"/>
                  <a:pt x="19" y="47"/>
                </a:cubicBezTo>
                <a:cubicBezTo>
                  <a:pt x="3" y="47"/>
                  <a:pt x="3" y="47"/>
                  <a:pt x="3" y="47"/>
                </a:cubicBezTo>
                <a:cubicBezTo>
                  <a:pt x="2" y="47"/>
                  <a:pt x="0" y="46"/>
                  <a:pt x="0" y="44"/>
                </a:cubicBezTo>
                <a:cubicBezTo>
                  <a:pt x="0" y="38"/>
                  <a:pt x="5" y="31"/>
                  <a:pt x="11" y="31"/>
                </a:cubicBezTo>
                <a:cubicBezTo>
                  <a:pt x="11" y="11"/>
                  <a:pt x="11" y="11"/>
                  <a:pt x="11" y="11"/>
                </a:cubicBezTo>
                <a:cubicBezTo>
                  <a:pt x="8" y="11"/>
                  <a:pt x="6" y="8"/>
                  <a:pt x="6" y="6"/>
                </a:cubicBezTo>
                <a:cubicBezTo>
                  <a:pt x="6" y="3"/>
                  <a:pt x="8" y="0"/>
                  <a:pt x="11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9" y="0"/>
                  <a:pt x="42" y="3"/>
                  <a:pt x="42" y="6"/>
                </a:cubicBezTo>
                <a:cubicBezTo>
                  <a:pt x="42" y="8"/>
                  <a:pt x="39" y="11"/>
                  <a:pt x="36" y="11"/>
                </a:cubicBezTo>
                <a:cubicBezTo>
                  <a:pt x="36" y="31"/>
                  <a:pt x="36" y="31"/>
                  <a:pt x="36" y="31"/>
                </a:cubicBezTo>
                <a:cubicBezTo>
                  <a:pt x="42" y="31"/>
                  <a:pt x="47" y="38"/>
                  <a:pt x="47" y="44"/>
                </a:cubicBezTo>
                <a:cubicBezTo>
                  <a:pt x="47" y="46"/>
                  <a:pt x="46" y="47"/>
                  <a:pt x="44" y="47"/>
                </a:cubicBezTo>
                <a:close/>
                <a:moveTo>
                  <a:pt x="20" y="12"/>
                </a:moveTo>
                <a:cubicBezTo>
                  <a:pt x="20" y="11"/>
                  <a:pt x="19" y="11"/>
                  <a:pt x="18" y="11"/>
                </a:cubicBezTo>
                <a:cubicBezTo>
                  <a:pt x="18" y="11"/>
                  <a:pt x="17" y="11"/>
                  <a:pt x="17" y="12"/>
                </a:cubicBezTo>
                <a:cubicBezTo>
                  <a:pt x="17" y="30"/>
                  <a:pt x="17" y="30"/>
                  <a:pt x="17" y="30"/>
                </a:cubicBezTo>
                <a:cubicBezTo>
                  <a:pt x="17" y="31"/>
                  <a:pt x="18" y="31"/>
                  <a:pt x="18" y="31"/>
                </a:cubicBezTo>
                <a:cubicBezTo>
                  <a:pt x="19" y="31"/>
                  <a:pt x="20" y="31"/>
                  <a:pt x="20" y="30"/>
                </a:cubicBezTo>
                <a:lnTo>
                  <a:pt x="20" y="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12"/>
          <p:cNvSpPr/>
          <p:nvPr/>
        </p:nvSpPr>
        <p:spPr>
          <a:xfrm>
            <a:off x="4948238" y="3917950"/>
            <a:ext cx="220662" cy="212725"/>
          </a:xfrm>
          <a:custGeom>
            <a:rect b="b" l="l" r="r" t="t"/>
            <a:pathLst>
              <a:path extrusionOk="0" h="62" w="64">
                <a:moveTo>
                  <a:pt x="16" y="54"/>
                </a:moveTo>
                <a:cubicBezTo>
                  <a:pt x="16" y="56"/>
                  <a:pt x="15" y="57"/>
                  <a:pt x="14" y="57"/>
                </a:cubicBezTo>
                <a:cubicBezTo>
                  <a:pt x="2" y="57"/>
                  <a:pt x="2" y="57"/>
                  <a:pt x="2" y="57"/>
                </a:cubicBezTo>
                <a:cubicBezTo>
                  <a:pt x="1" y="57"/>
                  <a:pt x="0" y="56"/>
                  <a:pt x="0" y="5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7"/>
                  <a:pt x="1" y="26"/>
                  <a:pt x="2" y="26"/>
                </a:cubicBezTo>
                <a:cubicBezTo>
                  <a:pt x="14" y="26"/>
                  <a:pt x="14" y="26"/>
                  <a:pt x="14" y="26"/>
                </a:cubicBezTo>
                <a:cubicBezTo>
                  <a:pt x="15" y="26"/>
                  <a:pt x="16" y="27"/>
                  <a:pt x="16" y="29"/>
                </a:cubicBezTo>
                <a:lnTo>
                  <a:pt x="16" y="54"/>
                </a:lnTo>
                <a:close/>
                <a:moveTo>
                  <a:pt x="7" y="47"/>
                </a:moveTo>
                <a:cubicBezTo>
                  <a:pt x="6" y="47"/>
                  <a:pt x="5" y="48"/>
                  <a:pt x="5" y="49"/>
                </a:cubicBezTo>
                <a:cubicBezTo>
                  <a:pt x="5" y="51"/>
                  <a:pt x="6" y="52"/>
                  <a:pt x="7" y="52"/>
                </a:cubicBezTo>
                <a:cubicBezTo>
                  <a:pt x="9" y="52"/>
                  <a:pt x="10" y="51"/>
                  <a:pt x="10" y="49"/>
                </a:cubicBezTo>
                <a:cubicBezTo>
                  <a:pt x="10" y="48"/>
                  <a:pt x="9" y="47"/>
                  <a:pt x="7" y="47"/>
                </a:cubicBezTo>
                <a:close/>
                <a:moveTo>
                  <a:pt x="62" y="35"/>
                </a:moveTo>
                <a:cubicBezTo>
                  <a:pt x="62" y="36"/>
                  <a:pt x="62" y="37"/>
                  <a:pt x="62" y="38"/>
                </a:cubicBezTo>
                <a:cubicBezTo>
                  <a:pt x="62" y="40"/>
                  <a:pt x="62" y="42"/>
                  <a:pt x="61" y="43"/>
                </a:cubicBezTo>
                <a:cubicBezTo>
                  <a:pt x="61" y="45"/>
                  <a:pt x="61" y="46"/>
                  <a:pt x="61" y="48"/>
                </a:cubicBezTo>
                <a:cubicBezTo>
                  <a:pt x="60" y="49"/>
                  <a:pt x="60" y="51"/>
                  <a:pt x="59" y="52"/>
                </a:cubicBezTo>
                <a:cubicBezTo>
                  <a:pt x="59" y="55"/>
                  <a:pt x="58" y="57"/>
                  <a:pt x="57" y="59"/>
                </a:cubicBezTo>
                <a:cubicBezTo>
                  <a:pt x="55" y="61"/>
                  <a:pt x="52" y="62"/>
                  <a:pt x="49" y="62"/>
                </a:cubicBezTo>
                <a:cubicBezTo>
                  <a:pt x="48" y="62"/>
                  <a:pt x="48" y="62"/>
                  <a:pt x="47" y="62"/>
                </a:cubicBezTo>
                <a:cubicBezTo>
                  <a:pt x="44" y="62"/>
                  <a:pt x="44" y="62"/>
                  <a:pt x="44" y="62"/>
                </a:cubicBezTo>
                <a:cubicBezTo>
                  <a:pt x="43" y="62"/>
                  <a:pt x="43" y="62"/>
                  <a:pt x="43" y="62"/>
                </a:cubicBezTo>
                <a:cubicBezTo>
                  <a:pt x="38" y="62"/>
                  <a:pt x="32" y="60"/>
                  <a:pt x="28" y="59"/>
                </a:cubicBezTo>
                <a:cubicBezTo>
                  <a:pt x="25" y="58"/>
                  <a:pt x="23" y="57"/>
                  <a:pt x="22" y="57"/>
                </a:cubicBezTo>
                <a:cubicBezTo>
                  <a:pt x="20" y="57"/>
                  <a:pt x="19" y="56"/>
                  <a:pt x="19" y="54"/>
                </a:cubicBezTo>
                <a:cubicBezTo>
                  <a:pt x="19" y="29"/>
                  <a:pt x="19" y="29"/>
                  <a:pt x="19" y="29"/>
                </a:cubicBezTo>
                <a:cubicBezTo>
                  <a:pt x="19" y="27"/>
                  <a:pt x="20" y="26"/>
                  <a:pt x="21" y="26"/>
                </a:cubicBezTo>
                <a:cubicBezTo>
                  <a:pt x="23" y="26"/>
                  <a:pt x="27" y="21"/>
                  <a:pt x="29" y="19"/>
                </a:cubicBezTo>
                <a:cubicBezTo>
                  <a:pt x="30" y="17"/>
                  <a:pt x="31" y="15"/>
                  <a:pt x="33" y="14"/>
                </a:cubicBezTo>
                <a:cubicBezTo>
                  <a:pt x="34" y="13"/>
                  <a:pt x="35" y="10"/>
                  <a:pt x="35" y="8"/>
                </a:cubicBezTo>
                <a:cubicBezTo>
                  <a:pt x="36" y="5"/>
                  <a:pt x="36" y="3"/>
                  <a:pt x="38" y="1"/>
                </a:cubicBezTo>
                <a:cubicBezTo>
                  <a:pt x="38" y="1"/>
                  <a:pt x="39" y="0"/>
                  <a:pt x="40" y="0"/>
                </a:cubicBezTo>
                <a:cubicBezTo>
                  <a:pt x="49" y="0"/>
                  <a:pt x="49" y="8"/>
                  <a:pt x="49" y="11"/>
                </a:cubicBezTo>
                <a:cubicBezTo>
                  <a:pt x="49" y="14"/>
                  <a:pt x="47" y="16"/>
                  <a:pt x="46" y="18"/>
                </a:cubicBezTo>
                <a:cubicBezTo>
                  <a:pt x="46" y="19"/>
                  <a:pt x="46" y="20"/>
                  <a:pt x="45" y="21"/>
                </a:cubicBezTo>
                <a:cubicBezTo>
                  <a:pt x="56" y="21"/>
                  <a:pt x="56" y="21"/>
                  <a:pt x="56" y="21"/>
                </a:cubicBezTo>
                <a:cubicBezTo>
                  <a:pt x="60" y="21"/>
                  <a:pt x="64" y="25"/>
                  <a:pt x="64" y="29"/>
                </a:cubicBezTo>
                <a:cubicBezTo>
                  <a:pt x="64" y="31"/>
                  <a:pt x="63" y="33"/>
                  <a:pt x="62" y="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12"/>
          <p:cNvSpPr/>
          <p:nvPr/>
        </p:nvSpPr>
        <p:spPr>
          <a:xfrm>
            <a:off x="5443538" y="3917950"/>
            <a:ext cx="212725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  <a:moveTo>
                  <a:pt x="31" y="9"/>
                </a:moveTo>
                <a:cubicBezTo>
                  <a:pt x="19" y="9"/>
                  <a:pt x="9" y="19"/>
                  <a:pt x="9" y="31"/>
                </a:cubicBezTo>
                <a:cubicBezTo>
                  <a:pt x="9" y="43"/>
                  <a:pt x="19" y="53"/>
                  <a:pt x="31" y="53"/>
                </a:cubicBezTo>
                <a:cubicBezTo>
                  <a:pt x="43" y="53"/>
                  <a:pt x="53" y="43"/>
                  <a:pt x="53" y="31"/>
                </a:cubicBezTo>
                <a:cubicBezTo>
                  <a:pt x="53" y="19"/>
                  <a:pt x="43" y="9"/>
                  <a:pt x="31" y="9"/>
                </a:cubicBezTo>
                <a:close/>
                <a:moveTo>
                  <a:pt x="39" y="45"/>
                </a:moveTo>
                <a:cubicBezTo>
                  <a:pt x="38" y="45"/>
                  <a:pt x="37" y="45"/>
                  <a:pt x="37" y="45"/>
                </a:cubicBezTo>
                <a:cubicBezTo>
                  <a:pt x="31" y="39"/>
                  <a:pt x="31" y="39"/>
                  <a:pt x="31" y="39"/>
                </a:cubicBezTo>
                <a:cubicBezTo>
                  <a:pt x="26" y="45"/>
                  <a:pt x="26" y="45"/>
                  <a:pt x="26" y="45"/>
                </a:cubicBezTo>
                <a:cubicBezTo>
                  <a:pt x="25" y="45"/>
                  <a:pt x="24" y="45"/>
                  <a:pt x="24" y="45"/>
                </a:cubicBezTo>
                <a:cubicBezTo>
                  <a:pt x="18" y="39"/>
                  <a:pt x="18" y="39"/>
                  <a:pt x="18" y="39"/>
                </a:cubicBezTo>
                <a:cubicBezTo>
                  <a:pt x="18" y="38"/>
                  <a:pt x="18" y="37"/>
                  <a:pt x="18" y="37"/>
                </a:cubicBezTo>
                <a:cubicBezTo>
                  <a:pt x="24" y="31"/>
                  <a:pt x="24" y="31"/>
                  <a:pt x="24" y="31"/>
                </a:cubicBezTo>
                <a:cubicBezTo>
                  <a:pt x="18" y="26"/>
                  <a:pt x="18" y="26"/>
                  <a:pt x="18" y="26"/>
                </a:cubicBezTo>
                <a:cubicBezTo>
                  <a:pt x="18" y="25"/>
                  <a:pt x="18" y="24"/>
                  <a:pt x="18" y="24"/>
                </a:cubicBezTo>
                <a:cubicBezTo>
                  <a:pt x="24" y="18"/>
                  <a:pt x="24" y="18"/>
                  <a:pt x="24" y="18"/>
                </a:cubicBezTo>
                <a:cubicBezTo>
                  <a:pt x="24" y="18"/>
                  <a:pt x="25" y="18"/>
                  <a:pt x="26" y="18"/>
                </a:cubicBezTo>
                <a:cubicBezTo>
                  <a:pt x="31" y="24"/>
                  <a:pt x="31" y="24"/>
                  <a:pt x="31" y="24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8"/>
                  <a:pt x="38" y="18"/>
                  <a:pt x="39" y="18"/>
                </a:cubicBezTo>
                <a:cubicBezTo>
                  <a:pt x="45" y="24"/>
                  <a:pt x="45" y="24"/>
                  <a:pt x="45" y="24"/>
                </a:cubicBezTo>
                <a:cubicBezTo>
                  <a:pt x="45" y="24"/>
                  <a:pt x="45" y="25"/>
                  <a:pt x="45" y="26"/>
                </a:cubicBezTo>
                <a:cubicBezTo>
                  <a:pt x="39" y="31"/>
                  <a:pt x="39" y="31"/>
                  <a:pt x="39" y="31"/>
                </a:cubicBezTo>
                <a:cubicBezTo>
                  <a:pt x="45" y="37"/>
                  <a:pt x="45" y="37"/>
                  <a:pt x="45" y="37"/>
                </a:cubicBezTo>
                <a:cubicBezTo>
                  <a:pt x="45" y="37"/>
                  <a:pt x="45" y="38"/>
                  <a:pt x="45" y="39"/>
                </a:cubicBezTo>
                <a:lnTo>
                  <a:pt x="39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12"/>
          <p:cNvSpPr/>
          <p:nvPr/>
        </p:nvSpPr>
        <p:spPr>
          <a:xfrm>
            <a:off x="5937250" y="3938588"/>
            <a:ext cx="282575" cy="174625"/>
          </a:xfrm>
          <a:custGeom>
            <a:rect b="b" l="l" r="r" t="t"/>
            <a:pathLst>
              <a:path extrusionOk="0" h="51" w="82">
                <a:moveTo>
                  <a:pt x="56" y="51"/>
                </a:moveTo>
                <a:cubicBezTo>
                  <a:pt x="25" y="51"/>
                  <a:pt x="25" y="51"/>
                  <a:pt x="25" y="51"/>
                </a:cubicBezTo>
                <a:cubicBezTo>
                  <a:pt x="11" y="51"/>
                  <a:pt x="0" y="39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70" y="0"/>
                  <a:pt x="82" y="11"/>
                  <a:pt x="82" y="25"/>
                </a:cubicBezTo>
                <a:cubicBezTo>
                  <a:pt x="82" y="39"/>
                  <a:pt x="70" y="51"/>
                  <a:pt x="56" y="51"/>
                </a:cubicBezTo>
                <a:close/>
                <a:moveTo>
                  <a:pt x="25" y="5"/>
                </a:moveTo>
                <a:cubicBezTo>
                  <a:pt x="14" y="5"/>
                  <a:pt x="5" y="14"/>
                  <a:pt x="5" y="25"/>
                </a:cubicBezTo>
                <a:cubicBezTo>
                  <a:pt x="5" y="37"/>
                  <a:pt x="14" y="46"/>
                  <a:pt x="25" y="46"/>
                </a:cubicBezTo>
                <a:cubicBezTo>
                  <a:pt x="37" y="46"/>
                  <a:pt x="46" y="37"/>
                  <a:pt x="46" y="25"/>
                </a:cubicBezTo>
                <a:cubicBezTo>
                  <a:pt x="46" y="14"/>
                  <a:pt x="37" y="5"/>
                  <a:pt x="25" y="5"/>
                </a:cubicBezTo>
                <a:close/>
                <a:moveTo>
                  <a:pt x="56" y="5"/>
                </a:moveTo>
                <a:cubicBezTo>
                  <a:pt x="41" y="5"/>
                  <a:pt x="41" y="5"/>
                  <a:pt x="41" y="5"/>
                </a:cubicBezTo>
                <a:cubicBezTo>
                  <a:pt x="47" y="9"/>
                  <a:pt x="51" y="17"/>
                  <a:pt x="51" y="25"/>
                </a:cubicBezTo>
                <a:cubicBezTo>
                  <a:pt x="51" y="34"/>
                  <a:pt x="47" y="41"/>
                  <a:pt x="41" y="46"/>
                </a:cubicBezTo>
                <a:cubicBezTo>
                  <a:pt x="56" y="46"/>
                  <a:pt x="56" y="46"/>
                  <a:pt x="56" y="46"/>
                </a:cubicBezTo>
                <a:cubicBezTo>
                  <a:pt x="68" y="46"/>
                  <a:pt x="77" y="37"/>
                  <a:pt x="77" y="25"/>
                </a:cubicBezTo>
                <a:cubicBezTo>
                  <a:pt x="77" y="14"/>
                  <a:pt x="68" y="5"/>
                  <a:pt x="56" y="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12"/>
          <p:cNvSpPr/>
          <p:nvPr/>
        </p:nvSpPr>
        <p:spPr>
          <a:xfrm>
            <a:off x="6432550" y="3917950"/>
            <a:ext cx="192088" cy="212725"/>
          </a:xfrm>
          <a:custGeom>
            <a:rect b="b" l="l" r="r" t="t"/>
            <a:pathLst>
              <a:path extrusionOk="0" h="62" w="56">
                <a:moveTo>
                  <a:pt x="56" y="15"/>
                </a:moveTo>
                <a:cubicBezTo>
                  <a:pt x="56" y="15"/>
                  <a:pt x="56" y="16"/>
                  <a:pt x="55" y="16"/>
                </a:cubicBezTo>
                <a:cubicBezTo>
                  <a:pt x="51" y="16"/>
                  <a:pt x="51" y="16"/>
                  <a:pt x="51" y="16"/>
                </a:cubicBezTo>
                <a:cubicBezTo>
                  <a:pt x="51" y="54"/>
                  <a:pt x="51" y="54"/>
                  <a:pt x="51" y="54"/>
                </a:cubicBezTo>
                <a:cubicBezTo>
                  <a:pt x="51" y="58"/>
                  <a:pt x="48" y="62"/>
                  <a:pt x="45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8" y="62"/>
                  <a:pt x="5" y="59"/>
                  <a:pt x="5" y="54"/>
                </a:cubicBezTo>
                <a:cubicBezTo>
                  <a:pt x="5" y="16"/>
                  <a:pt x="5" y="16"/>
                  <a:pt x="5" y="16"/>
                </a:cubicBezTo>
                <a:cubicBezTo>
                  <a:pt x="1" y="16"/>
                  <a:pt x="1" y="16"/>
                  <a:pt x="1" y="16"/>
                </a:cubicBezTo>
                <a:cubicBezTo>
                  <a:pt x="0" y="16"/>
                  <a:pt x="0" y="15"/>
                  <a:pt x="0" y="15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1"/>
                  <a:pt x="0" y="11"/>
                  <a:pt x="1" y="11"/>
                </a:cubicBezTo>
                <a:cubicBezTo>
                  <a:pt x="13" y="11"/>
                  <a:pt x="13" y="11"/>
                  <a:pt x="13" y="11"/>
                </a:cubicBezTo>
                <a:cubicBezTo>
                  <a:pt x="16" y="4"/>
                  <a:pt x="16" y="4"/>
                  <a:pt x="16" y="4"/>
                </a:cubicBezTo>
                <a:cubicBezTo>
                  <a:pt x="17" y="2"/>
                  <a:pt x="19" y="0"/>
                  <a:pt x="22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7" y="0"/>
                  <a:pt x="39" y="2"/>
                  <a:pt x="40" y="4"/>
                </a:cubicBezTo>
                <a:cubicBezTo>
                  <a:pt x="43" y="11"/>
                  <a:pt x="43" y="11"/>
                  <a:pt x="43" y="11"/>
                </a:cubicBezTo>
                <a:cubicBezTo>
                  <a:pt x="55" y="11"/>
                  <a:pt x="55" y="11"/>
                  <a:pt x="55" y="11"/>
                </a:cubicBezTo>
                <a:cubicBezTo>
                  <a:pt x="56" y="11"/>
                  <a:pt x="56" y="11"/>
                  <a:pt x="56" y="12"/>
                </a:cubicBezTo>
                <a:lnTo>
                  <a:pt x="56" y="15"/>
                </a:lnTo>
                <a:close/>
                <a:moveTo>
                  <a:pt x="20" y="22"/>
                </a:moveTo>
                <a:cubicBezTo>
                  <a:pt x="20" y="22"/>
                  <a:pt x="20" y="21"/>
                  <a:pt x="19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21"/>
                  <a:pt x="15" y="22"/>
                  <a:pt x="15" y="22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6" y="52"/>
                  <a:pt x="16" y="52"/>
                </a:cubicBezTo>
                <a:cubicBezTo>
                  <a:pt x="19" y="52"/>
                  <a:pt x="19" y="52"/>
                  <a:pt x="19" y="52"/>
                </a:cubicBezTo>
                <a:cubicBezTo>
                  <a:pt x="20" y="52"/>
                  <a:pt x="20" y="51"/>
                  <a:pt x="20" y="51"/>
                </a:cubicBezTo>
                <a:lnTo>
                  <a:pt x="20" y="22"/>
                </a:lnTo>
                <a:close/>
                <a:moveTo>
                  <a:pt x="37" y="11"/>
                </a:moveTo>
                <a:cubicBezTo>
                  <a:pt x="35" y="6"/>
                  <a:pt x="35" y="6"/>
                  <a:pt x="35" y="6"/>
                </a:cubicBezTo>
                <a:cubicBezTo>
                  <a:pt x="35" y="6"/>
                  <a:pt x="35" y="6"/>
                  <a:pt x="34" y="6"/>
                </a:cubicBezTo>
                <a:cubicBezTo>
                  <a:pt x="22" y="6"/>
                  <a:pt x="22" y="6"/>
                  <a:pt x="22" y="6"/>
                </a:cubicBezTo>
                <a:cubicBezTo>
                  <a:pt x="21" y="6"/>
                  <a:pt x="21" y="6"/>
                  <a:pt x="21" y="6"/>
                </a:cubicBezTo>
                <a:cubicBezTo>
                  <a:pt x="19" y="11"/>
                  <a:pt x="19" y="11"/>
                  <a:pt x="19" y="11"/>
                </a:cubicBezTo>
                <a:lnTo>
                  <a:pt x="37" y="11"/>
                </a:lnTo>
                <a:close/>
                <a:moveTo>
                  <a:pt x="31" y="22"/>
                </a:moveTo>
                <a:cubicBezTo>
                  <a:pt x="31" y="22"/>
                  <a:pt x="30" y="21"/>
                  <a:pt x="29" y="21"/>
                </a:cubicBezTo>
                <a:cubicBezTo>
                  <a:pt x="27" y="21"/>
                  <a:pt x="27" y="21"/>
                  <a:pt x="27" y="21"/>
                </a:cubicBezTo>
                <a:cubicBezTo>
                  <a:pt x="26" y="21"/>
                  <a:pt x="25" y="22"/>
                  <a:pt x="25" y="22"/>
                </a:cubicBezTo>
                <a:cubicBezTo>
                  <a:pt x="25" y="51"/>
                  <a:pt x="25" y="51"/>
                  <a:pt x="25" y="51"/>
                </a:cubicBezTo>
                <a:cubicBezTo>
                  <a:pt x="25" y="51"/>
                  <a:pt x="26" y="52"/>
                  <a:pt x="27" y="52"/>
                </a:cubicBezTo>
                <a:cubicBezTo>
                  <a:pt x="29" y="52"/>
                  <a:pt x="29" y="52"/>
                  <a:pt x="29" y="52"/>
                </a:cubicBezTo>
                <a:cubicBezTo>
                  <a:pt x="30" y="52"/>
                  <a:pt x="31" y="51"/>
                  <a:pt x="31" y="51"/>
                </a:cubicBezTo>
                <a:lnTo>
                  <a:pt x="31" y="22"/>
                </a:lnTo>
                <a:close/>
                <a:moveTo>
                  <a:pt x="41" y="22"/>
                </a:moveTo>
                <a:cubicBezTo>
                  <a:pt x="41" y="22"/>
                  <a:pt x="40" y="21"/>
                  <a:pt x="40" y="21"/>
                </a:cubicBezTo>
                <a:cubicBezTo>
                  <a:pt x="37" y="21"/>
                  <a:pt x="37" y="21"/>
                  <a:pt x="37" y="21"/>
                </a:cubicBezTo>
                <a:cubicBezTo>
                  <a:pt x="36" y="21"/>
                  <a:pt x="36" y="22"/>
                  <a:pt x="36" y="22"/>
                </a:cubicBezTo>
                <a:cubicBezTo>
                  <a:pt x="36" y="51"/>
                  <a:pt x="36" y="51"/>
                  <a:pt x="36" y="51"/>
                </a:cubicBezTo>
                <a:cubicBezTo>
                  <a:pt x="36" y="51"/>
                  <a:pt x="36" y="52"/>
                  <a:pt x="37" y="52"/>
                </a:cubicBezTo>
                <a:cubicBezTo>
                  <a:pt x="40" y="52"/>
                  <a:pt x="40" y="52"/>
                  <a:pt x="40" y="52"/>
                </a:cubicBezTo>
                <a:cubicBezTo>
                  <a:pt x="40" y="52"/>
                  <a:pt x="41" y="51"/>
                  <a:pt x="41" y="51"/>
                </a:cubicBezTo>
                <a:lnTo>
                  <a:pt x="41" y="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12"/>
          <p:cNvSpPr/>
          <p:nvPr/>
        </p:nvSpPr>
        <p:spPr>
          <a:xfrm>
            <a:off x="6927850" y="3917950"/>
            <a:ext cx="230188" cy="212725"/>
          </a:xfrm>
          <a:custGeom>
            <a:rect b="b" l="l" r="r" t="t"/>
            <a:pathLst>
              <a:path extrusionOk="0" h="62" w="67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12"/>
          <p:cNvSpPr/>
          <p:nvPr/>
        </p:nvSpPr>
        <p:spPr>
          <a:xfrm>
            <a:off x="7429500" y="3900488"/>
            <a:ext cx="133350" cy="230187"/>
          </a:xfrm>
          <a:custGeom>
            <a:rect b="b" l="l" r="r" t="t"/>
            <a:pathLst>
              <a:path extrusionOk="0" h="67" w="39">
                <a:moveTo>
                  <a:pt x="39" y="63"/>
                </a:moveTo>
                <a:cubicBezTo>
                  <a:pt x="38" y="65"/>
                  <a:pt x="32" y="67"/>
                  <a:pt x="27" y="67"/>
                </a:cubicBezTo>
                <a:cubicBezTo>
                  <a:pt x="13" y="67"/>
                  <a:pt x="7" y="57"/>
                  <a:pt x="7" y="49"/>
                </a:cubicBezTo>
                <a:cubicBezTo>
                  <a:pt x="7" y="27"/>
                  <a:pt x="7" y="27"/>
                  <a:pt x="7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9"/>
                  <a:pt x="0" y="19"/>
                  <a:pt x="0" y="19"/>
                </a:cubicBezTo>
                <a:cubicBezTo>
                  <a:pt x="11" y="15"/>
                  <a:pt x="13" y="6"/>
                  <a:pt x="14" y="1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24" y="0"/>
                </a:cubicBezTo>
                <a:cubicBezTo>
                  <a:pt x="24" y="17"/>
                  <a:pt x="24" y="17"/>
                  <a:pt x="24" y="17"/>
                </a:cubicBezTo>
                <a:cubicBezTo>
                  <a:pt x="37" y="17"/>
                  <a:pt x="37" y="17"/>
                  <a:pt x="37" y="17"/>
                </a:cubicBezTo>
                <a:cubicBezTo>
                  <a:pt x="37" y="27"/>
                  <a:pt x="37" y="27"/>
                  <a:pt x="37" y="27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51"/>
                  <a:pt x="25" y="55"/>
                  <a:pt x="30" y="55"/>
                </a:cubicBezTo>
                <a:cubicBezTo>
                  <a:pt x="32" y="55"/>
                  <a:pt x="34" y="54"/>
                  <a:pt x="36" y="54"/>
                </a:cubicBezTo>
                <a:lnTo>
                  <a:pt x="39" y="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12"/>
          <p:cNvSpPr/>
          <p:nvPr/>
        </p:nvSpPr>
        <p:spPr>
          <a:xfrm>
            <a:off x="7924800" y="3938588"/>
            <a:ext cx="219075" cy="174625"/>
          </a:xfrm>
          <a:custGeom>
            <a:rect b="b" l="l" r="r" t="t"/>
            <a:pathLst>
              <a:path extrusionOk="0" h="51" w="64">
                <a:moveTo>
                  <a:pt x="57" y="12"/>
                </a:moveTo>
                <a:cubicBezTo>
                  <a:pt x="57" y="13"/>
                  <a:pt x="57" y="14"/>
                  <a:pt x="57" y="14"/>
                </a:cubicBezTo>
                <a:cubicBezTo>
                  <a:pt x="57" y="31"/>
                  <a:pt x="44" y="51"/>
                  <a:pt x="20" y="51"/>
                </a:cubicBezTo>
                <a:cubicBezTo>
                  <a:pt x="13" y="51"/>
                  <a:pt x="6" y="49"/>
                  <a:pt x="0" y="45"/>
                </a:cubicBezTo>
                <a:cubicBezTo>
                  <a:pt x="1" y="45"/>
                  <a:pt x="2" y="45"/>
                  <a:pt x="3" y="45"/>
                </a:cubicBezTo>
                <a:cubicBezTo>
                  <a:pt x="9" y="45"/>
                  <a:pt x="15" y="43"/>
                  <a:pt x="19" y="40"/>
                </a:cubicBezTo>
                <a:cubicBezTo>
                  <a:pt x="14" y="40"/>
                  <a:pt x="9" y="36"/>
                  <a:pt x="7" y="31"/>
                </a:cubicBezTo>
                <a:cubicBezTo>
                  <a:pt x="8" y="31"/>
                  <a:pt x="9" y="31"/>
                  <a:pt x="10" y="31"/>
                </a:cubicBezTo>
                <a:cubicBezTo>
                  <a:pt x="11" y="31"/>
                  <a:pt x="12" y="31"/>
                  <a:pt x="13" y="31"/>
                </a:cubicBezTo>
                <a:cubicBezTo>
                  <a:pt x="7" y="29"/>
                  <a:pt x="3" y="24"/>
                  <a:pt x="3" y="18"/>
                </a:cubicBezTo>
                <a:cubicBezTo>
                  <a:pt x="3" y="18"/>
                  <a:pt x="3" y="18"/>
                  <a:pt x="3" y="18"/>
                </a:cubicBezTo>
                <a:cubicBezTo>
                  <a:pt x="5" y="19"/>
                  <a:pt x="7" y="19"/>
                  <a:pt x="9" y="19"/>
                </a:cubicBezTo>
                <a:cubicBezTo>
                  <a:pt x="5" y="17"/>
                  <a:pt x="3" y="13"/>
                  <a:pt x="3" y="9"/>
                </a:cubicBezTo>
                <a:cubicBezTo>
                  <a:pt x="3" y="6"/>
                  <a:pt x="4" y="4"/>
                  <a:pt x="5" y="2"/>
                </a:cubicBezTo>
                <a:cubicBezTo>
                  <a:pt x="11" y="10"/>
                  <a:pt x="21" y="15"/>
                  <a:pt x="31" y="16"/>
                </a:cubicBezTo>
                <a:cubicBezTo>
                  <a:pt x="31" y="15"/>
                  <a:pt x="31" y="14"/>
                  <a:pt x="31" y="13"/>
                </a:cubicBezTo>
                <a:cubicBezTo>
                  <a:pt x="31" y="5"/>
                  <a:pt x="37" y="0"/>
                  <a:pt x="44" y="0"/>
                </a:cubicBezTo>
                <a:cubicBezTo>
                  <a:pt x="48" y="0"/>
                  <a:pt x="51" y="1"/>
                  <a:pt x="54" y="4"/>
                </a:cubicBezTo>
                <a:cubicBezTo>
                  <a:pt x="56" y="3"/>
                  <a:pt x="59" y="2"/>
                  <a:pt x="62" y="1"/>
                </a:cubicBezTo>
                <a:cubicBezTo>
                  <a:pt x="61" y="4"/>
                  <a:pt x="59" y="6"/>
                  <a:pt x="56" y="8"/>
                </a:cubicBezTo>
                <a:cubicBezTo>
                  <a:pt x="59" y="7"/>
                  <a:pt x="61" y="7"/>
                  <a:pt x="64" y="6"/>
                </a:cubicBezTo>
                <a:cubicBezTo>
                  <a:pt x="62" y="8"/>
                  <a:pt x="60" y="11"/>
                  <a:pt x="57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3" name="Google Shape;3243;p12"/>
          <p:cNvSpPr/>
          <p:nvPr/>
        </p:nvSpPr>
        <p:spPr>
          <a:xfrm>
            <a:off x="8412163" y="3917950"/>
            <a:ext cx="212725" cy="212725"/>
          </a:xfrm>
          <a:custGeom>
            <a:rect b="b" l="l" r="r" t="t"/>
            <a:pathLst>
              <a:path extrusionOk="0" h="62" w="62">
                <a:moveTo>
                  <a:pt x="31" y="62"/>
                </a:moveTo>
                <a:cubicBezTo>
                  <a:pt x="22" y="62"/>
                  <a:pt x="13" y="58"/>
                  <a:pt x="8" y="51"/>
                </a:cubicBezTo>
                <a:cubicBezTo>
                  <a:pt x="7" y="50"/>
                  <a:pt x="7" y="50"/>
                  <a:pt x="8" y="49"/>
                </a:cubicBezTo>
                <a:cubicBezTo>
                  <a:pt x="13" y="44"/>
                  <a:pt x="13" y="44"/>
                  <a:pt x="13" y="44"/>
                </a:cubicBezTo>
                <a:cubicBezTo>
                  <a:pt x="13" y="44"/>
                  <a:pt x="14" y="43"/>
                  <a:pt x="14" y="43"/>
                </a:cubicBezTo>
                <a:cubicBezTo>
                  <a:pt x="15" y="43"/>
                  <a:pt x="15" y="44"/>
                  <a:pt x="15" y="44"/>
                </a:cubicBezTo>
                <a:cubicBezTo>
                  <a:pt x="19" y="49"/>
                  <a:pt x="25" y="52"/>
                  <a:pt x="31" y="52"/>
                </a:cubicBezTo>
                <a:cubicBezTo>
                  <a:pt x="43" y="52"/>
                  <a:pt x="52" y="43"/>
                  <a:pt x="52" y="31"/>
                </a:cubicBezTo>
                <a:cubicBezTo>
                  <a:pt x="52" y="20"/>
                  <a:pt x="43" y="11"/>
                  <a:pt x="31" y="11"/>
                </a:cubicBezTo>
                <a:cubicBezTo>
                  <a:pt x="26" y="11"/>
                  <a:pt x="21" y="13"/>
                  <a:pt x="17" y="16"/>
                </a:cubicBezTo>
                <a:cubicBezTo>
                  <a:pt x="23" y="22"/>
                  <a:pt x="23" y="22"/>
                  <a:pt x="23" y="22"/>
                </a:cubicBezTo>
                <a:cubicBezTo>
                  <a:pt x="24" y="23"/>
                  <a:pt x="24" y="24"/>
                  <a:pt x="23" y="25"/>
                </a:cubicBezTo>
                <a:cubicBezTo>
                  <a:pt x="23" y="26"/>
                  <a:pt x="22" y="26"/>
                  <a:pt x="2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2" y="26"/>
                  <a:pt x="0" y="25"/>
                  <a:pt x="0" y="24"/>
                </a:cubicBezTo>
                <a:cubicBezTo>
                  <a:pt x="0" y="6"/>
                  <a:pt x="0" y="6"/>
                  <a:pt x="0" y="6"/>
                </a:cubicBezTo>
                <a:cubicBezTo>
                  <a:pt x="0" y="5"/>
                  <a:pt x="1" y="4"/>
                  <a:pt x="2" y="3"/>
                </a:cubicBezTo>
                <a:cubicBezTo>
                  <a:pt x="3" y="3"/>
                  <a:pt x="4" y="3"/>
                  <a:pt x="5" y="4"/>
                </a:cubicBezTo>
                <a:cubicBezTo>
                  <a:pt x="10" y="9"/>
                  <a:pt x="10" y="9"/>
                  <a:pt x="10" y="9"/>
                </a:cubicBezTo>
                <a:cubicBezTo>
                  <a:pt x="16" y="4"/>
                  <a:pt x="23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cubicBezTo>
                  <a:pt x="62" y="48"/>
                  <a:pt x="48" y="62"/>
                  <a:pt x="31" y="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4" name="Google Shape;3244;p12"/>
          <p:cNvSpPr/>
          <p:nvPr/>
        </p:nvSpPr>
        <p:spPr>
          <a:xfrm>
            <a:off x="8839200" y="3900488"/>
            <a:ext cx="157163" cy="212725"/>
          </a:xfrm>
          <a:custGeom>
            <a:rect b="b" l="l" r="r" t="t"/>
            <a:pathLst>
              <a:path extrusionOk="0" h="62" w="46">
                <a:moveTo>
                  <a:pt x="46" y="35"/>
                </a:moveTo>
                <a:cubicBezTo>
                  <a:pt x="46" y="58"/>
                  <a:pt x="46" y="58"/>
                  <a:pt x="46" y="58"/>
                </a:cubicBezTo>
                <a:cubicBezTo>
                  <a:pt x="46" y="60"/>
                  <a:pt x="44" y="62"/>
                  <a:pt x="42" y="62"/>
                </a:cubicBezTo>
                <a:cubicBezTo>
                  <a:pt x="4" y="62"/>
                  <a:pt x="4" y="62"/>
                  <a:pt x="4" y="62"/>
                </a:cubicBezTo>
                <a:cubicBezTo>
                  <a:pt x="1" y="62"/>
                  <a:pt x="0" y="60"/>
                  <a:pt x="0" y="5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33"/>
                  <a:pt x="1" y="31"/>
                  <a:pt x="4" y="31"/>
                </a:cubicBezTo>
                <a:cubicBezTo>
                  <a:pt x="5" y="31"/>
                  <a:pt x="5" y="31"/>
                  <a:pt x="5" y="31"/>
                </a:cubicBezTo>
                <a:cubicBezTo>
                  <a:pt x="5" y="18"/>
                  <a:pt x="5" y="18"/>
                  <a:pt x="5" y="18"/>
                </a:cubicBezTo>
                <a:cubicBezTo>
                  <a:pt x="5" y="8"/>
                  <a:pt x="13" y="0"/>
                  <a:pt x="23" y="0"/>
                </a:cubicBezTo>
                <a:cubicBezTo>
                  <a:pt x="33" y="0"/>
                  <a:pt x="41" y="8"/>
                  <a:pt x="41" y="18"/>
                </a:cubicBezTo>
                <a:cubicBezTo>
                  <a:pt x="41" y="20"/>
                  <a:pt x="40" y="21"/>
                  <a:pt x="38" y="21"/>
                </a:cubicBezTo>
                <a:cubicBezTo>
                  <a:pt x="36" y="21"/>
                  <a:pt x="36" y="21"/>
                  <a:pt x="36" y="21"/>
                </a:cubicBezTo>
                <a:cubicBezTo>
                  <a:pt x="34" y="21"/>
                  <a:pt x="33" y="20"/>
                  <a:pt x="33" y="18"/>
                </a:cubicBezTo>
                <a:cubicBezTo>
                  <a:pt x="33" y="13"/>
                  <a:pt x="29" y="8"/>
                  <a:pt x="23" y="8"/>
                </a:cubicBezTo>
                <a:cubicBezTo>
                  <a:pt x="17" y="8"/>
                  <a:pt x="13" y="13"/>
                  <a:pt x="13" y="18"/>
                </a:cubicBezTo>
                <a:cubicBezTo>
                  <a:pt x="13" y="31"/>
                  <a:pt x="13" y="31"/>
                  <a:pt x="13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4" y="31"/>
                  <a:pt x="46" y="33"/>
                  <a:pt x="46" y="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5" name="Google Shape;3245;p12"/>
          <p:cNvSpPr/>
          <p:nvPr/>
        </p:nvSpPr>
        <p:spPr>
          <a:xfrm>
            <a:off x="112713" y="1200150"/>
            <a:ext cx="192087" cy="212725"/>
          </a:xfrm>
          <a:custGeom>
            <a:rect b="b" l="l" r="r" t="t"/>
            <a:pathLst>
              <a:path extrusionOk="0" h="62" w="56">
                <a:moveTo>
                  <a:pt x="46" y="62"/>
                </a:moveTo>
                <a:cubicBezTo>
                  <a:pt x="10" y="62"/>
                  <a:pt x="10" y="62"/>
                  <a:pt x="10" y="62"/>
                </a:cubicBezTo>
                <a:cubicBezTo>
                  <a:pt x="4" y="62"/>
                  <a:pt x="0" y="58"/>
                  <a:pt x="0" y="52"/>
                </a:cubicBezTo>
                <a:cubicBezTo>
                  <a:pt x="0" y="43"/>
                  <a:pt x="2" y="29"/>
                  <a:pt x="14" y="29"/>
                </a:cubicBezTo>
                <a:cubicBezTo>
                  <a:pt x="15" y="29"/>
                  <a:pt x="20" y="34"/>
                  <a:pt x="28" y="34"/>
                </a:cubicBezTo>
                <a:cubicBezTo>
                  <a:pt x="36" y="34"/>
                  <a:pt x="41" y="29"/>
                  <a:pt x="42" y="29"/>
                </a:cubicBezTo>
                <a:cubicBezTo>
                  <a:pt x="54" y="29"/>
                  <a:pt x="56" y="43"/>
                  <a:pt x="56" y="52"/>
                </a:cubicBezTo>
                <a:cubicBezTo>
                  <a:pt x="56" y="58"/>
                  <a:pt x="52" y="62"/>
                  <a:pt x="46" y="62"/>
                </a:cubicBezTo>
                <a:close/>
                <a:moveTo>
                  <a:pt x="28" y="31"/>
                </a:moveTo>
                <a:cubicBezTo>
                  <a:pt x="20" y="31"/>
                  <a:pt x="13" y="24"/>
                  <a:pt x="13" y="16"/>
                </a:cubicBezTo>
                <a:cubicBezTo>
                  <a:pt x="13" y="7"/>
                  <a:pt x="20" y="0"/>
                  <a:pt x="28" y="0"/>
                </a:cubicBezTo>
                <a:cubicBezTo>
                  <a:pt x="37" y="0"/>
                  <a:pt x="43" y="7"/>
                  <a:pt x="43" y="16"/>
                </a:cubicBezTo>
                <a:cubicBezTo>
                  <a:pt x="43" y="24"/>
                  <a:pt x="37" y="31"/>
                  <a:pt x="28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12"/>
          <p:cNvSpPr/>
          <p:nvPr/>
        </p:nvSpPr>
        <p:spPr>
          <a:xfrm>
            <a:off x="533400" y="1200150"/>
            <a:ext cx="209550" cy="212725"/>
          </a:xfrm>
          <a:custGeom>
            <a:rect b="b" l="l" r="r" t="t"/>
            <a:pathLst>
              <a:path extrusionOk="0" h="62" w="61">
                <a:moveTo>
                  <a:pt x="61" y="51"/>
                </a:moveTo>
                <a:cubicBezTo>
                  <a:pt x="61" y="57"/>
                  <a:pt x="56" y="62"/>
                  <a:pt x="50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5" y="62"/>
                  <a:pt x="0" y="57"/>
                  <a:pt x="0" y="51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6"/>
                  <a:pt x="5" y="0"/>
                  <a:pt x="1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6" y="0"/>
                  <a:pt x="61" y="6"/>
                  <a:pt x="61" y="12"/>
                </a:cubicBezTo>
                <a:lnTo>
                  <a:pt x="61" y="51"/>
                </a:lnTo>
                <a:close/>
                <a:moveTo>
                  <a:pt x="49" y="16"/>
                </a:moveTo>
                <a:cubicBezTo>
                  <a:pt x="48" y="14"/>
                  <a:pt x="44" y="13"/>
                  <a:pt x="42" y="14"/>
                </a:cubicBezTo>
                <a:cubicBezTo>
                  <a:pt x="40" y="14"/>
                  <a:pt x="33" y="17"/>
                  <a:pt x="31" y="24"/>
                </a:cubicBezTo>
                <a:cubicBezTo>
                  <a:pt x="35" y="24"/>
                  <a:pt x="37" y="24"/>
                  <a:pt x="37" y="29"/>
                </a:cubicBezTo>
                <a:cubicBezTo>
                  <a:pt x="37" y="30"/>
                  <a:pt x="36" y="32"/>
                  <a:pt x="35" y="34"/>
                </a:cubicBezTo>
                <a:cubicBezTo>
                  <a:pt x="33" y="37"/>
                  <a:pt x="31" y="41"/>
                  <a:pt x="28" y="38"/>
                </a:cubicBezTo>
                <a:cubicBezTo>
                  <a:pt x="26" y="35"/>
                  <a:pt x="26" y="30"/>
                  <a:pt x="25" y="26"/>
                </a:cubicBezTo>
                <a:cubicBezTo>
                  <a:pt x="25" y="24"/>
                  <a:pt x="24" y="21"/>
                  <a:pt x="24" y="19"/>
                </a:cubicBezTo>
                <a:cubicBezTo>
                  <a:pt x="23" y="18"/>
                  <a:pt x="22" y="15"/>
                  <a:pt x="20" y="15"/>
                </a:cubicBezTo>
                <a:cubicBezTo>
                  <a:pt x="19" y="15"/>
                  <a:pt x="17" y="15"/>
                  <a:pt x="15" y="16"/>
                </a:cubicBezTo>
                <a:cubicBezTo>
                  <a:pt x="11" y="18"/>
                  <a:pt x="9" y="22"/>
                  <a:pt x="5" y="24"/>
                </a:cubicBezTo>
                <a:cubicBezTo>
                  <a:pt x="5" y="25"/>
                  <a:pt x="5" y="25"/>
                  <a:pt x="5" y="25"/>
                </a:cubicBezTo>
                <a:cubicBezTo>
                  <a:pt x="6" y="25"/>
                  <a:pt x="6" y="26"/>
                  <a:pt x="7" y="26"/>
                </a:cubicBezTo>
                <a:cubicBezTo>
                  <a:pt x="9" y="27"/>
                  <a:pt x="11" y="24"/>
                  <a:pt x="13" y="27"/>
                </a:cubicBezTo>
                <a:cubicBezTo>
                  <a:pt x="14" y="29"/>
                  <a:pt x="14" y="30"/>
                  <a:pt x="15" y="32"/>
                </a:cubicBezTo>
                <a:cubicBezTo>
                  <a:pt x="16" y="34"/>
                  <a:pt x="16" y="37"/>
                  <a:pt x="17" y="40"/>
                </a:cubicBezTo>
                <a:cubicBezTo>
                  <a:pt x="18" y="44"/>
                  <a:pt x="19" y="51"/>
                  <a:pt x="23" y="52"/>
                </a:cubicBezTo>
                <a:cubicBezTo>
                  <a:pt x="25" y="53"/>
                  <a:pt x="28" y="52"/>
                  <a:pt x="30" y="51"/>
                </a:cubicBezTo>
                <a:cubicBezTo>
                  <a:pt x="34" y="49"/>
                  <a:pt x="37" y="45"/>
                  <a:pt x="40" y="42"/>
                </a:cubicBezTo>
                <a:cubicBezTo>
                  <a:pt x="46" y="33"/>
                  <a:pt x="50" y="24"/>
                  <a:pt x="50" y="21"/>
                </a:cubicBezTo>
                <a:cubicBezTo>
                  <a:pt x="50" y="19"/>
                  <a:pt x="50" y="17"/>
                  <a:pt x="49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12"/>
          <p:cNvSpPr/>
          <p:nvPr/>
        </p:nvSpPr>
        <p:spPr>
          <a:xfrm>
            <a:off x="6477000" y="1962150"/>
            <a:ext cx="107950" cy="168275"/>
          </a:xfrm>
          <a:custGeom>
            <a:rect b="b" l="l" r="r" t="t"/>
            <a:pathLst>
              <a:path extrusionOk="0" h="49" w="31">
                <a:moveTo>
                  <a:pt x="31" y="46"/>
                </a:moveTo>
                <a:cubicBezTo>
                  <a:pt x="31" y="48"/>
                  <a:pt x="30" y="49"/>
                  <a:pt x="29" y="49"/>
                </a:cubicBezTo>
                <a:cubicBezTo>
                  <a:pt x="28" y="49"/>
                  <a:pt x="27" y="48"/>
                  <a:pt x="27" y="48"/>
                </a:cubicBezTo>
                <a:cubicBezTo>
                  <a:pt x="14" y="35"/>
                  <a:pt x="14" y="35"/>
                  <a:pt x="14" y="35"/>
                </a:cubicBezTo>
                <a:cubicBezTo>
                  <a:pt x="3" y="35"/>
                  <a:pt x="3" y="35"/>
                  <a:pt x="3" y="35"/>
                </a:cubicBezTo>
                <a:cubicBezTo>
                  <a:pt x="2" y="35"/>
                  <a:pt x="0" y="33"/>
                  <a:pt x="0" y="32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9" y="0"/>
                </a:cubicBezTo>
                <a:cubicBezTo>
                  <a:pt x="30" y="0"/>
                  <a:pt x="31" y="1"/>
                  <a:pt x="31" y="2"/>
                </a:cubicBezTo>
                <a:lnTo>
                  <a:pt x="31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12"/>
          <p:cNvSpPr/>
          <p:nvPr/>
        </p:nvSpPr>
        <p:spPr>
          <a:xfrm>
            <a:off x="7391400" y="3562350"/>
            <a:ext cx="250825" cy="203200"/>
          </a:xfrm>
          <a:custGeom>
            <a:rect b="b" l="l" r="r" t="t"/>
            <a:pathLst>
              <a:path extrusionOk="0" h="59" w="73">
                <a:moveTo>
                  <a:pt x="30" y="59"/>
                </a:moveTo>
                <a:cubicBezTo>
                  <a:pt x="15" y="59"/>
                  <a:pt x="0" y="52"/>
                  <a:pt x="0" y="40"/>
                </a:cubicBezTo>
                <a:cubicBezTo>
                  <a:pt x="0" y="34"/>
                  <a:pt x="4" y="27"/>
                  <a:pt x="10" y="20"/>
                </a:cubicBezTo>
                <a:cubicBezTo>
                  <a:pt x="20" y="11"/>
                  <a:pt x="30" y="7"/>
                  <a:pt x="34" y="11"/>
                </a:cubicBezTo>
                <a:cubicBezTo>
                  <a:pt x="36" y="13"/>
                  <a:pt x="36" y="16"/>
                  <a:pt x="35" y="19"/>
                </a:cubicBezTo>
                <a:cubicBezTo>
                  <a:pt x="34" y="21"/>
                  <a:pt x="37" y="20"/>
                  <a:pt x="37" y="20"/>
                </a:cubicBezTo>
                <a:cubicBezTo>
                  <a:pt x="44" y="17"/>
                  <a:pt x="50" y="17"/>
                  <a:pt x="53" y="20"/>
                </a:cubicBezTo>
                <a:cubicBezTo>
                  <a:pt x="54" y="22"/>
                  <a:pt x="54" y="24"/>
                  <a:pt x="53" y="27"/>
                </a:cubicBezTo>
                <a:cubicBezTo>
                  <a:pt x="52" y="29"/>
                  <a:pt x="53" y="29"/>
                  <a:pt x="54" y="29"/>
                </a:cubicBezTo>
                <a:cubicBezTo>
                  <a:pt x="58" y="30"/>
                  <a:pt x="63" y="34"/>
                  <a:pt x="63" y="39"/>
                </a:cubicBezTo>
                <a:cubicBezTo>
                  <a:pt x="63" y="48"/>
                  <a:pt x="50" y="59"/>
                  <a:pt x="30" y="59"/>
                </a:cubicBezTo>
                <a:close/>
                <a:moveTo>
                  <a:pt x="27" y="27"/>
                </a:moveTo>
                <a:cubicBezTo>
                  <a:pt x="15" y="28"/>
                  <a:pt x="6" y="35"/>
                  <a:pt x="7" y="43"/>
                </a:cubicBezTo>
                <a:cubicBezTo>
                  <a:pt x="8" y="51"/>
                  <a:pt x="18" y="56"/>
                  <a:pt x="30" y="55"/>
                </a:cubicBezTo>
                <a:cubicBezTo>
                  <a:pt x="42" y="54"/>
                  <a:pt x="51" y="47"/>
                  <a:pt x="50" y="39"/>
                </a:cubicBezTo>
                <a:cubicBezTo>
                  <a:pt x="49" y="31"/>
                  <a:pt x="39" y="26"/>
                  <a:pt x="27" y="27"/>
                </a:cubicBezTo>
                <a:close/>
                <a:moveTo>
                  <a:pt x="22" y="52"/>
                </a:moveTo>
                <a:cubicBezTo>
                  <a:pt x="17" y="50"/>
                  <a:pt x="14" y="44"/>
                  <a:pt x="17" y="39"/>
                </a:cubicBezTo>
                <a:cubicBezTo>
                  <a:pt x="19" y="34"/>
                  <a:pt x="26" y="31"/>
                  <a:pt x="31" y="33"/>
                </a:cubicBezTo>
                <a:cubicBezTo>
                  <a:pt x="37" y="34"/>
                  <a:pt x="40" y="40"/>
                  <a:pt x="38" y="45"/>
                </a:cubicBezTo>
                <a:cubicBezTo>
                  <a:pt x="35" y="51"/>
                  <a:pt x="28" y="54"/>
                  <a:pt x="22" y="52"/>
                </a:cubicBezTo>
                <a:close/>
                <a:moveTo>
                  <a:pt x="26" y="41"/>
                </a:moveTo>
                <a:cubicBezTo>
                  <a:pt x="24" y="40"/>
                  <a:pt x="21" y="41"/>
                  <a:pt x="20" y="43"/>
                </a:cubicBezTo>
                <a:cubicBezTo>
                  <a:pt x="19" y="45"/>
                  <a:pt x="20" y="47"/>
                  <a:pt x="21" y="48"/>
                </a:cubicBezTo>
                <a:cubicBezTo>
                  <a:pt x="23" y="49"/>
                  <a:pt x="26" y="48"/>
                  <a:pt x="27" y="46"/>
                </a:cubicBezTo>
                <a:cubicBezTo>
                  <a:pt x="28" y="44"/>
                  <a:pt x="27" y="42"/>
                  <a:pt x="26" y="41"/>
                </a:cubicBezTo>
                <a:close/>
                <a:moveTo>
                  <a:pt x="30" y="39"/>
                </a:moveTo>
                <a:cubicBezTo>
                  <a:pt x="29" y="39"/>
                  <a:pt x="28" y="39"/>
                  <a:pt x="28" y="40"/>
                </a:cubicBezTo>
                <a:cubicBezTo>
                  <a:pt x="28" y="41"/>
                  <a:pt x="28" y="41"/>
                  <a:pt x="29" y="42"/>
                </a:cubicBezTo>
                <a:cubicBezTo>
                  <a:pt x="29" y="42"/>
                  <a:pt x="30" y="42"/>
                  <a:pt x="31" y="41"/>
                </a:cubicBezTo>
                <a:cubicBezTo>
                  <a:pt x="31" y="40"/>
                  <a:pt x="31" y="39"/>
                  <a:pt x="30" y="39"/>
                </a:cubicBezTo>
                <a:close/>
                <a:moveTo>
                  <a:pt x="71" y="26"/>
                </a:moveTo>
                <a:cubicBezTo>
                  <a:pt x="70" y="28"/>
                  <a:pt x="69" y="28"/>
                  <a:pt x="67" y="28"/>
                </a:cubicBezTo>
                <a:cubicBezTo>
                  <a:pt x="66" y="27"/>
                  <a:pt x="65" y="26"/>
                  <a:pt x="66" y="24"/>
                </a:cubicBezTo>
                <a:cubicBezTo>
                  <a:pt x="67" y="20"/>
                  <a:pt x="66" y="15"/>
                  <a:pt x="63" y="11"/>
                </a:cubicBezTo>
                <a:cubicBezTo>
                  <a:pt x="59" y="7"/>
                  <a:pt x="54" y="6"/>
                  <a:pt x="50" y="7"/>
                </a:cubicBezTo>
                <a:cubicBezTo>
                  <a:pt x="48" y="7"/>
                  <a:pt x="47" y="6"/>
                  <a:pt x="47" y="5"/>
                </a:cubicBezTo>
                <a:cubicBezTo>
                  <a:pt x="46" y="3"/>
                  <a:pt x="47" y="2"/>
                  <a:pt x="49" y="2"/>
                </a:cubicBezTo>
                <a:cubicBezTo>
                  <a:pt x="55" y="0"/>
                  <a:pt x="62" y="2"/>
                  <a:pt x="67" y="7"/>
                </a:cubicBezTo>
                <a:cubicBezTo>
                  <a:pt x="72" y="13"/>
                  <a:pt x="73" y="20"/>
                  <a:pt x="71" y="26"/>
                </a:cubicBezTo>
                <a:close/>
                <a:moveTo>
                  <a:pt x="61" y="23"/>
                </a:moveTo>
                <a:cubicBezTo>
                  <a:pt x="61" y="24"/>
                  <a:pt x="60" y="25"/>
                  <a:pt x="59" y="25"/>
                </a:cubicBezTo>
                <a:cubicBezTo>
                  <a:pt x="57" y="24"/>
                  <a:pt x="57" y="23"/>
                  <a:pt x="57" y="22"/>
                </a:cubicBezTo>
                <a:cubicBezTo>
                  <a:pt x="57" y="20"/>
                  <a:pt x="57" y="18"/>
                  <a:pt x="56" y="17"/>
                </a:cubicBezTo>
                <a:cubicBezTo>
                  <a:pt x="55" y="16"/>
                  <a:pt x="53" y="15"/>
                  <a:pt x="52" y="16"/>
                </a:cubicBezTo>
                <a:cubicBezTo>
                  <a:pt x="50" y="16"/>
                  <a:pt x="49" y="15"/>
                  <a:pt x="49" y="14"/>
                </a:cubicBezTo>
                <a:cubicBezTo>
                  <a:pt x="49" y="13"/>
                  <a:pt x="49" y="11"/>
                  <a:pt x="51" y="11"/>
                </a:cubicBezTo>
                <a:cubicBezTo>
                  <a:pt x="54" y="10"/>
                  <a:pt x="57" y="11"/>
                  <a:pt x="60" y="14"/>
                </a:cubicBezTo>
                <a:cubicBezTo>
                  <a:pt x="62" y="17"/>
                  <a:pt x="62" y="20"/>
                  <a:pt x="61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p13"/>
          <p:cNvSpPr/>
          <p:nvPr/>
        </p:nvSpPr>
        <p:spPr>
          <a:xfrm>
            <a:off x="8323263" y="4610100"/>
            <a:ext cx="409575" cy="192088"/>
          </a:xfrm>
          <a:custGeom>
            <a:rect b="b" l="l" r="r" t="t"/>
            <a:pathLst>
              <a:path extrusionOk="0" h="120" w="256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72"/>
                </a:moveTo>
                <a:cubicBezTo>
                  <a:pt x="220" y="48"/>
                  <a:pt x="220" y="48"/>
                  <a:pt x="220" y="48"/>
                </a:cubicBezTo>
                <a:cubicBezTo>
                  <a:pt x="220" y="24"/>
                  <a:pt x="220" y="24"/>
                  <a:pt x="22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72"/>
                </a:lnTo>
                <a:close/>
                <a:moveTo>
                  <a:pt x="208" y="84"/>
                </a:moveTo>
                <a:cubicBezTo>
                  <a:pt x="36" y="84"/>
                  <a:pt x="36" y="84"/>
                  <a:pt x="36" y="84"/>
                </a:cubicBezTo>
                <a:cubicBezTo>
                  <a:pt x="36" y="36"/>
                  <a:pt x="36" y="36"/>
                  <a:pt x="36" y="36"/>
                </a:cubicBezTo>
                <a:cubicBezTo>
                  <a:pt x="208" y="36"/>
                  <a:pt x="208" y="36"/>
                  <a:pt x="208" y="36"/>
                </a:cubicBezTo>
                <a:lnTo>
                  <a:pt x="208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4" name="Google Shape;3254;p13"/>
          <p:cNvSpPr/>
          <p:nvPr/>
        </p:nvSpPr>
        <p:spPr>
          <a:xfrm>
            <a:off x="7608888" y="4610100"/>
            <a:ext cx="407987" cy="192088"/>
          </a:xfrm>
          <a:custGeom>
            <a:rect b="b" l="l" r="r" t="t"/>
            <a:pathLst>
              <a:path extrusionOk="0" h="120" w="256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72"/>
                </a:moveTo>
                <a:cubicBezTo>
                  <a:pt x="220" y="48"/>
                  <a:pt x="220" y="48"/>
                  <a:pt x="220" y="48"/>
                </a:cubicBezTo>
                <a:cubicBezTo>
                  <a:pt x="220" y="24"/>
                  <a:pt x="220" y="24"/>
                  <a:pt x="22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72"/>
                </a:lnTo>
                <a:close/>
                <a:moveTo>
                  <a:pt x="148" y="84"/>
                </a:moveTo>
                <a:cubicBezTo>
                  <a:pt x="148" y="84"/>
                  <a:pt x="148" y="84"/>
                  <a:pt x="148" y="84"/>
                </a:cubicBezTo>
                <a:cubicBezTo>
                  <a:pt x="36" y="84"/>
                  <a:pt x="36" y="84"/>
                  <a:pt x="36" y="84"/>
                </a:cubicBezTo>
                <a:cubicBezTo>
                  <a:pt x="36" y="36"/>
                  <a:pt x="36" y="36"/>
                  <a:pt x="36" y="36"/>
                </a:cubicBezTo>
                <a:cubicBezTo>
                  <a:pt x="148" y="36"/>
                  <a:pt x="148" y="36"/>
                  <a:pt x="148" y="36"/>
                </a:cubicBezTo>
                <a:lnTo>
                  <a:pt x="148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5" name="Google Shape;3255;p13"/>
          <p:cNvSpPr/>
          <p:nvPr/>
        </p:nvSpPr>
        <p:spPr>
          <a:xfrm>
            <a:off x="6892925" y="4610100"/>
            <a:ext cx="409575" cy="192088"/>
          </a:xfrm>
          <a:custGeom>
            <a:rect b="b" l="l" r="r" t="t"/>
            <a:pathLst>
              <a:path extrusionOk="0" h="120" w="256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72"/>
                </a:moveTo>
                <a:cubicBezTo>
                  <a:pt x="220" y="48"/>
                  <a:pt x="220" y="48"/>
                  <a:pt x="220" y="48"/>
                </a:cubicBezTo>
                <a:cubicBezTo>
                  <a:pt x="220" y="24"/>
                  <a:pt x="220" y="24"/>
                  <a:pt x="220" y="24"/>
                </a:cubicBezTo>
                <a:cubicBezTo>
                  <a:pt x="216" y="24"/>
                  <a:pt x="216" y="24"/>
                  <a:pt x="216" y="24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72"/>
                </a:lnTo>
                <a:close/>
                <a:moveTo>
                  <a:pt x="88" y="84"/>
                </a:moveTo>
                <a:cubicBezTo>
                  <a:pt x="36" y="84"/>
                  <a:pt x="36" y="84"/>
                  <a:pt x="36" y="84"/>
                </a:cubicBezTo>
                <a:cubicBezTo>
                  <a:pt x="36" y="36"/>
                  <a:pt x="36" y="36"/>
                  <a:pt x="36" y="36"/>
                </a:cubicBezTo>
                <a:cubicBezTo>
                  <a:pt x="88" y="36"/>
                  <a:pt x="88" y="36"/>
                  <a:pt x="88" y="36"/>
                </a:cubicBezTo>
                <a:lnTo>
                  <a:pt x="88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6" name="Google Shape;3256;p13"/>
          <p:cNvSpPr/>
          <p:nvPr/>
        </p:nvSpPr>
        <p:spPr>
          <a:xfrm>
            <a:off x="6178550" y="4610100"/>
            <a:ext cx="407988" cy="192088"/>
          </a:xfrm>
          <a:custGeom>
            <a:rect b="b" l="l" r="r" t="t"/>
            <a:pathLst>
              <a:path extrusionOk="0" h="120" w="256">
                <a:moveTo>
                  <a:pt x="244" y="84"/>
                </a:moveTo>
                <a:cubicBezTo>
                  <a:pt x="244" y="108"/>
                  <a:pt x="244" y="108"/>
                  <a:pt x="244" y="108"/>
                </a:cubicBezTo>
                <a:cubicBezTo>
                  <a:pt x="244" y="115"/>
                  <a:pt x="239" y="120"/>
                  <a:pt x="232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5" y="120"/>
                  <a:pt x="0" y="115"/>
                  <a:pt x="0" y="10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39" y="0"/>
                  <a:pt x="244" y="5"/>
                  <a:pt x="244" y="12"/>
                </a:cubicBezTo>
                <a:cubicBezTo>
                  <a:pt x="244" y="36"/>
                  <a:pt x="244" y="36"/>
                  <a:pt x="244" y="36"/>
                </a:cubicBezTo>
                <a:cubicBezTo>
                  <a:pt x="251" y="36"/>
                  <a:pt x="256" y="41"/>
                  <a:pt x="256" y="48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79"/>
                  <a:pt x="251" y="84"/>
                  <a:pt x="244" y="84"/>
                </a:cubicBezTo>
                <a:moveTo>
                  <a:pt x="220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96"/>
                  <a:pt x="24" y="96"/>
                  <a:pt x="24" y="96"/>
                </a:cubicBezTo>
                <a:cubicBezTo>
                  <a:pt x="220" y="96"/>
                  <a:pt x="220" y="96"/>
                  <a:pt x="220" y="96"/>
                </a:cubicBezTo>
                <a:lnTo>
                  <a:pt x="220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7" name="Google Shape;3257;p13"/>
          <p:cNvSpPr/>
          <p:nvPr/>
        </p:nvSpPr>
        <p:spPr>
          <a:xfrm>
            <a:off x="5462588" y="4514850"/>
            <a:ext cx="409575" cy="388938"/>
          </a:xfrm>
          <a:custGeom>
            <a:rect b="b" l="l" r="r" t="t"/>
            <a:pathLst>
              <a:path extrusionOk="0" h="244" w="256">
                <a:moveTo>
                  <a:pt x="251" y="106"/>
                </a:moveTo>
                <a:cubicBezTo>
                  <a:pt x="251" y="106"/>
                  <a:pt x="251" y="106"/>
                  <a:pt x="251" y="106"/>
                </a:cubicBezTo>
                <a:cubicBezTo>
                  <a:pt x="187" y="152"/>
                  <a:pt x="187" y="152"/>
                  <a:pt x="187" y="152"/>
                </a:cubicBezTo>
                <a:cubicBezTo>
                  <a:pt x="211" y="228"/>
                  <a:pt x="211" y="228"/>
                  <a:pt x="211" y="228"/>
                </a:cubicBezTo>
                <a:cubicBezTo>
                  <a:pt x="212" y="229"/>
                  <a:pt x="212" y="231"/>
                  <a:pt x="212" y="232"/>
                </a:cubicBezTo>
                <a:cubicBezTo>
                  <a:pt x="212" y="239"/>
                  <a:pt x="207" y="244"/>
                  <a:pt x="200" y="244"/>
                </a:cubicBezTo>
                <a:cubicBezTo>
                  <a:pt x="197" y="244"/>
                  <a:pt x="195" y="243"/>
                  <a:pt x="193" y="242"/>
                </a:cubicBezTo>
                <a:cubicBezTo>
                  <a:pt x="193" y="242"/>
                  <a:pt x="193" y="242"/>
                  <a:pt x="193" y="242"/>
                </a:cubicBezTo>
                <a:cubicBezTo>
                  <a:pt x="128" y="195"/>
                  <a:pt x="128" y="195"/>
                  <a:pt x="128" y="195"/>
                </a:cubicBezTo>
                <a:cubicBezTo>
                  <a:pt x="63" y="242"/>
                  <a:pt x="63" y="242"/>
                  <a:pt x="63" y="242"/>
                </a:cubicBezTo>
                <a:cubicBezTo>
                  <a:pt x="63" y="242"/>
                  <a:pt x="63" y="242"/>
                  <a:pt x="63" y="242"/>
                </a:cubicBezTo>
                <a:cubicBezTo>
                  <a:pt x="61" y="243"/>
                  <a:pt x="59" y="244"/>
                  <a:pt x="56" y="244"/>
                </a:cubicBezTo>
                <a:cubicBezTo>
                  <a:pt x="49" y="244"/>
                  <a:pt x="44" y="239"/>
                  <a:pt x="44" y="232"/>
                </a:cubicBezTo>
                <a:cubicBezTo>
                  <a:pt x="44" y="231"/>
                  <a:pt x="44" y="229"/>
                  <a:pt x="45" y="228"/>
                </a:cubicBezTo>
                <a:cubicBezTo>
                  <a:pt x="69" y="152"/>
                  <a:pt x="69" y="152"/>
                  <a:pt x="69" y="152"/>
                </a:cubicBezTo>
                <a:cubicBezTo>
                  <a:pt x="5" y="106"/>
                  <a:pt x="5" y="106"/>
                  <a:pt x="5" y="106"/>
                </a:cubicBezTo>
                <a:cubicBezTo>
                  <a:pt x="5" y="106"/>
                  <a:pt x="5" y="106"/>
                  <a:pt x="5" y="106"/>
                </a:cubicBezTo>
                <a:cubicBezTo>
                  <a:pt x="2" y="104"/>
                  <a:pt x="0" y="100"/>
                  <a:pt x="0" y="96"/>
                </a:cubicBezTo>
                <a:cubicBezTo>
                  <a:pt x="0" y="89"/>
                  <a:pt x="5" y="84"/>
                  <a:pt x="12" y="84"/>
                </a:cubicBezTo>
                <a:cubicBezTo>
                  <a:pt x="92" y="84"/>
                  <a:pt x="92" y="84"/>
                  <a:pt x="92" y="84"/>
                </a:cubicBezTo>
                <a:cubicBezTo>
                  <a:pt x="117" y="8"/>
                  <a:pt x="117" y="8"/>
                  <a:pt x="117" y="8"/>
                </a:cubicBezTo>
                <a:cubicBezTo>
                  <a:pt x="118" y="4"/>
                  <a:pt x="123" y="0"/>
                  <a:pt x="128" y="0"/>
                </a:cubicBezTo>
                <a:cubicBezTo>
                  <a:pt x="133" y="0"/>
                  <a:pt x="138" y="4"/>
                  <a:pt x="139" y="8"/>
                </a:cubicBezTo>
                <a:cubicBezTo>
                  <a:pt x="164" y="84"/>
                  <a:pt x="164" y="84"/>
                  <a:pt x="164" y="84"/>
                </a:cubicBezTo>
                <a:cubicBezTo>
                  <a:pt x="244" y="84"/>
                  <a:pt x="244" y="84"/>
                  <a:pt x="244" y="84"/>
                </a:cubicBezTo>
                <a:cubicBezTo>
                  <a:pt x="251" y="84"/>
                  <a:pt x="256" y="89"/>
                  <a:pt x="256" y="96"/>
                </a:cubicBezTo>
                <a:cubicBezTo>
                  <a:pt x="256" y="100"/>
                  <a:pt x="254" y="104"/>
                  <a:pt x="251" y="10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8" name="Google Shape;3258;p13"/>
          <p:cNvSpPr/>
          <p:nvPr/>
        </p:nvSpPr>
        <p:spPr>
          <a:xfrm>
            <a:off x="4748213" y="4514850"/>
            <a:ext cx="401637" cy="388938"/>
          </a:xfrm>
          <a:custGeom>
            <a:rect b="b" l="l" r="r" t="t"/>
            <a:pathLst>
              <a:path extrusionOk="0" h="244" w="252">
                <a:moveTo>
                  <a:pt x="240" y="144"/>
                </a:moveTo>
                <a:cubicBezTo>
                  <a:pt x="236" y="144"/>
                  <a:pt x="236" y="144"/>
                  <a:pt x="236" y="144"/>
                </a:cubicBezTo>
                <a:cubicBezTo>
                  <a:pt x="232" y="144"/>
                  <a:pt x="232" y="144"/>
                  <a:pt x="232" y="144"/>
                </a:cubicBezTo>
                <a:cubicBezTo>
                  <a:pt x="232" y="164"/>
                  <a:pt x="232" y="164"/>
                  <a:pt x="232" y="164"/>
                </a:cubicBezTo>
                <a:cubicBezTo>
                  <a:pt x="232" y="165"/>
                  <a:pt x="232" y="166"/>
                  <a:pt x="232" y="166"/>
                </a:cubicBezTo>
                <a:cubicBezTo>
                  <a:pt x="232" y="167"/>
                  <a:pt x="231" y="167"/>
                  <a:pt x="231" y="168"/>
                </a:cubicBezTo>
                <a:cubicBezTo>
                  <a:pt x="231" y="168"/>
                  <a:pt x="231" y="168"/>
                  <a:pt x="231" y="169"/>
                </a:cubicBezTo>
                <a:cubicBezTo>
                  <a:pt x="231" y="169"/>
                  <a:pt x="231" y="170"/>
                  <a:pt x="230" y="170"/>
                </a:cubicBezTo>
                <a:cubicBezTo>
                  <a:pt x="230" y="170"/>
                  <a:pt x="230" y="170"/>
                  <a:pt x="230" y="171"/>
                </a:cubicBezTo>
                <a:cubicBezTo>
                  <a:pt x="230" y="171"/>
                  <a:pt x="229" y="172"/>
                  <a:pt x="229" y="172"/>
                </a:cubicBezTo>
                <a:cubicBezTo>
                  <a:pt x="229" y="172"/>
                  <a:pt x="229" y="172"/>
                  <a:pt x="228" y="172"/>
                </a:cubicBezTo>
                <a:cubicBezTo>
                  <a:pt x="226" y="175"/>
                  <a:pt x="223" y="176"/>
                  <a:pt x="220" y="176"/>
                </a:cubicBezTo>
                <a:cubicBezTo>
                  <a:pt x="220" y="176"/>
                  <a:pt x="220" y="176"/>
                  <a:pt x="220" y="176"/>
                </a:cubicBezTo>
                <a:cubicBezTo>
                  <a:pt x="217" y="176"/>
                  <a:pt x="214" y="175"/>
                  <a:pt x="212" y="172"/>
                </a:cubicBezTo>
                <a:cubicBezTo>
                  <a:pt x="183" y="144"/>
                  <a:pt x="183" y="144"/>
                  <a:pt x="183" y="144"/>
                </a:cubicBezTo>
                <a:cubicBezTo>
                  <a:pt x="182" y="144"/>
                  <a:pt x="182" y="144"/>
                  <a:pt x="182" y="144"/>
                </a:cubicBezTo>
                <a:cubicBezTo>
                  <a:pt x="72" y="144"/>
                  <a:pt x="72" y="144"/>
                  <a:pt x="72" y="144"/>
                </a:cubicBezTo>
                <a:cubicBezTo>
                  <a:pt x="65" y="144"/>
                  <a:pt x="60" y="139"/>
                  <a:pt x="60" y="132"/>
                </a:cubicBezTo>
                <a:cubicBezTo>
                  <a:pt x="60" y="12"/>
                  <a:pt x="60" y="12"/>
                  <a:pt x="60" y="12"/>
                </a:cubicBezTo>
                <a:cubicBezTo>
                  <a:pt x="60" y="5"/>
                  <a:pt x="65" y="0"/>
                  <a:pt x="72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7" y="0"/>
                  <a:pt x="252" y="5"/>
                  <a:pt x="252" y="12"/>
                </a:cubicBezTo>
                <a:cubicBezTo>
                  <a:pt x="252" y="132"/>
                  <a:pt x="252" y="132"/>
                  <a:pt x="252" y="132"/>
                </a:cubicBezTo>
                <a:cubicBezTo>
                  <a:pt x="252" y="139"/>
                  <a:pt x="247" y="144"/>
                  <a:pt x="240" y="144"/>
                </a:cubicBezTo>
                <a:moveTo>
                  <a:pt x="178" y="156"/>
                </a:moveTo>
                <a:cubicBezTo>
                  <a:pt x="203" y="181"/>
                  <a:pt x="203" y="181"/>
                  <a:pt x="203" y="181"/>
                </a:cubicBezTo>
                <a:cubicBezTo>
                  <a:pt x="203" y="181"/>
                  <a:pt x="203" y="181"/>
                  <a:pt x="203" y="181"/>
                </a:cubicBezTo>
                <a:cubicBezTo>
                  <a:pt x="208" y="185"/>
                  <a:pt x="214" y="188"/>
                  <a:pt x="220" y="188"/>
                </a:cubicBezTo>
                <a:cubicBezTo>
                  <a:pt x="220" y="196"/>
                  <a:pt x="220" y="196"/>
                  <a:pt x="220" y="196"/>
                </a:cubicBezTo>
                <a:cubicBezTo>
                  <a:pt x="220" y="203"/>
                  <a:pt x="215" y="208"/>
                  <a:pt x="208" y="208"/>
                </a:cubicBezTo>
                <a:cubicBezTo>
                  <a:pt x="124" y="208"/>
                  <a:pt x="124" y="208"/>
                  <a:pt x="124" y="208"/>
                </a:cubicBezTo>
                <a:cubicBezTo>
                  <a:pt x="96" y="208"/>
                  <a:pt x="96" y="208"/>
                  <a:pt x="96" y="208"/>
                </a:cubicBezTo>
                <a:cubicBezTo>
                  <a:pt x="84" y="208"/>
                  <a:pt x="84" y="208"/>
                  <a:pt x="84" y="208"/>
                </a:cubicBezTo>
                <a:cubicBezTo>
                  <a:pt x="81" y="208"/>
                  <a:pt x="81" y="208"/>
                  <a:pt x="81" y="208"/>
                </a:cubicBezTo>
                <a:cubicBezTo>
                  <a:pt x="48" y="240"/>
                  <a:pt x="48" y="240"/>
                  <a:pt x="48" y="240"/>
                </a:cubicBezTo>
                <a:cubicBezTo>
                  <a:pt x="46" y="243"/>
                  <a:pt x="43" y="244"/>
                  <a:pt x="40" y="244"/>
                </a:cubicBezTo>
                <a:cubicBezTo>
                  <a:pt x="40" y="244"/>
                  <a:pt x="40" y="244"/>
                  <a:pt x="40" y="244"/>
                </a:cubicBezTo>
                <a:cubicBezTo>
                  <a:pt x="37" y="244"/>
                  <a:pt x="34" y="243"/>
                  <a:pt x="32" y="240"/>
                </a:cubicBezTo>
                <a:cubicBezTo>
                  <a:pt x="31" y="240"/>
                  <a:pt x="31" y="240"/>
                  <a:pt x="31" y="240"/>
                </a:cubicBezTo>
                <a:cubicBezTo>
                  <a:pt x="31" y="240"/>
                  <a:pt x="30" y="239"/>
                  <a:pt x="30" y="239"/>
                </a:cubicBezTo>
                <a:cubicBezTo>
                  <a:pt x="30" y="238"/>
                  <a:pt x="30" y="238"/>
                  <a:pt x="30" y="238"/>
                </a:cubicBezTo>
                <a:cubicBezTo>
                  <a:pt x="29" y="238"/>
                  <a:pt x="29" y="237"/>
                  <a:pt x="29" y="237"/>
                </a:cubicBezTo>
                <a:cubicBezTo>
                  <a:pt x="29" y="236"/>
                  <a:pt x="29" y="236"/>
                  <a:pt x="29" y="236"/>
                </a:cubicBezTo>
                <a:cubicBezTo>
                  <a:pt x="29" y="235"/>
                  <a:pt x="28" y="235"/>
                  <a:pt x="28" y="234"/>
                </a:cubicBezTo>
                <a:cubicBezTo>
                  <a:pt x="28" y="234"/>
                  <a:pt x="28" y="233"/>
                  <a:pt x="28" y="232"/>
                </a:cubicBezTo>
                <a:cubicBezTo>
                  <a:pt x="28" y="208"/>
                  <a:pt x="28" y="208"/>
                  <a:pt x="28" y="208"/>
                </a:cubicBezTo>
                <a:cubicBezTo>
                  <a:pt x="26" y="208"/>
                  <a:pt x="26" y="208"/>
                  <a:pt x="26" y="208"/>
                </a:cubicBez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3"/>
                  <a:pt x="5" y="48"/>
                  <a:pt x="12" y="48"/>
                </a:cubicBezTo>
                <a:cubicBezTo>
                  <a:pt x="48" y="48"/>
                  <a:pt x="48" y="48"/>
                  <a:pt x="48" y="48"/>
                </a:cubicBezTo>
                <a:cubicBezTo>
                  <a:pt x="48" y="132"/>
                  <a:pt x="48" y="132"/>
                  <a:pt x="48" y="132"/>
                </a:cubicBezTo>
                <a:cubicBezTo>
                  <a:pt x="48" y="145"/>
                  <a:pt x="59" y="156"/>
                  <a:pt x="72" y="156"/>
                </a:cubicBezTo>
                <a:lnTo>
                  <a:pt x="178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9" name="Google Shape;3259;p13"/>
          <p:cNvSpPr/>
          <p:nvPr/>
        </p:nvSpPr>
        <p:spPr>
          <a:xfrm>
            <a:off x="4032250" y="4521200"/>
            <a:ext cx="407988" cy="369888"/>
          </a:xfrm>
          <a:custGeom>
            <a:rect b="b" l="l" r="r" t="t"/>
            <a:pathLst>
              <a:path extrusionOk="0" h="232" w="256">
                <a:moveTo>
                  <a:pt x="244" y="196"/>
                </a:moveTo>
                <a:cubicBezTo>
                  <a:pt x="188" y="196"/>
                  <a:pt x="188" y="196"/>
                  <a:pt x="188" y="196"/>
                </a:cubicBezTo>
                <a:cubicBezTo>
                  <a:pt x="96" y="196"/>
                  <a:pt x="96" y="196"/>
                  <a:pt x="96" y="196"/>
                </a:cubicBezTo>
                <a:cubicBezTo>
                  <a:pt x="84" y="196"/>
                  <a:pt x="84" y="196"/>
                  <a:pt x="84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48" y="228"/>
                  <a:pt x="48" y="228"/>
                  <a:pt x="48" y="228"/>
                </a:cubicBezTo>
                <a:cubicBezTo>
                  <a:pt x="46" y="231"/>
                  <a:pt x="43" y="232"/>
                  <a:pt x="40" y="232"/>
                </a:cubicBezTo>
                <a:cubicBezTo>
                  <a:pt x="40" y="232"/>
                  <a:pt x="40" y="232"/>
                  <a:pt x="40" y="232"/>
                </a:cubicBezTo>
                <a:cubicBezTo>
                  <a:pt x="37" y="232"/>
                  <a:pt x="34" y="231"/>
                  <a:pt x="32" y="228"/>
                </a:cubicBezTo>
                <a:cubicBezTo>
                  <a:pt x="31" y="228"/>
                  <a:pt x="31" y="228"/>
                  <a:pt x="31" y="228"/>
                </a:cubicBezTo>
                <a:cubicBezTo>
                  <a:pt x="31" y="228"/>
                  <a:pt x="30" y="227"/>
                  <a:pt x="30" y="227"/>
                </a:cubicBezTo>
                <a:cubicBezTo>
                  <a:pt x="30" y="226"/>
                  <a:pt x="30" y="226"/>
                  <a:pt x="30" y="226"/>
                </a:cubicBezTo>
                <a:cubicBezTo>
                  <a:pt x="29" y="226"/>
                  <a:pt x="29" y="225"/>
                  <a:pt x="29" y="225"/>
                </a:cubicBezTo>
                <a:cubicBezTo>
                  <a:pt x="29" y="224"/>
                  <a:pt x="29" y="224"/>
                  <a:pt x="29" y="224"/>
                </a:cubicBezTo>
                <a:cubicBezTo>
                  <a:pt x="29" y="223"/>
                  <a:pt x="28" y="223"/>
                  <a:pt x="28" y="222"/>
                </a:cubicBezTo>
                <a:cubicBezTo>
                  <a:pt x="28" y="222"/>
                  <a:pt x="28" y="221"/>
                  <a:pt x="28" y="220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26" y="196"/>
                  <a:pt x="26" y="196"/>
                  <a:pt x="26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  <a:moveTo>
                  <a:pt x="68" y="76"/>
                </a:moveTo>
                <a:cubicBezTo>
                  <a:pt x="55" y="76"/>
                  <a:pt x="44" y="87"/>
                  <a:pt x="44" y="100"/>
                </a:cubicBezTo>
                <a:cubicBezTo>
                  <a:pt x="44" y="113"/>
                  <a:pt x="55" y="124"/>
                  <a:pt x="68" y="124"/>
                </a:cubicBezTo>
                <a:cubicBezTo>
                  <a:pt x="81" y="124"/>
                  <a:pt x="92" y="113"/>
                  <a:pt x="92" y="100"/>
                </a:cubicBezTo>
                <a:cubicBezTo>
                  <a:pt x="92" y="87"/>
                  <a:pt x="81" y="76"/>
                  <a:pt x="68" y="76"/>
                </a:cubicBezTo>
                <a:moveTo>
                  <a:pt x="128" y="76"/>
                </a:moveTo>
                <a:cubicBezTo>
                  <a:pt x="115" y="76"/>
                  <a:pt x="104" y="87"/>
                  <a:pt x="104" y="100"/>
                </a:cubicBezTo>
                <a:cubicBezTo>
                  <a:pt x="104" y="113"/>
                  <a:pt x="115" y="124"/>
                  <a:pt x="128" y="124"/>
                </a:cubicBezTo>
                <a:cubicBezTo>
                  <a:pt x="141" y="124"/>
                  <a:pt x="152" y="113"/>
                  <a:pt x="152" y="100"/>
                </a:cubicBezTo>
                <a:cubicBezTo>
                  <a:pt x="152" y="87"/>
                  <a:pt x="141" y="76"/>
                  <a:pt x="128" y="76"/>
                </a:cubicBezTo>
                <a:moveTo>
                  <a:pt x="188" y="76"/>
                </a:moveTo>
                <a:cubicBezTo>
                  <a:pt x="175" y="76"/>
                  <a:pt x="164" y="87"/>
                  <a:pt x="164" y="100"/>
                </a:cubicBezTo>
                <a:cubicBezTo>
                  <a:pt x="164" y="113"/>
                  <a:pt x="175" y="124"/>
                  <a:pt x="188" y="124"/>
                </a:cubicBezTo>
                <a:cubicBezTo>
                  <a:pt x="201" y="124"/>
                  <a:pt x="212" y="113"/>
                  <a:pt x="212" y="100"/>
                </a:cubicBezTo>
                <a:cubicBezTo>
                  <a:pt x="212" y="87"/>
                  <a:pt x="201" y="76"/>
                  <a:pt x="188" y="7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0" name="Google Shape;3260;p13"/>
          <p:cNvSpPr/>
          <p:nvPr/>
        </p:nvSpPr>
        <p:spPr>
          <a:xfrm>
            <a:off x="3316288" y="4521200"/>
            <a:ext cx="409575" cy="369888"/>
          </a:xfrm>
          <a:custGeom>
            <a:rect b="b" l="l" r="r" t="t"/>
            <a:pathLst>
              <a:path extrusionOk="0" h="232" w="256">
                <a:moveTo>
                  <a:pt x="244" y="196"/>
                </a:moveTo>
                <a:cubicBezTo>
                  <a:pt x="144" y="196"/>
                  <a:pt x="144" y="196"/>
                  <a:pt x="144" y="196"/>
                </a:cubicBezTo>
                <a:cubicBezTo>
                  <a:pt x="96" y="196"/>
                  <a:pt x="96" y="196"/>
                  <a:pt x="96" y="196"/>
                </a:cubicBezTo>
                <a:cubicBezTo>
                  <a:pt x="84" y="196"/>
                  <a:pt x="84" y="196"/>
                  <a:pt x="84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48" y="228"/>
                  <a:pt x="48" y="228"/>
                  <a:pt x="48" y="228"/>
                </a:cubicBezTo>
                <a:cubicBezTo>
                  <a:pt x="46" y="231"/>
                  <a:pt x="43" y="232"/>
                  <a:pt x="40" y="232"/>
                </a:cubicBezTo>
                <a:cubicBezTo>
                  <a:pt x="40" y="232"/>
                  <a:pt x="40" y="232"/>
                  <a:pt x="40" y="232"/>
                </a:cubicBezTo>
                <a:cubicBezTo>
                  <a:pt x="37" y="232"/>
                  <a:pt x="34" y="231"/>
                  <a:pt x="32" y="228"/>
                </a:cubicBezTo>
                <a:cubicBezTo>
                  <a:pt x="31" y="228"/>
                  <a:pt x="31" y="228"/>
                  <a:pt x="31" y="228"/>
                </a:cubicBezTo>
                <a:cubicBezTo>
                  <a:pt x="31" y="228"/>
                  <a:pt x="30" y="227"/>
                  <a:pt x="30" y="227"/>
                </a:cubicBezTo>
                <a:cubicBezTo>
                  <a:pt x="30" y="226"/>
                  <a:pt x="30" y="226"/>
                  <a:pt x="30" y="226"/>
                </a:cubicBezTo>
                <a:cubicBezTo>
                  <a:pt x="29" y="226"/>
                  <a:pt x="29" y="225"/>
                  <a:pt x="29" y="225"/>
                </a:cubicBezTo>
                <a:cubicBezTo>
                  <a:pt x="29" y="224"/>
                  <a:pt x="29" y="224"/>
                  <a:pt x="29" y="224"/>
                </a:cubicBezTo>
                <a:cubicBezTo>
                  <a:pt x="29" y="223"/>
                  <a:pt x="28" y="223"/>
                  <a:pt x="28" y="222"/>
                </a:cubicBezTo>
                <a:cubicBezTo>
                  <a:pt x="28" y="222"/>
                  <a:pt x="28" y="221"/>
                  <a:pt x="28" y="220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26" y="196"/>
                  <a:pt x="26" y="196"/>
                  <a:pt x="26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1" name="Google Shape;3261;p13"/>
          <p:cNvSpPr/>
          <p:nvPr/>
        </p:nvSpPr>
        <p:spPr>
          <a:xfrm>
            <a:off x="2601913" y="4521200"/>
            <a:ext cx="407987" cy="369888"/>
          </a:xfrm>
          <a:custGeom>
            <a:rect b="b" l="l" r="r" t="t"/>
            <a:pathLst>
              <a:path extrusionOk="0" h="232" w="256">
                <a:moveTo>
                  <a:pt x="244" y="196"/>
                </a:moveTo>
                <a:cubicBezTo>
                  <a:pt x="84" y="196"/>
                  <a:pt x="84" y="196"/>
                  <a:pt x="84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48" y="228"/>
                  <a:pt x="48" y="228"/>
                  <a:pt x="48" y="228"/>
                </a:cubicBezTo>
                <a:cubicBezTo>
                  <a:pt x="46" y="231"/>
                  <a:pt x="43" y="232"/>
                  <a:pt x="40" y="232"/>
                </a:cubicBezTo>
                <a:cubicBezTo>
                  <a:pt x="40" y="232"/>
                  <a:pt x="40" y="232"/>
                  <a:pt x="40" y="232"/>
                </a:cubicBezTo>
                <a:cubicBezTo>
                  <a:pt x="37" y="232"/>
                  <a:pt x="34" y="231"/>
                  <a:pt x="32" y="228"/>
                </a:cubicBezTo>
                <a:cubicBezTo>
                  <a:pt x="31" y="228"/>
                  <a:pt x="31" y="228"/>
                  <a:pt x="31" y="228"/>
                </a:cubicBezTo>
                <a:cubicBezTo>
                  <a:pt x="31" y="228"/>
                  <a:pt x="30" y="227"/>
                  <a:pt x="30" y="227"/>
                </a:cubicBezTo>
                <a:cubicBezTo>
                  <a:pt x="30" y="226"/>
                  <a:pt x="30" y="226"/>
                  <a:pt x="30" y="226"/>
                </a:cubicBezTo>
                <a:cubicBezTo>
                  <a:pt x="29" y="226"/>
                  <a:pt x="29" y="225"/>
                  <a:pt x="29" y="225"/>
                </a:cubicBezTo>
                <a:cubicBezTo>
                  <a:pt x="29" y="224"/>
                  <a:pt x="29" y="224"/>
                  <a:pt x="29" y="224"/>
                </a:cubicBezTo>
                <a:cubicBezTo>
                  <a:pt x="29" y="223"/>
                  <a:pt x="28" y="223"/>
                  <a:pt x="28" y="222"/>
                </a:cubicBezTo>
                <a:cubicBezTo>
                  <a:pt x="28" y="222"/>
                  <a:pt x="28" y="221"/>
                  <a:pt x="28" y="220"/>
                </a:cubicBezTo>
                <a:cubicBezTo>
                  <a:pt x="28" y="196"/>
                  <a:pt x="28" y="196"/>
                  <a:pt x="28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172"/>
                  <a:pt x="24" y="172"/>
                  <a:pt x="24" y="172"/>
                </a:cubicBezTo>
                <a:cubicBezTo>
                  <a:pt x="40" y="172"/>
                  <a:pt x="40" y="172"/>
                  <a:pt x="40" y="172"/>
                </a:cubicBezTo>
                <a:cubicBezTo>
                  <a:pt x="52" y="172"/>
                  <a:pt x="52" y="172"/>
                  <a:pt x="52" y="172"/>
                </a:cubicBezTo>
                <a:cubicBezTo>
                  <a:pt x="52" y="191"/>
                  <a:pt x="52" y="191"/>
                  <a:pt x="52" y="191"/>
                </a:cubicBezTo>
                <a:cubicBezTo>
                  <a:pt x="71" y="172"/>
                  <a:pt x="71" y="172"/>
                  <a:pt x="71" y="172"/>
                </a:cubicBezTo>
                <a:cubicBezTo>
                  <a:pt x="104" y="172"/>
                  <a:pt x="104" y="172"/>
                  <a:pt x="104" y="172"/>
                </a:cubicBezTo>
                <a:cubicBezTo>
                  <a:pt x="232" y="172"/>
                  <a:pt x="232" y="172"/>
                  <a:pt x="232" y="172"/>
                </a:cubicBezTo>
                <a:lnTo>
                  <a:pt x="232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13"/>
          <p:cNvSpPr/>
          <p:nvPr/>
        </p:nvSpPr>
        <p:spPr>
          <a:xfrm>
            <a:off x="1885950" y="4506913"/>
            <a:ext cx="409575" cy="401637"/>
          </a:xfrm>
          <a:custGeom>
            <a:rect b="b" l="l" r="r" t="t"/>
            <a:pathLst>
              <a:path extrusionOk="0" h="251" w="256">
                <a:moveTo>
                  <a:pt x="227" y="103"/>
                </a:moveTo>
                <a:cubicBezTo>
                  <a:pt x="223" y="106"/>
                  <a:pt x="222" y="124"/>
                  <a:pt x="245" y="135"/>
                </a:cubicBezTo>
                <a:cubicBezTo>
                  <a:pt x="245" y="135"/>
                  <a:pt x="213" y="140"/>
                  <a:pt x="192" y="114"/>
                </a:cubicBezTo>
                <a:cubicBezTo>
                  <a:pt x="187" y="114"/>
                  <a:pt x="181" y="116"/>
                  <a:pt x="176" y="116"/>
                </a:cubicBezTo>
                <a:cubicBezTo>
                  <a:pt x="131" y="116"/>
                  <a:pt x="104" y="90"/>
                  <a:pt x="104" y="58"/>
                </a:cubicBezTo>
                <a:cubicBezTo>
                  <a:pt x="104" y="26"/>
                  <a:pt x="131" y="0"/>
                  <a:pt x="176" y="0"/>
                </a:cubicBezTo>
                <a:cubicBezTo>
                  <a:pt x="221" y="0"/>
                  <a:pt x="256" y="26"/>
                  <a:pt x="256" y="58"/>
                </a:cubicBezTo>
                <a:cubicBezTo>
                  <a:pt x="256" y="76"/>
                  <a:pt x="245" y="93"/>
                  <a:pt x="227" y="103"/>
                </a:cubicBezTo>
                <a:moveTo>
                  <a:pt x="89" y="64"/>
                </a:moveTo>
                <a:cubicBezTo>
                  <a:pt x="91" y="99"/>
                  <a:pt x="122" y="129"/>
                  <a:pt x="170" y="132"/>
                </a:cubicBezTo>
                <a:cubicBezTo>
                  <a:pt x="176" y="133"/>
                  <a:pt x="181" y="131"/>
                  <a:pt x="186" y="130"/>
                </a:cubicBezTo>
                <a:cubicBezTo>
                  <a:pt x="186" y="130"/>
                  <a:pt x="186" y="130"/>
                  <a:pt x="186" y="130"/>
                </a:cubicBezTo>
                <a:cubicBezTo>
                  <a:pt x="188" y="130"/>
                  <a:pt x="188" y="130"/>
                  <a:pt x="188" y="130"/>
                </a:cubicBezTo>
                <a:cubicBezTo>
                  <a:pt x="202" y="144"/>
                  <a:pt x="219" y="147"/>
                  <a:pt x="229" y="147"/>
                </a:cubicBezTo>
                <a:cubicBezTo>
                  <a:pt x="219" y="186"/>
                  <a:pt x="180" y="215"/>
                  <a:pt x="122" y="215"/>
                </a:cubicBezTo>
                <a:cubicBezTo>
                  <a:pt x="114" y="215"/>
                  <a:pt x="106" y="212"/>
                  <a:pt x="98" y="211"/>
                </a:cubicBezTo>
                <a:cubicBezTo>
                  <a:pt x="66" y="251"/>
                  <a:pt x="16" y="244"/>
                  <a:pt x="16" y="244"/>
                </a:cubicBezTo>
                <a:cubicBezTo>
                  <a:pt x="51" y="227"/>
                  <a:pt x="51" y="199"/>
                  <a:pt x="44" y="195"/>
                </a:cubicBezTo>
                <a:cubicBezTo>
                  <a:pt x="17" y="179"/>
                  <a:pt x="0" y="154"/>
                  <a:pt x="0" y="126"/>
                </a:cubicBezTo>
                <a:cubicBezTo>
                  <a:pt x="0" y="84"/>
                  <a:pt x="39" y="49"/>
                  <a:pt x="93" y="40"/>
                </a:cubicBezTo>
                <a:cubicBezTo>
                  <a:pt x="90" y="47"/>
                  <a:pt x="89" y="55"/>
                  <a:pt x="89" y="6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3" name="Google Shape;3263;p13"/>
          <p:cNvSpPr/>
          <p:nvPr/>
        </p:nvSpPr>
        <p:spPr>
          <a:xfrm>
            <a:off x="1171575" y="4527550"/>
            <a:ext cx="407988" cy="376238"/>
          </a:xfrm>
          <a:custGeom>
            <a:rect b="b" l="l" r="r" t="t"/>
            <a:pathLst>
              <a:path extrusionOk="0" h="236" w="256">
                <a:moveTo>
                  <a:pt x="135" y="196"/>
                </a:moveTo>
                <a:cubicBezTo>
                  <a:pt x="126" y="196"/>
                  <a:pt x="117" y="193"/>
                  <a:pt x="108" y="192"/>
                </a:cubicBezTo>
                <a:cubicBezTo>
                  <a:pt x="73" y="236"/>
                  <a:pt x="18" y="227"/>
                  <a:pt x="18" y="227"/>
                </a:cubicBezTo>
                <a:cubicBezTo>
                  <a:pt x="57" y="209"/>
                  <a:pt x="56" y="178"/>
                  <a:pt x="49" y="174"/>
                </a:cubicBezTo>
                <a:cubicBezTo>
                  <a:pt x="18" y="156"/>
                  <a:pt x="0" y="129"/>
                  <a:pt x="0" y="98"/>
                </a:cubicBezTo>
                <a:cubicBezTo>
                  <a:pt x="0" y="44"/>
                  <a:pt x="59" y="0"/>
                  <a:pt x="135" y="0"/>
                </a:cubicBezTo>
                <a:cubicBezTo>
                  <a:pt x="210" y="0"/>
                  <a:pt x="256" y="44"/>
                  <a:pt x="256" y="98"/>
                </a:cubicBezTo>
                <a:cubicBezTo>
                  <a:pt x="256" y="152"/>
                  <a:pt x="210" y="196"/>
                  <a:pt x="135" y="196"/>
                </a:cubicBezTo>
                <a:moveTo>
                  <a:pt x="68" y="76"/>
                </a:moveTo>
                <a:cubicBezTo>
                  <a:pt x="55" y="76"/>
                  <a:pt x="44" y="87"/>
                  <a:pt x="44" y="100"/>
                </a:cubicBezTo>
                <a:cubicBezTo>
                  <a:pt x="44" y="113"/>
                  <a:pt x="55" y="124"/>
                  <a:pt x="68" y="124"/>
                </a:cubicBezTo>
                <a:cubicBezTo>
                  <a:pt x="81" y="124"/>
                  <a:pt x="92" y="113"/>
                  <a:pt x="92" y="100"/>
                </a:cubicBezTo>
                <a:cubicBezTo>
                  <a:pt x="92" y="87"/>
                  <a:pt x="81" y="76"/>
                  <a:pt x="68" y="76"/>
                </a:cubicBezTo>
                <a:moveTo>
                  <a:pt x="128" y="76"/>
                </a:moveTo>
                <a:cubicBezTo>
                  <a:pt x="115" y="76"/>
                  <a:pt x="104" y="87"/>
                  <a:pt x="104" y="100"/>
                </a:cubicBezTo>
                <a:cubicBezTo>
                  <a:pt x="104" y="113"/>
                  <a:pt x="115" y="124"/>
                  <a:pt x="128" y="124"/>
                </a:cubicBezTo>
                <a:cubicBezTo>
                  <a:pt x="141" y="124"/>
                  <a:pt x="152" y="113"/>
                  <a:pt x="152" y="100"/>
                </a:cubicBezTo>
                <a:cubicBezTo>
                  <a:pt x="152" y="87"/>
                  <a:pt x="141" y="76"/>
                  <a:pt x="128" y="76"/>
                </a:cubicBezTo>
                <a:moveTo>
                  <a:pt x="188" y="76"/>
                </a:moveTo>
                <a:cubicBezTo>
                  <a:pt x="175" y="76"/>
                  <a:pt x="164" y="87"/>
                  <a:pt x="164" y="100"/>
                </a:cubicBezTo>
                <a:cubicBezTo>
                  <a:pt x="164" y="113"/>
                  <a:pt x="175" y="124"/>
                  <a:pt x="188" y="124"/>
                </a:cubicBezTo>
                <a:cubicBezTo>
                  <a:pt x="201" y="124"/>
                  <a:pt x="212" y="113"/>
                  <a:pt x="212" y="100"/>
                </a:cubicBezTo>
                <a:cubicBezTo>
                  <a:pt x="212" y="87"/>
                  <a:pt x="201" y="76"/>
                  <a:pt x="188" y="7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13"/>
          <p:cNvSpPr/>
          <p:nvPr/>
        </p:nvSpPr>
        <p:spPr>
          <a:xfrm>
            <a:off x="455613" y="4527550"/>
            <a:ext cx="409575" cy="376238"/>
          </a:xfrm>
          <a:custGeom>
            <a:rect b="b" l="l" r="r" t="t"/>
            <a:pathLst>
              <a:path extrusionOk="0" h="236" w="256">
                <a:moveTo>
                  <a:pt x="135" y="0"/>
                </a:moveTo>
                <a:cubicBezTo>
                  <a:pt x="210" y="0"/>
                  <a:pt x="256" y="44"/>
                  <a:pt x="256" y="98"/>
                </a:cubicBezTo>
                <a:cubicBezTo>
                  <a:pt x="256" y="152"/>
                  <a:pt x="210" y="196"/>
                  <a:pt x="135" y="196"/>
                </a:cubicBezTo>
                <a:cubicBezTo>
                  <a:pt x="126" y="196"/>
                  <a:pt x="117" y="193"/>
                  <a:pt x="108" y="192"/>
                </a:cubicBezTo>
                <a:cubicBezTo>
                  <a:pt x="73" y="236"/>
                  <a:pt x="18" y="227"/>
                  <a:pt x="18" y="227"/>
                </a:cubicBezTo>
                <a:cubicBezTo>
                  <a:pt x="57" y="209"/>
                  <a:pt x="56" y="178"/>
                  <a:pt x="49" y="174"/>
                </a:cubicBezTo>
                <a:cubicBezTo>
                  <a:pt x="18" y="156"/>
                  <a:pt x="0" y="129"/>
                  <a:pt x="0" y="98"/>
                </a:cubicBezTo>
                <a:cubicBezTo>
                  <a:pt x="0" y="44"/>
                  <a:pt x="59" y="0"/>
                  <a:pt x="135" y="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5" name="Google Shape;3265;p13"/>
          <p:cNvSpPr/>
          <p:nvPr/>
        </p:nvSpPr>
        <p:spPr>
          <a:xfrm>
            <a:off x="8328025" y="3798888"/>
            <a:ext cx="401638" cy="363537"/>
          </a:xfrm>
          <a:custGeom>
            <a:rect b="b" l="l" r="r" t="t"/>
            <a:pathLst>
              <a:path extrusionOk="0" h="228" w="252">
                <a:moveTo>
                  <a:pt x="238" y="69"/>
                </a:moveTo>
                <a:cubicBezTo>
                  <a:pt x="209" y="41"/>
                  <a:pt x="169" y="24"/>
                  <a:pt x="126" y="24"/>
                </a:cubicBezTo>
                <a:cubicBezTo>
                  <a:pt x="83" y="24"/>
                  <a:pt x="43" y="41"/>
                  <a:pt x="14" y="69"/>
                </a:cubicBezTo>
                <a:cubicBezTo>
                  <a:pt x="0" y="50"/>
                  <a:pt x="0" y="50"/>
                  <a:pt x="0" y="50"/>
                </a:cubicBezTo>
                <a:cubicBezTo>
                  <a:pt x="32" y="19"/>
                  <a:pt x="77" y="0"/>
                  <a:pt x="126" y="0"/>
                </a:cubicBezTo>
                <a:cubicBezTo>
                  <a:pt x="175" y="0"/>
                  <a:pt x="220" y="19"/>
                  <a:pt x="252" y="50"/>
                </a:cubicBezTo>
                <a:lnTo>
                  <a:pt x="238" y="69"/>
                </a:lnTo>
                <a:close/>
                <a:moveTo>
                  <a:pt x="126" y="60"/>
                </a:moveTo>
                <a:cubicBezTo>
                  <a:pt x="161" y="60"/>
                  <a:pt x="193" y="75"/>
                  <a:pt x="215" y="98"/>
                </a:cubicBezTo>
                <a:cubicBezTo>
                  <a:pt x="200" y="117"/>
                  <a:pt x="200" y="117"/>
                  <a:pt x="200" y="117"/>
                </a:cubicBezTo>
                <a:cubicBezTo>
                  <a:pt x="182" y="97"/>
                  <a:pt x="156" y="84"/>
                  <a:pt x="126" y="84"/>
                </a:cubicBezTo>
                <a:cubicBezTo>
                  <a:pt x="96" y="84"/>
                  <a:pt x="70" y="97"/>
                  <a:pt x="52" y="117"/>
                </a:cubicBezTo>
                <a:cubicBezTo>
                  <a:pt x="37" y="98"/>
                  <a:pt x="37" y="98"/>
                  <a:pt x="37" y="98"/>
                </a:cubicBezTo>
                <a:cubicBezTo>
                  <a:pt x="59" y="75"/>
                  <a:pt x="91" y="60"/>
                  <a:pt x="126" y="60"/>
                </a:cubicBezTo>
                <a:moveTo>
                  <a:pt x="126" y="120"/>
                </a:moveTo>
                <a:cubicBezTo>
                  <a:pt x="147" y="120"/>
                  <a:pt x="166" y="131"/>
                  <a:pt x="178" y="147"/>
                </a:cubicBezTo>
                <a:cubicBezTo>
                  <a:pt x="165" y="164"/>
                  <a:pt x="165" y="164"/>
                  <a:pt x="165" y="164"/>
                </a:cubicBezTo>
                <a:cubicBezTo>
                  <a:pt x="156" y="152"/>
                  <a:pt x="142" y="144"/>
                  <a:pt x="126" y="144"/>
                </a:cubicBezTo>
                <a:cubicBezTo>
                  <a:pt x="110" y="144"/>
                  <a:pt x="96" y="152"/>
                  <a:pt x="87" y="164"/>
                </a:cubicBezTo>
                <a:cubicBezTo>
                  <a:pt x="74" y="147"/>
                  <a:pt x="74" y="147"/>
                  <a:pt x="74" y="147"/>
                </a:cubicBezTo>
                <a:cubicBezTo>
                  <a:pt x="86" y="131"/>
                  <a:pt x="105" y="120"/>
                  <a:pt x="126" y="120"/>
                </a:cubicBezTo>
                <a:moveTo>
                  <a:pt x="126" y="180"/>
                </a:moveTo>
                <a:cubicBezTo>
                  <a:pt x="139" y="180"/>
                  <a:pt x="150" y="191"/>
                  <a:pt x="150" y="204"/>
                </a:cubicBezTo>
                <a:cubicBezTo>
                  <a:pt x="150" y="217"/>
                  <a:pt x="139" y="228"/>
                  <a:pt x="126" y="228"/>
                </a:cubicBezTo>
                <a:cubicBezTo>
                  <a:pt x="113" y="228"/>
                  <a:pt x="102" y="217"/>
                  <a:pt x="102" y="204"/>
                </a:cubicBezTo>
                <a:cubicBezTo>
                  <a:pt x="102" y="191"/>
                  <a:pt x="113" y="180"/>
                  <a:pt x="126" y="18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13"/>
          <p:cNvSpPr/>
          <p:nvPr/>
        </p:nvSpPr>
        <p:spPr>
          <a:xfrm>
            <a:off x="7670800" y="3894138"/>
            <a:ext cx="284163" cy="268287"/>
          </a:xfrm>
          <a:custGeom>
            <a:rect b="b" l="l" r="r" t="t"/>
            <a:pathLst>
              <a:path extrusionOk="0" h="168" w="178">
                <a:moveTo>
                  <a:pt x="89" y="0"/>
                </a:moveTo>
                <a:cubicBezTo>
                  <a:pt x="124" y="0"/>
                  <a:pt x="156" y="15"/>
                  <a:pt x="178" y="38"/>
                </a:cubicBezTo>
                <a:cubicBezTo>
                  <a:pt x="163" y="57"/>
                  <a:pt x="163" y="57"/>
                  <a:pt x="163" y="57"/>
                </a:cubicBezTo>
                <a:cubicBezTo>
                  <a:pt x="145" y="37"/>
                  <a:pt x="119" y="24"/>
                  <a:pt x="89" y="24"/>
                </a:cubicBezTo>
                <a:cubicBezTo>
                  <a:pt x="59" y="24"/>
                  <a:pt x="33" y="37"/>
                  <a:pt x="15" y="57"/>
                </a:cubicBezTo>
                <a:cubicBezTo>
                  <a:pt x="0" y="38"/>
                  <a:pt x="0" y="38"/>
                  <a:pt x="0" y="38"/>
                </a:cubicBezTo>
                <a:cubicBezTo>
                  <a:pt x="22" y="15"/>
                  <a:pt x="54" y="0"/>
                  <a:pt x="89" y="0"/>
                </a:cubicBezTo>
                <a:moveTo>
                  <a:pt x="89" y="60"/>
                </a:moveTo>
                <a:cubicBezTo>
                  <a:pt x="110" y="60"/>
                  <a:pt x="129" y="71"/>
                  <a:pt x="141" y="87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9" y="92"/>
                  <a:pt x="105" y="84"/>
                  <a:pt x="89" y="84"/>
                </a:cubicBezTo>
                <a:cubicBezTo>
                  <a:pt x="73" y="84"/>
                  <a:pt x="59" y="92"/>
                  <a:pt x="50" y="104"/>
                </a:cubicBezTo>
                <a:cubicBezTo>
                  <a:pt x="37" y="87"/>
                  <a:pt x="37" y="87"/>
                  <a:pt x="37" y="87"/>
                </a:cubicBezTo>
                <a:cubicBezTo>
                  <a:pt x="49" y="71"/>
                  <a:pt x="68" y="60"/>
                  <a:pt x="89" y="60"/>
                </a:cubicBezTo>
                <a:moveTo>
                  <a:pt x="89" y="120"/>
                </a:moveTo>
                <a:cubicBezTo>
                  <a:pt x="102" y="120"/>
                  <a:pt x="113" y="131"/>
                  <a:pt x="113" y="144"/>
                </a:cubicBezTo>
                <a:cubicBezTo>
                  <a:pt x="113" y="157"/>
                  <a:pt x="102" y="168"/>
                  <a:pt x="89" y="168"/>
                </a:cubicBezTo>
                <a:cubicBezTo>
                  <a:pt x="76" y="168"/>
                  <a:pt x="65" y="157"/>
                  <a:pt x="65" y="144"/>
                </a:cubicBezTo>
                <a:cubicBezTo>
                  <a:pt x="65" y="131"/>
                  <a:pt x="76" y="120"/>
                  <a:pt x="89" y="1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p13"/>
          <p:cNvSpPr/>
          <p:nvPr/>
        </p:nvSpPr>
        <p:spPr>
          <a:xfrm>
            <a:off x="7015163" y="3989388"/>
            <a:ext cx="165100" cy="173037"/>
          </a:xfrm>
          <a:custGeom>
            <a:rect b="b" l="l" r="r" t="t"/>
            <a:pathLst>
              <a:path extrusionOk="0" h="108" w="104">
                <a:moveTo>
                  <a:pt x="52" y="0"/>
                </a:moveTo>
                <a:cubicBezTo>
                  <a:pt x="73" y="0"/>
                  <a:pt x="92" y="11"/>
                  <a:pt x="104" y="27"/>
                </a:cubicBezTo>
                <a:cubicBezTo>
                  <a:pt x="91" y="44"/>
                  <a:pt x="91" y="44"/>
                  <a:pt x="91" y="44"/>
                </a:cubicBezTo>
                <a:cubicBezTo>
                  <a:pt x="82" y="32"/>
                  <a:pt x="68" y="24"/>
                  <a:pt x="52" y="24"/>
                </a:cubicBezTo>
                <a:cubicBezTo>
                  <a:pt x="36" y="24"/>
                  <a:pt x="22" y="32"/>
                  <a:pt x="13" y="44"/>
                </a:cubicBezTo>
                <a:cubicBezTo>
                  <a:pt x="0" y="27"/>
                  <a:pt x="0" y="27"/>
                  <a:pt x="0" y="27"/>
                </a:cubicBezTo>
                <a:cubicBezTo>
                  <a:pt x="12" y="11"/>
                  <a:pt x="31" y="0"/>
                  <a:pt x="52" y="0"/>
                </a:cubicBezTo>
                <a:moveTo>
                  <a:pt x="52" y="60"/>
                </a:moveTo>
                <a:cubicBezTo>
                  <a:pt x="65" y="60"/>
                  <a:pt x="76" y="71"/>
                  <a:pt x="76" y="84"/>
                </a:cubicBezTo>
                <a:cubicBezTo>
                  <a:pt x="76" y="97"/>
                  <a:pt x="65" y="108"/>
                  <a:pt x="52" y="108"/>
                </a:cubicBezTo>
                <a:cubicBezTo>
                  <a:pt x="39" y="108"/>
                  <a:pt x="28" y="97"/>
                  <a:pt x="28" y="84"/>
                </a:cubicBezTo>
                <a:cubicBezTo>
                  <a:pt x="28" y="71"/>
                  <a:pt x="39" y="60"/>
                  <a:pt x="52" y="6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13"/>
          <p:cNvSpPr/>
          <p:nvPr/>
        </p:nvSpPr>
        <p:spPr>
          <a:xfrm>
            <a:off x="6176963" y="3867150"/>
            <a:ext cx="409575" cy="239713"/>
          </a:xfrm>
          <a:custGeom>
            <a:rect b="b" l="l" r="r" t="t"/>
            <a:pathLst>
              <a:path extrusionOk="0" h="150" w="257">
                <a:moveTo>
                  <a:pt x="257" y="75"/>
                </a:move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7"/>
                  <a:pt x="257" y="77"/>
                </a:cubicBezTo>
                <a:cubicBezTo>
                  <a:pt x="257" y="79"/>
                  <a:pt x="256" y="80"/>
                  <a:pt x="254" y="82"/>
                </a:cubicBezTo>
                <a:cubicBezTo>
                  <a:pt x="252" y="85"/>
                  <a:pt x="249" y="88"/>
                  <a:pt x="246" y="91"/>
                </a:cubicBezTo>
                <a:cubicBezTo>
                  <a:pt x="230" y="107"/>
                  <a:pt x="211" y="122"/>
                  <a:pt x="191" y="132"/>
                </a:cubicBezTo>
                <a:cubicBezTo>
                  <a:pt x="179" y="139"/>
                  <a:pt x="165" y="144"/>
                  <a:pt x="151" y="147"/>
                </a:cubicBezTo>
                <a:cubicBezTo>
                  <a:pt x="135" y="150"/>
                  <a:pt x="119" y="150"/>
                  <a:pt x="104" y="146"/>
                </a:cubicBezTo>
                <a:cubicBezTo>
                  <a:pt x="92" y="144"/>
                  <a:pt x="80" y="139"/>
                  <a:pt x="69" y="133"/>
                </a:cubicBezTo>
                <a:cubicBezTo>
                  <a:pt x="69" y="133"/>
                  <a:pt x="69" y="133"/>
                  <a:pt x="69" y="133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109" y="118"/>
                  <a:pt x="119" y="121"/>
                  <a:pt x="129" y="121"/>
                </a:cubicBezTo>
                <a:cubicBezTo>
                  <a:pt x="156" y="121"/>
                  <a:pt x="177" y="100"/>
                  <a:pt x="177" y="73"/>
                </a:cubicBezTo>
                <a:cubicBezTo>
                  <a:pt x="177" y="69"/>
                  <a:pt x="177" y="66"/>
                  <a:pt x="176" y="63"/>
                </a:cubicBezTo>
                <a:cubicBezTo>
                  <a:pt x="218" y="35"/>
                  <a:pt x="218" y="35"/>
                  <a:pt x="218" y="35"/>
                </a:cubicBezTo>
                <a:cubicBezTo>
                  <a:pt x="221" y="37"/>
                  <a:pt x="224" y="39"/>
                  <a:pt x="226" y="41"/>
                </a:cubicBezTo>
                <a:cubicBezTo>
                  <a:pt x="236" y="49"/>
                  <a:pt x="246" y="58"/>
                  <a:pt x="254" y="68"/>
                </a:cubicBezTo>
                <a:cubicBezTo>
                  <a:pt x="256" y="70"/>
                  <a:pt x="257" y="71"/>
                  <a:pt x="257" y="73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moveTo>
                  <a:pt x="129" y="97"/>
                </a:moveTo>
                <a:cubicBezTo>
                  <a:pt x="127" y="97"/>
                  <a:pt x="126" y="97"/>
                  <a:pt x="124" y="97"/>
                </a:cubicBezTo>
                <a:cubicBezTo>
                  <a:pt x="152" y="78"/>
                  <a:pt x="152" y="78"/>
                  <a:pt x="152" y="78"/>
                </a:cubicBezTo>
                <a:cubicBezTo>
                  <a:pt x="150" y="89"/>
                  <a:pt x="141" y="97"/>
                  <a:pt x="129" y="97"/>
                </a:cubicBezTo>
                <a:moveTo>
                  <a:pt x="234" y="12"/>
                </a:moveTo>
                <a:cubicBezTo>
                  <a:pt x="26" y="148"/>
                  <a:pt x="26" y="148"/>
                  <a:pt x="26" y="148"/>
                </a:cubicBezTo>
                <a:cubicBezTo>
                  <a:pt x="26" y="148"/>
                  <a:pt x="26" y="148"/>
                  <a:pt x="26" y="148"/>
                </a:cubicBezTo>
                <a:cubicBezTo>
                  <a:pt x="25" y="149"/>
                  <a:pt x="24" y="149"/>
                  <a:pt x="23" y="149"/>
                </a:cubicBezTo>
                <a:cubicBezTo>
                  <a:pt x="20" y="149"/>
                  <a:pt x="17" y="146"/>
                  <a:pt x="17" y="143"/>
                </a:cubicBezTo>
                <a:cubicBezTo>
                  <a:pt x="17" y="141"/>
                  <a:pt x="18" y="139"/>
                  <a:pt x="20" y="138"/>
                </a:cubicBezTo>
                <a:cubicBezTo>
                  <a:pt x="228" y="2"/>
                  <a:pt x="228" y="2"/>
                  <a:pt x="228" y="2"/>
                </a:cubicBezTo>
                <a:cubicBezTo>
                  <a:pt x="228" y="2"/>
                  <a:pt x="228" y="2"/>
                  <a:pt x="228" y="2"/>
                </a:cubicBezTo>
                <a:cubicBezTo>
                  <a:pt x="228" y="2"/>
                  <a:pt x="228" y="2"/>
                  <a:pt x="228" y="2"/>
                </a:cubicBezTo>
                <a:cubicBezTo>
                  <a:pt x="229" y="1"/>
                  <a:pt x="230" y="1"/>
                  <a:pt x="231" y="1"/>
                </a:cubicBezTo>
                <a:cubicBezTo>
                  <a:pt x="234" y="1"/>
                  <a:pt x="237" y="4"/>
                  <a:pt x="237" y="7"/>
                </a:cubicBezTo>
                <a:cubicBezTo>
                  <a:pt x="237" y="9"/>
                  <a:pt x="236" y="11"/>
                  <a:pt x="234" y="12"/>
                </a:cubicBezTo>
                <a:close/>
                <a:moveTo>
                  <a:pt x="129" y="49"/>
                </a:moveTo>
                <a:cubicBezTo>
                  <a:pt x="131" y="49"/>
                  <a:pt x="133" y="49"/>
                  <a:pt x="136" y="50"/>
                </a:cubicBezTo>
                <a:cubicBezTo>
                  <a:pt x="105" y="70"/>
                  <a:pt x="105" y="70"/>
                  <a:pt x="105" y="70"/>
                </a:cubicBezTo>
                <a:cubicBezTo>
                  <a:pt x="107" y="58"/>
                  <a:pt x="117" y="49"/>
                  <a:pt x="129" y="49"/>
                </a:cubicBezTo>
                <a:moveTo>
                  <a:pt x="158" y="35"/>
                </a:moveTo>
                <a:cubicBezTo>
                  <a:pt x="150" y="29"/>
                  <a:pt x="140" y="25"/>
                  <a:pt x="129" y="25"/>
                </a:cubicBezTo>
                <a:cubicBezTo>
                  <a:pt x="102" y="25"/>
                  <a:pt x="81" y="46"/>
                  <a:pt x="81" y="73"/>
                </a:cubicBezTo>
                <a:cubicBezTo>
                  <a:pt x="81" y="77"/>
                  <a:pt x="82" y="81"/>
                  <a:pt x="83" y="85"/>
                </a:cubicBezTo>
                <a:cubicBezTo>
                  <a:pt x="41" y="113"/>
                  <a:pt x="41" y="113"/>
                  <a:pt x="41" y="113"/>
                </a:cubicBezTo>
                <a:cubicBezTo>
                  <a:pt x="39" y="114"/>
                  <a:pt x="39" y="114"/>
                  <a:pt x="39" y="114"/>
                </a:cubicBezTo>
                <a:cubicBezTo>
                  <a:pt x="36" y="113"/>
                  <a:pt x="34" y="111"/>
                  <a:pt x="31" y="109"/>
                </a:cubicBezTo>
                <a:cubicBezTo>
                  <a:pt x="22" y="101"/>
                  <a:pt x="12" y="92"/>
                  <a:pt x="4" y="82"/>
                </a:cubicBezTo>
                <a:cubicBezTo>
                  <a:pt x="0" y="78"/>
                  <a:pt x="0" y="72"/>
                  <a:pt x="4" y="68"/>
                </a:cubicBezTo>
                <a:cubicBezTo>
                  <a:pt x="6" y="65"/>
                  <a:pt x="9" y="62"/>
                  <a:pt x="12" y="59"/>
                </a:cubicBezTo>
                <a:cubicBezTo>
                  <a:pt x="28" y="43"/>
                  <a:pt x="47" y="28"/>
                  <a:pt x="67" y="18"/>
                </a:cubicBezTo>
                <a:cubicBezTo>
                  <a:pt x="79" y="11"/>
                  <a:pt x="93" y="6"/>
                  <a:pt x="107" y="3"/>
                </a:cubicBezTo>
                <a:cubicBezTo>
                  <a:pt x="123" y="0"/>
                  <a:pt x="138" y="0"/>
                  <a:pt x="154" y="4"/>
                </a:cubicBezTo>
                <a:cubicBezTo>
                  <a:pt x="166" y="6"/>
                  <a:pt x="177" y="10"/>
                  <a:pt x="187" y="16"/>
                </a:cubicBezTo>
                <a:cubicBezTo>
                  <a:pt x="185" y="17"/>
                  <a:pt x="185" y="17"/>
                  <a:pt x="185" y="17"/>
                </a:cubicBezTo>
                <a:lnTo>
                  <a:pt x="158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9" name="Google Shape;3269;p13"/>
          <p:cNvSpPr/>
          <p:nvPr/>
        </p:nvSpPr>
        <p:spPr>
          <a:xfrm>
            <a:off x="5461000" y="3867150"/>
            <a:ext cx="411163" cy="239713"/>
          </a:xfrm>
          <a:custGeom>
            <a:rect b="b" l="l" r="r" t="t"/>
            <a:pathLst>
              <a:path extrusionOk="0" h="150" w="257">
                <a:moveTo>
                  <a:pt x="257" y="75"/>
                </a:move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6"/>
                  <a:pt x="257" y="76"/>
                </a:cubicBezTo>
                <a:cubicBezTo>
                  <a:pt x="257" y="76"/>
                  <a:pt x="257" y="77"/>
                  <a:pt x="257" y="77"/>
                </a:cubicBezTo>
                <a:cubicBezTo>
                  <a:pt x="257" y="79"/>
                  <a:pt x="256" y="80"/>
                  <a:pt x="254" y="82"/>
                </a:cubicBezTo>
                <a:cubicBezTo>
                  <a:pt x="252" y="85"/>
                  <a:pt x="249" y="88"/>
                  <a:pt x="246" y="91"/>
                </a:cubicBezTo>
                <a:cubicBezTo>
                  <a:pt x="230" y="107"/>
                  <a:pt x="211" y="122"/>
                  <a:pt x="191" y="132"/>
                </a:cubicBezTo>
                <a:cubicBezTo>
                  <a:pt x="179" y="139"/>
                  <a:pt x="165" y="144"/>
                  <a:pt x="151" y="147"/>
                </a:cubicBezTo>
                <a:cubicBezTo>
                  <a:pt x="135" y="150"/>
                  <a:pt x="119" y="150"/>
                  <a:pt x="104" y="146"/>
                </a:cubicBezTo>
                <a:cubicBezTo>
                  <a:pt x="77" y="141"/>
                  <a:pt x="53" y="126"/>
                  <a:pt x="31" y="109"/>
                </a:cubicBezTo>
                <a:cubicBezTo>
                  <a:pt x="22" y="101"/>
                  <a:pt x="12" y="92"/>
                  <a:pt x="4" y="82"/>
                </a:cubicBezTo>
                <a:cubicBezTo>
                  <a:pt x="0" y="78"/>
                  <a:pt x="0" y="72"/>
                  <a:pt x="4" y="68"/>
                </a:cubicBezTo>
                <a:cubicBezTo>
                  <a:pt x="6" y="65"/>
                  <a:pt x="9" y="62"/>
                  <a:pt x="12" y="59"/>
                </a:cubicBezTo>
                <a:cubicBezTo>
                  <a:pt x="28" y="43"/>
                  <a:pt x="47" y="28"/>
                  <a:pt x="67" y="18"/>
                </a:cubicBezTo>
                <a:cubicBezTo>
                  <a:pt x="79" y="11"/>
                  <a:pt x="93" y="6"/>
                  <a:pt x="107" y="3"/>
                </a:cubicBezTo>
                <a:cubicBezTo>
                  <a:pt x="123" y="0"/>
                  <a:pt x="138" y="0"/>
                  <a:pt x="154" y="4"/>
                </a:cubicBezTo>
                <a:cubicBezTo>
                  <a:pt x="181" y="9"/>
                  <a:pt x="205" y="24"/>
                  <a:pt x="226" y="41"/>
                </a:cubicBezTo>
                <a:cubicBezTo>
                  <a:pt x="236" y="49"/>
                  <a:pt x="246" y="58"/>
                  <a:pt x="254" y="68"/>
                </a:cubicBezTo>
                <a:cubicBezTo>
                  <a:pt x="256" y="70"/>
                  <a:pt x="257" y="71"/>
                  <a:pt x="257" y="73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4"/>
                </a:cubicBezTo>
                <a:cubicBezTo>
                  <a:pt x="257" y="74"/>
                  <a:pt x="257" y="74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cubicBezTo>
                  <a:pt x="257" y="75"/>
                  <a:pt x="257" y="75"/>
                  <a:pt x="257" y="75"/>
                </a:cubicBezTo>
                <a:moveTo>
                  <a:pt x="129" y="25"/>
                </a:moveTo>
                <a:cubicBezTo>
                  <a:pt x="102" y="25"/>
                  <a:pt x="81" y="46"/>
                  <a:pt x="81" y="73"/>
                </a:cubicBezTo>
                <a:cubicBezTo>
                  <a:pt x="81" y="100"/>
                  <a:pt x="102" y="121"/>
                  <a:pt x="129" y="121"/>
                </a:cubicBezTo>
                <a:cubicBezTo>
                  <a:pt x="156" y="121"/>
                  <a:pt x="177" y="100"/>
                  <a:pt x="177" y="73"/>
                </a:cubicBezTo>
                <a:cubicBezTo>
                  <a:pt x="177" y="46"/>
                  <a:pt x="156" y="25"/>
                  <a:pt x="129" y="25"/>
                </a:cubicBezTo>
                <a:moveTo>
                  <a:pt x="129" y="97"/>
                </a:moveTo>
                <a:cubicBezTo>
                  <a:pt x="116" y="97"/>
                  <a:pt x="105" y="86"/>
                  <a:pt x="105" y="73"/>
                </a:cubicBezTo>
                <a:cubicBezTo>
                  <a:pt x="105" y="60"/>
                  <a:pt x="116" y="49"/>
                  <a:pt x="129" y="49"/>
                </a:cubicBezTo>
                <a:cubicBezTo>
                  <a:pt x="142" y="49"/>
                  <a:pt x="153" y="60"/>
                  <a:pt x="153" y="73"/>
                </a:cubicBezTo>
                <a:cubicBezTo>
                  <a:pt x="153" y="86"/>
                  <a:pt x="142" y="97"/>
                  <a:pt x="129" y="9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13"/>
          <p:cNvSpPr/>
          <p:nvPr/>
        </p:nvSpPr>
        <p:spPr>
          <a:xfrm>
            <a:off x="4748213" y="3800475"/>
            <a:ext cx="407987" cy="379413"/>
          </a:xfrm>
          <a:custGeom>
            <a:rect b="b" l="l" r="r" t="t"/>
            <a:pathLst>
              <a:path extrusionOk="0" h="238" w="256">
                <a:moveTo>
                  <a:pt x="210" y="238"/>
                </a:moveTo>
                <a:cubicBezTo>
                  <a:pt x="199" y="226"/>
                  <a:pt x="199" y="226"/>
                  <a:pt x="199" y="226"/>
                </a:cubicBezTo>
                <a:cubicBezTo>
                  <a:pt x="224" y="198"/>
                  <a:pt x="240" y="160"/>
                  <a:pt x="240" y="119"/>
                </a:cubicBezTo>
                <a:cubicBezTo>
                  <a:pt x="240" y="78"/>
                  <a:pt x="224" y="40"/>
                  <a:pt x="199" y="12"/>
                </a:cubicBezTo>
                <a:cubicBezTo>
                  <a:pt x="210" y="0"/>
                  <a:pt x="210" y="0"/>
                  <a:pt x="210" y="0"/>
                </a:cubicBezTo>
                <a:cubicBezTo>
                  <a:pt x="239" y="32"/>
                  <a:pt x="256" y="73"/>
                  <a:pt x="256" y="119"/>
                </a:cubicBezTo>
                <a:cubicBezTo>
                  <a:pt x="256" y="165"/>
                  <a:pt x="239" y="206"/>
                  <a:pt x="210" y="238"/>
                </a:cubicBezTo>
                <a:moveTo>
                  <a:pt x="179" y="206"/>
                </a:moveTo>
                <a:cubicBezTo>
                  <a:pt x="167" y="195"/>
                  <a:pt x="167" y="195"/>
                  <a:pt x="167" y="195"/>
                </a:cubicBezTo>
                <a:cubicBezTo>
                  <a:pt x="185" y="175"/>
                  <a:pt x="196" y="148"/>
                  <a:pt x="196" y="119"/>
                </a:cubicBezTo>
                <a:cubicBezTo>
                  <a:pt x="196" y="90"/>
                  <a:pt x="185" y="63"/>
                  <a:pt x="167" y="43"/>
                </a:cubicBezTo>
                <a:cubicBezTo>
                  <a:pt x="179" y="32"/>
                  <a:pt x="179" y="32"/>
                  <a:pt x="179" y="32"/>
                </a:cubicBezTo>
                <a:cubicBezTo>
                  <a:pt x="199" y="55"/>
                  <a:pt x="212" y="85"/>
                  <a:pt x="212" y="119"/>
                </a:cubicBezTo>
                <a:cubicBezTo>
                  <a:pt x="212" y="153"/>
                  <a:pt x="199" y="183"/>
                  <a:pt x="179" y="206"/>
                </a:cubicBezTo>
                <a:moveTo>
                  <a:pt x="148" y="175"/>
                </a:moveTo>
                <a:cubicBezTo>
                  <a:pt x="136" y="164"/>
                  <a:pt x="136" y="164"/>
                  <a:pt x="136" y="164"/>
                </a:cubicBezTo>
                <a:cubicBezTo>
                  <a:pt x="146" y="152"/>
                  <a:pt x="152" y="136"/>
                  <a:pt x="152" y="119"/>
                </a:cubicBezTo>
                <a:cubicBezTo>
                  <a:pt x="152" y="102"/>
                  <a:pt x="146" y="86"/>
                  <a:pt x="136" y="74"/>
                </a:cubicBezTo>
                <a:cubicBezTo>
                  <a:pt x="148" y="63"/>
                  <a:pt x="148" y="63"/>
                  <a:pt x="148" y="63"/>
                </a:cubicBezTo>
                <a:cubicBezTo>
                  <a:pt x="160" y="78"/>
                  <a:pt x="168" y="98"/>
                  <a:pt x="168" y="119"/>
                </a:cubicBezTo>
                <a:cubicBezTo>
                  <a:pt x="168" y="140"/>
                  <a:pt x="160" y="160"/>
                  <a:pt x="148" y="175"/>
                </a:cubicBezTo>
                <a:moveTo>
                  <a:pt x="100" y="183"/>
                </a:moveTo>
                <a:cubicBezTo>
                  <a:pt x="97" y="183"/>
                  <a:pt x="95" y="182"/>
                  <a:pt x="93" y="181"/>
                </a:cubicBezTo>
                <a:cubicBezTo>
                  <a:pt x="93" y="181"/>
                  <a:pt x="93" y="181"/>
                  <a:pt x="93" y="181"/>
                </a:cubicBezTo>
                <a:cubicBezTo>
                  <a:pt x="52" y="151"/>
                  <a:pt x="52" y="151"/>
                  <a:pt x="52" y="151"/>
                </a:cubicBezTo>
                <a:cubicBezTo>
                  <a:pt x="12" y="151"/>
                  <a:pt x="12" y="151"/>
                  <a:pt x="12" y="151"/>
                </a:cubicBezTo>
                <a:cubicBezTo>
                  <a:pt x="5" y="151"/>
                  <a:pt x="0" y="146"/>
                  <a:pt x="0" y="13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92"/>
                  <a:pt x="5" y="87"/>
                  <a:pt x="12" y="87"/>
                </a:cubicBezTo>
                <a:cubicBezTo>
                  <a:pt x="12" y="87"/>
                  <a:pt x="12" y="87"/>
                  <a:pt x="12" y="87"/>
                </a:cubicBezTo>
                <a:cubicBezTo>
                  <a:pt x="52" y="87"/>
                  <a:pt x="52" y="87"/>
                  <a:pt x="52" y="87"/>
                </a:cubicBezTo>
                <a:cubicBezTo>
                  <a:pt x="92" y="54"/>
                  <a:pt x="92" y="54"/>
                  <a:pt x="92" y="54"/>
                </a:cubicBezTo>
                <a:cubicBezTo>
                  <a:pt x="92" y="54"/>
                  <a:pt x="92" y="54"/>
                  <a:pt x="92" y="54"/>
                </a:cubicBezTo>
                <a:cubicBezTo>
                  <a:pt x="95" y="52"/>
                  <a:pt x="97" y="51"/>
                  <a:pt x="100" y="51"/>
                </a:cubicBezTo>
                <a:cubicBezTo>
                  <a:pt x="107" y="51"/>
                  <a:pt x="112" y="56"/>
                  <a:pt x="112" y="63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2" y="127"/>
                  <a:pt x="112" y="127"/>
                  <a:pt x="112" y="127"/>
                </a:cubicBezTo>
                <a:cubicBezTo>
                  <a:pt x="112" y="139"/>
                  <a:pt x="112" y="139"/>
                  <a:pt x="112" y="139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71"/>
                  <a:pt x="112" y="171"/>
                  <a:pt x="112" y="171"/>
                </a:cubicBezTo>
                <a:cubicBezTo>
                  <a:pt x="112" y="178"/>
                  <a:pt x="107" y="183"/>
                  <a:pt x="100" y="18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13"/>
          <p:cNvSpPr/>
          <p:nvPr/>
        </p:nvSpPr>
        <p:spPr>
          <a:xfrm>
            <a:off x="4032250" y="3851275"/>
            <a:ext cx="338138" cy="277813"/>
          </a:xfrm>
          <a:custGeom>
            <a:rect b="b" l="l" r="r" t="t"/>
            <a:pathLst>
              <a:path extrusionOk="0" h="174" w="212">
                <a:moveTo>
                  <a:pt x="179" y="174"/>
                </a:moveTo>
                <a:cubicBezTo>
                  <a:pt x="167" y="163"/>
                  <a:pt x="167" y="163"/>
                  <a:pt x="167" y="163"/>
                </a:cubicBezTo>
                <a:cubicBezTo>
                  <a:pt x="185" y="143"/>
                  <a:pt x="196" y="116"/>
                  <a:pt x="196" y="87"/>
                </a:cubicBezTo>
                <a:cubicBezTo>
                  <a:pt x="196" y="58"/>
                  <a:pt x="185" y="31"/>
                  <a:pt x="167" y="11"/>
                </a:cubicBezTo>
                <a:cubicBezTo>
                  <a:pt x="179" y="0"/>
                  <a:pt x="179" y="0"/>
                  <a:pt x="179" y="0"/>
                </a:cubicBezTo>
                <a:cubicBezTo>
                  <a:pt x="199" y="23"/>
                  <a:pt x="212" y="53"/>
                  <a:pt x="212" y="87"/>
                </a:cubicBezTo>
                <a:cubicBezTo>
                  <a:pt x="212" y="121"/>
                  <a:pt x="199" y="151"/>
                  <a:pt x="179" y="174"/>
                </a:cubicBezTo>
                <a:moveTo>
                  <a:pt x="148" y="143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46" y="120"/>
                  <a:pt x="152" y="104"/>
                  <a:pt x="152" y="87"/>
                </a:cubicBezTo>
                <a:cubicBezTo>
                  <a:pt x="152" y="70"/>
                  <a:pt x="146" y="54"/>
                  <a:pt x="136" y="42"/>
                </a:cubicBezTo>
                <a:cubicBezTo>
                  <a:pt x="148" y="31"/>
                  <a:pt x="148" y="31"/>
                  <a:pt x="148" y="31"/>
                </a:cubicBezTo>
                <a:cubicBezTo>
                  <a:pt x="160" y="46"/>
                  <a:pt x="168" y="66"/>
                  <a:pt x="168" y="87"/>
                </a:cubicBezTo>
                <a:cubicBezTo>
                  <a:pt x="168" y="108"/>
                  <a:pt x="160" y="128"/>
                  <a:pt x="148" y="143"/>
                </a:cubicBezTo>
                <a:moveTo>
                  <a:pt x="100" y="151"/>
                </a:moveTo>
                <a:cubicBezTo>
                  <a:pt x="97" y="151"/>
                  <a:pt x="95" y="150"/>
                  <a:pt x="93" y="149"/>
                </a:cubicBezTo>
                <a:cubicBezTo>
                  <a:pt x="93" y="149"/>
                  <a:pt x="93" y="149"/>
                  <a:pt x="93" y="149"/>
                </a:cubicBezTo>
                <a:cubicBezTo>
                  <a:pt x="52" y="119"/>
                  <a:pt x="52" y="119"/>
                  <a:pt x="52" y="119"/>
                </a:cubicBezTo>
                <a:cubicBezTo>
                  <a:pt x="12" y="119"/>
                  <a:pt x="12" y="119"/>
                  <a:pt x="12" y="119"/>
                </a:cubicBezTo>
                <a:cubicBezTo>
                  <a:pt x="5" y="119"/>
                  <a:pt x="0" y="114"/>
                  <a:pt x="0" y="107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60"/>
                  <a:pt x="5" y="55"/>
                  <a:pt x="12" y="55"/>
                </a:cubicBezTo>
                <a:cubicBezTo>
                  <a:pt x="12" y="55"/>
                  <a:pt x="12" y="55"/>
                  <a:pt x="12" y="55"/>
                </a:cubicBezTo>
                <a:cubicBezTo>
                  <a:pt x="52" y="55"/>
                  <a:pt x="52" y="55"/>
                  <a:pt x="52" y="55"/>
                </a:cubicBezTo>
                <a:cubicBezTo>
                  <a:pt x="92" y="22"/>
                  <a:pt x="92" y="22"/>
                  <a:pt x="92" y="22"/>
                </a:cubicBezTo>
                <a:cubicBezTo>
                  <a:pt x="92" y="22"/>
                  <a:pt x="92" y="22"/>
                  <a:pt x="92" y="22"/>
                </a:cubicBezTo>
                <a:cubicBezTo>
                  <a:pt x="95" y="20"/>
                  <a:pt x="97" y="19"/>
                  <a:pt x="100" y="19"/>
                </a:cubicBezTo>
                <a:cubicBezTo>
                  <a:pt x="107" y="19"/>
                  <a:pt x="112" y="24"/>
                  <a:pt x="112" y="31"/>
                </a:cubicBezTo>
                <a:cubicBezTo>
                  <a:pt x="112" y="67"/>
                  <a:pt x="112" y="67"/>
                  <a:pt x="112" y="67"/>
                </a:cubicBezTo>
                <a:cubicBezTo>
                  <a:pt x="112" y="95"/>
                  <a:pt x="112" y="95"/>
                  <a:pt x="112" y="95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12" y="119"/>
                  <a:pt x="112" y="119"/>
                  <a:pt x="112" y="119"/>
                </a:cubicBezTo>
                <a:cubicBezTo>
                  <a:pt x="112" y="139"/>
                  <a:pt x="112" y="139"/>
                  <a:pt x="112" y="139"/>
                </a:cubicBezTo>
                <a:cubicBezTo>
                  <a:pt x="112" y="146"/>
                  <a:pt x="107" y="151"/>
                  <a:pt x="100" y="15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3"/>
          <p:cNvSpPr/>
          <p:nvPr/>
        </p:nvSpPr>
        <p:spPr>
          <a:xfrm>
            <a:off x="3316288" y="3881438"/>
            <a:ext cx="268287" cy="211137"/>
          </a:xfrm>
          <a:custGeom>
            <a:rect b="b" l="l" r="r" t="t"/>
            <a:pathLst>
              <a:path extrusionOk="0" h="132" w="168">
                <a:moveTo>
                  <a:pt x="148" y="124"/>
                </a:moveTo>
                <a:cubicBezTo>
                  <a:pt x="136" y="113"/>
                  <a:pt x="136" y="113"/>
                  <a:pt x="136" y="113"/>
                </a:cubicBezTo>
                <a:cubicBezTo>
                  <a:pt x="146" y="101"/>
                  <a:pt x="152" y="85"/>
                  <a:pt x="152" y="68"/>
                </a:cubicBezTo>
                <a:cubicBezTo>
                  <a:pt x="152" y="51"/>
                  <a:pt x="146" y="35"/>
                  <a:pt x="136" y="23"/>
                </a:cubicBezTo>
                <a:cubicBezTo>
                  <a:pt x="148" y="12"/>
                  <a:pt x="148" y="12"/>
                  <a:pt x="148" y="12"/>
                </a:cubicBezTo>
                <a:cubicBezTo>
                  <a:pt x="160" y="27"/>
                  <a:pt x="168" y="47"/>
                  <a:pt x="168" y="68"/>
                </a:cubicBezTo>
                <a:cubicBezTo>
                  <a:pt x="168" y="89"/>
                  <a:pt x="160" y="109"/>
                  <a:pt x="148" y="124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3" name="Google Shape;3273;p13"/>
          <p:cNvSpPr/>
          <p:nvPr/>
        </p:nvSpPr>
        <p:spPr>
          <a:xfrm>
            <a:off x="2640013" y="3881438"/>
            <a:ext cx="331787" cy="211137"/>
          </a:xfrm>
          <a:custGeom>
            <a:rect b="b" l="l" r="r" t="t"/>
            <a:pathLst>
              <a:path extrusionOk="0" h="132" w="208">
                <a:moveTo>
                  <a:pt x="204" y="52"/>
                </a:moveTo>
                <a:cubicBezTo>
                  <a:pt x="189" y="68"/>
                  <a:pt x="189" y="68"/>
                  <a:pt x="189" y="68"/>
                </a:cubicBezTo>
                <a:cubicBezTo>
                  <a:pt x="204" y="84"/>
                  <a:pt x="204" y="84"/>
                  <a:pt x="204" y="84"/>
                </a:cubicBezTo>
                <a:cubicBezTo>
                  <a:pt x="207" y="86"/>
                  <a:pt x="208" y="89"/>
                  <a:pt x="208" y="92"/>
                </a:cubicBezTo>
                <a:cubicBezTo>
                  <a:pt x="208" y="99"/>
                  <a:pt x="203" y="104"/>
                  <a:pt x="196" y="104"/>
                </a:cubicBezTo>
                <a:cubicBezTo>
                  <a:pt x="193" y="104"/>
                  <a:pt x="190" y="103"/>
                  <a:pt x="188" y="100"/>
                </a:cubicBezTo>
                <a:cubicBezTo>
                  <a:pt x="172" y="85"/>
                  <a:pt x="172" y="85"/>
                  <a:pt x="172" y="85"/>
                </a:cubicBezTo>
                <a:cubicBezTo>
                  <a:pt x="156" y="100"/>
                  <a:pt x="156" y="100"/>
                  <a:pt x="156" y="100"/>
                </a:cubicBezTo>
                <a:cubicBezTo>
                  <a:pt x="154" y="103"/>
                  <a:pt x="151" y="104"/>
                  <a:pt x="148" y="104"/>
                </a:cubicBezTo>
                <a:cubicBezTo>
                  <a:pt x="141" y="104"/>
                  <a:pt x="136" y="99"/>
                  <a:pt x="136" y="92"/>
                </a:cubicBezTo>
                <a:cubicBezTo>
                  <a:pt x="136" y="89"/>
                  <a:pt x="137" y="86"/>
                  <a:pt x="140" y="84"/>
                </a:cubicBezTo>
                <a:cubicBezTo>
                  <a:pt x="155" y="68"/>
                  <a:pt x="155" y="68"/>
                  <a:pt x="155" y="68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37" y="50"/>
                  <a:pt x="136" y="47"/>
                  <a:pt x="136" y="44"/>
                </a:cubicBezTo>
                <a:cubicBezTo>
                  <a:pt x="136" y="37"/>
                  <a:pt x="141" y="32"/>
                  <a:pt x="148" y="32"/>
                </a:cubicBezTo>
                <a:cubicBezTo>
                  <a:pt x="151" y="32"/>
                  <a:pt x="154" y="33"/>
                  <a:pt x="156" y="36"/>
                </a:cubicBezTo>
                <a:cubicBezTo>
                  <a:pt x="172" y="51"/>
                  <a:pt x="172" y="51"/>
                  <a:pt x="172" y="51"/>
                </a:cubicBezTo>
                <a:cubicBezTo>
                  <a:pt x="188" y="36"/>
                  <a:pt x="188" y="36"/>
                  <a:pt x="188" y="36"/>
                </a:cubicBezTo>
                <a:cubicBezTo>
                  <a:pt x="190" y="33"/>
                  <a:pt x="193" y="32"/>
                  <a:pt x="196" y="32"/>
                </a:cubicBezTo>
                <a:cubicBezTo>
                  <a:pt x="203" y="32"/>
                  <a:pt x="208" y="37"/>
                  <a:pt x="208" y="44"/>
                </a:cubicBezTo>
                <a:cubicBezTo>
                  <a:pt x="208" y="47"/>
                  <a:pt x="207" y="50"/>
                  <a:pt x="204" y="52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13"/>
          <p:cNvSpPr/>
          <p:nvPr/>
        </p:nvSpPr>
        <p:spPr>
          <a:xfrm>
            <a:off x="1924050" y="3881438"/>
            <a:ext cx="333375" cy="211137"/>
          </a:xfrm>
          <a:custGeom>
            <a:rect b="b" l="l" r="r" t="t"/>
            <a:pathLst>
              <a:path extrusionOk="0" h="132" w="208">
                <a:moveTo>
                  <a:pt x="196" y="80"/>
                </a:moveTo>
                <a:cubicBezTo>
                  <a:pt x="148" y="80"/>
                  <a:pt x="148" y="80"/>
                  <a:pt x="148" y="80"/>
                </a:cubicBezTo>
                <a:cubicBezTo>
                  <a:pt x="141" y="80"/>
                  <a:pt x="136" y="75"/>
                  <a:pt x="136" y="68"/>
                </a:cubicBezTo>
                <a:cubicBezTo>
                  <a:pt x="136" y="61"/>
                  <a:pt x="141" y="56"/>
                  <a:pt x="148" y="56"/>
                </a:cubicBezTo>
                <a:cubicBezTo>
                  <a:pt x="196" y="56"/>
                  <a:pt x="196" y="56"/>
                  <a:pt x="196" y="56"/>
                </a:cubicBezTo>
                <a:cubicBezTo>
                  <a:pt x="203" y="56"/>
                  <a:pt x="208" y="61"/>
                  <a:pt x="208" y="68"/>
                </a:cubicBezTo>
                <a:cubicBezTo>
                  <a:pt x="208" y="75"/>
                  <a:pt x="203" y="80"/>
                  <a:pt x="196" y="80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5" name="Google Shape;3275;p13"/>
          <p:cNvSpPr/>
          <p:nvPr/>
        </p:nvSpPr>
        <p:spPr>
          <a:xfrm>
            <a:off x="1209675" y="3881438"/>
            <a:ext cx="331788" cy="211137"/>
          </a:xfrm>
          <a:custGeom>
            <a:rect b="b" l="l" r="r" t="t"/>
            <a:pathLst>
              <a:path extrusionOk="0" h="132" w="208">
                <a:moveTo>
                  <a:pt x="196" y="80"/>
                </a:moveTo>
                <a:cubicBezTo>
                  <a:pt x="184" y="80"/>
                  <a:pt x="184" y="80"/>
                  <a:pt x="184" y="80"/>
                </a:cubicBezTo>
                <a:cubicBezTo>
                  <a:pt x="184" y="92"/>
                  <a:pt x="184" y="92"/>
                  <a:pt x="184" y="92"/>
                </a:cubicBezTo>
                <a:cubicBezTo>
                  <a:pt x="184" y="99"/>
                  <a:pt x="179" y="104"/>
                  <a:pt x="172" y="104"/>
                </a:cubicBezTo>
                <a:cubicBezTo>
                  <a:pt x="165" y="104"/>
                  <a:pt x="160" y="99"/>
                  <a:pt x="160" y="92"/>
                </a:cubicBezTo>
                <a:cubicBezTo>
                  <a:pt x="160" y="80"/>
                  <a:pt x="160" y="80"/>
                  <a:pt x="160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41" y="80"/>
                  <a:pt x="136" y="75"/>
                  <a:pt x="136" y="68"/>
                </a:cubicBezTo>
                <a:cubicBezTo>
                  <a:pt x="136" y="61"/>
                  <a:pt x="141" y="56"/>
                  <a:pt x="148" y="56"/>
                </a:cubicBezTo>
                <a:cubicBezTo>
                  <a:pt x="160" y="56"/>
                  <a:pt x="160" y="56"/>
                  <a:pt x="160" y="56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60" y="37"/>
                  <a:pt x="165" y="32"/>
                  <a:pt x="172" y="32"/>
                </a:cubicBezTo>
                <a:cubicBezTo>
                  <a:pt x="179" y="32"/>
                  <a:pt x="184" y="37"/>
                  <a:pt x="184" y="44"/>
                </a:cubicBezTo>
                <a:cubicBezTo>
                  <a:pt x="184" y="56"/>
                  <a:pt x="184" y="56"/>
                  <a:pt x="184" y="56"/>
                </a:cubicBezTo>
                <a:cubicBezTo>
                  <a:pt x="196" y="56"/>
                  <a:pt x="196" y="56"/>
                  <a:pt x="196" y="56"/>
                </a:cubicBezTo>
                <a:cubicBezTo>
                  <a:pt x="203" y="56"/>
                  <a:pt x="208" y="61"/>
                  <a:pt x="208" y="68"/>
                </a:cubicBezTo>
                <a:cubicBezTo>
                  <a:pt x="208" y="75"/>
                  <a:pt x="203" y="80"/>
                  <a:pt x="196" y="80"/>
                </a:cubicBezTo>
                <a:moveTo>
                  <a:pt x="100" y="132"/>
                </a:moveTo>
                <a:cubicBezTo>
                  <a:pt x="97" y="132"/>
                  <a:pt x="95" y="131"/>
                  <a:pt x="93" y="130"/>
                </a:cubicBezTo>
                <a:cubicBezTo>
                  <a:pt x="93" y="130"/>
                  <a:pt x="93" y="130"/>
                  <a:pt x="93" y="130"/>
                </a:cubicBezTo>
                <a:cubicBezTo>
                  <a:pt x="52" y="100"/>
                  <a:pt x="52" y="100"/>
                  <a:pt x="52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5" y="100"/>
                  <a:pt x="0" y="95"/>
                  <a:pt x="0" y="8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12" y="36"/>
                  <a:pt x="12" y="36"/>
                  <a:pt x="1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92" y="3"/>
                  <a:pt x="92" y="3"/>
                  <a:pt x="92" y="3"/>
                </a:cubicBezTo>
                <a:cubicBezTo>
                  <a:pt x="92" y="3"/>
                  <a:pt x="92" y="3"/>
                  <a:pt x="92" y="3"/>
                </a:cubicBezTo>
                <a:cubicBezTo>
                  <a:pt x="95" y="1"/>
                  <a:pt x="97" y="0"/>
                  <a:pt x="100" y="0"/>
                </a:cubicBezTo>
                <a:cubicBezTo>
                  <a:pt x="107" y="0"/>
                  <a:pt x="112" y="5"/>
                  <a:pt x="112" y="12"/>
                </a:cubicBezTo>
                <a:cubicBezTo>
                  <a:pt x="112" y="48"/>
                  <a:pt x="112" y="48"/>
                  <a:pt x="112" y="48"/>
                </a:cubicBezTo>
                <a:cubicBezTo>
                  <a:pt x="112" y="76"/>
                  <a:pt x="112" y="76"/>
                  <a:pt x="112" y="76"/>
                </a:cubicBezTo>
                <a:cubicBezTo>
                  <a:pt x="112" y="88"/>
                  <a:pt x="112" y="88"/>
                  <a:pt x="112" y="88"/>
                </a:cubicBezTo>
                <a:cubicBezTo>
                  <a:pt x="112" y="100"/>
                  <a:pt x="112" y="100"/>
                  <a:pt x="112" y="100"/>
                </a:cubicBezTo>
                <a:cubicBezTo>
                  <a:pt x="112" y="120"/>
                  <a:pt x="112" y="120"/>
                  <a:pt x="112" y="120"/>
                </a:cubicBezTo>
                <a:cubicBezTo>
                  <a:pt x="112" y="127"/>
                  <a:pt x="107" y="132"/>
                  <a:pt x="100" y="13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13"/>
          <p:cNvSpPr/>
          <p:nvPr/>
        </p:nvSpPr>
        <p:spPr>
          <a:xfrm>
            <a:off x="534988" y="3881438"/>
            <a:ext cx="255587" cy="211137"/>
          </a:xfrm>
          <a:custGeom>
            <a:rect b="b" l="l" r="r" t="t"/>
            <a:pathLst>
              <a:path extrusionOk="0" h="132" w="160">
                <a:moveTo>
                  <a:pt x="157" y="21"/>
                </a:moveTo>
                <a:cubicBezTo>
                  <a:pt x="9" y="122"/>
                  <a:pt x="9" y="122"/>
                  <a:pt x="9" y="122"/>
                </a:cubicBezTo>
                <a:cubicBezTo>
                  <a:pt x="8" y="122"/>
                  <a:pt x="7" y="123"/>
                  <a:pt x="6" y="123"/>
                </a:cubicBezTo>
                <a:cubicBezTo>
                  <a:pt x="2" y="123"/>
                  <a:pt x="0" y="120"/>
                  <a:pt x="0" y="117"/>
                </a:cubicBezTo>
                <a:cubicBezTo>
                  <a:pt x="0" y="115"/>
                  <a:pt x="1" y="113"/>
                  <a:pt x="2" y="112"/>
                </a:cubicBezTo>
                <a:cubicBezTo>
                  <a:pt x="151" y="11"/>
                  <a:pt x="151" y="11"/>
                  <a:pt x="151" y="11"/>
                </a:cubicBezTo>
                <a:cubicBezTo>
                  <a:pt x="152" y="11"/>
                  <a:pt x="153" y="10"/>
                  <a:pt x="154" y="10"/>
                </a:cubicBezTo>
                <a:cubicBezTo>
                  <a:pt x="157" y="10"/>
                  <a:pt x="160" y="13"/>
                  <a:pt x="160" y="16"/>
                </a:cubicBezTo>
                <a:cubicBezTo>
                  <a:pt x="160" y="18"/>
                  <a:pt x="159" y="20"/>
                  <a:pt x="157" y="21"/>
                </a:cubicBezTo>
                <a:moveTo>
                  <a:pt x="18" y="48"/>
                </a:moveTo>
                <a:cubicBezTo>
                  <a:pt x="18" y="41"/>
                  <a:pt x="23" y="36"/>
                  <a:pt x="30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70" y="36"/>
                  <a:pt x="70" y="36"/>
                  <a:pt x="70" y="36"/>
                </a:cubicBezTo>
                <a:cubicBezTo>
                  <a:pt x="110" y="3"/>
                  <a:pt x="110" y="3"/>
                  <a:pt x="110" y="3"/>
                </a:cubicBezTo>
                <a:cubicBezTo>
                  <a:pt x="110" y="3"/>
                  <a:pt x="110" y="3"/>
                  <a:pt x="110" y="3"/>
                </a:cubicBezTo>
                <a:cubicBezTo>
                  <a:pt x="113" y="1"/>
                  <a:pt x="115" y="0"/>
                  <a:pt x="118" y="0"/>
                </a:cubicBezTo>
                <a:cubicBezTo>
                  <a:pt x="124" y="0"/>
                  <a:pt x="129" y="5"/>
                  <a:pt x="130" y="11"/>
                </a:cubicBezTo>
                <a:cubicBezTo>
                  <a:pt x="18" y="87"/>
                  <a:pt x="18" y="87"/>
                  <a:pt x="18" y="87"/>
                </a:cubicBezTo>
                <a:lnTo>
                  <a:pt x="18" y="48"/>
                </a:lnTo>
                <a:close/>
                <a:moveTo>
                  <a:pt x="130" y="76"/>
                </a:moveTo>
                <a:cubicBezTo>
                  <a:pt x="130" y="88"/>
                  <a:pt x="130" y="88"/>
                  <a:pt x="130" y="88"/>
                </a:cubicBezTo>
                <a:cubicBezTo>
                  <a:pt x="130" y="100"/>
                  <a:pt x="130" y="100"/>
                  <a:pt x="130" y="100"/>
                </a:cubicBezTo>
                <a:cubicBezTo>
                  <a:pt x="130" y="120"/>
                  <a:pt x="130" y="120"/>
                  <a:pt x="130" y="120"/>
                </a:cubicBezTo>
                <a:cubicBezTo>
                  <a:pt x="130" y="127"/>
                  <a:pt x="125" y="132"/>
                  <a:pt x="118" y="132"/>
                </a:cubicBezTo>
                <a:cubicBezTo>
                  <a:pt x="115" y="132"/>
                  <a:pt x="113" y="131"/>
                  <a:pt x="111" y="130"/>
                </a:cubicBezTo>
                <a:cubicBezTo>
                  <a:pt x="111" y="130"/>
                  <a:pt x="111" y="130"/>
                  <a:pt x="111" y="130"/>
                </a:cubicBezTo>
                <a:cubicBezTo>
                  <a:pt x="70" y="100"/>
                  <a:pt x="70" y="100"/>
                  <a:pt x="70" y="100"/>
                </a:cubicBezTo>
                <a:cubicBezTo>
                  <a:pt x="62" y="100"/>
                  <a:pt x="62" y="100"/>
                  <a:pt x="62" y="100"/>
                </a:cubicBezTo>
                <a:cubicBezTo>
                  <a:pt x="130" y="54"/>
                  <a:pt x="130" y="54"/>
                  <a:pt x="130" y="54"/>
                </a:cubicBezTo>
                <a:lnTo>
                  <a:pt x="130" y="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7" name="Google Shape;3277;p13"/>
          <p:cNvSpPr/>
          <p:nvPr/>
        </p:nvSpPr>
        <p:spPr>
          <a:xfrm>
            <a:off x="8323263" y="3070225"/>
            <a:ext cx="409575" cy="409575"/>
          </a:xfrm>
          <a:custGeom>
            <a:rect b="b" l="l" r="r" t="t"/>
            <a:pathLst>
              <a:path extrusionOk="0" h="256" w="256">
                <a:moveTo>
                  <a:pt x="244" y="196"/>
                </a:moveTo>
                <a:cubicBezTo>
                  <a:pt x="204" y="196"/>
                  <a:pt x="204" y="196"/>
                  <a:pt x="204" y="196"/>
                </a:cubicBezTo>
                <a:cubicBezTo>
                  <a:pt x="204" y="184"/>
                  <a:pt x="204" y="184"/>
                  <a:pt x="204" y="184"/>
                </a:cubicBezTo>
                <a:cubicBezTo>
                  <a:pt x="204" y="180"/>
                  <a:pt x="204" y="180"/>
                  <a:pt x="204" y="180"/>
                </a:cubicBezTo>
                <a:cubicBezTo>
                  <a:pt x="204" y="160"/>
                  <a:pt x="204" y="160"/>
                  <a:pt x="204" y="160"/>
                </a:cubicBezTo>
                <a:cubicBezTo>
                  <a:pt x="204" y="148"/>
                  <a:pt x="204" y="148"/>
                  <a:pt x="204" y="148"/>
                </a:cubicBezTo>
                <a:cubicBezTo>
                  <a:pt x="204" y="136"/>
                  <a:pt x="204" y="136"/>
                  <a:pt x="204" y="136"/>
                </a:cubicBezTo>
                <a:cubicBezTo>
                  <a:pt x="52" y="136"/>
                  <a:pt x="52" y="136"/>
                  <a:pt x="52" y="136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2" y="160"/>
                  <a:pt x="52" y="160"/>
                  <a:pt x="52" y="160"/>
                </a:cubicBezTo>
                <a:cubicBezTo>
                  <a:pt x="52" y="180"/>
                  <a:pt x="52" y="180"/>
                  <a:pt x="52" y="180"/>
                </a:cubicBezTo>
                <a:cubicBezTo>
                  <a:pt x="52" y="184"/>
                  <a:pt x="52" y="184"/>
                  <a:pt x="52" y="184"/>
                </a:cubicBezTo>
                <a:cubicBezTo>
                  <a:pt x="52" y="196"/>
                  <a:pt x="52" y="196"/>
                  <a:pt x="52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5"/>
                  <a:pt x="5" y="60"/>
                  <a:pt x="12" y="60"/>
                </a:cubicBezTo>
                <a:cubicBezTo>
                  <a:pt x="244" y="60"/>
                  <a:pt x="244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84"/>
                  <a:pt x="256" y="184"/>
                  <a:pt x="256" y="184"/>
                </a:cubicBezTo>
                <a:cubicBezTo>
                  <a:pt x="256" y="191"/>
                  <a:pt x="251" y="196"/>
                  <a:pt x="244" y="196"/>
                </a:cubicBezTo>
                <a:moveTo>
                  <a:pt x="36" y="84"/>
                </a:moveTo>
                <a:cubicBezTo>
                  <a:pt x="29" y="84"/>
                  <a:pt x="24" y="89"/>
                  <a:pt x="24" y="96"/>
                </a:cubicBezTo>
                <a:cubicBezTo>
                  <a:pt x="24" y="103"/>
                  <a:pt x="29" y="108"/>
                  <a:pt x="36" y="108"/>
                </a:cubicBezTo>
                <a:cubicBezTo>
                  <a:pt x="43" y="108"/>
                  <a:pt x="48" y="103"/>
                  <a:pt x="48" y="96"/>
                </a:cubicBezTo>
                <a:cubicBezTo>
                  <a:pt x="48" y="89"/>
                  <a:pt x="43" y="84"/>
                  <a:pt x="36" y="84"/>
                </a:cubicBezTo>
                <a:moveTo>
                  <a:pt x="192" y="48"/>
                </a:moveTo>
                <a:cubicBezTo>
                  <a:pt x="64" y="48"/>
                  <a:pt x="64" y="48"/>
                  <a:pt x="64" y="48"/>
                </a:cubicBezTo>
                <a:cubicBezTo>
                  <a:pt x="64" y="36"/>
                  <a:pt x="64" y="36"/>
                  <a:pt x="64" y="36"/>
                </a:cubicBezTo>
                <a:cubicBezTo>
                  <a:pt x="64" y="12"/>
                  <a:pt x="64" y="12"/>
                  <a:pt x="64" y="12"/>
                </a:cubicBezTo>
                <a:cubicBezTo>
                  <a:pt x="64" y="10"/>
                  <a:pt x="64" y="9"/>
                  <a:pt x="65" y="7"/>
                </a:cubicBezTo>
                <a:cubicBezTo>
                  <a:pt x="67" y="3"/>
                  <a:pt x="71" y="0"/>
                  <a:pt x="76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80" y="0"/>
                  <a:pt x="180" y="0"/>
                  <a:pt x="181" y="0"/>
                </a:cubicBezTo>
                <a:cubicBezTo>
                  <a:pt x="181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4" y="1"/>
                  <a:pt x="185" y="1"/>
                  <a:pt x="186" y="2"/>
                </a:cubicBezTo>
                <a:cubicBezTo>
                  <a:pt x="186" y="2"/>
                  <a:pt x="186" y="2"/>
                  <a:pt x="186" y="2"/>
                </a:cubicBezTo>
                <a:cubicBezTo>
                  <a:pt x="186" y="2"/>
                  <a:pt x="186" y="2"/>
                  <a:pt x="186" y="2"/>
                </a:cubicBezTo>
                <a:cubicBezTo>
                  <a:pt x="187" y="2"/>
                  <a:pt x="188" y="3"/>
                  <a:pt x="188" y="3"/>
                </a:cubicBezTo>
                <a:cubicBezTo>
                  <a:pt x="188" y="3"/>
                  <a:pt x="188" y="3"/>
                  <a:pt x="188" y="3"/>
                </a:cubicBezTo>
                <a:cubicBezTo>
                  <a:pt x="188" y="3"/>
                  <a:pt x="188" y="3"/>
                  <a:pt x="188" y="3"/>
                </a:cubicBezTo>
                <a:cubicBezTo>
                  <a:pt x="189" y="4"/>
                  <a:pt x="189" y="5"/>
                  <a:pt x="190" y="5"/>
                </a:cubicBezTo>
                <a:cubicBezTo>
                  <a:pt x="190" y="5"/>
                  <a:pt x="190" y="5"/>
                  <a:pt x="190" y="5"/>
                </a:cubicBezTo>
                <a:cubicBezTo>
                  <a:pt x="191" y="7"/>
                  <a:pt x="192" y="9"/>
                  <a:pt x="192" y="12"/>
                </a:cubicBezTo>
                <a:cubicBezTo>
                  <a:pt x="192" y="12"/>
                  <a:pt x="192" y="12"/>
                  <a:pt x="192" y="12"/>
                </a:cubicBezTo>
                <a:cubicBezTo>
                  <a:pt x="192" y="12"/>
                  <a:pt x="192" y="12"/>
                  <a:pt x="192" y="12"/>
                </a:cubicBezTo>
                <a:lnTo>
                  <a:pt x="192" y="48"/>
                </a:lnTo>
                <a:close/>
                <a:moveTo>
                  <a:pt x="192" y="172"/>
                </a:moveTo>
                <a:cubicBezTo>
                  <a:pt x="192" y="232"/>
                  <a:pt x="192" y="232"/>
                  <a:pt x="192" y="232"/>
                </a:cubicBezTo>
                <a:cubicBezTo>
                  <a:pt x="192" y="236"/>
                  <a:pt x="192" y="236"/>
                  <a:pt x="192" y="236"/>
                </a:cubicBezTo>
                <a:cubicBezTo>
                  <a:pt x="192" y="244"/>
                  <a:pt x="192" y="244"/>
                  <a:pt x="192" y="244"/>
                </a:cubicBezTo>
                <a:cubicBezTo>
                  <a:pt x="192" y="251"/>
                  <a:pt x="187" y="256"/>
                  <a:pt x="180" y="256"/>
                </a:cubicBezTo>
                <a:cubicBezTo>
                  <a:pt x="76" y="256"/>
                  <a:pt x="76" y="256"/>
                  <a:pt x="76" y="256"/>
                </a:cubicBezTo>
                <a:cubicBezTo>
                  <a:pt x="69" y="256"/>
                  <a:pt x="64" y="251"/>
                  <a:pt x="64" y="244"/>
                </a:cubicBezTo>
                <a:cubicBezTo>
                  <a:pt x="64" y="236"/>
                  <a:pt x="64" y="236"/>
                  <a:pt x="64" y="236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64" y="172"/>
                  <a:pt x="64" y="172"/>
                  <a:pt x="64" y="172"/>
                </a:cubicBezTo>
                <a:cubicBezTo>
                  <a:pt x="64" y="148"/>
                  <a:pt x="64" y="148"/>
                  <a:pt x="64" y="148"/>
                </a:cubicBezTo>
                <a:cubicBezTo>
                  <a:pt x="192" y="148"/>
                  <a:pt x="192" y="148"/>
                  <a:pt x="192" y="148"/>
                </a:cubicBezTo>
                <a:lnTo>
                  <a:pt x="192" y="172"/>
                </a:lnTo>
                <a:close/>
                <a:moveTo>
                  <a:pt x="168" y="172"/>
                </a:moveTo>
                <a:cubicBezTo>
                  <a:pt x="88" y="172"/>
                  <a:pt x="88" y="172"/>
                  <a:pt x="88" y="172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168" y="184"/>
                  <a:pt x="168" y="184"/>
                  <a:pt x="168" y="184"/>
                </a:cubicBezTo>
                <a:lnTo>
                  <a:pt x="168" y="172"/>
                </a:lnTo>
                <a:close/>
                <a:moveTo>
                  <a:pt x="168" y="196"/>
                </a:moveTo>
                <a:cubicBezTo>
                  <a:pt x="88" y="196"/>
                  <a:pt x="88" y="196"/>
                  <a:pt x="88" y="196"/>
                </a:cubicBezTo>
                <a:cubicBezTo>
                  <a:pt x="88" y="208"/>
                  <a:pt x="88" y="208"/>
                  <a:pt x="88" y="208"/>
                </a:cubicBezTo>
                <a:cubicBezTo>
                  <a:pt x="168" y="208"/>
                  <a:pt x="168" y="208"/>
                  <a:pt x="168" y="208"/>
                </a:cubicBezTo>
                <a:lnTo>
                  <a:pt x="168" y="196"/>
                </a:lnTo>
                <a:close/>
                <a:moveTo>
                  <a:pt x="168" y="220"/>
                </a:moveTo>
                <a:cubicBezTo>
                  <a:pt x="88" y="220"/>
                  <a:pt x="88" y="220"/>
                  <a:pt x="88" y="220"/>
                </a:cubicBezTo>
                <a:cubicBezTo>
                  <a:pt x="88" y="232"/>
                  <a:pt x="88" y="232"/>
                  <a:pt x="88" y="232"/>
                </a:cubicBezTo>
                <a:cubicBezTo>
                  <a:pt x="168" y="232"/>
                  <a:pt x="168" y="232"/>
                  <a:pt x="168" y="232"/>
                </a:cubicBezTo>
                <a:lnTo>
                  <a:pt x="168" y="2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13"/>
          <p:cNvSpPr/>
          <p:nvPr/>
        </p:nvSpPr>
        <p:spPr>
          <a:xfrm>
            <a:off x="7608888" y="3089275"/>
            <a:ext cx="407987" cy="369888"/>
          </a:xfrm>
          <a:custGeom>
            <a:rect b="b" l="l" r="r" t="t"/>
            <a:pathLst>
              <a:path extrusionOk="0" h="232" w="256">
                <a:moveTo>
                  <a:pt x="253" y="228"/>
                </a:moveTo>
                <a:cubicBezTo>
                  <a:pt x="174" y="135"/>
                  <a:pt x="174" y="135"/>
                  <a:pt x="174" y="135"/>
                </a:cubicBezTo>
                <a:cubicBezTo>
                  <a:pt x="252" y="59"/>
                  <a:pt x="252" y="59"/>
                  <a:pt x="252" y="59"/>
                </a:cubicBezTo>
                <a:cubicBezTo>
                  <a:pt x="255" y="62"/>
                  <a:pt x="256" y="65"/>
                  <a:pt x="256" y="68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3"/>
                  <a:pt x="255" y="226"/>
                  <a:pt x="253" y="228"/>
                </a:cubicBezTo>
                <a:moveTo>
                  <a:pt x="4" y="59"/>
                </a:moveTo>
                <a:cubicBezTo>
                  <a:pt x="6" y="57"/>
                  <a:pt x="9" y="56"/>
                  <a:pt x="12" y="56"/>
                </a:cubicBezTo>
                <a:cubicBezTo>
                  <a:pt x="82" y="56"/>
                  <a:pt x="82" y="56"/>
                  <a:pt x="82" y="56"/>
                </a:cubicBezTo>
                <a:cubicBezTo>
                  <a:pt x="87" y="61"/>
                  <a:pt x="93" y="64"/>
                  <a:pt x="100" y="64"/>
                </a:cubicBezTo>
                <a:cubicBezTo>
                  <a:pt x="101" y="64"/>
                  <a:pt x="103" y="64"/>
                  <a:pt x="104" y="64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4" y="109"/>
                  <a:pt x="115" y="120"/>
                  <a:pt x="128" y="120"/>
                </a:cubicBezTo>
                <a:cubicBezTo>
                  <a:pt x="141" y="120"/>
                  <a:pt x="152" y="109"/>
                  <a:pt x="152" y="96"/>
                </a:cubicBezTo>
                <a:cubicBezTo>
                  <a:pt x="152" y="64"/>
                  <a:pt x="152" y="64"/>
                  <a:pt x="152" y="64"/>
                </a:cubicBezTo>
                <a:cubicBezTo>
                  <a:pt x="153" y="64"/>
                  <a:pt x="155" y="64"/>
                  <a:pt x="156" y="64"/>
                </a:cubicBezTo>
                <a:cubicBezTo>
                  <a:pt x="163" y="64"/>
                  <a:pt x="169" y="61"/>
                  <a:pt x="174" y="56"/>
                </a:cubicBezTo>
                <a:cubicBezTo>
                  <a:pt x="244" y="56"/>
                  <a:pt x="244" y="56"/>
                  <a:pt x="244" y="56"/>
                </a:cubicBezTo>
                <a:cubicBezTo>
                  <a:pt x="247" y="56"/>
                  <a:pt x="250" y="57"/>
                  <a:pt x="252" y="59"/>
                </a:cubicBezTo>
                <a:cubicBezTo>
                  <a:pt x="128" y="156"/>
                  <a:pt x="128" y="156"/>
                  <a:pt x="128" y="156"/>
                </a:cubicBezTo>
                <a:lnTo>
                  <a:pt x="4" y="59"/>
                </a:lnTo>
                <a:close/>
                <a:moveTo>
                  <a:pt x="156" y="52"/>
                </a:moveTo>
                <a:cubicBezTo>
                  <a:pt x="153" y="52"/>
                  <a:pt x="150" y="51"/>
                  <a:pt x="148" y="48"/>
                </a:cubicBezTo>
                <a:cubicBezTo>
                  <a:pt x="140" y="41"/>
                  <a:pt x="140" y="41"/>
                  <a:pt x="140" y="41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103"/>
                  <a:pt x="135" y="108"/>
                  <a:pt x="128" y="108"/>
                </a:cubicBezTo>
                <a:cubicBezTo>
                  <a:pt x="121" y="108"/>
                  <a:pt x="116" y="103"/>
                  <a:pt x="116" y="96"/>
                </a:cubicBezTo>
                <a:cubicBezTo>
                  <a:pt x="116" y="41"/>
                  <a:pt x="116" y="41"/>
                  <a:pt x="116" y="41"/>
                </a:cubicBezTo>
                <a:cubicBezTo>
                  <a:pt x="108" y="48"/>
                  <a:pt x="108" y="48"/>
                  <a:pt x="108" y="48"/>
                </a:cubicBezTo>
                <a:cubicBezTo>
                  <a:pt x="106" y="51"/>
                  <a:pt x="103" y="52"/>
                  <a:pt x="100" y="52"/>
                </a:cubicBezTo>
                <a:cubicBezTo>
                  <a:pt x="93" y="52"/>
                  <a:pt x="88" y="47"/>
                  <a:pt x="88" y="40"/>
                </a:cubicBezTo>
                <a:cubicBezTo>
                  <a:pt x="88" y="37"/>
                  <a:pt x="89" y="34"/>
                  <a:pt x="92" y="32"/>
                </a:cubicBezTo>
                <a:cubicBezTo>
                  <a:pt x="120" y="4"/>
                  <a:pt x="120" y="4"/>
                  <a:pt x="120" y="4"/>
                </a:cubicBezTo>
                <a:cubicBezTo>
                  <a:pt x="122" y="1"/>
                  <a:pt x="125" y="0"/>
                  <a:pt x="128" y="0"/>
                </a:cubicBezTo>
                <a:cubicBezTo>
                  <a:pt x="131" y="0"/>
                  <a:pt x="134" y="1"/>
                  <a:pt x="136" y="4"/>
                </a:cubicBezTo>
                <a:cubicBezTo>
                  <a:pt x="164" y="32"/>
                  <a:pt x="164" y="32"/>
                  <a:pt x="164" y="32"/>
                </a:cubicBezTo>
                <a:cubicBezTo>
                  <a:pt x="167" y="34"/>
                  <a:pt x="168" y="37"/>
                  <a:pt x="168" y="40"/>
                </a:cubicBezTo>
                <a:cubicBezTo>
                  <a:pt x="168" y="47"/>
                  <a:pt x="163" y="52"/>
                  <a:pt x="156" y="52"/>
                </a:cubicBezTo>
                <a:moveTo>
                  <a:pt x="3" y="228"/>
                </a:moveTo>
                <a:cubicBezTo>
                  <a:pt x="1" y="226"/>
                  <a:pt x="0" y="223"/>
                  <a:pt x="0" y="22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1" y="62"/>
                  <a:pt x="4" y="59"/>
                </a:cubicBezTo>
                <a:cubicBezTo>
                  <a:pt x="82" y="135"/>
                  <a:pt x="82" y="135"/>
                  <a:pt x="82" y="135"/>
                </a:cubicBezTo>
                <a:lnTo>
                  <a:pt x="3" y="228"/>
                </a:lnTo>
                <a:close/>
                <a:moveTo>
                  <a:pt x="128" y="180"/>
                </a:moveTo>
                <a:cubicBezTo>
                  <a:pt x="161" y="148"/>
                  <a:pt x="161" y="148"/>
                  <a:pt x="161" y="148"/>
                </a:cubicBezTo>
                <a:cubicBezTo>
                  <a:pt x="252" y="229"/>
                  <a:pt x="252" y="229"/>
                  <a:pt x="252" y="229"/>
                </a:cubicBezTo>
                <a:cubicBezTo>
                  <a:pt x="250" y="231"/>
                  <a:pt x="247" y="232"/>
                  <a:pt x="24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9" y="232"/>
                  <a:pt x="6" y="231"/>
                  <a:pt x="4" y="229"/>
                </a:cubicBezTo>
                <a:cubicBezTo>
                  <a:pt x="95" y="148"/>
                  <a:pt x="95" y="148"/>
                  <a:pt x="95" y="148"/>
                </a:cubicBezTo>
                <a:lnTo>
                  <a:pt x="128" y="1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9" name="Google Shape;3279;p13"/>
          <p:cNvSpPr/>
          <p:nvPr/>
        </p:nvSpPr>
        <p:spPr>
          <a:xfrm>
            <a:off x="6892925" y="3089275"/>
            <a:ext cx="409575" cy="369888"/>
          </a:xfrm>
          <a:custGeom>
            <a:rect b="b" l="l" r="r" t="t"/>
            <a:pathLst>
              <a:path extrusionOk="0" h="232" w="256">
                <a:moveTo>
                  <a:pt x="253" y="228"/>
                </a:moveTo>
                <a:cubicBezTo>
                  <a:pt x="174" y="135"/>
                  <a:pt x="174" y="135"/>
                  <a:pt x="174" y="135"/>
                </a:cubicBezTo>
                <a:cubicBezTo>
                  <a:pt x="252" y="59"/>
                  <a:pt x="252" y="59"/>
                  <a:pt x="252" y="59"/>
                </a:cubicBezTo>
                <a:cubicBezTo>
                  <a:pt x="255" y="62"/>
                  <a:pt x="256" y="65"/>
                  <a:pt x="256" y="68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3"/>
                  <a:pt x="255" y="226"/>
                  <a:pt x="253" y="228"/>
                </a:cubicBezTo>
                <a:moveTo>
                  <a:pt x="4" y="59"/>
                </a:moveTo>
                <a:cubicBezTo>
                  <a:pt x="6" y="57"/>
                  <a:pt x="9" y="56"/>
                  <a:pt x="12" y="56"/>
                </a:cubicBezTo>
                <a:cubicBezTo>
                  <a:pt x="79" y="56"/>
                  <a:pt x="79" y="56"/>
                  <a:pt x="79" y="56"/>
                </a:cubicBezTo>
                <a:cubicBezTo>
                  <a:pt x="77" y="60"/>
                  <a:pt x="76" y="64"/>
                  <a:pt x="76" y="68"/>
                </a:cubicBezTo>
                <a:cubicBezTo>
                  <a:pt x="76" y="75"/>
                  <a:pt x="79" y="81"/>
                  <a:pt x="83" y="85"/>
                </a:cubicBezTo>
                <a:cubicBezTo>
                  <a:pt x="111" y="113"/>
                  <a:pt x="111" y="113"/>
                  <a:pt x="111" y="113"/>
                </a:cubicBezTo>
                <a:cubicBezTo>
                  <a:pt x="115" y="117"/>
                  <a:pt x="121" y="120"/>
                  <a:pt x="128" y="120"/>
                </a:cubicBezTo>
                <a:cubicBezTo>
                  <a:pt x="135" y="120"/>
                  <a:pt x="141" y="117"/>
                  <a:pt x="145" y="113"/>
                </a:cubicBezTo>
                <a:cubicBezTo>
                  <a:pt x="173" y="85"/>
                  <a:pt x="173" y="85"/>
                  <a:pt x="173" y="85"/>
                </a:cubicBezTo>
                <a:cubicBezTo>
                  <a:pt x="177" y="81"/>
                  <a:pt x="180" y="75"/>
                  <a:pt x="180" y="68"/>
                </a:cubicBezTo>
                <a:cubicBezTo>
                  <a:pt x="180" y="64"/>
                  <a:pt x="179" y="60"/>
                  <a:pt x="177" y="56"/>
                </a:cubicBezTo>
                <a:cubicBezTo>
                  <a:pt x="244" y="56"/>
                  <a:pt x="244" y="56"/>
                  <a:pt x="244" y="56"/>
                </a:cubicBezTo>
                <a:cubicBezTo>
                  <a:pt x="247" y="56"/>
                  <a:pt x="250" y="57"/>
                  <a:pt x="252" y="59"/>
                </a:cubicBezTo>
                <a:cubicBezTo>
                  <a:pt x="128" y="156"/>
                  <a:pt x="128" y="156"/>
                  <a:pt x="128" y="156"/>
                </a:cubicBezTo>
                <a:lnTo>
                  <a:pt x="4" y="59"/>
                </a:lnTo>
                <a:close/>
                <a:moveTo>
                  <a:pt x="136" y="104"/>
                </a:moveTo>
                <a:cubicBezTo>
                  <a:pt x="134" y="107"/>
                  <a:pt x="131" y="108"/>
                  <a:pt x="128" y="108"/>
                </a:cubicBezTo>
                <a:cubicBezTo>
                  <a:pt x="125" y="108"/>
                  <a:pt x="122" y="107"/>
                  <a:pt x="120" y="104"/>
                </a:cubicBezTo>
                <a:cubicBezTo>
                  <a:pt x="92" y="76"/>
                  <a:pt x="92" y="76"/>
                  <a:pt x="92" y="76"/>
                </a:cubicBezTo>
                <a:cubicBezTo>
                  <a:pt x="89" y="74"/>
                  <a:pt x="88" y="71"/>
                  <a:pt x="88" y="68"/>
                </a:cubicBezTo>
                <a:cubicBezTo>
                  <a:pt x="88" y="61"/>
                  <a:pt x="93" y="56"/>
                  <a:pt x="100" y="56"/>
                </a:cubicBezTo>
                <a:cubicBezTo>
                  <a:pt x="103" y="56"/>
                  <a:pt x="106" y="57"/>
                  <a:pt x="108" y="60"/>
                </a:cubicBezTo>
                <a:cubicBezTo>
                  <a:pt x="116" y="67"/>
                  <a:pt x="116" y="67"/>
                  <a:pt x="116" y="67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67"/>
                  <a:pt x="140" y="67"/>
                  <a:pt x="140" y="67"/>
                </a:cubicBezTo>
                <a:cubicBezTo>
                  <a:pt x="148" y="60"/>
                  <a:pt x="148" y="60"/>
                  <a:pt x="148" y="60"/>
                </a:cubicBezTo>
                <a:cubicBezTo>
                  <a:pt x="150" y="57"/>
                  <a:pt x="153" y="56"/>
                  <a:pt x="156" y="56"/>
                </a:cubicBezTo>
                <a:cubicBezTo>
                  <a:pt x="163" y="56"/>
                  <a:pt x="168" y="61"/>
                  <a:pt x="168" y="68"/>
                </a:cubicBezTo>
                <a:cubicBezTo>
                  <a:pt x="168" y="71"/>
                  <a:pt x="167" y="74"/>
                  <a:pt x="164" y="76"/>
                </a:cubicBezTo>
                <a:lnTo>
                  <a:pt x="136" y="104"/>
                </a:lnTo>
                <a:close/>
                <a:moveTo>
                  <a:pt x="3" y="228"/>
                </a:moveTo>
                <a:cubicBezTo>
                  <a:pt x="1" y="226"/>
                  <a:pt x="0" y="223"/>
                  <a:pt x="0" y="22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5"/>
                  <a:pt x="1" y="62"/>
                  <a:pt x="4" y="59"/>
                </a:cubicBezTo>
                <a:cubicBezTo>
                  <a:pt x="82" y="135"/>
                  <a:pt x="82" y="135"/>
                  <a:pt x="82" y="135"/>
                </a:cubicBezTo>
                <a:lnTo>
                  <a:pt x="3" y="228"/>
                </a:lnTo>
                <a:close/>
                <a:moveTo>
                  <a:pt x="128" y="180"/>
                </a:moveTo>
                <a:cubicBezTo>
                  <a:pt x="161" y="148"/>
                  <a:pt x="161" y="148"/>
                  <a:pt x="161" y="148"/>
                </a:cubicBezTo>
                <a:cubicBezTo>
                  <a:pt x="252" y="229"/>
                  <a:pt x="252" y="229"/>
                  <a:pt x="252" y="229"/>
                </a:cubicBezTo>
                <a:cubicBezTo>
                  <a:pt x="250" y="231"/>
                  <a:pt x="247" y="232"/>
                  <a:pt x="24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9" y="232"/>
                  <a:pt x="6" y="231"/>
                  <a:pt x="4" y="229"/>
                </a:cubicBezTo>
                <a:cubicBezTo>
                  <a:pt x="95" y="148"/>
                  <a:pt x="95" y="148"/>
                  <a:pt x="95" y="148"/>
                </a:cubicBezTo>
                <a:lnTo>
                  <a:pt x="128" y="1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13"/>
          <p:cNvSpPr/>
          <p:nvPr/>
        </p:nvSpPr>
        <p:spPr>
          <a:xfrm>
            <a:off x="6178550" y="3133725"/>
            <a:ext cx="407988" cy="280988"/>
          </a:xfrm>
          <a:custGeom>
            <a:rect b="b" l="l" r="r" t="t"/>
            <a:pathLst>
              <a:path extrusionOk="0" h="176" w="256">
                <a:moveTo>
                  <a:pt x="174" y="79"/>
                </a:moveTo>
                <a:cubicBezTo>
                  <a:pt x="252" y="3"/>
                  <a:pt x="252" y="3"/>
                  <a:pt x="252" y="3"/>
                </a:cubicBezTo>
                <a:cubicBezTo>
                  <a:pt x="255" y="6"/>
                  <a:pt x="256" y="9"/>
                  <a:pt x="256" y="1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67"/>
                  <a:pt x="255" y="170"/>
                  <a:pt x="253" y="172"/>
                </a:cubicBezTo>
                <a:lnTo>
                  <a:pt x="174" y="79"/>
                </a:lnTo>
                <a:close/>
                <a:moveTo>
                  <a:pt x="4" y="3"/>
                </a:moveTo>
                <a:cubicBezTo>
                  <a:pt x="6" y="1"/>
                  <a:pt x="9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47" y="0"/>
                  <a:pt x="250" y="1"/>
                  <a:pt x="252" y="3"/>
                </a:cubicBezTo>
                <a:cubicBezTo>
                  <a:pt x="128" y="100"/>
                  <a:pt x="128" y="100"/>
                  <a:pt x="128" y="100"/>
                </a:cubicBezTo>
                <a:lnTo>
                  <a:pt x="4" y="3"/>
                </a:lnTo>
                <a:close/>
                <a:moveTo>
                  <a:pt x="3" y="172"/>
                </a:moveTo>
                <a:cubicBezTo>
                  <a:pt x="1" y="170"/>
                  <a:pt x="0" y="167"/>
                  <a:pt x="0" y="16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9"/>
                  <a:pt x="1" y="6"/>
                  <a:pt x="4" y="3"/>
                </a:cubicBezTo>
                <a:cubicBezTo>
                  <a:pt x="82" y="79"/>
                  <a:pt x="82" y="79"/>
                  <a:pt x="82" y="79"/>
                </a:cubicBezTo>
                <a:lnTo>
                  <a:pt x="3" y="172"/>
                </a:lnTo>
                <a:close/>
                <a:moveTo>
                  <a:pt x="128" y="124"/>
                </a:moveTo>
                <a:cubicBezTo>
                  <a:pt x="161" y="92"/>
                  <a:pt x="161" y="92"/>
                  <a:pt x="161" y="92"/>
                </a:cubicBezTo>
                <a:cubicBezTo>
                  <a:pt x="252" y="173"/>
                  <a:pt x="252" y="173"/>
                  <a:pt x="252" y="173"/>
                </a:cubicBezTo>
                <a:cubicBezTo>
                  <a:pt x="250" y="175"/>
                  <a:pt x="247" y="176"/>
                  <a:pt x="244" y="176"/>
                </a:cubicBezTo>
                <a:cubicBezTo>
                  <a:pt x="12" y="176"/>
                  <a:pt x="12" y="176"/>
                  <a:pt x="12" y="176"/>
                </a:cubicBezTo>
                <a:cubicBezTo>
                  <a:pt x="9" y="176"/>
                  <a:pt x="6" y="175"/>
                  <a:pt x="4" y="173"/>
                </a:cubicBezTo>
                <a:cubicBezTo>
                  <a:pt x="95" y="92"/>
                  <a:pt x="95" y="92"/>
                  <a:pt x="95" y="92"/>
                </a:cubicBezTo>
                <a:lnTo>
                  <a:pt x="128" y="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3"/>
          <p:cNvSpPr/>
          <p:nvPr/>
        </p:nvSpPr>
        <p:spPr>
          <a:xfrm>
            <a:off x="5462588" y="3095625"/>
            <a:ext cx="409575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91" y="95"/>
                </a:moveTo>
                <a:cubicBezTo>
                  <a:pt x="96" y="91"/>
                  <a:pt x="104" y="91"/>
                  <a:pt x="108" y="95"/>
                </a:cubicBezTo>
                <a:cubicBezTo>
                  <a:pt x="128" y="115"/>
                  <a:pt x="128" y="115"/>
                  <a:pt x="128" y="115"/>
                </a:cubicBezTo>
                <a:cubicBezTo>
                  <a:pt x="148" y="95"/>
                  <a:pt x="148" y="95"/>
                  <a:pt x="148" y="95"/>
                </a:cubicBezTo>
                <a:cubicBezTo>
                  <a:pt x="152" y="91"/>
                  <a:pt x="160" y="91"/>
                  <a:pt x="165" y="95"/>
                </a:cubicBezTo>
                <a:cubicBezTo>
                  <a:pt x="169" y="100"/>
                  <a:pt x="169" y="108"/>
                  <a:pt x="165" y="112"/>
                </a:cubicBezTo>
                <a:cubicBezTo>
                  <a:pt x="145" y="132"/>
                  <a:pt x="145" y="132"/>
                  <a:pt x="145" y="132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169" y="156"/>
                  <a:pt x="169" y="164"/>
                  <a:pt x="165" y="169"/>
                </a:cubicBezTo>
                <a:cubicBezTo>
                  <a:pt x="160" y="173"/>
                  <a:pt x="152" y="173"/>
                  <a:pt x="148" y="169"/>
                </a:cubicBezTo>
                <a:cubicBezTo>
                  <a:pt x="128" y="149"/>
                  <a:pt x="128" y="149"/>
                  <a:pt x="128" y="149"/>
                </a:cubicBezTo>
                <a:cubicBezTo>
                  <a:pt x="108" y="169"/>
                  <a:pt x="108" y="169"/>
                  <a:pt x="108" y="169"/>
                </a:cubicBezTo>
                <a:cubicBezTo>
                  <a:pt x="104" y="173"/>
                  <a:pt x="96" y="173"/>
                  <a:pt x="91" y="169"/>
                </a:cubicBezTo>
                <a:cubicBezTo>
                  <a:pt x="87" y="164"/>
                  <a:pt x="87" y="156"/>
                  <a:pt x="91" y="152"/>
                </a:cubicBezTo>
                <a:cubicBezTo>
                  <a:pt x="111" y="132"/>
                  <a:pt x="111" y="132"/>
                  <a:pt x="111" y="132"/>
                </a:cubicBezTo>
                <a:cubicBezTo>
                  <a:pt x="91" y="112"/>
                  <a:pt x="91" y="112"/>
                  <a:pt x="91" y="112"/>
                </a:cubicBezTo>
                <a:cubicBezTo>
                  <a:pt x="87" y="108"/>
                  <a:pt x="87" y="100"/>
                  <a:pt x="91" y="9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13"/>
          <p:cNvSpPr/>
          <p:nvPr/>
        </p:nvSpPr>
        <p:spPr>
          <a:xfrm>
            <a:off x="4748213" y="3095625"/>
            <a:ext cx="407987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92" y="120"/>
                </a:moveTo>
                <a:cubicBezTo>
                  <a:pt x="95" y="120"/>
                  <a:pt x="98" y="121"/>
                  <a:pt x="100" y="124"/>
                </a:cubicBezTo>
                <a:cubicBezTo>
                  <a:pt x="116" y="139"/>
                  <a:pt x="116" y="139"/>
                  <a:pt x="116" y="139"/>
                </a:cubicBezTo>
                <a:cubicBezTo>
                  <a:pt x="156" y="100"/>
                  <a:pt x="156" y="100"/>
                  <a:pt x="156" y="100"/>
                </a:cubicBezTo>
                <a:cubicBezTo>
                  <a:pt x="158" y="97"/>
                  <a:pt x="161" y="96"/>
                  <a:pt x="164" y="96"/>
                </a:cubicBezTo>
                <a:cubicBezTo>
                  <a:pt x="171" y="96"/>
                  <a:pt x="176" y="101"/>
                  <a:pt x="176" y="108"/>
                </a:cubicBezTo>
                <a:cubicBezTo>
                  <a:pt x="176" y="111"/>
                  <a:pt x="175" y="114"/>
                  <a:pt x="172" y="116"/>
                </a:cubicBezTo>
                <a:cubicBezTo>
                  <a:pt x="124" y="164"/>
                  <a:pt x="124" y="164"/>
                  <a:pt x="124" y="164"/>
                </a:cubicBezTo>
                <a:cubicBezTo>
                  <a:pt x="122" y="167"/>
                  <a:pt x="119" y="168"/>
                  <a:pt x="116" y="168"/>
                </a:cubicBezTo>
                <a:cubicBezTo>
                  <a:pt x="113" y="168"/>
                  <a:pt x="110" y="167"/>
                  <a:pt x="108" y="164"/>
                </a:cubicBezTo>
                <a:cubicBezTo>
                  <a:pt x="84" y="140"/>
                  <a:pt x="84" y="140"/>
                  <a:pt x="84" y="140"/>
                </a:cubicBezTo>
                <a:cubicBezTo>
                  <a:pt x="81" y="138"/>
                  <a:pt x="80" y="135"/>
                  <a:pt x="80" y="132"/>
                </a:cubicBezTo>
                <a:cubicBezTo>
                  <a:pt x="80" y="125"/>
                  <a:pt x="85" y="120"/>
                  <a:pt x="92" y="1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3"/>
          <p:cNvSpPr/>
          <p:nvPr/>
        </p:nvSpPr>
        <p:spPr>
          <a:xfrm>
            <a:off x="4032250" y="3095625"/>
            <a:ext cx="407988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88" y="120"/>
                </a:moveTo>
                <a:cubicBezTo>
                  <a:pt x="116" y="120"/>
                  <a:pt x="116" y="120"/>
                  <a:pt x="116" y="120"/>
                </a:cubicBezTo>
                <a:cubicBezTo>
                  <a:pt x="140" y="120"/>
                  <a:pt x="140" y="120"/>
                  <a:pt x="140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75" y="120"/>
                  <a:pt x="180" y="125"/>
                  <a:pt x="180" y="132"/>
                </a:cubicBezTo>
                <a:cubicBezTo>
                  <a:pt x="180" y="139"/>
                  <a:pt x="175" y="144"/>
                  <a:pt x="168" y="144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88" y="144"/>
                  <a:pt x="88" y="144"/>
                  <a:pt x="88" y="144"/>
                </a:cubicBezTo>
                <a:cubicBezTo>
                  <a:pt x="81" y="144"/>
                  <a:pt x="76" y="139"/>
                  <a:pt x="76" y="132"/>
                </a:cubicBezTo>
                <a:cubicBezTo>
                  <a:pt x="76" y="125"/>
                  <a:pt x="81" y="120"/>
                  <a:pt x="88" y="1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13"/>
          <p:cNvSpPr/>
          <p:nvPr/>
        </p:nvSpPr>
        <p:spPr>
          <a:xfrm>
            <a:off x="3316288" y="3095625"/>
            <a:ext cx="409575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  <a:moveTo>
                  <a:pt x="88" y="120"/>
                </a:moveTo>
                <a:cubicBezTo>
                  <a:pt x="116" y="120"/>
                  <a:pt x="116" y="120"/>
                  <a:pt x="116" y="120"/>
                </a:cubicBezTo>
                <a:cubicBezTo>
                  <a:pt x="116" y="92"/>
                  <a:pt x="116" y="92"/>
                  <a:pt x="116" y="92"/>
                </a:cubicBezTo>
                <a:cubicBezTo>
                  <a:pt x="116" y="85"/>
                  <a:pt x="121" y="80"/>
                  <a:pt x="128" y="80"/>
                </a:cubicBezTo>
                <a:cubicBezTo>
                  <a:pt x="135" y="80"/>
                  <a:pt x="140" y="85"/>
                  <a:pt x="140" y="92"/>
                </a:cubicBezTo>
                <a:cubicBezTo>
                  <a:pt x="140" y="120"/>
                  <a:pt x="140" y="120"/>
                  <a:pt x="140" y="120"/>
                </a:cubicBezTo>
                <a:cubicBezTo>
                  <a:pt x="168" y="120"/>
                  <a:pt x="168" y="120"/>
                  <a:pt x="168" y="120"/>
                </a:cubicBezTo>
                <a:cubicBezTo>
                  <a:pt x="175" y="120"/>
                  <a:pt x="180" y="125"/>
                  <a:pt x="180" y="132"/>
                </a:cubicBezTo>
                <a:cubicBezTo>
                  <a:pt x="180" y="139"/>
                  <a:pt x="175" y="144"/>
                  <a:pt x="168" y="144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0" y="172"/>
                  <a:pt x="140" y="172"/>
                  <a:pt x="140" y="172"/>
                </a:cubicBezTo>
                <a:cubicBezTo>
                  <a:pt x="140" y="179"/>
                  <a:pt x="135" y="184"/>
                  <a:pt x="128" y="184"/>
                </a:cubicBezTo>
                <a:cubicBezTo>
                  <a:pt x="121" y="184"/>
                  <a:pt x="116" y="179"/>
                  <a:pt x="116" y="172"/>
                </a:cubicBezTo>
                <a:cubicBezTo>
                  <a:pt x="116" y="144"/>
                  <a:pt x="116" y="144"/>
                  <a:pt x="116" y="144"/>
                </a:cubicBezTo>
                <a:cubicBezTo>
                  <a:pt x="88" y="144"/>
                  <a:pt x="88" y="144"/>
                  <a:pt x="88" y="144"/>
                </a:cubicBezTo>
                <a:cubicBezTo>
                  <a:pt x="81" y="144"/>
                  <a:pt x="76" y="139"/>
                  <a:pt x="76" y="132"/>
                </a:cubicBezTo>
                <a:cubicBezTo>
                  <a:pt x="76" y="125"/>
                  <a:pt x="81" y="120"/>
                  <a:pt x="88" y="1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13"/>
          <p:cNvSpPr/>
          <p:nvPr/>
        </p:nvSpPr>
        <p:spPr>
          <a:xfrm>
            <a:off x="2601913" y="3095625"/>
            <a:ext cx="407987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196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40" y="108"/>
                  <a:pt x="240" y="108"/>
                  <a:pt x="240" y="108"/>
                </a:cubicBezTo>
                <a:cubicBezTo>
                  <a:pt x="196" y="108"/>
                  <a:pt x="196" y="108"/>
                  <a:pt x="196" y="108"/>
                </a:cubicBezTo>
                <a:lnTo>
                  <a:pt x="196" y="212"/>
                </a:lnTo>
                <a:close/>
                <a:moveTo>
                  <a:pt x="72" y="212"/>
                </a:moveTo>
                <a:cubicBezTo>
                  <a:pt x="184" y="212"/>
                  <a:pt x="184" y="212"/>
                  <a:pt x="184" y="21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72" y="108"/>
                  <a:pt x="72" y="108"/>
                  <a:pt x="72" y="108"/>
                </a:cubicBezTo>
                <a:lnTo>
                  <a:pt x="72" y="212"/>
                </a:lnTo>
                <a:close/>
                <a:moveTo>
                  <a:pt x="12" y="212"/>
                </a:moveTo>
                <a:cubicBezTo>
                  <a:pt x="60" y="212"/>
                  <a:pt x="60" y="212"/>
                  <a:pt x="60" y="212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184" y="96"/>
                  <a:pt x="184" y="96"/>
                  <a:pt x="184" y="96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240" y="96"/>
                  <a:pt x="240" y="96"/>
                  <a:pt x="240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6" name="Google Shape;3286;p13"/>
          <p:cNvSpPr/>
          <p:nvPr/>
        </p:nvSpPr>
        <p:spPr>
          <a:xfrm>
            <a:off x="1885950" y="3095625"/>
            <a:ext cx="409575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196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38" y="108"/>
                  <a:pt x="238" y="108"/>
                  <a:pt x="238" y="108"/>
                </a:cubicBezTo>
                <a:cubicBezTo>
                  <a:pt x="196" y="108"/>
                  <a:pt x="196" y="108"/>
                  <a:pt x="196" y="108"/>
                </a:cubicBezTo>
                <a:lnTo>
                  <a:pt x="196" y="212"/>
                </a:lnTo>
                <a:close/>
                <a:moveTo>
                  <a:pt x="12" y="212"/>
                </a:moveTo>
                <a:cubicBezTo>
                  <a:pt x="184" y="212"/>
                  <a:pt x="184" y="212"/>
                  <a:pt x="184" y="21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184" y="96"/>
                  <a:pt x="184" y="96"/>
                  <a:pt x="184" y="96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238" y="96"/>
                  <a:pt x="238" y="96"/>
                  <a:pt x="238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7" name="Google Shape;3287;p13"/>
          <p:cNvSpPr/>
          <p:nvPr/>
        </p:nvSpPr>
        <p:spPr>
          <a:xfrm>
            <a:off x="1171575" y="3095625"/>
            <a:ext cx="407988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72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41" y="108"/>
                  <a:pt x="241" y="108"/>
                  <a:pt x="241" y="108"/>
                </a:cubicBezTo>
                <a:cubicBezTo>
                  <a:pt x="72" y="108"/>
                  <a:pt x="72" y="108"/>
                  <a:pt x="72" y="108"/>
                </a:cubicBezTo>
                <a:lnTo>
                  <a:pt x="72" y="212"/>
                </a:lnTo>
                <a:close/>
                <a:moveTo>
                  <a:pt x="12" y="212"/>
                </a:moveTo>
                <a:cubicBezTo>
                  <a:pt x="60" y="212"/>
                  <a:pt x="60" y="212"/>
                  <a:pt x="60" y="212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241" y="96"/>
                  <a:pt x="241" y="96"/>
                  <a:pt x="241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8" name="Google Shape;3288;p13"/>
          <p:cNvSpPr/>
          <p:nvPr/>
        </p:nvSpPr>
        <p:spPr>
          <a:xfrm>
            <a:off x="455613" y="3095625"/>
            <a:ext cx="409575" cy="357188"/>
          </a:xfrm>
          <a:custGeom>
            <a:rect b="b" l="l" r="r" t="t"/>
            <a:pathLst>
              <a:path extrusionOk="0" h="224" w="256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244" y="212"/>
                  <a:pt x="244" y="212"/>
                  <a:pt x="244" y="212"/>
                </a:cubicBezTo>
                <a:lnTo>
                  <a:pt x="244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9" name="Google Shape;3289;p13"/>
          <p:cNvSpPr/>
          <p:nvPr/>
        </p:nvSpPr>
        <p:spPr>
          <a:xfrm>
            <a:off x="8316913" y="2495550"/>
            <a:ext cx="422275" cy="127000"/>
          </a:xfrm>
          <a:custGeom>
            <a:rect b="b" l="l" r="r" t="t"/>
            <a:pathLst>
              <a:path extrusionOk="0" h="80" w="264">
                <a:moveTo>
                  <a:pt x="259" y="19"/>
                </a:moveTo>
                <a:cubicBezTo>
                  <a:pt x="255" y="18"/>
                  <a:pt x="248" y="35"/>
                  <a:pt x="231" y="35"/>
                </a:cubicBezTo>
                <a:cubicBezTo>
                  <a:pt x="210" y="35"/>
                  <a:pt x="201" y="0"/>
                  <a:pt x="168" y="0"/>
                </a:cubicBezTo>
                <a:cubicBezTo>
                  <a:pt x="142" y="0"/>
                  <a:pt x="134" y="20"/>
                  <a:pt x="132" y="20"/>
                </a:cubicBezTo>
                <a:cubicBezTo>
                  <a:pt x="130" y="20"/>
                  <a:pt x="122" y="0"/>
                  <a:pt x="96" y="0"/>
                </a:cubicBezTo>
                <a:cubicBezTo>
                  <a:pt x="63" y="0"/>
                  <a:pt x="54" y="35"/>
                  <a:pt x="33" y="35"/>
                </a:cubicBezTo>
                <a:cubicBezTo>
                  <a:pt x="16" y="35"/>
                  <a:pt x="9" y="18"/>
                  <a:pt x="5" y="19"/>
                </a:cubicBezTo>
                <a:cubicBezTo>
                  <a:pt x="0" y="20"/>
                  <a:pt x="13" y="80"/>
                  <a:pt x="70" y="80"/>
                </a:cubicBezTo>
                <a:cubicBezTo>
                  <a:pt x="107" y="80"/>
                  <a:pt x="129" y="51"/>
                  <a:pt x="132" y="51"/>
                </a:cubicBezTo>
                <a:cubicBezTo>
                  <a:pt x="135" y="51"/>
                  <a:pt x="157" y="80"/>
                  <a:pt x="194" y="80"/>
                </a:cubicBezTo>
                <a:cubicBezTo>
                  <a:pt x="251" y="80"/>
                  <a:pt x="264" y="20"/>
                  <a:pt x="259" y="19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13"/>
          <p:cNvSpPr/>
          <p:nvPr/>
        </p:nvSpPr>
        <p:spPr>
          <a:xfrm>
            <a:off x="7608888" y="2438400"/>
            <a:ext cx="407987" cy="241300"/>
          </a:xfrm>
          <a:custGeom>
            <a:rect b="b" l="l" r="r" t="t"/>
            <a:pathLst>
              <a:path extrusionOk="0" h="152" w="256">
                <a:moveTo>
                  <a:pt x="244" y="88"/>
                </a:moveTo>
                <a:cubicBezTo>
                  <a:pt x="84" y="88"/>
                  <a:pt x="84" y="88"/>
                  <a:pt x="84" y="88"/>
                </a:cubicBezTo>
                <a:cubicBezTo>
                  <a:pt x="77" y="88"/>
                  <a:pt x="72" y="83"/>
                  <a:pt x="72" y="76"/>
                </a:cubicBezTo>
                <a:cubicBezTo>
                  <a:pt x="72" y="69"/>
                  <a:pt x="77" y="64"/>
                  <a:pt x="84" y="64"/>
                </a:cubicBezTo>
                <a:cubicBezTo>
                  <a:pt x="84" y="64"/>
                  <a:pt x="84" y="64"/>
                  <a:pt x="84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moveTo>
                  <a:pt x="244" y="24"/>
                </a:moveTo>
                <a:cubicBezTo>
                  <a:pt x="84" y="24"/>
                  <a:pt x="84" y="24"/>
                  <a:pt x="84" y="24"/>
                </a:cubicBezTo>
                <a:cubicBezTo>
                  <a:pt x="77" y="24"/>
                  <a:pt x="72" y="19"/>
                  <a:pt x="72" y="12"/>
                </a:cubicBezTo>
                <a:cubicBezTo>
                  <a:pt x="72" y="5"/>
                  <a:pt x="77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36" y="152"/>
                </a:moveTo>
                <a:cubicBezTo>
                  <a:pt x="36" y="152"/>
                  <a:pt x="36" y="152"/>
                  <a:pt x="36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36" y="128"/>
                  <a:pt x="36" y="128"/>
                  <a:pt x="36" y="128"/>
                </a:cubicBezTo>
                <a:cubicBezTo>
                  <a:pt x="36" y="128"/>
                  <a:pt x="36" y="128"/>
                  <a:pt x="36" y="128"/>
                </a:cubicBezTo>
                <a:cubicBezTo>
                  <a:pt x="43" y="128"/>
                  <a:pt x="48" y="133"/>
                  <a:pt x="48" y="140"/>
                </a:cubicBezTo>
                <a:cubicBezTo>
                  <a:pt x="48" y="147"/>
                  <a:pt x="43" y="152"/>
                  <a:pt x="36" y="152"/>
                </a:cubicBezTo>
                <a:moveTo>
                  <a:pt x="36" y="88"/>
                </a:moveTo>
                <a:cubicBezTo>
                  <a:pt x="36" y="88"/>
                  <a:pt x="36" y="88"/>
                  <a:pt x="36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cubicBezTo>
                  <a:pt x="36" y="64"/>
                  <a:pt x="36" y="64"/>
                  <a:pt x="36" y="64"/>
                </a:cubicBezTo>
                <a:cubicBezTo>
                  <a:pt x="36" y="64"/>
                  <a:pt x="36" y="64"/>
                  <a:pt x="36" y="64"/>
                </a:cubicBezTo>
                <a:cubicBezTo>
                  <a:pt x="43" y="64"/>
                  <a:pt x="48" y="69"/>
                  <a:pt x="48" y="76"/>
                </a:cubicBezTo>
                <a:cubicBezTo>
                  <a:pt x="48" y="83"/>
                  <a:pt x="43" y="88"/>
                  <a:pt x="36" y="88"/>
                </a:cubicBezTo>
                <a:moveTo>
                  <a:pt x="36" y="24"/>
                </a:moveTo>
                <a:cubicBezTo>
                  <a:pt x="36" y="24"/>
                  <a:pt x="36" y="24"/>
                  <a:pt x="36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3" y="0"/>
                  <a:pt x="48" y="5"/>
                  <a:pt x="48" y="12"/>
                </a:cubicBezTo>
                <a:cubicBezTo>
                  <a:pt x="48" y="19"/>
                  <a:pt x="43" y="24"/>
                  <a:pt x="36" y="24"/>
                </a:cubicBezTo>
                <a:moveTo>
                  <a:pt x="84" y="152"/>
                </a:moveTo>
                <a:cubicBezTo>
                  <a:pt x="77" y="152"/>
                  <a:pt x="72" y="147"/>
                  <a:pt x="72" y="140"/>
                </a:cubicBezTo>
                <a:cubicBezTo>
                  <a:pt x="72" y="133"/>
                  <a:pt x="77" y="128"/>
                  <a:pt x="84" y="128"/>
                </a:cubicBezTo>
                <a:cubicBezTo>
                  <a:pt x="84" y="128"/>
                  <a:pt x="84" y="128"/>
                  <a:pt x="84" y="12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lnTo>
                  <a:pt x="84" y="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1" name="Google Shape;3291;p13"/>
          <p:cNvSpPr/>
          <p:nvPr/>
        </p:nvSpPr>
        <p:spPr>
          <a:xfrm>
            <a:off x="6892925" y="2438400"/>
            <a:ext cx="409575" cy="241300"/>
          </a:xfrm>
          <a:custGeom>
            <a:rect b="b" l="l" r="r" t="t"/>
            <a:pathLst>
              <a:path extrusionOk="0" h="152" w="256">
                <a:moveTo>
                  <a:pt x="244" y="88"/>
                </a:move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13"/>
          <p:cNvSpPr/>
          <p:nvPr/>
        </p:nvSpPr>
        <p:spPr>
          <a:xfrm>
            <a:off x="6223000" y="2520950"/>
            <a:ext cx="319088" cy="76200"/>
          </a:xfrm>
          <a:custGeom>
            <a:rect b="b" l="l" r="r" t="t"/>
            <a:pathLst>
              <a:path extrusionOk="0" h="48" w="200">
                <a:moveTo>
                  <a:pt x="176" y="48"/>
                </a:moveTo>
                <a:cubicBezTo>
                  <a:pt x="163" y="48"/>
                  <a:pt x="152" y="37"/>
                  <a:pt x="152" y="24"/>
                </a:cubicBezTo>
                <a:cubicBezTo>
                  <a:pt x="152" y="11"/>
                  <a:pt x="163" y="0"/>
                  <a:pt x="176" y="0"/>
                </a:cubicBezTo>
                <a:cubicBezTo>
                  <a:pt x="189" y="0"/>
                  <a:pt x="200" y="11"/>
                  <a:pt x="200" y="24"/>
                </a:cubicBezTo>
                <a:cubicBezTo>
                  <a:pt x="200" y="37"/>
                  <a:pt x="189" y="48"/>
                  <a:pt x="176" y="48"/>
                </a:cubicBezTo>
                <a:moveTo>
                  <a:pt x="100" y="48"/>
                </a:moveTo>
                <a:cubicBezTo>
                  <a:pt x="87" y="48"/>
                  <a:pt x="76" y="37"/>
                  <a:pt x="76" y="24"/>
                </a:cubicBezTo>
                <a:cubicBezTo>
                  <a:pt x="76" y="11"/>
                  <a:pt x="87" y="0"/>
                  <a:pt x="100" y="0"/>
                </a:cubicBezTo>
                <a:cubicBezTo>
                  <a:pt x="113" y="0"/>
                  <a:pt x="124" y="11"/>
                  <a:pt x="124" y="24"/>
                </a:cubicBezTo>
                <a:cubicBezTo>
                  <a:pt x="124" y="37"/>
                  <a:pt x="113" y="48"/>
                  <a:pt x="100" y="48"/>
                </a:cubicBezTo>
                <a:moveTo>
                  <a:pt x="24" y="48"/>
                </a:moveTo>
                <a:cubicBezTo>
                  <a:pt x="11" y="48"/>
                  <a:pt x="0" y="37"/>
                  <a:pt x="0" y="24"/>
                </a:cubicBez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ubicBezTo>
                  <a:pt x="48" y="37"/>
                  <a:pt x="37" y="48"/>
                  <a:pt x="24" y="4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3"/>
          <p:cNvSpPr/>
          <p:nvPr/>
        </p:nvSpPr>
        <p:spPr>
          <a:xfrm>
            <a:off x="5591175" y="2424113"/>
            <a:ext cx="152400" cy="269875"/>
          </a:xfrm>
          <a:custGeom>
            <a:rect b="b" l="l" r="r" t="t"/>
            <a:pathLst>
              <a:path extrusionOk="0" h="168" w="96">
                <a:moveTo>
                  <a:pt x="4" y="21"/>
                </a:moveTo>
                <a:cubicBezTo>
                  <a:pt x="67" y="84"/>
                  <a:pt x="67" y="84"/>
                  <a:pt x="67" y="84"/>
                </a:cubicBezTo>
                <a:cubicBezTo>
                  <a:pt x="3" y="148"/>
                  <a:pt x="3" y="148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1" y="150"/>
                  <a:pt x="0" y="153"/>
                  <a:pt x="0" y="156"/>
                </a:cubicBezTo>
                <a:cubicBezTo>
                  <a:pt x="0" y="163"/>
                  <a:pt x="5" y="168"/>
                  <a:pt x="12" y="168"/>
                </a:cubicBezTo>
                <a:cubicBezTo>
                  <a:pt x="15" y="168"/>
                  <a:pt x="18" y="167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92" y="93"/>
                  <a:pt x="92" y="93"/>
                  <a:pt x="92" y="93"/>
                </a:cubicBezTo>
                <a:cubicBezTo>
                  <a:pt x="92" y="93"/>
                  <a:pt x="92" y="93"/>
                  <a:pt x="92" y="93"/>
                </a:cubicBezTo>
                <a:cubicBezTo>
                  <a:pt x="95" y="90"/>
                  <a:pt x="96" y="87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1"/>
                  <a:pt x="95" y="77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20" y="3"/>
                  <a:pt x="20" y="3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6"/>
                  <a:pt x="2" y="19"/>
                  <a:pt x="4" y="2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3"/>
          <p:cNvSpPr/>
          <p:nvPr/>
        </p:nvSpPr>
        <p:spPr>
          <a:xfrm>
            <a:off x="4875213" y="2424113"/>
            <a:ext cx="153987" cy="269875"/>
          </a:xfrm>
          <a:custGeom>
            <a:rect b="b" l="l" r="r" t="t"/>
            <a:pathLst>
              <a:path extrusionOk="0" h="168" w="96">
                <a:moveTo>
                  <a:pt x="92" y="21"/>
                </a:moveTo>
                <a:cubicBezTo>
                  <a:pt x="29" y="84"/>
                  <a:pt x="29" y="84"/>
                  <a:pt x="29" y="84"/>
                </a:cubicBezTo>
                <a:cubicBezTo>
                  <a:pt x="93" y="148"/>
                  <a:pt x="93" y="148"/>
                  <a:pt x="93" y="148"/>
                </a:cubicBezTo>
                <a:cubicBezTo>
                  <a:pt x="93" y="148"/>
                  <a:pt x="93" y="148"/>
                  <a:pt x="93" y="148"/>
                </a:cubicBezTo>
                <a:cubicBezTo>
                  <a:pt x="95" y="150"/>
                  <a:pt x="96" y="153"/>
                  <a:pt x="96" y="156"/>
                </a:cubicBezTo>
                <a:cubicBezTo>
                  <a:pt x="96" y="163"/>
                  <a:pt x="91" y="168"/>
                  <a:pt x="84" y="168"/>
                </a:cubicBezTo>
                <a:cubicBezTo>
                  <a:pt x="81" y="168"/>
                  <a:pt x="78" y="167"/>
                  <a:pt x="76" y="165"/>
                </a:cubicBezTo>
                <a:cubicBezTo>
                  <a:pt x="76" y="165"/>
                  <a:pt x="76" y="165"/>
                  <a:pt x="76" y="165"/>
                </a:cubicBezTo>
                <a:cubicBezTo>
                  <a:pt x="4" y="93"/>
                  <a:pt x="4" y="93"/>
                  <a:pt x="4" y="93"/>
                </a:cubicBezTo>
                <a:cubicBezTo>
                  <a:pt x="4" y="93"/>
                  <a:pt x="4" y="93"/>
                  <a:pt x="4" y="93"/>
                </a:cubicBezTo>
                <a:cubicBezTo>
                  <a:pt x="1" y="90"/>
                  <a:pt x="0" y="87"/>
                  <a:pt x="0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1"/>
                  <a:pt x="1" y="77"/>
                  <a:pt x="4" y="75"/>
                </a:cubicBezTo>
                <a:cubicBezTo>
                  <a:pt x="4" y="75"/>
                  <a:pt x="4" y="75"/>
                  <a:pt x="4" y="75"/>
                </a:cubicBezTo>
                <a:cubicBezTo>
                  <a:pt x="76" y="3"/>
                  <a:pt x="76" y="3"/>
                  <a:pt x="76" y="3"/>
                </a:cubicBezTo>
                <a:cubicBezTo>
                  <a:pt x="76" y="3"/>
                  <a:pt x="76" y="3"/>
                  <a:pt x="76" y="3"/>
                </a:cubicBezTo>
                <a:cubicBezTo>
                  <a:pt x="78" y="1"/>
                  <a:pt x="81" y="0"/>
                  <a:pt x="84" y="0"/>
                </a:cubicBezTo>
                <a:cubicBezTo>
                  <a:pt x="91" y="0"/>
                  <a:pt x="96" y="5"/>
                  <a:pt x="96" y="12"/>
                </a:cubicBezTo>
                <a:cubicBezTo>
                  <a:pt x="96" y="16"/>
                  <a:pt x="94" y="19"/>
                  <a:pt x="92" y="2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3"/>
          <p:cNvSpPr/>
          <p:nvPr/>
        </p:nvSpPr>
        <p:spPr>
          <a:xfrm>
            <a:off x="4102100" y="2482850"/>
            <a:ext cx="268288" cy="152400"/>
          </a:xfrm>
          <a:custGeom>
            <a:rect b="b" l="l" r="r" t="t"/>
            <a:pathLst>
              <a:path extrusionOk="0" h="96" w="168">
                <a:moveTo>
                  <a:pt x="21" y="92"/>
                </a:moveTo>
                <a:cubicBezTo>
                  <a:pt x="84" y="29"/>
                  <a:pt x="84" y="29"/>
                  <a:pt x="84" y="29"/>
                </a:cubicBezTo>
                <a:cubicBezTo>
                  <a:pt x="148" y="93"/>
                  <a:pt x="148" y="93"/>
                  <a:pt x="148" y="93"/>
                </a:cubicBezTo>
                <a:cubicBezTo>
                  <a:pt x="148" y="93"/>
                  <a:pt x="148" y="93"/>
                  <a:pt x="148" y="93"/>
                </a:cubicBezTo>
                <a:cubicBezTo>
                  <a:pt x="150" y="95"/>
                  <a:pt x="153" y="96"/>
                  <a:pt x="156" y="96"/>
                </a:cubicBezTo>
                <a:cubicBezTo>
                  <a:pt x="163" y="96"/>
                  <a:pt x="168" y="91"/>
                  <a:pt x="168" y="84"/>
                </a:cubicBezTo>
                <a:cubicBezTo>
                  <a:pt x="168" y="81"/>
                  <a:pt x="167" y="78"/>
                  <a:pt x="165" y="76"/>
                </a:cubicBezTo>
                <a:cubicBezTo>
                  <a:pt x="165" y="76"/>
                  <a:pt x="165" y="76"/>
                  <a:pt x="165" y="76"/>
                </a:cubicBezTo>
                <a:cubicBezTo>
                  <a:pt x="93" y="4"/>
                  <a:pt x="93" y="4"/>
                  <a:pt x="93" y="4"/>
                </a:cubicBezTo>
                <a:cubicBezTo>
                  <a:pt x="93" y="4"/>
                  <a:pt x="93" y="4"/>
                  <a:pt x="93" y="4"/>
                </a:cubicBezTo>
                <a:cubicBezTo>
                  <a:pt x="90" y="1"/>
                  <a:pt x="87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1" y="0"/>
                  <a:pt x="77" y="1"/>
                  <a:pt x="75" y="4"/>
                </a:cubicBezTo>
                <a:cubicBezTo>
                  <a:pt x="75" y="4"/>
                  <a:pt x="75" y="4"/>
                  <a:pt x="75" y="4"/>
                </a:cubicBezTo>
                <a:cubicBezTo>
                  <a:pt x="3" y="76"/>
                  <a:pt x="3" y="76"/>
                  <a:pt x="3" y="76"/>
                </a:cubicBezTo>
                <a:cubicBezTo>
                  <a:pt x="3" y="76"/>
                  <a:pt x="3" y="76"/>
                  <a:pt x="3" y="76"/>
                </a:cubicBezTo>
                <a:cubicBezTo>
                  <a:pt x="1" y="78"/>
                  <a:pt x="0" y="81"/>
                  <a:pt x="0" y="84"/>
                </a:cubicBezTo>
                <a:cubicBezTo>
                  <a:pt x="0" y="91"/>
                  <a:pt x="5" y="96"/>
                  <a:pt x="12" y="96"/>
                </a:cubicBezTo>
                <a:cubicBezTo>
                  <a:pt x="16" y="96"/>
                  <a:pt x="19" y="94"/>
                  <a:pt x="21" y="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3"/>
          <p:cNvSpPr/>
          <p:nvPr/>
        </p:nvSpPr>
        <p:spPr>
          <a:xfrm>
            <a:off x="3387725" y="2482850"/>
            <a:ext cx="268288" cy="152400"/>
          </a:xfrm>
          <a:custGeom>
            <a:rect b="b" l="l" r="r" t="t"/>
            <a:pathLst>
              <a:path extrusionOk="0" h="96" w="168">
                <a:moveTo>
                  <a:pt x="21" y="4"/>
                </a:moveTo>
                <a:cubicBezTo>
                  <a:pt x="84" y="67"/>
                  <a:pt x="84" y="67"/>
                  <a:pt x="84" y="67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50" y="1"/>
                  <a:pt x="153" y="0"/>
                  <a:pt x="156" y="0"/>
                </a:cubicBezTo>
                <a:cubicBezTo>
                  <a:pt x="163" y="0"/>
                  <a:pt x="168" y="5"/>
                  <a:pt x="168" y="12"/>
                </a:cubicBezTo>
                <a:cubicBezTo>
                  <a:pt x="168" y="15"/>
                  <a:pt x="167" y="18"/>
                  <a:pt x="165" y="20"/>
                </a:cubicBezTo>
                <a:cubicBezTo>
                  <a:pt x="165" y="20"/>
                  <a:pt x="165" y="20"/>
                  <a:pt x="165" y="20"/>
                </a:cubicBezTo>
                <a:cubicBezTo>
                  <a:pt x="93" y="92"/>
                  <a:pt x="93" y="92"/>
                  <a:pt x="93" y="92"/>
                </a:cubicBezTo>
                <a:cubicBezTo>
                  <a:pt x="93" y="92"/>
                  <a:pt x="93" y="92"/>
                  <a:pt x="93" y="92"/>
                </a:cubicBezTo>
                <a:cubicBezTo>
                  <a:pt x="90" y="95"/>
                  <a:pt x="87" y="96"/>
                  <a:pt x="84" y="96"/>
                </a:cubicBezTo>
                <a:cubicBezTo>
                  <a:pt x="84" y="96"/>
                  <a:pt x="84" y="96"/>
                  <a:pt x="84" y="96"/>
                </a:cubicBezTo>
                <a:cubicBezTo>
                  <a:pt x="84" y="96"/>
                  <a:pt x="84" y="96"/>
                  <a:pt x="84" y="96"/>
                </a:cubicBezTo>
                <a:cubicBezTo>
                  <a:pt x="81" y="96"/>
                  <a:pt x="77" y="95"/>
                  <a:pt x="75" y="92"/>
                </a:cubicBezTo>
                <a:cubicBezTo>
                  <a:pt x="75" y="92"/>
                  <a:pt x="75" y="92"/>
                  <a:pt x="75" y="92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" y="18"/>
                  <a:pt x="0" y="15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6" y="0"/>
                  <a:pt x="19" y="2"/>
                  <a:pt x="21" y="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13"/>
          <p:cNvSpPr/>
          <p:nvPr/>
        </p:nvSpPr>
        <p:spPr>
          <a:xfrm>
            <a:off x="2697163" y="2451100"/>
            <a:ext cx="217487" cy="215900"/>
          </a:xfrm>
          <a:custGeom>
            <a:rect b="b" l="l" r="r" t="t"/>
            <a:pathLst>
              <a:path extrusionOk="0" h="136" w="136">
                <a:moveTo>
                  <a:pt x="132" y="20"/>
                </a:moveTo>
                <a:cubicBezTo>
                  <a:pt x="85" y="68"/>
                  <a:pt x="85" y="68"/>
                  <a:pt x="85" y="68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5" y="118"/>
                  <a:pt x="136" y="121"/>
                  <a:pt x="136" y="124"/>
                </a:cubicBezTo>
                <a:cubicBezTo>
                  <a:pt x="136" y="131"/>
                  <a:pt x="131" y="136"/>
                  <a:pt x="124" y="136"/>
                </a:cubicBezTo>
                <a:cubicBezTo>
                  <a:pt x="121" y="136"/>
                  <a:pt x="118" y="135"/>
                  <a:pt x="116" y="132"/>
                </a:cubicBezTo>
                <a:cubicBezTo>
                  <a:pt x="68" y="85"/>
                  <a:pt x="68" y="85"/>
                  <a:pt x="68" y="85"/>
                </a:cubicBezTo>
                <a:cubicBezTo>
                  <a:pt x="20" y="132"/>
                  <a:pt x="20" y="132"/>
                  <a:pt x="20" y="132"/>
                </a:cubicBezTo>
                <a:cubicBezTo>
                  <a:pt x="18" y="135"/>
                  <a:pt x="15" y="136"/>
                  <a:pt x="12" y="136"/>
                </a:cubicBezTo>
                <a:cubicBezTo>
                  <a:pt x="5" y="136"/>
                  <a:pt x="0" y="131"/>
                  <a:pt x="0" y="124"/>
                </a:cubicBezTo>
                <a:cubicBezTo>
                  <a:pt x="0" y="121"/>
                  <a:pt x="1" y="118"/>
                  <a:pt x="4" y="116"/>
                </a:cubicBezTo>
                <a:cubicBezTo>
                  <a:pt x="51" y="68"/>
                  <a:pt x="51" y="68"/>
                  <a:pt x="51" y="68"/>
                </a:cubicBezTo>
                <a:cubicBezTo>
                  <a:pt x="4" y="20"/>
                  <a:pt x="4" y="20"/>
                  <a:pt x="4" y="20"/>
                </a:cubicBezTo>
                <a:cubicBezTo>
                  <a:pt x="1" y="18"/>
                  <a:pt x="0" y="15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8" y="1"/>
                  <a:pt x="20" y="4"/>
                </a:cubicBezTo>
                <a:cubicBezTo>
                  <a:pt x="68" y="51"/>
                  <a:pt x="68" y="51"/>
                  <a:pt x="68" y="51"/>
                </a:cubicBezTo>
                <a:cubicBezTo>
                  <a:pt x="116" y="4"/>
                  <a:pt x="116" y="4"/>
                  <a:pt x="116" y="4"/>
                </a:cubicBezTo>
                <a:cubicBezTo>
                  <a:pt x="118" y="1"/>
                  <a:pt x="121" y="0"/>
                  <a:pt x="124" y="0"/>
                </a:cubicBezTo>
                <a:cubicBezTo>
                  <a:pt x="131" y="0"/>
                  <a:pt x="136" y="5"/>
                  <a:pt x="136" y="12"/>
                </a:cubicBezTo>
                <a:cubicBezTo>
                  <a:pt x="136" y="15"/>
                  <a:pt x="135" y="18"/>
                  <a:pt x="132" y="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p13"/>
          <p:cNvSpPr/>
          <p:nvPr/>
        </p:nvSpPr>
        <p:spPr>
          <a:xfrm>
            <a:off x="1955800" y="2470150"/>
            <a:ext cx="268288" cy="184150"/>
          </a:xfrm>
          <a:custGeom>
            <a:rect b="b" l="l" r="r" t="t"/>
            <a:pathLst>
              <a:path extrusionOk="0" h="116" w="168">
                <a:moveTo>
                  <a:pt x="164" y="20"/>
                </a:moveTo>
                <a:cubicBezTo>
                  <a:pt x="164" y="20"/>
                  <a:pt x="164" y="20"/>
                  <a:pt x="164" y="20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0" y="115"/>
                  <a:pt x="67" y="116"/>
                  <a:pt x="64" y="116"/>
                </a:cubicBezTo>
                <a:cubicBezTo>
                  <a:pt x="61" y="116"/>
                  <a:pt x="58" y="115"/>
                  <a:pt x="56" y="112"/>
                </a:cubicBezTo>
                <a:cubicBezTo>
                  <a:pt x="4" y="60"/>
                  <a:pt x="4" y="60"/>
                  <a:pt x="4" y="60"/>
                </a:cubicBezTo>
                <a:cubicBezTo>
                  <a:pt x="1" y="58"/>
                  <a:pt x="0" y="55"/>
                  <a:pt x="0" y="52"/>
                </a:cubicBezTo>
                <a:cubicBezTo>
                  <a:pt x="0" y="45"/>
                  <a:pt x="5" y="40"/>
                  <a:pt x="12" y="40"/>
                </a:cubicBezTo>
                <a:cubicBezTo>
                  <a:pt x="15" y="40"/>
                  <a:pt x="18" y="41"/>
                  <a:pt x="20" y="44"/>
                </a:cubicBezTo>
                <a:cubicBezTo>
                  <a:pt x="64" y="87"/>
                  <a:pt x="64" y="87"/>
                  <a:pt x="64" y="87"/>
                </a:cubicBezTo>
                <a:cubicBezTo>
                  <a:pt x="148" y="4"/>
                  <a:pt x="148" y="4"/>
                  <a:pt x="148" y="4"/>
                </a:cubicBezTo>
                <a:cubicBezTo>
                  <a:pt x="150" y="1"/>
                  <a:pt x="153" y="0"/>
                  <a:pt x="156" y="0"/>
                </a:cubicBezTo>
                <a:cubicBezTo>
                  <a:pt x="163" y="0"/>
                  <a:pt x="168" y="5"/>
                  <a:pt x="168" y="12"/>
                </a:cubicBezTo>
                <a:cubicBezTo>
                  <a:pt x="168" y="15"/>
                  <a:pt x="167" y="18"/>
                  <a:pt x="164" y="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9" name="Google Shape;3299;p13"/>
          <p:cNvSpPr/>
          <p:nvPr/>
        </p:nvSpPr>
        <p:spPr>
          <a:xfrm>
            <a:off x="1228725" y="2540000"/>
            <a:ext cx="293688" cy="38100"/>
          </a:xfrm>
          <a:custGeom>
            <a:rect b="b" l="l" r="r" t="t"/>
            <a:pathLst>
              <a:path extrusionOk="0" h="24" w="184">
                <a:moveTo>
                  <a:pt x="172" y="24"/>
                </a:moveTo>
                <a:cubicBezTo>
                  <a:pt x="104" y="24"/>
                  <a:pt x="104" y="24"/>
                  <a:pt x="104" y="24"/>
                </a:cubicBezTo>
                <a:cubicBezTo>
                  <a:pt x="80" y="24"/>
                  <a:pt x="80" y="24"/>
                  <a:pt x="80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80" y="0"/>
                  <a:pt x="80" y="0"/>
                  <a:pt x="80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172" y="0"/>
                  <a:pt x="172" y="0"/>
                  <a:pt x="172" y="0"/>
                </a:cubicBezTo>
                <a:cubicBezTo>
                  <a:pt x="179" y="0"/>
                  <a:pt x="184" y="5"/>
                  <a:pt x="184" y="12"/>
                </a:cubicBezTo>
                <a:cubicBezTo>
                  <a:pt x="184" y="19"/>
                  <a:pt x="179" y="24"/>
                  <a:pt x="172" y="2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0" name="Google Shape;3300;p13"/>
          <p:cNvSpPr/>
          <p:nvPr/>
        </p:nvSpPr>
        <p:spPr>
          <a:xfrm>
            <a:off x="512763" y="2411413"/>
            <a:ext cx="293687" cy="295275"/>
          </a:xfrm>
          <a:custGeom>
            <a:rect b="b" l="l" r="r" t="t"/>
            <a:pathLst>
              <a:path extrusionOk="0" h="184" w="184">
                <a:moveTo>
                  <a:pt x="172" y="104"/>
                </a:moveTo>
                <a:cubicBezTo>
                  <a:pt x="104" y="104"/>
                  <a:pt x="104" y="104"/>
                  <a:pt x="104" y="104"/>
                </a:cubicBezTo>
                <a:cubicBezTo>
                  <a:pt x="104" y="172"/>
                  <a:pt x="104" y="172"/>
                  <a:pt x="104" y="172"/>
                </a:cubicBezTo>
                <a:cubicBezTo>
                  <a:pt x="104" y="179"/>
                  <a:pt x="99" y="184"/>
                  <a:pt x="92" y="184"/>
                </a:cubicBezTo>
                <a:cubicBezTo>
                  <a:pt x="85" y="184"/>
                  <a:pt x="80" y="179"/>
                  <a:pt x="80" y="172"/>
                </a:cubicBezTo>
                <a:cubicBezTo>
                  <a:pt x="80" y="104"/>
                  <a:pt x="80" y="104"/>
                  <a:pt x="80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80" y="12"/>
                  <a:pt x="80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80"/>
                  <a:pt x="104" y="80"/>
                  <a:pt x="104" y="80"/>
                </a:cubicBezTo>
                <a:cubicBezTo>
                  <a:pt x="172" y="80"/>
                  <a:pt x="172" y="80"/>
                  <a:pt x="172" y="80"/>
                </a:cubicBezTo>
                <a:cubicBezTo>
                  <a:pt x="179" y="80"/>
                  <a:pt x="184" y="85"/>
                  <a:pt x="184" y="92"/>
                </a:cubicBezTo>
                <a:cubicBezTo>
                  <a:pt x="184" y="99"/>
                  <a:pt x="179" y="104"/>
                  <a:pt x="172" y="10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13"/>
          <p:cNvSpPr/>
          <p:nvPr/>
        </p:nvSpPr>
        <p:spPr>
          <a:xfrm>
            <a:off x="8451850" y="1638300"/>
            <a:ext cx="153988" cy="346075"/>
          </a:xfrm>
          <a:custGeom>
            <a:rect b="b" l="l" r="r" t="t"/>
            <a:pathLst>
              <a:path extrusionOk="0" h="216" w="96">
                <a:moveTo>
                  <a:pt x="48" y="168"/>
                </a:moveTo>
                <a:cubicBezTo>
                  <a:pt x="0" y="216"/>
                  <a:pt x="0" y="216"/>
                  <a:pt x="0" y="216"/>
                </a:cubicBezTo>
                <a:cubicBezTo>
                  <a:pt x="0" y="156"/>
                  <a:pt x="0" y="156"/>
                  <a:pt x="0" y="15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91" y="0"/>
                  <a:pt x="96" y="5"/>
                  <a:pt x="96" y="12"/>
                </a:cubicBezTo>
                <a:cubicBezTo>
                  <a:pt x="96" y="52"/>
                  <a:pt x="96" y="52"/>
                  <a:pt x="96" y="52"/>
                </a:cubicBezTo>
                <a:cubicBezTo>
                  <a:pt x="96" y="72"/>
                  <a:pt x="96" y="72"/>
                  <a:pt x="96" y="72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56"/>
                  <a:pt x="96" y="156"/>
                  <a:pt x="96" y="156"/>
                </a:cubicBezTo>
                <a:cubicBezTo>
                  <a:pt x="96" y="216"/>
                  <a:pt x="96" y="216"/>
                  <a:pt x="96" y="216"/>
                </a:cubicBezTo>
                <a:lnTo>
                  <a:pt x="48" y="1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2" name="Google Shape;3302;p13"/>
          <p:cNvSpPr/>
          <p:nvPr/>
        </p:nvSpPr>
        <p:spPr>
          <a:xfrm>
            <a:off x="7608888" y="1638300"/>
            <a:ext cx="407987" cy="409575"/>
          </a:xfrm>
          <a:custGeom>
            <a:rect b="b" l="l" r="r" t="t"/>
            <a:pathLst>
              <a:path extrusionOk="0" h="256" w="256">
                <a:moveTo>
                  <a:pt x="249" y="207"/>
                </a:moveTo>
                <a:cubicBezTo>
                  <a:pt x="133" y="255"/>
                  <a:pt x="133" y="255"/>
                  <a:pt x="133" y="255"/>
                </a:cubicBezTo>
                <a:cubicBezTo>
                  <a:pt x="131" y="256"/>
                  <a:pt x="130" y="256"/>
                  <a:pt x="128" y="256"/>
                </a:cubicBezTo>
                <a:cubicBezTo>
                  <a:pt x="126" y="256"/>
                  <a:pt x="125" y="256"/>
                  <a:pt x="123" y="255"/>
                </a:cubicBezTo>
                <a:cubicBezTo>
                  <a:pt x="7" y="207"/>
                  <a:pt x="7" y="207"/>
                  <a:pt x="7" y="207"/>
                </a:cubicBezTo>
                <a:cubicBezTo>
                  <a:pt x="3" y="205"/>
                  <a:pt x="0" y="201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4" y="0"/>
                  <a:pt x="15" y="0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28" y="47"/>
                  <a:pt x="128" y="47"/>
                  <a:pt x="128" y="47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41" y="0"/>
                  <a:pt x="242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1"/>
                  <a:pt x="253" y="205"/>
                  <a:pt x="249" y="207"/>
                </a:cubicBezTo>
                <a:moveTo>
                  <a:pt x="116" y="68"/>
                </a:moveTo>
                <a:cubicBezTo>
                  <a:pt x="24" y="30"/>
                  <a:pt x="24" y="30"/>
                  <a:pt x="24" y="30"/>
                </a:cubicBezTo>
                <a:cubicBezTo>
                  <a:pt x="24" y="188"/>
                  <a:pt x="24" y="188"/>
                  <a:pt x="24" y="188"/>
                </a:cubicBezTo>
                <a:cubicBezTo>
                  <a:pt x="116" y="226"/>
                  <a:pt x="116" y="226"/>
                  <a:pt x="116" y="226"/>
                </a:cubicBezTo>
                <a:lnTo>
                  <a:pt x="116" y="68"/>
                </a:lnTo>
                <a:close/>
                <a:moveTo>
                  <a:pt x="232" y="30"/>
                </a:moveTo>
                <a:cubicBezTo>
                  <a:pt x="140" y="68"/>
                  <a:pt x="140" y="68"/>
                  <a:pt x="140" y="68"/>
                </a:cubicBezTo>
                <a:cubicBezTo>
                  <a:pt x="140" y="226"/>
                  <a:pt x="140" y="226"/>
                  <a:pt x="140" y="226"/>
                </a:cubicBezTo>
                <a:cubicBezTo>
                  <a:pt x="232" y="188"/>
                  <a:pt x="232" y="188"/>
                  <a:pt x="232" y="188"/>
                </a:cubicBezTo>
                <a:lnTo>
                  <a:pt x="232" y="30"/>
                </a:lnTo>
                <a:close/>
                <a:moveTo>
                  <a:pt x="159" y="85"/>
                </a:moveTo>
                <a:cubicBezTo>
                  <a:pt x="203" y="65"/>
                  <a:pt x="203" y="65"/>
                  <a:pt x="203" y="65"/>
                </a:cubicBezTo>
                <a:cubicBezTo>
                  <a:pt x="205" y="64"/>
                  <a:pt x="206" y="64"/>
                  <a:pt x="208" y="64"/>
                </a:cubicBezTo>
                <a:cubicBezTo>
                  <a:pt x="215" y="64"/>
                  <a:pt x="220" y="69"/>
                  <a:pt x="220" y="76"/>
                </a:cubicBezTo>
                <a:cubicBezTo>
                  <a:pt x="220" y="81"/>
                  <a:pt x="217" y="85"/>
                  <a:pt x="213" y="87"/>
                </a:cubicBezTo>
                <a:cubicBezTo>
                  <a:pt x="169" y="107"/>
                  <a:pt x="169" y="107"/>
                  <a:pt x="169" y="107"/>
                </a:cubicBezTo>
                <a:cubicBezTo>
                  <a:pt x="167" y="108"/>
                  <a:pt x="166" y="108"/>
                  <a:pt x="164" y="108"/>
                </a:cubicBezTo>
                <a:cubicBezTo>
                  <a:pt x="157" y="108"/>
                  <a:pt x="152" y="103"/>
                  <a:pt x="152" y="96"/>
                </a:cubicBezTo>
                <a:cubicBezTo>
                  <a:pt x="152" y="91"/>
                  <a:pt x="155" y="87"/>
                  <a:pt x="159" y="85"/>
                </a:cubicBezTo>
                <a:moveTo>
                  <a:pt x="159" y="129"/>
                </a:moveTo>
                <a:cubicBezTo>
                  <a:pt x="159" y="129"/>
                  <a:pt x="159" y="129"/>
                  <a:pt x="159" y="129"/>
                </a:cubicBezTo>
                <a:cubicBezTo>
                  <a:pt x="203" y="109"/>
                  <a:pt x="203" y="109"/>
                  <a:pt x="203" y="109"/>
                </a:cubicBezTo>
                <a:cubicBezTo>
                  <a:pt x="205" y="108"/>
                  <a:pt x="206" y="108"/>
                  <a:pt x="208" y="108"/>
                </a:cubicBezTo>
                <a:cubicBezTo>
                  <a:pt x="215" y="108"/>
                  <a:pt x="220" y="113"/>
                  <a:pt x="220" y="120"/>
                </a:cubicBezTo>
                <a:cubicBezTo>
                  <a:pt x="220" y="125"/>
                  <a:pt x="217" y="129"/>
                  <a:pt x="213" y="131"/>
                </a:cubicBezTo>
                <a:cubicBezTo>
                  <a:pt x="169" y="151"/>
                  <a:pt x="169" y="151"/>
                  <a:pt x="169" y="151"/>
                </a:cubicBezTo>
                <a:cubicBezTo>
                  <a:pt x="167" y="152"/>
                  <a:pt x="166" y="152"/>
                  <a:pt x="164" y="152"/>
                </a:cubicBezTo>
                <a:cubicBezTo>
                  <a:pt x="157" y="152"/>
                  <a:pt x="152" y="147"/>
                  <a:pt x="152" y="140"/>
                </a:cubicBezTo>
                <a:cubicBezTo>
                  <a:pt x="152" y="135"/>
                  <a:pt x="155" y="131"/>
                  <a:pt x="159" y="129"/>
                </a:cubicBezTo>
                <a:moveTo>
                  <a:pt x="159" y="173"/>
                </a:moveTo>
                <a:cubicBezTo>
                  <a:pt x="159" y="173"/>
                  <a:pt x="159" y="173"/>
                  <a:pt x="159" y="173"/>
                </a:cubicBezTo>
                <a:cubicBezTo>
                  <a:pt x="203" y="153"/>
                  <a:pt x="203" y="153"/>
                  <a:pt x="203" y="153"/>
                </a:cubicBezTo>
                <a:cubicBezTo>
                  <a:pt x="205" y="152"/>
                  <a:pt x="206" y="152"/>
                  <a:pt x="208" y="152"/>
                </a:cubicBezTo>
                <a:cubicBezTo>
                  <a:pt x="215" y="152"/>
                  <a:pt x="220" y="157"/>
                  <a:pt x="220" y="164"/>
                </a:cubicBezTo>
                <a:cubicBezTo>
                  <a:pt x="220" y="169"/>
                  <a:pt x="217" y="173"/>
                  <a:pt x="213" y="175"/>
                </a:cubicBezTo>
                <a:cubicBezTo>
                  <a:pt x="169" y="195"/>
                  <a:pt x="169" y="195"/>
                  <a:pt x="169" y="195"/>
                </a:cubicBezTo>
                <a:cubicBezTo>
                  <a:pt x="167" y="196"/>
                  <a:pt x="166" y="196"/>
                  <a:pt x="164" y="196"/>
                </a:cubicBezTo>
                <a:cubicBezTo>
                  <a:pt x="157" y="196"/>
                  <a:pt x="152" y="191"/>
                  <a:pt x="152" y="184"/>
                </a:cubicBezTo>
                <a:cubicBezTo>
                  <a:pt x="152" y="179"/>
                  <a:pt x="155" y="175"/>
                  <a:pt x="159" y="173"/>
                </a:cubicBezTo>
                <a:moveTo>
                  <a:pt x="48" y="64"/>
                </a:moveTo>
                <a:cubicBezTo>
                  <a:pt x="50" y="64"/>
                  <a:pt x="51" y="64"/>
                  <a:pt x="53" y="65"/>
                </a:cubicBezTo>
                <a:cubicBezTo>
                  <a:pt x="97" y="85"/>
                  <a:pt x="97" y="85"/>
                  <a:pt x="97" y="85"/>
                </a:cubicBezTo>
                <a:cubicBezTo>
                  <a:pt x="101" y="87"/>
                  <a:pt x="104" y="91"/>
                  <a:pt x="104" y="96"/>
                </a:cubicBezTo>
                <a:cubicBezTo>
                  <a:pt x="104" y="103"/>
                  <a:pt x="99" y="108"/>
                  <a:pt x="92" y="108"/>
                </a:cubicBezTo>
                <a:cubicBezTo>
                  <a:pt x="90" y="108"/>
                  <a:pt x="89" y="108"/>
                  <a:pt x="87" y="107"/>
                </a:cubicBezTo>
                <a:cubicBezTo>
                  <a:pt x="43" y="87"/>
                  <a:pt x="43" y="87"/>
                  <a:pt x="43" y="87"/>
                </a:cubicBezTo>
                <a:cubicBezTo>
                  <a:pt x="39" y="85"/>
                  <a:pt x="36" y="81"/>
                  <a:pt x="36" y="76"/>
                </a:cubicBezTo>
                <a:cubicBezTo>
                  <a:pt x="36" y="69"/>
                  <a:pt x="41" y="64"/>
                  <a:pt x="48" y="64"/>
                </a:cubicBezTo>
                <a:moveTo>
                  <a:pt x="48" y="108"/>
                </a:moveTo>
                <a:cubicBezTo>
                  <a:pt x="50" y="108"/>
                  <a:pt x="51" y="108"/>
                  <a:pt x="53" y="109"/>
                </a:cubicBezTo>
                <a:cubicBezTo>
                  <a:pt x="97" y="129"/>
                  <a:pt x="97" y="129"/>
                  <a:pt x="97" y="129"/>
                </a:cubicBezTo>
                <a:cubicBezTo>
                  <a:pt x="101" y="131"/>
                  <a:pt x="104" y="135"/>
                  <a:pt x="104" y="140"/>
                </a:cubicBezTo>
                <a:cubicBezTo>
                  <a:pt x="104" y="147"/>
                  <a:pt x="99" y="152"/>
                  <a:pt x="92" y="152"/>
                </a:cubicBezTo>
                <a:cubicBezTo>
                  <a:pt x="90" y="152"/>
                  <a:pt x="89" y="152"/>
                  <a:pt x="87" y="151"/>
                </a:cubicBezTo>
                <a:cubicBezTo>
                  <a:pt x="43" y="131"/>
                  <a:pt x="43" y="131"/>
                  <a:pt x="43" y="131"/>
                </a:cubicBezTo>
                <a:cubicBezTo>
                  <a:pt x="39" y="129"/>
                  <a:pt x="36" y="125"/>
                  <a:pt x="36" y="120"/>
                </a:cubicBezTo>
                <a:cubicBezTo>
                  <a:pt x="36" y="113"/>
                  <a:pt x="41" y="108"/>
                  <a:pt x="48" y="108"/>
                </a:cubicBezTo>
                <a:moveTo>
                  <a:pt x="48" y="152"/>
                </a:moveTo>
                <a:cubicBezTo>
                  <a:pt x="50" y="152"/>
                  <a:pt x="51" y="152"/>
                  <a:pt x="53" y="153"/>
                </a:cubicBezTo>
                <a:cubicBezTo>
                  <a:pt x="97" y="173"/>
                  <a:pt x="97" y="173"/>
                  <a:pt x="97" y="173"/>
                </a:cubicBezTo>
                <a:cubicBezTo>
                  <a:pt x="101" y="175"/>
                  <a:pt x="104" y="179"/>
                  <a:pt x="104" y="184"/>
                </a:cubicBezTo>
                <a:cubicBezTo>
                  <a:pt x="104" y="191"/>
                  <a:pt x="99" y="196"/>
                  <a:pt x="92" y="196"/>
                </a:cubicBezTo>
                <a:cubicBezTo>
                  <a:pt x="90" y="196"/>
                  <a:pt x="89" y="196"/>
                  <a:pt x="87" y="195"/>
                </a:cubicBezTo>
                <a:cubicBezTo>
                  <a:pt x="43" y="175"/>
                  <a:pt x="43" y="175"/>
                  <a:pt x="43" y="175"/>
                </a:cubicBezTo>
                <a:cubicBezTo>
                  <a:pt x="39" y="173"/>
                  <a:pt x="36" y="169"/>
                  <a:pt x="36" y="164"/>
                </a:cubicBezTo>
                <a:cubicBezTo>
                  <a:pt x="36" y="157"/>
                  <a:pt x="41" y="152"/>
                  <a:pt x="48" y="1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3" name="Google Shape;3303;p13"/>
          <p:cNvSpPr/>
          <p:nvPr/>
        </p:nvSpPr>
        <p:spPr>
          <a:xfrm>
            <a:off x="6892925" y="1638300"/>
            <a:ext cx="409575" cy="409575"/>
          </a:xfrm>
          <a:custGeom>
            <a:rect b="b" l="l" r="r" t="t"/>
            <a:pathLst>
              <a:path extrusionOk="0" h="256" w="256">
                <a:moveTo>
                  <a:pt x="249" y="207"/>
                </a:moveTo>
                <a:cubicBezTo>
                  <a:pt x="133" y="255"/>
                  <a:pt x="133" y="255"/>
                  <a:pt x="133" y="255"/>
                </a:cubicBezTo>
                <a:cubicBezTo>
                  <a:pt x="131" y="256"/>
                  <a:pt x="130" y="256"/>
                  <a:pt x="128" y="256"/>
                </a:cubicBezTo>
                <a:cubicBezTo>
                  <a:pt x="126" y="256"/>
                  <a:pt x="125" y="256"/>
                  <a:pt x="123" y="255"/>
                </a:cubicBezTo>
                <a:cubicBezTo>
                  <a:pt x="7" y="207"/>
                  <a:pt x="7" y="207"/>
                  <a:pt x="7" y="207"/>
                </a:cubicBezTo>
                <a:cubicBezTo>
                  <a:pt x="3" y="205"/>
                  <a:pt x="0" y="201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4" y="0"/>
                  <a:pt x="15" y="0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28" y="47"/>
                  <a:pt x="128" y="47"/>
                  <a:pt x="128" y="47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39" y="1"/>
                  <a:pt x="239" y="1"/>
                  <a:pt x="239" y="1"/>
                </a:cubicBezTo>
                <a:cubicBezTo>
                  <a:pt x="241" y="0"/>
                  <a:pt x="242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1"/>
                  <a:pt x="253" y="205"/>
                  <a:pt x="249" y="207"/>
                </a:cubicBezTo>
                <a:moveTo>
                  <a:pt x="116" y="226"/>
                </a:moveTo>
                <a:cubicBezTo>
                  <a:pt x="116" y="68"/>
                  <a:pt x="116" y="68"/>
                  <a:pt x="116" y="68"/>
                </a:cubicBezTo>
                <a:cubicBezTo>
                  <a:pt x="24" y="30"/>
                  <a:pt x="24" y="30"/>
                  <a:pt x="24" y="30"/>
                </a:cubicBezTo>
                <a:cubicBezTo>
                  <a:pt x="24" y="188"/>
                  <a:pt x="24" y="188"/>
                  <a:pt x="24" y="188"/>
                </a:cubicBezTo>
                <a:lnTo>
                  <a:pt x="116" y="226"/>
                </a:lnTo>
                <a:close/>
                <a:moveTo>
                  <a:pt x="232" y="30"/>
                </a:moveTo>
                <a:cubicBezTo>
                  <a:pt x="140" y="68"/>
                  <a:pt x="140" y="68"/>
                  <a:pt x="140" y="68"/>
                </a:cubicBezTo>
                <a:cubicBezTo>
                  <a:pt x="140" y="226"/>
                  <a:pt x="140" y="226"/>
                  <a:pt x="140" y="226"/>
                </a:cubicBezTo>
                <a:cubicBezTo>
                  <a:pt x="232" y="188"/>
                  <a:pt x="232" y="188"/>
                  <a:pt x="232" y="188"/>
                </a:cubicBezTo>
                <a:lnTo>
                  <a:pt x="232" y="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4" name="Google Shape;3304;p13"/>
          <p:cNvSpPr/>
          <p:nvPr/>
        </p:nvSpPr>
        <p:spPr>
          <a:xfrm>
            <a:off x="6223000" y="1658938"/>
            <a:ext cx="319088" cy="369887"/>
          </a:xfrm>
          <a:custGeom>
            <a:rect b="b" l="l" r="r" t="t"/>
            <a:pathLst>
              <a:path extrusionOk="0" h="232" w="200">
                <a:moveTo>
                  <a:pt x="188" y="232"/>
                </a:moveTo>
                <a:cubicBezTo>
                  <a:pt x="176" y="232"/>
                  <a:pt x="176" y="232"/>
                  <a:pt x="176" y="232"/>
                </a:cubicBezTo>
                <a:cubicBezTo>
                  <a:pt x="176" y="0"/>
                  <a:pt x="176" y="0"/>
                  <a:pt x="176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5" y="0"/>
                  <a:pt x="200" y="5"/>
                  <a:pt x="200" y="12"/>
                </a:cubicBezTo>
                <a:cubicBezTo>
                  <a:pt x="200" y="220"/>
                  <a:pt x="200" y="220"/>
                  <a:pt x="200" y="220"/>
                </a:cubicBezTo>
                <a:cubicBezTo>
                  <a:pt x="200" y="227"/>
                  <a:pt x="195" y="232"/>
                  <a:pt x="188" y="232"/>
                </a:cubicBezTo>
                <a:moveTo>
                  <a:pt x="24" y="220"/>
                </a:moveTo>
                <a:cubicBezTo>
                  <a:pt x="24" y="208"/>
                  <a:pt x="24" y="208"/>
                  <a:pt x="24" y="208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57" y="208"/>
                  <a:pt x="68" y="197"/>
                  <a:pt x="68" y="184"/>
                </a:cubicBezTo>
                <a:cubicBezTo>
                  <a:pt x="68" y="171"/>
                  <a:pt x="57" y="160"/>
                  <a:pt x="44" y="160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24" y="140"/>
                  <a:pt x="24" y="140"/>
                  <a:pt x="24" y="140"/>
                </a:cubicBezTo>
                <a:cubicBezTo>
                  <a:pt x="44" y="140"/>
                  <a:pt x="44" y="140"/>
                  <a:pt x="44" y="140"/>
                </a:cubicBezTo>
                <a:cubicBezTo>
                  <a:pt x="57" y="140"/>
                  <a:pt x="68" y="129"/>
                  <a:pt x="68" y="116"/>
                </a:cubicBezTo>
                <a:cubicBezTo>
                  <a:pt x="68" y="103"/>
                  <a:pt x="57" y="92"/>
                  <a:pt x="44" y="92"/>
                </a:cubicBezTo>
                <a:cubicBezTo>
                  <a:pt x="24" y="92"/>
                  <a:pt x="24" y="92"/>
                  <a:pt x="24" y="92"/>
                </a:cubicBezTo>
                <a:cubicBezTo>
                  <a:pt x="24" y="72"/>
                  <a:pt x="24" y="72"/>
                  <a:pt x="24" y="72"/>
                </a:cubicBezTo>
                <a:cubicBezTo>
                  <a:pt x="44" y="72"/>
                  <a:pt x="44" y="72"/>
                  <a:pt x="44" y="72"/>
                </a:cubicBezTo>
                <a:cubicBezTo>
                  <a:pt x="57" y="72"/>
                  <a:pt x="68" y="61"/>
                  <a:pt x="68" y="48"/>
                </a:cubicBezTo>
                <a:cubicBezTo>
                  <a:pt x="68" y="35"/>
                  <a:pt x="57" y="24"/>
                  <a:pt x="4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29" y="0"/>
                  <a:pt x="36" y="0"/>
                </a:cubicBezTo>
                <a:cubicBezTo>
                  <a:pt x="164" y="0"/>
                  <a:pt x="164" y="0"/>
                  <a:pt x="164" y="0"/>
                </a:cubicBezTo>
                <a:cubicBezTo>
                  <a:pt x="164" y="232"/>
                  <a:pt x="164" y="232"/>
                  <a:pt x="164" y="232"/>
                </a:cubicBezTo>
                <a:cubicBezTo>
                  <a:pt x="36" y="232"/>
                  <a:pt x="36" y="232"/>
                  <a:pt x="36" y="232"/>
                </a:cubicBezTo>
                <a:cubicBezTo>
                  <a:pt x="29" y="232"/>
                  <a:pt x="24" y="227"/>
                  <a:pt x="24" y="220"/>
                </a:cubicBezTo>
                <a:moveTo>
                  <a:pt x="56" y="48"/>
                </a:moveTo>
                <a:cubicBezTo>
                  <a:pt x="56" y="55"/>
                  <a:pt x="51" y="60"/>
                  <a:pt x="44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5" y="60"/>
                  <a:pt x="0" y="55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44" y="36"/>
                  <a:pt x="44" y="36"/>
                  <a:pt x="44" y="36"/>
                </a:cubicBezTo>
                <a:cubicBezTo>
                  <a:pt x="51" y="36"/>
                  <a:pt x="56" y="41"/>
                  <a:pt x="56" y="48"/>
                </a:cubicBezTo>
                <a:moveTo>
                  <a:pt x="12" y="104"/>
                </a:moveTo>
                <a:cubicBezTo>
                  <a:pt x="44" y="104"/>
                  <a:pt x="44" y="104"/>
                  <a:pt x="44" y="104"/>
                </a:cubicBezTo>
                <a:cubicBezTo>
                  <a:pt x="51" y="104"/>
                  <a:pt x="56" y="109"/>
                  <a:pt x="56" y="116"/>
                </a:cubicBezTo>
                <a:cubicBezTo>
                  <a:pt x="56" y="123"/>
                  <a:pt x="51" y="128"/>
                  <a:pt x="44" y="128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5" y="128"/>
                  <a:pt x="0" y="123"/>
                  <a:pt x="0" y="116"/>
                </a:cubicBezTo>
                <a:cubicBezTo>
                  <a:pt x="0" y="109"/>
                  <a:pt x="5" y="104"/>
                  <a:pt x="12" y="104"/>
                </a:cubicBezTo>
                <a:moveTo>
                  <a:pt x="12" y="172"/>
                </a:moveTo>
                <a:cubicBezTo>
                  <a:pt x="44" y="172"/>
                  <a:pt x="44" y="172"/>
                  <a:pt x="44" y="172"/>
                </a:cubicBezTo>
                <a:cubicBezTo>
                  <a:pt x="51" y="172"/>
                  <a:pt x="56" y="177"/>
                  <a:pt x="56" y="184"/>
                </a:cubicBezTo>
                <a:cubicBezTo>
                  <a:pt x="56" y="191"/>
                  <a:pt x="51" y="196"/>
                  <a:pt x="44" y="196"/>
                </a:cubicBezTo>
                <a:cubicBezTo>
                  <a:pt x="12" y="196"/>
                  <a:pt x="12" y="196"/>
                  <a:pt x="12" y="196"/>
                </a:cubicBezTo>
                <a:cubicBezTo>
                  <a:pt x="5" y="196"/>
                  <a:pt x="0" y="191"/>
                  <a:pt x="0" y="184"/>
                </a:cubicBezTo>
                <a:cubicBezTo>
                  <a:pt x="0" y="177"/>
                  <a:pt x="5" y="172"/>
                  <a:pt x="12" y="1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13"/>
          <p:cNvSpPr/>
          <p:nvPr/>
        </p:nvSpPr>
        <p:spPr>
          <a:xfrm>
            <a:off x="5526088" y="1652588"/>
            <a:ext cx="346075" cy="395287"/>
          </a:xfrm>
          <a:custGeom>
            <a:rect b="b" l="l" r="r" t="t"/>
            <a:pathLst>
              <a:path extrusionOk="0" h="248" w="216">
                <a:moveTo>
                  <a:pt x="204" y="192"/>
                </a:moveTo>
                <a:cubicBezTo>
                  <a:pt x="201" y="192"/>
                  <a:pt x="198" y="191"/>
                  <a:pt x="196" y="188"/>
                </a:cubicBezTo>
                <a:cubicBezTo>
                  <a:pt x="188" y="181"/>
                  <a:pt x="188" y="181"/>
                  <a:pt x="188" y="181"/>
                </a:cubicBezTo>
                <a:cubicBezTo>
                  <a:pt x="188" y="236"/>
                  <a:pt x="188" y="236"/>
                  <a:pt x="188" y="236"/>
                </a:cubicBezTo>
                <a:cubicBezTo>
                  <a:pt x="188" y="243"/>
                  <a:pt x="183" y="248"/>
                  <a:pt x="176" y="248"/>
                </a:cubicBezTo>
                <a:cubicBezTo>
                  <a:pt x="169" y="248"/>
                  <a:pt x="164" y="243"/>
                  <a:pt x="164" y="236"/>
                </a:cubicBezTo>
                <a:cubicBezTo>
                  <a:pt x="164" y="181"/>
                  <a:pt x="164" y="181"/>
                  <a:pt x="164" y="181"/>
                </a:cubicBezTo>
                <a:cubicBezTo>
                  <a:pt x="156" y="188"/>
                  <a:pt x="156" y="188"/>
                  <a:pt x="156" y="188"/>
                </a:cubicBezTo>
                <a:cubicBezTo>
                  <a:pt x="154" y="191"/>
                  <a:pt x="151" y="192"/>
                  <a:pt x="148" y="192"/>
                </a:cubicBezTo>
                <a:cubicBezTo>
                  <a:pt x="141" y="192"/>
                  <a:pt x="136" y="187"/>
                  <a:pt x="136" y="180"/>
                </a:cubicBezTo>
                <a:cubicBezTo>
                  <a:pt x="136" y="177"/>
                  <a:pt x="137" y="174"/>
                  <a:pt x="140" y="172"/>
                </a:cubicBezTo>
                <a:cubicBezTo>
                  <a:pt x="168" y="144"/>
                  <a:pt x="168" y="144"/>
                  <a:pt x="168" y="144"/>
                </a:cubicBezTo>
                <a:cubicBezTo>
                  <a:pt x="170" y="141"/>
                  <a:pt x="173" y="140"/>
                  <a:pt x="176" y="140"/>
                </a:cubicBezTo>
                <a:cubicBezTo>
                  <a:pt x="179" y="140"/>
                  <a:pt x="182" y="141"/>
                  <a:pt x="184" y="144"/>
                </a:cubicBezTo>
                <a:cubicBezTo>
                  <a:pt x="212" y="172"/>
                  <a:pt x="212" y="172"/>
                  <a:pt x="212" y="172"/>
                </a:cubicBezTo>
                <a:cubicBezTo>
                  <a:pt x="215" y="174"/>
                  <a:pt x="216" y="177"/>
                  <a:pt x="216" y="180"/>
                </a:cubicBezTo>
                <a:cubicBezTo>
                  <a:pt x="216" y="187"/>
                  <a:pt x="211" y="192"/>
                  <a:pt x="204" y="192"/>
                </a:cubicBezTo>
                <a:moveTo>
                  <a:pt x="131" y="163"/>
                </a:moveTo>
                <a:cubicBezTo>
                  <a:pt x="127" y="167"/>
                  <a:pt x="124" y="173"/>
                  <a:pt x="124" y="180"/>
                </a:cubicBezTo>
                <a:cubicBezTo>
                  <a:pt x="124" y="193"/>
                  <a:pt x="135" y="204"/>
                  <a:pt x="148" y="204"/>
                </a:cubicBezTo>
                <a:cubicBezTo>
                  <a:pt x="149" y="204"/>
                  <a:pt x="151" y="204"/>
                  <a:pt x="152" y="204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69" y="128"/>
                  <a:pt x="163" y="131"/>
                  <a:pt x="159" y="135"/>
                </a:cubicBezTo>
                <a:lnTo>
                  <a:pt x="131" y="163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3"/>
          <p:cNvSpPr/>
          <p:nvPr/>
        </p:nvSpPr>
        <p:spPr>
          <a:xfrm>
            <a:off x="4811713" y="1652588"/>
            <a:ext cx="344487" cy="395287"/>
          </a:xfrm>
          <a:custGeom>
            <a:rect b="b" l="l" r="r" t="t"/>
            <a:pathLst>
              <a:path extrusionOk="0" h="248" w="216">
                <a:moveTo>
                  <a:pt x="212" y="216"/>
                </a:moveTo>
                <a:cubicBezTo>
                  <a:pt x="184" y="244"/>
                  <a:pt x="184" y="244"/>
                  <a:pt x="184" y="244"/>
                </a:cubicBezTo>
                <a:cubicBezTo>
                  <a:pt x="182" y="247"/>
                  <a:pt x="179" y="248"/>
                  <a:pt x="176" y="248"/>
                </a:cubicBezTo>
                <a:cubicBezTo>
                  <a:pt x="173" y="248"/>
                  <a:pt x="170" y="247"/>
                  <a:pt x="168" y="244"/>
                </a:cubicBezTo>
                <a:cubicBezTo>
                  <a:pt x="140" y="216"/>
                  <a:pt x="140" y="216"/>
                  <a:pt x="140" y="216"/>
                </a:cubicBezTo>
                <a:cubicBezTo>
                  <a:pt x="137" y="214"/>
                  <a:pt x="136" y="211"/>
                  <a:pt x="136" y="208"/>
                </a:cubicBezTo>
                <a:cubicBezTo>
                  <a:pt x="136" y="201"/>
                  <a:pt x="141" y="196"/>
                  <a:pt x="148" y="196"/>
                </a:cubicBezTo>
                <a:cubicBezTo>
                  <a:pt x="151" y="196"/>
                  <a:pt x="154" y="197"/>
                  <a:pt x="156" y="200"/>
                </a:cubicBezTo>
                <a:cubicBezTo>
                  <a:pt x="164" y="207"/>
                  <a:pt x="164" y="207"/>
                  <a:pt x="164" y="207"/>
                </a:cubicBezTo>
                <a:cubicBezTo>
                  <a:pt x="164" y="152"/>
                  <a:pt x="164" y="152"/>
                  <a:pt x="164" y="152"/>
                </a:cubicBezTo>
                <a:cubicBezTo>
                  <a:pt x="164" y="145"/>
                  <a:pt x="169" y="140"/>
                  <a:pt x="176" y="140"/>
                </a:cubicBezTo>
                <a:cubicBezTo>
                  <a:pt x="183" y="140"/>
                  <a:pt x="188" y="145"/>
                  <a:pt x="188" y="152"/>
                </a:cubicBezTo>
                <a:cubicBezTo>
                  <a:pt x="188" y="207"/>
                  <a:pt x="188" y="207"/>
                  <a:pt x="188" y="207"/>
                </a:cubicBezTo>
                <a:cubicBezTo>
                  <a:pt x="196" y="200"/>
                  <a:pt x="196" y="200"/>
                  <a:pt x="196" y="200"/>
                </a:cubicBezTo>
                <a:cubicBezTo>
                  <a:pt x="198" y="197"/>
                  <a:pt x="201" y="196"/>
                  <a:pt x="204" y="196"/>
                </a:cubicBezTo>
                <a:cubicBezTo>
                  <a:pt x="211" y="196"/>
                  <a:pt x="216" y="201"/>
                  <a:pt x="216" y="208"/>
                </a:cubicBezTo>
                <a:cubicBezTo>
                  <a:pt x="216" y="211"/>
                  <a:pt x="215" y="214"/>
                  <a:pt x="212" y="216"/>
                </a:cubicBezTo>
                <a:moveTo>
                  <a:pt x="152" y="152"/>
                </a:moveTo>
                <a:cubicBezTo>
                  <a:pt x="152" y="184"/>
                  <a:pt x="152" y="184"/>
                  <a:pt x="152" y="184"/>
                </a:cubicBezTo>
                <a:cubicBezTo>
                  <a:pt x="151" y="184"/>
                  <a:pt x="149" y="184"/>
                  <a:pt x="148" y="184"/>
                </a:cubicBezTo>
                <a:cubicBezTo>
                  <a:pt x="135" y="184"/>
                  <a:pt x="124" y="195"/>
                  <a:pt x="124" y="208"/>
                </a:cubicBezTo>
                <a:cubicBezTo>
                  <a:pt x="124" y="215"/>
                  <a:pt x="127" y="221"/>
                  <a:pt x="131" y="225"/>
                </a:cubicBezTo>
                <a:cubicBezTo>
                  <a:pt x="138" y="232"/>
                  <a:pt x="138" y="232"/>
                  <a:pt x="138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63" y="128"/>
                  <a:pt x="152" y="139"/>
                  <a:pt x="152" y="152"/>
                </a:cubicBezTo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13"/>
          <p:cNvSpPr/>
          <p:nvPr/>
        </p:nvSpPr>
        <p:spPr>
          <a:xfrm>
            <a:off x="4095750" y="1652588"/>
            <a:ext cx="344488" cy="388937"/>
          </a:xfrm>
          <a:custGeom>
            <a:rect b="b" l="l" r="r" t="t"/>
            <a:pathLst>
              <a:path extrusionOk="0" h="244" w="216">
                <a:moveTo>
                  <a:pt x="212" y="192"/>
                </a:moveTo>
                <a:cubicBezTo>
                  <a:pt x="197" y="208"/>
                  <a:pt x="197" y="208"/>
                  <a:pt x="197" y="208"/>
                </a:cubicBezTo>
                <a:cubicBezTo>
                  <a:pt x="212" y="224"/>
                  <a:pt x="212" y="224"/>
                  <a:pt x="212" y="224"/>
                </a:cubicBezTo>
                <a:cubicBezTo>
                  <a:pt x="215" y="226"/>
                  <a:pt x="216" y="229"/>
                  <a:pt x="216" y="232"/>
                </a:cubicBezTo>
                <a:cubicBezTo>
                  <a:pt x="216" y="239"/>
                  <a:pt x="211" y="244"/>
                  <a:pt x="204" y="244"/>
                </a:cubicBezTo>
                <a:cubicBezTo>
                  <a:pt x="201" y="244"/>
                  <a:pt x="198" y="243"/>
                  <a:pt x="196" y="240"/>
                </a:cubicBezTo>
                <a:cubicBezTo>
                  <a:pt x="180" y="225"/>
                  <a:pt x="180" y="225"/>
                  <a:pt x="180" y="225"/>
                </a:cubicBezTo>
                <a:cubicBezTo>
                  <a:pt x="164" y="240"/>
                  <a:pt x="164" y="240"/>
                  <a:pt x="164" y="240"/>
                </a:cubicBezTo>
                <a:cubicBezTo>
                  <a:pt x="162" y="243"/>
                  <a:pt x="159" y="244"/>
                  <a:pt x="156" y="244"/>
                </a:cubicBezTo>
                <a:cubicBezTo>
                  <a:pt x="149" y="244"/>
                  <a:pt x="144" y="239"/>
                  <a:pt x="144" y="232"/>
                </a:cubicBezTo>
                <a:cubicBezTo>
                  <a:pt x="144" y="229"/>
                  <a:pt x="145" y="226"/>
                  <a:pt x="148" y="224"/>
                </a:cubicBezTo>
                <a:cubicBezTo>
                  <a:pt x="163" y="208"/>
                  <a:pt x="163" y="208"/>
                  <a:pt x="163" y="208"/>
                </a:cubicBezTo>
                <a:cubicBezTo>
                  <a:pt x="148" y="192"/>
                  <a:pt x="148" y="192"/>
                  <a:pt x="148" y="192"/>
                </a:cubicBezTo>
                <a:cubicBezTo>
                  <a:pt x="145" y="190"/>
                  <a:pt x="144" y="187"/>
                  <a:pt x="144" y="184"/>
                </a:cubicBezTo>
                <a:cubicBezTo>
                  <a:pt x="144" y="177"/>
                  <a:pt x="149" y="172"/>
                  <a:pt x="156" y="172"/>
                </a:cubicBezTo>
                <a:cubicBezTo>
                  <a:pt x="159" y="172"/>
                  <a:pt x="162" y="173"/>
                  <a:pt x="164" y="176"/>
                </a:cubicBezTo>
                <a:cubicBezTo>
                  <a:pt x="180" y="191"/>
                  <a:pt x="180" y="191"/>
                  <a:pt x="180" y="191"/>
                </a:cubicBezTo>
                <a:cubicBezTo>
                  <a:pt x="196" y="176"/>
                  <a:pt x="196" y="176"/>
                  <a:pt x="196" y="176"/>
                </a:cubicBezTo>
                <a:cubicBezTo>
                  <a:pt x="198" y="173"/>
                  <a:pt x="201" y="172"/>
                  <a:pt x="204" y="172"/>
                </a:cubicBezTo>
                <a:cubicBezTo>
                  <a:pt x="211" y="172"/>
                  <a:pt x="216" y="177"/>
                  <a:pt x="216" y="184"/>
                </a:cubicBezTo>
                <a:cubicBezTo>
                  <a:pt x="216" y="187"/>
                  <a:pt x="215" y="190"/>
                  <a:pt x="212" y="192"/>
                </a:cubicBezTo>
                <a:moveTo>
                  <a:pt x="176" y="170"/>
                </a:moveTo>
                <a:cubicBezTo>
                  <a:pt x="176" y="170"/>
                  <a:pt x="176" y="170"/>
                  <a:pt x="176" y="170"/>
                </a:cubicBezTo>
                <a:cubicBezTo>
                  <a:pt x="173" y="167"/>
                  <a:pt x="173" y="167"/>
                  <a:pt x="173" y="167"/>
                </a:cubicBezTo>
                <a:cubicBezTo>
                  <a:pt x="173" y="167"/>
                  <a:pt x="173" y="167"/>
                  <a:pt x="173" y="167"/>
                </a:cubicBezTo>
                <a:cubicBezTo>
                  <a:pt x="169" y="163"/>
                  <a:pt x="163" y="160"/>
                  <a:pt x="156" y="160"/>
                </a:cubicBezTo>
                <a:cubicBezTo>
                  <a:pt x="143" y="160"/>
                  <a:pt x="132" y="171"/>
                  <a:pt x="132" y="184"/>
                </a:cubicBezTo>
                <a:cubicBezTo>
                  <a:pt x="132" y="191"/>
                  <a:pt x="135" y="197"/>
                  <a:pt x="139" y="201"/>
                </a:cubicBezTo>
                <a:cubicBezTo>
                  <a:pt x="146" y="208"/>
                  <a:pt x="146" y="208"/>
                  <a:pt x="146" y="208"/>
                </a:cubicBezTo>
                <a:cubicBezTo>
                  <a:pt x="139" y="215"/>
                  <a:pt x="139" y="215"/>
                  <a:pt x="139" y="215"/>
                </a:cubicBezTo>
                <a:cubicBezTo>
                  <a:pt x="139" y="215"/>
                  <a:pt x="139" y="215"/>
                  <a:pt x="139" y="215"/>
                </a:cubicBezTo>
                <a:cubicBezTo>
                  <a:pt x="135" y="219"/>
                  <a:pt x="132" y="225"/>
                  <a:pt x="132" y="232"/>
                </a:cubicBezTo>
                <a:cubicBezTo>
                  <a:pt x="124" y="232"/>
                  <a:pt x="124" y="232"/>
                  <a:pt x="12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60"/>
                  <a:pt x="176" y="160"/>
                  <a:pt x="176" y="160"/>
                </a:cubicBezTo>
                <a:lnTo>
                  <a:pt x="176" y="170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13"/>
          <p:cNvSpPr/>
          <p:nvPr/>
        </p:nvSpPr>
        <p:spPr>
          <a:xfrm>
            <a:off x="3381375" y="1652588"/>
            <a:ext cx="344488" cy="376237"/>
          </a:xfrm>
          <a:custGeom>
            <a:rect b="b" l="l" r="r" t="t"/>
            <a:pathLst>
              <a:path extrusionOk="0" h="236" w="216">
                <a:moveTo>
                  <a:pt x="212" y="200"/>
                </a:moveTo>
                <a:cubicBezTo>
                  <a:pt x="180" y="232"/>
                  <a:pt x="180" y="232"/>
                  <a:pt x="180" y="232"/>
                </a:cubicBezTo>
                <a:cubicBezTo>
                  <a:pt x="178" y="235"/>
                  <a:pt x="175" y="236"/>
                  <a:pt x="172" y="236"/>
                </a:cubicBezTo>
                <a:cubicBezTo>
                  <a:pt x="169" y="236"/>
                  <a:pt x="166" y="235"/>
                  <a:pt x="164" y="232"/>
                </a:cubicBezTo>
                <a:cubicBezTo>
                  <a:pt x="148" y="216"/>
                  <a:pt x="148" y="216"/>
                  <a:pt x="148" y="216"/>
                </a:cubicBezTo>
                <a:cubicBezTo>
                  <a:pt x="145" y="214"/>
                  <a:pt x="144" y="211"/>
                  <a:pt x="144" y="208"/>
                </a:cubicBezTo>
                <a:cubicBezTo>
                  <a:pt x="144" y="201"/>
                  <a:pt x="149" y="196"/>
                  <a:pt x="156" y="196"/>
                </a:cubicBezTo>
                <a:cubicBezTo>
                  <a:pt x="159" y="196"/>
                  <a:pt x="162" y="197"/>
                  <a:pt x="164" y="200"/>
                </a:cubicBezTo>
                <a:cubicBezTo>
                  <a:pt x="172" y="207"/>
                  <a:pt x="172" y="207"/>
                  <a:pt x="172" y="207"/>
                </a:cubicBezTo>
                <a:cubicBezTo>
                  <a:pt x="196" y="184"/>
                  <a:pt x="196" y="184"/>
                  <a:pt x="196" y="184"/>
                </a:cubicBezTo>
                <a:cubicBezTo>
                  <a:pt x="198" y="181"/>
                  <a:pt x="201" y="180"/>
                  <a:pt x="204" y="180"/>
                </a:cubicBezTo>
                <a:cubicBezTo>
                  <a:pt x="211" y="180"/>
                  <a:pt x="216" y="185"/>
                  <a:pt x="216" y="192"/>
                </a:cubicBezTo>
                <a:cubicBezTo>
                  <a:pt x="216" y="195"/>
                  <a:pt x="215" y="198"/>
                  <a:pt x="212" y="200"/>
                </a:cubicBezTo>
                <a:moveTo>
                  <a:pt x="176" y="186"/>
                </a:moveTo>
                <a:cubicBezTo>
                  <a:pt x="172" y="190"/>
                  <a:pt x="172" y="190"/>
                  <a:pt x="172" y="190"/>
                </a:cubicBezTo>
                <a:cubicBezTo>
                  <a:pt x="168" y="186"/>
                  <a:pt x="162" y="184"/>
                  <a:pt x="156" y="184"/>
                </a:cubicBezTo>
                <a:cubicBezTo>
                  <a:pt x="143" y="184"/>
                  <a:pt x="132" y="195"/>
                  <a:pt x="132" y="208"/>
                </a:cubicBezTo>
                <a:cubicBezTo>
                  <a:pt x="132" y="215"/>
                  <a:pt x="135" y="221"/>
                  <a:pt x="139" y="225"/>
                </a:cubicBezTo>
                <a:cubicBezTo>
                  <a:pt x="146" y="232"/>
                  <a:pt x="146" y="232"/>
                  <a:pt x="146" y="232"/>
                </a:cubicBezTo>
                <a:cubicBezTo>
                  <a:pt x="104" y="232"/>
                  <a:pt x="104" y="232"/>
                  <a:pt x="104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64"/>
                  <a:pt x="176" y="164"/>
                  <a:pt x="176" y="164"/>
                </a:cubicBezTo>
                <a:lnTo>
                  <a:pt x="176" y="186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13"/>
          <p:cNvSpPr/>
          <p:nvPr/>
        </p:nvSpPr>
        <p:spPr>
          <a:xfrm>
            <a:off x="2665413" y="1652588"/>
            <a:ext cx="338137" cy="369887"/>
          </a:xfrm>
          <a:custGeom>
            <a:rect b="b" l="l" r="r" t="t"/>
            <a:pathLst>
              <a:path extrusionOk="0" h="232" w="212">
                <a:moveTo>
                  <a:pt x="200" y="220"/>
                </a:moveTo>
                <a:cubicBezTo>
                  <a:pt x="188" y="220"/>
                  <a:pt x="188" y="220"/>
                  <a:pt x="188" y="220"/>
                </a:cubicBezTo>
                <a:cubicBezTo>
                  <a:pt x="164" y="220"/>
                  <a:pt x="164" y="220"/>
                  <a:pt x="164" y="220"/>
                </a:cubicBezTo>
                <a:cubicBezTo>
                  <a:pt x="152" y="220"/>
                  <a:pt x="152" y="220"/>
                  <a:pt x="152" y="220"/>
                </a:cubicBezTo>
                <a:cubicBezTo>
                  <a:pt x="145" y="220"/>
                  <a:pt x="140" y="215"/>
                  <a:pt x="140" y="208"/>
                </a:cubicBezTo>
                <a:cubicBezTo>
                  <a:pt x="140" y="201"/>
                  <a:pt x="145" y="196"/>
                  <a:pt x="152" y="196"/>
                </a:cubicBezTo>
                <a:cubicBezTo>
                  <a:pt x="160" y="196"/>
                  <a:pt x="160" y="196"/>
                  <a:pt x="160" y="196"/>
                </a:cubicBezTo>
                <a:cubicBezTo>
                  <a:pt x="164" y="196"/>
                  <a:pt x="164" y="196"/>
                  <a:pt x="164" y="196"/>
                </a:cubicBezTo>
                <a:cubicBezTo>
                  <a:pt x="188" y="196"/>
                  <a:pt x="188" y="196"/>
                  <a:pt x="188" y="196"/>
                </a:cubicBezTo>
                <a:cubicBezTo>
                  <a:pt x="200" y="196"/>
                  <a:pt x="200" y="196"/>
                  <a:pt x="200" y="196"/>
                </a:cubicBezTo>
                <a:cubicBezTo>
                  <a:pt x="207" y="196"/>
                  <a:pt x="212" y="201"/>
                  <a:pt x="212" y="208"/>
                </a:cubicBezTo>
                <a:cubicBezTo>
                  <a:pt x="212" y="215"/>
                  <a:pt x="207" y="220"/>
                  <a:pt x="200" y="220"/>
                </a:cubicBezTo>
                <a:moveTo>
                  <a:pt x="176" y="160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39" y="184"/>
                  <a:pt x="128" y="195"/>
                  <a:pt x="128" y="208"/>
                </a:cubicBezTo>
                <a:cubicBezTo>
                  <a:pt x="128" y="221"/>
                  <a:pt x="139" y="232"/>
                  <a:pt x="15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lnTo>
                  <a:pt x="176" y="160"/>
                </a:lnTo>
                <a:close/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13"/>
          <p:cNvSpPr/>
          <p:nvPr/>
        </p:nvSpPr>
        <p:spPr>
          <a:xfrm>
            <a:off x="1949450" y="1652588"/>
            <a:ext cx="339725" cy="388937"/>
          </a:xfrm>
          <a:custGeom>
            <a:rect b="b" l="l" r="r" t="t"/>
            <a:pathLst>
              <a:path extrusionOk="0" h="244" w="212">
                <a:moveTo>
                  <a:pt x="200" y="220"/>
                </a:moveTo>
                <a:cubicBezTo>
                  <a:pt x="188" y="220"/>
                  <a:pt x="188" y="220"/>
                  <a:pt x="188" y="220"/>
                </a:cubicBezTo>
                <a:cubicBezTo>
                  <a:pt x="188" y="232"/>
                  <a:pt x="188" y="232"/>
                  <a:pt x="188" y="232"/>
                </a:cubicBezTo>
                <a:cubicBezTo>
                  <a:pt x="188" y="239"/>
                  <a:pt x="183" y="244"/>
                  <a:pt x="176" y="244"/>
                </a:cubicBezTo>
                <a:cubicBezTo>
                  <a:pt x="169" y="244"/>
                  <a:pt x="164" y="239"/>
                  <a:pt x="164" y="232"/>
                </a:cubicBezTo>
                <a:cubicBezTo>
                  <a:pt x="164" y="220"/>
                  <a:pt x="164" y="220"/>
                  <a:pt x="164" y="220"/>
                </a:cubicBezTo>
                <a:cubicBezTo>
                  <a:pt x="152" y="220"/>
                  <a:pt x="152" y="220"/>
                  <a:pt x="152" y="220"/>
                </a:cubicBezTo>
                <a:cubicBezTo>
                  <a:pt x="145" y="220"/>
                  <a:pt x="140" y="215"/>
                  <a:pt x="140" y="208"/>
                </a:cubicBezTo>
                <a:cubicBezTo>
                  <a:pt x="140" y="201"/>
                  <a:pt x="145" y="196"/>
                  <a:pt x="152" y="196"/>
                </a:cubicBezTo>
                <a:cubicBezTo>
                  <a:pt x="164" y="196"/>
                  <a:pt x="164" y="196"/>
                  <a:pt x="164" y="196"/>
                </a:cubicBezTo>
                <a:cubicBezTo>
                  <a:pt x="164" y="184"/>
                  <a:pt x="164" y="184"/>
                  <a:pt x="164" y="184"/>
                </a:cubicBezTo>
                <a:cubicBezTo>
                  <a:pt x="164" y="177"/>
                  <a:pt x="169" y="172"/>
                  <a:pt x="176" y="172"/>
                </a:cubicBezTo>
                <a:cubicBezTo>
                  <a:pt x="183" y="172"/>
                  <a:pt x="188" y="177"/>
                  <a:pt x="188" y="184"/>
                </a:cubicBezTo>
                <a:cubicBezTo>
                  <a:pt x="188" y="196"/>
                  <a:pt x="188" y="196"/>
                  <a:pt x="188" y="196"/>
                </a:cubicBezTo>
                <a:cubicBezTo>
                  <a:pt x="200" y="196"/>
                  <a:pt x="200" y="196"/>
                  <a:pt x="200" y="196"/>
                </a:cubicBezTo>
                <a:cubicBezTo>
                  <a:pt x="207" y="196"/>
                  <a:pt x="212" y="201"/>
                  <a:pt x="212" y="208"/>
                </a:cubicBezTo>
                <a:cubicBezTo>
                  <a:pt x="212" y="215"/>
                  <a:pt x="207" y="220"/>
                  <a:pt x="200" y="220"/>
                </a:cubicBezTo>
                <a:moveTo>
                  <a:pt x="152" y="184"/>
                </a:moveTo>
                <a:cubicBezTo>
                  <a:pt x="139" y="184"/>
                  <a:pt x="128" y="195"/>
                  <a:pt x="128" y="208"/>
                </a:cubicBezTo>
                <a:cubicBezTo>
                  <a:pt x="128" y="221"/>
                  <a:pt x="139" y="232"/>
                  <a:pt x="15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60"/>
                  <a:pt x="176" y="160"/>
                  <a:pt x="176" y="160"/>
                </a:cubicBezTo>
                <a:cubicBezTo>
                  <a:pt x="163" y="160"/>
                  <a:pt x="152" y="171"/>
                  <a:pt x="152" y="184"/>
                </a:cubicBezTo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13"/>
          <p:cNvSpPr/>
          <p:nvPr/>
        </p:nvSpPr>
        <p:spPr>
          <a:xfrm>
            <a:off x="1216025" y="1638300"/>
            <a:ext cx="319088" cy="409575"/>
          </a:xfrm>
          <a:custGeom>
            <a:rect b="b" l="l" r="r" t="t"/>
            <a:pathLst>
              <a:path extrusionOk="0" h="256" w="200">
                <a:moveTo>
                  <a:pt x="188" y="232"/>
                </a:moveTo>
                <a:cubicBezTo>
                  <a:pt x="36" y="232"/>
                  <a:pt x="36" y="232"/>
                  <a:pt x="36" y="232"/>
                </a:cubicBezTo>
                <a:cubicBezTo>
                  <a:pt x="29" y="232"/>
                  <a:pt x="24" y="227"/>
                  <a:pt x="24" y="220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29" y="0"/>
                  <a:pt x="36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44"/>
                  <a:pt x="100" y="44"/>
                  <a:pt x="100" y="44"/>
                </a:cubicBezTo>
                <a:cubicBezTo>
                  <a:pt x="100" y="68"/>
                  <a:pt x="100" y="68"/>
                  <a:pt x="100" y="68"/>
                </a:cubicBezTo>
                <a:cubicBezTo>
                  <a:pt x="100" y="81"/>
                  <a:pt x="111" y="92"/>
                  <a:pt x="124" y="92"/>
                </a:cubicBezTo>
                <a:cubicBezTo>
                  <a:pt x="148" y="92"/>
                  <a:pt x="148" y="92"/>
                  <a:pt x="148" y="92"/>
                </a:cubicBezTo>
                <a:cubicBezTo>
                  <a:pt x="200" y="92"/>
                  <a:pt x="200" y="92"/>
                  <a:pt x="200" y="92"/>
                </a:cubicBezTo>
                <a:cubicBezTo>
                  <a:pt x="200" y="188"/>
                  <a:pt x="200" y="188"/>
                  <a:pt x="200" y="188"/>
                </a:cubicBezTo>
                <a:cubicBezTo>
                  <a:pt x="200" y="220"/>
                  <a:pt x="200" y="220"/>
                  <a:pt x="200" y="220"/>
                </a:cubicBezTo>
                <a:cubicBezTo>
                  <a:pt x="200" y="227"/>
                  <a:pt x="195" y="232"/>
                  <a:pt x="188" y="232"/>
                </a:cubicBezTo>
                <a:moveTo>
                  <a:pt x="124" y="80"/>
                </a:moveTo>
                <a:cubicBezTo>
                  <a:pt x="117" y="80"/>
                  <a:pt x="112" y="75"/>
                  <a:pt x="112" y="68"/>
                </a:cubicBezTo>
                <a:cubicBezTo>
                  <a:pt x="112" y="44"/>
                  <a:pt x="112" y="44"/>
                  <a:pt x="112" y="44"/>
                </a:cubicBezTo>
                <a:cubicBezTo>
                  <a:pt x="112" y="0"/>
                  <a:pt x="112" y="0"/>
                  <a:pt x="112" y="0"/>
                </a:cubicBezTo>
                <a:cubicBezTo>
                  <a:pt x="200" y="80"/>
                  <a:pt x="200" y="80"/>
                  <a:pt x="200" y="80"/>
                </a:cubicBezTo>
                <a:cubicBezTo>
                  <a:pt x="148" y="80"/>
                  <a:pt x="148" y="80"/>
                  <a:pt x="148" y="80"/>
                </a:cubicBezTo>
                <a:lnTo>
                  <a:pt x="124" y="80"/>
                </a:lnTo>
                <a:close/>
                <a:moveTo>
                  <a:pt x="45" y="244"/>
                </a:moveTo>
                <a:cubicBezTo>
                  <a:pt x="56" y="244"/>
                  <a:pt x="56" y="244"/>
                  <a:pt x="56" y="244"/>
                </a:cubicBezTo>
                <a:cubicBezTo>
                  <a:pt x="132" y="244"/>
                  <a:pt x="132" y="244"/>
                  <a:pt x="132" y="244"/>
                </a:cubicBezTo>
                <a:cubicBezTo>
                  <a:pt x="152" y="244"/>
                  <a:pt x="152" y="244"/>
                  <a:pt x="152" y="244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cubicBezTo>
                  <a:pt x="24" y="256"/>
                  <a:pt x="24" y="256"/>
                  <a:pt x="24" y="256"/>
                </a:cubicBezTo>
                <a:cubicBezTo>
                  <a:pt x="11" y="256"/>
                  <a:pt x="0" y="245"/>
                  <a:pt x="0" y="23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12" y="60"/>
                  <a:pt x="12" y="60"/>
                  <a:pt x="12" y="6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12" y="220"/>
                  <a:pt x="12" y="220"/>
                  <a:pt x="12" y="220"/>
                </a:cubicBezTo>
                <a:cubicBezTo>
                  <a:pt x="12" y="233"/>
                  <a:pt x="23" y="244"/>
                  <a:pt x="36" y="244"/>
                </a:cubicBezTo>
                <a:lnTo>
                  <a:pt x="45" y="2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13"/>
          <p:cNvSpPr/>
          <p:nvPr/>
        </p:nvSpPr>
        <p:spPr>
          <a:xfrm>
            <a:off x="519113" y="1652588"/>
            <a:ext cx="280987" cy="369887"/>
          </a:xfrm>
          <a:custGeom>
            <a:rect b="b" l="l" r="r" t="t"/>
            <a:pathLst>
              <a:path extrusionOk="0" h="232" w="176">
                <a:moveTo>
                  <a:pt x="164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76" y="0"/>
                  <a:pt x="76" y="0"/>
                  <a:pt x="76" y="0"/>
                </a:cubicBezTo>
                <a:cubicBezTo>
                  <a:pt x="76" y="44"/>
                  <a:pt x="76" y="44"/>
                  <a:pt x="76" y="44"/>
                </a:cubicBezTo>
                <a:cubicBezTo>
                  <a:pt x="76" y="68"/>
                  <a:pt x="76" y="68"/>
                  <a:pt x="76" y="68"/>
                </a:cubicBezTo>
                <a:cubicBezTo>
                  <a:pt x="76" y="81"/>
                  <a:pt x="87" y="92"/>
                  <a:pt x="100" y="92"/>
                </a:cubicBezTo>
                <a:cubicBezTo>
                  <a:pt x="124" y="92"/>
                  <a:pt x="124" y="92"/>
                  <a:pt x="124" y="92"/>
                </a:cubicBezTo>
                <a:cubicBezTo>
                  <a:pt x="176" y="92"/>
                  <a:pt x="176" y="92"/>
                  <a:pt x="176" y="92"/>
                </a:cubicBezTo>
                <a:cubicBezTo>
                  <a:pt x="176" y="188"/>
                  <a:pt x="176" y="188"/>
                  <a:pt x="176" y="188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7"/>
                  <a:pt x="171" y="232"/>
                  <a:pt x="164" y="232"/>
                </a:cubicBezTo>
                <a:moveTo>
                  <a:pt x="100" y="80"/>
                </a:moveTo>
                <a:cubicBezTo>
                  <a:pt x="93" y="80"/>
                  <a:pt x="88" y="75"/>
                  <a:pt x="88" y="68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0"/>
                  <a:pt x="88" y="0"/>
                  <a:pt x="88" y="0"/>
                </a:cubicBezTo>
                <a:cubicBezTo>
                  <a:pt x="176" y="80"/>
                  <a:pt x="176" y="80"/>
                  <a:pt x="176" y="80"/>
                </a:cubicBezTo>
                <a:cubicBezTo>
                  <a:pt x="124" y="80"/>
                  <a:pt x="124" y="80"/>
                  <a:pt x="124" y="80"/>
                </a:cubicBezTo>
                <a:lnTo>
                  <a:pt x="100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13"/>
          <p:cNvSpPr/>
          <p:nvPr/>
        </p:nvSpPr>
        <p:spPr>
          <a:xfrm>
            <a:off x="8323263" y="968375"/>
            <a:ext cx="409575" cy="363538"/>
          </a:xfrm>
          <a:custGeom>
            <a:rect b="b" l="l" r="r" t="t"/>
            <a:pathLst>
              <a:path extrusionOk="0" h="228" w="256">
                <a:moveTo>
                  <a:pt x="244" y="144"/>
                </a:moveTo>
                <a:cubicBezTo>
                  <a:pt x="237" y="144"/>
                  <a:pt x="231" y="147"/>
                  <a:pt x="227" y="151"/>
                </a:cubicBezTo>
                <a:cubicBezTo>
                  <a:pt x="220" y="158"/>
                  <a:pt x="220" y="158"/>
                  <a:pt x="220" y="158"/>
                </a:cubicBezTo>
                <a:cubicBezTo>
                  <a:pt x="213" y="151"/>
                  <a:pt x="213" y="151"/>
                  <a:pt x="213" y="151"/>
                </a:cubicBezTo>
                <a:cubicBezTo>
                  <a:pt x="209" y="147"/>
                  <a:pt x="203" y="144"/>
                  <a:pt x="196" y="144"/>
                </a:cubicBezTo>
                <a:cubicBezTo>
                  <a:pt x="183" y="144"/>
                  <a:pt x="172" y="155"/>
                  <a:pt x="172" y="168"/>
                </a:cubicBezTo>
                <a:cubicBezTo>
                  <a:pt x="172" y="175"/>
                  <a:pt x="175" y="181"/>
                  <a:pt x="179" y="185"/>
                </a:cubicBezTo>
                <a:cubicBezTo>
                  <a:pt x="186" y="192"/>
                  <a:pt x="186" y="192"/>
                  <a:pt x="186" y="192"/>
                </a:cubicBezTo>
                <a:cubicBezTo>
                  <a:pt x="179" y="199"/>
                  <a:pt x="179" y="199"/>
                  <a:pt x="179" y="199"/>
                </a:cubicBezTo>
                <a:cubicBezTo>
                  <a:pt x="179" y="199"/>
                  <a:pt x="179" y="200"/>
                  <a:pt x="178" y="200"/>
                </a:cubicBezTo>
                <a:cubicBezTo>
                  <a:pt x="176" y="200"/>
                  <a:pt x="176" y="200"/>
                  <a:pt x="176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47"/>
                  <a:pt x="256" y="147"/>
                  <a:pt x="256" y="147"/>
                </a:cubicBezTo>
                <a:cubicBezTo>
                  <a:pt x="252" y="145"/>
                  <a:pt x="248" y="144"/>
                  <a:pt x="244" y="144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88" y="208"/>
                </a:moveTo>
                <a:cubicBezTo>
                  <a:pt x="203" y="192"/>
                  <a:pt x="203" y="192"/>
                  <a:pt x="203" y="192"/>
                </a:cubicBezTo>
                <a:cubicBezTo>
                  <a:pt x="188" y="176"/>
                  <a:pt x="188" y="176"/>
                  <a:pt x="188" y="176"/>
                </a:cubicBezTo>
                <a:cubicBezTo>
                  <a:pt x="185" y="174"/>
                  <a:pt x="184" y="171"/>
                  <a:pt x="184" y="168"/>
                </a:cubicBezTo>
                <a:cubicBezTo>
                  <a:pt x="184" y="161"/>
                  <a:pt x="189" y="156"/>
                  <a:pt x="196" y="156"/>
                </a:cubicBezTo>
                <a:cubicBezTo>
                  <a:pt x="199" y="156"/>
                  <a:pt x="202" y="157"/>
                  <a:pt x="204" y="160"/>
                </a:cubicBezTo>
                <a:cubicBezTo>
                  <a:pt x="220" y="175"/>
                  <a:pt x="220" y="175"/>
                  <a:pt x="220" y="175"/>
                </a:cubicBezTo>
                <a:cubicBezTo>
                  <a:pt x="236" y="160"/>
                  <a:pt x="236" y="160"/>
                  <a:pt x="236" y="160"/>
                </a:cubicBezTo>
                <a:cubicBezTo>
                  <a:pt x="238" y="157"/>
                  <a:pt x="241" y="156"/>
                  <a:pt x="244" y="156"/>
                </a:cubicBezTo>
                <a:cubicBezTo>
                  <a:pt x="251" y="156"/>
                  <a:pt x="256" y="161"/>
                  <a:pt x="256" y="168"/>
                </a:cubicBezTo>
                <a:cubicBezTo>
                  <a:pt x="256" y="171"/>
                  <a:pt x="255" y="174"/>
                  <a:pt x="252" y="176"/>
                </a:cubicBezTo>
                <a:cubicBezTo>
                  <a:pt x="237" y="192"/>
                  <a:pt x="237" y="192"/>
                  <a:pt x="237" y="192"/>
                </a:cubicBezTo>
                <a:cubicBezTo>
                  <a:pt x="252" y="208"/>
                  <a:pt x="252" y="208"/>
                  <a:pt x="252" y="208"/>
                </a:cubicBezTo>
                <a:cubicBezTo>
                  <a:pt x="255" y="210"/>
                  <a:pt x="256" y="213"/>
                  <a:pt x="256" y="216"/>
                </a:cubicBezTo>
                <a:cubicBezTo>
                  <a:pt x="256" y="223"/>
                  <a:pt x="251" y="228"/>
                  <a:pt x="244" y="228"/>
                </a:cubicBezTo>
                <a:cubicBezTo>
                  <a:pt x="241" y="228"/>
                  <a:pt x="238" y="227"/>
                  <a:pt x="236" y="224"/>
                </a:cubicBezTo>
                <a:cubicBezTo>
                  <a:pt x="220" y="209"/>
                  <a:pt x="220" y="209"/>
                  <a:pt x="220" y="209"/>
                </a:cubicBezTo>
                <a:cubicBezTo>
                  <a:pt x="204" y="224"/>
                  <a:pt x="204" y="224"/>
                  <a:pt x="204" y="224"/>
                </a:cubicBezTo>
                <a:cubicBezTo>
                  <a:pt x="202" y="227"/>
                  <a:pt x="199" y="228"/>
                  <a:pt x="196" y="228"/>
                </a:cubicBezTo>
                <a:cubicBezTo>
                  <a:pt x="189" y="228"/>
                  <a:pt x="184" y="223"/>
                  <a:pt x="184" y="216"/>
                </a:cubicBezTo>
                <a:cubicBezTo>
                  <a:pt x="184" y="213"/>
                  <a:pt x="185" y="210"/>
                  <a:pt x="188" y="20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13"/>
          <p:cNvSpPr/>
          <p:nvPr/>
        </p:nvSpPr>
        <p:spPr>
          <a:xfrm>
            <a:off x="7608888" y="968375"/>
            <a:ext cx="407987" cy="350838"/>
          </a:xfrm>
          <a:custGeom>
            <a:rect b="b" l="l" r="r" t="t"/>
            <a:pathLst>
              <a:path extrusionOk="0" h="220" w="256">
                <a:moveTo>
                  <a:pt x="244" y="152"/>
                </a:moveTo>
                <a:cubicBezTo>
                  <a:pt x="237" y="152"/>
                  <a:pt x="231" y="155"/>
                  <a:pt x="227" y="159"/>
                </a:cubicBezTo>
                <a:cubicBezTo>
                  <a:pt x="212" y="174"/>
                  <a:pt x="212" y="174"/>
                  <a:pt x="212" y="174"/>
                </a:cubicBezTo>
                <a:cubicBezTo>
                  <a:pt x="208" y="170"/>
                  <a:pt x="202" y="168"/>
                  <a:pt x="196" y="168"/>
                </a:cubicBezTo>
                <a:cubicBezTo>
                  <a:pt x="183" y="168"/>
                  <a:pt x="172" y="179"/>
                  <a:pt x="172" y="192"/>
                </a:cubicBezTo>
                <a:cubicBezTo>
                  <a:pt x="172" y="195"/>
                  <a:pt x="173" y="197"/>
                  <a:pt x="173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55"/>
                  <a:pt x="256" y="155"/>
                  <a:pt x="256" y="155"/>
                </a:cubicBezTo>
                <a:cubicBezTo>
                  <a:pt x="252" y="153"/>
                  <a:pt x="248" y="152"/>
                  <a:pt x="244" y="152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96" y="180"/>
                </a:moveTo>
                <a:cubicBezTo>
                  <a:pt x="199" y="180"/>
                  <a:pt x="202" y="181"/>
                  <a:pt x="204" y="184"/>
                </a:cubicBezTo>
                <a:cubicBezTo>
                  <a:pt x="212" y="191"/>
                  <a:pt x="212" y="191"/>
                  <a:pt x="212" y="191"/>
                </a:cubicBezTo>
                <a:cubicBezTo>
                  <a:pt x="236" y="168"/>
                  <a:pt x="236" y="168"/>
                  <a:pt x="236" y="168"/>
                </a:cubicBezTo>
                <a:cubicBezTo>
                  <a:pt x="238" y="165"/>
                  <a:pt x="241" y="164"/>
                  <a:pt x="244" y="164"/>
                </a:cubicBezTo>
                <a:cubicBezTo>
                  <a:pt x="251" y="164"/>
                  <a:pt x="256" y="169"/>
                  <a:pt x="256" y="176"/>
                </a:cubicBezTo>
                <a:cubicBezTo>
                  <a:pt x="256" y="179"/>
                  <a:pt x="255" y="182"/>
                  <a:pt x="252" y="184"/>
                </a:cubicBezTo>
                <a:cubicBezTo>
                  <a:pt x="220" y="216"/>
                  <a:pt x="220" y="216"/>
                  <a:pt x="220" y="216"/>
                </a:cubicBezTo>
                <a:cubicBezTo>
                  <a:pt x="218" y="219"/>
                  <a:pt x="215" y="220"/>
                  <a:pt x="212" y="220"/>
                </a:cubicBezTo>
                <a:cubicBezTo>
                  <a:pt x="209" y="220"/>
                  <a:pt x="206" y="219"/>
                  <a:pt x="204" y="216"/>
                </a:cubicBezTo>
                <a:cubicBezTo>
                  <a:pt x="188" y="200"/>
                  <a:pt x="188" y="200"/>
                  <a:pt x="188" y="200"/>
                </a:cubicBezTo>
                <a:cubicBezTo>
                  <a:pt x="185" y="198"/>
                  <a:pt x="184" y="195"/>
                  <a:pt x="184" y="192"/>
                </a:cubicBezTo>
                <a:cubicBezTo>
                  <a:pt x="184" y="185"/>
                  <a:pt x="189" y="180"/>
                  <a:pt x="196" y="18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13"/>
          <p:cNvSpPr/>
          <p:nvPr/>
        </p:nvSpPr>
        <p:spPr>
          <a:xfrm>
            <a:off x="6892925" y="968375"/>
            <a:ext cx="409575" cy="325438"/>
          </a:xfrm>
          <a:custGeom>
            <a:rect b="b" l="l" r="r" t="t"/>
            <a:pathLst>
              <a:path extrusionOk="0" h="204" w="256">
                <a:moveTo>
                  <a:pt x="240" y="168"/>
                </a:moveTo>
                <a:cubicBezTo>
                  <a:pt x="192" y="168"/>
                  <a:pt x="192" y="168"/>
                  <a:pt x="192" y="168"/>
                </a:cubicBezTo>
                <a:cubicBezTo>
                  <a:pt x="179" y="168"/>
                  <a:pt x="168" y="179"/>
                  <a:pt x="168" y="192"/>
                </a:cubicBezTo>
                <a:cubicBezTo>
                  <a:pt x="168" y="195"/>
                  <a:pt x="169" y="197"/>
                  <a:pt x="169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74"/>
                  <a:pt x="256" y="174"/>
                  <a:pt x="256" y="174"/>
                </a:cubicBezTo>
                <a:cubicBezTo>
                  <a:pt x="252" y="170"/>
                  <a:pt x="246" y="168"/>
                  <a:pt x="240" y="168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92" y="180"/>
                </a:moveTo>
                <a:cubicBezTo>
                  <a:pt x="240" y="180"/>
                  <a:pt x="240" y="180"/>
                  <a:pt x="240" y="180"/>
                </a:cubicBezTo>
                <a:cubicBezTo>
                  <a:pt x="247" y="180"/>
                  <a:pt x="252" y="185"/>
                  <a:pt x="252" y="192"/>
                </a:cubicBezTo>
                <a:cubicBezTo>
                  <a:pt x="252" y="199"/>
                  <a:pt x="247" y="204"/>
                  <a:pt x="240" y="204"/>
                </a:cubicBezTo>
                <a:cubicBezTo>
                  <a:pt x="192" y="204"/>
                  <a:pt x="192" y="204"/>
                  <a:pt x="192" y="204"/>
                </a:cubicBezTo>
                <a:cubicBezTo>
                  <a:pt x="185" y="204"/>
                  <a:pt x="180" y="199"/>
                  <a:pt x="180" y="192"/>
                </a:cubicBezTo>
                <a:cubicBezTo>
                  <a:pt x="180" y="185"/>
                  <a:pt x="185" y="180"/>
                  <a:pt x="192" y="18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13"/>
          <p:cNvSpPr/>
          <p:nvPr/>
        </p:nvSpPr>
        <p:spPr>
          <a:xfrm>
            <a:off x="6178550" y="968375"/>
            <a:ext cx="407988" cy="363538"/>
          </a:xfrm>
          <a:custGeom>
            <a:rect b="b" l="l" r="r" t="t"/>
            <a:pathLst>
              <a:path extrusionOk="0" h="228" w="256">
                <a:moveTo>
                  <a:pt x="240" y="168"/>
                </a:moveTo>
                <a:cubicBezTo>
                  <a:pt x="240" y="155"/>
                  <a:pt x="229" y="144"/>
                  <a:pt x="216" y="144"/>
                </a:cubicBezTo>
                <a:cubicBezTo>
                  <a:pt x="203" y="144"/>
                  <a:pt x="192" y="155"/>
                  <a:pt x="192" y="168"/>
                </a:cubicBezTo>
                <a:cubicBezTo>
                  <a:pt x="179" y="168"/>
                  <a:pt x="168" y="179"/>
                  <a:pt x="168" y="192"/>
                </a:cubicBezTo>
                <a:cubicBezTo>
                  <a:pt x="168" y="195"/>
                  <a:pt x="169" y="197"/>
                  <a:pt x="169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74"/>
                  <a:pt x="256" y="174"/>
                  <a:pt x="256" y="174"/>
                </a:cubicBezTo>
                <a:cubicBezTo>
                  <a:pt x="252" y="170"/>
                  <a:pt x="246" y="168"/>
                  <a:pt x="240" y="168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92" y="180"/>
                </a:moveTo>
                <a:cubicBezTo>
                  <a:pt x="204" y="180"/>
                  <a:pt x="204" y="180"/>
                  <a:pt x="204" y="180"/>
                </a:cubicBezTo>
                <a:cubicBezTo>
                  <a:pt x="204" y="168"/>
                  <a:pt x="204" y="168"/>
                  <a:pt x="204" y="168"/>
                </a:cubicBezTo>
                <a:cubicBezTo>
                  <a:pt x="204" y="161"/>
                  <a:pt x="209" y="156"/>
                  <a:pt x="216" y="156"/>
                </a:cubicBezTo>
                <a:cubicBezTo>
                  <a:pt x="223" y="156"/>
                  <a:pt x="228" y="161"/>
                  <a:pt x="228" y="168"/>
                </a:cubicBezTo>
                <a:cubicBezTo>
                  <a:pt x="228" y="180"/>
                  <a:pt x="228" y="180"/>
                  <a:pt x="228" y="180"/>
                </a:cubicBezTo>
                <a:cubicBezTo>
                  <a:pt x="240" y="180"/>
                  <a:pt x="240" y="180"/>
                  <a:pt x="240" y="180"/>
                </a:cubicBezTo>
                <a:cubicBezTo>
                  <a:pt x="247" y="180"/>
                  <a:pt x="252" y="185"/>
                  <a:pt x="252" y="192"/>
                </a:cubicBezTo>
                <a:cubicBezTo>
                  <a:pt x="252" y="199"/>
                  <a:pt x="247" y="204"/>
                  <a:pt x="240" y="204"/>
                </a:cubicBezTo>
                <a:cubicBezTo>
                  <a:pt x="228" y="204"/>
                  <a:pt x="228" y="204"/>
                  <a:pt x="228" y="204"/>
                </a:cubicBezTo>
                <a:cubicBezTo>
                  <a:pt x="228" y="216"/>
                  <a:pt x="228" y="216"/>
                  <a:pt x="228" y="216"/>
                </a:cubicBezTo>
                <a:cubicBezTo>
                  <a:pt x="228" y="223"/>
                  <a:pt x="223" y="228"/>
                  <a:pt x="216" y="228"/>
                </a:cubicBezTo>
                <a:cubicBezTo>
                  <a:pt x="209" y="228"/>
                  <a:pt x="204" y="223"/>
                  <a:pt x="204" y="216"/>
                </a:cubicBezTo>
                <a:cubicBezTo>
                  <a:pt x="204" y="204"/>
                  <a:pt x="204" y="204"/>
                  <a:pt x="204" y="204"/>
                </a:cubicBezTo>
                <a:cubicBezTo>
                  <a:pt x="192" y="204"/>
                  <a:pt x="192" y="204"/>
                  <a:pt x="192" y="204"/>
                </a:cubicBezTo>
                <a:cubicBezTo>
                  <a:pt x="185" y="204"/>
                  <a:pt x="180" y="199"/>
                  <a:pt x="180" y="192"/>
                </a:cubicBezTo>
                <a:cubicBezTo>
                  <a:pt x="180" y="185"/>
                  <a:pt x="185" y="180"/>
                  <a:pt x="192" y="18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13"/>
          <p:cNvSpPr/>
          <p:nvPr/>
        </p:nvSpPr>
        <p:spPr>
          <a:xfrm>
            <a:off x="5462588" y="968375"/>
            <a:ext cx="409575" cy="319088"/>
          </a:xfrm>
          <a:custGeom>
            <a:rect b="b" l="l" r="r" t="t"/>
            <a:pathLst>
              <a:path extrusionOk="0" h="200" w="256">
                <a:moveTo>
                  <a:pt x="244" y="200"/>
                </a:move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0" y="60"/>
                  <a:pt x="0" y="6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16"/>
                  <a:pt x="256" y="116"/>
                  <a:pt x="256" y="116"/>
                </a:cubicBezTo>
                <a:cubicBezTo>
                  <a:pt x="256" y="136"/>
                  <a:pt x="256" y="136"/>
                  <a:pt x="256" y="136"/>
                </a:cubicBezTo>
                <a:cubicBezTo>
                  <a:pt x="256" y="152"/>
                  <a:pt x="256" y="152"/>
                  <a:pt x="256" y="15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88"/>
                  <a:pt x="256" y="188"/>
                  <a:pt x="256" y="188"/>
                </a:cubicBezTo>
                <a:cubicBezTo>
                  <a:pt x="256" y="195"/>
                  <a:pt x="251" y="200"/>
                  <a:pt x="244" y="200"/>
                </a:cubicBezTo>
                <a:moveTo>
                  <a:pt x="0" y="36"/>
                </a:moveTo>
                <a:cubicBezTo>
                  <a:pt x="0" y="28"/>
                  <a:pt x="0" y="28"/>
                  <a:pt x="0" y="28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96" y="24"/>
                  <a:pt x="96" y="24"/>
                  <a:pt x="96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13"/>
          <p:cNvSpPr/>
          <p:nvPr/>
        </p:nvSpPr>
        <p:spPr>
          <a:xfrm>
            <a:off x="4748213" y="923925"/>
            <a:ext cx="407987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8" y="156"/>
                </a:moveTo>
                <a:cubicBezTo>
                  <a:pt x="168" y="163"/>
                  <a:pt x="163" y="168"/>
                  <a:pt x="156" y="168"/>
                </a:cubicBezTo>
                <a:cubicBezTo>
                  <a:pt x="149" y="168"/>
                  <a:pt x="144" y="163"/>
                  <a:pt x="144" y="156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07" y="166"/>
                  <a:pt x="107" y="166"/>
                  <a:pt x="107" y="166"/>
                </a:cubicBezTo>
                <a:cubicBezTo>
                  <a:pt x="107" y="166"/>
                  <a:pt x="107" y="166"/>
                  <a:pt x="107" y="166"/>
                </a:cubicBezTo>
                <a:cubicBezTo>
                  <a:pt x="105" y="167"/>
                  <a:pt x="103" y="168"/>
                  <a:pt x="100" y="168"/>
                </a:cubicBezTo>
                <a:cubicBezTo>
                  <a:pt x="93" y="168"/>
                  <a:pt x="88" y="163"/>
                  <a:pt x="88" y="156"/>
                </a:cubicBezTo>
                <a:cubicBezTo>
                  <a:pt x="88" y="100"/>
                  <a:pt x="88" y="100"/>
                  <a:pt x="88" y="100"/>
                </a:cubicBezTo>
                <a:cubicBezTo>
                  <a:pt x="88" y="93"/>
                  <a:pt x="93" y="88"/>
                  <a:pt x="100" y="88"/>
                </a:cubicBezTo>
                <a:cubicBezTo>
                  <a:pt x="103" y="88"/>
                  <a:pt x="105" y="89"/>
                  <a:pt x="107" y="90"/>
                </a:cubicBezTo>
                <a:cubicBezTo>
                  <a:pt x="107" y="90"/>
                  <a:pt x="107" y="90"/>
                  <a:pt x="107" y="90"/>
                </a:cubicBezTo>
                <a:cubicBezTo>
                  <a:pt x="144" y="117"/>
                  <a:pt x="144" y="117"/>
                  <a:pt x="144" y="117"/>
                </a:cubicBezTo>
                <a:cubicBezTo>
                  <a:pt x="144" y="100"/>
                  <a:pt x="144" y="100"/>
                  <a:pt x="144" y="100"/>
                </a:cubicBezTo>
                <a:cubicBezTo>
                  <a:pt x="144" y="93"/>
                  <a:pt x="149" y="88"/>
                  <a:pt x="156" y="88"/>
                </a:cubicBezTo>
                <a:cubicBezTo>
                  <a:pt x="163" y="88"/>
                  <a:pt x="168" y="93"/>
                  <a:pt x="168" y="100"/>
                </a:cubicBezTo>
                <a:lnTo>
                  <a:pt x="168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13"/>
          <p:cNvSpPr/>
          <p:nvPr/>
        </p:nvSpPr>
        <p:spPr>
          <a:xfrm>
            <a:off x="4032250" y="923925"/>
            <a:ext cx="407988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8" y="156"/>
                </a:moveTo>
                <a:cubicBezTo>
                  <a:pt x="168" y="163"/>
                  <a:pt x="163" y="168"/>
                  <a:pt x="156" y="168"/>
                </a:cubicBezTo>
                <a:cubicBezTo>
                  <a:pt x="153" y="168"/>
                  <a:pt x="151" y="167"/>
                  <a:pt x="149" y="166"/>
                </a:cubicBezTo>
                <a:cubicBezTo>
                  <a:pt x="149" y="166"/>
                  <a:pt x="149" y="166"/>
                  <a:pt x="149" y="166"/>
                </a:cubicBezTo>
                <a:cubicBezTo>
                  <a:pt x="112" y="139"/>
                  <a:pt x="112" y="139"/>
                  <a:pt x="112" y="139"/>
                </a:cubicBezTo>
                <a:cubicBezTo>
                  <a:pt x="112" y="156"/>
                  <a:pt x="112" y="156"/>
                  <a:pt x="112" y="156"/>
                </a:cubicBezTo>
                <a:cubicBezTo>
                  <a:pt x="112" y="163"/>
                  <a:pt x="107" y="168"/>
                  <a:pt x="100" y="168"/>
                </a:cubicBezTo>
                <a:cubicBezTo>
                  <a:pt x="93" y="168"/>
                  <a:pt x="88" y="163"/>
                  <a:pt x="88" y="156"/>
                </a:cubicBezTo>
                <a:cubicBezTo>
                  <a:pt x="88" y="100"/>
                  <a:pt x="88" y="100"/>
                  <a:pt x="88" y="100"/>
                </a:cubicBezTo>
                <a:cubicBezTo>
                  <a:pt x="88" y="93"/>
                  <a:pt x="93" y="88"/>
                  <a:pt x="100" y="88"/>
                </a:cubicBezTo>
                <a:cubicBezTo>
                  <a:pt x="107" y="88"/>
                  <a:pt x="112" y="93"/>
                  <a:pt x="112" y="100"/>
                </a:cubicBezTo>
                <a:cubicBezTo>
                  <a:pt x="112" y="117"/>
                  <a:pt x="112" y="117"/>
                  <a:pt x="112" y="117"/>
                </a:cubicBezTo>
                <a:cubicBezTo>
                  <a:pt x="149" y="90"/>
                  <a:pt x="149" y="90"/>
                  <a:pt x="149" y="90"/>
                </a:cubicBezTo>
                <a:cubicBezTo>
                  <a:pt x="149" y="90"/>
                  <a:pt x="149" y="90"/>
                  <a:pt x="149" y="90"/>
                </a:cubicBezTo>
                <a:cubicBezTo>
                  <a:pt x="151" y="89"/>
                  <a:pt x="153" y="88"/>
                  <a:pt x="156" y="88"/>
                </a:cubicBezTo>
                <a:cubicBezTo>
                  <a:pt x="163" y="88"/>
                  <a:pt x="168" y="93"/>
                  <a:pt x="168" y="100"/>
                </a:cubicBezTo>
                <a:lnTo>
                  <a:pt x="168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13"/>
          <p:cNvSpPr/>
          <p:nvPr/>
        </p:nvSpPr>
        <p:spPr>
          <a:xfrm>
            <a:off x="3316288" y="923925"/>
            <a:ext cx="409575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82" y="138"/>
                </a:moveTo>
                <a:cubicBezTo>
                  <a:pt x="143" y="165"/>
                  <a:pt x="143" y="165"/>
                  <a:pt x="143" y="165"/>
                </a:cubicBezTo>
                <a:cubicBezTo>
                  <a:pt x="141" y="167"/>
                  <a:pt x="139" y="168"/>
                  <a:pt x="136" y="168"/>
                </a:cubicBezTo>
                <a:cubicBezTo>
                  <a:pt x="129" y="168"/>
                  <a:pt x="124" y="163"/>
                  <a:pt x="124" y="156"/>
                </a:cubicBezTo>
                <a:cubicBezTo>
                  <a:pt x="124" y="156"/>
                  <a:pt x="124" y="156"/>
                  <a:pt x="124" y="156"/>
                </a:cubicBezTo>
                <a:cubicBezTo>
                  <a:pt x="124" y="140"/>
                  <a:pt x="124" y="140"/>
                  <a:pt x="124" y="140"/>
                </a:cubicBezTo>
                <a:cubicBezTo>
                  <a:pt x="87" y="165"/>
                  <a:pt x="87" y="165"/>
                  <a:pt x="87" y="165"/>
                </a:cubicBezTo>
                <a:cubicBezTo>
                  <a:pt x="85" y="167"/>
                  <a:pt x="83" y="168"/>
                  <a:pt x="80" y="168"/>
                </a:cubicBezTo>
                <a:cubicBezTo>
                  <a:pt x="73" y="168"/>
                  <a:pt x="68" y="163"/>
                  <a:pt x="68" y="156"/>
                </a:cubicBezTo>
                <a:cubicBezTo>
                  <a:pt x="68" y="156"/>
                  <a:pt x="68" y="156"/>
                  <a:pt x="68" y="15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8" y="93"/>
                  <a:pt x="73" y="88"/>
                  <a:pt x="80" y="88"/>
                </a:cubicBezTo>
                <a:cubicBezTo>
                  <a:pt x="83" y="88"/>
                  <a:pt x="85" y="89"/>
                  <a:pt x="87" y="91"/>
                </a:cubicBezTo>
                <a:cubicBezTo>
                  <a:pt x="124" y="116"/>
                  <a:pt x="124" y="116"/>
                  <a:pt x="124" y="116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24" y="93"/>
                  <a:pt x="129" y="88"/>
                  <a:pt x="136" y="88"/>
                </a:cubicBezTo>
                <a:cubicBezTo>
                  <a:pt x="139" y="88"/>
                  <a:pt x="141" y="89"/>
                  <a:pt x="143" y="91"/>
                </a:cubicBezTo>
                <a:cubicBezTo>
                  <a:pt x="182" y="118"/>
                  <a:pt x="182" y="118"/>
                  <a:pt x="182" y="118"/>
                </a:cubicBezTo>
                <a:cubicBezTo>
                  <a:pt x="186" y="120"/>
                  <a:pt x="188" y="124"/>
                  <a:pt x="188" y="128"/>
                </a:cubicBezTo>
                <a:cubicBezTo>
                  <a:pt x="188" y="132"/>
                  <a:pt x="186" y="136"/>
                  <a:pt x="182" y="13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13"/>
          <p:cNvSpPr/>
          <p:nvPr/>
        </p:nvSpPr>
        <p:spPr>
          <a:xfrm>
            <a:off x="2601913" y="923925"/>
            <a:ext cx="407987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199" y="256"/>
                  <a:pt x="256" y="199"/>
                  <a:pt x="256" y="128"/>
                </a:cubicBezTo>
                <a:cubicBezTo>
                  <a:pt x="256" y="57"/>
                  <a:pt x="199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199"/>
                  <a:pt x="57" y="256"/>
                  <a:pt x="128" y="256"/>
                </a:cubicBezTo>
                <a:moveTo>
                  <a:pt x="128" y="24"/>
                </a:moveTo>
                <a:cubicBezTo>
                  <a:pt x="185" y="24"/>
                  <a:pt x="232" y="71"/>
                  <a:pt x="232" y="128"/>
                </a:cubicBezTo>
                <a:cubicBezTo>
                  <a:pt x="232" y="185"/>
                  <a:pt x="185" y="232"/>
                  <a:pt x="128" y="232"/>
                </a:cubicBezTo>
                <a:cubicBezTo>
                  <a:pt x="71" y="232"/>
                  <a:pt x="24" y="185"/>
                  <a:pt x="24" y="128"/>
                </a:cubicBezTo>
                <a:cubicBezTo>
                  <a:pt x="24" y="71"/>
                  <a:pt x="71" y="24"/>
                  <a:pt x="128" y="24"/>
                </a:cubicBezTo>
                <a:moveTo>
                  <a:pt x="74" y="138"/>
                </a:moveTo>
                <a:cubicBezTo>
                  <a:pt x="113" y="165"/>
                  <a:pt x="113" y="165"/>
                  <a:pt x="113" y="165"/>
                </a:cubicBezTo>
                <a:cubicBezTo>
                  <a:pt x="115" y="167"/>
                  <a:pt x="117" y="168"/>
                  <a:pt x="120" y="168"/>
                </a:cubicBezTo>
                <a:cubicBezTo>
                  <a:pt x="127" y="168"/>
                  <a:pt x="132" y="163"/>
                  <a:pt x="132" y="156"/>
                </a:cubicBezTo>
                <a:cubicBezTo>
                  <a:pt x="132" y="156"/>
                  <a:pt x="132" y="156"/>
                  <a:pt x="132" y="156"/>
                </a:cubicBezTo>
                <a:cubicBezTo>
                  <a:pt x="132" y="140"/>
                  <a:pt x="132" y="140"/>
                  <a:pt x="132" y="140"/>
                </a:cubicBezTo>
                <a:cubicBezTo>
                  <a:pt x="169" y="165"/>
                  <a:pt x="169" y="165"/>
                  <a:pt x="169" y="165"/>
                </a:cubicBezTo>
                <a:cubicBezTo>
                  <a:pt x="171" y="167"/>
                  <a:pt x="173" y="168"/>
                  <a:pt x="176" y="168"/>
                </a:cubicBezTo>
                <a:cubicBezTo>
                  <a:pt x="183" y="168"/>
                  <a:pt x="188" y="163"/>
                  <a:pt x="188" y="156"/>
                </a:cubicBezTo>
                <a:cubicBezTo>
                  <a:pt x="188" y="156"/>
                  <a:pt x="188" y="156"/>
                  <a:pt x="188" y="156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88" y="100"/>
                  <a:pt x="188" y="100"/>
                  <a:pt x="188" y="100"/>
                </a:cubicBezTo>
                <a:cubicBezTo>
                  <a:pt x="188" y="93"/>
                  <a:pt x="183" y="88"/>
                  <a:pt x="176" y="88"/>
                </a:cubicBezTo>
                <a:cubicBezTo>
                  <a:pt x="173" y="88"/>
                  <a:pt x="171" y="89"/>
                  <a:pt x="169" y="91"/>
                </a:cubicBezTo>
                <a:cubicBezTo>
                  <a:pt x="132" y="116"/>
                  <a:pt x="132" y="116"/>
                  <a:pt x="132" y="116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100"/>
                  <a:pt x="132" y="100"/>
                  <a:pt x="132" y="100"/>
                </a:cubicBezTo>
                <a:cubicBezTo>
                  <a:pt x="132" y="93"/>
                  <a:pt x="127" y="88"/>
                  <a:pt x="120" y="88"/>
                </a:cubicBezTo>
                <a:cubicBezTo>
                  <a:pt x="117" y="88"/>
                  <a:pt x="115" y="89"/>
                  <a:pt x="113" y="91"/>
                </a:cubicBezTo>
                <a:cubicBezTo>
                  <a:pt x="74" y="118"/>
                  <a:pt x="74" y="118"/>
                  <a:pt x="74" y="118"/>
                </a:cubicBezTo>
                <a:cubicBezTo>
                  <a:pt x="70" y="120"/>
                  <a:pt x="68" y="124"/>
                  <a:pt x="68" y="128"/>
                </a:cubicBezTo>
                <a:cubicBezTo>
                  <a:pt x="68" y="132"/>
                  <a:pt x="70" y="136"/>
                  <a:pt x="74" y="13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2" name="Google Shape;3322;p13"/>
          <p:cNvSpPr/>
          <p:nvPr/>
        </p:nvSpPr>
        <p:spPr>
          <a:xfrm>
            <a:off x="1885950" y="923925"/>
            <a:ext cx="409575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4" y="160"/>
                </a:moveTo>
                <a:cubicBezTo>
                  <a:pt x="164" y="167"/>
                  <a:pt x="159" y="172"/>
                  <a:pt x="152" y="172"/>
                </a:cubicBezTo>
                <a:cubicBezTo>
                  <a:pt x="145" y="172"/>
                  <a:pt x="140" y="167"/>
                  <a:pt x="140" y="160"/>
                </a:cubicBezTo>
                <a:cubicBezTo>
                  <a:pt x="140" y="160"/>
                  <a:pt x="140" y="160"/>
                  <a:pt x="140" y="160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40" y="89"/>
                  <a:pt x="145" y="84"/>
                  <a:pt x="152" y="84"/>
                </a:cubicBezTo>
                <a:cubicBezTo>
                  <a:pt x="159" y="84"/>
                  <a:pt x="164" y="89"/>
                  <a:pt x="164" y="96"/>
                </a:cubicBezTo>
                <a:cubicBezTo>
                  <a:pt x="164" y="96"/>
                  <a:pt x="164" y="96"/>
                  <a:pt x="164" y="96"/>
                </a:cubicBezTo>
                <a:cubicBezTo>
                  <a:pt x="164" y="160"/>
                  <a:pt x="164" y="160"/>
                  <a:pt x="164" y="160"/>
                </a:cubicBezTo>
                <a:cubicBezTo>
                  <a:pt x="164" y="160"/>
                  <a:pt x="164" y="160"/>
                  <a:pt x="164" y="160"/>
                </a:cubicBezTo>
                <a:moveTo>
                  <a:pt x="116" y="160"/>
                </a:moveTo>
                <a:cubicBezTo>
                  <a:pt x="116" y="167"/>
                  <a:pt x="111" y="172"/>
                  <a:pt x="104" y="172"/>
                </a:cubicBezTo>
                <a:cubicBezTo>
                  <a:pt x="97" y="172"/>
                  <a:pt x="92" y="167"/>
                  <a:pt x="92" y="160"/>
                </a:cubicBezTo>
                <a:cubicBezTo>
                  <a:pt x="92" y="160"/>
                  <a:pt x="92" y="160"/>
                  <a:pt x="92" y="160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96"/>
                  <a:pt x="92" y="96"/>
                  <a:pt x="92" y="96"/>
                </a:cubicBezTo>
                <a:cubicBezTo>
                  <a:pt x="92" y="89"/>
                  <a:pt x="97" y="84"/>
                  <a:pt x="104" y="84"/>
                </a:cubicBezTo>
                <a:cubicBezTo>
                  <a:pt x="111" y="84"/>
                  <a:pt x="116" y="89"/>
                  <a:pt x="116" y="96"/>
                </a:cubicBezTo>
                <a:cubicBezTo>
                  <a:pt x="116" y="96"/>
                  <a:pt x="116" y="96"/>
                  <a:pt x="116" y="96"/>
                </a:cubicBezTo>
                <a:cubicBezTo>
                  <a:pt x="116" y="160"/>
                  <a:pt x="116" y="160"/>
                  <a:pt x="116" y="160"/>
                </a:cubicBezTo>
                <a:cubicBezTo>
                  <a:pt x="116" y="160"/>
                  <a:pt x="116" y="160"/>
                  <a:pt x="116" y="16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13"/>
          <p:cNvSpPr/>
          <p:nvPr/>
        </p:nvSpPr>
        <p:spPr>
          <a:xfrm>
            <a:off x="1171575" y="923925"/>
            <a:ext cx="407988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0" y="172"/>
                </a:moveTo>
                <a:cubicBezTo>
                  <a:pt x="96" y="172"/>
                  <a:pt x="96" y="172"/>
                  <a:pt x="96" y="172"/>
                </a:cubicBezTo>
                <a:cubicBezTo>
                  <a:pt x="89" y="172"/>
                  <a:pt x="84" y="167"/>
                  <a:pt x="84" y="160"/>
                </a:cubicBezTo>
                <a:cubicBezTo>
                  <a:pt x="84" y="96"/>
                  <a:pt x="84" y="96"/>
                  <a:pt x="84" y="96"/>
                </a:cubicBezTo>
                <a:cubicBezTo>
                  <a:pt x="84" y="89"/>
                  <a:pt x="89" y="84"/>
                  <a:pt x="96" y="84"/>
                </a:cubicBezTo>
                <a:cubicBezTo>
                  <a:pt x="160" y="84"/>
                  <a:pt x="160" y="84"/>
                  <a:pt x="160" y="84"/>
                </a:cubicBezTo>
                <a:cubicBezTo>
                  <a:pt x="167" y="84"/>
                  <a:pt x="172" y="89"/>
                  <a:pt x="172" y="96"/>
                </a:cubicBezTo>
                <a:cubicBezTo>
                  <a:pt x="172" y="160"/>
                  <a:pt x="172" y="160"/>
                  <a:pt x="172" y="160"/>
                </a:cubicBezTo>
                <a:cubicBezTo>
                  <a:pt x="172" y="167"/>
                  <a:pt x="167" y="172"/>
                  <a:pt x="160" y="1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4" name="Google Shape;3324;p13"/>
          <p:cNvSpPr/>
          <p:nvPr/>
        </p:nvSpPr>
        <p:spPr>
          <a:xfrm>
            <a:off x="455613" y="923925"/>
            <a:ext cx="409575" cy="407988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66" y="138"/>
                </a:moveTo>
                <a:cubicBezTo>
                  <a:pt x="102" y="178"/>
                  <a:pt x="102" y="178"/>
                  <a:pt x="102" y="178"/>
                </a:cubicBezTo>
                <a:cubicBezTo>
                  <a:pt x="102" y="178"/>
                  <a:pt x="102" y="178"/>
                  <a:pt x="102" y="178"/>
                </a:cubicBezTo>
                <a:cubicBezTo>
                  <a:pt x="102" y="178"/>
                  <a:pt x="101" y="179"/>
                  <a:pt x="101" y="179"/>
                </a:cubicBezTo>
                <a:cubicBezTo>
                  <a:pt x="101" y="179"/>
                  <a:pt x="101" y="179"/>
                  <a:pt x="101" y="179"/>
                </a:cubicBezTo>
                <a:cubicBezTo>
                  <a:pt x="100" y="179"/>
                  <a:pt x="100" y="179"/>
                  <a:pt x="99" y="180"/>
                </a:cubicBezTo>
                <a:cubicBezTo>
                  <a:pt x="99" y="180"/>
                  <a:pt x="99" y="180"/>
                  <a:pt x="99" y="180"/>
                </a:cubicBezTo>
                <a:cubicBezTo>
                  <a:pt x="99" y="180"/>
                  <a:pt x="99" y="180"/>
                  <a:pt x="99" y="180"/>
                </a:cubicBezTo>
                <a:cubicBezTo>
                  <a:pt x="99" y="180"/>
                  <a:pt x="99" y="180"/>
                  <a:pt x="99" y="180"/>
                </a:cubicBezTo>
                <a:cubicBezTo>
                  <a:pt x="98" y="180"/>
                  <a:pt x="98" y="180"/>
                  <a:pt x="98" y="180"/>
                </a:cubicBezTo>
                <a:cubicBezTo>
                  <a:pt x="98" y="180"/>
                  <a:pt x="98" y="180"/>
                  <a:pt x="98" y="180"/>
                </a:cubicBezTo>
                <a:cubicBezTo>
                  <a:pt x="97" y="180"/>
                  <a:pt x="97" y="180"/>
                  <a:pt x="97" y="180"/>
                </a:cubicBezTo>
                <a:cubicBezTo>
                  <a:pt x="97" y="180"/>
                  <a:pt x="97" y="180"/>
                  <a:pt x="97" y="180"/>
                </a:cubicBezTo>
                <a:cubicBezTo>
                  <a:pt x="97" y="180"/>
                  <a:pt x="96" y="180"/>
                  <a:pt x="96" y="180"/>
                </a:cubicBezTo>
                <a:cubicBezTo>
                  <a:pt x="89" y="180"/>
                  <a:pt x="84" y="175"/>
                  <a:pt x="84" y="168"/>
                </a:cubicBezTo>
                <a:cubicBezTo>
                  <a:pt x="84" y="88"/>
                  <a:pt x="84" y="88"/>
                  <a:pt x="84" y="88"/>
                </a:cubicBezTo>
                <a:cubicBezTo>
                  <a:pt x="84" y="81"/>
                  <a:pt x="89" y="76"/>
                  <a:pt x="96" y="76"/>
                </a:cubicBezTo>
                <a:cubicBezTo>
                  <a:pt x="99" y="76"/>
                  <a:pt x="101" y="77"/>
                  <a:pt x="103" y="78"/>
                </a:cubicBezTo>
                <a:cubicBezTo>
                  <a:pt x="166" y="118"/>
                  <a:pt x="166" y="118"/>
                  <a:pt x="166" y="118"/>
                </a:cubicBezTo>
                <a:cubicBezTo>
                  <a:pt x="170" y="120"/>
                  <a:pt x="172" y="124"/>
                  <a:pt x="172" y="128"/>
                </a:cubicBezTo>
                <a:cubicBezTo>
                  <a:pt x="172" y="132"/>
                  <a:pt x="170" y="136"/>
                  <a:pt x="166" y="13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13"/>
          <p:cNvSpPr/>
          <p:nvPr/>
        </p:nvSpPr>
        <p:spPr>
          <a:xfrm>
            <a:off x="8323263" y="207963"/>
            <a:ext cx="409575" cy="409575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6" name="Google Shape;3326;p13"/>
          <p:cNvSpPr/>
          <p:nvPr/>
        </p:nvSpPr>
        <p:spPr>
          <a:xfrm>
            <a:off x="7608888" y="207963"/>
            <a:ext cx="407987" cy="409575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13"/>
          <p:cNvSpPr/>
          <p:nvPr/>
        </p:nvSpPr>
        <p:spPr>
          <a:xfrm>
            <a:off x="6899275" y="220663"/>
            <a:ext cx="396875" cy="384175"/>
          </a:xfrm>
          <a:custGeom>
            <a:rect b="b" l="l" r="r" t="t"/>
            <a:pathLst>
              <a:path extrusionOk="0" h="240" w="248">
                <a:moveTo>
                  <a:pt x="236" y="200"/>
                </a:moveTo>
                <a:cubicBezTo>
                  <a:pt x="176" y="200"/>
                  <a:pt x="176" y="200"/>
                  <a:pt x="176" y="200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60" y="220"/>
                  <a:pt x="160" y="220"/>
                  <a:pt x="160" y="220"/>
                </a:cubicBezTo>
                <a:cubicBezTo>
                  <a:pt x="176" y="236"/>
                  <a:pt x="176" y="236"/>
                  <a:pt x="176" y="236"/>
                </a:cubicBezTo>
                <a:cubicBezTo>
                  <a:pt x="176" y="240"/>
                  <a:pt x="176" y="240"/>
                  <a:pt x="176" y="240"/>
                </a:cubicBezTo>
                <a:cubicBezTo>
                  <a:pt x="72" y="240"/>
                  <a:pt x="72" y="240"/>
                  <a:pt x="72" y="240"/>
                </a:cubicBezTo>
                <a:cubicBezTo>
                  <a:pt x="72" y="236"/>
                  <a:pt x="72" y="236"/>
                  <a:pt x="72" y="236"/>
                </a:cubicBezTo>
                <a:cubicBezTo>
                  <a:pt x="88" y="220"/>
                  <a:pt x="88" y="220"/>
                  <a:pt x="88" y="220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1"/>
                  <a:pt x="5" y="16"/>
                  <a:pt x="12" y="16"/>
                </a:cubicBezTo>
                <a:cubicBezTo>
                  <a:pt x="86" y="16"/>
                  <a:pt x="86" y="16"/>
                  <a:pt x="86" y="16"/>
                </a:cubicBezTo>
                <a:cubicBezTo>
                  <a:pt x="70" y="32"/>
                  <a:pt x="70" y="32"/>
                  <a:pt x="70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232" y="168"/>
                  <a:pt x="232" y="168"/>
                  <a:pt x="232" y="168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178" y="32"/>
                  <a:pt x="178" y="32"/>
                  <a:pt x="178" y="32"/>
                </a:cubicBezTo>
                <a:cubicBezTo>
                  <a:pt x="162" y="16"/>
                  <a:pt x="162" y="16"/>
                  <a:pt x="162" y="16"/>
                </a:cubicBezTo>
                <a:cubicBezTo>
                  <a:pt x="236" y="16"/>
                  <a:pt x="236" y="16"/>
                  <a:pt x="236" y="16"/>
                </a:cubicBezTo>
                <a:cubicBezTo>
                  <a:pt x="243" y="16"/>
                  <a:pt x="248" y="21"/>
                  <a:pt x="248" y="2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95"/>
                  <a:pt x="243" y="200"/>
                  <a:pt x="236" y="200"/>
                </a:cubicBezTo>
                <a:moveTo>
                  <a:pt x="152" y="52"/>
                </a:moveTo>
                <a:cubicBezTo>
                  <a:pt x="149" y="52"/>
                  <a:pt x="146" y="51"/>
                  <a:pt x="144" y="48"/>
                </a:cubicBezTo>
                <a:cubicBezTo>
                  <a:pt x="136" y="41"/>
                  <a:pt x="136" y="41"/>
                  <a:pt x="136" y="41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6" y="103"/>
                  <a:pt x="131" y="108"/>
                  <a:pt x="124" y="108"/>
                </a:cubicBezTo>
                <a:cubicBezTo>
                  <a:pt x="117" y="108"/>
                  <a:pt x="112" y="103"/>
                  <a:pt x="112" y="96"/>
                </a:cubicBezTo>
                <a:cubicBezTo>
                  <a:pt x="112" y="41"/>
                  <a:pt x="112" y="41"/>
                  <a:pt x="112" y="41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02" y="51"/>
                  <a:pt x="99" y="52"/>
                  <a:pt x="96" y="52"/>
                </a:cubicBezTo>
                <a:cubicBezTo>
                  <a:pt x="89" y="52"/>
                  <a:pt x="84" y="47"/>
                  <a:pt x="84" y="40"/>
                </a:cubicBezTo>
                <a:cubicBezTo>
                  <a:pt x="84" y="37"/>
                  <a:pt x="85" y="34"/>
                  <a:pt x="88" y="32"/>
                </a:cubicBezTo>
                <a:cubicBezTo>
                  <a:pt x="116" y="4"/>
                  <a:pt x="116" y="4"/>
                  <a:pt x="116" y="4"/>
                </a:cubicBezTo>
                <a:cubicBezTo>
                  <a:pt x="118" y="1"/>
                  <a:pt x="121" y="0"/>
                  <a:pt x="124" y="0"/>
                </a:cubicBezTo>
                <a:cubicBezTo>
                  <a:pt x="127" y="0"/>
                  <a:pt x="130" y="1"/>
                  <a:pt x="132" y="4"/>
                </a:cubicBezTo>
                <a:cubicBezTo>
                  <a:pt x="160" y="32"/>
                  <a:pt x="160" y="32"/>
                  <a:pt x="160" y="32"/>
                </a:cubicBezTo>
                <a:cubicBezTo>
                  <a:pt x="163" y="34"/>
                  <a:pt x="164" y="37"/>
                  <a:pt x="164" y="40"/>
                </a:cubicBezTo>
                <a:cubicBezTo>
                  <a:pt x="164" y="47"/>
                  <a:pt x="159" y="52"/>
                  <a:pt x="152" y="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8" name="Google Shape;3328;p13"/>
          <p:cNvSpPr/>
          <p:nvPr/>
        </p:nvSpPr>
        <p:spPr>
          <a:xfrm>
            <a:off x="6184900" y="220663"/>
            <a:ext cx="395288" cy="384175"/>
          </a:xfrm>
          <a:custGeom>
            <a:rect b="b" l="l" r="r" t="t"/>
            <a:pathLst>
              <a:path extrusionOk="0" h="240" w="248">
                <a:moveTo>
                  <a:pt x="236" y="200"/>
                </a:moveTo>
                <a:cubicBezTo>
                  <a:pt x="176" y="200"/>
                  <a:pt x="176" y="200"/>
                  <a:pt x="176" y="200"/>
                </a:cubicBezTo>
                <a:cubicBezTo>
                  <a:pt x="160" y="200"/>
                  <a:pt x="160" y="200"/>
                  <a:pt x="160" y="200"/>
                </a:cubicBezTo>
                <a:cubicBezTo>
                  <a:pt x="160" y="220"/>
                  <a:pt x="160" y="220"/>
                  <a:pt x="160" y="220"/>
                </a:cubicBezTo>
                <a:cubicBezTo>
                  <a:pt x="176" y="236"/>
                  <a:pt x="176" y="236"/>
                  <a:pt x="176" y="236"/>
                </a:cubicBezTo>
                <a:cubicBezTo>
                  <a:pt x="176" y="240"/>
                  <a:pt x="176" y="240"/>
                  <a:pt x="176" y="240"/>
                </a:cubicBezTo>
                <a:cubicBezTo>
                  <a:pt x="72" y="240"/>
                  <a:pt x="72" y="240"/>
                  <a:pt x="72" y="240"/>
                </a:cubicBezTo>
                <a:cubicBezTo>
                  <a:pt x="72" y="236"/>
                  <a:pt x="72" y="236"/>
                  <a:pt x="72" y="236"/>
                </a:cubicBezTo>
                <a:cubicBezTo>
                  <a:pt x="88" y="220"/>
                  <a:pt x="88" y="220"/>
                  <a:pt x="88" y="220"/>
                </a:cubicBezTo>
                <a:cubicBezTo>
                  <a:pt x="88" y="200"/>
                  <a:pt x="88" y="200"/>
                  <a:pt x="88" y="200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12" y="200"/>
                  <a:pt x="12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1"/>
                  <a:pt x="5" y="16"/>
                  <a:pt x="12" y="16"/>
                </a:cubicBezTo>
                <a:cubicBezTo>
                  <a:pt x="100" y="16"/>
                  <a:pt x="100" y="16"/>
                  <a:pt x="100" y="16"/>
                </a:cubicBezTo>
                <a:cubicBezTo>
                  <a:pt x="100" y="32"/>
                  <a:pt x="100" y="32"/>
                  <a:pt x="100" y="32"/>
                </a:cubicBezTo>
                <a:cubicBezTo>
                  <a:pt x="16" y="32"/>
                  <a:pt x="16" y="32"/>
                  <a:pt x="16" y="32"/>
                </a:cubicBezTo>
                <a:cubicBezTo>
                  <a:pt x="16" y="168"/>
                  <a:pt x="16" y="168"/>
                  <a:pt x="16" y="168"/>
                </a:cubicBezTo>
                <a:cubicBezTo>
                  <a:pt x="232" y="168"/>
                  <a:pt x="232" y="168"/>
                  <a:pt x="232" y="168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148" y="32"/>
                  <a:pt x="148" y="32"/>
                  <a:pt x="148" y="32"/>
                </a:cubicBezTo>
                <a:cubicBezTo>
                  <a:pt x="148" y="16"/>
                  <a:pt x="148" y="16"/>
                  <a:pt x="148" y="16"/>
                </a:cubicBezTo>
                <a:cubicBezTo>
                  <a:pt x="236" y="16"/>
                  <a:pt x="236" y="16"/>
                  <a:pt x="236" y="16"/>
                </a:cubicBezTo>
                <a:cubicBezTo>
                  <a:pt x="243" y="16"/>
                  <a:pt x="248" y="21"/>
                  <a:pt x="248" y="28"/>
                </a:cubicBezTo>
                <a:cubicBezTo>
                  <a:pt x="248" y="188"/>
                  <a:pt x="248" y="188"/>
                  <a:pt x="248" y="188"/>
                </a:cubicBezTo>
                <a:cubicBezTo>
                  <a:pt x="248" y="195"/>
                  <a:pt x="243" y="200"/>
                  <a:pt x="236" y="200"/>
                </a:cubicBezTo>
                <a:moveTo>
                  <a:pt x="164" y="68"/>
                </a:moveTo>
                <a:cubicBezTo>
                  <a:pt x="164" y="71"/>
                  <a:pt x="163" y="74"/>
                  <a:pt x="160" y="76"/>
                </a:cubicBezTo>
                <a:cubicBezTo>
                  <a:pt x="132" y="104"/>
                  <a:pt x="132" y="104"/>
                  <a:pt x="132" y="104"/>
                </a:cubicBezTo>
                <a:cubicBezTo>
                  <a:pt x="130" y="107"/>
                  <a:pt x="127" y="108"/>
                  <a:pt x="124" y="108"/>
                </a:cubicBezTo>
                <a:cubicBezTo>
                  <a:pt x="121" y="108"/>
                  <a:pt x="118" y="107"/>
                  <a:pt x="116" y="104"/>
                </a:cubicBezTo>
                <a:cubicBezTo>
                  <a:pt x="88" y="76"/>
                  <a:pt x="88" y="76"/>
                  <a:pt x="88" y="76"/>
                </a:cubicBezTo>
                <a:cubicBezTo>
                  <a:pt x="85" y="74"/>
                  <a:pt x="84" y="71"/>
                  <a:pt x="84" y="68"/>
                </a:cubicBezTo>
                <a:cubicBezTo>
                  <a:pt x="84" y="61"/>
                  <a:pt x="89" y="56"/>
                  <a:pt x="96" y="56"/>
                </a:cubicBezTo>
                <a:cubicBezTo>
                  <a:pt x="99" y="56"/>
                  <a:pt x="102" y="57"/>
                  <a:pt x="104" y="60"/>
                </a:cubicBezTo>
                <a:cubicBezTo>
                  <a:pt x="112" y="67"/>
                  <a:pt x="112" y="67"/>
                  <a:pt x="112" y="67"/>
                </a:cubicBezTo>
                <a:cubicBezTo>
                  <a:pt x="112" y="12"/>
                  <a:pt x="112" y="12"/>
                  <a:pt x="112" y="12"/>
                </a:cubicBezTo>
                <a:cubicBezTo>
                  <a:pt x="112" y="5"/>
                  <a:pt x="117" y="0"/>
                  <a:pt x="124" y="0"/>
                </a:cubicBezTo>
                <a:cubicBezTo>
                  <a:pt x="131" y="0"/>
                  <a:pt x="136" y="5"/>
                  <a:pt x="136" y="12"/>
                </a:cubicBezTo>
                <a:cubicBezTo>
                  <a:pt x="136" y="67"/>
                  <a:pt x="136" y="67"/>
                  <a:pt x="136" y="67"/>
                </a:cubicBezTo>
                <a:cubicBezTo>
                  <a:pt x="144" y="60"/>
                  <a:pt x="144" y="60"/>
                  <a:pt x="144" y="60"/>
                </a:cubicBezTo>
                <a:cubicBezTo>
                  <a:pt x="146" y="57"/>
                  <a:pt x="149" y="56"/>
                  <a:pt x="152" y="56"/>
                </a:cubicBezTo>
                <a:cubicBezTo>
                  <a:pt x="159" y="56"/>
                  <a:pt x="164" y="61"/>
                  <a:pt x="164" y="6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13"/>
          <p:cNvSpPr/>
          <p:nvPr/>
        </p:nvSpPr>
        <p:spPr>
          <a:xfrm>
            <a:off x="5468938" y="246063"/>
            <a:ext cx="396875" cy="358775"/>
          </a:xfrm>
          <a:custGeom>
            <a:rect b="b" l="l" r="r" t="t"/>
            <a:pathLst>
              <a:path extrusionOk="0" h="224" w="248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48"/>
                </a:moveTo>
                <a:cubicBezTo>
                  <a:pt x="103" y="48"/>
                  <a:pt x="106" y="49"/>
                  <a:pt x="108" y="52"/>
                </a:cubicBezTo>
                <a:cubicBezTo>
                  <a:pt x="124" y="67"/>
                  <a:pt x="124" y="67"/>
                  <a:pt x="124" y="67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2" y="49"/>
                  <a:pt x="145" y="48"/>
                  <a:pt x="148" y="48"/>
                </a:cubicBezTo>
                <a:cubicBezTo>
                  <a:pt x="155" y="48"/>
                  <a:pt x="160" y="53"/>
                  <a:pt x="160" y="60"/>
                </a:cubicBezTo>
                <a:cubicBezTo>
                  <a:pt x="160" y="63"/>
                  <a:pt x="159" y="66"/>
                  <a:pt x="156" y="68"/>
                </a:cubicBezTo>
                <a:cubicBezTo>
                  <a:pt x="141" y="84"/>
                  <a:pt x="141" y="84"/>
                  <a:pt x="141" y="84"/>
                </a:cubicBezTo>
                <a:cubicBezTo>
                  <a:pt x="156" y="100"/>
                  <a:pt x="156" y="100"/>
                  <a:pt x="156" y="100"/>
                </a:cubicBezTo>
                <a:cubicBezTo>
                  <a:pt x="159" y="102"/>
                  <a:pt x="160" y="105"/>
                  <a:pt x="160" y="108"/>
                </a:cubicBezTo>
                <a:cubicBezTo>
                  <a:pt x="160" y="115"/>
                  <a:pt x="155" y="120"/>
                  <a:pt x="148" y="120"/>
                </a:cubicBezTo>
                <a:cubicBezTo>
                  <a:pt x="145" y="120"/>
                  <a:pt x="142" y="119"/>
                  <a:pt x="140" y="116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08" y="116"/>
                  <a:pt x="108" y="116"/>
                  <a:pt x="108" y="116"/>
                </a:cubicBezTo>
                <a:cubicBezTo>
                  <a:pt x="106" y="119"/>
                  <a:pt x="103" y="120"/>
                  <a:pt x="100" y="120"/>
                </a:cubicBezTo>
                <a:cubicBezTo>
                  <a:pt x="93" y="120"/>
                  <a:pt x="88" y="115"/>
                  <a:pt x="88" y="108"/>
                </a:cubicBezTo>
                <a:cubicBezTo>
                  <a:pt x="88" y="105"/>
                  <a:pt x="89" y="102"/>
                  <a:pt x="92" y="100"/>
                </a:cubicBezTo>
                <a:cubicBezTo>
                  <a:pt x="107" y="84"/>
                  <a:pt x="107" y="84"/>
                  <a:pt x="107" y="84"/>
                </a:cubicBezTo>
                <a:cubicBezTo>
                  <a:pt x="92" y="68"/>
                  <a:pt x="92" y="68"/>
                  <a:pt x="92" y="68"/>
                </a:cubicBezTo>
                <a:cubicBezTo>
                  <a:pt x="89" y="66"/>
                  <a:pt x="88" y="63"/>
                  <a:pt x="88" y="60"/>
                </a:cubicBezTo>
                <a:cubicBezTo>
                  <a:pt x="88" y="53"/>
                  <a:pt x="93" y="48"/>
                  <a:pt x="100" y="4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p13"/>
          <p:cNvSpPr/>
          <p:nvPr/>
        </p:nvSpPr>
        <p:spPr>
          <a:xfrm>
            <a:off x="4754563" y="246063"/>
            <a:ext cx="395287" cy="358775"/>
          </a:xfrm>
          <a:custGeom>
            <a:rect b="b" l="l" r="r" t="t"/>
            <a:pathLst>
              <a:path extrusionOk="0" h="224" w="248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72"/>
                </a:moveTo>
                <a:cubicBezTo>
                  <a:pt x="103" y="72"/>
                  <a:pt x="106" y="73"/>
                  <a:pt x="108" y="76"/>
                </a:cubicBezTo>
                <a:cubicBezTo>
                  <a:pt x="116" y="83"/>
                  <a:pt x="116" y="83"/>
                  <a:pt x="116" y="83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42" y="57"/>
                  <a:pt x="145" y="56"/>
                  <a:pt x="148" y="56"/>
                </a:cubicBezTo>
                <a:cubicBezTo>
                  <a:pt x="155" y="56"/>
                  <a:pt x="160" y="61"/>
                  <a:pt x="160" y="68"/>
                </a:cubicBezTo>
                <a:cubicBezTo>
                  <a:pt x="160" y="71"/>
                  <a:pt x="159" y="74"/>
                  <a:pt x="156" y="76"/>
                </a:cubicBezTo>
                <a:cubicBezTo>
                  <a:pt x="124" y="108"/>
                  <a:pt x="124" y="108"/>
                  <a:pt x="124" y="108"/>
                </a:cubicBezTo>
                <a:cubicBezTo>
                  <a:pt x="122" y="111"/>
                  <a:pt x="119" y="112"/>
                  <a:pt x="116" y="112"/>
                </a:cubicBezTo>
                <a:cubicBezTo>
                  <a:pt x="113" y="112"/>
                  <a:pt x="110" y="111"/>
                  <a:pt x="108" y="108"/>
                </a:cubicBezTo>
                <a:cubicBezTo>
                  <a:pt x="92" y="92"/>
                  <a:pt x="92" y="92"/>
                  <a:pt x="92" y="92"/>
                </a:cubicBezTo>
                <a:cubicBezTo>
                  <a:pt x="89" y="90"/>
                  <a:pt x="88" y="87"/>
                  <a:pt x="88" y="84"/>
                </a:cubicBezTo>
                <a:cubicBezTo>
                  <a:pt x="88" y="77"/>
                  <a:pt x="93" y="72"/>
                  <a:pt x="100" y="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p13"/>
          <p:cNvSpPr/>
          <p:nvPr/>
        </p:nvSpPr>
        <p:spPr>
          <a:xfrm>
            <a:off x="4038600" y="246063"/>
            <a:ext cx="395288" cy="358775"/>
          </a:xfrm>
          <a:custGeom>
            <a:rect b="b" l="l" r="r" t="t"/>
            <a:pathLst>
              <a:path extrusionOk="0" h="224" w="248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72"/>
                </a:moveTo>
                <a:cubicBezTo>
                  <a:pt x="148" y="72"/>
                  <a:pt x="148" y="72"/>
                  <a:pt x="148" y="72"/>
                </a:cubicBezTo>
                <a:cubicBezTo>
                  <a:pt x="155" y="72"/>
                  <a:pt x="160" y="77"/>
                  <a:pt x="160" y="84"/>
                </a:cubicBezTo>
                <a:cubicBezTo>
                  <a:pt x="160" y="91"/>
                  <a:pt x="155" y="96"/>
                  <a:pt x="148" y="96"/>
                </a:cubicBezTo>
                <a:cubicBezTo>
                  <a:pt x="100" y="96"/>
                  <a:pt x="100" y="96"/>
                  <a:pt x="100" y="96"/>
                </a:cubicBezTo>
                <a:cubicBezTo>
                  <a:pt x="93" y="96"/>
                  <a:pt x="88" y="91"/>
                  <a:pt x="88" y="84"/>
                </a:cubicBezTo>
                <a:cubicBezTo>
                  <a:pt x="88" y="77"/>
                  <a:pt x="93" y="72"/>
                  <a:pt x="100" y="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p13"/>
          <p:cNvSpPr/>
          <p:nvPr/>
        </p:nvSpPr>
        <p:spPr>
          <a:xfrm>
            <a:off x="3322638" y="246063"/>
            <a:ext cx="396875" cy="358775"/>
          </a:xfrm>
          <a:custGeom>
            <a:rect b="b" l="l" r="r" t="t"/>
            <a:pathLst>
              <a:path extrusionOk="0" h="224" w="248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  <a:moveTo>
                  <a:pt x="100" y="72"/>
                </a:moveTo>
                <a:cubicBezTo>
                  <a:pt x="112" y="72"/>
                  <a:pt x="112" y="72"/>
                  <a:pt x="112" y="72"/>
                </a:cubicBezTo>
                <a:cubicBezTo>
                  <a:pt x="112" y="60"/>
                  <a:pt x="112" y="60"/>
                  <a:pt x="112" y="60"/>
                </a:cubicBezTo>
                <a:cubicBezTo>
                  <a:pt x="112" y="53"/>
                  <a:pt x="117" y="48"/>
                  <a:pt x="124" y="48"/>
                </a:cubicBezTo>
                <a:cubicBezTo>
                  <a:pt x="131" y="48"/>
                  <a:pt x="136" y="53"/>
                  <a:pt x="136" y="60"/>
                </a:cubicBezTo>
                <a:cubicBezTo>
                  <a:pt x="136" y="72"/>
                  <a:pt x="136" y="72"/>
                  <a:pt x="136" y="72"/>
                </a:cubicBezTo>
                <a:cubicBezTo>
                  <a:pt x="148" y="72"/>
                  <a:pt x="148" y="72"/>
                  <a:pt x="148" y="72"/>
                </a:cubicBezTo>
                <a:cubicBezTo>
                  <a:pt x="155" y="72"/>
                  <a:pt x="160" y="77"/>
                  <a:pt x="160" y="84"/>
                </a:cubicBezTo>
                <a:cubicBezTo>
                  <a:pt x="160" y="91"/>
                  <a:pt x="155" y="96"/>
                  <a:pt x="148" y="96"/>
                </a:cubicBezTo>
                <a:cubicBezTo>
                  <a:pt x="136" y="96"/>
                  <a:pt x="136" y="96"/>
                  <a:pt x="136" y="96"/>
                </a:cubicBezTo>
                <a:cubicBezTo>
                  <a:pt x="136" y="108"/>
                  <a:pt x="136" y="108"/>
                  <a:pt x="136" y="108"/>
                </a:cubicBezTo>
                <a:cubicBezTo>
                  <a:pt x="136" y="115"/>
                  <a:pt x="131" y="120"/>
                  <a:pt x="124" y="120"/>
                </a:cubicBezTo>
                <a:cubicBezTo>
                  <a:pt x="117" y="120"/>
                  <a:pt x="112" y="115"/>
                  <a:pt x="112" y="108"/>
                </a:cubicBezTo>
                <a:cubicBezTo>
                  <a:pt x="112" y="96"/>
                  <a:pt x="112" y="96"/>
                  <a:pt x="112" y="96"/>
                </a:cubicBezTo>
                <a:cubicBezTo>
                  <a:pt x="100" y="96"/>
                  <a:pt x="100" y="96"/>
                  <a:pt x="100" y="96"/>
                </a:cubicBezTo>
                <a:cubicBezTo>
                  <a:pt x="93" y="96"/>
                  <a:pt x="88" y="91"/>
                  <a:pt x="88" y="84"/>
                </a:cubicBezTo>
                <a:cubicBezTo>
                  <a:pt x="88" y="77"/>
                  <a:pt x="93" y="72"/>
                  <a:pt x="100" y="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3" name="Google Shape;3333;p13"/>
          <p:cNvSpPr/>
          <p:nvPr/>
        </p:nvSpPr>
        <p:spPr>
          <a:xfrm>
            <a:off x="2608263" y="246063"/>
            <a:ext cx="395287" cy="358775"/>
          </a:xfrm>
          <a:custGeom>
            <a:rect b="b" l="l" r="r" t="t"/>
            <a:pathLst>
              <a:path extrusionOk="0" h="224" w="248">
                <a:moveTo>
                  <a:pt x="236" y="184"/>
                </a:moveTo>
                <a:cubicBezTo>
                  <a:pt x="176" y="184"/>
                  <a:pt x="176" y="184"/>
                  <a:pt x="176" y="184"/>
                </a:cubicBezTo>
                <a:cubicBezTo>
                  <a:pt x="160" y="184"/>
                  <a:pt x="160" y="184"/>
                  <a:pt x="160" y="184"/>
                </a:cubicBezTo>
                <a:cubicBezTo>
                  <a:pt x="160" y="204"/>
                  <a:pt x="160" y="204"/>
                  <a:pt x="160" y="204"/>
                </a:cubicBezTo>
                <a:cubicBezTo>
                  <a:pt x="176" y="220"/>
                  <a:pt x="176" y="220"/>
                  <a:pt x="176" y="220"/>
                </a:cubicBezTo>
                <a:cubicBezTo>
                  <a:pt x="176" y="224"/>
                  <a:pt x="176" y="224"/>
                  <a:pt x="176" y="224"/>
                </a:cubicBezTo>
                <a:cubicBezTo>
                  <a:pt x="72" y="224"/>
                  <a:pt x="72" y="224"/>
                  <a:pt x="72" y="224"/>
                </a:cubicBezTo>
                <a:cubicBezTo>
                  <a:pt x="72" y="220"/>
                  <a:pt x="72" y="220"/>
                  <a:pt x="72" y="220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184"/>
                  <a:pt x="88" y="184"/>
                  <a:pt x="88" y="184"/>
                </a:cubicBezTo>
                <a:cubicBezTo>
                  <a:pt x="72" y="184"/>
                  <a:pt x="72" y="184"/>
                  <a:pt x="72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72"/>
                  <a:pt x="248" y="172"/>
                  <a:pt x="248" y="172"/>
                </a:cubicBezTo>
                <a:cubicBezTo>
                  <a:pt x="248" y="179"/>
                  <a:pt x="243" y="184"/>
                  <a:pt x="236" y="184"/>
                </a:cubicBezTo>
                <a:moveTo>
                  <a:pt x="232" y="16"/>
                </a:moveTo>
                <a:cubicBezTo>
                  <a:pt x="16" y="16"/>
                  <a:pt x="16" y="16"/>
                  <a:pt x="16" y="16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232" y="152"/>
                  <a:pt x="232" y="152"/>
                  <a:pt x="232" y="152"/>
                </a:cubicBezTo>
                <a:lnTo>
                  <a:pt x="232" y="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4" name="Google Shape;3334;p13"/>
          <p:cNvSpPr/>
          <p:nvPr/>
        </p:nvSpPr>
        <p:spPr>
          <a:xfrm>
            <a:off x="1885950" y="284163"/>
            <a:ext cx="409575" cy="255587"/>
          </a:xfrm>
          <a:custGeom>
            <a:rect b="b" l="l" r="r" t="t"/>
            <a:pathLst>
              <a:path extrusionOk="0" h="160" w="256">
                <a:moveTo>
                  <a:pt x="244" y="160"/>
                </a:moveTo>
                <a:cubicBezTo>
                  <a:pt x="232" y="160"/>
                  <a:pt x="232" y="160"/>
                  <a:pt x="232" y="160"/>
                </a:cubicBezTo>
                <a:cubicBezTo>
                  <a:pt x="24" y="160"/>
                  <a:pt x="24" y="160"/>
                  <a:pt x="24" y="160"/>
                </a:cubicBezTo>
                <a:cubicBezTo>
                  <a:pt x="12" y="160"/>
                  <a:pt x="12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28"/>
                  <a:pt x="0" y="128"/>
                  <a:pt x="0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29" y="0"/>
                  <a:pt x="36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56" y="128"/>
                  <a:pt x="256" y="128"/>
                  <a:pt x="256" y="12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moveTo>
                  <a:pt x="100" y="148"/>
                </a:moveTo>
                <a:cubicBezTo>
                  <a:pt x="156" y="148"/>
                  <a:pt x="156" y="148"/>
                  <a:pt x="156" y="148"/>
                </a:cubicBezTo>
                <a:cubicBezTo>
                  <a:pt x="156" y="140"/>
                  <a:pt x="156" y="140"/>
                  <a:pt x="156" y="140"/>
                </a:cubicBezTo>
                <a:cubicBezTo>
                  <a:pt x="100" y="140"/>
                  <a:pt x="100" y="140"/>
                  <a:pt x="100" y="140"/>
                </a:cubicBezTo>
                <a:lnTo>
                  <a:pt x="100" y="148"/>
                </a:lnTo>
                <a:close/>
                <a:moveTo>
                  <a:pt x="216" y="16"/>
                </a:moveTo>
                <a:cubicBezTo>
                  <a:pt x="40" y="16"/>
                  <a:pt x="40" y="16"/>
                  <a:pt x="40" y="16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216" y="120"/>
                  <a:pt x="216" y="120"/>
                  <a:pt x="216" y="120"/>
                </a:cubicBezTo>
                <a:lnTo>
                  <a:pt x="216" y="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13"/>
          <p:cNvSpPr/>
          <p:nvPr/>
        </p:nvSpPr>
        <p:spPr>
          <a:xfrm>
            <a:off x="1216025" y="227013"/>
            <a:ext cx="319088" cy="369887"/>
          </a:xfrm>
          <a:custGeom>
            <a:rect b="b" l="l" r="r" t="t"/>
            <a:pathLst>
              <a:path extrusionOk="0" h="232" w="200">
                <a:moveTo>
                  <a:pt x="188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95" y="0"/>
                  <a:pt x="200" y="5"/>
                  <a:pt x="200" y="12"/>
                </a:cubicBezTo>
                <a:cubicBezTo>
                  <a:pt x="200" y="220"/>
                  <a:pt x="200" y="220"/>
                  <a:pt x="200" y="220"/>
                </a:cubicBezTo>
                <a:cubicBezTo>
                  <a:pt x="200" y="227"/>
                  <a:pt x="195" y="232"/>
                  <a:pt x="188" y="232"/>
                </a:cubicBezTo>
                <a:moveTo>
                  <a:pt x="100" y="224"/>
                </a:moveTo>
                <a:cubicBezTo>
                  <a:pt x="104" y="224"/>
                  <a:pt x="108" y="220"/>
                  <a:pt x="108" y="216"/>
                </a:cubicBezTo>
                <a:cubicBezTo>
                  <a:pt x="108" y="212"/>
                  <a:pt x="104" y="208"/>
                  <a:pt x="100" y="208"/>
                </a:cubicBezTo>
                <a:cubicBezTo>
                  <a:pt x="96" y="208"/>
                  <a:pt x="92" y="212"/>
                  <a:pt x="92" y="216"/>
                </a:cubicBezTo>
                <a:cubicBezTo>
                  <a:pt x="92" y="220"/>
                  <a:pt x="96" y="224"/>
                  <a:pt x="100" y="224"/>
                </a:cubicBezTo>
                <a:moveTo>
                  <a:pt x="176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00"/>
                  <a:pt x="24" y="200"/>
                  <a:pt x="24" y="200"/>
                </a:cubicBezTo>
                <a:cubicBezTo>
                  <a:pt x="176" y="200"/>
                  <a:pt x="176" y="200"/>
                  <a:pt x="176" y="200"/>
                </a:cubicBezTo>
                <a:lnTo>
                  <a:pt x="176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13"/>
          <p:cNvSpPr/>
          <p:nvPr/>
        </p:nvSpPr>
        <p:spPr>
          <a:xfrm>
            <a:off x="550863" y="227013"/>
            <a:ext cx="217487" cy="369887"/>
          </a:xfrm>
          <a:custGeom>
            <a:rect b="b" l="l" r="r" t="t"/>
            <a:pathLst>
              <a:path extrusionOk="0" h="232" w="136">
                <a:moveTo>
                  <a:pt x="124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31" y="0"/>
                  <a:pt x="136" y="5"/>
                  <a:pt x="136" y="12"/>
                </a:cubicBezTo>
                <a:cubicBezTo>
                  <a:pt x="136" y="220"/>
                  <a:pt x="136" y="220"/>
                  <a:pt x="136" y="220"/>
                </a:cubicBezTo>
                <a:cubicBezTo>
                  <a:pt x="136" y="227"/>
                  <a:pt x="131" y="232"/>
                  <a:pt x="124" y="232"/>
                </a:cubicBezTo>
                <a:moveTo>
                  <a:pt x="68" y="220"/>
                </a:moveTo>
                <a:cubicBezTo>
                  <a:pt x="72" y="220"/>
                  <a:pt x="76" y="216"/>
                  <a:pt x="76" y="212"/>
                </a:cubicBezTo>
                <a:cubicBezTo>
                  <a:pt x="76" y="208"/>
                  <a:pt x="72" y="204"/>
                  <a:pt x="68" y="204"/>
                </a:cubicBezTo>
                <a:cubicBezTo>
                  <a:pt x="64" y="204"/>
                  <a:pt x="60" y="208"/>
                  <a:pt x="60" y="212"/>
                </a:cubicBezTo>
                <a:cubicBezTo>
                  <a:pt x="60" y="216"/>
                  <a:pt x="64" y="220"/>
                  <a:pt x="68" y="220"/>
                </a:cubicBezTo>
                <a:moveTo>
                  <a:pt x="124" y="24"/>
                </a:moveTo>
                <a:cubicBezTo>
                  <a:pt x="120" y="24"/>
                  <a:pt x="120" y="24"/>
                  <a:pt x="120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12" y="192"/>
                  <a:pt x="12" y="192"/>
                  <a:pt x="12" y="192"/>
                </a:cubicBezTo>
                <a:cubicBezTo>
                  <a:pt x="16" y="192"/>
                  <a:pt x="16" y="192"/>
                  <a:pt x="16" y="192"/>
                </a:cubicBezTo>
                <a:cubicBezTo>
                  <a:pt x="120" y="192"/>
                  <a:pt x="120" y="192"/>
                  <a:pt x="120" y="192"/>
                </a:cubicBezTo>
                <a:cubicBezTo>
                  <a:pt x="124" y="192"/>
                  <a:pt x="124" y="192"/>
                  <a:pt x="124" y="192"/>
                </a:cubicBezTo>
                <a:lnTo>
                  <a:pt x="124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p14"/>
          <p:cNvSpPr/>
          <p:nvPr/>
        </p:nvSpPr>
        <p:spPr>
          <a:xfrm>
            <a:off x="8394700" y="4505325"/>
            <a:ext cx="415925" cy="415925"/>
          </a:xfrm>
          <a:custGeom>
            <a:rect b="b" l="l" r="r" t="t"/>
            <a:pathLst>
              <a:path extrusionOk="0" h="256" w="256">
                <a:moveTo>
                  <a:pt x="256" y="128"/>
                </a:move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28"/>
                  <a:pt x="256" y="128"/>
                  <a:pt x="256" y="128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80" y="140"/>
                </a:moveTo>
                <a:cubicBezTo>
                  <a:pt x="172" y="140"/>
                  <a:pt x="172" y="140"/>
                  <a:pt x="172" y="140"/>
                </a:cubicBezTo>
                <a:cubicBezTo>
                  <a:pt x="96" y="140"/>
                  <a:pt x="96" y="140"/>
                  <a:pt x="9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2" name="Google Shape;3342;p14"/>
          <p:cNvSpPr/>
          <p:nvPr/>
        </p:nvSpPr>
        <p:spPr>
          <a:xfrm>
            <a:off x="7666038" y="4505325"/>
            <a:ext cx="415925" cy="415925"/>
          </a:xfrm>
          <a:custGeom>
            <a:rect b="b" l="l" r="r" t="t"/>
            <a:pathLst>
              <a:path extrusionOk="0" h="256" w="256">
                <a:moveTo>
                  <a:pt x="256" y="128"/>
                </a:move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128" y="256"/>
                  <a:pt x="128" y="256"/>
                  <a:pt x="128" y="256"/>
                </a:cubicBez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28"/>
                  <a:pt x="256" y="128"/>
                  <a:pt x="256" y="128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28" y="232"/>
                  <a:pt x="128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80" y="140"/>
                </a:moveTo>
                <a:cubicBezTo>
                  <a:pt x="140" y="140"/>
                  <a:pt x="140" y="140"/>
                  <a:pt x="140" y="140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87"/>
                  <a:pt x="135" y="192"/>
                  <a:pt x="128" y="192"/>
                </a:cubicBezTo>
                <a:cubicBezTo>
                  <a:pt x="121" y="192"/>
                  <a:pt x="116" y="187"/>
                  <a:pt x="116" y="180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16" y="69"/>
                  <a:pt x="121" y="64"/>
                  <a:pt x="128" y="64"/>
                </a:cubicBezTo>
                <a:cubicBezTo>
                  <a:pt x="135" y="64"/>
                  <a:pt x="140" y="69"/>
                  <a:pt x="140" y="7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14"/>
          <p:cNvSpPr/>
          <p:nvPr/>
        </p:nvSpPr>
        <p:spPr>
          <a:xfrm>
            <a:off x="6937375" y="4549775"/>
            <a:ext cx="415925" cy="325438"/>
          </a:xfrm>
          <a:custGeom>
            <a:rect b="b" l="l" r="r" t="t"/>
            <a:pathLst>
              <a:path extrusionOk="0" h="200" w="256">
                <a:moveTo>
                  <a:pt x="244" y="112"/>
                </a:moveTo>
                <a:cubicBezTo>
                  <a:pt x="172" y="112"/>
                  <a:pt x="172" y="112"/>
                  <a:pt x="172" y="112"/>
                </a:cubicBezTo>
                <a:cubicBezTo>
                  <a:pt x="165" y="112"/>
                  <a:pt x="160" y="107"/>
                  <a:pt x="160" y="100"/>
                </a:cubicBezTo>
                <a:cubicBezTo>
                  <a:pt x="160" y="93"/>
                  <a:pt x="165" y="88"/>
                  <a:pt x="172" y="88"/>
                </a:cubicBezTo>
                <a:cubicBezTo>
                  <a:pt x="244" y="88"/>
                  <a:pt x="244" y="88"/>
                  <a:pt x="244" y="88"/>
                </a:cubicBezTo>
                <a:cubicBezTo>
                  <a:pt x="251" y="88"/>
                  <a:pt x="256" y="93"/>
                  <a:pt x="256" y="100"/>
                </a:cubicBezTo>
                <a:cubicBezTo>
                  <a:pt x="256" y="107"/>
                  <a:pt x="251" y="112"/>
                  <a:pt x="244" y="112"/>
                </a:cubicBezTo>
                <a:moveTo>
                  <a:pt x="160" y="188"/>
                </a:moveTo>
                <a:cubicBezTo>
                  <a:pt x="160" y="195"/>
                  <a:pt x="155" y="200"/>
                  <a:pt x="148" y="200"/>
                </a:cubicBezTo>
                <a:cubicBezTo>
                  <a:pt x="143" y="200"/>
                  <a:pt x="139" y="197"/>
                  <a:pt x="137" y="192"/>
                </a:cubicBezTo>
                <a:cubicBezTo>
                  <a:pt x="137" y="192"/>
                  <a:pt x="137" y="192"/>
                  <a:pt x="137" y="192"/>
                </a:cubicBezTo>
                <a:cubicBezTo>
                  <a:pt x="121" y="152"/>
                  <a:pt x="121" y="152"/>
                  <a:pt x="121" y="152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1" y="197"/>
                  <a:pt x="17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86"/>
                  <a:pt x="0" y="185"/>
                  <a:pt x="1" y="184"/>
                </a:cubicBezTo>
                <a:cubicBezTo>
                  <a:pt x="1" y="184"/>
                  <a:pt x="1" y="184"/>
                  <a:pt x="1" y="184"/>
                </a:cubicBezTo>
                <a:cubicBezTo>
                  <a:pt x="69" y="8"/>
                  <a:pt x="69" y="8"/>
                  <a:pt x="6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1" y="3"/>
                  <a:pt x="75" y="0"/>
                  <a:pt x="80" y="0"/>
                </a:cubicBezTo>
                <a:cubicBezTo>
                  <a:pt x="85" y="0"/>
                  <a:pt x="89" y="3"/>
                  <a:pt x="91" y="8"/>
                </a:cubicBezTo>
                <a:cubicBezTo>
                  <a:pt x="91" y="8"/>
                  <a:pt x="91" y="8"/>
                  <a:pt x="91" y="8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60" y="185"/>
                  <a:pt x="160" y="186"/>
                  <a:pt x="160" y="188"/>
                </a:cubicBezTo>
                <a:moveTo>
                  <a:pt x="80" y="45"/>
                </a:moveTo>
                <a:cubicBezTo>
                  <a:pt x="48" y="128"/>
                  <a:pt x="48" y="128"/>
                  <a:pt x="48" y="128"/>
                </a:cubicBezTo>
                <a:cubicBezTo>
                  <a:pt x="112" y="128"/>
                  <a:pt x="112" y="128"/>
                  <a:pt x="112" y="128"/>
                </a:cubicBezTo>
                <a:lnTo>
                  <a:pt x="80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4" name="Google Shape;3344;p14"/>
          <p:cNvSpPr/>
          <p:nvPr/>
        </p:nvSpPr>
        <p:spPr>
          <a:xfrm>
            <a:off x="6208713" y="4549775"/>
            <a:ext cx="415925" cy="325438"/>
          </a:xfrm>
          <a:custGeom>
            <a:rect b="b" l="l" r="r" t="t"/>
            <a:pathLst>
              <a:path extrusionOk="0" h="200" w="256">
                <a:moveTo>
                  <a:pt x="244" y="112"/>
                </a:moveTo>
                <a:cubicBezTo>
                  <a:pt x="220" y="112"/>
                  <a:pt x="220" y="112"/>
                  <a:pt x="220" y="112"/>
                </a:cubicBezTo>
                <a:cubicBezTo>
                  <a:pt x="220" y="136"/>
                  <a:pt x="220" y="136"/>
                  <a:pt x="220" y="136"/>
                </a:cubicBezTo>
                <a:cubicBezTo>
                  <a:pt x="220" y="143"/>
                  <a:pt x="215" y="148"/>
                  <a:pt x="208" y="148"/>
                </a:cubicBezTo>
                <a:cubicBezTo>
                  <a:pt x="201" y="148"/>
                  <a:pt x="196" y="143"/>
                  <a:pt x="196" y="136"/>
                </a:cubicBezTo>
                <a:cubicBezTo>
                  <a:pt x="196" y="112"/>
                  <a:pt x="196" y="112"/>
                  <a:pt x="196" y="112"/>
                </a:cubicBezTo>
                <a:cubicBezTo>
                  <a:pt x="172" y="112"/>
                  <a:pt x="172" y="112"/>
                  <a:pt x="172" y="112"/>
                </a:cubicBezTo>
                <a:cubicBezTo>
                  <a:pt x="165" y="112"/>
                  <a:pt x="160" y="107"/>
                  <a:pt x="160" y="100"/>
                </a:cubicBezTo>
                <a:cubicBezTo>
                  <a:pt x="160" y="93"/>
                  <a:pt x="165" y="88"/>
                  <a:pt x="172" y="88"/>
                </a:cubicBezTo>
                <a:cubicBezTo>
                  <a:pt x="196" y="88"/>
                  <a:pt x="196" y="88"/>
                  <a:pt x="196" y="88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196" y="57"/>
                  <a:pt x="201" y="52"/>
                  <a:pt x="208" y="52"/>
                </a:cubicBezTo>
                <a:cubicBezTo>
                  <a:pt x="215" y="52"/>
                  <a:pt x="220" y="57"/>
                  <a:pt x="220" y="64"/>
                </a:cubicBezTo>
                <a:cubicBezTo>
                  <a:pt x="220" y="88"/>
                  <a:pt x="220" y="88"/>
                  <a:pt x="220" y="88"/>
                </a:cubicBezTo>
                <a:cubicBezTo>
                  <a:pt x="244" y="88"/>
                  <a:pt x="244" y="88"/>
                  <a:pt x="244" y="88"/>
                </a:cubicBezTo>
                <a:cubicBezTo>
                  <a:pt x="251" y="88"/>
                  <a:pt x="256" y="93"/>
                  <a:pt x="256" y="100"/>
                </a:cubicBezTo>
                <a:cubicBezTo>
                  <a:pt x="256" y="107"/>
                  <a:pt x="251" y="112"/>
                  <a:pt x="244" y="112"/>
                </a:cubicBezTo>
                <a:moveTo>
                  <a:pt x="160" y="188"/>
                </a:moveTo>
                <a:cubicBezTo>
                  <a:pt x="160" y="195"/>
                  <a:pt x="155" y="200"/>
                  <a:pt x="148" y="200"/>
                </a:cubicBezTo>
                <a:cubicBezTo>
                  <a:pt x="143" y="200"/>
                  <a:pt x="139" y="197"/>
                  <a:pt x="137" y="192"/>
                </a:cubicBezTo>
                <a:cubicBezTo>
                  <a:pt x="137" y="192"/>
                  <a:pt x="137" y="192"/>
                  <a:pt x="137" y="192"/>
                </a:cubicBezTo>
                <a:cubicBezTo>
                  <a:pt x="121" y="152"/>
                  <a:pt x="121" y="152"/>
                  <a:pt x="121" y="152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3" y="192"/>
                  <a:pt x="23" y="192"/>
                  <a:pt x="23" y="192"/>
                </a:cubicBezTo>
                <a:cubicBezTo>
                  <a:pt x="21" y="197"/>
                  <a:pt x="17" y="200"/>
                  <a:pt x="12" y="200"/>
                </a:cubicBezTo>
                <a:cubicBezTo>
                  <a:pt x="5" y="200"/>
                  <a:pt x="0" y="195"/>
                  <a:pt x="0" y="188"/>
                </a:cubicBezTo>
                <a:cubicBezTo>
                  <a:pt x="0" y="186"/>
                  <a:pt x="0" y="185"/>
                  <a:pt x="1" y="184"/>
                </a:cubicBezTo>
                <a:cubicBezTo>
                  <a:pt x="1" y="184"/>
                  <a:pt x="1" y="184"/>
                  <a:pt x="1" y="184"/>
                </a:cubicBezTo>
                <a:cubicBezTo>
                  <a:pt x="69" y="8"/>
                  <a:pt x="69" y="8"/>
                  <a:pt x="6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1" y="3"/>
                  <a:pt x="75" y="0"/>
                  <a:pt x="80" y="0"/>
                </a:cubicBezTo>
                <a:cubicBezTo>
                  <a:pt x="85" y="0"/>
                  <a:pt x="89" y="3"/>
                  <a:pt x="91" y="8"/>
                </a:cubicBezTo>
                <a:cubicBezTo>
                  <a:pt x="91" y="8"/>
                  <a:pt x="91" y="8"/>
                  <a:pt x="91" y="8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59" y="184"/>
                  <a:pt x="159" y="184"/>
                  <a:pt x="159" y="184"/>
                </a:cubicBezTo>
                <a:cubicBezTo>
                  <a:pt x="160" y="185"/>
                  <a:pt x="160" y="186"/>
                  <a:pt x="160" y="188"/>
                </a:cubicBezTo>
                <a:moveTo>
                  <a:pt x="80" y="45"/>
                </a:moveTo>
                <a:cubicBezTo>
                  <a:pt x="48" y="128"/>
                  <a:pt x="48" y="128"/>
                  <a:pt x="48" y="128"/>
                </a:cubicBezTo>
                <a:cubicBezTo>
                  <a:pt x="112" y="128"/>
                  <a:pt x="112" y="128"/>
                  <a:pt x="112" y="128"/>
                </a:cubicBezTo>
                <a:lnTo>
                  <a:pt x="80" y="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5" name="Google Shape;3345;p14"/>
          <p:cNvSpPr/>
          <p:nvPr/>
        </p:nvSpPr>
        <p:spPr>
          <a:xfrm>
            <a:off x="5572125" y="4505325"/>
            <a:ext cx="233363" cy="415925"/>
          </a:xfrm>
          <a:custGeom>
            <a:rect b="b" l="l" r="r" t="t"/>
            <a:pathLst>
              <a:path extrusionOk="0" h="256" w="144">
                <a:moveTo>
                  <a:pt x="140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93" y="128"/>
                  <a:pt x="93" y="128"/>
                  <a:pt x="93" y="128"/>
                </a:cubicBezTo>
                <a:cubicBezTo>
                  <a:pt x="140" y="176"/>
                  <a:pt x="140" y="176"/>
                  <a:pt x="140" y="176"/>
                </a:cubicBezTo>
                <a:cubicBezTo>
                  <a:pt x="143" y="178"/>
                  <a:pt x="144" y="181"/>
                  <a:pt x="144" y="184"/>
                </a:cubicBezTo>
                <a:cubicBezTo>
                  <a:pt x="144" y="187"/>
                  <a:pt x="143" y="190"/>
                  <a:pt x="140" y="192"/>
                </a:cubicBezTo>
                <a:cubicBezTo>
                  <a:pt x="80" y="252"/>
                  <a:pt x="80" y="252"/>
                  <a:pt x="80" y="252"/>
                </a:cubicBezTo>
                <a:cubicBezTo>
                  <a:pt x="78" y="255"/>
                  <a:pt x="75" y="256"/>
                  <a:pt x="72" y="256"/>
                </a:cubicBezTo>
                <a:cubicBezTo>
                  <a:pt x="65" y="256"/>
                  <a:pt x="60" y="251"/>
                  <a:pt x="60" y="244"/>
                </a:cubicBezTo>
                <a:cubicBezTo>
                  <a:pt x="60" y="161"/>
                  <a:pt x="60" y="161"/>
                  <a:pt x="60" y="161"/>
                </a:cubicBezTo>
                <a:cubicBezTo>
                  <a:pt x="20" y="200"/>
                  <a:pt x="20" y="200"/>
                  <a:pt x="20" y="200"/>
                </a:cubicBezTo>
                <a:cubicBezTo>
                  <a:pt x="18" y="203"/>
                  <a:pt x="15" y="204"/>
                  <a:pt x="12" y="204"/>
                </a:cubicBezTo>
                <a:cubicBezTo>
                  <a:pt x="5" y="204"/>
                  <a:pt x="0" y="199"/>
                  <a:pt x="0" y="192"/>
                </a:cubicBezTo>
                <a:cubicBezTo>
                  <a:pt x="0" y="189"/>
                  <a:pt x="1" y="186"/>
                  <a:pt x="4" y="184"/>
                </a:cubicBezTo>
                <a:cubicBezTo>
                  <a:pt x="59" y="128"/>
                  <a:pt x="59" y="128"/>
                  <a:pt x="59" y="128"/>
                </a:cubicBezTo>
                <a:cubicBezTo>
                  <a:pt x="4" y="72"/>
                  <a:pt x="4" y="72"/>
                  <a:pt x="4" y="72"/>
                </a:cubicBezTo>
                <a:cubicBezTo>
                  <a:pt x="1" y="70"/>
                  <a:pt x="0" y="67"/>
                  <a:pt x="0" y="64"/>
                </a:cubicBezTo>
                <a:cubicBezTo>
                  <a:pt x="0" y="57"/>
                  <a:pt x="5" y="52"/>
                  <a:pt x="12" y="52"/>
                </a:cubicBezTo>
                <a:cubicBezTo>
                  <a:pt x="15" y="52"/>
                  <a:pt x="18" y="53"/>
                  <a:pt x="20" y="56"/>
                </a:cubicBezTo>
                <a:cubicBezTo>
                  <a:pt x="60" y="95"/>
                  <a:pt x="60" y="95"/>
                  <a:pt x="60" y="95"/>
                </a:cubicBezTo>
                <a:cubicBezTo>
                  <a:pt x="60" y="12"/>
                  <a:pt x="60" y="12"/>
                  <a:pt x="60" y="12"/>
                </a:cubicBezTo>
                <a:cubicBezTo>
                  <a:pt x="60" y="5"/>
                  <a:pt x="65" y="0"/>
                  <a:pt x="72" y="0"/>
                </a:cubicBezTo>
                <a:cubicBezTo>
                  <a:pt x="75" y="0"/>
                  <a:pt x="78" y="1"/>
                  <a:pt x="80" y="4"/>
                </a:cubicBezTo>
                <a:cubicBezTo>
                  <a:pt x="140" y="64"/>
                  <a:pt x="140" y="64"/>
                  <a:pt x="140" y="64"/>
                </a:cubicBezTo>
                <a:cubicBezTo>
                  <a:pt x="143" y="66"/>
                  <a:pt x="144" y="69"/>
                  <a:pt x="144" y="72"/>
                </a:cubicBezTo>
                <a:cubicBezTo>
                  <a:pt x="144" y="75"/>
                  <a:pt x="143" y="78"/>
                  <a:pt x="140" y="80"/>
                </a:cubicBezTo>
                <a:moveTo>
                  <a:pt x="84" y="215"/>
                </a:moveTo>
                <a:cubicBezTo>
                  <a:pt x="115" y="184"/>
                  <a:pt x="115" y="184"/>
                  <a:pt x="115" y="184"/>
                </a:cubicBezTo>
                <a:cubicBezTo>
                  <a:pt x="84" y="153"/>
                  <a:pt x="84" y="153"/>
                  <a:pt x="84" y="153"/>
                </a:cubicBezTo>
                <a:lnTo>
                  <a:pt x="84" y="215"/>
                </a:lnTo>
                <a:close/>
                <a:moveTo>
                  <a:pt x="84" y="41"/>
                </a:moveTo>
                <a:cubicBezTo>
                  <a:pt x="84" y="103"/>
                  <a:pt x="84" y="103"/>
                  <a:pt x="84" y="103"/>
                </a:cubicBezTo>
                <a:cubicBezTo>
                  <a:pt x="115" y="72"/>
                  <a:pt x="115" y="72"/>
                  <a:pt x="115" y="72"/>
                </a:cubicBezTo>
                <a:lnTo>
                  <a:pt x="84" y="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6" name="Google Shape;3346;p14"/>
          <p:cNvSpPr/>
          <p:nvPr/>
        </p:nvSpPr>
        <p:spPr>
          <a:xfrm>
            <a:off x="4803775" y="4556125"/>
            <a:ext cx="312738" cy="312738"/>
          </a:xfrm>
          <a:custGeom>
            <a:rect b="b" l="l" r="r" t="t"/>
            <a:pathLst>
              <a:path extrusionOk="0" h="192" w="192">
                <a:moveTo>
                  <a:pt x="152" y="141"/>
                </a:moveTo>
                <a:cubicBezTo>
                  <a:pt x="127" y="166"/>
                  <a:pt x="89" y="168"/>
                  <a:pt x="61" y="147"/>
                </a:cubicBezTo>
                <a:cubicBezTo>
                  <a:pt x="22" y="187"/>
                  <a:pt x="22" y="187"/>
                  <a:pt x="22" y="187"/>
                </a:cubicBezTo>
                <a:cubicBezTo>
                  <a:pt x="17" y="192"/>
                  <a:pt x="9" y="192"/>
                  <a:pt x="5" y="187"/>
                </a:cubicBezTo>
                <a:cubicBezTo>
                  <a:pt x="0" y="183"/>
                  <a:pt x="0" y="175"/>
                  <a:pt x="5" y="170"/>
                </a:cubicBezTo>
                <a:cubicBezTo>
                  <a:pt x="45" y="131"/>
                  <a:pt x="45" y="131"/>
                  <a:pt x="45" y="131"/>
                </a:cubicBezTo>
                <a:cubicBezTo>
                  <a:pt x="24" y="103"/>
                  <a:pt x="26" y="65"/>
                  <a:pt x="51" y="40"/>
                </a:cubicBezTo>
                <a:cubicBezTo>
                  <a:pt x="75" y="16"/>
                  <a:pt x="75" y="16"/>
                  <a:pt x="75" y="16"/>
                </a:cubicBezTo>
                <a:cubicBezTo>
                  <a:pt x="92" y="33"/>
                  <a:pt x="92" y="33"/>
                  <a:pt x="92" y="33"/>
                </a:cubicBezTo>
                <a:cubicBezTo>
                  <a:pt x="120" y="5"/>
                  <a:pt x="120" y="5"/>
                  <a:pt x="120" y="5"/>
                </a:cubicBezTo>
                <a:cubicBezTo>
                  <a:pt x="125" y="0"/>
                  <a:pt x="132" y="0"/>
                  <a:pt x="137" y="5"/>
                </a:cubicBezTo>
                <a:cubicBezTo>
                  <a:pt x="141" y="9"/>
                  <a:pt x="141" y="17"/>
                  <a:pt x="137" y="22"/>
                </a:cubicBezTo>
                <a:cubicBezTo>
                  <a:pt x="109" y="50"/>
                  <a:pt x="109" y="50"/>
                  <a:pt x="109" y="50"/>
                </a:cubicBezTo>
                <a:cubicBezTo>
                  <a:pt x="142" y="83"/>
                  <a:pt x="142" y="83"/>
                  <a:pt x="142" y="83"/>
                </a:cubicBezTo>
                <a:cubicBezTo>
                  <a:pt x="170" y="55"/>
                  <a:pt x="170" y="55"/>
                  <a:pt x="170" y="55"/>
                </a:cubicBezTo>
                <a:cubicBezTo>
                  <a:pt x="175" y="51"/>
                  <a:pt x="183" y="51"/>
                  <a:pt x="187" y="55"/>
                </a:cubicBezTo>
                <a:cubicBezTo>
                  <a:pt x="192" y="60"/>
                  <a:pt x="192" y="67"/>
                  <a:pt x="187" y="72"/>
                </a:cubicBezTo>
                <a:cubicBezTo>
                  <a:pt x="159" y="100"/>
                  <a:pt x="159" y="100"/>
                  <a:pt x="159" y="100"/>
                </a:cubicBezTo>
                <a:cubicBezTo>
                  <a:pt x="176" y="117"/>
                  <a:pt x="176" y="117"/>
                  <a:pt x="176" y="117"/>
                </a:cubicBezTo>
                <a:lnTo>
                  <a:pt x="152" y="1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7" name="Google Shape;3347;p14"/>
          <p:cNvSpPr/>
          <p:nvPr/>
        </p:nvSpPr>
        <p:spPr>
          <a:xfrm>
            <a:off x="4038600" y="4519613"/>
            <a:ext cx="385763" cy="387350"/>
          </a:xfrm>
          <a:custGeom>
            <a:rect b="b" l="l" r="r" t="t"/>
            <a:pathLst>
              <a:path extrusionOk="0" h="238" w="238">
                <a:moveTo>
                  <a:pt x="30" y="211"/>
                </a:moveTo>
                <a:cubicBezTo>
                  <a:pt x="27" y="208"/>
                  <a:pt x="27" y="208"/>
                  <a:pt x="27" y="208"/>
                </a:cubicBezTo>
                <a:cubicBezTo>
                  <a:pt x="0" y="181"/>
                  <a:pt x="0" y="136"/>
                  <a:pt x="27" y="109"/>
                </a:cubicBezTo>
                <a:cubicBezTo>
                  <a:pt x="109" y="27"/>
                  <a:pt x="109" y="27"/>
                  <a:pt x="109" y="27"/>
                </a:cubicBezTo>
                <a:cubicBezTo>
                  <a:pt x="136" y="0"/>
                  <a:pt x="181" y="0"/>
                  <a:pt x="208" y="27"/>
                </a:cubicBezTo>
                <a:cubicBezTo>
                  <a:pt x="211" y="30"/>
                  <a:pt x="211" y="30"/>
                  <a:pt x="211" y="30"/>
                </a:cubicBezTo>
                <a:cubicBezTo>
                  <a:pt x="238" y="57"/>
                  <a:pt x="238" y="102"/>
                  <a:pt x="211" y="129"/>
                </a:cubicBezTo>
                <a:cubicBezTo>
                  <a:pt x="129" y="211"/>
                  <a:pt x="129" y="211"/>
                  <a:pt x="129" y="211"/>
                </a:cubicBezTo>
                <a:cubicBezTo>
                  <a:pt x="102" y="238"/>
                  <a:pt x="57" y="238"/>
                  <a:pt x="30" y="211"/>
                </a:cubicBezTo>
                <a:moveTo>
                  <a:pt x="153" y="153"/>
                </a:moveTo>
                <a:cubicBezTo>
                  <a:pt x="85" y="85"/>
                  <a:pt x="85" y="85"/>
                  <a:pt x="85" y="85"/>
                </a:cubicBezTo>
                <a:cubicBezTo>
                  <a:pt x="44" y="126"/>
                  <a:pt x="44" y="126"/>
                  <a:pt x="44" y="126"/>
                </a:cubicBezTo>
                <a:cubicBezTo>
                  <a:pt x="26" y="144"/>
                  <a:pt x="26" y="173"/>
                  <a:pt x="44" y="191"/>
                </a:cubicBezTo>
                <a:cubicBezTo>
                  <a:pt x="47" y="194"/>
                  <a:pt x="47" y="194"/>
                  <a:pt x="47" y="194"/>
                </a:cubicBezTo>
                <a:cubicBezTo>
                  <a:pt x="65" y="212"/>
                  <a:pt x="94" y="212"/>
                  <a:pt x="112" y="194"/>
                </a:cubicBezTo>
                <a:lnTo>
                  <a:pt x="153" y="1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14"/>
          <p:cNvSpPr/>
          <p:nvPr/>
        </p:nvSpPr>
        <p:spPr>
          <a:xfrm>
            <a:off x="3373438" y="4529138"/>
            <a:ext cx="260350" cy="366712"/>
          </a:xfrm>
          <a:custGeom>
            <a:rect b="b" l="l" r="r" t="t"/>
            <a:pathLst>
              <a:path extrusionOk="0" h="225" w="160">
                <a:moveTo>
                  <a:pt x="80" y="225"/>
                </a:moveTo>
                <a:cubicBezTo>
                  <a:pt x="37" y="225"/>
                  <a:pt x="0" y="189"/>
                  <a:pt x="0" y="143"/>
                </a:cubicBezTo>
                <a:cubicBezTo>
                  <a:pt x="0" y="101"/>
                  <a:pt x="78" y="0"/>
                  <a:pt x="78" y="0"/>
                </a:cubicBezTo>
                <a:cubicBezTo>
                  <a:pt x="78" y="0"/>
                  <a:pt x="160" y="99"/>
                  <a:pt x="160" y="143"/>
                </a:cubicBezTo>
                <a:cubicBezTo>
                  <a:pt x="160" y="188"/>
                  <a:pt x="122" y="225"/>
                  <a:pt x="80" y="225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9" name="Google Shape;3349;p14"/>
          <p:cNvSpPr/>
          <p:nvPr/>
        </p:nvSpPr>
        <p:spPr>
          <a:xfrm>
            <a:off x="2566988" y="4530725"/>
            <a:ext cx="415925" cy="365125"/>
          </a:xfrm>
          <a:custGeom>
            <a:rect b="b" l="l" r="r" t="t"/>
            <a:pathLst>
              <a:path extrusionOk="0" h="224" w="256">
                <a:moveTo>
                  <a:pt x="249" y="123"/>
                </a:moveTo>
                <a:cubicBezTo>
                  <a:pt x="249" y="123"/>
                  <a:pt x="249" y="123"/>
                  <a:pt x="249" y="123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3" y="171"/>
                  <a:pt x="133" y="171"/>
                  <a:pt x="133" y="171"/>
                </a:cubicBezTo>
                <a:cubicBezTo>
                  <a:pt x="131" y="172"/>
                  <a:pt x="130" y="172"/>
                  <a:pt x="128" y="172"/>
                </a:cubicBezTo>
                <a:cubicBezTo>
                  <a:pt x="126" y="172"/>
                  <a:pt x="125" y="172"/>
                  <a:pt x="123" y="171"/>
                </a:cubicBezTo>
                <a:cubicBezTo>
                  <a:pt x="123" y="171"/>
                  <a:pt x="123" y="171"/>
                  <a:pt x="123" y="171"/>
                </a:cubicBezTo>
                <a:cubicBezTo>
                  <a:pt x="123" y="171"/>
                  <a:pt x="123" y="171"/>
                  <a:pt x="123" y="171"/>
                </a:cubicBezTo>
                <a:cubicBezTo>
                  <a:pt x="123" y="171"/>
                  <a:pt x="123" y="171"/>
                  <a:pt x="123" y="171"/>
                </a:cubicBezTo>
                <a:cubicBezTo>
                  <a:pt x="7" y="123"/>
                  <a:pt x="7" y="123"/>
                  <a:pt x="7" y="123"/>
                </a:cubicBezTo>
                <a:cubicBezTo>
                  <a:pt x="7" y="123"/>
                  <a:pt x="7" y="123"/>
                  <a:pt x="7" y="123"/>
                </a:cubicBezTo>
                <a:cubicBezTo>
                  <a:pt x="3" y="121"/>
                  <a:pt x="0" y="117"/>
                  <a:pt x="0" y="112"/>
                </a:cubicBezTo>
                <a:cubicBezTo>
                  <a:pt x="0" y="105"/>
                  <a:pt x="5" y="100"/>
                  <a:pt x="12" y="100"/>
                </a:cubicBezTo>
                <a:cubicBezTo>
                  <a:pt x="14" y="100"/>
                  <a:pt x="15" y="100"/>
                  <a:pt x="17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17" y="101"/>
                  <a:pt x="17" y="101"/>
                  <a:pt x="17" y="101"/>
                </a:cubicBezTo>
                <a:cubicBezTo>
                  <a:pt x="128" y="147"/>
                  <a:pt x="128" y="147"/>
                  <a:pt x="128" y="147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39" y="101"/>
                  <a:pt x="239" y="101"/>
                  <a:pt x="239" y="101"/>
                </a:cubicBezTo>
                <a:cubicBezTo>
                  <a:pt x="241" y="100"/>
                  <a:pt x="242" y="100"/>
                  <a:pt x="244" y="100"/>
                </a:cubicBezTo>
                <a:cubicBezTo>
                  <a:pt x="251" y="100"/>
                  <a:pt x="256" y="105"/>
                  <a:pt x="256" y="112"/>
                </a:cubicBezTo>
                <a:cubicBezTo>
                  <a:pt x="256" y="117"/>
                  <a:pt x="253" y="121"/>
                  <a:pt x="249" y="123"/>
                </a:cubicBezTo>
                <a:moveTo>
                  <a:pt x="249" y="71"/>
                </a:moveTo>
                <a:cubicBezTo>
                  <a:pt x="249" y="71"/>
                  <a:pt x="249" y="71"/>
                  <a:pt x="249" y="71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3" y="119"/>
                  <a:pt x="133" y="119"/>
                  <a:pt x="133" y="119"/>
                </a:cubicBezTo>
                <a:cubicBezTo>
                  <a:pt x="131" y="120"/>
                  <a:pt x="130" y="120"/>
                  <a:pt x="128" y="120"/>
                </a:cubicBezTo>
                <a:cubicBezTo>
                  <a:pt x="126" y="120"/>
                  <a:pt x="125" y="120"/>
                  <a:pt x="123" y="11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123" y="119"/>
                  <a:pt x="123" y="119"/>
                  <a:pt x="123" y="119"/>
                </a:cubicBezTo>
                <a:cubicBezTo>
                  <a:pt x="7" y="71"/>
                  <a:pt x="7" y="71"/>
                  <a:pt x="7" y="71"/>
                </a:cubicBezTo>
                <a:cubicBezTo>
                  <a:pt x="7" y="71"/>
                  <a:pt x="7" y="71"/>
                  <a:pt x="7" y="71"/>
                </a:cubicBezTo>
                <a:cubicBezTo>
                  <a:pt x="3" y="69"/>
                  <a:pt x="0" y="65"/>
                  <a:pt x="0" y="60"/>
                </a:cubicBezTo>
                <a:cubicBezTo>
                  <a:pt x="0" y="55"/>
                  <a:pt x="3" y="51"/>
                  <a:pt x="7" y="49"/>
                </a:cubicBezTo>
                <a:cubicBezTo>
                  <a:pt x="7" y="49"/>
                  <a:pt x="7" y="49"/>
                  <a:pt x="7" y="49"/>
                </a:cubicBezTo>
                <a:cubicBezTo>
                  <a:pt x="123" y="1"/>
                  <a:pt x="123" y="1"/>
                  <a:pt x="123" y="1"/>
                </a:cubicBezTo>
                <a:cubicBezTo>
                  <a:pt x="123" y="1"/>
                  <a:pt x="123" y="1"/>
                  <a:pt x="123" y="1"/>
                </a:cubicBezTo>
                <a:cubicBezTo>
                  <a:pt x="123" y="1"/>
                  <a:pt x="123" y="1"/>
                  <a:pt x="123" y="1"/>
                </a:cubicBezTo>
                <a:cubicBezTo>
                  <a:pt x="123" y="1"/>
                  <a:pt x="123" y="1"/>
                  <a:pt x="123" y="1"/>
                </a:cubicBezTo>
                <a:cubicBezTo>
                  <a:pt x="125" y="0"/>
                  <a:pt x="126" y="0"/>
                  <a:pt x="128" y="0"/>
                </a:cubicBezTo>
                <a:cubicBezTo>
                  <a:pt x="130" y="0"/>
                  <a:pt x="131" y="0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249" y="49"/>
                  <a:pt x="249" y="49"/>
                  <a:pt x="249" y="49"/>
                </a:cubicBezTo>
                <a:cubicBezTo>
                  <a:pt x="249" y="49"/>
                  <a:pt x="249" y="49"/>
                  <a:pt x="249" y="49"/>
                </a:cubicBezTo>
                <a:cubicBezTo>
                  <a:pt x="253" y="51"/>
                  <a:pt x="256" y="55"/>
                  <a:pt x="256" y="60"/>
                </a:cubicBezTo>
                <a:cubicBezTo>
                  <a:pt x="256" y="65"/>
                  <a:pt x="253" y="69"/>
                  <a:pt x="249" y="71"/>
                </a:cubicBezTo>
                <a:moveTo>
                  <a:pt x="12" y="152"/>
                </a:moveTo>
                <a:cubicBezTo>
                  <a:pt x="14" y="152"/>
                  <a:pt x="15" y="152"/>
                  <a:pt x="17" y="153"/>
                </a:cubicBezTo>
                <a:cubicBezTo>
                  <a:pt x="17" y="153"/>
                  <a:pt x="17" y="153"/>
                  <a:pt x="17" y="153"/>
                </a:cubicBezTo>
                <a:cubicBezTo>
                  <a:pt x="17" y="153"/>
                  <a:pt x="17" y="153"/>
                  <a:pt x="17" y="153"/>
                </a:cubicBezTo>
                <a:cubicBezTo>
                  <a:pt x="17" y="153"/>
                  <a:pt x="17" y="153"/>
                  <a:pt x="17" y="153"/>
                </a:cubicBezTo>
                <a:cubicBezTo>
                  <a:pt x="128" y="199"/>
                  <a:pt x="128" y="199"/>
                  <a:pt x="128" y="199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39" y="153"/>
                  <a:pt x="239" y="153"/>
                  <a:pt x="239" y="153"/>
                </a:cubicBezTo>
                <a:cubicBezTo>
                  <a:pt x="241" y="152"/>
                  <a:pt x="242" y="152"/>
                  <a:pt x="244" y="152"/>
                </a:cubicBezTo>
                <a:cubicBezTo>
                  <a:pt x="251" y="152"/>
                  <a:pt x="256" y="157"/>
                  <a:pt x="256" y="164"/>
                </a:cubicBezTo>
                <a:cubicBezTo>
                  <a:pt x="256" y="169"/>
                  <a:pt x="253" y="173"/>
                  <a:pt x="249" y="175"/>
                </a:cubicBezTo>
                <a:cubicBezTo>
                  <a:pt x="249" y="175"/>
                  <a:pt x="249" y="175"/>
                  <a:pt x="249" y="175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3" y="223"/>
                  <a:pt x="133" y="223"/>
                  <a:pt x="133" y="223"/>
                </a:cubicBezTo>
                <a:cubicBezTo>
                  <a:pt x="131" y="224"/>
                  <a:pt x="130" y="224"/>
                  <a:pt x="128" y="224"/>
                </a:cubicBezTo>
                <a:cubicBezTo>
                  <a:pt x="126" y="224"/>
                  <a:pt x="125" y="224"/>
                  <a:pt x="123" y="223"/>
                </a:cubicBezTo>
                <a:cubicBezTo>
                  <a:pt x="123" y="223"/>
                  <a:pt x="123" y="223"/>
                  <a:pt x="123" y="223"/>
                </a:cubicBezTo>
                <a:cubicBezTo>
                  <a:pt x="123" y="223"/>
                  <a:pt x="123" y="223"/>
                  <a:pt x="123" y="223"/>
                </a:cubicBezTo>
                <a:cubicBezTo>
                  <a:pt x="123" y="223"/>
                  <a:pt x="123" y="223"/>
                  <a:pt x="123" y="223"/>
                </a:cubicBezTo>
                <a:cubicBezTo>
                  <a:pt x="7" y="175"/>
                  <a:pt x="7" y="175"/>
                  <a:pt x="7" y="175"/>
                </a:cubicBezTo>
                <a:cubicBezTo>
                  <a:pt x="7" y="175"/>
                  <a:pt x="7" y="175"/>
                  <a:pt x="7" y="175"/>
                </a:cubicBezTo>
                <a:cubicBezTo>
                  <a:pt x="3" y="173"/>
                  <a:pt x="0" y="169"/>
                  <a:pt x="0" y="164"/>
                </a:cubicBezTo>
                <a:cubicBezTo>
                  <a:pt x="0" y="157"/>
                  <a:pt x="5" y="152"/>
                  <a:pt x="12" y="1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0" name="Google Shape;3350;p14"/>
          <p:cNvSpPr/>
          <p:nvPr/>
        </p:nvSpPr>
        <p:spPr>
          <a:xfrm>
            <a:off x="1838325" y="4505325"/>
            <a:ext cx="415925" cy="415925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204"/>
                </a:moveTo>
                <a:cubicBezTo>
                  <a:pt x="86" y="204"/>
                  <a:pt x="52" y="170"/>
                  <a:pt x="52" y="128"/>
                </a:cubicBezTo>
                <a:cubicBezTo>
                  <a:pt x="52" y="86"/>
                  <a:pt x="86" y="52"/>
                  <a:pt x="128" y="52"/>
                </a:cubicBezTo>
                <a:cubicBezTo>
                  <a:pt x="170" y="52"/>
                  <a:pt x="204" y="86"/>
                  <a:pt x="204" y="128"/>
                </a:cubicBezTo>
                <a:cubicBezTo>
                  <a:pt x="204" y="170"/>
                  <a:pt x="170" y="204"/>
                  <a:pt x="128" y="204"/>
                </a:cubicBezTo>
                <a:moveTo>
                  <a:pt x="128" y="76"/>
                </a:moveTo>
                <a:cubicBezTo>
                  <a:pt x="99" y="76"/>
                  <a:pt x="76" y="99"/>
                  <a:pt x="76" y="128"/>
                </a:cubicBezTo>
                <a:cubicBezTo>
                  <a:pt x="76" y="157"/>
                  <a:pt x="99" y="180"/>
                  <a:pt x="128" y="180"/>
                </a:cubicBezTo>
                <a:cubicBezTo>
                  <a:pt x="157" y="180"/>
                  <a:pt x="180" y="157"/>
                  <a:pt x="180" y="128"/>
                </a:cubicBezTo>
                <a:cubicBezTo>
                  <a:pt x="180" y="99"/>
                  <a:pt x="157" y="76"/>
                  <a:pt x="128" y="76"/>
                </a:cubicBezTo>
                <a:moveTo>
                  <a:pt x="128" y="152"/>
                </a:moveTo>
                <a:cubicBezTo>
                  <a:pt x="115" y="152"/>
                  <a:pt x="104" y="141"/>
                  <a:pt x="104" y="128"/>
                </a:cubicBezTo>
                <a:cubicBezTo>
                  <a:pt x="104" y="115"/>
                  <a:pt x="115" y="104"/>
                  <a:pt x="128" y="104"/>
                </a:cubicBezTo>
                <a:cubicBezTo>
                  <a:pt x="141" y="104"/>
                  <a:pt x="152" y="115"/>
                  <a:pt x="152" y="128"/>
                </a:cubicBezTo>
                <a:cubicBezTo>
                  <a:pt x="152" y="141"/>
                  <a:pt x="141" y="152"/>
                  <a:pt x="128" y="1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1" name="Google Shape;3351;p14"/>
          <p:cNvSpPr/>
          <p:nvPr/>
        </p:nvSpPr>
        <p:spPr>
          <a:xfrm>
            <a:off x="1109663" y="4505325"/>
            <a:ext cx="415925" cy="415925"/>
          </a:xfrm>
          <a:custGeom>
            <a:rect b="b" l="l" r="r" t="t"/>
            <a:pathLst>
              <a:path extrusionOk="0" h="256" w="256">
                <a:moveTo>
                  <a:pt x="244" y="140"/>
                </a:moveTo>
                <a:cubicBezTo>
                  <a:pt x="212" y="140"/>
                  <a:pt x="212" y="140"/>
                  <a:pt x="212" y="140"/>
                </a:cubicBezTo>
                <a:cubicBezTo>
                  <a:pt x="205" y="140"/>
                  <a:pt x="200" y="135"/>
                  <a:pt x="200" y="128"/>
                </a:cubicBezTo>
                <a:cubicBezTo>
                  <a:pt x="200" y="121"/>
                  <a:pt x="205" y="116"/>
                  <a:pt x="212" y="116"/>
                </a:cubicBezTo>
                <a:cubicBezTo>
                  <a:pt x="244" y="116"/>
                  <a:pt x="244" y="116"/>
                  <a:pt x="244" y="116"/>
                </a:cubicBezTo>
                <a:cubicBezTo>
                  <a:pt x="251" y="116"/>
                  <a:pt x="256" y="121"/>
                  <a:pt x="256" y="128"/>
                </a:cubicBezTo>
                <a:cubicBezTo>
                  <a:pt x="256" y="135"/>
                  <a:pt x="251" y="140"/>
                  <a:pt x="244" y="140"/>
                </a:cubicBezTo>
                <a:moveTo>
                  <a:pt x="220" y="52"/>
                </a:moveTo>
                <a:cubicBezTo>
                  <a:pt x="196" y="76"/>
                  <a:pt x="196" y="76"/>
                  <a:pt x="196" y="76"/>
                </a:cubicBezTo>
                <a:cubicBezTo>
                  <a:pt x="194" y="79"/>
                  <a:pt x="191" y="80"/>
                  <a:pt x="188" y="80"/>
                </a:cubicBezTo>
                <a:cubicBezTo>
                  <a:pt x="181" y="80"/>
                  <a:pt x="176" y="75"/>
                  <a:pt x="176" y="68"/>
                </a:cubicBezTo>
                <a:cubicBezTo>
                  <a:pt x="176" y="65"/>
                  <a:pt x="177" y="62"/>
                  <a:pt x="180" y="60"/>
                </a:cubicBezTo>
                <a:cubicBezTo>
                  <a:pt x="204" y="36"/>
                  <a:pt x="204" y="36"/>
                  <a:pt x="204" y="36"/>
                </a:cubicBezTo>
                <a:cubicBezTo>
                  <a:pt x="206" y="33"/>
                  <a:pt x="209" y="32"/>
                  <a:pt x="212" y="32"/>
                </a:cubicBezTo>
                <a:cubicBezTo>
                  <a:pt x="219" y="32"/>
                  <a:pt x="224" y="37"/>
                  <a:pt x="224" y="44"/>
                </a:cubicBezTo>
                <a:cubicBezTo>
                  <a:pt x="224" y="47"/>
                  <a:pt x="223" y="50"/>
                  <a:pt x="220" y="52"/>
                </a:cubicBezTo>
                <a:moveTo>
                  <a:pt x="128" y="256"/>
                </a:moveTo>
                <a:cubicBezTo>
                  <a:pt x="121" y="256"/>
                  <a:pt x="116" y="251"/>
                  <a:pt x="116" y="244"/>
                </a:cubicBezTo>
                <a:cubicBezTo>
                  <a:pt x="116" y="212"/>
                  <a:pt x="116" y="212"/>
                  <a:pt x="116" y="212"/>
                </a:cubicBezTo>
                <a:cubicBezTo>
                  <a:pt x="116" y="205"/>
                  <a:pt x="121" y="200"/>
                  <a:pt x="128" y="200"/>
                </a:cubicBezTo>
                <a:cubicBezTo>
                  <a:pt x="135" y="200"/>
                  <a:pt x="140" y="205"/>
                  <a:pt x="140" y="212"/>
                </a:cubicBezTo>
                <a:cubicBezTo>
                  <a:pt x="140" y="244"/>
                  <a:pt x="140" y="244"/>
                  <a:pt x="140" y="244"/>
                </a:cubicBezTo>
                <a:cubicBezTo>
                  <a:pt x="140" y="251"/>
                  <a:pt x="135" y="256"/>
                  <a:pt x="128" y="256"/>
                </a:cubicBezTo>
                <a:moveTo>
                  <a:pt x="128" y="56"/>
                </a:moveTo>
                <a:cubicBezTo>
                  <a:pt x="121" y="56"/>
                  <a:pt x="116" y="51"/>
                  <a:pt x="116" y="44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44"/>
                  <a:pt x="140" y="44"/>
                  <a:pt x="140" y="44"/>
                </a:cubicBezTo>
                <a:cubicBezTo>
                  <a:pt x="140" y="51"/>
                  <a:pt x="135" y="56"/>
                  <a:pt x="128" y="56"/>
                </a:cubicBezTo>
                <a:moveTo>
                  <a:pt x="76" y="196"/>
                </a:moveTo>
                <a:cubicBezTo>
                  <a:pt x="52" y="220"/>
                  <a:pt x="52" y="220"/>
                  <a:pt x="52" y="220"/>
                </a:cubicBezTo>
                <a:cubicBezTo>
                  <a:pt x="50" y="223"/>
                  <a:pt x="47" y="224"/>
                  <a:pt x="44" y="224"/>
                </a:cubicBezTo>
                <a:cubicBezTo>
                  <a:pt x="37" y="224"/>
                  <a:pt x="32" y="219"/>
                  <a:pt x="32" y="212"/>
                </a:cubicBezTo>
                <a:cubicBezTo>
                  <a:pt x="32" y="209"/>
                  <a:pt x="33" y="206"/>
                  <a:pt x="36" y="204"/>
                </a:cubicBezTo>
                <a:cubicBezTo>
                  <a:pt x="60" y="180"/>
                  <a:pt x="60" y="180"/>
                  <a:pt x="60" y="180"/>
                </a:cubicBezTo>
                <a:cubicBezTo>
                  <a:pt x="62" y="177"/>
                  <a:pt x="65" y="176"/>
                  <a:pt x="68" y="176"/>
                </a:cubicBezTo>
                <a:cubicBezTo>
                  <a:pt x="75" y="176"/>
                  <a:pt x="80" y="181"/>
                  <a:pt x="80" y="188"/>
                </a:cubicBezTo>
                <a:cubicBezTo>
                  <a:pt x="80" y="191"/>
                  <a:pt x="79" y="194"/>
                  <a:pt x="76" y="196"/>
                </a:cubicBezTo>
                <a:moveTo>
                  <a:pt x="68" y="80"/>
                </a:moveTo>
                <a:cubicBezTo>
                  <a:pt x="65" y="80"/>
                  <a:pt x="62" y="79"/>
                  <a:pt x="60" y="76"/>
                </a:cubicBezTo>
                <a:cubicBezTo>
                  <a:pt x="36" y="52"/>
                  <a:pt x="36" y="52"/>
                  <a:pt x="36" y="52"/>
                </a:cubicBezTo>
                <a:cubicBezTo>
                  <a:pt x="33" y="50"/>
                  <a:pt x="32" y="47"/>
                  <a:pt x="32" y="44"/>
                </a:cubicBezTo>
                <a:cubicBezTo>
                  <a:pt x="32" y="37"/>
                  <a:pt x="37" y="32"/>
                  <a:pt x="44" y="32"/>
                </a:cubicBezTo>
                <a:cubicBezTo>
                  <a:pt x="47" y="32"/>
                  <a:pt x="50" y="33"/>
                  <a:pt x="52" y="36"/>
                </a:cubicBezTo>
                <a:cubicBezTo>
                  <a:pt x="76" y="60"/>
                  <a:pt x="76" y="60"/>
                  <a:pt x="76" y="60"/>
                </a:cubicBezTo>
                <a:cubicBezTo>
                  <a:pt x="79" y="62"/>
                  <a:pt x="80" y="65"/>
                  <a:pt x="80" y="68"/>
                </a:cubicBezTo>
                <a:cubicBezTo>
                  <a:pt x="80" y="75"/>
                  <a:pt x="75" y="80"/>
                  <a:pt x="68" y="80"/>
                </a:cubicBezTo>
                <a:moveTo>
                  <a:pt x="56" y="128"/>
                </a:moveTo>
                <a:cubicBezTo>
                  <a:pt x="56" y="135"/>
                  <a:pt x="51" y="140"/>
                  <a:pt x="44" y="140"/>
                </a:cubicBezTo>
                <a:cubicBezTo>
                  <a:pt x="12" y="140"/>
                  <a:pt x="12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121"/>
                  <a:pt x="5" y="116"/>
                  <a:pt x="12" y="116"/>
                </a:cubicBezTo>
                <a:cubicBezTo>
                  <a:pt x="44" y="116"/>
                  <a:pt x="44" y="116"/>
                  <a:pt x="44" y="116"/>
                </a:cubicBezTo>
                <a:cubicBezTo>
                  <a:pt x="51" y="116"/>
                  <a:pt x="56" y="121"/>
                  <a:pt x="56" y="128"/>
                </a:cubicBezTo>
                <a:moveTo>
                  <a:pt x="188" y="176"/>
                </a:moveTo>
                <a:cubicBezTo>
                  <a:pt x="191" y="176"/>
                  <a:pt x="194" y="177"/>
                  <a:pt x="196" y="180"/>
                </a:cubicBezTo>
                <a:cubicBezTo>
                  <a:pt x="220" y="204"/>
                  <a:pt x="220" y="204"/>
                  <a:pt x="220" y="204"/>
                </a:cubicBezTo>
                <a:cubicBezTo>
                  <a:pt x="223" y="206"/>
                  <a:pt x="224" y="209"/>
                  <a:pt x="224" y="212"/>
                </a:cubicBezTo>
                <a:cubicBezTo>
                  <a:pt x="224" y="219"/>
                  <a:pt x="219" y="224"/>
                  <a:pt x="212" y="224"/>
                </a:cubicBezTo>
                <a:cubicBezTo>
                  <a:pt x="209" y="224"/>
                  <a:pt x="206" y="223"/>
                  <a:pt x="204" y="220"/>
                </a:cubicBezTo>
                <a:cubicBezTo>
                  <a:pt x="180" y="196"/>
                  <a:pt x="180" y="196"/>
                  <a:pt x="180" y="196"/>
                </a:cubicBezTo>
                <a:cubicBezTo>
                  <a:pt x="177" y="194"/>
                  <a:pt x="176" y="191"/>
                  <a:pt x="176" y="188"/>
                </a:cubicBezTo>
                <a:cubicBezTo>
                  <a:pt x="176" y="181"/>
                  <a:pt x="181" y="176"/>
                  <a:pt x="188" y="17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2" name="Google Shape;3352;p14"/>
          <p:cNvSpPr/>
          <p:nvPr/>
        </p:nvSpPr>
        <p:spPr>
          <a:xfrm>
            <a:off x="381000" y="4505325"/>
            <a:ext cx="415925" cy="415925"/>
          </a:xfrm>
          <a:custGeom>
            <a:rect b="b" l="l" r="r" t="t"/>
            <a:pathLst>
              <a:path extrusionOk="0" h="256" w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184"/>
                </a:moveTo>
                <a:cubicBezTo>
                  <a:pt x="96" y="184"/>
                  <a:pt x="106" y="149"/>
                  <a:pt x="106" y="149"/>
                </a:cubicBezTo>
                <a:cubicBezTo>
                  <a:pt x="129" y="64"/>
                  <a:pt x="129" y="64"/>
                  <a:pt x="129" y="64"/>
                </a:cubicBezTo>
                <a:cubicBezTo>
                  <a:pt x="150" y="149"/>
                  <a:pt x="150" y="149"/>
                  <a:pt x="150" y="149"/>
                </a:cubicBezTo>
                <a:cubicBezTo>
                  <a:pt x="160" y="184"/>
                  <a:pt x="128" y="184"/>
                  <a:pt x="128" y="18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14"/>
          <p:cNvSpPr/>
          <p:nvPr/>
        </p:nvSpPr>
        <p:spPr>
          <a:xfrm>
            <a:off x="8394700" y="3776663"/>
            <a:ext cx="415925" cy="415925"/>
          </a:xfrm>
          <a:custGeom>
            <a:rect b="b" l="l" r="r" t="t"/>
            <a:pathLst>
              <a:path extrusionOk="0" h="256" w="256">
                <a:moveTo>
                  <a:pt x="212" y="256"/>
                </a:moveTo>
                <a:cubicBezTo>
                  <a:pt x="212" y="139"/>
                  <a:pt x="117" y="44"/>
                  <a:pt x="0" y="44"/>
                </a:cubicBezTo>
                <a:cubicBezTo>
                  <a:pt x="0" y="0"/>
                  <a:pt x="0" y="0"/>
                  <a:pt x="0" y="0"/>
                </a:cubicBezTo>
                <a:cubicBezTo>
                  <a:pt x="141" y="0"/>
                  <a:pt x="256" y="115"/>
                  <a:pt x="256" y="256"/>
                </a:cubicBezTo>
                <a:lnTo>
                  <a:pt x="212" y="256"/>
                </a:lnTo>
                <a:close/>
                <a:moveTo>
                  <a:pt x="164" y="256"/>
                </a:moveTo>
                <a:cubicBezTo>
                  <a:pt x="120" y="256"/>
                  <a:pt x="120" y="256"/>
                  <a:pt x="120" y="256"/>
                </a:cubicBezTo>
                <a:cubicBezTo>
                  <a:pt x="120" y="190"/>
                  <a:pt x="66" y="136"/>
                  <a:pt x="0" y="136"/>
                </a:cubicBezTo>
                <a:cubicBezTo>
                  <a:pt x="0" y="92"/>
                  <a:pt x="0" y="92"/>
                  <a:pt x="0" y="92"/>
                </a:cubicBezTo>
                <a:cubicBezTo>
                  <a:pt x="91" y="92"/>
                  <a:pt x="164" y="165"/>
                  <a:pt x="164" y="256"/>
                </a:cubicBezTo>
                <a:moveTo>
                  <a:pt x="32" y="192"/>
                </a:moveTo>
                <a:cubicBezTo>
                  <a:pt x="50" y="192"/>
                  <a:pt x="64" y="206"/>
                  <a:pt x="64" y="224"/>
                </a:cubicBezTo>
                <a:cubicBezTo>
                  <a:pt x="64" y="242"/>
                  <a:pt x="50" y="256"/>
                  <a:pt x="32" y="256"/>
                </a:cubicBezTo>
                <a:cubicBezTo>
                  <a:pt x="14" y="256"/>
                  <a:pt x="0" y="242"/>
                  <a:pt x="0" y="224"/>
                </a:cubicBezTo>
                <a:cubicBezTo>
                  <a:pt x="0" y="206"/>
                  <a:pt x="14" y="192"/>
                  <a:pt x="32" y="1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14"/>
          <p:cNvSpPr/>
          <p:nvPr/>
        </p:nvSpPr>
        <p:spPr>
          <a:xfrm>
            <a:off x="7685088" y="3795713"/>
            <a:ext cx="377825" cy="377825"/>
          </a:xfrm>
          <a:custGeom>
            <a:rect b="b" l="l" r="r" t="t"/>
            <a:pathLst>
              <a:path extrusionOk="0" h="232" w="232">
                <a:moveTo>
                  <a:pt x="220" y="84"/>
                </a:moveTo>
                <a:cubicBezTo>
                  <a:pt x="180" y="84"/>
                  <a:pt x="180" y="84"/>
                  <a:pt x="180" y="84"/>
                </a:cubicBezTo>
                <a:cubicBezTo>
                  <a:pt x="165" y="148"/>
                  <a:pt x="165" y="148"/>
                  <a:pt x="165" y="148"/>
                </a:cubicBezTo>
                <a:cubicBezTo>
                  <a:pt x="196" y="148"/>
                  <a:pt x="196" y="148"/>
                  <a:pt x="196" y="148"/>
                </a:cubicBezTo>
                <a:cubicBezTo>
                  <a:pt x="203" y="148"/>
                  <a:pt x="208" y="153"/>
                  <a:pt x="208" y="160"/>
                </a:cubicBezTo>
                <a:cubicBezTo>
                  <a:pt x="208" y="167"/>
                  <a:pt x="203" y="172"/>
                  <a:pt x="196" y="172"/>
                </a:cubicBezTo>
                <a:cubicBezTo>
                  <a:pt x="159" y="172"/>
                  <a:pt x="159" y="172"/>
                  <a:pt x="159" y="172"/>
                </a:cubicBezTo>
                <a:cubicBezTo>
                  <a:pt x="148" y="223"/>
                  <a:pt x="148" y="223"/>
                  <a:pt x="148" y="223"/>
                </a:cubicBezTo>
                <a:cubicBezTo>
                  <a:pt x="146" y="228"/>
                  <a:pt x="142" y="232"/>
                  <a:pt x="136" y="232"/>
                </a:cubicBezTo>
                <a:cubicBezTo>
                  <a:pt x="129" y="232"/>
                  <a:pt x="124" y="227"/>
                  <a:pt x="124" y="220"/>
                </a:cubicBezTo>
                <a:cubicBezTo>
                  <a:pt x="124" y="219"/>
                  <a:pt x="124" y="218"/>
                  <a:pt x="124" y="217"/>
                </a:cubicBezTo>
                <a:cubicBezTo>
                  <a:pt x="135" y="172"/>
                  <a:pt x="135" y="172"/>
                  <a:pt x="135" y="172"/>
                </a:cubicBezTo>
                <a:cubicBezTo>
                  <a:pt x="71" y="172"/>
                  <a:pt x="71" y="172"/>
                  <a:pt x="71" y="172"/>
                </a:cubicBezTo>
                <a:cubicBezTo>
                  <a:pt x="60" y="223"/>
                  <a:pt x="60" y="223"/>
                  <a:pt x="60" y="223"/>
                </a:cubicBezTo>
                <a:cubicBezTo>
                  <a:pt x="58" y="228"/>
                  <a:pt x="54" y="232"/>
                  <a:pt x="48" y="232"/>
                </a:cubicBezTo>
                <a:cubicBezTo>
                  <a:pt x="41" y="232"/>
                  <a:pt x="36" y="227"/>
                  <a:pt x="36" y="220"/>
                </a:cubicBezTo>
                <a:cubicBezTo>
                  <a:pt x="36" y="219"/>
                  <a:pt x="36" y="218"/>
                  <a:pt x="36" y="217"/>
                </a:cubicBezTo>
                <a:cubicBezTo>
                  <a:pt x="47" y="172"/>
                  <a:pt x="47" y="172"/>
                  <a:pt x="47" y="172"/>
                </a:cubicBezTo>
                <a:cubicBezTo>
                  <a:pt x="12" y="172"/>
                  <a:pt x="12" y="172"/>
                  <a:pt x="12" y="172"/>
                </a:cubicBezTo>
                <a:cubicBezTo>
                  <a:pt x="5" y="172"/>
                  <a:pt x="0" y="167"/>
                  <a:pt x="0" y="160"/>
                </a:cubicBezTo>
                <a:cubicBezTo>
                  <a:pt x="0" y="153"/>
                  <a:pt x="5" y="148"/>
                  <a:pt x="12" y="148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67" y="84"/>
                  <a:pt x="67" y="84"/>
                  <a:pt x="67" y="84"/>
                </a:cubicBezTo>
                <a:cubicBezTo>
                  <a:pt x="36" y="84"/>
                  <a:pt x="36" y="84"/>
                  <a:pt x="36" y="84"/>
                </a:cubicBezTo>
                <a:cubicBezTo>
                  <a:pt x="29" y="84"/>
                  <a:pt x="24" y="79"/>
                  <a:pt x="24" y="72"/>
                </a:cubicBezTo>
                <a:cubicBezTo>
                  <a:pt x="24" y="65"/>
                  <a:pt x="29" y="60"/>
                  <a:pt x="36" y="60"/>
                </a:cubicBezTo>
                <a:cubicBezTo>
                  <a:pt x="73" y="60"/>
                  <a:pt x="73" y="60"/>
                  <a:pt x="73" y="60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6" y="4"/>
                  <a:pt x="90" y="0"/>
                  <a:pt x="96" y="0"/>
                </a:cubicBezTo>
                <a:cubicBezTo>
                  <a:pt x="103" y="0"/>
                  <a:pt x="108" y="5"/>
                  <a:pt x="108" y="12"/>
                </a:cubicBezTo>
                <a:cubicBezTo>
                  <a:pt x="108" y="13"/>
                  <a:pt x="108" y="14"/>
                  <a:pt x="108" y="15"/>
                </a:cubicBezTo>
                <a:cubicBezTo>
                  <a:pt x="97" y="60"/>
                  <a:pt x="97" y="60"/>
                  <a:pt x="97" y="60"/>
                </a:cubicBezTo>
                <a:cubicBezTo>
                  <a:pt x="161" y="60"/>
                  <a:pt x="161" y="60"/>
                  <a:pt x="161" y="60"/>
                </a:cubicBezTo>
                <a:cubicBezTo>
                  <a:pt x="172" y="9"/>
                  <a:pt x="172" y="9"/>
                  <a:pt x="172" y="9"/>
                </a:cubicBezTo>
                <a:cubicBezTo>
                  <a:pt x="172" y="9"/>
                  <a:pt x="172" y="9"/>
                  <a:pt x="172" y="9"/>
                </a:cubicBezTo>
                <a:cubicBezTo>
                  <a:pt x="174" y="4"/>
                  <a:pt x="178" y="0"/>
                  <a:pt x="184" y="0"/>
                </a:cubicBezTo>
                <a:cubicBezTo>
                  <a:pt x="191" y="0"/>
                  <a:pt x="196" y="5"/>
                  <a:pt x="196" y="12"/>
                </a:cubicBezTo>
                <a:cubicBezTo>
                  <a:pt x="196" y="13"/>
                  <a:pt x="196" y="14"/>
                  <a:pt x="196" y="15"/>
                </a:cubicBezTo>
                <a:cubicBezTo>
                  <a:pt x="185" y="60"/>
                  <a:pt x="185" y="60"/>
                  <a:pt x="185" y="60"/>
                </a:cubicBezTo>
                <a:cubicBezTo>
                  <a:pt x="220" y="60"/>
                  <a:pt x="220" y="60"/>
                  <a:pt x="220" y="60"/>
                </a:cubicBezTo>
                <a:cubicBezTo>
                  <a:pt x="227" y="60"/>
                  <a:pt x="232" y="65"/>
                  <a:pt x="232" y="72"/>
                </a:cubicBezTo>
                <a:cubicBezTo>
                  <a:pt x="232" y="79"/>
                  <a:pt x="227" y="84"/>
                  <a:pt x="220" y="84"/>
                </a:cubicBezTo>
                <a:moveTo>
                  <a:pt x="92" y="84"/>
                </a:moveTo>
                <a:cubicBezTo>
                  <a:pt x="77" y="148"/>
                  <a:pt x="77" y="148"/>
                  <a:pt x="77" y="148"/>
                </a:cubicBezTo>
                <a:cubicBezTo>
                  <a:pt x="140" y="148"/>
                  <a:pt x="140" y="148"/>
                  <a:pt x="140" y="148"/>
                </a:cubicBezTo>
                <a:cubicBezTo>
                  <a:pt x="155" y="84"/>
                  <a:pt x="155" y="84"/>
                  <a:pt x="155" y="84"/>
                </a:cubicBezTo>
                <a:lnTo>
                  <a:pt x="92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14"/>
          <p:cNvSpPr/>
          <p:nvPr/>
        </p:nvSpPr>
        <p:spPr>
          <a:xfrm>
            <a:off x="6937375" y="3814763"/>
            <a:ext cx="415925" cy="338137"/>
          </a:xfrm>
          <a:custGeom>
            <a:rect b="b" l="l" r="r" t="t"/>
            <a:pathLst>
              <a:path extrusionOk="0" h="208" w="256">
                <a:moveTo>
                  <a:pt x="244" y="208"/>
                </a:move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3"/>
                  <a:pt x="251" y="208"/>
                  <a:pt x="244" y="208"/>
                </a:cubicBezTo>
                <a:moveTo>
                  <a:pt x="84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84" y="184"/>
                  <a:pt x="84" y="184"/>
                  <a:pt x="84" y="184"/>
                </a:cubicBezTo>
                <a:lnTo>
                  <a:pt x="84" y="24"/>
                </a:lnTo>
                <a:close/>
                <a:moveTo>
                  <a:pt x="96" y="184"/>
                </a:moveTo>
                <a:cubicBezTo>
                  <a:pt x="160" y="184"/>
                  <a:pt x="160" y="184"/>
                  <a:pt x="160" y="184"/>
                </a:cubicBezTo>
                <a:cubicBezTo>
                  <a:pt x="160" y="24"/>
                  <a:pt x="160" y="24"/>
                  <a:pt x="160" y="24"/>
                </a:cubicBezTo>
                <a:cubicBezTo>
                  <a:pt x="96" y="24"/>
                  <a:pt x="96" y="24"/>
                  <a:pt x="96" y="24"/>
                </a:cubicBezTo>
                <a:lnTo>
                  <a:pt x="96" y="184"/>
                </a:lnTo>
                <a:close/>
                <a:moveTo>
                  <a:pt x="232" y="24"/>
                </a:moveTo>
                <a:cubicBezTo>
                  <a:pt x="172" y="24"/>
                  <a:pt x="172" y="24"/>
                  <a:pt x="172" y="24"/>
                </a:cubicBezTo>
                <a:cubicBezTo>
                  <a:pt x="172" y="184"/>
                  <a:pt x="172" y="184"/>
                  <a:pt x="172" y="184"/>
                </a:cubicBezTo>
                <a:cubicBezTo>
                  <a:pt x="232" y="184"/>
                  <a:pt x="232" y="184"/>
                  <a:pt x="232" y="184"/>
                </a:cubicBezTo>
                <a:lnTo>
                  <a:pt x="232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14"/>
          <p:cNvSpPr/>
          <p:nvPr/>
        </p:nvSpPr>
        <p:spPr>
          <a:xfrm>
            <a:off x="6221413" y="3786188"/>
            <a:ext cx="398462" cy="400050"/>
          </a:xfrm>
          <a:custGeom>
            <a:rect b="b" l="l" r="r" t="t"/>
            <a:pathLst>
              <a:path extrusionOk="0" h="246" w="245">
                <a:moveTo>
                  <a:pt x="241" y="39"/>
                </a:moveTo>
                <a:cubicBezTo>
                  <a:pt x="215" y="64"/>
                  <a:pt x="215" y="64"/>
                  <a:pt x="215" y="64"/>
                </a:cubicBezTo>
                <a:cubicBezTo>
                  <a:pt x="182" y="30"/>
                  <a:pt x="182" y="30"/>
                  <a:pt x="182" y="30"/>
                </a:cubicBezTo>
                <a:cubicBezTo>
                  <a:pt x="207" y="5"/>
                  <a:pt x="207" y="5"/>
                  <a:pt x="207" y="5"/>
                </a:cubicBezTo>
                <a:cubicBezTo>
                  <a:pt x="212" y="0"/>
                  <a:pt x="219" y="0"/>
                  <a:pt x="224" y="5"/>
                </a:cubicBezTo>
                <a:cubicBezTo>
                  <a:pt x="241" y="22"/>
                  <a:pt x="241" y="22"/>
                  <a:pt x="241" y="22"/>
                </a:cubicBezTo>
                <a:cubicBezTo>
                  <a:pt x="245" y="27"/>
                  <a:pt x="245" y="34"/>
                  <a:pt x="241" y="39"/>
                </a:cubicBezTo>
                <a:moveTo>
                  <a:pt x="63" y="148"/>
                </a:moveTo>
                <a:cubicBezTo>
                  <a:pt x="97" y="182"/>
                  <a:pt x="97" y="182"/>
                  <a:pt x="97" y="182"/>
                </a:cubicBezTo>
                <a:cubicBezTo>
                  <a:pt x="52" y="193"/>
                  <a:pt x="52" y="193"/>
                  <a:pt x="52" y="193"/>
                </a:cubicBezTo>
                <a:lnTo>
                  <a:pt x="63" y="148"/>
                </a:lnTo>
                <a:close/>
                <a:moveTo>
                  <a:pt x="207" y="73"/>
                </a:moveTo>
                <a:cubicBezTo>
                  <a:pt x="106" y="174"/>
                  <a:pt x="106" y="174"/>
                  <a:pt x="106" y="174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173" y="39"/>
                  <a:pt x="173" y="39"/>
                  <a:pt x="173" y="39"/>
                </a:cubicBezTo>
                <a:lnTo>
                  <a:pt x="207" y="73"/>
                </a:lnTo>
                <a:close/>
                <a:moveTo>
                  <a:pt x="24" y="38"/>
                </a:moveTo>
                <a:cubicBezTo>
                  <a:pt x="24" y="222"/>
                  <a:pt x="24" y="222"/>
                  <a:pt x="24" y="222"/>
                </a:cubicBezTo>
                <a:cubicBezTo>
                  <a:pt x="208" y="222"/>
                  <a:pt x="208" y="222"/>
                  <a:pt x="208" y="222"/>
                </a:cubicBezTo>
                <a:cubicBezTo>
                  <a:pt x="208" y="89"/>
                  <a:pt x="208" y="89"/>
                  <a:pt x="208" y="89"/>
                </a:cubicBezTo>
                <a:cubicBezTo>
                  <a:pt x="232" y="65"/>
                  <a:pt x="232" y="65"/>
                  <a:pt x="232" y="65"/>
                </a:cubicBezTo>
                <a:cubicBezTo>
                  <a:pt x="232" y="234"/>
                  <a:pt x="232" y="234"/>
                  <a:pt x="232" y="234"/>
                </a:cubicBezTo>
                <a:cubicBezTo>
                  <a:pt x="232" y="241"/>
                  <a:pt x="227" y="246"/>
                  <a:pt x="220" y="246"/>
                </a:cubicBezTo>
                <a:cubicBezTo>
                  <a:pt x="12" y="246"/>
                  <a:pt x="12" y="246"/>
                  <a:pt x="12" y="246"/>
                </a:cubicBezTo>
                <a:cubicBezTo>
                  <a:pt x="5" y="246"/>
                  <a:pt x="0" y="241"/>
                  <a:pt x="0" y="234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9"/>
                  <a:pt x="5" y="14"/>
                  <a:pt x="12" y="14"/>
                </a:cubicBezTo>
                <a:cubicBezTo>
                  <a:pt x="181" y="14"/>
                  <a:pt x="181" y="14"/>
                  <a:pt x="181" y="14"/>
                </a:cubicBezTo>
                <a:cubicBezTo>
                  <a:pt x="157" y="38"/>
                  <a:pt x="157" y="38"/>
                  <a:pt x="157" y="38"/>
                </a:cubicBezTo>
                <a:lnTo>
                  <a:pt x="24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14"/>
          <p:cNvSpPr/>
          <p:nvPr/>
        </p:nvSpPr>
        <p:spPr>
          <a:xfrm>
            <a:off x="5480050" y="3786188"/>
            <a:ext cx="415925" cy="393700"/>
          </a:xfrm>
          <a:custGeom>
            <a:rect b="b" l="l" r="r" t="t"/>
            <a:pathLst>
              <a:path extrusionOk="0" h="242" w="256">
                <a:moveTo>
                  <a:pt x="244" y="242"/>
                </a:moveTo>
                <a:cubicBezTo>
                  <a:pt x="12" y="242"/>
                  <a:pt x="12" y="242"/>
                  <a:pt x="12" y="242"/>
                </a:cubicBezTo>
                <a:cubicBezTo>
                  <a:pt x="5" y="242"/>
                  <a:pt x="0" y="237"/>
                  <a:pt x="0" y="230"/>
                </a:cubicBezTo>
                <a:cubicBezTo>
                  <a:pt x="0" y="223"/>
                  <a:pt x="5" y="218"/>
                  <a:pt x="12" y="218"/>
                </a:cubicBezTo>
                <a:cubicBezTo>
                  <a:pt x="244" y="218"/>
                  <a:pt x="244" y="218"/>
                  <a:pt x="244" y="218"/>
                </a:cubicBezTo>
                <a:cubicBezTo>
                  <a:pt x="251" y="218"/>
                  <a:pt x="256" y="223"/>
                  <a:pt x="256" y="230"/>
                </a:cubicBezTo>
                <a:cubicBezTo>
                  <a:pt x="256" y="237"/>
                  <a:pt x="251" y="242"/>
                  <a:pt x="244" y="242"/>
                </a:cubicBezTo>
                <a:moveTo>
                  <a:pt x="195" y="64"/>
                </a:moveTo>
                <a:cubicBezTo>
                  <a:pt x="162" y="30"/>
                  <a:pt x="162" y="30"/>
                  <a:pt x="162" y="30"/>
                </a:cubicBezTo>
                <a:cubicBezTo>
                  <a:pt x="187" y="5"/>
                  <a:pt x="187" y="5"/>
                  <a:pt x="187" y="5"/>
                </a:cubicBezTo>
                <a:cubicBezTo>
                  <a:pt x="192" y="0"/>
                  <a:pt x="199" y="0"/>
                  <a:pt x="204" y="5"/>
                </a:cubicBezTo>
                <a:cubicBezTo>
                  <a:pt x="221" y="22"/>
                  <a:pt x="221" y="22"/>
                  <a:pt x="221" y="22"/>
                </a:cubicBezTo>
                <a:cubicBezTo>
                  <a:pt x="225" y="27"/>
                  <a:pt x="225" y="34"/>
                  <a:pt x="221" y="39"/>
                </a:cubicBezTo>
                <a:lnTo>
                  <a:pt x="195" y="64"/>
                </a:lnTo>
                <a:close/>
                <a:moveTo>
                  <a:pt x="86" y="174"/>
                </a:moveTo>
                <a:cubicBezTo>
                  <a:pt x="52" y="140"/>
                  <a:pt x="52" y="140"/>
                  <a:pt x="52" y="140"/>
                </a:cubicBezTo>
                <a:cubicBezTo>
                  <a:pt x="153" y="39"/>
                  <a:pt x="153" y="39"/>
                  <a:pt x="153" y="39"/>
                </a:cubicBezTo>
                <a:cubicBezTo>
                  <a:pt x="187" y="73"/>
                  <a:pt x="187" y="73"/>
                  <a:pt x="187" y="73"/>
                </a:cubicBezTo>
                <a:lnTo>
                  <a:pt x="86" y="174"/>
                </a:lnTo>
                <a:close/>
                <a:moveTo>
                  <a:pt x="32" y="193"/>
                </a:moveTo>
                <a:cubicBezTo>
                  <a:pt x="43" y="148"/>
                  <a:pt x="43" y="148"/>
                  <a:pt x="43" y="148"/>
                </a:cubicBezTo>
                <a:cubicBezTo>
                  <a:pt x="77" y="182"/>
                  <a:pt x="77" y="182"/>
                  <a:pt x="77" y="182"/>
                </a:cubicBezTo>
                <a:lnTo>
                  <a:pt x="32" y="1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8" name="Google Shape;3358;p14"/>
          <p:cNvSpPr/>
          <p:nvPr/>
        </p:nvSpPr>
        <p:spPr>
          <a:xfrm>
            <a:off x="4803775" y="3824288"/>
            <a:ext cx="314325" cy="314325"/>
          </a:xfrm>
          <a:custGeom>
            <a:rect b="b" l="l" r="r" t="t"/>
            <a:pathLst>
              <a:path extrusionOk="0" h="193" w="193">
                <a:moveTo>
                  <a:pt x="20" y="140"/>
                </a:moveTo>
                <a:cubicBezTo>
                  <a:pt x="121" y="39"/>
                  <a:pt x="121" y="39"/>
                  <a:pt x="121" y="39"/>
                </a:cubicBezTo>
                <a:cubicBezTo>
                  <a:pt x="155" y="73"/>
                  <a:pt x="155" y="73"/>
                  <a:pt x="155" y="73"/>
                </a:cubicBezTo>
                <a:cubicBezTo>
                  <a:pt x="54" y="174"/>
                  <a:pt x="54" y="174"/>
                  <a:pt x="54" y="174"/>
                </a:cubicBezTo>
                <a:lnTo>
                  <a:pt x="20" y="140"/>
                </a:lnTo>
                <a:close/>
                <a:moveTo>
                  <a:pt x="155" y="5"/>
                </a:moveTo>
                <a:cubicBezTo>
                  <a:pt x="160" y="0"/>
                  <a:pt x="167" y="0"/>
                  <a:pt x="172" y="5"/>
                </a:cubicBezTo>
                <a:cubicBezTo>
                  <a:pt x="189" y="22"/>
                  <a:pt x="189" y="22"/>
                  <a:pt x="189" y="22"/>
                </a:cubicBezTo>
                <a:cubicBezTo>
                  <a:pt x="193" y="27"/>
                  <a:pt x="193" y="34"/>
                  <a:pt x="189" y="39"/>
                </a:cubicBezTo>
                <a:cubicBezTo>
                  <a:pt x="163" y="64"/>
                  <a:pt x="163" y="64"/>
                  <a:pt x="163" y="64"/>
                </a:cubicBezTo>
                <a:cubicBezTo>
                  <a:pt x="130" y="30"/>
                  <a:pt x="130" y="30"/>
                  <a:pt x="130" y="30"/>
                </a:cubicBezTo>
                <a:lnTo>
                  <a:pt x="155" y="5"/>
                </a:lnTo>
                <a:close/>
                <a:moveTo>
                  <a:pt x="0" y="193"/>
                </a:moveTo>
                <a:cubicBezTo>
                  <a:pt x="11" y="148"/>
                  <a:pt x="11" y="148"/>
                  <a:pt x="11" y="148"/>
                </a:cubicBezTo>
                <a:cubicBezTo>
                  <a:pt x="45" y="182"/>
                  <a:pt x="45" y="182"/>
                  <a:pt x="45" y="182"/>
                </a:cubicBezTo>
                <a:lnTo>
                  <a:pt x="0" y="1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9" name="Google Shape;3359;p14"/>
          <p:cNvSpPr/>
          <p:nvPr/>
        </p:nvSpPr>
        <p:spPr>
          <a:xfrm>
            <a:off x="4022725" y="3776663"/>
            <a:ext cx="417513" cy="415925"/>
          </a:xfrm>
          <a:custGeom>
            <a:rect b="b" l="l" r="r" t="t"/>
            <a:pathLst>
              <a:path extrusionOk="0" h="256" w="256">
                <a:moveTo>
                  <a:pt x="252" y="20"/>
                </a:moveTo>
                <a:cubicBezTo>
                  <a:pt x="213" y="60"/>
                  <a:pt x="213" y="60"/>
                  <a:pt x="213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9" y="60"/>
                  <a:pt x="244" y="65"/>
                  <a:pt x="244" y="72"/>
                </a:cubicBezTo>
                <a:cubicBezTo>
                  <a:pt x="244" y="79"/>
                  <a:pt x="239" y="84"/>
                  <a:pt x="232" y="84"/>
                </a:cubicBezTo>
                <a:cubicBezTo>
                  <a:pt x="184" y="84"/>
                  <a:pt x="184" y="84"/>
                  <a:pt x="184" y="84"/>
                </a:cubicBezTo>
                <a:cubicBezTo>
                  <a:pt x="177" y="84"/>
                  <a:pt x="172" y="79"/>
                  <a:pt x="172" y="72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72" y="17"/>
                  <a:pt x="177" y="12"/>
                  <a:pt x="184" y="12"/>
                </a:cubicBezTo>
                <a:cubicBezTo>
                  <a:pt x="191" y="12"/>
                  <a:pt x="196" y="17"/>
                  <a:pt x="196" y="24"/>
                </a:cubicBezTo>
                <a:cubicBezTo>
                  <a:pt x="196" y="43"/>
                  <a:pt x="196" y="43"/>
                  <a:pt x="196" y="43"/>
                </a:cubicBezTo>
                <a:cubicBezTo>
                  <a:pt x="236" y="4"/>
                  <a:pt x="236" y="4"/>
                  <a:pt x="236" y="4"/>
                </a:cubicBezTo>
                <a:cubicBezTo>
                  <a:pt x="238" y="1"/>
                  <a:pt x="241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5"/>
                  <a:pt x="255" y="18"/>
                  <a:pt x="252" y="20"/>
                </a:cubicBezTo>
                <a:moveTo>
                  <a:pt x="128" y="164"/>
                </a:moveTo>
                <a:cubicBezTo>
                  <a:pt x="108" y="164"/>
                  <a:pt x="92" y="148"/>
                  <a:pt x="92" y="128"/>
                </a:cubicBezTo>
                <a:cubicBezTo>
                  <a:pt x="92" y="108"/>
                  <a:pt x="108" y="92"/>
                  <a:pt x="128" y="92"/>
                </a:cubicBezTo>
                <a:cubicBezTo>
                  <a:pt x="148" y="92"/>
                  <a:pt x="164" y="108"/>
                  <a:pt x="164" y="128"/>
                </a:cubicBezTo>
                <a:cubicBezTo>
                  <a:pt x="164" y="148"/>
                  <a:pt x="148" y="164"/>
                  <a:pt x="128" y="164"/>
                </a:cubicBezTo>
                <a:moveTo>
                  <a:pt x="72" y="244"/>
                </a:moveTo>
                <a:cubicBezTo>
                  <a:pt x="65" y="244"/>
                  <a:pt x="60" y="239"/>
                  <a:pt x="60" y="232"/>
                </a:cubicBezTo>
                <a:cubicBezTo>
                  <a:pt x="60" y="213"/>
                  <a:pt x="60" y="213"/>
                  <a:pt x="60" y="213"/>
                </a:cubicBezTo>
                <a:cubicBezTo>
                  <a:pt x="20" y="252"/>
                  <a:pt x="20" y="252"/>
                  <a:pt x="20" y="252"/>
                </a:cubicBezTo>
                <a:cubicBezTo>
                  <a:pt x="18" y="255"/>
                  <a:pt x="15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241"/>
                  <a:pt x="1" y="238"/>
                  <a:pt x="4" y="236"/>
                </a:cubicBezTo>
                <a:cubicBezTo>
                  <a:pt x="43" y="196"/>
                  <a:pt x="43" y="196"/>
                  <a:pt x="43" y="196"/>
                </a:cubicBezTo>
                <a:cubicBezTo>
                  <a:pt x="24" y="196"/>
                  <a:pt x="24" y="196"/>
                  <a:pt x="24" y="196"/>
                </a:cubicBezTo>
                <a:cubicBezTo>
                  <a:pt x="17" y="196"/>
                  <a:pt x="12" y="191"/>
                  <a:pt x="12" y="184"/>
                </a:cubicBezTo>
                <a:cubicBezTo>
                  <a:pt x="12" y="177"/>
                  <a:pt x="17" y="172"/>
                  <a:pt x="24" y="172"/>
                </a:cubicBezTo>
                <a:cubicBezTo>
                  <a:pt x="72" y="172"/>
                  <a:pt x="72" y="172"/>
                  <a:pt x="72" y="172"/>
                </a:cubicBezTo>
                <a:cubicBezTo>
                  <a:pt x="79" y="172"/>
                  <a:pt x="84" y="177"/>
                  <a:pt x="84" y="184"/>
                </a:cubicBezTo>
                <a:cubicBezTo>
                  <a:pt x="84" y="232"/>
                  <a:pt x="84" y="232"/>
                  <a:pt x="84" y="232"/>
                </a:cubicBezTo>
                <a:cubicBezTo>
                  <a:pt x="84" y="239"/>
                  <a:pt x="79" y="244"/>
                  <a:pt x="72" y="24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14"/>
          <p:cNvSpPr/>
          <p:nvPr/>
        </p:nvSpPr>
        <p:spPr>
          <a:xfrm>
            <a:off x="3295650" y="3776663"/>
            <a:ext cx="415925" cy="415925"/>
          </a:xfrm>
          <a:custGeom>
            <a:rect b="b" l="l" r="r" t="t"/>
            <a:pathLst>
              <a:path extrusionOk="0" h="256" w="256"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41"/>
                  <a:pt x="232" y="41"/>
                  <a:pt x="232" y="41"/>
                </a:cubicBezTo>
                <a:cubicBezTo>
                  <a:pt x="192" y="80"/>
                  <a:pt x="192" y="80"/>
                  <a:pt x="192" y="80"/>
                </a:cubicBezTo>
                <a:cubicBezTo>
                  <a:pt x="190" y="83"/>
                  <a:pt x="187" y="84"/>
                  <a:pt x="184" y="84"/>
                </a:cubicBezTo>
                <a:cubicBezTo>
                  <a:pt x="177" y="84"/>
                  <a:pt x="172" y="79"/>
                  <a:pt x="172" y="72"/>
                </a:cubicBezTo>
                <a:cubicBezTo>
                  <a:pt x="172" y="69"/>
                  <a:pt x="173" y="66"/>
                  <a:pt x="176" y="64"/>
                </a:cubicBezTo>
                <a:cubicBezTo>
                  <a:pt x="215" y="24"/>
                  <a:pt x="215" y="24"/>
                  <a:pt x="215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28" y="164"/>
                </a:moveTo>
                <a:cubicBezTo>
                  <a:pt x="108" y="164"/>
                  <a:pt x="92" y="148"/>
                  <a:pt x="92" y="128"/>
                </a:cubicBezTo>
                <a:cubicBezTo>
                  <a:pt x="92" y="108"/>
                  <a:pt x="108" y="92"/>
                  <a:pt x="128" y="92"/>
                </a:cubicBezTo>
                <a:cubicBezTo>
                  <a:pt x="148" y="92"/>
                  <a:pt x="164" y="108"/>
                  <a:pt x="164" y="128"/>
                </a:cubicBezTo>
                <a:cubicBezTo>
                  <a:pt x="164" y="148"/>
                  <a:pt x="148" y="164"/>
                  <a:pt x="128" y="164"/>
                </a:cubicBezTo>
                <a:moveTo>
                  <a:pt x="41" y="232"/>
                </a:move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15"/>
                  <a:pt x="24" y="215"/>
                  <a:pt x="24" y="215"/>
                </a:cubicBezTo>
                <a:cubicBezTo>
                  <a:pt x="64" y="176"/>
                  <a:pt x="64" y="176"/>
                  <a:pt x="64" y="176"/>
                </a:cubicBezTo>
                <a:cubicBezTo>
                  <a:pt x="66" y="173"/>
                  <a:pt x="69" y="172"/>
                  <a:pt x="72" y="172"/>
                </a:cubicBezTo>
                <a:cubicBezTo>
                  <a:pt x="79" y="172"/>
                  <a:pt x="84" y="177"/>
                  <a:pt x="84" y="184"/>
                </a:cubicBezTo>
                <a:cubicBezTo>
                  <a:pt x="84" y="187"/>
                  <a:pt x="83" y="190"/>
                  <a:pt x="80" y="192"/>
                </a:cubicBezTo>
                <a:lnTo>
                  <a:pt x="41" y="2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1" name="Google Shape;3361;p14"/>
          <p:cNvSpPr/>
          <p:nvPr/>
        </p:nvSpPr>
        <p:spPr>
          <a:xfrm>
            <a:off x="2586038" y="3795713"/>
            <a:ext cx="377825" cy="377825"/>
          </a:xfrm>
          <a:custGeom>
            <a:rect b="b" l="l" r="r" t="t"/>
            <a:pathLst>
              <a:path extrusionOk="0" h="232" w="232">
                <a:moveTo>
                  <a:pt x="228" y="20"/>
                </a:moveTo>
                <a:cubicBezTo>
                  <a:pt x="169" y="80"/>
                  <a:pt x="169" y="80"/>
                  <a:pt x="169" y="80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95" y="80"/>
                  <a:pt x="200" y="85"/>
                  <a:pt x="200" y="92"/>
                </a:cubicBezTo>
                <a:cubicBezTo>
                  <a:pt x="200" y="99"/>
                  <a:pt x="195" y="104"/>
                  <a:pt x="188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44"/>
                  <a:pt x="128" y="44"/>
                  <a:pt x="128" y="44"/>
                </a:cubicBezTo>
                <a:cubicBezTo>
                  <a:pt x="128" y="37"/>
                  <a:pt x="133" y="32"/>
                  <a:pt x="140" y="32"/>
                </a:cubicBezTo>
                <a:cubicBezTo>
                  <a:pt x="147" y="32"/>
                  <a:pt x="152" y="37"/>
                  <a:pt x="152" y="44"/>
                </a:cubicBezTo>
                <a:cubicBezTo>
                  <a:pt x="152" y="63"/>
                  <a:pt x="152" y="63"/>
                  <a:pt x="152" y="63"/>
                </a:cubicBezTo>
                <a:cubicBezTo>
                  <a:pt x="212" y="4"/>
                  <a:pt x="212" y="4"/>
                  <a:pt x="212" y="4"/>
                </a:cubicBezTo>
                <a:cubicBezTo>
                  <a:pt x="214" y="1"/>
                  <a:pt x="217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15"/>
                  <a:pt x="231" y="18"/>
                  <a:pt x="228" y="20"/>
                </a:cubicBezTo>
                <a:moveTo>
                  <a:pt x="92" y="200"/>
                </a:moveTo>
                <a:cubicBezTo>
                  <a:pt x="85" y="200"/>
                  <a:pt x="80" y="195"/>
                  <a:pt x="80" y="188"/>
                </a:cubicBezTo>
                <a:cubicBezTo>
                  <a:pt x="80" y="169"/>
                  <a:pt x="80" y="169"/>
                  <a:pt x="80" y="169"/>
                </a:cubicBezTo>
                <a:cubicBezTo>
                  <a:pt x="20" y="228"/>
                  <a:pt x="20" y="228"/>
                  <a:pt x="20" y="228"/>
                </a:cubicBezTo>
                <a:cubicBezTo>
                  <a:pt x="18" y="231"/>
                  <a:pt x="15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217"/>
                  <a:pt x="1" y="214"/>
                  <a:pt x="4" y="212"/>
                </a:cubicBezTo>
                <a:cubicBezTo>
                  <a:pt x="63" y="152"/>
                  <a:pt x="63" y="152"/>
                  <a:pt x="63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37" y="152"/>
                  <a:pt x="32" y="147"/>
                  <a:pt x="32" y="140"/>
                </a:cubicBezTo>
                <a:cubicBezTo>
                  <a:pt x="32" y="133"/>
                  <a:pt x="37" y="128"/>
                  <a:pt x="44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88"/>
                  <a:pt x="104" y="188"/>
                  <a:pt x="104" y="188"/>
                </a:cubicBezTo>
                <a:cubicBezTo>
                  <a:pt x="104" y="195"/>
                  <a:pt x="99" y="200"/>
                  <a:pt x="92" y="20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2" name="Google Shape;3362;p14"/>
          <p:cNvSpPr/>
          <p:nvPr/>
        </p:nvSpPr>
        <p:spPr>
          <a:xfrm>
            <a:off x="1857375" y="3795713"/>
            <a:ext cx="377825" cy="377825"/>
          </a:xfrm>
          <a:custGeom>
            <a:rect b="b" l="l" r="r" t="t"/>
            <a:pathLst>
              <a:path extrusionOk="0" h="232" w="232">
                <a:moveTo>
                  <a:pt x="232" y="60"/>
                </a:moveTo>
                <a:cubicBezTo>
                  <a:pt x="232" y="60"/>
                  <a:pt x="232" y="60"/>
                  <a:pt x="232" y="60"/>
                </a:cubicBezTo>
                <a:cubicBezTo>
                  <a:pt x="232" y="67"/>
                  <a:pt x="227" y="72"/>
                  <a:pt x="220" y="72"/>
                </a:cubicBezTo>
                <a:cubicBezTo>
                  <a:pt x="213" y="72"/>
                  <a:pt x="208" y="67"/>
                  <a:pt x="208" y="60"/>
                </a:cubicBezTo>
                <a:cubicBezTo>
                  <a:pt x="208" y="41"/>
                  <a:pt x="208" y="41"/>
                  <a:pt x="208" y="41"/>
                </a:cubicBezTo>
                <a:cubicBezTo>
                  <a:pt x="148" y="100"/>
                  <a:pt x="148" y="100"/>
                  <a:pt x="148" y="100"/>
                </a:cubicBezTo>
                <a:cubicBezTo>
                  <a:pt x="146" y="103"/>
                  <a:pt x="143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89"/>
                  <a:pt x="129" y="86"/>
                  <a:pt x="132" y="84"/>
                </a:cubicBezTo>
                <a:cubicBezTo>
                  <a:pt x="191" y="24"/>
                  <a:pt x="191" y="24"/>
                  <a:pt x="191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65" y="24"/>
                  <a:pt x="160" y="19"/>
                  <a:pt x="160" y="12"/>
                </a:cubicBezTo>
                <a:cubicBezTo>
                  <a:pt x="160" y="5"/>
                  <a:pt x="165" y="0"/>
                  <a:pt x="172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lnTo>
                  <a:pt x="232" y="60"/>
                </a:lnTo>
                <a:close/>
                <a:moveTo>
                  <a:pt x="100" y="148"/>
                </a:moveTo>
                <a:cubicBezTo>
                  <a:pt x="41" y="208"/>
                  <a:pt x="41" y="208"/>
                  <a:pt x="41" y="208"/>
                </a:cubicBezTo>
                <a:cubicBezTo>
                  <a:pt x="60" y="208"/>
                  <a:pt x="60" y="208"/>
                  <a:pt x="60" y="208"/>
                </a:cubicBezTo>
                <a:cubicBezTo>
                  <a:pt x="67" y="208"/>
                  <a:pt x="72" y="213"/>
                  <a:pt x="72" y="220"/>
                </a:cubicBezTo>
                <a:cubicBezTo>
                  <a:pt x="72" y="227"/>
                  <a:pt x="67" y="232"/>
                  <a:pt x="60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65"/>
                  <a:pt x="5" y="160"/>
                  <a:pt x="12" y="160"/>
                </a:cubicBezTo>
                <a:cubicBezTo>
                  <a:pt x="19" y="160"/>
                  <a:pt x="24" y="165"/>
                  <a:pt x="24" y="172"/>
                </a:cubicBezTo>
                <a:cubicBezTo>
                  <a:pt x="24" y="191"/>
                  <a:pt x="24" y="191"/>
                  <a:pt x="24" y="191"/>
                </a:cubicBezTo>
                <a:cubicBezTo>
                  <a:pt x="84" y="132"/>
                  <a:pt x="84" y="132"/>
                  <a:pt x="84" y="132"/>
                </a:cubicBezTo>
                <a:cubicBezTo>
                  <a:pt x="86" y="129"/>
                  <a:pt x="89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43"/>
                  <a:pt x="103" y="146"/>
                  <a:pt x="100" y="14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3" name="Google Shape;3363;p14"/>
          <p:cNvSpPr/>
          <p:nvPr/>
        </p:nvSpPr>
        <p:spPr>
          <a:xfrm>
            <a:off x="1109663" y="3776663"/>
            <a:ext cx="415925" cy="415925"/>
          </a:xfrm>
          <a:custGeom>
            <a:rect b="b" l="l" r="r" t="t"/>
            <a:pathLst>
              <a:path extrusionOk="0" h="256" w="256">
                <a:moveTo>
                  <a:pt x="222" y="154"/>
                </a:moveTo>
                <a:cubicBezTo>
                  <a:pt x="220" y="162"/>
                  <a:pt x="217" y="169"/>
                  <a:pt x="213" y="176"/>
                </a:cubicBezTo>
                <a:cubicBezTo>
                  <a:pt x="213" y="177"/>
                  <a:pt x="234" y="203"/>
                  <a:pt x="221" y="215"/>
                </a:cubicBezTo>
                <a:cubicBezTo>
                  <a:pt x="215" y="222"/>
                  <a:pt x="215" y="222"/>
                  <a:pt x="215" y="222"/>
                </a:cubicBezTo>
                <a:cubicBezTo>
                  <a:pt x="205" y="231"/>
                  <a:pt x="182" y="216"/>
                  <a:pt x="176" y="212"/>
                </a:cubicBezTo>
                <a:cubicBezTo>
                  <a:pt x="169" y="217"/>
                  <a:pt x="161" y="220"/>
                  <a:pt x="152" y="222"/>
                </a:cubicBezTo>
                <a:cubicBezTo>
                  <a:pt x="154" y="222"/>
                  <a:pt x="154" y="222"/>
                  <a:pt x="154" y="222"/>
                </a:cubicBezTo>
                <a:cubicBezTo>
                  <a:pt x="154" y="222"/>
                  <a:pt x="150" y="256"/>
                  <a:pt x="131" y="256"/>
                </a:cubicBezTo>
                <a:cubicBezTo>
                  <a:pt x="125" y="256"/>
                  <a:pt x="125" y="256"/>
                  <a:pt x="125" y="256"/>
                </a:cubicBezTo>
                <a:cubicBezTo>
                  <a:pt x="111" y="256"/>
                  <a:pt x="103" y="227"/>
                  <a:pt x="102" y="221"/>
                </a:cubicBezTo>
                <a:cubicBezTo>
                  <a:pt x="94" y="219"/>
                  <a:pt x="86" y="216"/>
                  <a:pt x="79" y="211"/>
                </a:cubicBezTo>
                <a:cubicBezTo>
                  <a:pt x="80" y="213"/>
                  <a:pt x="80" y="213"/>
                  <a:pt x="80" y="213"/>
                </a:cubicBezTo>
                <a:cubicBezTo>
                  <a:pt x="80" y="213"/>
                  <a:pt x="53" y="234"/>
                  <a:pt x="40" y="221"/>
                </a:cubicBezTo>
                <a:cubicBezTo>
                  <a:pt x="35" y="216"/>
                  <a:pt x="35" y="216"/>
                  <a:pt x="35" y="216"/>
                </a:cubicBezTo>
                <a:cubicBezTo>
                  <a:pt x="25" y="206"/>
                  <a:pt x="41" y="180"/>
                  <a:pt x="44" y="175"/>
                </a:cubicBezTo>
                <a:cubicBezTo>
                  <a:pt x="40" y="169"/>
                  <a:pt x="37" y="162"/>
                  <a:pt x="35" y="154"/>
                </a:cubicBezTo>
                <a:cubicBezTo>
                  <a:pt x="29" y="153"/>
                  <a:pt x="0" y="145"/>
                  <a:pt x="0" y="131"/>
                </a:cubicBezTo>
                <a:cubicBezTo>
                  <a:pt x="0" y="125"/>
                  <a:pt x="0" y="125"/>
                  <a:pt x="0" y="125"/>
                </a:cubicBezTo>
                <a:cubicBezTo>
                  <a:pt x="0" y="108"/>
                  <a:pt x="28" y="103"/>
                  <a:pt x="35" y="102"/>
                </a:cubicBezTo>
                <a:cubicBezTo>
                  <a:pt x="37" y="94"/>
                  <a:pt x="40" y="87"/>
                  <a:pt x="44" y="80"/>
                </a:cubicBezTo>
                <a:cubicBezTo>
                  <a:pt x="41" y="76"/>
                  <a:pt x="24" y="50"/>
                  <a:pt x="34" y="40"/>
                </a:cubicBezTo>
                <a:cubicBezTo>
                  <a:pt x="40" y="35"/>
                  <a:pt x="40" y="35"/>
                  <a:pt x="40" y="35"/>
                </a:cubicBezTo>
                <a:cubicBezTo>
                  <a:pt x="51" y="23"/>
                  <a:pt x="75" y="39"/>
                  <a:pt x="80" y="43"/>
                </a:cubicBezTo>
                <a:cubicBezTo>
                  <a:pt x="87" y="39"/>
                  <a:pt x="94" y="36"/>
                  <a:pt x="102" y="34"/>
                </a:cubicBezTo>
                <a:cubicBezTo>
                  <a:pt x="104" y="27"/>
                  <a:pt x="112" y="0"/>
                  <a:pt x="125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47" y="0"/>
                  <a:pt x="153" y="26"/>
                  <a:pt x="154" y="34"/>
                </a:cubicBezTo>
                <a:cubicBezTo>
                  <a:pt x="162" y="36"/>
                  <a:pt x="169" y="39"/>
                  <a:pt x="176" y="43"/>
                </a:cubicBezTo>
                <a:cubicBezTo>
                  <a:pt x="182" y="39"/>
                  <a:pt x="206" y="24"/>
                  <a:pt x="216" y="34"/>
                </a:cubicBezTo>
                <a:cubicBezTo>
                  <a:pt x="222" y="40"/>
                  <a:pt x="222" y="40"/>
                  <a:pt x="222" y="40"/>
                </a:cubicBezTo>
                <a:cubicBezTo>
                  <a:pt x="233" y="51"/>
                  <a:pt x="217" y="74"/>
                  <a:pt x="213" y="80"/>
                </a:cubicBezTo>
                <a:cubicBezTo>
                  <a:pt x="217" y="87"/>
                  <a:pt x="220" y="94"/>
                  <a:pt x="222" y="102"/>
                </a:cubicBezTo>
                <a:cubicBezTo>
                  <a:pt x="224" y="102"/>
                  <a:pt x="256" y="107"/>
                  <a:pt x="256" y="125"/>
                </a:cubicBezTo>
                <a:cubicBezTo>
                  <a:pt x="256" y="131"/>
                  <a:pt x="256" y="131"/>
                  <a:pt x="256" y="131"/>
                </a:cubicBezTo>
                <a:cubicBezTo>
                  <a:pt x="256" y="144"/>
                  <a:pt x="229" y="152"/>
                  <a:pt x="222" y="154"/>
                </a:cubicBezTo>
                <a:moveTo>
                  <a:pt x="128" y="56"/>
                </a:moveTo>
                <a:cubicBezTo>
                  <a:pt x="88" y="56"/>
                  <a:pt x="56" y="88"/>
                  <a:pt x="56" y="128"/>
                </a:cubicBezTo>
                <a:cubicBezTo>
                  <a:pt x="56" y="168"/>
                  <a:pt x="88" y="200"/>
                  <a:pt x="128" y="200"/>
                </a:cubicBezTo>
                <a:cubicBezTo>
                  <a:pt x="168" y="200"/>
                  <a:pt x="200" y="168"/>
                  <a:pt x="200" y="128"/>
                </a:cubicBezTo>
                <a:cubicBezTo>
                  <a:pt x="200" y="88"/>
                  <a:pt x="168" y="56"/>
                  <a:pt x="128" y="56"/>
                </a:cubicBezTo>
                <a:moveTo>
                  <a:pt x="128" y="176"/>
                </a:moveTo>
                <a:cubicBezTo>
                  <a:pt x="101" y="176"/>
                  <a:pt x="80" y="155"/>
                  <a:pt x="80" y="128"/>
                </a:cubicBezTo>
                <a:cubicBezTo>
                  <a:pt x="80" y="101"/>
                  <a:pt x="101" y="80"/>
                  <a:pt x="128" y="80"/>
                </a:cubicBezTo>
                <a:cubicBezTo>
                  <a:pt x="155" y="80"/>
                  <a:pt x="176" y="101"/>
                  <a:pt x="176" y="128"/>
                </a:cubicBezTo>
                <a:cubicBezTo>
                  <a:pt x="176" y="155"/>
                  <a:pt x="155" y="176"/>
                  <a:pt x="128" y="176"/>
                </a:cubicBezTo>
                <a:moveTo>
                  <a:pt x="128" y="104"/>
                </a:moveTo>
                <a:cubicBezTo>
                  <a:pt x="115" y="104"/>
                  <a:pt x="104" y="115"/>
                  <a:pt x="104" y="128"/>
                </a:cubicBezTo>
                <a:cubicBezTo>
                  <a:pt x="104" y="141"/>
                  <a:pt x="115" y="152"/>
                  <a:pt x="128" y="152"/>
                </a:cubicBezTo>
                <a:cubicBezTo>
                  <a:pt x="141" y="152"/>
                  <a:pt x="152" y="141"/>
                  <a:pt x="152" y="128"/>
                </a:cubicBezTo>
                <a:cubicBezTo>
                  <a:pt x="152" y="115"/>
                  <a:pt x="141" y="104"/>
                  <a:pt x="128" y="10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4" name="Google Shape;3364;p14"/>
          <p:cNvSpPr/>
          <p:nvPr/>
        </p:nvSpPr>
        <p:spPr>
          <a:xfrm>
            <a:off x="381000" y="3814763"/>
            <a:ext cx="415925" cy="344487"/>
          </a:xfrm>
          <a:custGeom>
            <a:rect b="b" l="l" r="r" t="t"/>
            <a:pathLst>
              <a:path extrusionOk="0" h="212" w="256">
                <a:moveTo>
                  <a:pt x="256" y="200"/>
                </a:moveTo>
                <a:cubicBezTo>
                  <a:pt x="256" y="207"/>
                  <a:pt x="251" y="212"/>
                  <a:pt x="244" y="212"/>
                </a:cubicBezTo>
                <a:cubicBezTo>
                  <a:pt x="244" y="212"/>
                  <a:pt x="244" y="212"/>
                  <a:pt x="244" y="212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12" y="212"/>
                  <a:pt x="12" y="212"/>
                  <a:pt x="12" y="212"/>
                </a:cubicBezTo>
                <a:cubicBezTo>
                  <a:pt x="5" y="212"/>
                  <a:pt x="0" y="207"/>
                  <a:pt x="0" y="200"/>
                </a:cubicBezTo>
                <a:cubicBezTo>
                  <a:pt x="0" y="198"/>
                  <a:pt x="1" y="195"/>
                  <a:pt x="2" y="193"/>
                </a:cubicBezTo>
                <a:cubicBezTo>
                  <a:pt x="2" y="193"/>
                  <a:pt x="2" y="193"/>
                  <a:pt x="2" y="193"/>
                </a:cubicBezTo>
                <a:cubicBezTo>
                  <a:pt x="118" y="5"/>
                  <a:pt x="118" y="5"/>
                  <a:pt x="118" y="5"/>
                </a:cubicBezTo>
                <a:cubicBezTo>
                  <a:pt x="118" y="5"/>
                  <a:pt x="118" y="5"/>
                  <a:pt x="118" y="5"/>
                </a:cubicBezTo>
                <a:cubicBezTo>
                  <a:pt x="120" y="2"/>
                  <a:pt x="124" y="0"/>
                  <a:pt x="128" y="0"/>
                </a:cubicBezTo>
                <a:cubicBezTo>
                  <a:pt x="132" y="0"/>
                  <a:pt x="136" y="2"/>
                  <a:pt x="138" y="6"/>
                </a:cubicBezTo>
                <a:cubicBezTo>
                  <a:pt x="138" y="6"/>
                  <a:pt x="138" y="6"/>
                  <a:pt x="138" y="6"/>
                </a:cubicBezTo>
                <a:cubicBezTo>
                  <a:pt x="254" y="194"/>
                  <a:pt x="254" y="194"/>
                  <a:pt x="254" y="194"/>
                </a:cubicBezTo>
                <a:cubicBezTo>
                  <a:pt x="254" y="194"/>
                  <a:pt x="254" y="194"/>
                  <a:pt x="254" y="194"/>
                </a:cubicBezTo>
                <a:cubicBezTo>
                  <a:pt x="255" y="196"/>
                  <a:pt x="256" y="198"/>
                  <a:pt x="256" y="200"/>
                </a:cubicBezTo>
                <a:moveTo>
                  <a:pt x="144" y="68"/>
                </a:moveTo>
                <a:cubicBezTo>
                  <a:pt x="144" y="59"/>
                  <a:pt x="137" y="52"/>
                  <a:pt x="128" y="52"/>
                </a:cubicBezTo>
                <a:cubicBezTo>
                  <a:pt x="119" y="52"/>
                  <a:pt x="112" y="59"/>
                  <a:pt x="112" y="68"/>
                </a:cubicBezTo>
                <a:cubicBezTo>
                  <a:pt x="112" y="128"/>
                  <a:pt x="112" y="128"/>
                  <a:pt x="112" y="128"/>
                </a:cubicBezTo>
                <a:cubicBezTo>
                  <a:pt x="112" y="137"/>
                  <a:pt x="119" y="144"/>
                  <a:pt x="128" y="144"/>
                </a:cubicBezTo>
                <a:cubicBezTo>
                  <a:pt x="137" y="144"/>
                  <a:pt x="144" y="137"/>
                  <a:pt x="144" y="128"/>
                </a:cubicBezTo>
                <a:lnTo>
                  <a:pt x="144" y="68"/>
                </a:lnTo>
                <a:close/>
                <a:moveTo>
                  <a:pt x="128" y="156"/>
                </a:moveTo>
                <a:cubicBezTo>
                  <a:pt x="119" y="156"/>
                  <a:pt x="112" y="163"/>
                  <a:pt x="112" y="172"/>
                </a:cubicBezTo>
                <a:cubicBezTo>
                  <a:pt x="112" y="181"/>
                  <a:pt x="119" y="188"/>
                  <a:pt x="128" y="188"/>
                </a:cubicBezTo>
                <a:cubicBezTo>
                  <a:pt x="137" y="188"/>
                  <a:pt x="144" y="181"/>
                  <a:pt x="144" y="172"/>
                </a:cubicBezTo>
                <a:cubicBezTo>
                  <a:pt x="144" y="163"/>
                  <a:pt x="137" y="156"/>
                  <a:pt x="128" y="15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14"/>
          <p:cNvSpPr/>
          <p:nvPr/>
        </p:nvSpPr>
        <p:spPr>
          <a:xfrm>
            <a:off x="8394700" y="3046413"/>
            <a:ext cx="415925" cy="417512"/>
          </a:xfrm>
          <a:custGeom>
            <a:rect b="b" l="l" r="r" t="t"/>
            <a:pathLst>
              <a:path extrusionOk="0" h="256" w="256">
                <a:moveTo>
                  <a:pt x="244" y="92"/>
                </a:moveTo>
                <a:cubicBezTo>
                  <a:pt x="232" y="92"/>
                  <a:pt x="232" y="92"/>
                  <a:pt x="232" y="92"/>
                </a:cubicBezTo>
                <a:cubicBezTo>
                  <a:pt x="225" y="92"/>
                  <a:pt x="225" y="92"/>
                  <a:pt x="225" y="92"/>
                </a:cubicBezTo>
                <a:cubicBezTo>
                  <a:pt x="192" y="92"/>
                  <a:pt x="192" y="92"/>
                  <a:pt x="192" y="92"/>
                </a:cubicBezTo>
                <a:cubicBezTo>
                  <a:pt x="185" y="92"/>
                  <a:pt x="180" y="87"/>
                  <a:pt x="180" y="80"/>
                </a:cubicBezTo>
                <a:cubicBezTo>
                  <a:pt x="180" y="73"/>
                  <a:pt x="185" y="68"/>
                  <a:pt x="192" y="68"/>
                </a:cubicBezTo>
                <a:cubicBezTo>
                  <a:pt x="213" y="68"/>
                  <a:pt x="213" y="68"/>
                  <a:pt x="213" y="68"/>
                </a:cubicBezTo>
                <a:cubicBezTo>
                  <a:pt x="194" y="41"/>
                  <a:pt x="163" y="24"/>
                  <a:pt x="128" y="24"/>
                </a:cubicBezTo>
                <a:cubicBezTo>
                  <a:pt x="71" y="24"/>
                  <a:pt x="24" y="71"/>
                  <a:pt x="24" y="128"/>
                </a:cubicBezTo>
                <a:cubicBezTo>
                  <a:pt x="24" y="135"/>
                  <a:pt x="19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71" y="0"/>
                  <a:pt x="209" y="21"/>
                  <a:pt x="232" y="54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232" y="25"/>
                  <a:pt x="237" y="20"/>
                  <a:pt x="244" y="20"/>
                </a:cubicBezTo>
                <a:cubicBezTo>
                  <a:pt x="251" y="20"/>
                  <a:pt x="256" y="25"/>
                  <a:pt x="256" y="32"/>
                </a:cubicBezTo>
                <a:cubicBezTo>
                  <a:pt x="256" y="80"/>
                  <a:pt x="256" y="80"/>
                  <a:pt x="256" y="80"/>
                </a:cubicBezTo>
                <a:cubicBezTo>
                  <a:pt x="256" y="87"/>
                  <a:pt x="251" y="92"/>
                  <a:pt x="244" y="92"/>
                </a:cubicBezTo>
                <a:moveTo>
                  <a:pt x="12" y="164"/>
                </a:moveTo>
                <a:cubicBezTo>
                  <a:pt x="64" y="164"/>
                  <a:pt x="64" y="164"/>
                  <a:pt x="64" y="164"/>
                </a:cubicBezTo>
                <a:cubicBezTo>
                  <a:pt x="71" y="164"/>
                  <a:pt x="76" y="169"/>
                  <a:pt x="76" y="176"/>
                </a:cubicBezTo>
                <a:cubicBezTo>
                  <a:pt x="76" y="183"/>
                  <a:pt x="71" y="188"/>
                  <a:pt x="64" y="188"/>
                </a:cubicBezTo>
                <a:cubicBezTo>
                  <a:pt x="43" y="188"/>
                  <a:pt x="43" y="188"/>
                  <a:pt x="43" y="188"/>
                </a:cubicBezTo>
                <a:cubicBezTo>
                  <a:pt x="62" y="215"/>
                  <a:pt x="93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1"/>
                  <a:pt x="237" y="116"/>
                  <a:pt x="244" y="116"/>
                </a:cubicBezTo>
                <a:cubicBezTo>
                  <a:pt x="251" y="116"/>
                  <a:pt x="256" y="121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cubicBezTo>
                  <a:pt x="85" y="256"/>
                  <a:pt x="47" y="235"/>
                  <a:pt x="24" y="202"/>
                </a:cubicBezTo>
                <a:cubicBezTo>
                  <a:pt x="24" y="224"/>
                  <a:pt x="24" y="224"/>
                  <a:pt x="24" y="224"/>
                </a:cubicBezTo>
                <a:cubicBezTo>
                  <a:pt x="24" y="231"/>
                  <a:pt x="19" y="236"/>
                  <a:pt x="12" y="236"/>
                </a:cubicBezTo>
                <a:cubicBezTo>
                  <a:pt x="5" y="236"/>
                  <a:pt x="0" y="231"/>
                  <a:pt x="0" y="224"/>
                </a:cubicBezTo>
                <a:cubicBezTo>
                  <a:pt x="0" y="176"/>
                  <a:pt x="0" y="176"/>
                  <a:pt x="0" y="176"/>
                </a:cubicBezTo>
                <a:cubicBezTo>
                  <a:pt x="0" y="169"/>
                  <a:pt x="5" y="164"/>
                  <a:pt x="12" y="16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14"/>
          <p:cNvSpPr/>
          <p:nvPr/>
        </p:nvSpPr>
        <p:spPr>
          <a:xfrm>
            <a:off x="7666038" y="3046413"/>
            <a:ext cx="415925" cy="417512"/>
          </a:xfrm>
          <a:custGeom>
            <a:rect b="b" l="l" r="r" t="t"/>
            <a:pathLst>
              <a:path extrusionOk="0" h="256" w="256">
                <a:moveTo>
                  <a:pt x="244" y="92"/>
                </a:moveTo>
                <a:cubicBezTo>
                  <a:pt x="192" y="92"/>
                  <a:pt x="192" y="92"/>
                  <a:pt x="192" y="92"/>
                </a:cubicBezTo>
                <a:cubicBezTo>
                  <a:pt x="185" y="92"/>
                  <a:pt x="180" y="87"/>
                  <a:pt x="180" y="80"/>
                </a:cubicBezTo>
                <a:cubicBezTo>
                  <a:pt x="180" y="73"/>
                  <a:pt x="185" y="68"/>
                  <a:pt x="192" y="68"/>
                </a:cubicBezTo>
                <a:cubicBezTo>
                  <a:pt x="213" y="68"/>
                  <a:pt x="213" y="68"/>
                  <a:pt x="213" y="68"/>
                </a:cubicBezTo>
                <a:cubicBezTo>
                  <a:pt x="194" y="41"/>
                  <a:pt x="163" y="24"/>
                  <a:pt x="128" y="24"/>
                </a:cubicBez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121"/>
                  <a:pt x="237" y="116"/>
                  <a:pt x="244" y="116"/>
                </a:cubicBezTo>
                <a:cubicBezTo>
                  <a:pt x="251" y="116"/>
                  <a:pt x="256" y="121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71" y="0"/>
                  <a:pt x="209" y="21"/>
                  <a:pt x="232" y="54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232" y="25"/>
                  <a:pt x="237" y="20"/>
                  <a:pt x="244" y="20"/>
                </a:cubicBezTo>
                <a:cubicBezTo>
                  <a:pt x="251" y="20"/>
                  <a:pt x="256" y="25"/>
                  <a:pt x="256" y="32"/>
                </a:cubicBezTo>
                <a:cubicBezTo>
                  <a:pt x="256" y="80"/>
                  <a:pt x="256" y="80"/>
                  <a:pt x="256" y="80"/>
                </a:cubicBezTo>
                <a:cubicBezTo>
                  <a:pt x="256" y="87"/>
                  <a:pt x="251" y="92"/>
                  <a:pt x="244" y="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14"/>
          <p:cNvSpPr/>
          <p:nvPr/>
        </p:nvSpPr>
        <p:spPr>
          <a:xfrm>
            <a:off x="6937375" y="3086100"/>
            <a:ext cx="415925" cy="293688"/>
          </a:xfrm>
          <a:custGeom>
            <a:rect b="b" l="l" r="r" t="t"/>
            <a:pathLst>
              <a:path extrusionOk="0" h="180" w="256">
                <a:moveTo>
                  <a:pt x="225" y="77"/>
                </a:moveTo>
                <a:cubicBezTo>
                  <a:pt x="222" y="79"/>
                  <a:pt x="219" y="80"/>
                  <a:pt x="216" y="80"/>
                </a:cubicBezTo>
                <a:cubicBezTo>
                  <a:pt x="209" y="80"/>
                  <a:pt x="204" y="75"/>
                  <a:pt x="204" y="68"/>
                </a:cubicBezTo>
                <a:cubicBezTo>
                  <a:pt x="204" y="65"/>
                  <a:pt x="205" y="62"/>
                  <a:pt x="208" y="60"/>
                </a:cubicBezTo>
                <a:cubicBezTo>
                  <a:pt x="215" y="52"/>
                  <a:pt x="215" y="52"/>
                  <a:pt x="215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196" y="52"/>
                  <a:pt x="196" y="52"/>
                  <a:pt x="196" y="52"/>
                </a:cubicBezTo>
                <a:cubicBezTo>
                  <a:pt x="185" y="52"/>
                  <a:pt x="185" y="52"/>
                  <a:pt x="185" y="52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8" y="179"/>
                  <a:pt x="55" y="180"/>
                  <a:pt x="52" y="180"/>
                </a:cubicBezTo>
                <a:cubicBezTo>
                  <a:pt x="36" y="180"/>
                  <a:pt x="36" y="180"/>
                  <a:pt x="36" y="180"/>
                </a:cubicBezTo>
                <a:cubicBezTo>
                  <a:pt x="12" y="180"/>
                  <a:pt x="12" y="180"/>
                  <a:pt x="12" y="180"/>
                </a:cubicBezTo>
                <a:cubicBezTo>
                  <a:pt x="5" y="180"/>
                  <a:pt x="0" y="175"/>
                  <a:pt x="0" y="168"/>
                </a:cubicBezTo>
                <a:cubicBezTo>
                  <a:pt x="0" y="161"/>
                  <a:pt x="5" y="156"/>
                  <a:pt x="12" y="156"/>
                </a:cubicBezTo>
                <a:cubicBezTo>
                  <a:pt x="36" y="156"/>
                  <a:pt x="36" y="156"/>
                  <a:pt x="36" y="156"/>
                </a:cubicBezTo>
                <a:cubicBezTo>
                  <a:pt x="47" y="156"/>
                  <a:pt x="47" y="156"/>
                  <a:pt x="47" y="156"/>
                </a:cubicBezTo>
                <a:cubicBezTo>
                  <a:pt x="172" y="32"/>
                  <a:pt x="172" y="32"/>
                  <a:pt x="172" y="32"/>
                </a:cubicBezTo>
                <a:cubicBezTo>
                  <a:pt x="174" y="29"/>
                  <a:pt x="177" y="28"/>
                  <a:pt x="180" y="28"/>
                </a:cubicBezTo>
                <a:cubicBezTo>
                  <a:pt x="200" y="28"/>
                  <a:pt x="200" y="28"/>
                  <a:pt x="200" y="28"/>
                </a:cubicBezTo>
                <a:cubicBezTo>
                  <a:pt x="215" y="28"/>
                  <a:pt x="215" y="28"/>
                  <a:pt x="215" y="28"/>
                </a:cubicBezTo>
                <a:cubicBezTo>
                  <a:pt x="208" y="21"/>
                  <a:pt x="208" y="21"/>
                  <a:pt x="208" y="21"/>
                </a:cubicBezTo>
                <a:cubicBezTo>
                  <a:pt x="205" y="18"/>
                  <a:pt x="204" y="15"/>
                  <a:pt x="204" y="12"/>
                </a:cubicBezTo>
                <a:cubicBezTo>
                  <a:pt x="204" y="5"/>
                  <a:pt x="209" y="0"/>
                  <a:pt x="216" y="0"/>
                </a:cubicBezTo>
                <a:cubicBezTo>
                  <a:pt x="219" y="0"/>
                  <a:pt x="222" y="1"/>
                  <a:pt x="225" y="4"/>
                </a:cubicBezTo>
                <a:cubicBezTo>
                  <a:pt x="253" y="32"/>
                  <a:pt x="253" y="32"/>
                  <a:pt x="253" y="32"/>
                </a:cubicBezTo>
                <a:cubicBezTo>
                  <a:pt x="255" y="34"/>
                  <a:pt x="256" y="37"/>
                  <a:pt x="256" y="40"/>
                </a:cubicBezTo>
                <a:cubicBezTo>
                  <a:pt x="256" y="43"/>
                  <a:pt x="255" y="46"/>
                  <a:pt x="253" y="49"/>
                </a:cubicBezTo>
                <a:lnTo>
                  <a:pt x="225" y="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4"/>
          <p:cNvSpPr/>
          <p:nvPr/>
        </p:nvSpPr>
        <p:spPr>
          <a:xfrm>
            <a:off x="6208713" y="3132138"/>
            <a:ext cx="415925" cy="292100"/>
          </a:xfrm>
          <a:custGeom>
            <a:rect b="b" l="l" r="r" t="t"/>
            <a:pathLst>
              <a:path extrusionOk="0" h="180" w="256">
                <a:moveTo>
                  <a:pt x="224" y="104"/>
                </a:moveTo>
                <a:cubicBezTo>
                  <a:pt x="222" y="101"/>
                  <a:pt x="219" y="100"/>
                  <a:pt x="216" y="100"/>
                </a:cubicBezTo>
                <a:cubicBezTo>
                  <a:pt x="209" y="100"/>
                  <a:pt x="204" y="105"/>
                  <a:pt x="204" y="112"/>
                </a:cubicBezTo>
                <a:cubicBezTo>
                  <a:pt x="204" y="115"/>
                  <a:pt x="205" y="118"/>
                  <a:pt x="208" y="120"/>
                </a:cubicBezTo>
                <a:cubicBezTo>
                  <a:pt x="215" y="128"/>
                  <a:pt x="215" y="128"/>
                  <a:pt x="215" y="128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208" y="128"/>
                  <a:pt x="208" y="128"/>
                  <a:pt x="208" y="128"/>
                </a:cubicBezTo>
                <a:cubicBezTo>
                  <a:pt x="196" y="128"/>
                  <a:pt x="196" y="128"/>
                  <a:pt x="196" y="128"/>
                </a:cubicBezTo>
                <a:cubicBezTo>
                  <a:pt x="185" y="128"/>
                  <a:pt x="185" y="128"/>
                  <a:pt x="185" y="128"/>
                </a:cubicBezTo>
                <a:cubicBezTo>
                  <a:pt x="60" y="4"/>
                  <a:pt x="60" y="4"/>
                  <a:pt x="60" y="4"/>
                </a:cubicBezTo>
                <a:cubicBezTo>
                  <a:pt x="58" y="1"/>
                  <a:pt x="55" y="0"/>
                  <a:pt x="52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9"/>
                  <a:pt x="5" y="24"/>
                  <a:pt x="12" y="24"/>
                </a:cubicBezTo>
                <a:cubicBezTo>
                  <a:pt x="36" y="24"/>
                  <a:pt x="36" y="24"/>
                  <a:pt x="36" y="24"/>
                </a:cubicBezTo>
                <a:cubicBezTo>
                  <a:pt x="47" y="24"/>
                  <a:pt x="47" y="24"/>
                  <a:pt x="47" y="24"/>
                </a:cubicBezTo>
                <a:cubicBezTo>
                  <a:pt x="171" y="149"/>
                  <a:pt x="171" y="149"/>
                  <a:pt x="171" y="149"/>
                </a:cubicBezTo>
                <a:cubicBezTo>
                  <a:pt x="174" y="151"/>
                  <a:pt x="177" y="152"/>
                  <a:pt x="180" y="152"/>
                </a:cubicBezTo>
                <a:cubicBezTo>
                  <a:pt x="200" y="152"/>
                  <a:pt x="200" y="152"/>
                  <a:pt x="200" y="152"/>
                </a:cubicBezTo>
                <a:cubicBezTo>
                  <a:pt x="215" y="152"/>
                  <a:pt x="215" y="152"/>
                  <a:pt x="215" y="152"/>
                </a:cubicBezTo>
                <a:cubicBezTo>
                  <a:pt x="208" y="160"/>
                  <a:pt x="208" y="160"/>
                  <a:pt x="208" y="160"/>
                </a:cubicBezTo>
                <a:cubicBezTo>
                  <a:pt x="205" y="162"/>
                  <a:pt x="204" y="165"/>
                  <a:pt x="204" y="168"/>
                </a:cubicBezTo>
                <a:cubicBezTo>
                  <a:pt x="204" y="175"/>
                  <a:pt x="209" y="180"/>
                  <a:pt x="216" y="180"/>
                </a:cubicBezTo>
                <a:cubicBezTo>
                  <a:pt x="219" y="180"/>
                  <a:pt x="222" y="179"/>
                  <a:pt x="224" y="176"/>
                </a:cubicBezTo>
                <a:cubicBezTo>
                  <a:pt x="252" y="148"/>
                  <a:pt x="252" y="148"/>
                  <a:pt x="252" y="148"/>
                </a:cubicBezTo>
                <a:cubicBezTo>
                  <a:pt x="255" y="146"/>
                  <a:pt x="256" y="143"/>
                  <a:pt x="256" y="140"/>
                </a:cubicBezTo>
                <a:cubicBezTo>
                  <a:pt x="256" y="137"/>
                  <a:pt x="255" y="134"/>
                  <a:pt x="252" y="132"/>
                </a:cubicBezTo>
                <a:lnTo>
                  <a:pt x="224" y="1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4"/>
          <p:cNvSpPr/>
          <p:nvPr/>
        </p:nvSpPr>
        <p:spPr>
          <a:xfrm>
            <a:off x="5480050" y="3086100"/>
            <a:ext cx="415925" cy="338138"/>
          </a:xfrm>
          <a:custGeom>
            <a:rect b="b" l="l" r="r" t="t"/>
            <a:pathLst>
              <a:path extrusionOk="0" h="208" w="256">
                <a:moveTo>
                  <a:pt x="225" y="77"/>
                </a:moveTo>
                <a:cubicBezTo>
                  <a:pt x="222" y="79"/>
                  <a:pt x="219" y="80"/>
                  <a:pt x="216" y="80"/>
                </a:cubicBezTo>
                <a:cubicBezTo>
                  <a:pt x="209" y="80"/>
                  <a:pt x="204" y="75"/>
                  <a:pt x="204" y="68"/>
                </a:cubicBezTo>
                <a:cubicBezTo>
                  <a:pt x="204" y="65"/>
                  <a:pt x="205" y="62"/>
                  <a:pt x="208" y="60"/>
                </a:cubicBezTo>
                <a:cubicBezTo>
                  <a:pt x="215" y="52"/>
                  <a:pt x="215" y="52"/>
                  <a:pt x="215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208" y="52"/>
                  <a:pt x="208" y="52"/>
                  <a:pt x="208" y="52"/>
                </a:cubicBezTo>
                <a:cubicBezTo>
                  <a:pt x="196" y="52"/>
                  <a:pt x="196" y="52"/>
                  <a:pt x="196" y="52"/>
                </a:cubicBezTo>
                <a:cubicBezTo>
                  <a:pt x="185" y="52"/>
                  <a:pt x="185" y="52"/>
                  <a:pt x="185" y="52"/>
                </a:cubicBezTo>
                <a:cubicBezTo>
                  <a:pt x="60" y="176"/>
                  <a:pt x="60" y="176"/>
                  <a:pt x="60" y="176"/>
                </a:cubicBezTo>
                <a:cubicBezTo>
                  <a:pt x="58" y="179"/>
                  <a:pt x="55" y="180"/>
                  <a:pt x="52" y="180"/>
                </a:cubicBezTo>
                <a:cubicBezTo>
                  <a:pt x="36" y="180"/>
                  <a:pt x="36" y="180"/>
                  <a:pt x="36" y="180"/>
                </a:cubicBezTo>
                <a:cubicBezTo>
                  <a:pt x="12" y="180"/>
                  <a:pt x="12" y="180"/>
                  <a:pt x="12" y="180"/>
                </a:cubicBezTo>
                <a:cubicBezTo>
                  <a:pt x="5" y="180"/>
                  <a:pt x="0" y="175"/>
                  <a:pt x="0" y="168"/>
                </a:cubicBezTo>
                <a:cubicBezTo>
                  <a:pt x="0" y="161"/>
                  <a:pt x="5" y="156"/>
                  <a:pt x="12" y="156"/>
                </a:cubicBezTo>
                <a:cubicBezTo>
                  <a:pt x="36" y="156"/>
                  <a:pt x="36" y="156"/>
                  <a:pt x="36" y="156"/>
                </a:cubicBezTo>
                <a:cubicBezTo>
                  <a:pt x="47" y="156"/>
                  <a:pt x="47" y="156"/>
                  <a:pt x="47" y="156"/>
                </a:cubicBezTo>
                <a:cubicBezTo>
                  <a:pt x="172" y="32"/>
                  <a:pt x="172" y="32"/>
                  <a:pt x="172" y="32"/>
                </a:cubicBezTo>
                <a:cubicBezTo>
                  <a:pt x="174" y="29"/>
                  <a:pt x="177" y="28"/>
                  <a:pt x="180" y="28"/>
                </a:cubicBezTo>
                <a:cubicBezTo>
                  <a:pt x="200" y="28"/>
                  <a:pt x="200" y="28"/>
                  <a:pt x="200" y="28"/>
                </a:cubicBezTo>
                <a:cubicBezTo>
                  <a:pt x="215" y="28"/>
                  <a:pt x="215" y="28"/>
                  <a:pt x="215" y="28"/>
                </a:cubicBezTo>
                <a:cubicBezTo>
                  <a:pt x="208" y="21"/>
                  <a:pt x="208" y="21"/>
                  <a:pt x="208" y="21"/>
                </a:cubicBezTo>
                <a:cubicBezTo>
                  <a:pt x="205" y="18"/>
                  <a:pt x="204" y="15"/>
                  <a:pt x="204" y="12"/>
                </a:cubicBezTo>
                <a:cubicBezTo>
                  <a:pt x="204" y="5"/>
                  <a:pt x="209" y="0"/>
                  <a:pt x="216" y="0"/>
                </a:cubicBezTo>
                <a:cubicBezTo>
                  <a:pt x="219" y="0"/>
                  <a:pt x="222" y="1"/>
                  <a:pt x="225" y="4"/>
                </a:cubicBezTo>
                <a:cubicBezTo>
                  <a:pt x="253" y="32"/>
                  <a:pt x="253" y="32"/>
                  <a:pt x="253" y="32"/>
                </a:cubicBezTo>
                <a:cubicBezTo>
                  <a:pt x="255" y="34"/>
                  <a:pt x="256" y="37"/>
                  <a:pt x="256" y="40"/>
                </a:cubicBezTo>
                <a:cubicBezTo>
                  <a:pt x="256" y="43"/>
                  <a:pt x="255" y="46"/>
                  <a:pt x="253" y="49"/>
                </a:cubicBezTo>
                <a:lnTo>
                  <a:pt x="225" y="77"/>
                </a:lnTo>
                <a:close/>
                <a:moveTo>
                  <a:pt x="91" y="96"/>
                </a:moveTo>
                <a:cubicBezTo>
                  <a:pt x="47" y="52"/>
                  <a:pt x="47" y="52"/>
                  <a:pt x="47" y="52"/>
                </a:cubicBezTo>
                <a:cubicBezTo>
                  <a:pt x="36" y="52"/>
                  <a:pt x="36" y="52"/>
                  <a:pt x="36" y="52"/>
                </a:cubicBezTo>
                <a:cubicBezTo>
                  <a:pt x="12" y="52"/>
                  <a:pt x="12" y="52"/>
                  <a:pt x="12" y="52"/>
                </a:cubicBezTo>
                <a:cubicBezTo>
                  <a:pt x="5" y="52"/>
                  <a:pt x="0" y="47"/>
                  <a:pt x="0" y="40"/>
                </a:cubicBezTo>
                <a:cubicBezTo>
                  <a:pt x="0" y="33"/>
                  <a:pt x="5" y="28"/>
                  <a:pt x="12" y="28"/>
                </a:cubicBezTo>
                <a:cubicBezTo>
                  <a:pt x="32" y="28"/>
                  <a:pt x="32" y="28"/>
                  <a:pt x="32" y="28"/>
                </a:cubicBezTo>
                <a:cubicBezTo>
                  <a:pt x="52" y="28"/>
                  <a:pt x="52" y="28"/>
                  <a:pt x="52" y="28"/>
                </a:cubicBezTo>
                <a:cubicBezTo>
                  <a:pt x="55" y="28"/>
                  <a:pt x="58" y="29"/>
                  <a:pt x="60" y="32"/>
                </a:cubicBezTo>
                <a:cubicBezTo>
                  <a:pt x="108" y="79"/>
                  <a:pt x="108" y="79"/>
                  <a:pt x="108" y="79"/>
                </a:cubicBezTo>
                <a:lnTo>
                  <a:pt x="91" y="96"/>
                </a:lnTo>
                <a:close/>
                <a:moveTo>
                  <a:pt x="185" y="156"/>
                </a:moveTo>
                <a:cubicBezTo>
                  <a:pt x="196" y="156"/>
                  <a:pt x="196" y="156"/>
                  <a:pt x="196" y="156"/>
                </a:cubicBezTo>
                <a:cubicBezTo>
                  <a:pt x="208" y="156"/>
                  <a:pt x="208" y="156"/>
                  <a:pt x="208" y="156"/>
                </a:cubicBezTo>
                <a:cubicBezTo>
                  <a:pt x="208" y="156"/>
                  <a:pt x="208" y="156"/>
                  <a:pt x="208" y="156"/>
                </a:cubicBezTo>
                <a:cubicBezTo>
                  <a:pt x="215" y="156"/>
                  <a:pt x="215" y="156"/>
                  <a:pt x="215" y="156"/>
                </a:cubicBezTo>
                <a:cubicBezTo>
                  <a:pt x="208" y="148"/>
                  <a:pt x="208" y="148"/>
                  <a:pt x="208" y="148"/>
                </a:cubicBezTo>
                <a:cubicBezTo>
                  <a:pt x="205" y="146"/>
                  <a:pt x="204" y="143"/>
                  <a:pt x="204" y="140"/>
                </a:cubicBezTo>
                <a:cubicBezTo>
                  <a:pt x="204" y="133"/>
                  <a:pt x="209" y="128"/>
                  <a:pt x="216" y="128"/>
                </a:cubicBezTo>
                <a:cubicBezTo>
                  <a:pt x="219" y="128"/>
                  <a:pt x="222" y="129"/>
                  <a:pt x="225" y="131"/>
                </a:cubicBezTo>
                <a:cubicBezTo>
                  <a:pt x="253" y="159"/>
                  <a:pt x="253" y="159"/>
                  <a:pt x="253" y="159"/>
                </a:cubicBezTo>
                <a:cubicBezTo>
                  <a:pt x="255" y="162"/>
                  <a:pt x="256" y="165"/>
                  <a:pt x="256" y="168"/>
                </a:cubicBezTo>
                <a:cubicBezTo>
                  <a:pt x="256" y="171"/>
                  <a:pt x="255" y="174"/>
                  <a:pt x="253" y="176"/>
                </a:cubicBezTo>
                <a:cubicBezTo>
                  <a:pt x="225" y="204"/>
                  <a:pt x="225" y="204"/>
                  <a:pt x="225" y="204"/>
                </a:cubicBezTo>
                <a:cubicBezTo>
                  <a:pt x="222" y="207"/>
                  <a:pt x="219" y="208"/>
                  <a:pt x="216" y="208"/>
                </a:cubicBezTo>
                <a:cubicBezTo>
                  <a:pt x="209" y="208"/>
                  <a:pt x="204" y="203"/>
                  <a:pt x="204" y="196"/>
                </a:cubicBezTo>
                <a:cubicBezTo>
                  <a:pt x="204" y="193"/>
                  <a:pt x="205" y="190"/>
                  <a:pt x="208" y="187"/>
                </a:cubicBezTo>
                <a:cubicBezTo>
                  <a:pt x="215" y="180"/>
                  <a:pt x="215" y="180"/>
                  <a:pt x="215" y="180"/>
                </a:cubicBezTo>
                <a:cubicBezTo>
                  <a:pt x="196" y="180"/>
                  <a:pt x="196" y="180"/>
                  <a:pt x="196" y="180"/>
                </a:cubicBezTo>
                <a:cubicBezTo>
                  <a:pt x="180" y="180"/>
                  <a:pt x="180" y="180"/>
                  <a:pt x="180" y="180"/>
                </a:cubicBezTo>
                <a:cubicBezTo>
                  <a:pt x="177" y="180"/>
                  <a:pt x="174" y="179"/>
                  <a:pt x="172" y="176"/>
                </a:cubicBezTo>
                <a:cubicBezTo>
                  <a:pt x="124" y="129"/>
                  <a:pt x="124" y="129"/>
                  <a:pt x="124" y="129"/>
                </a:cubicBezTo>
                <a:cubicBezTo>
                  <a:pt x="141" y="112"/>
                  <a:pt x="141" y="112"/>
                  <a:pt x="141" y="112"/>
                </a:cubicBezTo>
                <a:lnTo>
                  <a:pt x="185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14"/>
          <p:cNvSpPr/>
          <p:nvPr/>
        </p:nvSpPr>
        <p:spPr>
          <a:xfrm>
            <a:off x="4772025" y="3067050"/>
            <a:ext cx="376238" cy="377825"/>
          </a:xfrm>
          <a:custGeom>
            <a:rect b="b" l="l" r="r" t="t"/>
            <a:pathLst>
              <a:path extrusionOk="0" h="232" w="232">
                <a:moveTo>
                  <a:pt x="229" y="20"/>
                </a:moveTo>
                <a:cubicBezTo>
                  <a:pt x="169" y="80"/>
                  <a:pt x="169" y="80"/>
                  <a:pt x="169" y="80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95" y="80"/>
                  <a:pt x="200" y="85"/>
                  <a:pt x="200" y="92"/>
                </a:cubicBezTo>
                <a:cubicBezTo>
                  <a:pt x="200" y="99"/>
                  <a:pt x="195" y="104"/>
                  <a:pt x="188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44"/>
                  <a:pt x="128" y="44"/>
                  <a:pt x="128" y="44"/>
                </a:cubicBezTo>
                <a:cubicBezTo>
                  <a:pt x="128" y="37"/>
                  <a:pt x="133" y="32"/>
                  <a:pt x="140" y="32"/>
                </a:cubicBezTo>
                <a:cubicBezTo>
                  <a:pt x="147" y="32"/>
                  <a:pt x="152" y="37"/>
                  <a:pt x="152" y="44"/>
                </a:cubicBezTo>
                <a:cubicBezTo>
                  <a:pt x="152" y="63"/>
                  <a:pt x="152" y="63"/>
                  <a:pt x="152" y="63"/>
                </a:cubicBezTo>
                <a:cubicBezTo>
                  <a:pt x="212" y="3"/>
                  <a:pt x="212" y="3"/>
                  <a:pt x="212" y="3"/>
                </a:cubicBezTo>
                <a:cubicBezTo>
                  <a:pt x="212" y="3"/>
                  <a:pt x="212" y="3"/>
                  <a:pt x="212" y="3"/>
                </a:cubicBezTo>
                <a:cubicBezTo>
                  <a:pt x="214" y="1"/>
                  <a:pt x="217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15"/>
                  <a:pt x="231" y="18"/>
                  <a:pt x="229" y="20"/>
                </a:cubicBezTo>
                <a:close/>
                <a:moveTo>
                  <a:pt x="140" y="128"/>
                </a:moveTo>
                <a:cubicBezTo>
                  <a:pt x="188" y="128"/>
                  <a:pt x="188" y="128"/>
                  <a:pt x="188" y="128"/>
                </a:cubicBezTo>
                <a:cubicBezTo>
                  <a:pt x="195" y="128"/>
                  <a:pt x="200" y="133"/>
                  <a:pt x="200" y="140"/>
                </a:cubicBezTo>
                <a:cubicBezTo>
                  <a:pt x="200" y="147"/>
                  <a:pt x="195" y="152"/>
                  <a:pt x="188" y="152"/>
                </a:cubicBezTo>
                <a:cubicBezTo>
                  <a:pt x="169" y="152"/>
                  <a:pt x="169" y="152"/>
                  <a:pt x="169" y="152"/>
                </a:cubicBezTo>
                <a:cubicBezTo>
                  <a:pt x="229" y="212"/>
                  <a:pt x="229" y="212"/>
                  <a:pt x="229" y="212"/>
                </a:cubicBezTo>
                <a:cubicBezTo>
                  <a:pt x="229" y="212"/>
                  <a:pt x="229" y="212"/>
                  <a:pt x="229" y="212"/>
                </a:cubicBezTo>
                <a:cubicBezTo>
                  <a:pt x="231" y="214"/>
                  <a:pt x="232" y="217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cubicBezTo>
                  <a:pt x="217" y="232"/>
                  <a:pt x="214" y="231"/>
                  <a:pt x="212" y="229"/>
                </a:cubicBezTo>
                <a:cubicBezTo>
                  <a:pt x="212" y="229"/>
                  <a:pt x="212" y="229"/>
                  <a:pt x="212" y="229"/>
                </a:cubicBezTo>
                <a:cubicBezTo>
                  <a:pt x="152" y="169"/>
                  <a:pt x="152" y="169"/>
                  <a:pt x="152" y="169"/>
                </a:cubicBezTo>
                <a:cubicBezTo>
                  <a:pt x="152" y="188"/>
                  <a:pt x="152" y="188"/>
                  <a:pt x="152" y="188"/>
                </a:cubicBezTo>
                <a:cubicBezTo>
                  <a:pt x="152" y="195"/>
                  <a:pt x="147" y="200"/>
                  <a:pt x="140" y="200"/>
                </a:cubicBezTo>
                <a:cubicBezTo>
                  <a:pt x="133" y="200"/>
                  <a:pt x="128" y="195"/>
                  <a:pt x="128" y="188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moveTo>
                  <a:pt x="92" y="200"/>
                </a:moveTo>
                <a:cubicBezTo>
                  <a:pt x="85" y="200"/>
                  <a:pt x="80" y="195"/>
                  <a:pt x="80" y="188"/>
                </a:cubicBezTo>
                <a:cubicBezTo>
                  <a:pt x="80" y="169"/>
                  <a:pt x="80" y="169"/>
                  <a:pt x="80" y="169"/>
                </a:cubicBezTo>
                <a:cubicBezTo>
                  <a:pt x="20" y="229"/>
                  <a:pt x="20" y="229"/>
                  <a:pt x="20" y="229"/>
                </a:cubicBezTo>
                <a:cubicBezTo>
                  <a:pt x="20" y="229"/>
                  <a:pt x="20" y="229"/>
                  <a:pt x="20" y="229"/>
                </a:cubicBezTo>
                <a:cubicBezTo>
                  <a:pt x="18" y="231"/>
                  <a:pt x="15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217"/>
                  <a:pt x="1" y="214"/>
                  <a:pt x="3" y="212"/>
                </a:cubicBezTo>
                <a:cubicBezTo>
                  <a:pt x="3" y="212"/>
                  <a:pt x="3" y="212"/>
                  <a:pt x="3" y="212"/>
                </a:cubicBezTo>
                <a:cubicBezTo>
                  <a:pt x="63" y="152"/>
                  <a:pt x="63" y="152"/>
                  <a:pt x="63" y="152"/>
                </a:cubicBezTo>
                <a:cubicBezTo>
                  <a:pt x="44" y="152"/>
                  <a:pt x="44" y="152"/>
                  <a:pt x="44" y="152"/>
                </a:cubicBezTo>
                <a:cubicBezTo>
                  <a:pt x="37" y="152"/>
                  <a:pt x="32" y="147"/>
                  <a:pt x="32" y="140"/>
                </a:cubicBezTo>
                <a:cubicBezTo>
                  <a:pt x="32" y="133"/>
                  <a:pt x="37" y="128"/>
                  <a:pt x="44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88"/>
                  <a:pt x="104" y="188"/>
                  <a:pt x="104" y="188"/>
                </a:cubicBezTo>
                <a:cubicBezTo>
                  <a:pt x="104" y="195"/>
                  <a:pt x="99" y="200"/>
                  <a:pt x="92" y="200"/>
                </a:cubicBezTo>
                <a:moveTo>
                  <a:pt x="92" y="104"/>
                </a:moveTo>
                <a:cubicBezTo>
                  <a:pt x="44" y="104"/>
                  <a:pt x="44" y="104"/>
                  <a:pt x="44" y="104"/>
                </a:cubicBezTo>
                <a:cubicBezTo>
                  <a:pt x="37" y="104"/>
                  <a:pt x="32" y="99"/>
                  <a:pt x="32" y="92"/>
                </a:cubicBezTo>
                <a:cubicBezTo>
                  <a:pt x="32" y="85"/>
                  <a:pt x="37" y="80"/>
                  <a:pt x="44" y="80"/>
                </a:cubicBezTo>
                <a:cubicBezTo>
                  <a:pt x="63" y="80"/>
                  <a:pt x="63" y="80"/>
                  <a:pt x="63" y="80"/>
                </a:cubicBezTo>
                <a:cubicBezTo>
                  <a:pt x="3" y="20"/>
                  <a:pt x="3" y="20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" y="18"/>
                  <a:pt x="0" y="15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8" y="1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80" y="63"/>
                  <a:pt x="80" y="63"/>
                  <a:pt x="80" y="63"/>
                </a:cubicBezTo>
                <a:cubicBezTo>
                  <a:pt x="80" y="44"/>
                  <a:pt x="80" y="44"/>
                  <a:pt x="80" y="44"/>
                </a:cubicBezTo>
                <a:cubicBezTo>
                  <a:pt x="80" y="37"/>
                  <a:pt x="85" y="32"/>
                  <a:pt x="92" y="32"/>
                </a:cubicBezTo>
                <a:cubicBezTo>
                  <a:pt x="99" y="32"/>
                  <a:pt x="104" y="37"/>
                  <a:pt x="104" y="44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1" name="Google Shape;3371;p14"/>
          <p:cNvSpPr/>
          <p:nvPr/>
        </p:nvSpPr>
        <p:spPr>
          <a:xfrm>
            <a:off x="4043363" y="3067050"/>
            <a:ext cx="376237" cy="377825"/>
          </a:xfrm>
          <a:custGeom>
            <a:rect b="b" l="l" r="r" t="t"/>
            <a:pathLst>
              <a:path extrusionOk="0" h="232" w="232">
                <a:moveTo>
                  <a:pt x="220" y="232"/>
                </a:moveTo>
                <a:cubicBezTo>
                  <a:pt x="172" y="232"/>
                  <a:pt x="172" y="232"/>
                  <a:pt x="172" y="232"/>
                </a:cubicBezTo>
                <a:cubicBezTo>
                  <a:pt x="165" y="232"/>
                  <a:pt x="160" y="227"/>
                  <a:pt x="160" y="220"/>
                </a:cubicBezTo>
                <a:cubicBezTo>
                  <a:pt x="160" y="213"/>
                  <a:pt x="165" y="208"/>
                  <a:pt x="172" y="208"/>
                </a:cubicBezTo>
                <a:cubicBezTo>
                  <a:pt x="191" y="208"/>
                  <a:pt x="191" y="208"/>
                  <a:pt x="191" y="208"/>
                </a:cubicBezTo>
                <a:cubicBezTo>
                  <a:pt x="131" y="148"/>
                  <a:pt x="131" y="148"/>
                  <a:pt x="131" y="148"/>
                </a:cubicBezTo>
                <a:cubicBezTo>
                  <a:pt x="131" y="148"/>
                  <a:pt x="131" y="148"/>
                  <a:pt x="131" y="148"/>
                </a:cubicBezTo>
                <a:cubicBezTo>
                  <a:pt x="129" y="146"/>
                  <a:pt x="128" y="143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cubicBezTo>
                  <a:pt x="143" y="128"/>
                  <a:pt x="146" y="129"/>
                  <a:pt x="148" y="131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208" y="191"/>
                  <a:pt x="208" y="191"/>
                  <a:pt x="208" y="191"/>
                </a:cubicBezTo>
                <a:cubicBezTo>
                  <a:pt x="208" y="172"/>
                  <a:pt x="208" y="172"/>
                  <a:pt x="208" y="172"/>
                </a:cubicBezTo>
                <a:cubicBezTo>
                  <a:pt x="208" y="165"/>
                  <a:pt x="213" y="160"/>
                  <a:pt x="220" y="160"/>
                </a:cubicBezTo>
                <a:cubicBezTo>
                  <a:pt x="227" y="160"/>
                  <a:pt x="232" y="165"/>
                  <a:pt x="232" y="172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moveTo>
                  <a:pt x="220" y="72"/>
                </a:moveTo>
                <a:cubicBezTo>
                  <a:pt x="213" y="72"/>
                  <a:pt x="208" y="67"/>
                  <a:pt x="208" y="60"/>
                </a:cubicBezTo>
                <a:cubicBezTo>
                  <a:pt x="208" y="41"/>
                  <a:pt x="208" y="41"/>
                  <a:pt x="208" y="41"/>
                </a:cubicBezTo>
                <a:cubicBezTo>
                  <a:pt x="148" y="101"/>
                  <a:pt x="148" y="101"/>
                  <a:pt x="148" y="101"/>
                </a:cubicBezTo>
                <a:cubicBezTo>
                  <a:pt x="148" y="101"/>
                  <a:pt x="148" y="101"/>
                  <a:pt x="148" y="101"/>
                </a:cubicBezTo>
                <a:cubicBezTo>
                  <a:pt x="146" y="103"/>
                  <a:pt x="143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89"/>
                  <a:pt x="129" y="86"/>
                  <a:pt x="131" y="84"/>
                </a:cubicBezTo>
                <a:cubicBezTo>
                  <a:pt x="131" y="84"/>
                  <a:pt x="131" y="84"/>
                  <a:pt x="131" y="84"/>
                </a:cubicBezTo>
                <a:cubicBezTo>
                  <a:pt x="191" y="24"/>
                  <a:pt x="191" y="24"/>
                  <a:pt x="191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65" y="24"/>
                  <a:pt x="160" y="19"/>
                  <a:pt x="160" y="12"/>
                </a:cubicBezTo>
                <a:cubicBezTo>
                  <a:pt x="160" y="5"/>
                  <a:pt x="165" y="0"/>
                  <a:pt x="172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67"/>
                  <a:pt x="227" y="72"/>
                  <a:pt x="220" y="72"/>
                </a:cubicBezTo>
                <a:moveTo>
                  <a:pt x="101" y="148"/>
                </a:moveTo>
                <a:cubicBezTo>
                  <a:pt x="41" y="208"/>
                  <a:pt x="41" y="208"/>
                  <a:pt x="41" y="208"/>
                </a:cubicBezTo>
                <a:cubicBezTo>
                  <a:pt x="60" y="208"/>
                  <a:pt x="60" y="208"/>
                  <a:pt x="60" y="208"/>
                </a:cubicBezTo>
                <a:cubicBezTo>
                  <a:pt x="67" y="208"/>
                  <a:pt x="72" y="213"/>
                  <a:pt x="72" y="220"/>
                </a:cubicBezTo>
                <a:cubicBezTo>
                  <a:pt x="72" y="227"/>
                  <a:pt x="67" y="232"/>
                  <a:pt x="60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72"/>
                  <a:pt x="0" y="172"/>
                  <a:pt x="0" y="172"/>
                </a:cubicBezTo>
                <a:cubicBezTo>
                  <a:pt x="0" y="165"/>
                  <a:pt x="5" y="160"/>
                  <a:pt x="12" y="160"/>
                </a:cubicBezTo>
                <a:cubicBezTo>
                  <a:pt x="19" y="160"/>
                  <a:pt x="24" y="165"/>
                  <a:pt x="24" y="172"/>
                </a:cubicBezTo>
                <a:cubicBezTo>
                  <a:pt x="24" y="191"/>
                  <a:pt x="24" y="191"/>
                  <a:pt x="24" y="191"/>
                </a:cubicBezTo>
                <a:cubicBezTo>
                  <a:pt x="84" y="131"/>
                  <a:pt x="84" y="131"/>
                  <a:pt x="84" y="131"/>
                </a:cubicBezTo>
                <a:cubicBezTo>
                  <a:pt x="84" y="131"/>
                  <a:pt x="84" y="131"/>
                  <a:pt x="84" y="131"/>
                </a:cubicBezTo>
                <a:cubicBezTo>
                  <a:pt x="86" y="129"/>
                  <a:pt x="89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143"/>
                  <a:pt x="103" y="146"/>
                  <a:pt x="101" y="148"/>
                </a:cubicBezTo>
                <a:close/>
                <a:moveTo>
                  <a:pt x="92" y="104"/>
                </a:moveTo>
                <a:cubicBezTo>
                  <a:pt x="89" y="104"/>
                  <a:pt x="86" y="103"/>
                  <a:pt x="84" y="101"/>
                </a:cubicBezTo>
                <a:cubicBezTo>
                  <a:pt x="84" y="101"/>
                  <a:pt x="84" y="101"/>
                  <a:pt x="84" y="101"/>
                </a:cubicBezTo>
                <a:cubicBezTo>
                  <a:pt x="24" y="41"/>
                  <a:pt x="24" y="41"/>
                  <a:pt x="24" y="41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cubicBezTo>
                  <a:pt x="41" y="24"/>
                  <a:pt x="41" y="24"/>
                  <a:pt x="41" y="2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1" y="84"/>
                  <a:pt x="101" y="84"/>
                  <a:pt x="101" y="84"/>
                </a:cubicBezTo>
                <a:cubicBezTo>
                  <a:pt x="103" y="86"/>
                  <a:pt x="104" y="89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14"/>
          <p:cNvSpPr/>
          <p:nvPr/>
        </p:nvSpPr>
        <p:spPr>
          <a:xfrm>
            <a:off x="3295650" y="3046413"/>
            <a:ext cx="415925" cy="417512"/>
          </a:xfrm>
          <a:custGeom>
            <a:rect b="b" l="l" r="r" t="t"/>
            <a:pathLst>
              <a:path extrusionOk="0" h="256" w="256">
                <a:moveTo>
                  <a:pt x="256" y="128"/>
                </a:moveTo>
                <a:cubicBezTo>
                  <a:pt x="256" y="132"/>
                  <a:pt x="254" y="135"/>
                  <a:pt x="252" y="137"/>
                </a:cubicBezTo>
                <a:cubicBezTo>
                  <a:pt x="212" y="173"/>
                  <a:pt x="212" y="173"/>
                  <a:pt x="212" y="173"/>
                </a:cubicBezTo>
                <a:cubicBezTo>
                  <a:pt x="210" y="175"/>
                  <a:pt x="207" y="176"/>
                  <a:pt x="204" y="176"/>
                </a:cubicBezTo>
                <a:cubicBezTo>
                  <a:pt x="197" y="176"/>
                  <a:pt x="192" y="171"/>
                  <a:pt x="192" y="164"/>
                </a:cubicBezTo>
                <a:cubicBezTo>
                  <a:pt x="192" y="160"/>
                  <a:pt x="194" y="157"/>
                  <a:pt x="196" y="155"/>
                </a:cubicBezTo>
                <a:cubicBezTo>
                  <a:pt x="213" y="140"/>
                  <a:pt x="213" y="140"/>
                  <a:pt x="213" y="140"/>
                </a:cubicBezTo>
                <a:cubicBezTo>
                  <a:pt x="140" y="140"/>
                  <a:pt x="140" y="140"/>
                  <a:pt x="140" y="140"/>
                </a:cubicBezTo>
                <a:cubicBezTo>
                  <a:pt x="140" y="213"/>
                  <a:pt x="140" y="213"/>
                  <a:pt x="140" y="213"/>
                </a:cubicBezTo>
                <a:cubicBezTo>
                  <a:pt x="155" y="196"/>
                  <a:pt x="155" y="196"/>
                  <a:pt x="155" y="196"/>
                </a:cubicBezTo>
                <a:cubicBezTo>
                  <a:pt x="157" y="194"/>
                  <a:pt x="160" y="192"/>
                  <a:pt x="164" y="192"/>
                </a:cubicBezTo>
                <a:cubicBezTo>
                  <a:pt x="171" y="192"/>
                  <a:pt x="176" y="197"/>
                  <a:pt x="176" y="204"/>
                </a:cubicBezTo>
                <a:cubicBezTo>
                  <a:pt x="176" y="207"/>
                  <a:pt x="175" y="210"/>
                  <a:pt x="173" y="212"/>
                </a:cubicBezTo>
                <a:cubicBezTo>
                  <a:pt x="137" y="252"/>
                  <a:pt x="137" y="252"/>
                  <a:pt x="137" y="252"/>
                </a:cubicBezTo>
                <a:cubicBezTo>
                  <a:pt x="135" y="254"/>
                  <a:pt x="132" y="256"/>
                  <a:pt x="128" y="256"/>
                </a:cubicBezTo>
                <a:cubicBezTo>
                  <a:pt x="124" y="256"/>
                  <a:pt x="121" y="254"/>
                  <a:pt x="119" y="252"/>
                </a:cubicBezTo>
                <a:cubicBezTo>
                  <a:pt x="83" y="212"/>
                  <a:pt x="83" y="212"/>
                  <a:pt x="83" y="212"/>
                </a:cubicBezTo>
                <a:cubicBezTo>
                  <a:pt x="81" y="210"/>
                  <a:pt x="80" y="207"/>
                  <a:pt x="80" y="204"/>
                </a:cubicBezTo>
                <a:cubicBezTo>
                  <a:pt x="80" y="197"/>
                  <a:pt x="85" y="192"/>
                  <a:pt x="92" y="192"/>
                </a:cubicBezTo>
                <a:cubicBezTo>
                  <a:pt x="96" y="192"/>
                  <a:pt x="99" y="194"/>
                  <a:pt x="101" y="196"/>
                </a:cubicBezTo>
                <a:cubicBezTo>
                  <a:pt x="116" y="213"/>
                  <a:pt x="116" y="213"/>
                  <a:pt x="116" y="213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43" y="140"/>
                  <a:pt x="43" y="140"/>
                  <a:pt x="43" y="140"/>
                </a:cubicBezTo>
                <a:cubicBezTo>
                  <a:pt x="60" y="155"/>
                  <a:pt x="60" y="155"/>
                  <a:pt x="60" y="155"/>
                </a:cubicBezTo>
                <a:cubicBezTo>
                  <a:pt x="62" y="157"/>
                  <a:pt x="64" y="160"/>
                  <a:pt x="64" y="164"/>
                </a:cubicBezTo>
                <a:cubicBezTo>
                  <a:pt x="64" y="171"/>
                  <a:pt x="59" y="176"/>
                  <a:pt x="52" y="176"/>
                </a:cubicBezTo>
                <a:cubicBezTo>
                  <a:pt x="49" y="176"/>
                  <a:pt x="46" y="175"/>
                  <a:pt x="44" y="173"/>
                </a:cubicBezTo>
                <a:cubicBezTo>
                  <a:pt x="4" y="137"/>
                  <a:pt x="4" y="137"/>
                  <a:pt x="4" y="137"/>
                </a:cubicBezTo>
                <a:cubicBezTo>
                  <a:pt x="2" y="135"/>
                  <a:pt x="0" y="132"/>
                  <a:pt x="0" y="128"/>
                </a:cubicBezTo>
                <a:cubicBezTo>
                  <a:pt x="0" y="124"/>
                  <a:pt x="2" y="121"/>
                  <a:pt x="4" y="119"/>
                </a:cubicBezTo>
                <a:cubicBezTo>
                  <a:pt x="44" y="83"/>
                  <a:pt x="44" y="83"/>
                  <a:pt x="44" y="83"/>
                </a:cubicBezTo>
                <a:cubicBezTo>
                  <a:pt x="46" y="81"/>
                  <a:pt x="49" y="80"/>
                  <a:pt x="52" y="80"/>
                </a:cubicBezTo>
                <a:cubicBezTo>
                  <a:pt x="59" y="80"/>
                  <a:pt x="64" y="85"/>
                  <a:pt x="64" y="92"/>
                </a:cubicBezTo>
                <a:cubicBezTo>
                  <a:pt x="64" y="96"/>
                  <a:pt x="62" y="99"/>
                  <a:pt x="60" y="101"/>
                </a:cubicBezTo>
                <a:cubicBezTo>
                  <a:pt x="43" y="116"/>
                  <a:pt x="43" y="116"/>
                  <a:pt x="43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16" y="43"/>
                  <a:pt x="116" y="43"/>
                  <a:pt x="116" y="43"/>
                </a:cubicBezTo>
                <a:cubicBezTo>
                  <a:pt x="101" y="60"/>
                  <a:pt x="101" y="60"/>
                  <a:pt x="101" y="60"/>
                </a:cubicBezTo>
                <a:cubicBezTo>
                  <a:pt x="99" y="62"/>
                  <a:pt x="96" y="64"/>
                  <a:pt x="92" y="64"/>
                </a:cubicBezTo>
                <a:cubicBezTo>
                  <a:pt x="85" y="64"/>
                  <a:pt x="80" y="59"/>
                  <a:pt x="80" y="52"/>
                </a:cubicBezTo>
                <a:cubicBezTo>
                  <a:pt x="80" y="49"/>
                  <a:pt x="81" y="46"/>
                  <a:pt x="83" y="44"/>
                </a:cubicBezTo>
                <a:cubicBezTo>
                  <a:pt x="119" y="4"/>
                  <a:pt x="119" y="4"/>
                  <a:pt x="119" y="4"/>
                </a:cubicBezTo>
                <a:cubicBezTo>
                  <a:pt x="121" y="2"/>
                  <a:pt x="124" y="0"/>
                  <a:pt x="128" y="0"/>
                </a:cubicBezTo>
                <a:cubicBezTo>
                  <a:pt x="132" y="0"/>
                  <a:pt x="135" y="2"/>
                  <a:pt x="137" y="4"/>
                </a:cubicBezTo>
                <a:cubicBezTo>
                  <a:pt x="173" y="44"/>
                  <a:pt x="173" y="44"/>
                  <a:pt x="173" y="44"/>
                </a:cubicBezTo>
                <a:cubicBezTo>
                  <a:pt x="175" y="46"/>
                  <a:pt x="176" y="49"/>
                  <a:pt x="176" y="52"/>
                </a:cubicBezTo>
                <a:cubicBezTo>
                  <a:pt x="176" y="59"/>
                  <a:pt x="171" y="64"/>
                  <a:pt x="164" y="64"/>
                </a:cubicBezTo>
                <a:cubicBezTo>
                  <a:pt x="160" y="64"/>
                  <a:pt x="157" y="62"/>
                  <a:pt x="155" y="60"/>
                </a:cubicBezTo>
                <a:cubicBezTo>
                  <a:pt x="140" y="43"/>
                  <a:pt x="140" y="43"/>
                  <a:pt x="140" y="43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213" y="116"/>
                  <a:pt x="213" y="116"/>
                  <a:pt x="213" y="116"/>
                </a:cubicBezTo>
                <a:cubicBezTo>
                  <a:pt x="196" y="101"/>
                  <a:pt x="196" y="101"/>
                  <a:pt x="196" y="101"/>
                </a:cubicBezTo>
                <a:cubicBezTo>
                  <a:pt x="194" y="99"/>
                  <a:pt x="192" y="96"/>
                  <a:pt x="192" y="92"/>
                </a:cubicBezTo>
                <a:cubicBezTo>
                  <a:pt x="192" y="85"/>
                  <a:pt x="197" y="80"/>
                  <a:pt x="204" y="80"/>
                </a:cubicBezTo>
                <a:cubicBezTo>
                  <a:pt x="207" y="80"/>
                  <a:pt x="210" y="81"/>
                  <a:pt x="212" y="83"/>
                </a:cubicBezTo>
                <a:cubicBezTo>
                  <a:pt x="252" y="119"/>
                  <a:pt x="252" y="119"/>
                  <a:pt x="252" y="119"/>
                </a:cubicBezTo>
                <a:cubicBezTo>
                  <a:pt x="254" y="121"/>
                  <a:pt x="256" y="124"/>
                  <a:pt x="256" y="12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3" name="Google Shape;3373;p14"/>
          <p:cNvSpPr/>
          <p:nvPr/>
        </p:nvSpPr>
        <p:spPr>
          <a:xfrm>
            <a:off x="2566988" y="3176588"/>
            <a:ext cx="415925" cy="157162"/>
          </a:xfrm>
          <a:custGeom>
            <a:rect b="b" l="l" r="r" t="t"/>
            <a:pathLst>
              <a:path extrusionOk="0" h="96" w="256">
                <a:moveTo>
                  <a:pt x="256" y="48"/>
                </a:moveTo>
                <a:cubicBezTo>
                  <a:pt x="256" y="52"/>
                  <a:pt x="254" y="55"/>
                  <a:pt x="252" y="57"/>
                </a:cubicBezTo>
                <a:cubicBezTo>
                  <a:pt x="212" y="93"/>
                  <a:pt x="212" y="93"/>
                  <a:pt x="212" y="93"/>
                </a:cubicBezTo>
                <a:cubicBezTo>
                  <a:pt x="210" y="95"/>
                  <a:pt x="207" y="96"/>
                  <a:pt x="204" y="96"/>
                </a:cubicBezTo>
                <a:cubicBezTo>
                  <a:pt x="197" y="96"/>
                  <a:pt x="192" y="91"/>
                  <a:pt x="192" y="84"/>
                </a:cubicBezTo>
                <a:cubicBezTo>
                  <a:pt x="192" y="80"/>
                  <a:pt x="194" y="77"/>
                  <a:pt x="196" y="75"/>
                </a:cubicBezTo>
                <a:cubicBezTo>
                  <a:pt x="213" y="60"/>
                  <a:pt x="213" y="60"/>
                  <a:pt x="213" y="60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16" y="60"/>
                  <a:pt x="116" y="60"/>
                  <a:pt x="116" y="60"/>
                </a:cubicBezTo>
                <a:cubicBezTo>
                  <a:pt x="43" y="60"/>
                  <a:pt x="43" y="60"/>
                  <a:pt x="43" y="60"/>
                </a:cubicBezTo>
                <a:cubicBezTo>
                  <a:pt x="60" y="75"/>
                  <a:pt x="60" y="75"/>
                  <a:pt x="60" y="75"/>
                </a:cubicBezTo>
                <a:cubicBezTo>
                  <a:pt x="62" y="77"/>
                  <a:pt x="64" y="80"/>
                  <a:pt x="64" y="84"/>
                </a:cubicBezTo>
                <a:cubicBezTo>
                  <a:pt x="64" y="91"/>
                  <a:pt x="59" y="96"/>
                  <a:pt x="52" y="96"/>
                </a:cubicBezTo>
                <a:cubicBezTo>
                  <a:pt x="49" y="96"/>
                  <a:pt x="46" y="95"/>
                  <a:pt x="44" y="93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5"/>
                  <a:pt x="0" y="52"/>
                  <a:pt x="0" y="48"/>
                </a:cubicBezTo>
                <a:cubicBezTo>
                  <a:pt x="0" y="44"/>
                  <a:pt x="2" y="41"/>
                  <a:pt x="4" y="39"/>
                </a:cubicBezTo>
                <a:cubicBezTo>
                  <a:pt x="44" y="3"/>
                  <a:pt x="44" y="3"/>
                  <a:pt x="44" y="3"/>
                </a:cubicBezTo>
                <a:cubicBezTo>
                  <a:pt x="46" y="1"/>
                  <a:pt x="49" y="0"/>
                  <a:pt x="52" y="0"/>
                </a:cubicBezTo>
                <a:cubicBezTo>
                  <a:pt x="59" y="0"/>
                  <a:pt x="64" y="5"/>
                  <a:pt x="64" y="12"/>
                </a:cubicBezTo>
                <a:cubicBezTo>
                  <a:pt x="64" y="16"/>
                  <a:pt x="62" y="19"/>
                  <a:pt x="60" y="21"/>
                </a:cubicBezTo>
                <a:cubicBezTo>
                  <a:pt x="43" y="36"/>
                  <a:pt x="43" y="36"/>
                  <a:pt x="43" y="36"/>
                </a:cubicBezTo>
                <a:cubicBezTo>
                  <a:pt x="116" y="36"/>
                  <a:pt x="116" y="36"/>
                  <a:pt x="116" y="36"/>
                </a:cubicBezTo>
                <a:cubicBezTo>
                  <a:pt x="140" y="36"/>
                  <a:pt x="140" y="36"/>
                  <a:pt x="140" y="36"/>
                </a:cubicBezTo>
                <a:cubicBezTo>
                  <a:pt x="213" y="36"/>
                  <a:pt x="213" y="36"/>
                  <a:pt x="213" y="36"/>
                </a:cubicBezTo>
                <a:cubicBezTo>
                  <a:pt x="196" y="21"/>
                  <a:pt x="196" y="21"/>
                  <a:pt x="196" y="21"/>
                </a:cubicBezTo>
                <a:cubicBezTo>
                  <a:pt x="194" y="19"/>
                  <a:pt x="192" y="16"/>
                  <a:pt x="192" y="12"/>
                </a:cubicBezTo>
                <a:cubicBezTo>
                  <a:pt x="192" y="5"/>
                  <a:pt x="197" y="0"/>
                  <a:pt x="204" y="0"/>
                </a:cubicBezTo>
                <a:cubicBezTo>
                  <a:pt x="207" y="0"/>
                  <a:pt x="210" y="1"/>
                  <a:pt x="212" y="3"/>
                </a:cubicBezTo>
                <a:cubicBezTo>
                  <a:pt x="252" y="39"/>
                  <a:pt x="252" y="39"/>
                  <a:pt x="252" y="39"/>
                </a:cubicBezTo>
                <a:cubicBezTo>
                  <a:pt x="254" y="41"/>
                  <a:pt x="256" y="44"/>
                  <a:pt x="256" y="4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14"/>
          <p:cNvSpPr/>
          <p:nvPr/>
        </p:nvSpPr>
        <p:spPr>
          <a:xfrm>
            <a:off x="1968500" y="3046413"/>
            <a:ext cx="155575" cy="417512"/>
          </a:xfrm>
          <a:custGeom>
            <a:rect b="b" l="l" r="r" t="t"/>
            <a:pathLst>
              <a:path extrusionOk="0" h="256" w="96">
                <a:moveTo>
                  <a:pt x="84" y="64"/>
                </a:moveTo>
                <a:cubicBezTo>
                  <a:pt x="80" y="64"/>
                  <a:pt x="77" y="62"/>
                  <a:pt x="75" y="60"/>
                </a:cubicBezTo>
                <a:cubicBezTo>
                  <a:pt x="60" y="43"/>
                  <a:pt x="60" y="43"/>
                  <a:pt x="60" y="43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40"/>
                  <a:pt x="60" y="140"/>
                  <a:pt x="60" y="140"/>
                </a:cubicBezTo>
                <a:cubicBezTo>
                  <a:pt x="60" y="213"/>
                  <a:pt x="60" y="213"/>
                  <a:pt x="60" y="213"/>
                </a:cubicBezTo>
                <a:cubicBezTo>
                  <a:pt x="75" y="196"/>
                  <a:pt x="75" y="196"/>
                  <a:pt x="75" y="196"/>
                </a:cubicBezTo>
                <a:cubicBezTo>
                  <a:pt x="77" y="194"/>
                  <a:pt x="80" y="192"/>
                  <a:pt x="84" y="192"/>
                </a:cubicBezTo>
                <a:cubicBezTo>
                  <a:pt x="91" y="192"/>
                  <a:pt x="96" y="197"/>
                  <a:pt x="96" y="204"/>
                </a:cubicBezTo>
                <a:cubicBezTo>
                  <a:pt x="96" y="207"/>
                  <a:pt x="95" y="210"/>
                  <a:pt x="93" y="212"/>
                </a:cubicBezTo>
                <a:cubicBezTo>
                  <a:pt x="57" y="252"/>
                  <a:pt x="57" y="252"/>
                  <a:pt x="57" y="252"/>
                </a:cubicBezTo>
                <a:cubicBezTo>
                  <a:pt x="55" y="254"/>
                  <a:pt x="52" y="256"/>
                  <a:pt x="48" y="256"/>
                </a:cubicBezTo>
                <a:cubicBezTo>
                  <a:pt x="44" y="256"/>
                  <a:pt x="41" y="254"/>
                  <a:pt x="39" y="252"/>
                </a:cubicBezTo>
                <a:cubicBezTo>
                  <a:pt x="3" y="212"/>
                  <a:pt x="3" y="212"/>
                  <a:pt x="3" y="212"/>
                </a:cubicBezTo>
                <a:cubicBezTo>
                  <a:pt x="1" y="210"/>
                  <a:pt x="0" y="207"/>
                  <a:pt x="0" y="204"/>
                </a:cubicBezTo>
                <a:cubicBezTo>
                  <a:pt x="0" y="197"/>
                  <a:pt x="5" y="192"/>
                  <a:pt x="12" y="192"/>
                </a:cubicBezTo>
                <a:cubicBezTo>
                  <a:pt x="16" y="192"/>
                  <a:pt x="19" y="194"/>
                  <a:pt x="21" y="196"/>
                </a:cubicBezTo>
                <a:cubicBezTo>
                  <a:pt x="36" y="213"/>
                  <a:pt x="36" y="213"/>
                  <a:pt x="36" y="213"/>
                </a:cubicBezTo>
                <a:cubicBezTo>
                  <a:pt x="36" y="140"/>
                  <a:pt x="36" y="140"/>
                  <a:pt x="36" y="140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36" y="43"/>
                  <a:pt x="36" y="43"/>
                  <a:pt x="36" y="43"/>
                </a:cubicBezTo>
                <a:cubicBezTo>
                  <a:pt x="21" y="60"/>
                  <a:pt x="21" y="60"/>
                  <a:pt x="21" y="60"/>
                </a:cubicBezTo>
                <a:cubicBezTo>
                  <a:pt x="19" y="62"/>
                  <a:pt x="16" y="64"/>
                  <a:pt x="12" y="64"/>
                </a:cubicBezTo>
                <a:cubicBezTo>
                  <a:pt x="5" y="64"/>
                  <a:pt x="0" y="59"/>
                  <a:pt x="0" y="52"/>
                </a:cubicBezTo>
                <a:cubicBezTo>
                  <a:pt x="0" y="49"/>
                  <a:pt x="1" y="46"/>
                  <a:pt x="3" y="4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41" y="2"/>
                  <a:pt x="44" y="0"/>
                  <a:pt x="48" y="0"/>
                </a:cubicBezTo>
                <a:cubicBezTo>
                  <a:pt x="52" y="0"/>
                  <a:pt x="55" y="2"/>
                  <a:pt x="57" y="4"/>
                </a:cubicBezTo>
                <a:cubicBezTo>
                  <a:pt x="57" y="4"/>
                  <a:pt x="57" y="4"/>
                  <a:pt x="57" y="4"/>
                </a:cubicBezTo>
                <a:cubicBezTo>
                  <a:pt x="93" y="44"/>
                  <a:pt x="93" y="44"/>
                  <a:pt x="93" y="44"/>
                </a:cubicBezTo>
                <a:cubicBezTo>
                  <a:pt x="95" y="46"/>
                  <a:pt x="96" y="49"/>
                  <a:pt x="96" y="52"/>
                </a:cubicBezTo>
                <a:cubicBezTo>
                  <a:pt x="96" y="59"/>
                  <a:pt x="91" y="64"/>
                  <a:pt x="84" y="6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5" name="Google Shape;3375;p14"/>
          <p:cNvSpPr/>
          <p:nvPr/>
        </p:nvSpPr>
        <p:spPr>
          <a:xfrm>
            <a:off x="1155700" y="3046413"/>
            <a:ext cx="323850" cy="417512"/>
          </a:xfrm>
          <a:custGeom>
            <a:rect b="b" l="l" r="r" t="t"/>
            <a:pathLst>
              <a:path extrusionOk="0" h="256" w="200">
                <a:moveTo>
                  <a:pt x="197" y="212"/>
                </a:moveTo>
                <a:cubicBezTo>
                  <a:pt x="197" y="212"/>
                  <a:pt x="197" y="212"/>
                  <a:pt x="197" y="212"/>
                </a:cubicBezTo>
                <a:cubicBezTo>
                  <a:pt x="161" y="252"/>
                  <a:pt x="161" y="252"/>
                  <a:pt x="161" y="252"/>
                </a:cubicBezTo>
                <a:cubicBezTo>
                  <a:pt x="161" y="252"/>
                  <a:pt x="161" y="252"/>
                  <a:pt x="161" y="252"/>
                </a:cubicBezTo>
                <a:cubicBezTo>
                  <a:pt x="159" y="254"/>
                  <a:pt x="156" y="256"/>
                  <a:pt x="152" y="256"/>
                </a:cubicBezTo>
                <a:cubicBezTo>
                  <a:pt x="148" y="256"/>
                  <a:pt x="145" y="254"/>
                  <a:pt x="143" y="252"/>
                </a:cubicBezTo>
                <a:cubicBezTo>
                  <a:pt x="143" y="252"/>
                  <a:pt x="143" y="252"/>
                  <a:pt x="143" y="252"/>
                </a:cubicBezTo>
                <a:cubicBezTo>
                  <a:pt x="107" y="212"/>
                  <a:pt x="107" y="212"/>
                  <a:pt x="107" y="212"/>
                </a:cubicBezTo>
                <a:cubicBezTo>
                  <a:pt x="107" y="212"/>
                  <a:pt x="107" y="212"/>
                  <a:pt x="107" y="212"/>
                </a:cubicBezTo>
                <a:cubicBezTo>
                  <a:pt x="105" y="210"/>
                  <a:pt x="104" y="207"/>
                  <a:pt x="104" y="204"/>
                </a:cubicBezTo>
                <a:cubicBezTo>
                  <a:pt x="104" y="197"/>
                  <a:pt x="109" y="192"/>
                  <a:pt x="116" y="192"/>
                </a:cubicBezTo>
                <a:cubicBezTo>
                  <a:pt x="120" y="192"/>
                  <a:pt x="123" y="194"/>
                  <a:pt x="125" y="196"/>
                </a:cubicBezTo>
                <a:cubicBezTo>
                  <a:pt x="125" y="196"/>
                  <a:pt x="125" y="196"/>
                  <a:pt x="125" y="196"/>
                </a:cubicBezTo>
                <a:cubicBezTo>
                  <a:pt x="140" y="213"/>
                  <a:pt x="140" y="213"/>
                  <a:pt x="140" y="213"/>
                </a:cubicBezTo>
                <a:cubicBezTo>
                  <a:pt x="140" y="156"/>
                  <a:pt x="140" y="156"/>
                  <a:pt x="140" y="156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43"/>
                  <a:pt x="140" y="43"/>
                  <a:pt x="140" y="43"/>
                </a:cubicBezTo>
                <a:cubicBezTo>
                  <a:pt x="140" y="12"/>
                  <a:pt x="140" y="12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9" y="0"/>
                  <a:pt x="164" y="5"/>
                  <a:pt x="164" y="12"/>
                </a:cubicBezTo>
                <a:cubicBezTo>
                  <a:pt x="164" y="88"/>
                  <a:pt x="164" y="88"/>
                  <a:pt x="164" y="88"/>
                </a:cubicBezTo>
                <a:cubicBezTo>
                  <a:pt x="164" y="116"/>
                  <a:pt x="164" y="116"/>
                  <a:pt x="164" y="116"/>
                </a:cubicBezTo>
                <a:cubicBezTo>
                  <a:pt x="164" y="140"/>
                  <a:pt x="164" y="140"/>
                  <a:pt x="164" y="140"/>
                </a:cubicBezTo>
                <a:cubicBezTo>
                  <a:pt x="164" y="213"/>
                  <a:pt x="164" y="213"/>
                  <a:pt x="164" y="213"/>
                </a:cubicBezTo>
                <a:cubicBezTo>
                  <a:pt x="179" y="196"/>
                  <a:pt x="179" y="196"/>
                  <a:pt x="179" y="196"/>
                </a:cubicBezTo>
                <a:cubicBezTo>
                  <a:pt x="179" y="196"/>
                  <a:pt x="179" y="196"/>
                  <a:pt x="179" y="196"/>
                </a:cubicBezTo>
                <a:cubicBezTo>
                  <a:pt x="181" y="194"/>
                  <a:pt x="184" y="192"/>
                  <a:pt x="188" y="192"/>
                </a:cubicBezTo>
                <a:cubicBezTo>
                  <a:pt x="195" y="192"/>
                  <a:pt x="200" y="197"/>
                  <a:pt x="200" y="204"/>
                </a:cubicBezTo>
                <a:cubicBezTo>
                  <a:pt x="200" y="207"/>
                  <a:pt x="199" y="210"/>
                  <a:pt x="197" y="212"/>
                </a:cubicBezTo>
                <a:moveTo>
                  <a:pt x="84" y="64"/>
                </a:moveTo>
                <a:cubicBezTo>
                  <a:pt x="80" y="64"/>
                  <a:pt x="77" y="62"/>
                  <a:pt x="75" y="60"/>
                </a:cubicBezTo>
                <a:cubicBezTo>
                  <a:pt x="75" y="60"/>
                  <a:pt x="75" y="60"/>
                  <a:pt x="75" y="60"/>
                </a:cubicBezTo>
                <a:cubicBezTo>
                  <a:pt x="60" y="43"/>
                  <a:pt x="60" y="43"/>
                  <a:pt x="60" y="43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40"/>
                  <a:pt x="60" y="140"/>
                  <a:pt x="60" y="140"/>
                </a:cubicBezTo>
                <a:cubicBezTo>
                  <a:pt x="60" y="168"/>
                  <a:pt x="60" y="168"/>
                  <a:pt x="60" y="168"/>
                </a:cubicBezTo>
                <a:cubicBezTo>
                  <a:pt x="60" y="244"/>
                  <a:pt x="60" y="244"/>
                  <a:pt x="60" y="244"/>
                </a:cubicBezTo>
                <a:cubicBezTo>
                  <a:pt x="60" y="251"/>
                  <a:pt x="55" y="256"/>
                  <a:pt x="48" y="256"/>
                </a:cubicBezTo>
                <a:cubicBezTo>
                  <a:pt x="41" y="256"/>
                  <a:pt x="36" y="251"/>
                  <a:pt x="36" y="244"/>
                </a:cubicBezTo>
                <a:cubicBezTo>
                  <a:pt x="36" y="213"/>
                  <a:pt x="36" y="213"/>
                  <a:pt x="36" y="213"/>
                </a:cubicBezTo>
                <a:cubicBezTo>
                  <a:pt x="36" y="152"/>
                  <a:pt x="36" y="152"/>
                  <a:pt x="36" y="152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43"/>
                  <a:pt x="36" y="43"/>
                  <a:pt x="36" y="43"/>
                </a:cubicBezTo>
                <a:cubicBezTo>
                  <a:pt x="21" y="60"/>
                  <a:pt x="21" y="60"/>
                  <a:pt x="21" y="60"/>
                </a:cubicBezTo>
                <a:cubicBezTo>
                  <a:pt x="21" y="60"/>
                  <a:pt x="21" y="60"/>
                  <a:pt x="21" y="60"/>
                </a:cubicBezTo>
                <a:cubicBezTo>
                  <a:pt x="19" y="62"/>
                  <a:pt x="16" y="64"/>
                  <a:pt x="12" y="64"/>
                </a:cubicBezTo>
                <a:cubicBezTo>
                  <a:pt x="5" y="64"/>
                  <a:pt x="0" y="59"/>
                  <a:pt x="0" y="52"/>
                </a:cubicBezTo>
                <a:cubicBezTo>
                  <a:pt x="0" y="49"/>
                  <a:pt x="1" y="46"/>
                  <a:pt x="3" y="44"/>
                </a:cubicBezTo>
                <a:cubicBezTo>
                  <a:pt x="3" y="44"/>
                  <a:pt x="3" y="44"/>
                  <a:pt x="3" y="44"/>
                </a:cubicBezTo>
                <a:cubicBezTo>
                  <a:pt x="39" y="4"/>
                  <a:pt x="39" y="4"/>
                  <a:pt x="39" y="4"/>
                </a:cubicBezTo>
                <a:cubicBezTo>
                  <a:pt x="39" y="4"/>
                  <a:pt x="39" y="4"/>
                  <a:pt x="39" y="4"/>
                </a:cubicBezTo>
                <a:cubicBezTo>
                  <a:pt x="41" y="2"/>
                  <a:pt x="44" y="0"/>
                  <a:pt x="48" y="0"/>
                </a:cubicBezTo>
                <a:cubicBezTo>
                  <a:pt x="52" y="0"/>
                  <a:pt x="55" y="2"/>
                  <a:pt x="57" y="4"/>
                </a:cubicBezTo>
                <a:cubicBezTo>
                  <a:pt x="57" y="4"/>
                  <a:pt x="57" y="4"/>
                  <a:pt x="57" y="4"/>
                </a:cubicBezTo>
                <a:cubicBezTo>
                  <a:pt x="93" y="44"/>
                  <a:pt x="93" y="44"/>
                  <a:pt x="93" y="44"/>
                </a:cubicBezTo>
                <a:cubicBezTo>
                  <a:pt x="93" y="44"/>
                  <a:pt x="93" y="44"/>
                  <a:pt x="93" y="44"/>
                </a:cubicBezTo>
                <a:cubicBezTo>
                  <a:pt x="95" y="46"/>
                  <a:pt x="96" y="49"/>
                  <a:pt x="96" y="52"/>
                </a:cubicBezTo>
                <a:cubicBezTo>
                  <a:pt x="96" y="59"/>
                  <a:pt x="91" y="64"/>
                  <a:pt x="84" y="6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6" name="Google Shape;3376;p14"/>
          <p:cNvSpPr/>
          <p:nvPr/>
        </p:nvSpPr>
        <p:spPr>
          <a:xfrm>
            <a:off x="381000" y="3092450"/>
            <a:ext cx="415925" cy="325438"/>
          </a:xfrm>
          <a:custGeom>
            <a:rect b="b" l="l" r="r" t="t"/>
            <a:pathLst>
              <a:path extrusionOk="0" h="200" w="256">
                <a:moveTo>
                  <a:pt x="252" y="57"/>
                </a:moveTo>
                <a:cubicBezTo>
                  <a:pt x="252" y="57"/>
                  <a:pt x="252" y="57"/>
                  <a:pt x="252" y="57"/>
                </a:cubicBezTo>
                <a:cubicBezTo>
                  <a:pt x="212" y="93"/>
                  <a:pt x="212" y="93"/>
                  <a:pt x="212" y="93"/>
                </a:cubicBezTo>
                <a:cubicBezTo>
                  <a:pt x="212" y="93"/>
                  <a:pt x="212" y="93"/>
                  <a:pt x="212" y="93"/>
                </a:cubicBezTo>
                <a:cubicBezTo>
                  <a:pt x="210" y="95"/>
                  <a:pt x="207" y="96"/>
                  <a:pt x="204" y="96"/>
                </a:cubicBezTo>
                <a:cubicBezTo>
                  <a:pt x="197" y="96"/>
                  <a:pt x="192" y="91"/>
                  <a:pt x="192" y="84"/>
                </a:cubicBezTo>
                <a:cubicBezTo>
                  <a:pt x="192" y="80"/>
                  <a:pt x="194" y="77"/>
                  <a:pt x="196" y="75"/>
                </a:cubicBezTo>
                <a:cubicBezTo>
                  <a:pt x="196" y="75"/>
                  <a:pt x="196" y="75"/>
                  <a:pt x="196" y="75"/>
                </a:cubicBezTo>
                <a:cubicBezTo>
                  <a:pt x="213" y="60"/>
                  <a:pt x="213" y="60"/>
                  <a:pt x="213" y="60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16" y="60"/>
                  <a:pt x="116" y="60"/>
                  <a:pt x="116" y="60"/>
                </a:cubicBezTo>
                <a:cubicBezTo>
                  <a:pt x="88" y="60"/>
                  <a:pt x="88" y="60"/>
                  <a:pt x="88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5" y="60"/>
                  <a:pt x="0" y="55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43" y="36"/>
                  <a:pt x="43" y="36"/>
                  <a:pt x="43" y="36"/>
                </a:cubicBezTo>
                <a:cubicBezTo>
                  <a:pt x="43" y="36"/>
                  <a:pt x="43" y="36"/>
                  <a:pt x="43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56" y="36"/>
                  <a:pt x="156" y="36"/>
                  <a:pt x="156" y="36"/>
                </a:cubicBezTo>
                <a:cubicBezTo>
                  <a:pt x="213" y="36"/>
                  <a:pt x="213" y="36"/>
                  <a:pt x="213" y="36"/>
                </a:cubicBezTo>
                <a:cubicBezTo>
                  <a:pt x="196" y="21"/>
                  <a:pt x="196" y="21"/>
                  <a:pt x="196" y="21"/>
                </a:cubicBezTo>
                <a:cubicBezTo>
                  <a:pt x="196" y="21"/>
                  <a:pt x="196" y="21"/>
                  <a:pt x="196" y="21"/>
                </a:cubicBezTo>
                <a:cubicBezTo>
                  <a:pt x="194" y="19"/>
                  <a:pt x="192" y="16"/>
                  <a:pt x="192" y="12"/>
                </a:cubicBezTo>
                <a:cubicBezTo>
                  <a:pt x="192" y="5"/>
                  <a:pt x="197" y="0"/>
                  <a:pt x="204" y="0"/>
                </a:cubicBezTo>
                <a:cubicBezTo>
                  <a:pt x="207" y="0"/>
                  <a:pt x="210" y="1"/>
                  <a:pt x="212" y="3"/>
                </a:cubicBezTo>
                <a:cubicBezTo>
                  <a:pt x="212" y="3"/>
                  <a:pt x="212" y="3"/>
                  <a:pt x="212" y="3"/>
                </a:cubicBezTo>
                <a:cubicBezTo>
                  <a:pt x="252" y="39"/>
                  <a:pt x="252" y="39"/>
                  <a:pt x="252" y="39"/>
                </a:cubicBezTo>
                <a:cubicBezTo>
                  <a:pt x="252" y="39"/>
                  <a:pt x="252" y="39"/>
                  <a:pt x="252" y="39"/>
                </a:cubicBezTo>
                <a:cubicBezTo>
                  <a:pt x="254" y="41"/>
                  <a:pt x="256" y="44"/>
                  <a:pt x="256" y="48"/>
                </a:cubicBezTo>
                <a:cubicBezTo>
                  <a:pt x="256" y="52"/>
                  <a:pt x="254" y="55"/>
                  <a:pt x="252" y="57"/>
                </a:cubicBezTo>
                <a:moveTo>
                  <a:pt x="4" y="143"/>
                </a:moveTo>
                <a:cubicBezTo>
                  <a:pt x="4" y="143"/>
                  <a:pt x="4" y="143"/>
                  <a:pt x="4" y="143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4" y="107"/>
                  <a:pt x="44" y="107"/>
                  <a:pt x="44" y="107"/>
                </a:cubicBezTo>
                <a:cubicBezTo>
                  <a:pt x="46" y="105"/>
                  <a:pt x="49" y="104"/>
                  <a:pt x="52" y="104"/>
                </a:cubicBezTo>
                <a:cubicBezTo>
                  <a:pt x="59" y="104"/>
                  <a:pt x="64" y="109"/>
                  <a:pt x="64" y="116"/>
                </a:cubicBezTo>
                <a:cubicBezTo>
                  <a:pt x="64" y="120"/>
                  <a:pt x="62" y="123"/>
                  <a:pt x="60" y="125"/>
                </a:cubicBezTo>
                <a:cubicBezTo>
                  <a:pt x="60" y="125"/>
                  <a:pt x="60" y="125"/>
                  <a:pt x="60" y="125"/>
                </a:cubicBezTo>
                <a:cubicBezTo>
                  <a:pt x="43" y="140"/>
                  <a:pt x="43" y="140"/>
                  <a:pt x="43" y="140"/>
                </a:cubicBezTo>
                <a:cubicBezTo>
                  <a:pt x="100" y="140"/>
                  <a:pt x="100" y="140"/>
                  <a:pt x="100" y="140"/>
                </a:cubicBezTo>
                <a:cubicBezTo>
                  <a:pt x="152" y="140"/>
                  <a:pt x="152" y="140"/>
                  <a:pt x="152" y="140"/>
                </a:cubicBezTo>
                <a:cubicBezTo>
                  <a:pt x="213" y="140"/>
                  <a:pt x="213" y="140"/>
                  <a:pt x="213" y="140"/>
                </a:cubicBezTo>
                <a:cubicBezTo>
                  <a:pt x="244" y="140"/>
                  <a:pt x="244" y="140"/>
                  <a:pt x="244" y="140"/>
                </a:cubicBezTo>
                <a:cubicBezTo>
                  <a:pt x="251" y="140"/>
                  <a:pt x="256" y="145"/>
                  <a:pt x="256" y="152"/>
                </a:cubicBezTo>
                <a:cubicBezTo>
                  <a:pt x="256" y="159"/>
                  <a:pt x="251" y="164"/>
                  <a:pt x="244" y="164"/>
                </a:cubicBezTo>
                <a:cubicBezTo>
                  <a:pt x="168" y="164"/>
                  <a:pt x="168" y="164"/>
                  <a:pt x="168" y="164"/>
                </a:cubicBezTo>
                <a:cubicBezTo>
                  <a:pt x="140" y="164"/>
                  <a:pt x="140" y="164"/>
                  <a:pt x="140" y="164"/>
                </a:cubicBezTo>
                <a:cubicBezTo>
                  <a:pt x="116" y="164"/>
                  <a:pt x="116" y="164"/>
                  <a:pt x="116" y="164"/>
                </a:cubicBezTo>
                <a:cubicBezTo>
                  <a:pt x="43" y="164"/>
                  <a:pt x="43" y="164"/>
                  <a:pt x="43" y="164"/>
                </a:cubicBezTo>
                <a:cubicBezTo>
                  <a:pt x="60" y="179"/>
                  <a:pt x="60" y="179"/>
                  <a:pt x="60" y="179"/>
                </a:cubicBezTo>
                <a:cubicBezTo>
                  <a:pt x="60" y="179"/>
                  <a:pt x="60" y="179"/>
                  <a:pt x="60" y="179"/>
                </a:cubicBezTo>
                <a:cubicBezTo>
                  <a:pt x="62" y="181"/>
                  <a:pt x="64" y="184"/>
                  <a:pt x="64" y="188"/>
                </a:cubicBezTo>
                <a:cubicBezTo>
                  <a:pt x="64" y="195"/>
                  <a:pt x="59" y="200"/>
                  <a:pt x="52" y="200"/>
                </a:cubicBezTo>
                <a:cubicBezTo>
                  <a:pt x="49" y="200"/>
                  <a:pt x="46" y="199"/>
                  <a:pt x="44" y="197"/>
                </a:cubicBezTo>
                <a:cubicBezTo>
                  <a:pt x="44" y="197"/>
                  <a:pt x="44" y="197"/>
                  <a:pt x="44" y="197"/>
                </a:cubicBezTo>
                <a:cubicBezTo>
                  <a:pt x="4" y="161"/>
                  <a:pt x="4" y="161"/>
                  <a:pt x="4" y="161"/>
                </a:cubicBezTo>
                <a:cubicBezTo>
                  <a:pt x="4" y="161"/>
                  <a:pt x="4" y="161"/>
                  <a:pt x="4" y="161"/>
                </a:cubicBezTo>
                <a:cubicBezTo>
                  <a:pt x="2" y="159"/>
                  <a:pt x="0" y="156"/>
                  <a:pt x="0" y="152"/>
                </a:cubicBezTo>
                <a:cubicBezTo>
                  <a:pt x="0" y="148"/>
                  <a:pt x="2" y="145"/>
                  <a:pt x="4" y="14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7" name="Google Shape;3377;p14"/>
          <p:cNvSpPr/>
          <p:nvPr/>
        </p:nvSpPr>
        <p:spPr>
          <a:xfrm>
            <a:off x="8459788" y="2317750"/>
            <a:ext cx="285750" cy="417513"/>
          </a:xfrm>
          <a:custGeom>
            <a:rect b="b" l="l" r="r" t="t"/>
            <a:pathLst>
              <a:path extrusionOk="0" h="256" w="176">
                <a:moveTo>
                  <a:pt x="16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60" y="80"/>
                  <a:pt x="60" y="80"/>
                  <a:pt x="60" y="80"/>
                </a:cubicBezTo>
                <a:cubicBezTo>
                  <a:pt x="60" y="104"/>
                  <a:pt x="60" y="104"/>
                  <a:pt x="60" y="104"/>
                </a:cubicBezTo>
                <a:cubicBezTo>
                  <a:pt x="24" y="104"/>
                  <a:pt x="24" y="104"/>
                  <a:pt x="24" y="10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52" y="104"/>
                  <a:pt x="152" y="104"/>
                  <a:pt x="152" y="104"/>
                </a:cubicBezTo>
                <a:cubicBezTo>
                  <a:pt x="112" y="104"/>
                  <a:pt x="112" y="104"/>
                  <a:pt x="112" y="104"/>
                </a:cubicBezTo>
                <a:cubicBezTo>
                  <a:pt x="112" y="80"/>
                  <a:pt x="112" y="80"/>
                  <a:pt x="112" y="80"/>
                </a:cubicBezTo>
                <a:cubicBezTo>
                  <a:pt x="164" y="80"/>
                  <a:pt x="164" y="80"/>
                  <a:pt x="164" y="80"/>
                </a:cubicBezTo>
                <a:cubicBezTo>
                  <a:pt x="171" y="80"/>
                  <a:pt x="176" y="85"/>
                  <a:pt x="176" y="92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moveTo>
                  <a:pt x="124" y="64"/>
                </a:moveTo>
                <a:cubicBezTo>
                  <a:pt x="120" y="64"/>
                  <a:pt x="117" y="62"/>
                  <a:pt x="115" y="60"/>
                </a:cubicBezTo>
                <a:cubicBezTo>
                  <a:pt x="115" y="60"/>
                  <a:pt x="115" y="60"/>
                  <a:pt x="115" y="60"/>
                </a:cubicBezTo>
                <a:cubicBezTo>
                  <a:pt x="100" y="43"/>
                  <a:pt x="100" y="43"/>
                  <a:pt x="100" y="43"/>
                </a:cubicBezTo>
                <a:cubicBezTo>
                  <a:pt x="100" y="116"/>
                  <a:pt x="100" y="116"/>
                  <a:pt x="100" y="116"/>
                </a:cubicBezTo>
                <a:cubicBezTo>
                  <a:pt x="100" y="123"/>
                  <a:pt x="95" y="128"/>
                  <a:pt x="88" y="128"/>
                </a:cubicBezTo>
                <a:cubicBezTo>
                  <a:pt x="81" y="128"/>
                  <a:pt x="76" y="123"/>
                  <a:pt x="76" y="116"/>
                </a:cubicBezTo>
                <a:cubicBezTo>
                  <a:pt x="76" y="43"/>
                  <a:pt x="76" y="43"/>
                  <a:pt x="76" y="43"/>
                </a:cubicBezTo>
                <a:cubicBezTo>
                  <a:pt x="61" y="60"/>
                  <a:pt x="61" y="60"/>
                  <a:pt x="61" y="60"/>
                </a:cubicBezTo>
                <a:cubicBezTo>
                  <a:pt x="61" y="60"/>
                  <a:pt x="61" y="60"/>
                  <a:pt x="61" y="60"/>
                </a:cubicBezTo>
                <a:cubicBezTo>
                  <a:pt x="59" y="62"/>
                  <a:pt x="56" y="64"/>
                  <a:pt x="52" y="64"/>
                </a:cubicBezTo>
                <a:cubicBezTo>
                  <a:pt x="45" y="64"/>
                  <a:pt x="40" y="59"/>
                  <a:pt x="40" y="52"/>
                </a:cubicBezTo>
                <a:cubicBezTo>
                  <a:pt x="40" y="49"/>
                  <a:pt x="41" y="46"/>
                  <a:pt x="43" y="44"/>
                </a:cubicBezTo>
                <a:cubicBezTo>
                  <a:pt x="43" y="44"/>
                  <a:pt x="43" y="44"/>
                  <a:pt x="43" y="4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81" y="2"/>
                  <a:pt x="84" y="0"/>
                  <a:pt x="88" y="0"/>
                </a:cubicBezTo>
                <a:cubicBezTo>
                  <a:pt x="92" y="0"/>
                  <a:pt x="95" y="2"/>
                  <a:pt x="97" y="4"/>
                </a:cubicBezTo>
                <a:cubicBezTo>
                  <a:pt x="97" y="4"/>
                  <a:pt x="97" y="4"/>
                  <a:pt x="97" y="4"/>
                </a:cubicBezTo>
                <a:cubicBezTo>
                  <a:pt x="133" y="44"/>
                  <a:pt x="133" y="44"/>
                  <a:pt x="133" y="44"/>
                </a:cubicBezTo>
                <a:cubicBezTo>
                  <a:pt x="133" y="44"/>
                  <a:pt x="133" y="44"/>
                  <a:pt x="133" y="44"/>
                </a:cubicBezTo>
                <a:cubicBezTo>
                  <a:pt x="135" y="46"/>
                  <a:pt x="136" y="49"/>
                  <a:pt x="136" y="52"/>
                </a:cubicBezTo>
                <a:cubicBezTo>
                  <a:pt x="136" y="59"/>
                  <a:pt x="131" y="64"/>
                  <a:pt x="124" y="6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14"/>
          <p:cNvSpPr/>
          <p:nvPr/>
        </p:nvSpPr>
        <p:spPr>
          <a:xfrm>
            <a:off x="7704138" y="2357438"/>
            <a:ext cx="339725" cy="338137"/>
          </a:xfrm>
          <a:custGeom>
            <a:rect b="b" l="l" r="r" t="t"/>
            <a:pathLst>
              <a:path extrusionOk="0" h="208" w="208">
                <a:moveTo>
                  <a:pt x="196" y="72"/>
                </a:moveTo>
                <a:cubicBezTo>
                  <a:pt x="196" y="72"/>
                  <a:pt x="196" y="72"/>
                  <a:pt x="196" y="72"/>
                </a:cubicBezTo>
                <a:cubicBezTo>
                  <a:pt x="189" y="72"/>
                  <a:pt x="184" y="67"/>
                  <a:pt x="184" y="60"/>
                </a:cubicBezTo>
                <a:cubicBezTo>
                  <a:pt x="184" y="41"/>
                  <a:pt x="184" y="41"/>
                  <a:pt x="184" y="41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22" y="103"/>
                  <a:pt x="119" y="104"/>
                  <a:pt x="116" y="104"/>
                </a:cubicBezTo>
                <a:cubicBezTo>
                  <a:pt x="109" y="104"/>
                  <a:pt x="104" y="99"/>
                  <a:pt x="104" y="92"/>
                </a:cubicBezTo>
                <a:cubicBezTo>
                  <a:pt x="104" y="89"/>
                  <a:pt x="105" y="86"/>
                  <a:pt x="107" y="84"/>
                </a:cubicBezTo>
                <a:cubicBezTo>
                  <a:pt x="107" y="84"/>
                  <a:pt x="107" y="84"/>
                  <a:pt x="107" y="84"/>
                </a:cubicBezTo>
                <a:cubicBezTo>
                  <a:pt x="167" y="24"/>
                  <a:pt x="167" y="24"/>
                  <a:pt x="167" y="24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41" y="24"/>
                  <a:pt x="136" y="19"/>
                  <a:pt x="136" y="12"/>
                </a:cubicBezTo>
                <a:cubicBezTo>
                  <a:pt x="136" y="5"/>
                  <a:pt x="141" y="0"/>
                  <a:pt x="148" y="0"/>
                </a:cubicBezTo>
                <a:cubicBezTo>
                  <a:pt x="196" y="0"/>
                  <a:pt x="196" y="0"/>
                  <a:pt x="196" y="0"/>
                </a:cubicBezTo>
                <a:cubicBezTo>
                  <a:pt x="203" y="0"/>
                  <a:pt x="208" y="5"/>
                  <a:pt x="208" y="12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08" y="67"/>
                  <a:pt x="203" y="72"/>
                  <a:pt x="196" y="72"/>
                </a:cubicBezTo>
                <a:moveTo>
                  <a:pt x="100" y="24"/>
                </a:moveTo>
                <a:cubicBezTo>
                  <a:pt x="100" y="24"/>
                  <a:pt x="100" y="24"/>
                  <a:pt x="10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184" y="184"/>
                  <a:pt x="184" y="184"/>
                  <a:pt x="184" y="184"/>
                </a:cubicBezTo>
                <a:cubicBezTo>
                  <a:pt x="184" y="172"/>
                  <a:pt x="184" y="172"/>
                  <a:pt x="184" y="17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184" y="81"/>
                  <a:pt x="184" y="81"/>
                  <a:pt x="184" y="81"/>
                </a:cubicBezTo>
                <a:cubicBezTo>
                  <a:pt x="188" y="83"/>
                  <a:pt x="192" y="84"/>
                  <a:pt x="196" y="84"/>
                </a:cubicBezTo>
                <a:cubicBezTo>
                  <a:pt x="200" y="84"/>
                  <a:pt x="204" y="83"/>
                  <a:pt x="208" y="81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08" y="203"/>
                  <a:pt x="203" y="208"/>
                  <a:pt x="196" y="208"/>
                </a:cubicBez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27" y="0"/>
                  <a:pt x="127" y="0"/>
                  <a:pt x="127" y="0"/>
                </a:cubicBezTo>
                <a:cubicBezTo>
                  <a:pt x="125" y="4"/>
                  <a:pt x="124" y="8"/>
                  <a:pt x="124" y="12"/>
                </a:cubicBezTo>
                <a:cubicBezTo>
                  <a:pt x="124" y="16"/>
                  <a:pt x="125" y="20"/>
                  <a:pt x="127" y="24"/>
                </a:cubicBezTo>
                <a:lnTo>
                  <a:pt x="100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9" name="Google Shape;3379;p14"/>
          <p:cNvSpPr/>
          <p:nvPr/>
        </p:nvSpPr>
        <p:spPr>
          <a:xfrm>
            <a:off x="6937375" y="2317750"/>
            <a:ext cx="415925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36" y="36"/>
                </a:moveTo>
                <a:cubicBezTo>
                  <a:pt x="220" y="36"/>
                  <a:pt x="220" y="36"/>
                  <a:pt x="220" y="36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36" y="220"/>
                  <a:pt x="36" y="220"/>
                  <a:pt x="36" y="220"/>
                </a:cubicBezTo>
                <a:lnTo>
                  <a:pt x="36" y="36"/>
                </a:lnTo>
                <a:close/>
                <a:moveTo>
                  <a:pt x="60" y="196"/>
                </a:moveTo>
                <a:cubicBezTo>
                  <a:pt x="196" y="196"/>
                  <a:pt x="196" y="196"/>
                  <a:pt x="196" y="196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60" y="60"/>
                  <a:pt x="60" y="60"/>
                  <a:pt x="60" y="60"/>
                </a:cubicBezTo>
                <a:lnTo>
                  <a:pt x="60" y="196"/>
                </a:lnTo>
                <a:close/>
                <a:moveTo>
                  <a:pt x="12" y="184"/>
                </a:move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14"/>
          <p:cNvSpPr/>
          <p:nvPr/>
        </p:nvSpPr>
        <p:spPr>
          <a:xfrm>
            <a:off x="6208713" y="2317750"/>
            <a:ext cx="415925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36" y="36"/>
                </a:moveTo>
                <a:cubicBezTo>
                  <a:pt x="220" y="36"/>
                  <a:pt x="220" y="36"/>
                  <a:pt x="220" y="36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36" y="220"/>
                  <a:pt x="36" y="220"/>
                  <a:pt x="36" y="220"/>
                </a:cubicBezTo>
                <a:lnTo>
                  <a:pt x="36" y="36"/>
                </a:lnTo>
                <a:close/>
                <a:moveTo>
                  <a:pt x="60" y="196"/>
                </a:moveTo>
                <a:cubicBezTo>
                  <a:pt x="196" y="196"/>
                  <a:pt x="196" y="196"/>
                  <a:pt x="196" y="196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60" y="60"/>
                  <a:pt x="60" y="60"/>
                  <a:pt x="60" y="60"/>
                </a:cubicBezTo>
                <a:lnTo>
                  <a:pt x="60" y="196"/>
                </a:lnTo>
                <a:close/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4"/>
          <p:cNvSpPr/>
          <p:nvPr/>
        </p:nvSpPr>
        <p:spPr>
          <a:xfrm>
            <a:off x="5480050" y="2317750"/>
            <a:ext cx="415925" cy="417513"/>
          </a:xfrm>
          <a:custGeom>
            <a:rect b="b" l="l" r="r" t="t"/>
            <a:pathLst>
              <a:path extrusionOk="0" h="256" w="256"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220" y="220"/>
                </a:moveTo>
                <a:cubicBezTo>
                  <a:pt x="36" y="220"/>
                  <a:pt x="36" y="220"/>
                  <a:pt x="36" y="220"/>
                </a:cubicBezTo>
                <a:cubicBezTo>
                  <a:pt x="36" y="36"/>
                  <a:pt x="36" y="36"/>
                  <a:pt x="36" y="36"/>
                </a:cubicBezTo>
                <a:cubicBezTo>
                  <a:pt x="220" y="36"/>
                  <a:pt x="220" y="36"/>
                  <a:pt x="220" y="36"/>
                </a:cubicBezTo>
                <a:lnTo>
                  <a:pt x="220" y="220"/>
                </a:lnTo>
                <a:close/>
                <a:moveTo>
                  <a:pt x="196" y="60"/>
                </a:moveTo>
                <a:cubicBezTo>
                  <a:pt x="60" y="60"/>
                  <a:pt x="60" y="60"/>
                  <a:pt x="60" y="60"/>
                </a:cubicBezTo>
                <a:cubicBezTo>
                  <a:pt x="60" y="196"/>
                  <a:pt x="60" y="196"/>
                  <a:pt x="60" y="196"/>
                </a:cubicBezTo>
                <a:cubicBezTo>
                  <a:pt x="196" y="196"/>
                  <a:pt x="196" y="196"/>
                  <a:pt x="196" y="196"/>
                </a:cubicBezTo>
                <a:lnTo>
                  <a:pt x="196" y="60"/>
                </a:lnTo>
                <a:close/>
                <a:moveTo>
                  <a:pt x="60" y="232"/>
                </a:move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lnTo>
                  <a:pt x="60" y="2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14"/>
          <p:cNvSpPr/>
          <p:nvPr/>
        </p:nvSpPr>
        <p:spPr>
          <a:xfrm>
            <a:off x="4751388" y="2317750"/>
            <a:ext cx="417512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52" y="36"/>
                </a:moveTo>
                <a:cubicBezTo>
                  <a:pt x="96" y="36"/>
                  <a:pt x="96" y="36"/>
                  <a:pt x="96" y="36"/>
                </a:cubicBezTo>
                <a:cubicBezTo>
                  <a:pt x="103" y="36"/>
                  <a:pt x="108" y="41"/>
                  <a:pt x="108" y="48"/>
                </a:cubicBezTo>
                <a:cubicBezTo>
                  <a:pt x="108" y="55"/>
                  <a:pt x="103" y="60"/>
                  <a:pt x="96" y="60"/>
                </a:cubicBezTo>
                <a:cubicBezTo>
                  <a:pt x="60" y="60"/>
                  <a:pt x="60" y="60"/>
                  <a:pt x="60" y="60"/>
                </a:cubicBezTo>
                <a:cubicBezTo>
                  <a:pt x="60" y="96"/>
                  <a:pt x="60" y="96"/>
                  <a:pt x="60" y="96"/>
                </a:cubicBezTo>
                <a:cubicBezTo>
                  <a:pt x="60" y="103"/>
                  <a:pt x="55" y="108"/>
                  <a:pt x="48" y="108"/>
                </a:cubicBezTo>
                <a:cubicBezTo>
                  <a:pt x="41" y="108"/>
                  <a:pt x="36" y="103"/>
                  <a:pt x="36" y="96"/>
                </a:cubicBezTo>
                <a:cubicBezTo>
                  <a:pt x="36" y="96"/>
                  <a:pt x="36" y="96"/>
                  <a:pt x="36" y="96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36"/>
                  <a:pt x="36" y="36"/>
                  <a:pt x="36" y="36"/>
                </a:cubicBezTo>
                <a:lnTo>
                  <a:pt x="52" y="36"/>
                </a:lnTo>
                <a:close/>
                <a:moveTo>
                  <a:pt x="36" y="160"/>
                </a:moveTo>
                <a:cubicBezTo>
                  <a:pt x="36" y="160"/>
                  <a:pt x="36" y="160"/>
                  <a:pt x="36" y="160"/>
                </a:cubicBezTo>
                <a:cubicBezTo>
                  <a:pt x="36" y="153"/>
                  <a:pt x="41" y="148"/>
                  <a:pt x="48" y="148"/>
                </a:cubicBezTo>
                <a:cubicBezTo>
                  <a:pt x="55" y="148"/>
                  <a:pt x="60" y="153"/>
                  <a:pt x="60" y="160"/>
                </a:cubicBezTo>
                <a:cubicBezTo>
                  <a:pt x="60" y="196"/>
                  <a:pt x="60" y="196"/>
                  <a:pt x="60" y="196"/>
                </a:cubicBezTo>
                <a:cubicBezTo>
                  <a:pt x="96" y="196"/>
                  <a:pt x="96" y="196"/>
                  <a:pt x="96" y="196"/>
                </a:cubicBezTo>
                <a:cubicBezTo>
                  <a:pt x="103" y="196"/>
                  <a:pt x="108" y="201"/>
                  <a:pt x="108" y="208"/>
                </a:cubicBezTo>
                <a:cubicBezTo>
                  <a:pt x="108" y="215"/>
                  <a:pt x="103" y="220"/>
                  <a:pt x="96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36" y="220"/>
                  <a:pt x="36" y="220"/>
                  <a:pt x="36" y="220"/>
                </a:cubicBezTo>
                <a:cubicBezTo>
                  <a:pt x="36" y="204"/>
                  <a:pt x="36" y="204"/>
                  <a:pt x="36" y="204"/>
                </a:cubicBezTo>
                <a:lnTo>
                  <a:pt x="36" y="160"/>
                </a:lnTo>
                <a:close/>
                <a:moveTo>
                  <a:pt x="160" y="36"/>
                </a:moveTo>
                <a:cubicBezTo>
                  <a:pt x="160" y="36"/>
                  <a:pt x="160" y="36"/>
                  <a:pt x="160" y="36"/>
                </a:cubicBezTo>
                <a:cubicBezTo>
                  <a:pt x="204" y="36"/>
                  <a:pt x="204" y="36"/>
                  <a:pt x="204" y="36"/>
                </a:cubicBezTo>
                <a:cubicBezTo>
                  <a:pt x="220" y="36"/>
                  <a:pt x="220" y="36"/>
                  <a:pt x="220" y="36"/>
                </a:cubicBezTo>
                <a:cubicBezTo>
                  <a:pt x="220" y="52"/>
                  <a:pt x="220" y="52"/>
                  <a:pt x="220" y="52"/>
                </a:cubicBezTo>
                <a:cubicBezTo>
                  <a:pt x="220" y="96"/>
                  <a:pt x="220" y="96"/>
                  <a:pt x="220" y="96"/>
                </a:cubicBezTo>
                <a:cubicBezTo>
                  <a:pt x="220" y="103"/>
                  <a:pt x="215" y="108"/>
                  <a:pt x="208" y="108"/>
                </a:cubicBezTo>
                <a:cubicBezTo>
                  <a:pt x="201" y="108"/>
                  <a:pt x="196" y="103"/>
                  <a:pt x="196" y="96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3" y="60"/>
                  <a:pt x="148" y="55"/>
                  <a:pt x="148" y="48"/>
                </a:cubicBezTo>
                <a:cubicBezTo>
                  <a:pt x="148" y="41"/>
                  <a:pt x="153" y="36"/>
                  <a:pt x="160" y="36"/>
                </a:cubicBezTo>
                <a:moveTo>
                  <a:pt x="160" y="196"/>
                </a:moveTo>
                <a:cubicBezTo>
                  <a:pt x="160" y="196"/>
                  <a:pt x="160" y="196"/>
                  <a:pt x="160" y="196"/>
                </a:cubicBezTo>
                <a:cubicBezTo>
                  <a:pt x="196" y="196"/>
                  <a:pt x="196" y="196"/>
                  <a:pt x="196" y="196"/>
                </a:cubicBezTo>
                <a:cubicBezTo>
                  <a:pt x="196" y="160"/>
                  <a:pt x="196" y="160"/>
                  <a:pt x="196" y="160"/>
                </a:cubicBezTo>
                <a:cubicBezTo>
                  <a:pt x="196" y="153"/>
                  <a:pt x="201" y="148"/>
                  <a:pt x="208" y="148"/>
                </a:cubicBezTo>
                <a:cubicBezTo>
                  <a:pt x="215" y="148"/>
                  <a:pt x="220" y="153"/>
                  <a:pt x="220" y="160"/>
                </a:cubicBezTo>
                <a:cubicBezTo>
                  <a:pt x="220" y="160"/>
                  <a:pt x="220" y="160"/>
                  <a:pt x="220" y="160"/>
                </a:cubicBezTo>
                <a:cubicBezTo>
                  <a:pt x="220" y="204"/>
                  <a:pt x="220" y="204"/>
                  <a:pt x="220" y="204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204" y="220"/>
                  <a:pt x="204" y="220"/>
                  <a:pt x="204" y="220"/>
                </a:cubicBezTo>
                <a:cubicBezTo>
                  <a:pt x="160" y="220"/>
                  <a:pt x="160" y="220"/>
                  <a:pt x="160" y="220"/>
                </a:cubicBezTo>
                <a:cubicBezTo>
                  <a:pt x="153" y="220"/>
                  <a:pt x="148" y="215"/>
                  <a:pt x="148" y="208"/>
                </a:cubicBezTo>
                <a:cubicBezTo>
                  <a:pt x="148" y="201"/>
                  <a:pt x="153" y="196"/>
                  <a:pt x="160" y="19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14"/>
          <p:cNvSpPr/>
          <p:nvPr/>
        </p:nvSpPr>
        <p:spPr>
          <a:xfrm>
            <a:off x="4022725" y="2317750"/>
            <a:ext cx="417513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2" y="84"/>
                </a:moveTo>
                <a:cubicBezTo>
                  <a:pt x="72" y="77"/>
                  <a:pt x="77" y="72"/>
                  <a:pt x="84" y="72"/>
                </a:cubicBezTo>
                <a:cubicBezTo>
                  <a:pt x="87" y="72"/>
                  <a:pt x="90" y="73"/>
                  <a:pt x="92" y="76"/>
                </a:cubicBezTo>
                <a:cubicBezTo>
                  <a:pt x="128" y="111"/>
                  <a:pt x="128" y="111"/>
                  <a:pt x="128" y="111"/>
                </a:cubicBezTo>
                <a:cubicBezTo>
                  <a:pt x="164" y="76"/>
                  <a:pt x="164" y="76"/>
                  <a:pt x="164" y="76"/>
                </a:cubicBezTo>
                <a:cubicBezTo>
                  <a:pt x="166" y="73"/>
                  <a:pt x="169" y="72"/>
                  <a:pt x="172" y="72"/>
                </a:cubicBezTo>
                <a:cubicBezTo>
                  <a:pt x="179" y="72"/>
                  <a:pt x="184" y="77"/>
                  <a:pt x="184" y="84"/>
                </a:cubicBezTo>
                <a:cubicBezTo>
                  <a:pt x="184" y="87"/>
                  <a:pt x="183" y="90"/>
                  <a:pt x="180" y="92"/>
                </a:cubicBezTo>
                <a:cubicBezTo>
                  <a:pt x="145" y="128"/>
                  <a:pt x="145" y="128"/>
                  <a:pt x="145" y="128"/>
                </a:cubicBezTo>
                <a:cubicBezTo>
                  <a:pt x="180" y="164"/>
                  <a:pt x="180" y="164"/>
                  <a:pt x="180" y="164"/>
                </a:cubicBezTo>
                <a:cubicBezTo>
                  <a:pt x="183" y="166"/>
                  <a:pt x="184" y="169"/>
                  <a:pt x="184" y="172"/>
                </a:cubicBezTo>
                <a:cubicBezTo>
                  <a:pt x="184" y="179"/>
                  <a:pt x="179" y="184"/>
                  <a:pt x="172" y="184"/>
                </a:cubicBezTo>
                <a:cubicBezTo>
                  <a:pt x="169" y="184"/>
                  <a:pt x="166" y="183"/>
                  <a:pt x="164" y="180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92" y="180"/>
                  <a:pt x="92" y="180"/>
                  <a:pt x="92" y="180"/>
                </a:cubicBezTo>
                <a:cubicBezTo>
                  <a:pt x="90" y="183"/>
                  <a:pt x="87" y="184"/>
                  <a:pt x="84" y="184"/>
                </a:cubicBezTo>
                <a:cubicBezTo>
                  <a:pt x="77" y="184"/>
                  <a:pt x="72" y="179"/>
                  <a:pt x="72" y="172"/>
                </a:cubicBezTo>
                <a:cubicBezTo>
                  <a:pt x="72" y="169"/>
                  <a:pt x="73" y="166"/>
                  <a:pt x="76" y="164"/>
                </a:cubicBezTo>
                <a:cubicBezTo>
                  <a:pt x="111" y="128"/>
                  <a:pt x="111" y="128"/>
                  <a:pt x="111" y="128"/>
                </a:cubicBezTo>
                <a:cubicBezTo>
                  <a:pt x="76" y="92"/>
                  <a:pt x="76" y="92"/>
                  <a:pt x="76" y="92"/>
                </a:cubicBezTo>
                <a:cubicBezTo>
                  <a:pt x="73" y="90"/>
                  <a:pt x="72" y="87"/>
                  <a:pt x="72" y="8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14"/>
          <p:cNvSpPr/>
          <p:nvPr/>
        </p:nvSpPr>
        <p:spPr>
          <a:xfrm>
            <a:off x="3295650" y="2317750"/>
            <a:ext cx="415925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6" y="112"/>
                </a:moveTo>
                <a:cubicBezTo>
                  <a:pt x="79" y="112"/>
                  <a:pt x="82" y="113"/>
                  <a:pt x="84" y="116"/>
                </a:cubicBezTo>
                <a:cubicBezTo>
                  <a:pt x="112" y="143"/>
                  <a:pt x="112" y="143"/>
                  <a:pt x="112" y="143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70" y="85"/>
                  <a:pt x="173" y="84"/>
                  <a:pt x="176" y="84"/>
                </a:cubicBezTo>
                <a:cubicBezTo>
                  <a:pt x="183" y="84"/>
                  <a:pt x="188" y="89"/>
                  <a:pt x="188" y="96"/>
                </a:cubicBezTo>
                <a:cubicBezTo>
                  <a:pt x="188" y="99"/>
                  <a:pt x="187" y="102"/>
                  <a:pt x="184" y="104"/>
                </a:cubicBezTo>
                <a:cubicBezTo>
                  <a:pt x="120" y="168"/>
                  <a:pt x="120" y="168"/>
                  <a:pt x="120" y="168"/>
                </a:cubicBezTo>
                <a:cubicBezTo>
                  <a:pt x="118" y="171"/>
                  <a:pt x="115" y="172"/>
                  <a:pt x="112" y="172"/>
                </a:cubicBezTo>
                <a:cubicBezTo>
                  <a:pt x="109" y="172"/>
                  <a:pt x="106" y="171"/>
                  <a:pt x="104" y="168"/>
                </a:cubicBezTo>
                <a:cubicBezTo>
                  <a:pt x="68" y="132"/>
                  <a:pt x="68" y="132"/>
                  <a:pt x="68" y="132"/>
                </a:cubicBezTo>
                <a:cubicBezTo>
                  <a:pt x="65" y="130"/>
                  <a:pt x="64" y="127"/>
                  <a:pt x="64" y="124"/>
                </a:cubicBezTo>
                <a:cubicBezTo>
                  <a:pt x="64" y="117"/>
                  <a:pt x="69" y="112"/>
                  <a:pt x="76" y="112"/>
                </a:cubicBezTo>
                <a:moveTo>
                  <a:pt x="184" y="172"/>
                </a:moveTo>
                <a:cubicBezTo>
                  <a:pt x="184" y="172"/>
                  <a:pt x="184" y="172"/>
                  <a:pt x="184" y="172"/>
                </a:cubicBezTo>
                <a:cubicBezTo>
                  <a:pt x="184" y="172"/>
                  <a:pt x="184" y="172"/>
                  <a:pt x="184" y="172"/>
                </a:cubicBezTo>
                <a:cubicBezTo>
                  <a:pt x="184" y="172"/>
                  <a:pt x="184" y="172"/>
                  <a:pt x="184" y="172"/>
                </a:cubicBezTo>
                <a:moveTo>
                  <a:pt x="184" y="84"/>
                </a:moveTo>
                <a:cubicBezTo>
                  <a:pt x="184" y="84"/>
                  <a:pt x="184" y="84"/>
                  <a:pt x="184" y="84"/>
                </a:cubicBezTo>
                <a:cubicBezTo>
                  <a:pt x="184" y="84"/>
                  <a:pt x="184" y="84"/>
                  <a:pt x="184" y="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14"/>
          <p:cNvSpPr/>
          <p:nvPr/>
        </p:nvSpPr>
        <p:spPr>
          <a:xfrm>
            <a:off x="2566988" y="2317750"/>
            <a:ext cx="415925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6" y="116"/>
                </a:moveTo>
                <a:cubicBezTo>
                  <a:pt x="104" y="116"/>
                  <a:pt x="104" y="116"/>
                  <a:pt x="104" y="116"/>
                </a:cubicBezTo>
                <a:cubicBezTo>
                  <a:pt x="116" y="116"/>
                  <a:pt x="116" y="116"/>
                  <a:pt x="116" y="11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56" y="116"/>
                  <a:pt x="156" y="116"/>
                  <a:pt x="156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  <a:cubicBezTo>
                  <a:pt x="156" y="140"/>
                  <a:pt x="156" y="140"/>
                  <a:pt x="156" y="140"/>
                </a:cubicBezTo>
                <a:cubicBezTo>
                  <a:pt x="140" y="140"/>
                  <a:pt x="140" y="140"/>
                  <a:pt x="140" y="140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100" y="140"/>
                  <a:pt x="100" y="140"/>
                  <a:pt x="100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14"/>
          <p:cNvSpPr/>
          <p:nvPr/>
        </p:nvSpPr>
        <p:spPr>
          <a:xfrm>
            <a:off x="1838325" y="2317750"/>
            <a:ext cx="415925" cy="417513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32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232" y="232"/>
                  <a:pt x="232" y="232"/>
                  <a:pt x="232" y="232"/>
                </a:cubicBezTo>
                <a:lnTo>
                  <a:pt x="232" y="24"/>
                </a:lnTo>
                <a:close/>
                <a:moveTo>
                  <a:pt x="76" y="116"/>
                </a:moveTo>
                <a:cubicBezTo>
                  <a:pt x="116" y="116"/>
                  <a:pt x="116" y="116"/>
                  <a:pt x="116" y="116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16" y="69"/>
                  <a:pt x="121" y="64"/>
                  <a:pt x="128" y="64"/>
                </a:cubicBezTo>
                <a:cubicBezTo>
                  <a:pt x="135" y="64"/>
                  <a:pt x="140" y="69"/>
                  <a:pt x="140" y="76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cubicBezTo>
                  <a:pt x="192" y="135"/>
                  <a:pt x="187" y="140"/>
                  <a:pt x="180" y="140"/>
                </a:cubicBezTo>
                <a:cubicBezTo>
                  <a:pt x="140" y="140"/>
                  <a:pt x="140" y="140"/>
                  <a:pt x="140" y="140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87"/>
                  <a:pt x="135" y="192"/>
                  <a:pt x="128" y="192"/>
                </a:cubicBezTo>
                <a:cubicBezTo>
                  <a:pt x="121" y="192"/>
                  <a:pt x="116" y="187"/>
                  <a:pt x="116" y="180"/>
                </a:cubicBezTo>
                <a:cubicBezTo>
                  <a:pt x="116" y="140"/>
                  <a:pt x="116" y="140"/>
                  <a:pt x="11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14"/>
          <p:cNvSpPr/>
          <p:nvPr/>
        </p:nvSpPr>
        <p:spPr>
          <a:xfrm>
            <a:off x="1128713" y="2338388"/>
            <a:ext cx="377825" cy="376237"/>
          </a:xfrm>
          <a:custGeom>
            <a:rect b="b" l="l" r="r" t="t"/>
            <a:pathLst>
              <a:path extrusionOk="0" h="232" w="232">
                <a:moveTo>
                  <a:pt x="220" y="232"/>
                </a:moveTo>
                <a:cubicBezTo>
                  <a:pt x="140" y="232"/>
                  <a:pt x="140" y="232"/>
                  <a:pt x="140" y="232"/>
                </a:cubicBezTo>
                <a:cubicBezTo>
                  <a:pt x="133" y="232"/>
                  <a:pt x="128" y="227"/>
                  <a:pt x="128" y="220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cubicBezTo>
                  <a:pt x="220" y="128"/>
                  <a:pt x="220" y="128"/>
                  <a:pt x="220" y="128"/>
                </a:cubicBezTo>
                <a:cubicBezTo>
                  <a:pt x="227" y="128"/>
                  <a:pt x="232" y="133"/>
                  <a:pt x="232" y="140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moveTo>
                  <a:pt x="220" y="104"/>
                </a:move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5"/>
                  <a:pt x="133" y="0"/>
                  <a:pt x="140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92"/>
                  <a:pt x="232" y="92"/>
                  <a:pt x="232" y="92"/>
                </a:cubicBezTo>
                <a:cubicBezTo>
                  <a:pt x="232" y="99"/>
                  <a:pt x="227" y="104"/>
                  <a:pt x="220" y="104"/>
                </a:cubicBezTo>
                <a:moveTo>
                  <a:pt x="92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220"/>
                  <a:pt x="104" y="220"/>
                  <a:pt x="104" y="220"/>
                </a:cubicBezTo>
                <a:cubicBezTo>
                  <a:pt x="104" y="227"/>
                  <a:pt x="99" y="232"/>
                  <a:pt x="92" y="232"/>
                </a:cubicBezTo>
                <a:moveTo>
                  <a:pt x="92" y="104"/>
                </a:move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14"/>
          <p:cNvSpPr/>
          <p:nvPr/>
        </p:nvSpPr>
        <p:spPr>
          <a:xfrm>
            <a:off x="400050" y="2338388"/>
            <a:ext cx="377825" cy="376237"/>
          </a:xfrm>
          <a:custGeom>
            <a:rect b="b" l="l" r="r" t="t"/>
            <a:pathLst>
              <a:path extrusionOk="0" h="232" w="232">
                <a:moveTo>
                  <a:pt x="220" y="232"/>
                </a:moveTo>
                <a:cubicBezTo>
                  <a:pt x="140" y="232"/>
                  <a:pt x="140" y="232"/>
                  <a:pt x="140" y="232"/>
                </a:cubicBezTo>
                <a:cubicBezTo>
                  <a:pt x="133" y="232"/>
                  <a:pt x="128" y="227"/>
                  <a:pt x="128" y="220"/>
                </a:cubicBezTo>
                <a:cubicBezTo>
                  <a:pt x="128" y="140"/>
                  <a:pt x="128" y="140"/>
                  <a:pt x="128" y="140"/>
                </a:cubicBezTo>
                <a:cubicBezTo>
                  <a:pt x="128" y="133"/>
                  <a:pt x="133" y="128"/>
                  <a:pt x="140" y="128"/>
                </a:cubicBezTo>
                <a:cubicBezTo>
                  <a:pt x="220" y="128"/>
                  <a:pt x="220" y="128"/>
                  <a:pt x="220" y="128"/>
                </a:cubicBezTo>
                <a:cubicBezTo>
                  <a:pt x="227" y="128"/>
                  <a:pt x="232" y="133"/>
                  <a:pt x="232" y="140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moveTo>
                  <a:pt x="208" y="152"/>
                </a:moveTo>
                <a:cubicBezTo>
                  <a:pt x="152" y="152"/>
                  <a:pt x="152" y="152"/>
                  <a:pt x="152" y="152"/>
                </a:cubicBezTo>
                <a:cubicBezTo>
                  <a:pt x="152" y="208"/>
                  <a:pt x="152" y="208"/>
                  <a:pt x="152" y="208"/>
                </a:cubicBezTo>
                <a:cubicBezTo>
                  <a:pt x="208" y="208"/>
                  <a:pt x="208" y="208"/>
                  <a:pt x="208" y="208"/>
                </a:cubicBezTo>
                <a:lnTo>
                  <a:pt x="208" y="152"/>
                </a:lnTo>
                <a:close/>
                <a:moveTo>
                  <a:pt x="220" y="104"/>
                </a:moveTo>
                <a:cubicBezTo>
                  <a:pt x="140" y="104"/>
                  <a:pt x="140" y="104"/>
                  <a:pt x="140" y="104"/>
                </a:cubicBezTo>
                <a:cubicBezTo>
                  <a:pt x="133" y="104"/>
                  <a:pt x="128" y="99"/>
                  <a:pt x="128" y="92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5"/>
                  <a:pt x="133" y="0"/>
                  <a:pt x="140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7" y="0"/>
                  <a:pt x="232" y="5"/>
                  <a:pt x="232" y="12"/>
                </a:cubicBezTo>
                <a:cubicBezTo>
                  <a:pt x="232" y="92"/>
                  <a:pt x="232" y="92"/>
                  <a:pt x="232" y="92"/>
                </a:cubicBezTo>
                <a:cubicBezTo>
                  <a:pt x="232" y="99"/>
                  <a:pt x="227" y="104"/>
                  <a:pt x="220" y="104"/>
                </a:cubicBezTo>
                <a:moveTo>
                  <a:pt x="208" y="24"/>
                </a:moveTo>
                <a:cubicBezTo>
                  <a:pt x="152" y="24"/>
                  <a:pt x="152" y="24"/>
                  <a:pt x="152" y="24"/>
                </a:cubicBezTo>
                <a:cubicBezTo>
                  <a:pt x="152" y="80"/>
                  <a:pt x="152" y="80"/>
                  <a:pt x="152" y="80"/>
                </a:cubicBezTo>
                <a:cubicBezTo>
                  <a:pt x="208" y="80"/>
                  <a:pt x="208" y="80"/>
                  <a:pt x="208" y="80"/>
                </a:cubicBezTo>
                <a:lnTo>
                  <a:pt x="208" y="24"/>
                </a:lnTo>
                <a:close/>
                <a:moveTo>
                  <a:pt x="92" y="232"/>
                </a:move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92" y="128"/>
                  <a:pt x="92" y="128"/>
                  <a:pt x="92" y="128"/>
                </a:cubicBezTo>
                <a:cubicBezTo>
                  <a:pt x="99" y="128"/>
                  <a:pt x="104" y="133"/>
                  <a:pt x="104" y="140"/>
                </a:cubicBezTo>
                <a:cubicBezTo>
                  <a:pt x="104" y="220"/>
                  <a:pt x="104" y="220"/>
                  <a:pt x="104" y="220"/>
                </a:cubicBezTo>
                <a:cubicBezTo>
                  <a:pt x="104" y="227"/>
                  <a:pt x="99" y="232"/>
                  <a:pt x="92" y="232"/>
                </a:cubicBezTo>
                <a:moveTo>
                  <a:pt x="80" y="152"/>
                </a:moveTo>
                <a:cubicBezTo>
                  <a:pt x="24" y="152"/>
                  <a:pt x="24" y="152"/>
                  <a:pt x="24" y="152"/>
                </a:cubicBezTo>
                <a:cubicBezTo>
                  <a:pt x="24" y="208"/>
                  <a:pt x="24" y="208"/>
                  <a:pt x="24" y="208"/>
                </a:cubicBezTo>
                <a:cubicBezTo>
                  <a:pt x="80" y="208"/>
                  <a:pt x="80" y="208"/>
                  <a:pt x="80" y="208"/>
                </a:cubicBezTo>
                <a:lnTo>
                  <a:pt x="80" y="152"/>
                </a:lnTo>
                <a:close/>
                <a:moveTo>
                  <a:pt x="92" y="104"/>
                </a:move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  <a:moveTo>
                  <a:pt x="80" y="24"/>
                </a:moveTo>
                <a:cubicBezTo>
                  <a:pt x="24" y="24"/>
                  <a:pt x="24" y="24"/>
                  <a:pt x="24" y="24"/>
                </a:cubicBezTo>
                <a:cubicBezTo>
                  <a:pt x="24" y="80"/>
                  <a:pt x="24" y="80"/>
                  <a:pt x="24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14"/>
          <p:cNvSpPr/>
          <p:nvPr/>
        </p:nvSpPr>
        <p:spPr>
          <a:xfrm>
            <a:off x="8432800" y="1589088"/>
            <a:ext cx="338138" cy="417512"/>
          </a:xfrm>
          <a:custGeom>
            <a:rect b="b" l="l" r="r" t="t"/>
            <a:pathLst>
              <a:path extrusionOk="0" h="256" w="208">
                <a:moveTo>
                  <a:pt x="196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2" y="72"/>
                  <a:pt x="32" y="72"/>
                  <a:pt x="32" y="72"/>
                </a:cubicBezTo>
                <a:cubicBezTo>
                  <a:pt x="32" y="32"/>
                  <a:pt x="64" y="0"/>
                  <a:pt x="104" y="0"/>
                </a:cubicBezTo>
                <a:cubicBezTo>
                  <a:pt x="144" y="0"/>
                  <a:pt x="176" y="32"/>
                  <a:pt x="176" y="72"/>
                </a:cubicBezTo>
                <a:cubicBezTo>
                  <a:pt x="176" y="79"/>
                  <a:pt x="171" y="84"/>
                  <a:pt x="164" y="84"/>
                </a:cubicBezTo>
                <a:cubicBezTo>
                  <a:pt x="157" y="84"/>
                  <a:pt x="152" y="79"/>
                  <a:pt x="152" y="72"/>
                </a:cubicBezTo>
                <a:cubicBezTo>
                  <a:pt x="152" y="45"/>
                  <a:pt x="131" y="24"/>
                  <a:pt x="104" y="24"/>
                </a:cubicBezTo>
                <a:cubicBezTo>
                  <a:pt x="77" y="24"/>
                  <a:pt x="56" y="45"/>
                  <a:pt x="56" y="72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152" y="128"/>
                  <a:pt x="152" y="128"/>
                  <a:pt x="152" y="128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96" y="128"/>
                  <a:pt x="196" y="128"/>
                  <a:pt x="196" y="128"/>
                </a:cubicBezTo>
                <a:cubicBezTo>
                  <a:pt x="203" y="128"/>
                  <a:pt x="208" y="133"/>
                  <a:pt x="208" y="140"/>
                </a:cubicBezTo>
                <a:cubicBezTo>
                  <a:pt x="208" y="244"/>
                  <a:pt x="208" y="244"/>
                  <a:pt x="208" y="244"/>
                </a:cubicBezTo>
                <a:cubicBezTo>
                  <a:pt x="208" y="251"/>
                  <a:pt x="203" y="256"/>
                  <a:pt x="196" y="256"/>
                </a:cubicBezTo>
                <a:moveTo>
                  <a:pt x="104" y="152"/>
                </a:moveTo>
                <a:cubicBezTo>
                  <a:pt x="91" y="152"/>
                  <a:pt x="80" y="163"/>
                  <a:pt x="80" y="176"/>
                </a:cubicBezTo>
                <a:cubicBezTo>
                  <a:pt x="80" y="185"/>
                  <a:pt x="85" y="193"/>
                  <a:pt x="92" y="197"/>
                </a:cubicBezTo>
                <a:cubicBezTo>
                  <a:pt x="92" y="220"/>
                  <a:pt x="92" y="220"/>
                  <a:pt x="92" y="220"/>
                </a:cubicBezTo>
                <a:cubicBezTo>
                  <a:pt x="92" y="227"/>
                  <a:pt x="97" y="232"/>
                  <a:pt x="104" y="232"/>
                </a:cubicBezTo>
                <a:cubicBezTo>
                  <a:pt x="111" y="232"/>
                  <a:pt x="116" y="227"/>
                  <a:pt x="116" y="220"/>
                </a:cubicBezTo>
                <a:cubicBezTo>
                  <a:pt x="116" y="197"/>
                  <a:pt x="116" y="197"/>
                  <a:pt x="116" y="197"/>
                </a:cubicBezTo>
                <a:cubicBezTo>
                  <a:pt x="123" y="193"/>
                  <a:pt x="128" y="185"/>
                  <a:pt x="128" y="176"/>
                </a:cubicBezTo>
                <a:cubicBezTo>
                  <a:pt x="128" y="163"/>
                  <a:pt x="117" y="152"/>
                  <a:pt x="104" y="1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14"/>
          <p:cNvSpPr/>
          <p:nvPr/>
        </p:nvSpPr>
        <p:spPr>
          <a:xfrm>
            <a:off x="7712075" y="1589088"/>
            <a:ext cx="338138" cy="417512"/>
          </a:xfrm>
          <a:custGeom>
            <a:rect b="b" l="l" r="r" t="t"/>
            <a:pathLst>
              <a:path extrusionOk="0" h="256" w="208">
                <a:moveTo>
                  <a:pt x="196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2" y="72"/>
                  <a:pt x="32" y="72"/>
                  <a:pt x="32" y="72"/>
                </a:cubicBezTo>
                <a:cubicBezTo>
                  <a:pt x="32" y="32"/>
                  <a:pt x="64" y="0"/>
                  <a:pt x="104" y="0"/>
                </a:cubicBezTo>
                <a:cubicBezTo>
                  <a:pt x="144" y="0"/>
                  <a:pt x="176" y="32"/>
                  <a:pt x="176" y="72"/>
                </a:cubicBezTo>
                <a:cubicBezTo>
                  <a:pt x="176" y="128"/>
                  <a:pt x="176" y="128"/>
                  <a:pt x="176" y="128"/>
                </a:cubicBezTo>
                <a:cubicBezTo>
                  <a:pt x="196" y="128"/>
                  <a:pt x="196" y="128"/>
                  <a:pt x="196" y="128"/>
                </a:cubicBezTo>
                <a:cubicBezTo>
                  <a:pt x="203" y="128"/>
                  <a:pt x="208" y="133"/>
                  <a:pt x="208" y="140"/>
                </a:cubicBezTo>
                <a:cubicBezTo>
                  <a:pt x="208" y="244"/>
                  <a:pt x="208" y="244"/>
                  <a:pt x="208" y="244"/>
                </a:cubicBezTo>
                <a:cubicBezTo>
                  <a:pt x="208" y="251"/>
                  <a:pt x="203" y="256"/>
                  <a:pt x="196" y="256"/>
                </a:cubicBezTo>
                <a:moveTo>
                  <a:pt x="92" y="197"/>
                </a:moveTo>
                <a:cubicBezTo>
                  <a:pt x="92" y="220"/>
                  <a:pt x="92" y="220"/>
                  <a:pt x="92" y="220"/>
                </a:cubicBezTo>
                <a:cubicBezTo>
                  <a:pt x="92" y="227"/>
                  <a:pt x="97" y="232"/>
                  <a:pt x="104" y="232"/>
                </a:cubicBezTo>
                <a:cubicBezTo>
                  <a:pt x="111" y="232"/>
                  <a:pt x="116" y="227"/>
                  <a:pt x="116" y="220"/>
                </a:cubicBezTo>
                <a:cubicBezTo>
                  <a:pt x="116" y="197"/>
                  <a:pt x="116" y="197"/>
                  <a:pt x="116" y="197"/>
                </a:cubicBezTo>
                <a:cubicBezTo>
                  <a:pt x="123" y="193"/>
                  <a:pt x="128" y="185"/>
                  <a:pt x="128" y="176"/>
                </a:cubicBezTo>
                <a:cubicBezTo>
                  <a:pt x="128" y="163"/>
                  <a:pt x="117" y="152"/>
                  <a:pt x="104" y="152"/>
                </a:cubicBezTo>
                <a:cubicBezTo>
                  <a:pt x="91" y="152"/>
                  <a:pt x="80" y="163"/>
                  <a:pt x="80" y="176"/>
                </a:cubicBezTo>
                <a:cubicBezTo>
                  <a:pt x="80" y="185"/>
                  <a:pt x="85" y="193"/>
                  <a:pt x="92" y="197"/>
                </a:cubicBezTo>
                <a:moveTo>
                  <a:pt x="152" y="72"/>
                </a:moveTo>
                <a:cubicBezTo>
                  <a:pt x="152" y="45"/>
                  <a:pt x="131" y="24"/>
                  <a:pt x="104" y="24"/>
                </a:cubicBezTo>
                <a:cubicBezTo>
                  <a:pt x="77" y="24"/>
                  <a:pt x="56" y="45"/>
                  <a:pt x="56" y="72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152" y="128"/>
                  <a:pt x="152" y="128"/>
                  <a:pt x="152" y="128"/>
                </a:cubicBezTo>
                <a:lnTo>
                  <a:pt x="152" y="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14"/>
          <p:cNvSpPr/>
          <p:nvPr/>
        </p:nvSpPr>
        <p:spPr>
          <a:xfrm>
            <a:off x="6937375" y="1589088"/>
            <a:ext cx="415925" cy="358775"/>
          </a:xfrm>
          <a:custGeom>
            <a:rect b="b" l="l" r="r" t="t"/>
            <a:pathLst>
              <a:path extrusionOk="0" h="220" w="256">
                <a:moveTo>
                  <a:pt x="244" y="220"/>
                </a:moveTo>
                <a:cubicBezTo>
                  <a:pt x="12" y="220"/>
                  <a:pt x="12" y="220"/>
                  <a:pt x="12" y="220"/>
                </a:cubicBezTo>
                <a:cubicBezTo>
                  <a:pt x="5" y="220"/>
                  <a:pt x="0" y="215"/>
                  <a:pt x="0" y="208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0"/>
                  <a:pt x="0" y="129"/>
                  <a:pt x="1" y="128"/>
                </a:cubicBezTo>
                <a:cubicBezTo>
                  <a:pt x="33" y="44"/>
                  <a:pt x="33" y="44"/>
                  <a:pt x="33" y="44"/>
                </a:cubicBezTo>
                <a:cubicBezTo>
                  <a:pt x="34" y="39"/>
                  <a:pt x="39" y="36"/>
                  <a:pt x="44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76" y="36"/>
                  <a:pt x="76" y="36"/>
                  <a:pt x="76" y="36"/>
                </a:cubicBezTo>
                <a:cubicBezTo>
                  <a:pt x="76" y="37"/>
                  <a:pt x="76" y="39"/>
                  <a:pt x="76" y="40"/>
                </a:cubicBezTo>
                <a:cubicBezTo>
                  <a:pt x="76" y="48"/>
                  <a:pt x="80" y="56"/>
                  <a:pt x="87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60" y="120"/>
                  <a:pt x="60" y="120"/>
                  <a:pt x="60" y="120"/>
                </a:cubicBezTo>
                <a:cubicBezTo>
                  <a:pt x="68" y="120"/>
                  <a:pt x="68" y="120"/>
                  <a:pt x="68" y="120"/>
                </a:cubicBezTo>
                <a:cubicBezTo>
                  <a:pt x="75" y="120"/>
                  <a:pt x="80" y="125"/>
                  <a:pt x="80" y="132"/>
                </a:cubicBezTo>
                <a:cubicBezTo>
                  <a:pt x="80" y="144"/>
                  <a:pt x="80" y="144"/>
                  <a:pt x="80" y="144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6" y="132"/>
                  <a:pt x="176" y="132"/>
                  <a:pt x="176" y="132"/>
                </a:cubicBezTo>
                <a:cubicBezTo>
                  <a:pt x="176" y="125"/>
                  <a:pt x="181" y="120"/>
                  <a:pt x="188" y="120"/>
                </a:cubicBezTo>
                <a:cubicBezTo>
                  <a:pt x="200" y="120"/>
                  <a:pt x="200" y="120"/>
                  <a:pt x="200" y="120"/>
                </a:cubicBezTo>
                <a:cubicBezTo>
                  <a:pt x="227" y="120"/>
                  <a:pt x="227" y="120"/>
                  <a:pt x="227" y="120"/>
                </a:cubicBezTo>
                <a:cubicBezTo>
                  <a:pt x="204" y="60"/>
                  <a:pt x="204" y="60"/>
                  <a:pt x="204" y="60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69" y="60"/>
                  <a:pt x="169" y="60"/>
                  <a:pt x="169" y="60"/>
                </a:cubicBezTo>
                <a:cubicBezTo>
                  <a:pt x="176" y="56"/>
                  <a:pt x="180" y="48"/>
                  <a:pt x="180" y="40"/>
                </a:cubicBezTo>
                <a:cubicBezTo>
                  <a:pt x="180" y="39"/>
                  <a:pt x="180" y="37"/>
                  <a:pt x="180" y="36"/>
                </a:cubicBezTo>
                <a:cubicBezTo>
                  <a:pt x="192" y="36"/>
                  <a:pt x="192" y="36"/>
                  <a:pt x="192" y="36"/>
                </a:cubicBezTo>
                <a:cubicBezTo>
                  <a:pt x="212" y="36"/>
                  <a:pt x="212" y="36"/>
                  <a:pt x="212" y="36"/>
                </a:cubicBezTo>
                <a:cubicBezTo>
                  <a:pt x="217" y="36"/>
                  <a:pt x="222" y="39"/>
                  <a:pt x="223" y="44"/>
                </a:cubicBezTo>
                <a:cubicBezTo>
                  <a:pt x="255" y="128"/>
                  <a:pt x="255" y="128"/>
                  <a:pt x="255" y="128"/>
                </a:cubicBezTo>
                <a:cubicBezTo>
                  <a:pt x="256" y="129"/>
                  <a:pt x="256" y="130"/>
                  <a:pt x="256" y="132"/>
                </a:cubicBezTo>
                <a:cubicBezTo>
                  <a:pt x="256" y="208"/>
                  <a:pt x="256" y="208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moveTo>
                  <a:pt x="156" y="52"/>
                </a:moveTo>
                <a:cubicBezTo>
                  <a:pt x="153" y="52"/>
                  <a:pt x="150" y="51"/>
                  <a:pt x="148" y="48"/>
                </a:cubicBezTo>
                <a:cubicBezTo>
                  <a:pt x="140" y="41"/>
                  <a:pt x="140" y="41"/>
                  <a:pt x="140" y="41"/>
                </a:cubicBezTo>
                <a:cubicBezTo>
                  <a:pt x="140" y="88"/>
                  <a:pt x="140" y="88"/>
                  <a:pt x="140" y="88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23"/>
                  <a:pt x="135" y="128"/>
                  <a:pt x="128" y="128"/>
                </a:cubicBezTo>
                <a:cubicBezTo>
                  <a:pt x="121" y="128"/>
                  <a:pt x="116" y="123"/>
                  <a:pt x="116" y="116"/>
                </a:cubicBezTo>
                <a:cubicBezTo>
                  <a:pt x="116" y="96"/>
                  <a:pt x="116" y="96"/>
                  <a:pt x="116" y="96"/>
                </a:cubicBezTo>
                <a:cubicBezTo>
                  <a:pt x="116" y="41"/>
                  <a:pt x="116" y="41"/>
                  <a:pt x="116" y="41"/>
                </a:cubicBezTo>
                <a:cubicBezTo>
                  <a:pt x="108" y="48"/>
                  <a:pt x="108" y="48"/>
                  <a:pt x="108" y="48"/>
                </a:cubicBezTo>
                <a:cubicBezTo>
                  <a:pt x="106" y="51"/>
                  <a:pt x="103" y="52"/>
                  <a:pt x="100" y="52"/>
                </a:cubicBezTo>
                <a:cubicBezTo>
                  <a:pt x="93" y="52"/>
                  <a:pt x="88" y="47"/>
                  <a:pt x="88" y="40"/>
                </a:cubicBezTo>
                <a:cubicBezTo>
                  <a:pt x="88" y="37"/>
                  <a:pt x="89" y="34"/>
                  <a:pt x="92" y="32"/>
                </a:cubicBezTo>
                <a:cubicBezTo>
                  <a:pt x="120" y="4"/>
                  <a:pt x="120" y="4"/>
                  <a:pt x="120" y="4"/>
                </a:cubicBezTo>
                <a:cubicBezTo>
                  <a:pt x="122" y="1"/>
                  <a:pt x="125" y="0"/>
                  <a:pt x="128" y="0"/>
                </a:cubicBezTo>
                <a:cubicBezTo>
                  <a:pt x="131" y="0"/>
                  <a:pt x="134" y="1"/>
                  <a:pt x="136" y="4"/>
                </a:cubicBezTo>
                <a:cubicBezTo>
                  <a:pt x="164" y="32"/>
                  <a:pt x="164" y="32"/>
                  <a:pt x="164" y="32"/>
                </a:cubicBezTo>
                <a:cubicBezTo>
                  <a:pt x="167" y="34"/>
                  <a:pt x="168" y="37"/>
                  <a:pt x="168" y="40"/>
                </a:cubicBezTo>
                <a:cubicBezTo>
                  <a:pt x="168" y="47"/>
                  <a:pt x="163" y="52"/>
                  <a:pt x="156" y="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14"/>
          <p:cNvSpPr/>
          <p:nvPr/>
        </p:nvSpPr>
        <p:spPr>
          <a:xfrm>
            <a:off x="6208713" y="1589088"/>
            <a:ext cx="415925" cy="358775"/>
          </a:xfrm>
          <a:custGeom>
            <a:rect b="b" l="l" r="r" t="t"/>
            <a:pathLst>
              <a:path extrusionOk="0" h="220" w="256">
                <a:moveTo>
                  <a:pt x="244" y="220"/>
                </a:moveTo>
                <a:cubicBezTo>
                  <a:pt x="12" y="220"/>
                  <a:pt x="12" y="220"/>
                  <a:pt x="12" y="220"/>
                </a:cubicBezTo>
                <a:cubicBezTo>
                  <a:pt x="5" y="220"/>
                  <a:pt x="0" y="215"/>
                  <a:pt x="0" y="208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2"/>
                  <a:pt x="0" y="132"/>
                  <a:pt x="0" y="132"/>
                </a:cubicBezTo>
                <a:cubicBezTo>
                  <a:pt x="0" y="130"/>
                  <a:pt x="0" y="129"/>
                  <a:pt x="1" y="128"/>
                </a:cubicBezTo>
                <a:cubicBezTo>
                  <a:pt x="33" y="44"/>
                  <a:pt x="33" y="44"/>
                  <a:pt x="33" y="44"/>
                </a:cubicBezTo>
                <a:cubicBezTo>
                  <a:pt x="34" y="39"/>
                  <a:pt x="39" y="36"/>
                  <a:pt x="44" y="36"/>
                </a:cubicBezTo>
                <a:cubicBezTo>
                  <a:pt x="64" y="36"/>
                  <a:pt x="64" y="36"/>
                  <a:pt x="64" y="36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56" y="120"/>
                  <a:pt x="56" y="120"/>
                  <a:pt x="56" y="120"/>
                </a:cubicBezTo>
                <a:cubicBezTo>
                  <a:pt x="68" y="120"/>
                  <a:pt x="68" y="120"/>
                  <a:pt x="68" y="120"/>
                </a:cubicBezTo>
                <a:cubicBezTo>
                  <a:pt x="75" y="120"/>
                  <a:pt x="80" y="125"/>
                  <a:pt x="80" y="132"/>
                </a:cubicBezTo>
                <a:cubicBezTo>
                  <a:pt x="80" y="144"/>
                  <a:pt x="80" y="144"/>
                  <a:pt x="80" y="144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6" y="132"/>
                  <a:pt x="176" y="132"/>
                  <a:pt x="176" y="132"/>
                </a:cubicBezTo>
                <a:cubicBezTo>
                  <a:pt x="176" y="125"/>
                  <a:pt x="181" y="120"/>
                  <a:pt x="188" y="120"/>
                </a:cubicBezTo>
                <a:cubicBezTo>
                  <a:pt x="200" y="120"/>
                  <a:pt x="200" y="120"/>
                  <a:pt x="200" y="120"/>
                </a:cubicBezTo>
                <a:cubicBezTo>
                  <a:pt x="227" y="120"/>
                  <a:pt x="227" y="120"/>
                  <a:pt x="227" y="120"/>
                </a:cubicBezTo>
                <a:cubicBezTo>
                  <a:pt x="204" y="60"/>
                  <a:pt x="204" y="60"/>
                  <a:pt x="204" y="60"/>
                </a:cubicBezTo>
                <a:cubicBezTo>
                  <a:pt x="192" y="60"/>
                  <a:pt x="192" y="60"/>
                  <a:pt x="192" y="60"/>
                </a:cubicBezTo>
                <a:cubicBezTo>
                  <a:pt x="152" y="60"/>
                  <a:pt x="152" y="60"/>
                  <a:pt x="152" y="60"/>
                </a:cubicBezTo>
                <a:cubicBezTo>
                  <a:pt x="152" y="44"/>
                  <a:pt x="152" y="44"/>
                  <a:pt x="152" y="44"/>
                </a:cubicBezTo>
                <a:cubicBezTo>
                  <a:pt x="152" y="36"/>
                  <a:pt x="152" y="36"/>
                  <a:pt x="152" y="36"/>
                </a:cubicBezTo>
                <a:cubicBezTo>
                  <a:pt x="192" y="36"/>
                  <a:pt x="192" y="36"/>
                  <a:pt x="192" y="36"/>
                </a:cubicBezTo>
                <a:cubicBezTo>
                  <a:pt x="212" y="36"/>
                  <a:pt x="212" y="36"/>
                  <a:pt x="212" y="36"/>
                </a:cubicBezTo>
                <a:cubicBezTo>
                  <a:pt x="217" y="36"/>
                  <a:pt x="222" y="39"/>
                  <a:pt x="223" y="44"/>
                </a:cubicBezTo>
                <a:cubicBezTo>
                  <a:pt x="255" y="128"/>
                  <a:pt x="255" y="128"/>
                  <a:pt x="255" y="128"/>
                </a:cubicBezTo>
                <a:cubicBezTo>
                  <a:pt x="256" y="129"/>
                  <a:pt x="256" y="130"/>
                  <a:pt x="256" y="132"/>
                </a:cubicBezTo>
                <a:cubicBezTo>
                  <a:pt x="256" y="208"/>
                  <a:pt x="256" y="208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moveTo>
                  <a:pt x="168" y="88"/>
                </a:moveTo>
                <a:cubicBezTo>
                  <a:pt x="168" y="91"/>
                  <a:pt x="167" y="94"/>
                  <a:pt x="164" y="96"/>
                </a:cubicBezTo>
                <a:cubicBezTo>
                  <a:pt x="136" y="124"/>
                  <a:pt x="136" y="124"/>
                  <a:pt x="136" y="124"/>
                </a:cubicBezTo>
                <a:cubicBezTo>
                  <a:pt x="134" y="127"/>
                  <a:pt x="131" y="128"/>
                  <a:pt x="128" y="128"/>
                </a:cubicBezTo>
                <a:cubicBezTo>
                  <a:pt x="125" y="128"/>
                  <a:pt x="122" y="127"/>
                  <a:pt x="120" y="124"/>
                </a:cubicBezTo>
                <a:cubicBezTo>
                  <a:pt x="92" y="96"/>
                  <a:pt x="92" y="96"/>
                  <a:pt x="92" y="96"/>
                </a:cubicBezTo>
                <a:cubicBezTo>
                  <a:pt x="89" y="94"/>
                  <a:pt x="88" y="91"/>
                  <a:pt x="88" y="88"/>
                </a:cubicBezTo>
                <a:cubicBezTo>
                  <a:pt x="88" y="81"/>
                  <a:pt x="93" y="76"/>
                  <a:pt x="100" y="76"/>
                </a:cubicBezTo>
                <a:cubicBezTo>
                  <a:pt x="103" y="76"/>
                  <a:pt x="106" y="77"/>
                  <a:pt x="108" y="80"/>
                </a:cubicBezTo>
                <a:cubicBezTo>
                  <a:pt x="116" y="87"/>
                  <a:pt x="116" y="87"/>
                  <a:pt x="116" y="87"/>
                </a:cubicBezTo>
                <a:cubicBezTo>
                  <a:pt x="116" y="44"/>
                  <a:pt x="116" y="44"/>
                  <a:pt x="116" y="44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36"/>
                  <a:pt x="140" y="36"/>
                  <a:pt x="140" y="36"/>
                </a:cubicBezTo>
                <a:cubicBezTo>
                  <a:pt x="140" y="40"/>
                  <a:pt x="140" y="40"/>
                  <a:pt x="140" y="40"/>
                </a:cubicBezTo>
                <a:cubicBezTo>
                  <a:pt x="140" y="87"/>
                  <a:pt x="140" y="87"/>
                  <a:pt x="140" y="87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50" y="77"/>
                  <a:pt x="153" y="76"/>
                  <a:pt x="156" y="76"/>
                </a:cubicBezTo>
                <a:cubicBezTo>
                  <a:pt x="163" y="76"/>
                  <a:pt x="168" y="81"/>
                  <a:pt x="168" y="8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14"/>
          <p:cNvSpPr/>
          <p:nvPr/>
        </p:nvSpPr>
        <p:spPr>
          <a:xfrm>
            <a:off x="5480050" y="1647825"/>
            <a:ext cx="415925" cy="300038"/>
          </a:xfrm>
          <a:custGeom>
            <a:rect b="b" l="l" r="r" t="t"/>
            <a:pathLst>
              <a:path extrusionOk="0" h="184" w="256">
                <a:moveTo>
                  <a:pt x="256" y="172"/>
                </a:moveTo>
                <a:cubicBezTo>
                  <a:pt x="256" y="179"/>
                  <a:pt x="251" y="184"/>
                  <a:pt x="244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4"/>
                  <a:pt x="0" y="93"/>
                  <a:pt x="1" y="92"/>
                </a:cubicBezTo>
                <a:cubicBezTo>
                  <a:pt x="1" y="92"/>
                  <a:pt x="1" y="92"/>
                  <a:pt x="1" y="92"/>
                </a:cubicBezTo>
                <a:cubicBezTo>
                  <a:pt x="33" y="8"/>
                  <a:pt x="33" y="8"/>
                  <a:pt x="33" y="8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3"/>
                  <a:pt x="39" y="0"/>
                  <a:pt x="44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7" y="0"/>
                  <a:pt x="221" y="3"/>
                  <a:pt x="223" y="8"/>
                </a:cubicBezTo>
                <a:cubicBezTo>
                  <a:pt x="223" y="8"/>
                  <a:pt x="223" y="8"/>
                  <a:pt x="223" y="8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5" y="92"/>
                  <a:pt x="255" y="92"/>
                  <a:pt x="255" y="92"/>
                </a:cubicBezTo>
                <a:cubicBezTo>
                  <a:pt x="256" y="93"/>
                  <a:pt x="256" y="94"/>
                  <a:pt x="256" y="96"/>
                </a:cubicBezTo>
                <a:lnTo>
                  <a:pt x="256" y="172"/>
                </a:lnTo>
                <a:close/>
                <a:moveTo>
                  <a:pt x="204" y="24"/>
                </a:moveTo>
                <a:cubicBezTo>
                  <a:pt x="52" y="24"/>
                  <a:pt x="52" y="24"/>
                  <a:pt x="52" y="24"/>
                </a:cubicBezTo>
                <a:cubicBezTo>
                  <a:pt x="29" y="84"/>
                  <a:pt x="29" y="84"/>
                  <a:pt x="29" y="84"/>
                </a:cubicBezTo>
                <a:cubicBezTo>
                  <a:pt x="68" y="84"/>
                  <a:pt x="68" y="84"/>
                  <a:pt x="68" y="84"/>
                </a:cubicBezTo>
                <a:cubicBezTo>
                  <a:pt x="75" y="84"/>
                  <a:pt x="80" y="89"/>
                  <a:pt x="80" y="96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176" y="108"/>
                  <a:pt x="176" y="108"/>
                  <a:pt x="176" y="108"/>
                </a:cubicBezTo>
                <a:cubicBezTo>
                  <a:pt x="176" y="96"/>
                  <a:pt x="176" y="96"/>
                  <a:pt x="176" y="96"/>
                </a:cubicBezTo>
                <a:cubicBezTo>
                  <a:pt x="176" y="89"/>
                  <a:pt x="181" y="84"/>
                  <a:pt x="188" y="84"/>
                </a:cubicBezTo>
                <a:cubicBezTo>
                  <a:pt x="227" y="84"/>
                  <a:pt x="227" y="84"/>
                  <a:pt x="227" y="84"/>
                </a:cubicBezTo>
                <a:lnTo>
                  <a:pt x="204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14"/>
          <p:cNvSpPr/>
          <p:nvPr/>
        </p:nvSpPr>
        <p:spPr>
          <a:xfrm>
            <a:off x="4751388" y="1666875"/>
            <a:ext cx="417512" cy="260350"/>
          </a:xfrm>
          <a:custGeom>
            <a:rect b="b" l="l" r="r" t="t"/>
            <a:pathLst>
              <a:path extrusionOk="0" h="160" w="256">
                <a:moveTo>
                  <a:pt x="244" y="160"/>
                </a:moveTo>
                <a:cubicBezTo>
                  <a:pt x="237" y="160"/>
                  <a:pt x="232" y="155"/>
                  <a:pt x="232" y="148"/>
                </a:cubicBezTo>
                <a:cubicBezTo>
                  <a:pt x="232" y="140"/>
                  <a:pt x="232" y="140"/>
                  <a:pt x="232" y="14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2" y="92"/>
                  <a:pt x="232" y="92"/>
                  <a:pt x="232" y="92"/>
                </a:cubicBezTo>
                <a:cubicBezTo>
                  <a:pt x="232" y="68"/>
                  <a:pt x="232" y="68"/>
                  <a:pt x="232" y="68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0"/>
                  <a:pt x="232" y="20"/>
                  <a:pt x="232" y="20"/>
                </a:cubicBezTo>
                <a:cubicBezTo>
                  <a:pt x="232" y="12"/>
                  <a:pt x="232" y="12"/>
                  <a:pt x="232" y="12"/>
                </a:cubicBezTo>
                <a:cubicBezTo>
                  <a:pt x="232" y="5"/>
                  <a:pt x="237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0"/>
                  <a:pt x="256" y="20"/>
                  <a:pt x="256" y="20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8"/>
                  <a:pt x="256" y="68"/>
                  <a:pt x="256" y="68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40"/>
                  <a:pt x="256" y="140"/>
                  <a:pt x="256" y="140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moveTo>
                  <a:pt x="208" y="136"/>
                </a:moveTo>
                <a:cubicBezTo>
                  <a:pt x="201" y="136"/>
                  <a:pt x="196" y="131"/>
                  <a:pt x="196" y="124"/>
                </a:cubicBezTo>
                <a:cubicBezTo>
                  <a:pt x="196" y="116"/>
                  <a:pt x="196" y="116"/>
                  <a:pt x="196" y="116"/>
                </a:cubicBezTo>
                <a:cubicBezTo>
                  <a:pt x="196" y="44"/>
                  <a:pt x="196" y="44"/>
                  <a:pt x="196" y="44"/>
                </a:cubicBezTo>
                <a:cubicBezTo>
                  <a:pt x="196" y="36"/>
                  <a:pt x="196" y="36"/>
                  <a:pt x="196" y="36"/>
                </a:cubicBezTo>
                <a:cubicBezTo>
                  <a:pt x="196" y="29"/>
                  <a:pt x="201" y="24"/>
                  <a:pt x="208" y="24"/>
                </a:cubicBezTo>
                <a:cubicBezTo>
                  <a:pt x="215" y="24"/>
                  <a:pt x="220" y="29"/>
                  <a:pt x="220" y="36"/>
                </a:cubicBezTo>
                <a:cubicBezTo>
                  <a:pt x="220" y="44"/>
                  <a:pt x="220" y="44"/>
                  <a:pt x="220" y="44"/>
                </a:cubicBezTo>
                <a:cubicBezTo>
                  <a:pt x="220" y="116"/>
                  <a:pt x="220" y="116"/>
                  <a:pt x="220" y="116"/>
                </a:cubicBezTo>
                <a:cubicBezTo>
                  <a:pt x="220" y="124"/>
                  <a:pt x="220" y="124"/>
                  <a:pt x="220" y="124"/>
                </a:cubicBezTo>
                <a:cubicBezTo>
                  <a:pt x="220" y="131"/>
                  <a:pt x="215" y="136"/>
                  <a:pt x="208" y="136"/>
                </a:cubicBezTo>
                <a:moveTo>
                  <a:pt x="172" y="136"/>
                </a:moveTo>
                <a:cubicBezTo>
                  <a:pt x="84" y="136"/>
                  <a:pt x="84" y="136"/>
                  <a:pt x="84" y="136"/>
                </a:cubicBezTo>
                <a:cubicBezTo>
                  <a:pt x="77" y="136"/>
                  <a:pt x="72" y="131"/>
                  <a:pt x="72" y="124"/>
                </a:cubicBezTo>
                <a:cubicBezTo>
                  <a:pt x="72" y="36"/>
                  <a:pt x="72" y="36"/>
                  <a:pt x="72" y="36"/>
                </a:cubicBezTo>
                <a:cubicBezTo>
                  <a:pt x="72" y="29"/>
                  <a:pt x="77" y="24"/>
                  <a:pt x="84" y="24"/>
                </a:cubicBezTo>
                <a:cubicBezTo>
                  <a:pt x="172" y="24"/>
                  <a:pt x="172" y="24"/>
                  <a:pt x="172" y="24"/>
                </a:cubicBezTo>
                <a:cubicBezTo>
                  <a:pt x="179" y="24"/>
                  <a:pt x="184" y="29"/>
                  <a:pt x="184" y="36"/>
                </a:cubicBezTo>
                <a:cubicBezTo>
                  <a:pt x="184" y="124"/>
                  <a:pt x="184" y="124"/>
                  <a:pt x="184" y="124"/>
                </a:cubicBezTo>
                <a:cubicBezTo>
                  <a:pt x="184" y="131"/>
                  <a:pt x="179" y="136"/>
                  <a:pt x="172" y="136"/>
                </a:cubicBezTo>
                <a:moveTo>
                  <a:pt x="160" y="48"/>
                </a:moveTo>
                <a:cubicBezTo>
                  <a:pt x="96" y="48"/>
                  <a:pt x="96" y="48"/>
                  <a:pt x="96" y="48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160" y="112"/>
                  <a:pt x="160" y="112"/>
                  <a:pt x="160" y="112"/>
                </a:cubicBezTo>
                <a:lnTo>
                  <a:pt x="160" y="48"/>
                </a:lnTo>
                <a:close/>
                <a:moveTo>
                  <a:pt x="48" y="136"/>
                </a:moveTo>
                <a:cubicBezTo>
                  <a:pt x="41" y="136"/>
                  <a:pt x="36" y="131"/>
                  <a:pt x="36" y="124"/>
                </a:cubicBezTo>
                <a:cubicBezTo>
                  <a:pt x="36" y="116"/>
                  <a:pt x="36" y="116"/>
                  <a:pt x="36" y="116"/>
                </a:cubicBezTo>
                <a:cubicBezTo>
                  <a:pt x="36" y="44"/>
                  <a:pt x="36" y="44"/>
                  <a:pt x="36" y="44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29"/>
                  <a:pt x="41" y="24"/>
                  <a:pt x="48" y="24"/>
                </a:cubicBezTo>
                <a:cubicBezTo>
                  <a:pt x="55" y="24"/>
                  <a:pt x="60" y="29"/>
                  <a:pt x="60" y="36"/>
                </a:cubicBezTo>
                <a:cubicBezTo>
                  <a:pt x="60" y="44"/>
                  <a:pt x="60" y="44"/>
                  <a:pt x="60" y="44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24"/>
                  <a:pt x="60" y="124"/>
                  <a:pt x="60" y="124"/>
                </a:cubicBezTo>
                <a:cubicBezTo>
                  <a:pt x="60" y="131"/>
                  <a:pt x="55" y="136"/>
                  <a:pt x="48" y="136"/>
                </a:cubicBezTo>
                <a:moveTo>
                  <a:pt x="12" y="160"/>
                </a:moveTo>
                <a:cubicBezTo>
                  <a:pt x="5" y="160"/>
                  <a:pt x="0" y="155"/>
                  <a:pt x="0" y="148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9" y="0"/>
                  <a:pt x="24" y="5"/>
                  <a:pt x="24" y="12"/>
                </a:cubicBezTo>
                <a:cubicBezTo>
                  <a:pt x="24" y="20"/>
                  <a:pt x="24" y="20"/>
                  <a:pt x="24" y="20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8"/>
                  <a:pt x="24" y="68"/>
                  <a:pt x="24" y="68"/>
                </a:cubicBezTo>
                <a:cubicBezTo>
                  <a:pt x="24" y="92"/>
                  <a:pt x="24" y="92"/>
                  <a:pt x="24" y="92"/>
                </a:cubicBezTo>
                <a:cubicBezTo>
                  <a:pt x="24" y="100"/>
                  <a:pt x="24" y="100"/>
                  <a:pt x="24" y="100"/>
                </a:cubicBezTo>
                <a:cubicBezTo>
                  <a:pt x="24" y="140"/>
                  <a:pt x="24" y="140"/>
                  <a:pt x="24" y="140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14"/>
          <p:cNvSpPr/>
          <p:nvPr/>
        </p:nvSpPr>
        <p:spPr>
          <a:xfrm>
            <a:off x="4022725" y="1706563"/>
            <a:ext cx="417513" cy="182562"/>
          </a:xfrm>
          <a:custGeom>
            <a:rect b="b" l="l" r="r" t="t"/>
            <a:pathLst>
              <a:path extrusionOk="0" h="112" w="256">
                <a:moveTo>
                  <a:pt x="200" y="112"/>
                </a:moveTo>
                <a:cubicBezTo>
                  <a:pt x="56" y="112"/>
                  <a:pt x="56" y="112"/>
                  <a:pt x="56" y="112"/>
                </a:cubicBezTo>
                <a:cubicBezTo>
                  <a:pt x="25" y="112"/>
                  <a:pt x="0" y="87"/>
                  <a:pt x="0" y="56"/>
                </a:cubicBezTo>
                <a:cubicBezTo>
                  <a:pt x="0" y="25"/>
                  <a:pt x="25" y="0"/>
                  <a:pt x="56" y="0"/>
                </a:cubicBezTo>
                <a:cubicBezTo>
                  <a:pt x="87" y="0"/>
                  <a:pt x="112" y="25"/>
                  <a:pt x="112" y="56"/>
                </a:cubicBezTo>
                <a:cubicBezTo>
                  <a:pt x="112" y="68"/>
                  <a:pt x="108" y="79"/>
                  <a:pt x="102" y="88"/>
                </a:cubicBezTo>
                <a:cubicBezTo>
                  <a:pt x="154" y="88"/>
                  <a:pt x="154" y="88"/>
                  <a:pt x="154" y="88"/>
                </a:cubicBezTo>
                <a:cubicBezTo>
                  <a:pt x="148" y="79"/>
                  <a:pt x="144" y="68"/>
                  <a:pt x="144" y="56"/>
                </a:cubicBezTo>
                <a:cubicBezTo>
                  <a:pt x="144" y="25"/>
                  <a:pt x="169" y="0"/>
                  <a:pt x="200" y="0"/>
                </a:cubicBezTo>
                <a:cubicBezTo>
                  <a:pt x="231" y="0"/>
                  <a:pt x="256" y="25"/>
                  <a:pt x="256" y="56"/>
                </a:cubicBezTo>
                <a:cubicBezTo>
                  <a:pt x="256" y="87"/>
                  <a:pt x="231" y="112"/>
                  <a:pt x="200" y="112"/>
                </a:cubicBezTo>
                <a:moveTo>
                  <a:pt x="88" y="56"/>
                </a:moveTo>
                <a:cubicBezTo>
                  <a:pt x="88" y="38"/>
                  <a:pt x="74" y="24"/>
                  <a:pt x="56" y="24"/>
                </a:cubicBezTo>
                <a:cubicBezTo>
                  <a:pt x="38" y="24"/>
                  <a:pt x="24" y="38"/>
                  <a:pt x="24" y="56"/>
                </a:cubicBezTo>
                <a:cubicBezTo>
                  <a:pt x="24" y="74"/>
                  <a:pt x="38" y="88"/>
                  <a:pt x="56" y="88"/>
                </a:cubicBezTo>
                <a:cubicBezTo>
                  <a:pt x="74" y="88"/>
                  <a:pt x="88" y="74"/>
                  <a:pt x="88" y="56"/>
                </a:cubicBezTo>
                <a:moveTo>
                  <a:pt x="200" y="24"/>
                </a:moveTo>
                <a:cubicBezTo>
                  <a:pt x="182" y="24"/>
                  <a:pt x="168" y="38"/>
                  <a:pt x="168" y="56"/>
                </a:cubicBezTo>
                <a:cubicBezTo>
                  <a:pt x="168" y="74"/>
                  <a:pt x="182" y="88"/>
                  <a:pt x="200" y="88"/>
                </a:cubicBezTo>
                <a:cubicBezTo>
                  <a:pt x="218" y="88"/>
                  <a:pt x="232" y="74"/>
                  <a:pt x="232" y="56"/>
                </a:cubicBezTo>
                <a:cubicBezTo>
                  <a:pt x="232" y="38"/>
                  <a:pt x="218" y="24"/>
                  <a:pt x="200" y="2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14"/>
          <p:cNvSpPr/>
          <p:nvPr/>
        </p:nvSpPr>
        <p:spPr>
          <a:xfrm>
            <a:off x="3295650" y="1654175"/>
            <a:ext cx="415925" cy="287338"/>
          </a:xfrm>
          <a:custGeom>
            <a:rect b="b" l="l" r="r" t="t"/>
            <a:pathLst>
              <a:path extrusionOk="0" h="176" w="256">
                <a:moveTo>
                  <a:pt x="244" y="176"/>
                </a:moveTo>
                <a:cubicBezTo>
                  <a:pt x="12" y="176"/>
                  <a:pt x="12" y="176"/>
                  <a:pt x="12" y="176"/>
                </a:cubicBezTo>
                <a:cubicBezTo>
                  <a:pt x="5" y="176"/>
                  <a:pt x="0" y="171"/>
                  <a:pt x="0" y="164"/>
                </a:cubicBezTo>
                <a:cubicBezTo>
                  <a:pt x="0" y="72"/>
                  <a:pt x="0" y="72"/>
                  <a:pt x="0" y="72"/>
                </a:cubicBezTo>
                <a:cubicBezTo>
                  <a:pt x="256" y="72"/>
                  <a:pt x="256" y="72"/>
                  <a:pt x="256" y="7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moveTo>
                  <a:pt x="24" y="152"/>
                </a:moveTo>
                <a:cubicBezTo>
                  <a:pt x="72" y="152"/>
                  <a:pt x="72" y="152"/>
                  <a:pt x="72" y="152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24" y="140"/>
                  <a:pt x="24" y="140"/>
                  <a:pt x="24" y="140"/>
                </a:cubicBezTo>
                <a:lnTo>
                  <a:pt x="24" y="152"/>
                </a:lnTo>
                <a:close/>
                <a:moveTo>
                  <a:pt x="144" y="116"/>
                </a:moveTo>
                <a:cubicBezTo>
                  <a:pt x="24" y="116"/>
                  <a:pt x="24" y="116"/>
                  <a:pt x="24" y="116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144" y="128"/>
                  <a:pt x="144" y="128"/>
                  <a:pt x="144" y="128"/>
                </a:cubicBezTo>
                <a:lnTo>
                  <a:pt x="144" y="116"/>
                </a:lnTo>
                <a:close/>
                <a:moveTo>
                  <a:pt x="0" y="12"/>
                </a:move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48"/>
                  <a:pt x="256" y="48"/>
                  <a:pt x="25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14"/>
          <p:cNvSpPr/>
          <p:nvPr/>
        </p:nvSpPr>
        <p:spPr>
          <a:xfrm>
            <a:off x="2566988" y="1595438"/>
            <a:ext cx="415925" cy="396875"/>
          </a:xfrm>
          <a:custGeom>
            <a:rect b="b" l="l" r="r" t="t"/>
            <a:pathLst>
              <a:path extrusionOk="0" h="244" w="256">
                <a:moveTo>
                  <a:pt x="256" y="128"/>
                </a:moveTo>
                <a:cubicBezTo>
                  <a:pt x="256" y="135"/>
                  <a:pt x="251" y="140"/>
                  <a:pt x="244" y="140"/>
                </a:cubicBezTo>
                <a:cubicBezTo>
                  <a:pt x="241" y="140"/>
                  <a:pt x="238" y="139"/>
                  <a:pt x="236" y="137"/>
                </a:cubicBezTo>
                <a:cubicBezTo>
                  <a:pt x="236" y="137"/>
                  <a:pt x="236" y="137"/>
                  <a:pt x="236" y="137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128" y="29"/>
                  <a:pt x="128" y="29"/>
                  <a:pt x="128" y="29"/>
                </a:cubicBezTo>
                <a:cubicBezTo>
                  <a:pt x="20" y="137"/>
                  <a:pt x="20" y="137"/>
                  <a:pt x="20" y="137"/>
                </a:cubicBezTo>
                <a:cubicBezTo>
                  <a:pt x="20" y="137"/>
                  <a:pt x="20" y="137"/>
                  <a:pt x="20" y="137"/>
                </a:cubicBezTo>
                <a:cubicBezTo>
                  <a:pt x="18" y="139"/>
                  <a:pt x="15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125"/>
                  <a:pt x="1" y="122"/>
                  <a:pt x="4" y="119"/>
                </a:cubicBezTo>
                <a:cubicBezTo>
                  <a:pt x="119" y="4"/>
                  <a:pt x="119" y="4"/>
                  <a:pt x="119" y="4"/>
                </a:cubicBezTo>
                <a:cubicBezTo>
                  <a:pt x="122" y="1"/>
                  <a:pt x="125" y="0"/>
                  <a:pt x="128" y="0"/>
                </a:cubicBezTo>
                <a:cubicBezTo>
                  <a:pt x="128" y="0"/>
                  <a:pt x="128" y="0"/>
                  <a:pt x="128" y="0"/>
                </a:cubicBezTo>
                <a:cubicBezTo>
                  <a:pt x="128" y="0"/>
                  <a:pt x="128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32" y="0"/>
                  <a:pt x="135" y="2"/>
                  <a:pt x="137" y="4"/>
                </a:cubicBezTo>
                <a:cubicBezTo>
                  <a:pt x="137" y="4"/>
                  <a:pt x="137" y="4"/>
                  <a:pt x="137" y="4"/>
                </a:cubicBezTo>
                <a:cubicBezTo>
                  <a:pt x="184" y="51"/>
                  <a:pt x="184" y="51"/>
                  <a:pt x="184" y="51"/>
                </a:cubicBezTo>
                <a:cubicBezTo>
                  <a:pt x="184" y="40"/>
                  <a:pt x="184" y="40"/>
                  <a:pt x="184" y="40"/>
                </a:cubicBezTo>
                <a:cubicBezTo>
                  <a:pt x="184" y="33"/>
                  <a:pt x="189" y="28"/>
                  <a:pt x="196" y="28"/>
                </a:cubicBezTo>
                <a:cubicBezTo>
                  <a:pt x="203" y="28"/>
                  <a:pt x="208" y="33"/>
                  <a:pt x="208" y="40"/>
                </a:cubicBezTo>
                <a:cubicBezTo>
                  <a:pt x="208" y="75"/>
                  <a:pt x="208" y="75"/>
                  <a:pt x="208" y="75"/>
                </a:cubicBezTo>
                <a:cubicBezTo>
                  <a:pt x="253" y="120"/>
                  <a:pt x="253" y="120"/>
                  <a:pt x="253" y="120"/>
                </a:cubicBezTo>
                <a:cubicBezTo>
                  <a:pt x="253" y="120"/>
                  <a:pt x="253" y="120"/>
                  <a:pt x="253" y="120"/>
                </a:cubicBezTo>
                <a:cubicBezTo>
                  <a:pt x="255" y="122"/>
                  <a:pt x="256" y="125"/>
                  <a:pt x="256" y="128"/>
                </a:cubicBezTo>
                <a:moveTo>
                  <a:pt x="232" y="148"/>
                </a:moveTo>
                <a:cubicBezTo>
                  <a:pt x="232" y="184"/>
                  <a:pt x="232" y="184"/>
                  <a:pt x="232" y="184"/>
                </a:cubicBezTo>
                <a:cubicBezTo>
                  <a:pt x="232" y="200"/>
                  <a:pt x="232" y="200"/>
                  <a:pt x="232" y="200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239"/>
                  <a:pt x="227" y="244"/>
                  <a:pt x="220" y="244"/>
                </a:cubicBezTo>
                <a:cubicBezTo>
                  <a:pt x="196" y="244"/>
                  <a:pt x="196" y="244"/>
                  <a:pt x="196" y="244"/>
                </a:cubicBezTo>
                <a:cubicBezTo>
                  <a:pt x="196" y="148"/>
                  <a:pt x="196" y="148"/>
                  <a:pt x="196" y="148"/>
                </a:cubicBezTo>
                <a:cubicBezTo>
                  <a:pt x="148" y="148"/>
                  <a:pt x="148" y="148"/>
                  <a:pt x="148" y="148"/>
                </a:cubicBezTo>
                <a:cubicBezTo>
                  <a:pt x="148" y="244"/>
                  <a:pt x="148" y="244"/>
                  <a:pt x="148" y="244"/>
                </a:cubicBezTo>
                <a:cubicBezTo>
                  <a:pt x="36" y="244"/>
                  <a:pt x="36" y="244"/>
                  <a:pt x="36" y="244"/>
                </a:cubicBezTo>
                <a:cubicBezTo>
                  <a:pt x="29" y="244"/>
                  <a:pt x="24" y="239"/>
                  <a:pt x="24" y="232"/>
                </a:cubicBezTo>
                <a:cubicBezTo>
                  <a:pt x="24" y="200"/>
                  <a:pt x="24" y="200"/>
                  <a:pt x="24" y="200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128" y="44"/>
                  <a:pt x="128" y="44"/>
                  <a:pt x="128" y="44"/>
                </a:cubicBezTo>
                <a:lnTo>
                  <a:pt x="232" y="148"/>
                </a:lnTo>
                <a:close/>
                <a:moveTo>
                  <a:pt x="108" y="148"/>
                </a:moveTo>
                <a:cubicBezTo>
                  <a:pt x="60" y="148"/>
                  <a:pt x="60" y="148"/>
                  <a:pt x="60" y="148"/>
                </a:cubicBezTo>
                <a:cubicBezTo>
                  <a:pt x="60" y="196"/>
                  <a:pt x="60" y="196"/>
                  <a:pt x="60" y="196"/>
                </a:cubicBezTo>
                <a:cubicBezTo>
                  <a:pt x="108" y="196"/>
                  <a:pt x="108" y="196"/>
                  <a:pt x="108" y="196"/>
                </a:cubicBezTo>
                <a:lnTo>
                  <a:pt x="108" y="1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14"/>
          <p:cNvSpPr/>
          <p:nvPr/>
        </p:nvSpPr>
        <p:spPr>
          <a:xfrm>
            <a:off x="1838325" y="1609725"/>
            <a:ext cx="415925" cy="376238"/>
          </a:xfrm>
          <a:custGeom>
            <a:rect b="b" l="l" r="r" t="t"/>
            <a:pathLst>
              <a:path extrusionOk="0" h="232" w="256">
                <a:moveTo>
                  <a:pt x="244" y="232"/>
                </a:moveTo>
                <a:cubicBezTo>
                  <a:pt x="224" y="232"/>
                  <a:pt x="224" y="232"/>
                  <a:pt x="224" y="232"/>
                </a:cubicBezTo>
                <a:cubicBezTo>
                  <a:pt x="224" y="136"/>
                  <a:pt x="224" y="136"/>
                  <a:pt x="224" y="136"/>
                </a:cubicBezTo>
                <a:cubicBezTo>
                  <a:pt x="224" y="60"/>
                  <a:pt x="224" y="60"/>
                  <a:pt x="224" y="60"/>
                </a:cubicBezTo>
                <a:cubicBezTo>
                  <a:pt x="244" y="60"/>
                  <a:pt x="244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7"/>
                  <a:pt x="251" y="232"/>
                  <a:pt x="244" y="232"/>
                </a:cubicBezTo>
                <a:moveTo>
                  <a:pt x="44" y="232"/>
                </a:moveTo>
                <a:cubicBezTo>
                  <a:pt x="44" y="136"/>
                  <a:pt x="44" y="136"/>
                  <a:pt x="44" y="136"/>
                </a:cubicBezTo>
                <a:cubicBezTo>
                  <a:pt x="44" y="132"/>
                  <a:pt x="44" y="132"/>
                  <a:pt x="44" y="132"/>
                </a:cubicBezTo>
                <a:cubicBezTo>
                  <a:pt x="44" y="60"/>
                  <a:pt x="44" y="60"/>
                  <a:pt x="44" y="60"/>
                </a:cubicBezTo>
                <a:cubicBezTo>
                  <a:pt x="68" y="60"/>
                  <a:pt x="68" y="60"/>
                  <a:pt x="68" y="60"/>
                </a:cubicBezTo>
                <a:cubicBezTo>
                  <a:pt x="68" y="27"/>
                  <a:pt x="95" y="0"/>
                  <a:pt x="128" y="0"/>
                </a:cubicBezTo>
                <a:cubicBezTo>
                  <a:pt x="161" y="0"/>
                  <a:pt x="188" y="27"/>
                  <a:pt x="188" y="60"/>
                </a:cubicBezTo>
                <a:cubicBezTo>
                  <a:pt x="212" y="60"/>
                  <a:pt x="212" y="60"/>
                  <a:pt x="212" y="60"/>
                </a:cubicBezTo>
                <a:cubicBezTo>
                  <a:pt x="212" y="136"/>
                  <a:pt x="212" y="136"/>
                  <a:pt x="212" y="136"/>
                </a:cubicBezTo>
                <a:cubicBezTo>
                  <a:pt x="212" y="232"/>
                  <a:pt x="212" y="232"/>
                  <a:pt x="212" y="232"/>
                </a:cubicBezTo>
                <a:lnTo>
                  <a:pt x="44" y="232"/>
                </a:lnTo>
                <a:close/>
                <a:moveTo>
                  <a:pt x="128" y="24"/>
                </a:moveTo>
                <a:cubicBezTo>
                  <a:pt x="108" y="24"/>
                  <a:pt x="92" y="40"/>
                  <a:pt x="92" y="60"/>
                </a:cubicBezTo>
                <a:cubicBezTo>
                  <a:pt x="164" y="60"/>
                  <a:pt x="164" y="60"/>
                  <a:pt x="164" y="60"/>
                </a:cubicBezTo>
                <a:cubicBezTo>
                  <a:pt x="164" y="40"/>
                  <a:pt x="148" y="24"/>
                  <a:pt x="128" y="24"/>
                </a:cubicBezTo>
                <a:moveTo>
                  <a:pt x="0" y="220"/>
                </a:moveTo>
                <a:cubicBezTo>
                  <a:pt x="0" y="196"/>
                  <a:pt x="0" y="196"/>
                  <a:pt x="0" y="196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5"/>
                  <a:pt x="5" y="60"/>
                  <a:pt x="12" y="60"/>
                </a:cubicBezTo>
                <a:cubicBezTo>
                  <a:pt x="32" y="60"/>
                  <a:pt x="32" y="60"/>
                  <a:pt x="32" y="60"/>
                </a:cubicBezTo>
                <a:cubicBezTo>
                  <a:pt x="32" y="132"/>
                  <a:pt x="32" y="132"/>
                  <a:pt x="32" y="132"/>
                </a:cubicBezTo>
                <a:cubicBezTo>
                  <a:pt x="32" y="136"/>
                  <a:pt x="32" y="136"/>
                  <a:pt x="32" y="136"/>
                </a:cubicBezTo>
                <a:cubicBezTo>
                  <a:pt x="32" y="232"/>
                  <a:pt x="32" y="232"/>
                  <a:pt x="3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14"/>
          <p:cNvSpPr/>
          <p:nvPr/>
        </p:nvSpPr>
        <p:spPr>
          <a:xfrm>
            <a:off x="1155700" y="1622425"/>
            <a:ext cx="323850" cy="350838"/>
          </a:xfrm>
          <a:custGeom>
            <a:rect b="b" l="l" r="r" t="t"/>
            <a:pathLst>
              <a:path extrusionOk="0" h="216" w="200">
                <a:moveTo>
                  <a:pt x="197" y="104"/>
                </a:moveTo>
                <a:cubicBezTo>
                  <a:pt x="197" y="104"/>
                  <a:pt x="197" y="104"/>
                  <a:pt x="197" y="104"/>
                </a:cubicBezTo>
                <a:cubicBezTo>
                  <a:pt x="196" y="105"/>
                  <a:pt x="196" y="105"/>
                  <a:pt x="196" y="105"/>
                </a:cubicBezTo>
                <a:cubicBezTo>
                  <a:pt x="100" y="12"/>
                  <a:pt x="100" y="12"/>
                  <a:pt x="100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12" y="12"/>
                  <a:pt x="12" y="12"/>
                  <a:pt x="12" y="12"/>
                </a:cubicBezTo>
                <a:cubicBezTo>
                  <a:pt x="12" y="5"/>
                  <a:pt x="17" y="0"/>
                  <a:pt x="2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3" y="0"/>
                  <a:pt x="106" y="1"/>
                  <a:pt x="109" y="4"/>
                </a:cubicBezTo>
                <a:cubicBezTo>
                  <a:pt x="176" y="68"/>
                  <a:pt x="176" y="68"/>
                  <a:pt x="176" y="68"/>
                </a:cubicBezTo>
                <a:cubicBezTo>
                  <a:pt x="176" y="68"/>
                  <a:pt x="176" y="68"/>
                  <a:pt x="176" y="68"/>
                </a:cubicBezTo>
                <a:cubicBezTo>
                  <a:pt x="196" y="87"/>
                  <a:pt x="196" y="87"/>
                  <a:pt x="196" y="87"/>
                </a:cubicBezTo>
                <a:cubicBezTo>
                  <a:pt x="199" y="90"/>
                  <a:pt x="200" y="93"/>
                  <a:pt x="200" y="96"/>
                </a:cubicBezTo>
                <a:cubicBezTo>
                  <a:pt x="200" y="99"/>
                  <a:pt x="199" y="102"/>
                  <a:pt x="197" y="104"/>
                </a:cubicBezTo>
                <a:moveTo>
                  <a:pt x="88" y="24"/>
                </a:moveTo>
                <a:cubicBezTo>
                  <a:pt x="88" y="24"/>
                  <a:pt x="88" y="24"/>
                  <a:pt x="88" y="24"/>
                </a:cubicBezTo>
                <a:cubicBezTo>
                  <a:pt x="88" y="24"/>
                  <a:pt x="88" y="24"/>
                  <a:pt x="88" y="24"/>
                </a:cubicBezTo>
                <a:cubicBezTo>
                  <a:pt x="91" y="24"/>
                  <a:pt x="94" y="25"/>
                  <a:pt x="97" y="28"/>
                </a:cubicBezTo>
                <a:cubicBezTo>
                  <a:pt x="188" y="115"/>
                  <a:pt x="188" y="115"/>
                  <a:pt x="188" y="115"/>
                </a:cubicBezTo>
                <a:cubicBezTo>
                  <a:pt x="190" y="117"/>
                  <a:pt x="191" y="119"/>
                  <a:pt x="192" y="122"/>
                </a:cubicBezTo>
                <a:cubicBezTo>
                  <a:pt x="192" y="122"/>
                  <a:pt x="192" y="122"/>
                  <a:pt x="192" y="122"/>
                </a:cubicBezTo>
                <a:cubicBezTo>
                  <a:pt x="192" y="122"/>
                  <a:pt x="192" y="122"/>
                  <a:pt x="192" y="123"/>
                </a:cubicBezTo>
                <a:cubicBezTo>
                  <a:pt x="192" y="123"/>
                  <a:pt x="192" y="123"/>
                  <a:pt x="192" y="123"/>
                </a:cubicBezTo>
                <a:cubicBezTo>
                  <a:pt x="192" y="123"/>
                  <a:pt x="192" y="123"/>
                  <a:pt x="192" y="124"/>
                </a:cubicBezTo>
                <a:cubicBezTo>
                  <a:pt x="192" y="124"/>
                  <a:pt x="192" y="124"/>
                  <a:pt x="192" y="124"/>
                </a:cubicBezTo>
                <a:cubicBezTo>
                  <a:pt x="192" y="127"/>
                  <a:pt x="191" y="130"/>
                  <a:pt x="189" y="132"/>
                </a:cubicBezTo>
                <a:cubicBezTo>
                  <a:pt x="189" y="132"/>
                  <a:pt x="189" y="132"/>
                  <a:pt x="189" y="132"/>
                </a:cubicBezTo>
                <a:cubicBezTo>
                  <a:pt x="121" y="212"/>
                  <a:pt x="121" y="212"/>
                  <a:pt x="121" y="212"/>
                </a:cubicBezTo>
                <a:cubicBezTo>
                  <a:pt x="121" y="212"/>
                  <a:pt x="121" y="212"/>
                  <a:pt x="121" y="212"/>
                </a:cubicBezTo>
                <a:cubicBezTo>
                  <a:pt x="119" y="214"/>
                  <a:pt x="116" y="216"/>
                  <a:pt x="112" y="216"/>
                </a:cubicBezTo>
                <a:cubicBezTo>
                  <a:pt x="112" y="216"/>
                  <a:pt x="111" y="216"/>
                  <a:pt x="111" y="216"/>
                </a:cubicBezTo>
                <a:cubicBezTo>
                  <a:pt x="111" y="216"/>
                  <a:pt x="110" y="216"/>
                  <a:pt x="110" y="216"/>
                </a:cubicBezTo>
                <a:cubicBezTo>
                  <a:pt x="110" y="216"/>
                  <a:pt x="110" y="216"/>
                  <a:pt x="110" y="216"/>
                </a:cubicBezTo>
                <a:cubicBezTo>
                  <a:pt x="108" y="215"/>
                  <a:pt x="106" y="214"/>
                  <a:pt x="104" y="213"/>
                </a:cubicBezTo>
                <a:cubicBezTo>
                  <a:pt x="104" y="213"/>
                  <a:pt x="104" y="213"/>
                  <a:pt x="104" y="213"/>
                </a:cubicBezTo>
                <a:cubicBezTo>
                  <a:pt x="4" y="121"/>
                  <a:pt x="4" y="121"/>
                  <a:pt x="4" y="121"/>
                </a:cubicBezTo>
                <a:cubicBezTo>
                  <a:pt x="4" y="121"/>
                  <a:pt x="4" y="121"/>
                  <a:pt x="4" y="121"/>
                </a:cubicBezTo>
                <a:cubicBezTo>
                  <a:pt x="2" y="119"/>
                  <a:pt x="0" y="116"/>
                  <a:pt x="0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12" y="24"/>
                  <a:pt x="12" y="24"/>
                  <a:pt x="12" y="24"/>
                </a:cubicBezTo>
                <a:lnTo>
                  <a:pt x="88" y="24"/>
                </a:lnTo>
                <a:close/>
                <a:moveTo>
                  <a:pt x="32" y="72"/>
                </a:moveTo>
                <a:cubicBezTo>
                  <a:pt x="41" y="72"/>
                  <a:pt x="48" y="65"/>
                  <a:pt x="48" y="56"/>
                </a:cubicBezTo>
                <a:cubicBezTo>
                  <a:pt x="48" y="47"/>
                  <a:pt x="41" y="40"/>
                  <a:pt x="32" y="40"/>
                </a:cubicBezTo>
                <a:cubicBezTo>
                  <a:pt x="23" y="40"/>
                  <a:pt x="16" y="47"/>
                  <a:pt x="16" y="56"/>
                </a:cubicBezTo>
                <a:cubicBezTo>
                  <a:pt x="16" y="65"/>
                  <a:pt x="23" y="72"/>
                  <a:pt x="32" y="7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0" name="Google Shape;3400;p14"/>
          <p:cNvSpPr/>
          <p:nvPr/>
        </p:nvSpPr>
        <p:spPr>
          <a:xfrm>
            <a:off x="433388" y="1641475"/>
            <a:ext cx="312737" cy="312738"/>
          </a:xfrm>
          <a:custGeom>
            <a:rect b="b" l="l" r="r" t="t"/>
            <a:pathLst>
              <a:path extrusionOk="0" h="192" w="192">
                <a:moveTo>
                  <a:pt x="192" y="98"/>
                </a:moveTo>
                <a:cubicBezTo>
                  <a:pt x="192" y="98"/>
                  <a:pt x="192" y="98"/>
                  <a:pt x="192" y="98"/>
                </a:cubicBezTo>
                <a:cubicBezTo>
                  <a:pt x="192" y="98"/>
                  <a:pt x="192" y="98"/>
                  <a:pt x="192" y="99"/>
                </a:cubicBezTo>
                <a:cubicBezTo>
                  <a:pt x="192" y="99"/>
                  <a:pt x="192" y="99"/>
                  <a:pt x="192" y="99"/>
                </a:cubicBezTo>
                <a:cubicBezTo>
                  <a:pt x="192" y="99"/>
                  <a:pt x="192" y="99"/>
                  <a:pt x="192" y="100"/>
                </a:cubicBezTo>
                <a:cubicBezTo>
                  <a:pt x="192" y="100"/>
                  <a:pt x="192" y="100"/>
                  <a:pt x="192" y="100"/>
                </a:cubicBezTo>
                <a:cubicBezTo>
                  <a:pt x="192" y="103"/>
                  <a:pt x="191" y="106"/>
                  <a:pt x="189" y="108"/>
                </a:cubicBezTo>
                <a:cubicBezTo>
                  <a:pt x="189" y="108"/>
                  <a:pt x="189" y="108"/>
                  <a:pt x="189" y="108"/>
                </a:cubicBezTo>
                <a:cubicBezTo>
                  <a:pt x="121" y="188"/>
                  <a:pt x="121" y="188"/>
                  <a:pt x="121" y="188"/>
                </a:cubicBezTo>
                <a:cubicBezTo>
                  <a:pt x="121" y="188"/>
                  <a:pt x="121" y="188"/>
                  <a:pt x="121" y="188"/>
                </a:cubicBezTo>
                <a:cubicBezTo>
                  <a:pt x="119" y="190"/>
                  <a:pt x="116" y="192"/>
                  <a:pt x="112" y="192"/>
                </a:cubicBezTo>
                <a:cubicBezTo>
                  <a:pt x="112" y="192"/>
                  <a:pt x="111" y="192"/>
                  <a:pt x="111" y="192"/>
                </a:cubicBezTo>
                <a:cubicBezTo>
                  <a:pt x="111" y="192"/>
                  <a:pt x="110" y="192"/>
                  <a:pt x="110" y="192"/>
                </a:cubicBezTo>
                <a:cubicBezTo>
                  <a:pt x="110" y="192"/>
                  <a:pt x="110" y="192"/>
                  <a:pt x="110" y="192"/>
                </a:cubicBezTo>
                <a:cubicBezTo>
                  <a:pt x="108" y="191"/>
                  <a:pt x="106" y="190"/>
                  <a:pt x="104" y="189"/>
                </a:cubicBezTo>
                <a:cubicBezTo>
                  <a:pt x="104" y="189"/>
                  <a:pt x="104" y="189"/>
                  <a:pt x="104" y="189"/>
                </a:cubicBezTo>
                <a:cubicBezTo>
                  <a:pt x="4" y="97"/>
                  <a:pt x="4" y="97"/>
                  <a:pt x="4" y="97"/>
                </a:cubicBezTo>
                <a:cubicBezTo>
                  <a:pt x="4" y="97"/>
                  <a:pt x="4" y="97"/>
                  <a:pt x="4" y="97"/>
                </a:cubicBezTo>
                <a:cubicBezTo>
                  <a:pt x="2" y="95"/>
                  <a:pt x="0" y="92"/>
                  <a:pt x="0" y="88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88" y="0"/>
                  <a:pt x="88" y="0"/>
                  <a:pt x="88" y="0"/>
                </a:cubicBezTo>
                <a:cubicBezTo>
                  <a:pt x="91" y="0"/>
                  <a:pt x="94" y="1"/>
                  <a:pt x="97" y="4"/>
                </a:cubicBezTo>
                <a:cubicBezTo>
                  <a:pt x="188" y="91"/>
                  <a:pt x="188" y="91"/>
                  <a:pt x="188" y="91"/>
                </a:cubicBezTo>
                <a:cubicBezTo>
                  <a:pt x="190" y="93"/>
                  <a:pt x="191" y="95"/>
                  <a:pt x="192" y="98"/>
                </a:cubicBezTo>
                <a:moveTo>
                  <a:pt x="32" y="16"/>
                </a:moveTo>
                <a:cubicBezTo>
                  <a:pt x="23" y="16"/>
                  <a:pt x="16" y="23"/>
                  <a:pt x="16" y="32"/>
                </a:cubicBezTo>
                <a:cubicBezTo>
                  <a:pt x="16" y="41"/>
                  <a:pt x="23" y="48"/>
                  <a:pt x="32" y="48"/>
                </a:cubicBezTo>
                <a:cubicBezTo>
                  <a:pt x="41" y="48"/>
                  <a:pt x="48" y="41"/>
                  <a:pt x="48" y="32"/>
                </a:cubicBezTo>
                <a:cubicBezTo>
                  <a:pt x="48" y="23"/>
                  <a:pt x="41" y="16"/>
                  <a:pt x="32" y="16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14"/>
          <p:cNvSpPr/>
          <p:nvPr/>
        </p:nvSpPr>
        <p:spPr>
          <a:xfrm>
            <a:off x="8394700" y="893763"/>
            <a:ext cx="415925" cy="350837"/>
          </a:xfrm>
          <a:custGeom>
            <a:rect b="b" l="l" r="r" t="t"/>
            <a:pathLst>
              <a:path extrusionOk="0" h="216" w="25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92"/>
                </a:moveTo>
                <a:cubicBezTo>
                  <a:pt x="221" y="84"/>
                  <a:pt x="221" y="84"/>
                  <a:pt x="221" y="84"/>
                </a:cubicBezTo>
                <a:cubicBezTo>
                  <a:pt x="228" y="76"/>
                  <a:pt x="228" y="76"/>
                  <a:pt x="228" y="76"/>
                </a:cubicBezTo>
                <a:cubicBezTo>
                  <a:pt x="231" y="74"/>
                  <a:pt x="232" y="71"/>
                  <a:pt x="232" y="68"/>
                </a:cubicBezTo>
                <a:cubicBezTo>
                  <a:pt x="232" y="61"/>
                  <a:pt x="227" y="56"/>
                  <a:pt x="220" y="56"/>
                </a:cubicBezTo>
                <a:cubicBezTo>
                  <a:pt x="217" y="56"/>
                  <a:pt x="214" y="57"/>
                  <a:pt x="212" y="60"/>
                </a:cubicBezTo>
                <a:cubicBezTo>
                  <a:pt x="204" y="67"/>
                  <a:pt x="204" y="67"/>
                  <a:pt x="204" y="67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194" y="57"/>
                  <a:pt x="191" y="56"/>
                  <a:pt x="188" y="56"/>
                </a:cubicBezTo>
                <a:cubicBezTo>
                  <a:pt x="181" y="56"/>
                  <a:pt x="176" y="61"/>
                  <a:pt x="176" y="68"/>
                </a:cubicBezTo>
                <a:cubicBezTo>
                  <a:pt x="176" y="71"/>
                  <a:pt x="177" y="74"/>
                  <a:pt x="180" y="76"/>
                </a:cubicBezTo>
                <a:cubicBezTo>
                  <a:pt x="187" y="84"/>
                  <a:pt x="187" y="84"/>
                  <a:pt x="187" y="84"/>
                </a:cubicBezTo>
                <a:cubicBezTo>
                  <a:pt x="180" y="92"/>
                  <a:pt x="180" y="92"/>
                  <a:pt x="180" y="92"/>
                </a:cubicBezTo>
                <a:cubicBezTo>
                  <a:pt x="177" y="94"/>
                  <a:pt x="176" y="97"/>
                  <a:pt x="176" y="100"/>
                </a:cubicBezTo>
                <a:cubicBezTo>
                  <a:pt x="176" y="107"/>
                  <a:pt x="181" y="112"/>
                  <a:pt x="188" y="112"/>
                </a:cubicBezTo>
                <a:cubicBezTo>
                  <a:pt x="191" y="112"/>
                  <a:pt x="194" y="111"/>
                  <a:pt x="196" y="108"/>
                </a:cubicBezTo>
                <a:cubicBezTo>
                  <a:pt x="204" y="101"/>
                  <a:pt x="204" y="101"/>
                  <a:pt x="204" y="101"/>
                </a:cubicBezTo>
                <a:cubicBezTo>
                  <a:pt x="212" y="108"/>
                  <a:pt x="212" y="108"/>
                  <a:pt x="212" y="108"/>
                </a:cubicBezTo>
                <a:cubicBezTo>
                  <a:pt x="214" y="111"/>
                  <a:pt x="217" y="112"/>
                  <a:pt x="220" y="112"/>
                </a:cubicBezTo>
                <a:cubicBezTo>
                  <a:pt x="227" y="112"/>
                  <a:pt x="232" y="107"/>
                  <a:pt x="232" y="100"/>
                </a:cubicBezTo>
                <a:cubicBezTo>
                  <a:pt x="232" y="97"/>
                  <a:pt x="231" y="94"/>
                  <a:pt x="228" y="92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2" name="Google Shape;3402;p14"/>
          <p:cNvSpPr/>
          <p:nvPr/>
        </p:nvSpPr>
        <p:spPr>
          <a:xfrm>
            <a:off x="7666038" y="893763"/>
            <a:ext cx="415925" cy="350837"/>
          </a:xfrm>
          <a:custGeom>
            <a:rect b="b" l="l" r="r" t="t"/>
            <a:pathLst>
              <a:path extrusionOk="0" h="216" w="25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60"/>
                </a:moveTo>
                <a:cubicBezTo>
                  <a:pt x="225" y="60"/>
                  <a:pt x="222" y="61"/>
                  <a:pt x="220" y="64"/>
                </a:cubicBezTo>
                <a:cubicBezTo>
                  <a:pt x="196" y="87"/>
                  <a:pt x="196" y="87"/>
                  <a:pt x="196" y="87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86" y="77"/>
                  <a:pt x="183" y="76"/>
                  <a:pt x="180" y="76"/>
                </a:cubicBezTo>
                <a:cubicBezTo>
                  <a:pt x="173" y="76"/>
                  <a:pt x="168" y="81"/>
                  <a:pt x="168" y="88"/>
                </a:cubicBezTo>
                <a:cubicBezTo>
                  <a:pt x="168" y="91"/>
                  <a:pt x="169" y="94"/>
                  <a:pt x="172" y="96"/>
                </a:cubicBezTo>
                <a:cubicBezTo>
                  <a:pt x="188" y="112"/>
                  <a:pt x="188" y="112"/>
                  <a:pt x="188" y="112"/>
                </a:cubicBezTo>
                <a:cubicBezTo>
                  <a:pt x="190" y="115"/>
                  <a:pt x="193" y="116"/>
                  <a:pt x="196" y="116"/>
                </a:cubicBezTo>
                <a:cubicBezTo>
                  <a:pt x="199" y="116"/>
                  <a:pt x="202" y="115"/>
                  <a:pt x="204" y="112"/>
                </a:cubicBezTo>
                <a:cubicBezTo>
                  <a:pt x="236" y="80"/>
                  <a:pt x="236" y="80"/>
                  <a:pt x="236" y="80"/>
                </a:cubicBezTo>
                <a:cubicBezTo>
                  <a:pt x="239" y="78"/>
                  <a:pt x="240" y="75"/>
                  <a:pt x="240" y="72"/>
                </a:cubicBezTo>
                <a:cubicBezTo>
                  <a:pt x="240" y="65"/>
                  <a:pt x="235" y="60"/>
                  <a:pt x="228" y="60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3" name="Google Shape;3403;p14"/>
          <p:cNvSpPr/>
          <p:nvPr/>
        </p:nvSpPr>
        <p:spPr>
          <a:xfrm>
            <a:off x="6937375" y="893763"/>
            <a:ext cx="415925" cy="350837"/>
          </a:xfrm>
          <a:custGeom>
            <a:rect b="b" l="l" r="r" t="t"/>
            <a:pathLst>
              <a:path extrusionOk="0" h="216" w="25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72"/>
                </a:moveTo>
                <a:cubicBezTo>
                  <a:pt x="180" y="72"/>
                  <a:pt x="180" y="72"/>
                  <a:pt x="180" y="72"/>
                </a:cubicBezTo>
                <a:cubicBezTo>
                  <a:pt x="173" y="72"/>
                  <a:pt x="168" y="77"/>
                  <a:pt x="168" y="84"/>
                </a:cubicBezTo>
                <a:cubicBezTo>
                  <a:pt x="168" y="91"/>
                  <a:pt x="173" y="96"/>
                  <a:pt x="180" y="96"/>
                </a:cubicBezTo>
                <a:cubicBezTo>
                  <a:pt x="228" y="96"/>
                  <a:pt x="228" y="96"/>
                  <a:pt x="228" y="96"/>
                </a:cubicBezTo>
                <a:cubicBezTo>
                  <a:pt x="235" y="96"/>
                  <a:pt x="240" y="91"/>
                  <a:pt x="240" y="84"/>
                </a:cubicBezTo>
                <a:cubicBezTo>
                  <a:pt x="240" y="77"/>
                  <a:pt x="235" y="72"/>
                  <a:pt x="228" y="72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14"/>
          <p:cNvSpPr/>
          <p:nvPr/>
        </p:nvSpPr>
        <p:spPr>
          <a:xfrm>
            <a:off x="6208713" y="893763"/>
            <a:ext cx="415925" cy="350837"/>
          </a:xfrm>
          <a:custGeom>
            <a:rect b="b" l="l" r="r" t="t"/>
            <a:pathLst>
              <a:path extrusionOk="0" h="216" w="256">
                <a:moveTo>
                  <a:pt x="204" y="136"/>
                </a:moveTo>
                <a:cubicBezTo>
                  <a:pt x="175" y="136"/>
                  <a:pt x="152" y="113"/>
                  <a:pt x="152" y="84"/>
                </a:cubicBezTo>
                <a:cubicBezTo>
                  <a:pt x="152" y="55"/>
                  <a:pt x="175" y="32"/>
                  <a:pt x="204" y="32"/>
                </a:cubicBezTo>
                <a:cubicBezTo>
                  <a:pt x="233" y="32"/>
                  <a:pt x="256" y="55"/>
                  <a:pt x="256" y="84"/>
                </a:cubicBezTo>
                <a:cubicBezTo>
                  <a:pt x="256" y="113"/>
                  <a:pt x="233" y="136"/>
                  <a:pt x="204" y="136"/>
                </a:cubicBezTo>
                <a:moveTo>
                  <a:pt x="228" y="72"/>
                </a:moveTo>
                <a:cubicBezTo>
                  <a:pt x="216" y="72"/>
                  <a:pt x="216" y="72"/>
                  <a:pt x="216" y="72"/>
                </a:cubicBezTo>
                <a:cubicBezTo>
                  <a:pt x="216" y="60"/>
                  <a:pt x="216" y="60"/>
                  <a:pt x="216" y="60"/>
                </a:cubicBezTo>
                <a:cubicBezTo>
                  <a:pt x="216" y="53"/>
                  <a:pt x="211" y="48"/>
                  <a:pt x="204" y="48"/>
                </a:cubicBezTo>
                <a:cubicBezTo>
                  <a:pt x="197" y="48"/>
                  <a:pt x="192" y="53"/>
                  <a:pt x="192" y="60"/>
                </a:cubicBezTo>
                <a:cubicBezTo>
                  <a:pt x="192" y="72"/>
                  <a:pt x="192" y="72"/>
                  <a:pt x="192" y="72"/>
                </a:cubicBezTo>
                <a:cubicBezTo>
                  <a:pt x="180" y="72"/>
                  <a:pt x="180" y="72"/>
                  <a:pt x="180" y="72"/>
                </a:cubicBezTo>
                <a:cubicBezTo>
                  <a:pt x="173" y="72"/>
                  <a:pt x="168" y="77"/>
                  <a:pt x="168" y="84"/>
                </a:cubicBezTo>
                <a:cubicBezTo>
                  <a:pt x="168" y="91"/>
                  <a:pt x="173" y="96"/>
                  <a:pt x="180" y="96"/>
                </a:cubicBezTo>
                <a:cubicBezTo>
                  <a:pt x="192" y="96"/>
                  <a:pt x="192" y="96"/>
                  <a:pt x="192" y="96"/>
                </a:cubicBezTo>
                <a:cubicBezTo>
                  <a:pt x="192" y="108"/>
                  <a:pt x="192" y="108"/>
                  <a:pt x="192" y="108"/>
                </a:cubicBezTo>
                <a:cubicBezTo>
                  <a:pt x="192" y="115"/>
                  <a:pt x="197" y="120"/>
                  <a:pt x="204" y="120"/>
                </a:cubicBezTo>
                <a:cubicBezTo>
                  <a:pt x="211" y="120"/>
                  <a:pt x="216" y="115"/>
                  <a:pt x="216" y="108"/>
                </a:cubicBezTo>
                <a:cubicBezTo>
                  <a:pt x="216" y="96"/>
                  <a:pt x="216" y="96"/>
                  <a:pt x="216" y="96"/>
                </a:cubicBezTo>
                <a:cubicBezTo>
                  <a:pt x="228" y="96"/>
                  <a:pt x="228" y="96"/>
                  <a:pt x="228" y="96"/>
                </a:cubicBezTo>
                <a:cubicBezTo>
                  <a:pt x="235" y="96"/>
                  <a:pt x="240" y="91"/>
                  <a:pt x="240" y="84"/>
                </a:cubicBezTo>
                <a:cubicBezTo>
                  <a:pt x="240" y="77"/>
                  <a:pt x="235" y="72"/>
                  <a:pt x="228" y="72"/>
                </a:cubicBezTo>
                <a:moveTo>
                  <a:pt x="155" y="43"/>
                </a:moveTo>
                <a:cubicBezTo>
                  <a:pt x="142" y="18"/>
                  <a:pt x="142" y="18"/>
                  <a:pt x="142" y="18"/>
                </a:cubicBez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74" y="28"/>
                  <a:pt x="174" y="28"/>
                  <a:pt x="174" y="28"/>
                </a:cubicBezTo>
                <a:cubicBezTo>
                  <a:pt x="167" y="31"/>
                  <a:pt x="160" y="37"/>
                  <a:pt x="155" y="43"/>
                </a:cubicBezTo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  <a:moveTo>
                  <a:pt x="98" y="80"/>
                </a:moveTo>
                <a:cubicBezTo>
                  <a:pt x="140" y="80"/>
                  <a:pt x="140" y="80"/>
                  <a:pt x="140" y="80"/>
                </a:cubicBezTo>
                <a:cubicBezTo>
                  <a:pt x="140" y="81"/>
                  <a:pt x="140" y="83"/>
                  <a:pt x="140" y="84"/>
                </a:cubicBezTo>
                <a:cubicBezTo>
                  <a:pt x="140" y="104"/>
                  <a:pt x="149" y="122"/>
                  <a:pt x="164" y="134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cubicBezTo>
                  <a:pt x="188" y="146"/>
                  <a:pt x="188" y="146"/>
                  <a:pt x="188" y="146"/>
                </a:cubicBezTo>
                <a:cubicBezTo>
                  <a:pt x="193" y="147"/>
                  <a:pt x="198" y="148"/>
                  <a:pt x="204" y="148"/>
                </a:cubicBezTo>
                <a:cubicBezTo>
                  <a:pt x="211" y="148"/>
                  <a:pt x="217" y="147"/>
                  <a:pt x="223" y="145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lose/>
                <a:moveTo>
                  <a:pt x="116" y="180"/>
                </a:move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lnTo>
                  <a:pt x="116" y="180"/>
                </a:lnTo>
                <a:close/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14"/>
          <p:cNvSpPr/>
          <p:nvPr/>
        </p:nvSpPr>
        <p:spPr>
          <a:xfrm>
            <a:off x="5480050" y="893763"/>
            <a:ext cx="415925" cy="350837"/>
          </a:xfrm>
          <a:custGeom>
            <a:rect b="b" l="l" r="r" t="t"/>
            <a:pathLst>
              <a:path extrusionOk="0" h="216" w="256">
                <a:moveTo>
                  <a:pt x="256" y="90"/>
                </a:moveTo>
                <a:cubicBezTo>
                  <a:pt x="256" y="91"/>
                  <a:pt x="256" y="91"/>
                  <a:pt x="256" y="91"/>
                </a:cubicBezTo>
                <a:cubicBezTo>
                  <a:pt x="256" y="91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2"/>
                  <a:pt x="256" y="92"/>
                  <a:pt x="256" y="92"/>
                </a:cubicBezTo>
                <a:cubicBezTo>
                  <a:pt x="256" y="99"/>
                  <a:pt x="251" y="104"/>
                  <a:pt x="244" y="104"/>
                </a:cubicBezTo>
                <a:cubicBezTo>
                  <a:pt x="233" y="104"/>
                  <a:pt x="233" y="104"/>
                  <a:pt x="233" y="104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8" y="207"/>
                  <a:pt x="208" y="207"/>
                  <a:pt x="208" y="207"/>
                </a:cubicBezTo>
                <a:cubicBezTo>
                  <a:pt x="206" y="212"/>
                  <a:pt x="202" y="216"/>
                  <a:pt x="196" y="216"/>
                </a:cubicBezTo>
                <a:cubicBezTo>
                  <a:pt x="194" y="216"/>
                  <a:pt x="194" y="216"/>
                  <a:pt x="194" y="216"/>
                </a:cubicBezTo>
                <a:cubicBezTo>
                  <a:pt x="191" y="216"/>
                  <a:pt x="191" y="216"/>
                  <a:pt x="191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60" y="216"/>
                  <a:pt x="60" y="216"/>
                  <a:pt x="60" y="216"/>
                </a:cubicBezTo>
                <a:cubicBezTo>
                  <a:pt x="54" y="216"/>
                  <a:pt x="50" y="212"/>
                  <a:pt x="48" y="207"/>
                </a:cubicBezTo>
                <a:cubicBezTo>
                  <a:pt x="48" y="207"/>
                  <a:pt x="48" y="207"/>
                  <a:pt x="48" y="207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8" y="80"/>
                  <a:pt x="58" y="80"/>
                  <a:pt x="5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98" y="80"/>
                  <a:pt x="98" y="80"/>
                  <a:pt x="98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48" y="80"/>
                  <a:pt x="148" y="80"/>
                  <a:pt x="148" y="80"/>
                </a:cubicBezTo>
                <a:cubicBezTo>
                  <a:pt x="178" y="80"/>
                  <a:pt x="178" y="80"/>
                  <a:pt x="178" y="80"/>
                </a:cubicBezTo>
                <a:cubicBezTo>
                  <a:pt x="179" y="80"/>
                  <a:pt x="179" y="80"/>
                  <a:pt x="179" y="80"/>
                </a:cubicBezTo>
                <a:cubicBezTo>
                  <a:pt x="196" y="80"/>
                  <a:pt x="196" y="80"/>
                  <a:pt x="196" y="80"/>
                </a:cubicBezTo>
                <a:cubicBezTo>
                  <a:pt x="198" y="80"/>
                  <a:pt x="198" y="80"/>
                  <a:pt x="198" y="80"/>
                </a:cubicBezTo>
                <a:cubicBezTo>
                  <a:pt x="244" y="80"/>
                  <a:pt x="244" y="80"/>
                  <a:pt x="244" y="80"/>
                </a:cubicBezTo>
                <a:cubicBezTo>
                  <a:pt x="244" y="80"/>
                  <a:pt x="244" y="80"/>
                  <a:pt x="244" y="80"/>
                </a:cubicBezTo>
                <a:cubicBezTo>
                  <a:pt x="245" y="80"/>
                  <a:pt x="245" y="80"/>
                  <a:pt x="245" y="80"/>
                </a:cubicBezTo>
                <a:cubicBezTo>
                  <a:pt x="251" y="80"/>
                  <a:pt x="255" y="85"/>
                  <a:pt x="256" y="90"/>
                </a:cubicBezTo>
                <a:cubicBezTo>
                  <a:pt x="256" y="90"/>
                  <a:pt x="256" y="90"/>
                  <a:pt x="256" y="90"/>
                </a:cubicBezTo>
                <a:moveTo>
                  <a:pt x="92" y="116"/>
                </a:moveTo>
                <a:cubicBezTo>
                  <a:pt x="92" y="109"/>
                  <a:pt x="87" y="104"/>
                  <a:pt x="80" y="104"/>
                </a:cubicBezTo>
                <a:cubicBezTo>
                  <a:pt x="73" y="104"/>
                  <a:pt x="68" y="109"/>
                  <a:pt x="68" y="116"/>
                </a:cubicBezTo>
                <a:cubicBezTo>
                  <a:pt x="68" y="180"/>
                  <a:pt x="68" y="180"/>
                  <a:pt x="68" y="180"/>
                </a:cubicBezTo>
                <a:cubicBezTo>
                  <a:pt x="68" y="187"/>
                  <a:pt x="73" y="192"/>
                  <a:pt x="80" y="192"/>
                </a:cubicBezTo>
                <a:cubicBezTo>
                  <a:pt x="87" y="192"/>
                  <a:pt x="92" y="187"/>
                  <a:pt x="92" y="180"/>
                </a:cubicBezTo>
                <a:lnTo>
                  <a:pt x="92" y="116"/>
                </a:lnTo>
                <a:close/>
                <a:moveTo>
                  <a:pt x="140" y="116"/>
                </a:moveTo>
                <a:cubicBezTo>
                  <a:pt x="140" y="109"/>
                  <a:pt x="135" y="104"/>
                  <a:pt x="128" y="104"/>
                </a:cubicBezTo>
                <a:cubicBezTo>
                  <a:pt x="121" y="104"/>
                  <a:pt x="116" y="109"/>
                  <a:pt x="116" y="116"/>
                </a:cubicBezTo>
                <a:cubicBezTo>
                  <a:pt x="116" y="180"/>
                  <a:pt x="116" y="180"/>
                  <a:pt x="116" y="180"/>
                </a:cubicBezTo>
                <a:cubicBezTo>
                  <a:pt x="116" y="187"/>
                  <a:pt x="121" y="192"/>
                  <a:pt x="128" y="192"/>
                </a:cubicBezTo>
                <a:cubicBezTo>
                  <a:pt x="135" y="192"/>
                  <a:pt x="140" y="187"/>
                  <a:pt x="140" y="180"/>
                </a:cubicBezTo>
                <a:lnTo>
                  <a:pt x="140" y="116"/>
                </a:lnTo>
                <a:close/>
                <a:moveTo>
                  <a:pt x="188" y="116"/>
                </a:moveTo>
                <a:cubicBezTo>
                  <a:pt x="188" y="109"/>
                  <a:pt x="183" y="104"/>
                  <a:pt x="176" y="104"/>
                </a:cubicBezTo>
                <a:cubicBezTo>
                  <a:pt x="169" y="104"/>
                  <a:pt x="164" y="109"/>
                  <a:pt x="164" y="116"/>
                </a:cubicBezTo>
                <a:cubicBezTo>
                  <a:pt x="164" y="180"/>
                  <a:pt x="164" y="180"/>
                  <a:pt x="164" y="180"/>
                </a:cubicBezTo>
                <a:cubicBezTo>
                  <a:pt x="164" y="187"/>
                  <a:pt x="169" y="192"/>
                  <a:pt x="176" y="192"/>
                </a:cubicBezTo>
                <a:cubicBezTo>
                  <a:pt x="183" y="192"/>
                  <a:pt x="188" y="187"/>
                  <a:pt x="188" y="180"/>
                </a:cubicBezTo>
                <a:lnTo>
                  <a:pt x="188" y="116"/>
                </a:lnTo>
                <a:close/>
                <a:moveTo>
                  <a:pt x="142" y="18"/>
                </a:moveTo>
                <a:cubicBezTo>
                  <a:pt x="142" y="18"/>
                  <a:pt x="142" y="18"/>
                  <a:pt x="142" y="18"/>
                </a:cubicBezTo>
                <a:cubicBezTo>
                  <a:pt x="141" y="16"/>
                  <a:pt x="140" y="14"/>
                  <a:pt x="140" y="12"/>
                </a:cubicBezTo>
                <a:cubicBezTo>
                  <a:pt x="140" y="5"/>
                  <a:pt x="145" y="0"/>
                  <a:pt x="152" y="0"/>
                </a:cubicBezTo>
                <a:cubicBezTo>
                  <a:pt x="157" y="0"/>
                  <a:pt x="161" y="3"/>
                  <a:pt x="163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95" y="68"/>
                  <a:pt x="195" y="68"/>
                  <a:pt x="195" y="68"/>
                </a:cubicBezTo>
                <a:cubicBezTo>
                  <a:pt x="168" y="68"/>
                  <a:pt x="168" y="68"/>
                  <a:pt x="168" y="68"/>
                </a:cubicBezTo>
                <a:lnTo>
                  <a:pt x="142" y="18"/>
                </a:lnTo>
                <a:close/>
                <a:moveTo>
                  <a:pt x="114" y="18"/>
                </a:moveTo>
                <a:cubicBezTo>
                  <a:pt x="88" y="68"/>
                  <a:pt x="88" y="68"/>
                  <a:pt x="88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93" y="7"/>
                  <a:pt x="93" y="7"/>
                  <a:pt x="93" y="7"/>
                </a:cubicBezTo>
                <a:cubicBezTo>
                  <a:pt x="93" y="7"/>
                  <a:pt x="93" y="7"/>
                  <a:pt x="93" y="7"/>
                </a:cubicBezTo>
                <a:cubicBezTo>
                  <a:pt x="95" y="3"/>
                  <a:pt x="99" y="0"/>
                  <a:pt x="104" y="0"/>
                </a:cubicBezTo>
                <a:cubicBezTo>
                  <a:pt x="111" y="0"/>
                  <a:pt x="116" y="5"/>
                  <a:pt x="116" y="12"/>
                </a:cubicBezTo>
                <a:cubicBezTo>
                  <a:pt x="116" y="14"/>
                  <a:pt x="115" y="16"/>
                  <a:pt x="114" y="1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14"/>
          <p:cNvSpPr/>
          <p:nvPr/>
        </p:nvSpPr>
        <p:spPr>
          <a:xfrm>
            <a:off x="4791075" y="860425"/>
            <a:ext cx="338138" cy="415925"/>
          </a:xfrm>
          <a:custGeom>
            <a:rect b="b" l="l" r="r" t="t"/>
            <a:pathLst>
              <a:path extrusionOk="0" h="256" w="208">
                <a:moveTo>
                  <a:pt x="196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232"/>
                  <a:pt x="0" y="232"/>
                  <a:pt x="0" y="232"/>
                </a:cubicBezTo>
                <a:cubicBezTo>
                  <a:pt x="208" y="232"/>
                  <a:pt x="208" y="232"/>
                  <a:pt x="208" y="232"/>
                </a:cubicBezTo>
                <a:cubicBezTo>
                  <a:pt x="208" y="244"/>
                  <a:pt x="208" y="244"/>
                  <a:pt x="208" y="244"/>
                </a:cubicBezTo>
                <a:cubicBezTo>
                  <a:pt x="208" y="251"/>
                  <a:pt x="203" y="256"/>
                  <a:pt x="196" y="256"/>
                </a:cubicBezTo>
                <a:moveTo>
                  <a:pt x="0" y="72"/>
                </a:moveTo>
                <a:cubicBezTo>
                  <a:pt x="0" y="65"/>
                  <a:pt x="5" y="60"/>
                  <a:pt x="12" y="60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27"/>
                  <a:pt x="71" y="0"/>
                  <a:pt x="104" y="0"/>
                </a:cubicBezTo>
                <a:cubicBezTo>
                  <a:pt x="137" y="0"/>
                  <a:pt x="164" y="27"/>
                  <a:pt x="164" y="60"/>
                </a:cubicBezTo>
                <a:cubicBezTo>
                  <a:pt x="196" y="60"/>
                  <a:pt x="196" y="60"/>
                  <a:pt x="196" y="60"/>
                </a:cubicBezTo>
                <a:cubicBezTo>
                  <a:pt x="203" y="60"/>
                  <a:pt x="208" y="65"/>
                  <a:pt x="208" y="72"/>
                </a:cubicBezTo>
                <a:cubicBezTo>
                  <a:pt x="208" y="220"/>
                  <a:pt x="208" y="220"/>
                  <a:pt x="208" y="220"/>
                </a:cubicBezTo>
                <a:cubicBezTo>
                  <a:pt x="0" y="220"/>
                  <a:pt x="0" y="220"/>
                  <a:pt x="0" y="220"/>
                </a:cubicBezTo>
                <a:lnTo>
                  <a:pt x="0" y="72"/>
                </a:lnTo>
                <a:close/>
                <a:moveTo>
                  <a:pt x="140" y="60"/>
                </a:moveTo>
                <a:cubicBezTo>
                  <a:pt x="140" y="40"/>
                  <a:pt x="124" y="24"/>
                  <a:pt x="104" y="24"/>
                </a:cubicBezTo>
                <a:cubicBezTo>
                  <a:pt x="84" y="24"/>
                  <a:pt x="68" y="40"/>
                  <a:pt x="68" y="60"/>
                </a:cubicBezTo>
                <a:lnTo>
                  <a:pt x="140" y="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14"/>
          <p:cNvSpPr/>
          <p:nvPr/>
        </p:nvSpPr>
        <p:spPr>
          <a:xfrm>
            <a:off x="4022725" y="879475"/>
            <a:ext cx="417513" cy="377825"/>
          </a:xfrm>
          <a:custGeom>
            <a:rect b="b" l="l" r="r" t="t"/>
            <a:pathLst>
              <a:path extrusionOk="0" h="232" w="256">
                <a:moveTo>
                  <a:pt x="256" y="96"/>
                </a:moveTo>
                <a:cubicBezTo>
                  <a:pt x="256" y="114"/>
                  <a:pt x="242" y="128"/>
                  <a:pt x="224" y="128"/>
                </a:cubicBezTo>
                <a:cubicBezTo>
                  <a:pt x="206" y="128"/>
                  <a:pt x="192" y="114"/>
                  <a:pt x="192" y="96"/>
                </a:cubicBezTo>
                <a:cubicBezTo>
                  <a:pt x="192" y="114"/>
                  <a:pt x="178" y="128"/>
                  <a:pt x="160" y="128"/>
                </a:cubicBezTo>
                <a:cubicBezTo>
                  <a:pt x="142" y="128"/>
                  <a:pt x="128" y="114"/>
                  <a:pt x="128" y="96"/>
                </a:cubicBezTo>
                <a:cubicBezTo>
                  <a:pt x="128" y="114"/>
                  <a:pt x="114" y="128"/>
                  <a:pt x="96" y="128"/>
                </a:cubicBezTo>
                <a:cubicBezTo>
                  <a:pt x="78" y="128"/>
                  <a:pt x="64" y="114"/>
                  <a:pt x="64" y="96"/>
                </a:cubicBezTo>
                <a:cubicBezTo>
                  <a:pt x="64" y="114"/>
                  <a:pt x="50" y="128"/>
                  <a:pt x="32" y="128"/>
                </a:cubicBezTo>
                <a:cubicBezTo>
                  <a:pt x="14" y="128"/>
                  <a:pt x="0" y="114"/>
                  <a:pt x="0" y="96"/>
                </a:cubicBezTo>
                <a:cubicBezTo>
                  <a:pt x="23" y="36"/>
                  <a:pt x="23" y="36"/>
                  <a:pt x="23" y="36"/>
                </a:cubicBezTo>
                <a:cubicBezTo>
                  <a:pt x="234" y="36"/>
                  <a:pt x="234" y="36"/>
                  <a:pt x="234" y="36"/>
                </a:cubicBezTo>
                <a:lnTo>
                  <a:pt x="256" y="96"/>
                </a:lnTo>
                <a:close/>
                <a:moveTo>
                  <a:pt x="216" y="24"/>
                </a:moveTo>
                <a:cubicBezTo>
                  <a:pt x="40" y="24"/>
                  <a:pt x="40" y="24"/>
                  <a:pt x="40" y="24"/>
                </a:cubicBezTo>
                <a:cubicBezTo>
                  <a:pt x="33" y="24"/>
                  <a:pt x="28" y="19"/>
                  <a:pt x="28" y="12"/>
                </a:cubicBezTo>
                <a:cubicBezTo>
                  <a:pt x="28" y="5"/>
                  <a:pt x="33" y="0"/>
                  <a:pt x="40" y="0"/>
                </a:cubicBezTo>
                <a:cubicBezTo>
                  <a:pt x="216" y="0"/>
                  <a:pt x="216" y="0"/>
                  <a:pt x="216" y="0"/>
                </a:cubicBezTo>
                <a:cubicBezTo>
                  <a:pt x="223" y="0"/>
                  <a:pt x="228" y="5"/>
                  <a:pt x="228" y="12"/>
                </a:cubicBezTo>
                <a:cubicBezTo>
                  <a:pt x="228" y="19"/>
                  <a:pt x="223" y="24"/>
                  <a:pt x="216" y="24"/>
                </a:cubicBezTo>
                <a:moveTo>
                  <a:pt x="36" y="140"/>
                </a:moveTo>
                <a:cubicBezTo>
                  <a:pt x="36" y="140"/>
                  <a:pt x="36" y="140"/>
                  <a:pt x="36" y="140"/>
                </a:cubicBezTo>
                <a:cubicBezTo>
                  <a:pt x="37" y="140"/>
                  <a:pt x="38" y="140"/>
                  <a:pt x="39" y="139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41" y="139"/>
                  <a:pt x="41" y="139"/>
                  <a:pt x="42" y="139"/>
                </a:cubicBezTo>
                <a:cubicBezTo>
                  <a:pt x="44" y="138"/>
                  <a:pt x="46" y="138"/>
                  <a:pt x="48" y="137"/>
                </a:cubicBezTo>
                <a:cubicBezTo>
                  <a:pt x="48" y="137"/>
                  <a:pt x="48" y="137"/>
                  <a:pt x="48" y="137"/>
                </a:cubicBezTo>
                <a:cubicBezTo>
                  <a:pt x="48" y="196"/>
                  <a:pt x="48" y="196"/>
                  <a:pt x="48" y="196"/>
                </a:cubicBezTo>
                <a:cubicBezTo>
                  <a:pt x="208" y="196"/>
                  <a:pt x="208" y="196"/>
                  <a:pt x="208" y="196"/>
                </a:cubicBezTo>
                <a:cubicBezTo>
                  <a:pt x="208" y="137"/>
                  <a:pt x="208" y="137"/>
                  <a:pt x="208" y="137"/>
                </a:cubicBezTo>
                <a:cubicBezTo>
                  <a:pt x="208" y="137"/>
                  <a:pt x="208" y="137"/>
                  <a:pt x="208" y="137"/>
                </a:cubicBezTo>
                <a:cubicBezTo>
                  <a:pt x="210" y="138"/>
                  <a:pt x="212" y="138"/>
                  <a:pt x="214" y="139"/>
                </a:cubicBezTo>
                <a:cubicBezTo>
                  <a:pt x="215" y="139"/>
                  <a:pt x="215" y="139"/>
                  <a:pt x="216" y="139"/>
                </a:cubicBezTo>
                <a:cubicBezTo>
                  <a:pt x="216" y="139"/>
                  <a:pt x="216" y="139"/>
                  <a:pt x="217" y="139"/>
                </a:cubicBezTo>
                <a:cubicBezTo>
                  <a:pt x="218" y="140"/>
                  <a:pt x="219" y="140"/>
                  <a:pt x="220" y="140"/>
                </a:cubicBezTo>
                <a:cubicBezTo>
                  <a:pt x="220" y="140"/>
                  <a:pt x="220" y="140"/>
                  <a:pt x="220" y="140"/>
                </a:cubicBezTo>
                <a:cubicBezTo>
                  <a:pt x="221" y="140"/>
                  <a:pt x="223" y="140"/>
                  <a:pt x="224" y="140"/>
                </a:cubicBezTo>
                <a:cubicBezTo>
                  <a:pt x="227" y="140"/>
                  <a:pt x="229" y="140"/>
                  <a:pt x="232" y="139"/>
                </a:cubicBezTo>
                <a:cubicBezTo>
                  <a:pt x="232" y="220"/>
                  <a:pt x="232" y="220"/>
                  <a:pt x="232" y="220"/>
                </a:cubicBezTo>
                <a:cubicBezTo>
                  <a:pt x="232" y="227"/>
                  <a:pt x="227" y="232"/>
                  <a:pt x="220" y="232"/>
                </a:cubicBezTo>
                <a:cubicBezTo>
                  <a:pt x="36" y="232"/>
                  <a:pt x="36" y="232"/>
                  <a:pt x="36" y="232"/>
                </a:cubicBezTo>
                <a:cubicBezTo>
                  <a:pt x="29" y="232"/>
                  <a:pt x="24" y="227"/>
                  <a:pt x="24" y="220"/>
                </a:cubicBezTo>
                <a:cubicBezTo>
                  <a:pt x="24" y="139"/>
                  <a:pt x="24" y="139"/>
                  <a:pt x="24" y="139"/>
                </a:cubicBezTo>
                <a:cubicBezTo>
                  <a:pt x="27" y="140"/>
                  <a:pt x="29" y="140"/>
                  <a:pt x="32" y="140"/>
                </a:cubicBezTo>
                <a:cubicBezTo>
                  <a:pt x="33" y="140"/>
                  <a:pt x="35" y="140"/>
                  <a:pt x="36" y="14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14"/>
          <p:cNvSpPr/>
          <p:nvPr/>
        </p:nvSpPr>
        <p:spPr>
          <a:xfrm>
            <a:off x="3295650" y="866775"/>
            <a:ext cx="415925" cy="371475"/>
          </a:xfrm>
          <a:custGeom>
            <a:rect b="b" l="l" r="r" t="t"/>
            <a:pathLst>
              <a:path extrusionOk="0" h="228" w="256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32" y="36"/>
                </a:moveTo>
                <a:cubicBezTo>
                  <a:pt x="232" y="36"/>
                  <a:pt x="232" y="36"/>
                  <a:pt x="232" y="36"/>
                </a:cubicBezTo>
                <a:cubicBezTo>
                  <a:pt x="232" y="29"/>
                  <a:pt x="227" y="24"/>
                  <a:pt x="220" y="24"/>
                </a:cubicBezTo>
                <a:cubicBezTo>
                  <a:pt x="217" y="24"/>
                  <a:pt x="214" y="25"/>
                  <a:pt x="212" y="28"/>
                </a:cubicBezTo>
                <a:cubicBezTo>
                  <a:pt x="204" y="35"/>
                  <a:pt x="204" y="35"/>
                  <a:pt x="204" y="35"/>
                </a:cubicBezTo>
                <a:cubicBezTo>
                  <a:pt x="196" y="28"/>
                  <a:pt x="196" y="28"/>
                  <a:pt x="196" y="28"/>
                </a:cubicBezTo>
                <a:cubicBezTo>
                  <a:pt x="194" y="25"/>
                  <a:pt x="191" y="24"/>
                  <a:pt x="188" y="24"/>
                </a:cubicBezTo>
                <a:cubicBezTo>
                  <a:pt x="181" y="24"/>
                  <a:pt x="176" y="29"/>
                  <a:pt x="176" y="36"/>
                </a:cubicBezTo>
                <a:cubicBezTo>
                  <a:pt x="176" y="39"/>
                  <a:pt x="177" y="42"/>
                  <a:pt x="180" y="44"/>
                </a:cubicBezTo>
                <a:cubicBezTo>
                  <a:pt x="187" y="52"/>
                  <a:pt x="187" y="52"/>
                  <a:pt x="187" y="52"/>
                </a:cubicBezTo>
                <a:cubicBezTo>
                  <a:pt x="180" y="60"/>
                  <a:pt x="180" y="60"/>
                  <a:pt x="180" y="60"/>
                </a:cubicBezTo>
                <a:cubicBezTo>
                  <a:pt x="177" y="62"/>
                  <a:pt x="176" y="65"/>
                  <a:pt x="176" y="68"/>
                </a:cubicBezTo>
                <a:cubicBezTo>
                  <a:pt x="176" y="75"/>
                  <a:pt x="181" y="80"/>
                  <a:pt x="188" y="80"/>
                </a:cubicBezTo>
                <a:cubicBezTo>
                  <a:pt x="191" y="80"/>
                  <a:pt x="194" y="79"/>
                  <a:pt x="196" y="76"/>
                </a:cubicBezTo>
                <a:cubicBezTo>
                  <a:pt x="204" y="69"/>
                  <a:pt x="204" y="69"/>
                  <a:pt x="204" y="69"/>
                </a:cubicBezTo>
                <a:cubicBezTo>
                  <a:pt x="212" y="76"/>
                  <a:pt x="212" y="76"/>
                  <a:pt x="212" y="76"/>
                </a:cubicBezTo>
                <a:cubicBezTo>
                  <a:pt x="214" y="79"/>
                  <a:pt x="217" y="80"/>
                  <a:pt x="220" y="80"/>
                </a:cubicBezTo>
                <a:cubicBezTo>
                  <a:pt x="227" y="80"/>
                  <a:pt x="232" y="75"/>
                  <a:pt x="232" y="68"/>
                </a:cubicBezTo>
                <a:cubicBezTo>
                  <a:pt x="232" y="65"/>
                  <a:pt x="231" y="62"/>
                  <a:pt x="228" y="60"/>
                </a:cubicBezTo>
                <a:cubicBezTo>
                  <a:pt x="221" y="52"/>
                  <a:pt x="221" y="52"/>
                  <a:pt x="221" y="52"/>
                </a:cubicBezTo>
                <a:cubicBezTo>
                  <a:pt x="228" y="44"/>
                  <a:pt x="228" y="44"/>
                  <a:pt x="228" y="44"/>
                </a:cubicBezTo>
                <a:cubicBezTo>
                  <a:pt x="231" y="42"/>
                  <a:pt x="232" y="39"/>
                  <a:pt x="232" y="36"/>
                </a:cubicBezTo>
                <a:cubicBezTo>
                  <a:pt x="232" y="36"/>
                  <a:pt x="232" y="36"/>
                  <a:pt x="232" y="36"/>
                </a:cubicBezTo>
                <a:close/>
                <a:moveTo>
                  <a:pt x="232" y="72"/>
                </a:moveTo>
                <a:cubicBezTo>
                  <a:pt x="232" y="72"/>
                  <a:pt x="232" y="72"/>
                  <a:pt x="232" y="72"/>
                </a:cubicBezTo>
                <a:close/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14"/>
          <p:cNvSpPr/>
          <p:nvPr/>
        </p:nvSpPr>
        <p:spPr>
          <a:xfrm>
            <a:off x="2566988" y="866775"/>
            <a:ext cx="415925" cy="371475"/>
          </a:xfrm>
          <a:custGeom>
            <a:rect b="b" l="l" r="r" t="t"/>
            <a:pathLst>
              <a:path extrusionOk="0" h="228" w="256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28" y="28"/>
                </a:moveTo>
                <a:cubicBezTo>
                  <a:pt x="225" y="28"/>
                  <a:pt x="222" y="29"/>
                  <a:pt x="220" y="32"/>
                </a:cubicBezTo>
                <a:cubicBezTo>
                  <a:pt x="196" y="55"/>
                  <a:pt x="196" y="55"/>
                  <a:pt x="196" y="55"/>
                </a:cubicBezTo>
                <a:cubicBezTo>
                  <a:pt x="188" y="48"/>
                  <a:pt x="188" y="48"/>
                  <a:pt x="188" y="48"/>
                </a:cubicBezTo>
                <a:cubicBezTo>
                  <a:pt x="186" y="45"/>
                  <a:pt x="183" y="44"/>
                  <a:pt x="180" y="44"/>
                </a:cubicBezTo>
                <a:cubicBezTo>
                  <a:pt x="173" y="44"/>
                  <a:pt x="168" y="49"/>
                  <a:pt x="168" y="56"/>
                </a:cubicBezTo>
                <a:cubicBezTo>
                  <a:pt x="168" y="59"/>
                  <a:pt x="169" y="62"/>
                  <a:pt x="172" y="64"/>
                </a:cubicBezTo>
                <a:cubicBezTo>
                  <a:pt x="188" y="80"/>
                  <a:pt x="188" y="80"/>
                  <a:pt x="188" y="80"/>
                </a:cubicBezTo>
                <a:cubicBezTo>
                  <a:pt x="190" y="83"/>
                  <a:pt x="193" y="84"/>
                  <a:pt x="196" y="84"/>
                </a:cubicBezTo>
                <a:cubicBezTo>
                  <a:pt x="199" y="84"/>
                  <a:pt x="202" y="83"/>
                  <a:pt x="204" y="80"/>
                </a:cubicBezTo>
                <a:cubicBezTo>
                  <a:pt x="236" y="48"/>
                  <a:pt x="236" y="48"/>
                  <a:pt x="236" y="48"/>
                </a:cubicBezTo>
                <a:cubicBezTo>
                  <a:pt x="239" y="46"/>
                  <a:pt x="240" y="43"/>
                  <a:pt x="240" y="40"/>
                </a:cubicBezTo>
                <a:cubicBezTo>
                  <a:pt x="240" y="33"/>
                  <a:pt x="235" y="28"/>
                  <a:pt x="228" y="28"/>
                </a:cubicBezTo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14"/>
          <p:cNvSpPr/>
          <p:nvPr/>
        </p:nvSpPr>
        <p:spPr>
          <a:xfrm>
            <a:off x="1838325" y="866775"/>
            <a:ext cx="415925" cy="371475"/>
          </a:xfrm>
          <a:custGeom>
            <a:rect b="b" l="l" r="r" t="t"/>
            <a:pathLst>
              <a:path extrusionOk="0" h="228" w="256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28" y="40"/>
                </a:moveTo>
                <a:cubicBezTo>
                  <a:pt x="180" y="40"/>
                  <a:pt x="180" y="40"/>
                  <a:pt x="180" y="40"/>
                </a:cubicBezTo>
                <a:cubicBezTo>
                  <a:pt x="173" y="40"/>
                  <a:pt x="168" y="45"/>
                  <a:pt x="168" y="52"/>
                </a:cubicBezTo>
                <a:cubicBezTo>
                  <a:pt x="168" y="59"/>
                  <a:pt x="173" y="64"/>
                  <a:pt x="180" y="64"/>
                </a:cubicBezTo>
                <a:cubicBezTo>
                  <a:pt x="228" y="64"/>
                  <a:pt x="228" y="64"/>
                  <a:pt x="228" y="64"/>
                </a:cubicBezTo>
                <a:cubicBezTo>
                  <a:pt x="235" y="64"/>
                  <a:pt x="240" y="59"/>
                  <a:pt x="240" y="52"/>
                </a:cubicBezTo>
                <a:cubicBezTo>
                  <a:pt x="240" y="45"/>
                  <a:pt x="235" y="40"/>
                  <a:pt x="228" y="40"/>
                </a:cubicBezTo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14"/>
          <p:cNvSpPr/>
          <p:nvPr/>
        </p:nvSpPr>
        <p:spPr>
          <a:xfrm>
            <a:off x="1109663" y="866775"/>
            <a:ext cx="415925" cy="371475"/>
          </a:xfrm>
          <a:custGeom>
            <a:rect b="b" l="l" r="r" t="t"/>
            <a:pathLst>
              <a:path extrusionOk="0" h="228" w="256">
                <a:moveTo>
                  <a:pt x="204" y="104"/>
                </a:moveTo>
                <a:cubicBezTo>
                  <a:pt x="175" y="104"/>
                  <a:pt x="152" y="81"/>
                  <a:pt x="152" y="52"/>
                </a:cubicBezTo>
                <a:cubicBezTo>
                  <a:pt x="152" y="23"/>
                  <a:pt x="175" y="0"/>
                  <a:pt x="204" y="0"/>
                </a:cubicBezTo>
                <a:cubicBezTo>
                  <a:pt x="233" y="0"/>
                  <a:pt x="256" y="23"/>
                  <a:pt x="256" y="52"/>
                </a:cubicBezTo>
                <a:cubicBezTo>
                  <a:pt x="256" y="81"/>
                  <a:pt x="233" y="104"/>
                  <a:pt x="204" y="104"/>
                </a:cubicBezTo>
                <a:moveTo>
                  <a:pt x="228" y="40"/>
                </a:moveTo>
                <a:cubicBezTo>
                  <a:pt x="216" y="40"/>
                  <a:pt x="216" y="40"/>
                  <a:pt x="216" y="40"/>
                </a:cubicBezTo>
                <a:cubicBezTo>
                  <a:pt x="216" y="28"/>
                  <a:pt x="216" y="28"/>
                  <a:pt x="216" y="28"/>
                </a:cubicBezTo>
                <a:cubicBezTo>
                  <a:pt x="216" y="21"/>
                  <a:pt x="211" y="16"/>
                  <a:pt x="204" y="16"/>
                </a:cubicBezTo>
                <a:cubicBezTo>
                  <a:pt x="197" y="16"/>
                  <a:pt x="192" y="21"/>
                  <a:pt x="192" y="28"/>
                </a:cubicBezTo>
                <a:cubicBezTo>
                  <a:pt x="192" y="40"/>
                  <a:pt x="192" y="40"/>
                  <a:pt x="192" y="40"/>
                </a:cubicBezTo>
                <a:cubicBezTo>
                  <a:pt x="180" y="40"/>
                  <a:pt x="180" y="40"/>
                  <a:pt x="180" y="40"/>
                </a:cubicBezTo>
                <a:cubicBezTo>
                  <a:pt x="173" y="40"/>
                  <a:pt x="168" y="45"/>
                  <a:pt x="168" y="52"/>
                </a:cubicBezTo>
                <a:cubicBezTo>
                  <a:pt x="168" y="59"/>
                  <a:pt x="173" y="64"/>
                  <a:pt x="180" y="64"/>
                </a:cubicBezTo>
                <a:cubicBezTo>
                  <a:pt x="192" y="64"/>
                  <a:pt x="192" y="64"/>
                  <a:pt x="192" y="64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2" y="83"/>
                  <a:pt x="197" y="88"/>
                  <a:pt x="204" y="88"/>
                </a:cubicBezTo>
                <a:cubicBezTo>
                  <a:pt x="211" y="88"/>
                  <a:pt x="216" y="83"/>
                  <a:pt x="216" y="76"/>
                </a:cubicBezTo>
                <a:cubicBezTo>
                  <a:pt x="216" y="64"/>
                  <a:pt x="216" y="64"/>
                  <a:pt x="216" y="64"/>
                </a:cubicBezTo>
                <a:cubicBezTo>
                  <a:pt x="228" y="64"/>
                  <a:pt x="228" y="64"/>
                  <a:pt x="228" y="64"/>
                </a:cubicBezTo>
                <a:cubicBezTo>
                  <a:pt x="235" y="64"/>
                  <a:pt x="240" y="59"/>
                  <a:pt x="240" y="52"/>
                </a:cubicBezTo>
                <a:cubicBezTo>
                  <a:pt x="240" y="45"/>
                  <a:pt x="235" y="40"/>
                  <a:pt x="228" y="40"/>
                </a:cubicBezTo>
                <a:moveTo>
                  <a:pt x="97" y="139"/>
                </a:moveTo>
                <a:cubicBezTo>
                  <a:pt x="200" y="133"/>
                  <a:pt x="200" y="133"/>
                  <a:pt x="200" y="133"/>
                </a:cubicBezTo>
                <a:cubicBezTo>
                  <a:pt x="208" y="116"/>
                  <a:pt x="208" y="116"/>
                  <a:pt x="208" y="116"/>
                </a:cubicBezTo>
                <a:cubicBezTo>
                  <a:pt x="219" y="115"/>
                  <a:pt x="229" y="112"/>
                  <a:pt x="238" y="106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9" y="149"/>
                  <a:pt x="219" y="149"/>
                  <a:pt x="219" y="149"/>
                </a:cubicBezTo>
                <a:cubicBezTo>
                  <a:pt x="217" y="153"/>
                  <a:pt x="213" y="156"/>
                  <a:pt x="209" y="156"/>
                </a:cubicBezTo>
                <a:cubicBezTo>
                  <a:pt x="105" y="163"/>
                  <a:pt x="105" y="163"/>
                  <a:pt x="105" y="163"/>
                </a:cubicBezTo>
                <a:cubicBezTo>
                  <a:pt x="111" y="180"/>
                  <a:pt x="111" y="180"/>
                  <a:pt x="111" y="180"/>
                </a:cubicBezTo>
                <a:cubicBezTo>
                  <a:pt x="224" y="180"/>
                  <a:pt x="224" y="180"/>
                  <a:pt x="224" y="180"/>
                </a:cubicBezTo>
                <a:cubicBezTo>
                  <a:pt x="237" y="180"/>
                  <a:pt x="248" y="191"/>
                  <a:pt x="248" y="204"/>
                </a:cubicBezTo>
                <a:cubicBezTo>
                  <a:pt x="248" y="217"/>
                  <a:pt x="237" y="228"/>
                  <a:pt x="224" y="228"/>
                </a:cubicBezTo>
                <a:cubicBezTo>
                  <a:pt x="211" y="228"/>
                  <a:pt x="200" y="217"/>
                  <a:pt x="200" y="204"/>
                </a:cubicBezTo>
                <a:cubicBezTo>
                  <a:pt x="88" y="204"/>
                  <a:pt x="88" y="204"/>
                  <a:pt x="88" y="204"/>
                </a:cubicBezTo>
                <a:cubicBezTo>
                  <a:pt x="88" y="217"/>
                  <a:pt x="77" y="228"/>
                  <a:pt x="64" y="228"/>
                </a:cubicBezTo>
                <a:cubicBezTo>
                  <a:pt x="51" y="228"/>
                  <a:pt x="40" y="217"/>
                  <a:pt x="40" y="204"/>
                </a:cubicBezTo>
                <a:cubicBezTo>
                  <a:pt x="40" y="191"/>
                  <a:pt x="51" y="180"/>
                  <a:pt x="64" y="180"/>
                </a:cubicBezTo>
                <a:cubicBezTo>
                  <a:pt x="86" y="180"/>
                  <a:pt x="86" y="180"/>
                  <a:pt x="86" y="180"/>
                </a:cubicBezTo>
                <a:cubicBezTo>
                  <a:pt x="39" y="48"/>
                  <a:pt x="39" y="48"/>
                  <a:pt x="39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48" y="24"/>
                  <a:pt x="48" y="24"/>
                  <a:pt x="48" y="24"/>
                </a:cubicBezTo>
                <a:cubicBezTo>
                  <a:pt x="53" y="24"/>
                  <a:pt x="58" y="27"/>
                  <a:pt x="59" y="32"/>
                </a:cubicBezTo>
                <a:cubicBezTo>
                  <a:pt x="59" y="32"/>
                  <a:pt x="59" y="32"/>
                  <a:pt x="59" y="32"/>
                </a:cubicBezTo>
                <a:cubicBezTo>
                  <a:pt x="66" y="52"/>
                  <a:pt x="66" y="52"/>
                  <a:pt x="66" y="52"/>
                </a:cubicBezTo>
                <a:cubicBezTo>
                  <a:pt x="140" y="52"/>
                  <a:pt x="140" y="52"/>
                  <a:pt x="140" y="52"/>
                </a:cubicBezTo>
                <a:cubicBezTo>
                  <a:pt x="140" y="60"/>
                  <a:pt x="142" y="69"/>
                  <a:pt x="145" y="76"/>
                </a:cubicBezTo>
                <a:cubicBezTo>
                  <a:pt x="75" y="76"/>
                  <a:pt x="75" y="76"/>
                  <a:pt x="75" y="76"/>
                </a:cubicBezTo>
                <a:lnTo>
                  <a:pt x="97" y="1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2" name="Google Shape;3412;p14"/>
          <p:cNvSpPr/>
          <p:nvPr/>
        </p:nvSpPr>
        <p:spPr>
          <a:xfrm>
            <a:off x="381000" y="906463"/>
            <a:ext cx="415925" cy="331787"/>
          </a:xfrm>
          <a:custGeom>
            <a:rect b="b" l="l" r="r" t="t"/>
            <a:pathLst>
              <a:path extrusionOk="0" h="204" w="256">
                <a:moveTo>
                  <a:pt x="255" y="45"/>
                </a:moveTo>
                <a:cubicBezTo>
                  <a:pt x="255" y="45"/>
                  <a:pt x="255" y="45"/>
                  <a:pt x="255" y="45"/>
                </a:cubicBezTo>
                <a:cubicBezTo>
                  <a:pt x="219" y="125"/>
                  <a:pt x="219" y="125"/>
                  <a:pt x="219" y="125"/>
                </a:cubicBezTo>
                <a:cubicBezTo>
                  <a:pt x="217" y="129"/>
                  <a:pt x="213" y="132"/>
                  <a:pt x="209" y="132"/>
                </a:cubicBezTo>
                <a:cubicBezTo>
                  <a:pt x="105" y="139"/>
                  <a:pt x="105" y="139"/>
                  <a:pt x="105" y="139"/>
                </a:cubicBezTo>
                <a:cubicBezTo>
                  <a:pt x="111" y="156"/>
                  <a:pt x="111" y="156"/>
                  <a:pt x="111" y="156"/>
                </a:cubicBezTo>
                <a:cubicBezTo>
                  <a:pt x="224" y="156"/>
                  <a:pt x="224" y="156"/>
                  <a:pt x="224" y="156"/>
                </a:cubicBezTo>
                <a:cubicBezTo>
                  <a:pt x="237" y="156"/>
                  <a:pt x="248" y="167"/>
                  <a:pt x="248" y="180"/>
                </a:cubicBezTo>
                <a:cubicBezTo>
                  <a:pt x="248" y="193"/>
                  <a:pt x="237" y="204"/>
                  <a:pt x="224" y="204"/>
                </a:cubicBezTo>
                <a:cubicBezTo>
                  <a:pt x="211" y="204"/>
                  <a:pt x="200" y="193"/>
                  <a:pt x="200" y="180"/>
                </a:cubicBezTo>
                <a:cubicBezTo>
                  <a:pt x="88" y="180"/>
                  <a:pt x="88" y="180"/>
                  <a:pt x="88" y="180"/>
                </a:cubicBezTo>
                <a:cubicBezTo>
                  <a:pt x="88" y="193"/>
                  <a:pt x="77" y="204"/>
                  <a:pt x="64" y="204"/>
                </a:cubicBezTo>
                <a:cubicBezTo>
                  <a:pt x="51" y="204"/>
                  <a:pt x="40" y="193"/>
                  <a:pt x="40" y="180"/>
                </a:cubicBezTo>
                <a:cubicBezTo>
                  <a:pt x="40" y="167"/>
                  <a:pt x="51" y="156"/>
                  <a:pt x="64" y="156"/>
                </a:cubicBezTo>
                <a:cubicBezTo>
                  <a:pt x="86" y="156"/>
                  <a:pt x="86" y="156"/>
                  <a:pt x="86" y="156"/>
                </a:cubicBezTo>
                <a:cubicBezTo>
                  <a:pt x="39" y="24"/>
                  <a:pt x="39" y="24"/>
                  <a:pt x="39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3" y="0"/>
                  <a:pt x="58" y="3"/>
                  <a:pt x="59" y="8"/>
                </a:cubicBezTo>
                <a:cubicBezTo>
                  <a:pt x="59" y="8"/>
                  <a:pt x="59" y="8"/>
                  <a:pt x="59" y="8"/>
                </a:cubicBezTo>
                <a:cubicBezTo>
                  <a:pt x="66" y="28"/>
                  <a:pt x="66" y="28"/>
                  <a:pt x="66" y="28"/>
                </a:cubicBezTo>
                <a:cubicBezTo>
                  <a:pt x="244" y="28"/>
                  <a:pt x="244" y="28"/>
                  <a:pt x="244" y="28"/>
                </a:cubicBezTo>
                <a:cubicBezTo>
                  <a:pt x="251" y="28"/>
                  <a:pt x="256" y="33"/>
                  <a:pt x="256" y="40"/>
                </a:cubicBezTo>
                <a:cubicBezTo>
                  <a:pt x="256" y="42"/>
                  <a:pt x="256" y="43"/>
                  <a:pt x="255" y="45"/>
                </a:cubicBezTo>
                <a:moveTo>
                  <a:pt x="75" y="52"/>
                </a:moveTo>
                <a:cubicBezTo>
                  <a:pt x="97" y="115"/>
                  <a:pt x="97" y="115"/>
                  <a:pt x="97" y="115"/>
                </a:cubicBezTo>
                <a:cubicBezTo>
                  <a:pt x="200" y="109"/>
                  <a:pt x="200" y="109"/>
                  <a:pt x="200" y="109"/>
                </a:cubicBezTo>
                <a:cubicBezTo>
                  <a:pt x="225" y="52"/>
                  <a:pt x="225" y="52"/>
                  <a:pt x="225" y="52"/>
                </a:cubicBezTo>
                <a:lnTo>
                  <a:pt x="75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14"/>
          <p:cNvSpPr/>
          <p:nvPr/>
        </p:nvSpPr>
        <p:spPr>
          <a:xfrm>
            <a:off x="8394700" y="171450"/>
            <a:ext cx="415925" cy="338138"/>
          </a:xfrm>
          <a:custGeom>
            <a:rect b="b" l="l" r="r" t="t"/>
            <a:pathLst>
              <a:path extrusionOk="0" h="208" w="256">
                <a:moveTo>
                  <a:pt x="244" y="208"/>
                </a:moveTo>
                <a:cubicBezTo>
                  <a:pt x="12" y="208"/>
                  <a:pt x="12" y="208"/>
                  <a:pt x="12" y="208"/>
                </a:cubicBezTo>
                <a:cubicBezTo>
                  <a:pt x="5" y="208"/>
                  <a:pt x="0" y="203"/>
                  <a:pt x="0" y="19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63" y="24"/>
                  <a:pt x="63" y="24"/>
                  <a:pt x="63" y="24"/>
                </a:cubicBezTo>
                <a:cubicBezTo>
                  <a:pt x="82" y="5"/>
                  <a:pt x="82" y="5"/>
                  <a:pt x="82" y="5"/>
                </a:cubicBezTo>
                <a:cubicBezTo>
                  <a:pt x="85" y="2"/>
                  <a:pt x="88" y="0"/>
                  <a:pt x="92" y="0"/>
                </a:cubicBezTo>
                <a:cubicBezTo>
                  <a:pt x="164" y="0"/>
                  <a:pt x="164" y="0"/>
                  <a:pt x="164" y="0"/>
                </a:cubicBezTo>
                <a:cubicBezTo>
                  <a:pt x="167" y="0"/>
                  <a:pt x="170" y="1"/>
                  <a:pt x="173" y="4"/>
                </a:cubicBezTo>
                <a:cubicBezTo>
                  <a:pt x="173" y="4"/>
                  <a:pt x="173" y="4"/>
                  <a:pt x="173" y="4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03"/>
                  <a:pt x="251" y="208"/>
                  <a:pt x="244" y="208"/>
                </a:cubicBezTo>
                <a:moveTo>
                  <a:pt x="128" y="40"/>
                </a:moveTo>
                <a:cubicBezTo>
                  <a:pt x="88" y="40"/>
                  <a:pt x="56" y="72"/>
                  <a:pt x="56" y="112"/>
                </a:cubicBezTo>
                <a:cubicBezTo>
                  <a:pt x="56" y="152"/>
                  <a:pt x="88" y="184"/>
                  <a:pt x="128" y="184"/>
                </a:cubicBezTo>
                <a:cubicBezTo>
                  <a:pt x="168" y="184"/>
                  <a:pt x="200" y="152"/>
                  <a:pt x="200" y="112"/>
                </a:cubicBezTo>
                <a:cubicBezTo>
                  <a:pt x="200" y="72"/>
                  <a:pt x="168" y="40"/>
                  <a:pt x="128" y="40"/>
                </a:cubicBezTo>
                <a:moveTo>
                  <a:pt x="128" y="160"/>
                </a:moveTo>
                <a:cubicBezTo>
                  <a:pt x="101" y="160"/>
                  <a:pt x="80" y="139"/>
                  <a:pt x="80" y="112"/>
                </a:cubicBezTo>
                <a:cubicBezTo>
                  <a:pt x="80" y="85"/>
                  <a:pt x="101" y="64"/>
                  <a:pt x="128" y="64"/>
                </a:cubicBezTo>
                <a:cubicBezTo>
                  <a:pt x="155" y="64"/>
                  <a:pt x="176" y="85"/>
                  <a:pt x="176" y="112"/>
                </a:cubicBezTo>
                <a:cubicBezTo>
                  <a:pt x="176" y="139"/>
                  <a:pt x="155" y="160"/>
                  <a:pt x="128" y="160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14"/>
          <p:cNvSpPr/>
          <p:nvPr/>
        </p:nvSpPr>
        <p:spPr>
          <a:xfrm>
            <a:off x="7666038" y="131763"/>
            <a:ext cx="403225" cy="415925"/>
          </a:xfrm>
          <a:custGeom>
            <a:rect b="b" l="l" r="r" t="t"/>
            <a:pathLst>
              <a:path extrusionOk="0" h="256" w="248">
                <a:moveTo>
                  <a:pt x="248" y="196"/>
                </a:moveTo>
                <a:cubicBezTo>
                  <a:pt x="248" y="209"/>
                  <a:pt x="228" y="220"/>
                  <a:pt x="204" y="220"/>
                </a:cubicBezTo>
                <a:cubicBezTo>
                  <a:pt x="180" y="220"/>
                  <a:pt x="160" y="209"/>
                  <a:pt x="160" y="196"/>
                </a:cubicBezTo>
                <a:cubicBezTo>
                  <a:pt x="160" y="183"/>
                  <a:pt x="180" y="172"/>
                  <a:pt x="204" y="172"/>
                </a:cubicBezTo>
                <a:cubicBezTo>
                  <a:pt x="211" y="172"/>
                  <a:pt x="218" y="173"/>
                  <a:pt x="224" y="175"/>
                </a:cubicBezTo>
                <a:cubicBezTo>
                  <a:pt x="224" y="152"/>
                  <a:pt x="224" y="152"/>
                  <a:pt x="224" y="152"/>
                </a:cubicBezTo>
                <a:cubicBezTo>
                  <a:pt x="224" y="75"/>
                  <a:pt x="224" y="75"/>
                  <a:pt x="224" y="75"/>
                </a:cubicBezTo>
                <a:cubicBezTo>
                  <a:pt x="88" y="104"/>
                  <a:pt x="88" y="104"/>
                  <a:pt x="88" y="104"/>
                </a:cubicBezTo>
                <a:cubicBezTo>
                  <a:pt x="88" y="232"/>
                  <a:pt x="88" y="232"/>
                  <a:pt x="88" y="232"/>
                </a:cubicBezTo>
                <a:cubicBezTo>
                  <a:pt x="88" y="245"/>
                  <a:pt x="68" y="256"/>
                  <a:pt x="44" y="256"/>
                </a:cubicBezTo>
                <a:cubicBezTo>
                  <a:pt x="20" y="256"/>
                  <a:pt x="0" y="245"/>
                  <a:pt x="0" y="232"/>
                </a:cubicBezTo>
                <a:cubicBezTo>
                  <a:pt x="0" y="219"/>
                  <a:pt x="20" y="208"/>
                  <a:pt x="44" y="208"/>
                </a:cubicBezTo>
                <a:cubicBezTo>
                  <a:pt x="51" y="208"/>
                  <a:pt x="58" y="209"/>
                  <a:pt x="64" y="211"/>
                </a:cubicBezTo>
                <a:cubicBezTo>
                  <a:pt x="64" y="192"/>
                  <a:pt x="64" y="192"/>
                  <a:pt x="64" y="192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39"/>
                  <a:pt x="76" y="36"/>
                  <a:pt x="76" y="36"/>
                </a:cubicBezTo>
                <a:cubicBezTo>
                  <a:pt x="236" y="0"/>
                  <a:pt x="236" y="0"/>
                  <a:pt x="236" y="0"/>
                </a:cubicBezTo>
                <a:cubicBezTo>
                  <a:pt x="243" y="0"/>
                  <a:pt x="248" y="5"/>
                  <a:pt x="248" y="12"/>
                </a:cubicBezTo>
                <a:cubicBezTo>
                  <a:pt x="248" y="184"/>
                  <a:pt x="248" y="184"/>
                  <a:pt x="248" y="184"/>
                </a:cubicBezTo>
                <a:cubicBezTo>
                  <a:pt x="248" y="192"/>
                  <a:pt x="248" y="192"/>
                  <a:pt x="248" y="192"/>
                </a:cubicBezTo>
                <a:lnTo>
                  <a:pt x="248" y="1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14"/>
          <p:cNvSpPr/>
          <p:nvPr/>
        </p:nvSpPr>
        <p:spPr>
          <a:xfrm>
            <a:off x="7008813" y="249238"/>
            <a:ext cx="273050" cy="247650"/>
          </a:xfrm>
          <a:custGeom>
            <a:rect b="b" l="l" r="r" t="t"/>
            <a:pathLst>
              <a:path extrusionOk="0" h="152" w="168">
                <a:moveTo>
                  <a:pt x="156" y="152"/>
                </a:moveTo>
                <a:cubicBezTo>
                  <a:pt x="149" y="152"/>
                  <a:pt x="144" y="147"/>
                  <a:pt x="144" y="140"/>
                </a:cubicBezTo>
                <a:cubicBezTo>
                  <a:pt x="144" y="12"/>
                  <a:pt x="144" y="12"/>
                  <a:pt x="144" y="12"/>
                </a:cubicBezTo>
                <a:cubicBezTo>
                  <a:pt x="144" y="5"/>
                  <a:pt x="149" y="0"/>
                  <a:pt x="156" y="0"/>
                </a:cubicBezTo>
                <a:cubicBezTo>
                  <a:pt x="163" y="0"/>
                  <a:pt x="168" y="5"/>
                  <a:pt x="168" y="12"/>
                </a:cubicBezTo>
                <a:cubicBezTo>
                  <a:pt x="168" y="140"/>
                  <a:pt x="168" y="140"/>
                  <a:pt x="168" y="140"/>
                </a:cubicBezTo>
                <a:cubicBezTo>
                  <a:pt x="168" y="147"/>
                  <a:pt x="163" y="152"/>
                  <a:pt x="156" y="152"/>
                </a:cubicBezTo>
                <a:moveTo>
                  <a:pt x="108" y="152"/>
                </a:moveTo>
                <a:cubicBezTo>
                  <a:pt x="101" y="152"/>
                  <a:pt x="96" y="147"/>
                  <a:pt x="96" y="140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7"/>
                  <a:pt x="101" y="32"/>
                  <a:pt x="108" y="32"/>
                </a:cubicBezTo>
                <a:cubicBezTo>
                  <a:pt x="115" y="32"/>
                  <a:pt x="120" y="37"/>
                  <a:pt x="120" y="44"/>
                </a:cubicBezTo>
                <a:cubicBezTo>
                  <a:pt x="120" y="140"/>
                  <a:pt x="120" y="140"/>
                  <a:pt x="120" y="140"/>
                </a:cubicBezTo>
                <a:cubicBezTo>
                  <a:pt x="120" y="147"/>
                  <a:pt x="115" y="152"/>
                  <a:pt x="108" y="152"/>
                </a:cubicBezTo>
                <a:moveTo>
                  <a:pt x="60" y="152"/>
                </a:moveTo>
                <a:cubicBezTo>
                  <a:pt x="53" y="152"/>
                  <a:pt x="48" y="147"/>
                  <a:pt x="48" y="140"/>
                </a:cubicBezTo>
                <a:cubicBezTo>
                  <a:pt x="48" y="76"/>
                  <a:pt x="48" y="76"/>
                  <a:pt x="48" y="76"/>
                </a:cubicBezTo>
                <a:cubicBezTo>
                  <a:pt x="48" y="69"/>
                  <a:pt x="53" y="64"/>
                  <a:pt x="60" y="64"/>
                </a:cubicBezTo>
                <a:cubicBezTo>
                  <a:pt x="67" y="64"/>
                  <a:pt x="72" y="69"/>
                  <a:pt x="72" y="76"/>
                </a:cubicBezTo>
                <a:cubicBezTo>
                  <a:pt x="72" y="140"/>
                  <a:pt x="72" y="140"/>
                  <a:pt x="72" y="140"/>
                </a:cubicBezTo>
                <a:cubicBezTo>
                  <a:pt x="72" y="147"/>
                  <a:pt x="67" y="152"/>
                  <a:pt x="60" y="152"/>
                </a:cubicBezTo>
                <a:moveTo>
                  <a:pt x="12" y="152"/>
                </a:moveTo>
                <a:cubicBezTo>
                  <a:pt x="5" y="152"/>
                  <a:pt x="0" y="147"/>
                  <a:pt x="0" y="140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cubicBezTo>
                  <a:pt x="24" y="140"/>
                  <a:pt x="24" y="140"/>
                  <a:pt x="24" y="140"/>
                </a:cubicBezTo>
                <a:cubicBezTo>
                  <a:pt x="24" y="147"/>
                  <a:pt x="19" y="152"/>
                  <a:pt x="12" y="15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6" name="Google Shape;3416;p14"/>
          <p:cNvSpPr/>
          <p:nvPr/>
        </p:nvSpPr>
        <p:spPr>
          <a:xfrm>
            <a:off x="6208713" y="184150"/>
            <a:ext cx="415925" cy="312738"/>
          </a:xfrm>
          <a:custGeom>
            <a:rect b="b" l="l" r="r" t="t"/>
            <a:pathLst>
              <a:path extrusionOk="0" h="192" w="256">
                <a:moveTo>
                  <a:pt x="252" y="105"/>
                </a:moveTo>
                <a:cubicBezTo>
                  <a:pt x="252" y="105"/>
                  <a:pt x="252" y="105"/>
                  <a:pt x="252" y="105"/>
                </a:cubicBezTo>
                <a:cubicBezTo>
                  <a:pt x="204" y="153"/>
                  <a:pt x="204" y="153"/>
                  <a:pt x="204" y="153"/>
                </a:cubicBezTo>
                <a:cubicBezTo>
                  <a:pt x="204" y="153"/>
                  <a:pt x="204" y="153"/>
                  <a:pt x="204" y="153"/>
                </a:cubicBezTo>
                <a:cubicBezTo>
                  <a:pt x="202" y="155"/>
                  <a:pt x="199" y="156"/>
                  <a:pt x="196" y="156"/>
                </a:cubicBezTo>
                <a:cubicBezTo>
                  <a:pt x="189" y="156"/>
                  <a:pt x="184" y="151"/>
                  <a:pt x="184" y="144"/>
                </a:cubicBezTo>
                <a:cubicBezTo>
                  <a:pt x="184" y="141"/>
                  <a:pt x="185" y="138"/>
                  <a:pt x="188" y="136"/>
                </a:cubicBezTo>
                <a:cubicBezTo>
                  <a:pt x="188" y="136"/>
                  <a:pt x="188" y="136"/>
                  <a:pt x="188" y="136"/>
                </a:cubicBezTo>
                <a:cubicBezTo>
                  <a:pt x="227" y="96"/>
                  <a:pt x="227" y="96"/>
                  <a:pt x="227" y="96"/>
                </a:cubicBezTo>
                <a:cubicBezTo>
                  <a:pt x="188" y="57"/>
                  <a:pt x="188" y="57"/>
                  <a:pt x="188" y="57"/>
                </a:cubicBezTo>
                <a:cubicBezTo>
                  <a:pt x="188" y="57"/>
                  <a:pt x="188" y="57"/>
                  <a:pt x="188" y="57"/>
                </a:cubicBezTo>
                <a:cubicBezTo>
                  <a:pt x="185" y="54"/>
                  <a:pt x="184" y="51"/>
                  <a:pt x="184" y="48"/>
                </a:cubicBezTo>
                <a:cubicBezTo>
                  <a:pt x="184" y="41"/>
                  <a:pt x="189" y="36"/>
                  <a:pt x="196" y="36"/>
                </a:cubicBezTo>
                <a:cubicBezTo>
                  <a:pt x="199" y="36"/>
                  <a:pt x="202" y="37"/>
                  <a:pt x="205" y="40"/>
                </a:cubicBezTo>
                <a:cubicBezTo>
                  <a:pt x="205" y="40"/>
                  <a:pt x="205" y="40"/>
                  <a:pt x="205" y="40"/>
                </a:cubicBezTo>
                <a:cubicBezTo>
                  <a:pt x="252" y="87"/>
                  <a:pt x="252" y="87"/>
                  <a:pt x="252" y="87"/>
                </a:cubicBezTo>
                <a:cubicBezTo>
                  <a:pt x="254" y="89"/>
                  <a:pt x="256" y="92"/>
                  <a:pt x="256" y="96"/>
                </a:cubicBezTo>
                <a:cubicBezTo>
                  <a:pt x="256" y="99"/>
                  <a:pt x="255" y="102"/>
                  <a:pt x="252" y="105"/>
                </a:cubicBezTo>
                <a:moveTo>
                  <a:pt x="107" y="184"/>
                </a:moveTo>
                <a:cubicBezTo>
                  <a:pt x="106" y="189"/>
                  <a:pt x="101" y="192"/>
                  <a:pt x="96" y="192"/>
                </a:cubicBezTo>
                <a:cubicBezTo>
                  <a:pt x="89" y="192"/>
                  <a:pt x="84" y="187"/>
                  <a:pt x="84" y="180"/>
                </a:cubicBezTo>
                <a:cubicBezTo>
                  <a:pt x="84" y="178"/>
                  <a:pt x="84" y="177"/>
                  <a:pt x="85" y="176"/>
                </a:cubicBezTo>
                <a:cubicBezTo>
                  <a:pt x="149" y="8"/>
                  <a:pt x="149" y="8"/>
                  <a:pt x="149" y="8"/>
                </a:cubicBezTo>
                <a:cubicBezTo>
                  <a:pt x="150" y="3"/>
                  <a:pt x="155" y="0"/>
                  <a:pt x="160" y="0"/>
                </a:cubicBezTo>
                <a:cubicBezTo>
                  <a:pt x="167" y="0"/>
                  <a:pt x="172" y="5"/>
                  <a:pt x="172" y="12"/>
                </a:cubicBezTo>
                <a:cubicBezTo>
                  <a:pt x="172" y="14"/>
                  <a:pt x="172" y="15"/>
                  <a:pt x="171" y="16"/>
                </a:cubicBezTo>
                <a:lnTo>
                  <a:pt x="107" y="184"/>
                </a:lnTo>
                <a:close/>
                <a:moveTo>
                  <a:pt x="68" y="57"/>
                </a:moveTo>
                <a:cubicBezTo>
                  <a:pt x="29" y="96"/>
                  <a:pt x="29" y="96"/>
                  <a:pt x="29" y="9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71" y="138"/>
                  <a:pt x="72" y="141"/>
                  <a:pt x="72" y="144"/>
                </a:cubicBezTo>
                <a:cubicBezTo>
                  <a:pt x="72" y="151"/>
                  <a:pt x="67" y="156"/>
                  <a:pt x="60" y="156"/>
                </a:cubicBezTo>
                <a:cubicBezTo>
                  <a:pt x="57" y="156"/>
                  <a:pt x="54" y="155"/>
                  <a:pt x="52" y="153"/>
                </a:cubicBezTo>
                <a:cubicBezTo>
                  <a:pt x="52" y="153"/>
                  <a:pt x="52" y="153"/>
                  <a:pt x="52" y="153"/>
                </a:cubicBezTo>
                <a:cubicBezTo>
                  <a:pt x="4" y="105"/>
                  <a:pt x="4" y="105"/>
                  <a:pt x="4" y="105"/>
                </a:cubicBezTo>
                <a:cubicBezTo>
                  <a:pt x="4" y="105"/>
                  <a:pt x="4" y="105"/>
                  <a:pt x="4" y="105"/>
                </a:cubicBezTo>
                <a:cubicBezTo>
                  <a:pt x="1" y="102"/>
                  <a:pt x="0" y="99"/>
                  <a:pt x="0" y="96"/>
                </a:cubicBezTo>
                <a:cubicBezTo>
                  <a:pt x="0" y="92"/>
                  <a:pt x="2" y="89"/>
                  <a:pt x="4" y="87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4" y="37"/>
                  <a:pt x="57" y="36"/>
                  <a:pt x="60" y="36"/>
                </a:cubicBezTo>
                <a:cubicBezTo>
                  <a:pt x="67" y="36"/>
                  <a:pt x="72" y="41"/>
                  <a:pt x="72" y="48"/>
                </a:cubicBezTo>
                <a:cubicBezTo>
                  <a:pt x="72" y="51"/>
                  <a:pt x="71" y="54"/>
                  <a:pt x="68" y="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7" name="Google Shape;3417;p14"/>
          <p:cNvSpPr/>
          <p:nvPr/>
        </p:nvSpPr>
        <p:spPr>
          <a:xfrm>
            <a:off x="5484813" y="136525"/>
            <a:ext cx="404812" cy="406400"/>
          </a:xfrm>
          <a:custGeom>
            <a:rect b="b" l="l" r="r" t="t"/>
            <a:pathLst>
              <a:path extrusionOk="0" h="250" w="249">
                <a:moveTo>
                  <a:pt x="231" y="86"/>
                </a:moveTo>
                <a:cubicBezTo>
                  <a:pt x="198" y="119"/>
                  <a:pt x="198" y="119"/>
                  <a:pt x="198" y="119"/>
                </a:cubicBezTo>
                <a:cubicBezTo>
                  <a:pt x="185" y="131"/>
                  <a:pt x="168" y="136"/>
                  <a:pt x="152" y="131"/>
                </a:cubicBezTo>
                <a:cubicBezTo>
                  <a:pt x="180" y="103"/>
                  <a:pt x="180" y="103"/>
                  <a:pt x="180" y="103"/>
                </a:cubicBezTo>
                <a:cubicBezTo>
                  <a:pt x="180" y="103"/>
                  <a:pt x="180" y="103"/>
                  <a:pt x="181" y="102"/>
                </a:cubicBezTo>
                <a:cubicBezTo>
                  <a:pt x="214" y="69"/>
                  <a:pt x="214" y="69"/>
                  <a:pt x="214" y="69"/>
                </a:cubicBezTo>
                <a:cubicBezTo>
                  <a:pt x="223" y="60"/>
                  <a:pt x="223" y="45"/>
                  <a:pt x="214" y="35"/>
                </a:cubicBezTo>
                <a:cubicBezTo>
                  <a:pt x="205" y="26"/>
                  <a:pt x="190" y="26"/>
                  <a:pt x="181" y="35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4" y="82"/>
                  <a:pt x="118" y="64"/>
                  <a:pt x="131" y="52"/>
                </a:cubicBezTo>
                <a:cubicBezTo>
                  <a:pt x="164" y="19"/>
                  <a:pt x="164" y="19"/>
                  <a:pt x="164" y="19"/>
                </a:cubicBezTo>
                <a:cubicBezTo>
                  <a:pt x="183" y="0"/>
                  <a:pt x="212" y="0"/>
                  <a:pt x="231" y="19"/>
                </a:cubicBezTo>
                <a:cubicBezTo>
                  <a:pt x="249" y="37"/>
                  <a:pt x="249" y="67"/>
                  <a:pt x="231" y="86"/>
                </a:cubicBezTo>
                <a:moveTo>
                  <a:pt x="94" y="173"/>
                </a:moveTo>
                <a:cubicBezTo>
                  <a:pt x="94" y="173"/>
                  <a:pt x="94" y="173"/>
                  <a:pt x="94" y="173"/>
                </a:cubicBezTo>
                <a:cubicBezTo>
                  <a:pt x="91" y="176"/>
                  <a:pt x="88" y="177"/>
                  <a:pt x="85" y="177"/>
                </a:cubicBezTo>
                <a:cubicBezTo>
                  <a:pt x="78" y="177"/>
                  <a:pt x="73" y="172"/>
                  <a:pt x="73" y="165"/>
                </a:cubicBezTo>
                <a:cubicBezTo>
                  <a:pt x="73" y="162"/>
                  <a:pt x="75" y="158"/>
                  <a:pt x="77" y="156"/>
                </a:cubicBezTo>
                <a:cubicBezTo>
                  <a:pt x="156" y="77"/>
                  <a:pt x="156" y="77"/>
                  <a:pt x="156" y="77"/>
                </a:cubicBezTo>
                <a:cubicBezTo>
                  <a:pt x="158" y="75"/>
                  <a:pt x="162" y="73"/>
                  <a:pt x="165" y="73"/>
                </a:cubicBezTo>
                <a:cubicBezTo>
                  <a:pt x="172" y="73"/>
                  <a:pt x="177" y="78"/>
                  <a:pt x="177" y="85"/>
                </a:cubicBezTo>
                <a:cubicBezTo>
                  <a:pt x="177" y="88"/>
                  <a:pt x="176" y="91"/>
                  <a:pt x="174" y="93"/>
                </a:cubicBezTo>
                <a:cubicBezTo>
                  <a:pt x="174" y="93"/>
                  <a:pt x="174" y="93"/>
                  <a:pt x="174" y="93"/>
                </a:cubicBezTo>
                <a:lnTo>
                  <a:pt x="94" y="173"/>
                </a:lnTo>
                <a:close/>
                <a:moveTo>
                  <a:pt x="69" y="147"/>
                </a:moveTo>
                <a:cubicBezTo>
                  <a:pt x="35" y="181"/>
                  <a:pt x="35" y="181"/>
                  <a:pt x="35" y="181"/>
                </a:cubicBezTo>
                <a:cubicBezTo>
                  <a:pt x="26" y="190"/>
                  <a:pt x="26" y="205"/>
                  <a:pt x="35" y="214"/>
                </a:cubicBezTo>
                <a:cubicBezTo>
                  <a:pt x="45" y="224"/>
                  <a:pt x="60" y="224"/>
                  <a:pt x="69" y="214"/>
                </a:cubicBezTo>
                <a:cubicBezTo>
                  <a:pt x="102" y="181"/>
                  <a:pt x="102" y="181"/>
                  <a:pt x="102" y="181"/>
                </a:cubicBezTo>
                <a:cubicBezTo>
                  <a:pt x="102" y="181"/>
                  <a:pt x="103" y="180"/>
                  <a:pt x="103" y="180"/>
                </a:cubicBezTo>
                <a:cubicBezTo>
                  <a:pt x="131" y="152"/>
                  <a:pt x="131" y="152"/>
                  <a:pt x="131" y="152"/>
                </a:cubicBezTo>
                <a:cubicBezTo>
                  <a:pt x="135" y="168"/>
                  <a:pt x="131" y="185"/>
                  <a:pt x="119" y="198"/>
                </a:cubicBezTo>
                <a:cubicBezTo>
                  <a:pt x="86" y="231"/>
                  <a:pt x="86" y="231"/>
                  <a:pt x="86" y="231"/>
                </a:cubicBezTo>
                <a:cubicBezTo>
                  <a:pt x="67" y="250"/>
                  <a:pt x="37" y="250"/>
                  <a:pt x="19" y="231"/>
                </a:cubicBezTo>
                <a:cubicBezTo>
                  <a:pt x="0" y="213"/>
                  <a:pt x="0" y="183"/>
                  <a:pt x="19" y="164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65" y="118"/>
                  <a:pt x="82" y="114"/>
                  <a:pt x="98" y="118"/>
                </a:cubicBezTo>
                <a:cubicBezTo>
                  <a:pt x="69" y="147"/>
                  <a:pt x="69" y="147"/>
                  <a:pt x="69" y="147"/>
                </a:cubicBezTo>
                <a:cubicBezTo>
                  <a:pt x="69" y="147"/>
                  <a:pt x="69" y="147"/>
                  <a:pt x="69" y="147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14"/>
          <p:cNvSpPr/>
          <p:nvPr/>
        </p:nvSpPr>
        <p:spPr>
          <a:xfrm>
            <a:off x="4803775" y="150813"/>
            <a:ext cx="312738" cy="377825"/>
          </a:xfrm>
          <a:custGeom>
            <a:rect b="b" l="l" r="r" t="t"/>
            <a:pathLst>
              <a:path extrusionOk="0" h="232" w="192">
                <a:moveTo>
                  <a:pt x="0" y="36"/>
                </a:moveTo>
                <a:cubicBezTo>
                  <a:pt x="0" y="29"/>
                  <a:pt x="5" y="24"/>
                  <a:pt x="12" y="24"/>
                </a:cubicBezTo>
                <a:cubicBezTo>
                  <a:pt x="72" y="24"/>
                  <a:pt x="72" y="24"/>
                  <a:pt x="72" y="24"/>
                </a:cubicBezTo>
                <a:cubicBezTo>
                  <a:pt x="72" y="12"/>
                  <a:pt x="72" y="12"/>
                  <a:pt x="72" y="12"/>
                </a:cubicBezTo>
                <a:cubicBezTo>
                  <a:pt x="72" y="5"/>
                  <a:pt x="77" y="0"/>
                  <a:pt x="84" y="0"/>
                </a:cubicBezTo>
                <a:cubicBezTo>
                  <a:pt x="108" y="0"/>
                  <a:pt x="108" y="0"/>
                  <a:pt x="108" y="0"/>
                </a:cubicBezTo>
                <a:cubicBezTo>
                  <a:pt x="115" y="0"/>
                  <a:pt x="120" y="5"/>
                  <a:pt x="120" y="12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80" y="24"/>
                  <a:pt x="180" y="24"/>
                  <a:pt x="180" y="24"/>
                </a:cubicBezTo>
                <a:cubicBezTo>
                  <a:pt x="187" y="24"/>
                  <a:pt x="192" y="29"/>
                  <a:pt x="192" y="36"/>
                </a:cubicBezTo>
                <a:cubicBezTo>
                  <a:pt x="192" y="48"/>
                  <a:pt x="192" y="48"/>
                  <a:pt x="192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36"/>
                </a:lnTo>
                <a:close/>
                <a:moveTo>
                  <a:pt x="180" y="72"/>
                </a:moveTo>
                <a:cubicBezTo>
                  <a:pt x="180" y="96"/>
                  <a:pt x="180" y="96"/>
                  <a:pt x="180" y="96"/>
                </a:cubicBezTo>
                <a:cubicBezTo>
                  <a:pt x="180" y="220"/>
                  <a:pt x="180" y="220"/>
                  <a:pt x="180" y="220"/>
                </a:cubicBezTo>
                <a:cubicBezTo>
                  <a:pt x="180" y="227"/>
                  <a:pt x="175" y="232"/>
                  <a:pt x="168" y="232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17" y="232"/>
                  <a:pt x="12" y="227"/>
                  <a:pt x="12" y="220"/>
                </a:cubicBezTo>
                <a:cubicBezTo>
                  <a:pt x="12" y="96"/>
                  <a:pt x="12" y="96"/>
                  <a:pt x="12" y="96"/>
                </a:cubicBezTo>
                <a:cubicBezTo>
                  <a:pt x="12" y="72"/>
                  <a:pt x="12" y="72"/>
                  <a:pt x="12" y="72"/>
                </a:cubicBezTo>
                <a:cubicBezTo>
                  <a:pt x="12" y="60"/>
                  <a:pt x="12" y="60"/>
                  <a:pt x="12" y="60"/>
                </a:cubicBezTo>
                <a:cubicBezTo>
                  <a:pt x="180" y="60"/>
                  <a:pt x="180" y="60"/>
                  <a:pt x="180" y="60"/>
                </a:cubicBezTo>
                <a:lnTo>
                  <a:pt x="180" y="72"/>
                </a:lnTo>
                <a:close/>
                <a:moveTo>
                  <a:pt x="60" y="96"/>
                </a:moveTo>
                <a:cubicBezTo>
                  <a:pt x="60" y="89"/>
                  <a:pt x="55" y="84"/>
                  <a:pt x="48" y="84"/>
                </a:cubicBezTo>
                <a:cubicBezTo>
                  <a:pt x="41" y="84"/>
                  <a:pt x="36" y="89"/>
                  <a:pt x="36" y="96"/>
                </a:cubicBezTo>
                <a:cubicBezTo>
                  <a:pt x="36" y="196"/>
                  <a:pt x="36" y="196"/>
                  <a:pt x="36" y="196"/>
                </a:cubicBezTo>
                <a:cubicBezTo>
                  <a:pt x="36" y="203"/>
                  <a:pt x="41" y="208"/>
                  <a:pt x="48" y="208"/>
                </a:cubicBezTo>
                <a:cubicBezTo>
                  <a:pt x="55" y="208"/>
                  <a:pt x="60" y="203"/>
                  <a:pt x="60" y="196"/>
                </a:cubicBezTo>
                <a:lnTo>
                  <a:pt x="60" y="96"/>
                </a:lnTo>
                <a:close/>
                <a:moveTo>
                  <a:pt x="108" y="96"/>
                </a:moveTo>
                <a:cubicBezTo>
                  <a:pt x="108" y="89"/>
                  <a:pt x="103" y="84"/>
                  <a:pt x="96" y="84"/>
                </a:cubicBezTo>
                <a:cubicBezTo>
                  <a:pt x="89" y="84"/>
                  <a:pt x="84" y="89"/>
                  <a:pt x="84" y="96"/>
                </a:cubicBezTo>
                <a:cubicBezTo>
                  <a:pt x="84" y="196"/>
                  <a:pt x="84" y="196"/>
                  <a:pt x="84" y="196"/>
                </a:cubicBezTo>
                <a:cubicBezTo>
                  <a:pt x="84" y="203"/>
                  <a:pt x="89" y="208"/>
                  <a:pt x="96" y="208"/>
                </a:cubicBezTo>
                <a:cubicBezTo>
                  <a:pt x="103" y="208"/>
                  <a:pt x="108" y="203"/>
                  <a:pt x="108" y="196"/>
                </a:cubicBezTo>
                <a:lnTo>
                  <a:pt x="108" y="96"/>
                </a:lnTo>
                <a:close/>
                <a:moveTo>
                  <a:pt x="156" y="96"/>
                </a:moveTo>
                <a:cubicBezTo>
                  <a:pt x="156" y="89"/>
                  <a:pt x="151" y="84"/>
                  <a:pt x="144" y="84"/>
                </a:cubicBezTo>
                <a:cubicBezTo>
                  <a:pt x="137" y="84"/>
                  <a:pt x="132" y="89"/>
                  <a:pt x="132" y="96"/>
                </a:cubicBezTo>
                <a:cubicBezTo>
                  <a:pt x="132" y="196"/>
                  <a:pt x="132" y="196"/>
                  <a:pt x="132" y="196"/>
                </a:cubicBezTo>
                <a:cubicBezTo>
                  <a:pt x="132" y="203"/>
                  <a:pt x="137" y="208"/>
                  <a:pt x="144" y="208"/>
                </a:cubicBezTo>
                <a:cubicBezTo>
                  <a:pt x="151" y="208"/>
                  <a:pt x="156" y="203"/>
                  <a:pt x="156" y="196"/>
                </a:cubicBezTo>
                <a:lnTo>
                  <a:pt x="156" y="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14"/>
          <p:cNvSpPr/>
          <p:nvPr/>
        </p:nvSpPr>
        <p:spPr>
          <a:xfrm>
            <a:off x="4049713" y="131763"/>
            <a:ext cx="363537" cy="415925"/>
          </a:xfrm>
          <a:custGeom>
            <a:rect b="b" l="l" r="r" t="t"/>
            <a:pathLst>
              <a:path extrusionOk="0" h="256" w="224">
                <a:moveTo>
                  <a:pt x="212" y="132"/>
                </a:moveTo>
                <a:cubicBezTo>
                  <a:pt x="188" y="132"/>
                  <a:pt x="188" y="132"/>
                  <a:pt x="188" y="132"/>
                </a:cubicBezTo>
                <a:cubicBezTo>
                  <a:pt x="181" y="132"/>
                  <a:pt x="176" y="127"/>
                  <a:pt x="176" y="120"/>
                </a:cubicBezTo>
                <a:cubicBezTo>
                  <a:pt x="176" y="72"/>
                  <a:pt x="176" y="72"/>
                  <a:pt x="176" y="72"/>
                </a:cubicBezTo>
                <a:cubicBezTo>
                  <a:pt x="176" y="65"/>
                  <a:pt x="181" y="60"/>
                  <a:pt x="188" y="60"/>
                </a:cubicBezTo>
                <a:cubicBezTo>
                  <a:pt x="212" y="60"/>
                  <a:pt x="212" y="60"/>
                  <a:pt x="212" y="60"/>
                </a:cubicBezTo>
                <a:cubicBezTo>
                  <a:pt x="219" y="60"/>
                  <a:pt x="224" y="65"/>
                  <a:pt x="224" y="72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4" y="127"/>
                  <a:pt x="219" y="132"/>
                  <a:pt x="212" y="132"/>
                </a:cubicBezTo>
                <a:moveTo>
                  <a:pt x="188" y="12"/>
                </a:moveTo>
                <a:cubicBezTo>
                  <a:pt x="188" y="5"/>
                  <a:pt x="193" y="0"/>
                  <a:pt x="200" y="0"/>
                </a:cubicBezTo>
                <a:cubicBezTo>
                  <a:pt x="207" y="0"/>
                  <a:pt x="212" y="5"/>
                  <a:pt x="212" y="12"/>
                </a:cubicBezTo>
                <a:cubicBezTo>
                  <a:pt x="212" y="48"/>
                  <a:pt x="212" y="48"/>
                  <a:pt x="212" y="48"/>
                </a:cubicBezTo>
                <a:cubicBezTo>
                  <a:pt x="188" y="48"/>
                  <a:pt x="188" y="48"/>
                  <a:pt x="188" y="48"/>
                </a:cubicBezTo>
                <a:lnTo>
                  <a:pt x="188" y="12"/>
                </a:lnTo>
                <a:close/>
                <a:moveTo>
                  <a:pt x="124" y="196"/>
                </a:moveTo>
                <a:cubicBezTo>
                  <a:pt x="100" y="196"/>
                  <a:pt x="100" y="196"/>
                  <a:pt x="100" y="196"/>
                </a:cubicBezTo>
                <a:cubicBezTo>
                  <a:pt x="93" y="196"/>
                  <a:pt x="88" y="191"/>
                  <a:pt x="88" y="184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8" y="129"/>
                  <a:pt x="93" y="124"/>
                  <a:pt x="100" y="124"/>
                </a:cubicBezTo>
                <a:cubicBezTo>
                  <a:pt x="124" y="124"/>
                  <a:pt x="124" y="124"/>
                  <a:pt x="124" y="124"/>
                </a:cubicBezTo>
                <a:cubicBezTo>
                  <a:pt x="131" y="124"/>
                  <a:pt x="136" y="129"/>
                  <a:pt x="136" y="136"/>
                </a:cubicBezTo>
                <a:cubicBezTo>
                  <a:pt x="136" y="184"/>
                  <a:pt x="136" y="184"/>
                  <a:pt x="136" y="184"/>
                </a:cubicBezTo>
                <a:cubicBezTo>
                  <a:pt x="136" y="191"/>
                  <a:pt x="131" y="196"/>
                  <a:pt x="124" y="196"/>
                </a:cubicBezTo>
                <a:moveTo>
                  <a:pt x="100" y="12"/>
                </a:moveTo>
                <a:cubicBezTo>
                  <a:pt x="100" y="5"/>
                  <a:pt x="105" y="0"/>
                  <a:pt x="112" y="0"/>
                </a:cubicBezTo>
                <a:cubicBezTo>
                  <a:pt x="119" y="0"/>
                  <a:pt x="124" y="5"/>
                  <a:pt x="124" y="12"/>
                </a:cubicBezTo>
                <a:cubicBezTo>
                  <a:pt x="124" y="112"/>
                  <a:pt x="124" y="112"/>
                  <a:pt x="124" y="112"/>
                </a:cubicBezTo>
                <a:cubicBezTo>
                  <a:pt x="100" y="112"/>
                  <a:pt x="100" y="112"/>
                  <a:pt x="100" y="112"/>
                </a:cubicBezTo>
                <a:lnTo>
                  <a:pt x="100" y="12"/>
                </a:lnTo>
                <a:close/>
                <a:moveTo>
                  <a:pt x="36" y="164"/>
                </a:moveTo>
                <a:cubicBezTo>
                  <a:pt x="12" y="164"/>
                  <a:pt x="12" y="164"/>
                  <a:pt x="12" y="164"/>
                </a:cubicBezTo>
                <a:cubicBezTo>
                  <a:pt x="5" y="164"/>
                  <a:pt x="0" y="159"/>
                  <a:pt x="0" y="152"/>
                </a:cubicBezTo>
                <a:cubicBezTo>
                  <a:pt x="0" y="104"/>
                  <a:pt x="0" y="104"/>
                  <a:pt x="0" y="104"/>
                </a:cubicBezTo>
                <a:cubicBezTo>
                  <a:pt x="0" y="97"/>
                  <a:pt x="5" y="92"/>
                  <a:pt x="12" y="92"/>
                </a:cubicBezTo>
                <a:cubicBezTo>
                  <a:pt x="36" y="92"/>
                  <a:pt x="36" y="92"/>
                  <a:pt x="36" y="92"/>
                </a:cubicBezTo>
                <a:cubicBezTo>
                  <a:pt x="43" y="92"/>
                  <a:pt x="48" y="97"/>
                  <a:pt x="48" y="104"/>
                </a:cubicBezTo>
                <a:cubicBezTo>
                  <a:pt x="48" y="152"/>
                  <a:pt x="48" y="152"/>
                  <a:pt x="48" y="152"/>
                </a:cubicBezTo>
                <a:cubicBezTo>
                  <a:pt x="48" y="159"/>
                  <a:pt x="43" y="164"/>
                  <a:pt x="36" y="164"/>
                </a:cubicBezTo>
                <a:moveTo>
                  <a:pt x="12" y="12"/>
                </a:moveTo>
                <a:cubicBezTo>
                  <a:pt x="12" y="5"/>
                  <a:pt x="17" y="0"/>
                  <a:pt x="24" y="0"/>
                </a:cubicBezTo>
                <a:cubicBezTo>
                  <a:pt x="31" y="0"/>
                  <a:pt x="36" y="5"/>
                  <a:pt x="36" y="12"/>
                </a:cubicBezTo>
                <a:cubicBezTo>
                  <a:pt x="36" y="80"/>
                  <a:pt x="36" y="80"/>
                  <a:pt x="36" y="80"/>
                </a:cubicBezTo>
                <a:cubicBezTo>
                  <a:pt x="12" y="80"/>
                  <a:pt x="12" y="80"/>
                  <a:pt x="12" y="80"/>
                </a:cubicBezTo>
                <a:lnTo>
                  <a:pt x="12" y="12"/>
                </a:lnTo>
                <a:close/>
                <a:moveTo>
                  <a:pt x="36" y="244"/>
                </a:moveTo>
                <a:cubicBezTo>
                  <a:pt x="36" y="251"/>
                  <a:pt x="31" y="256"/>
                  <a:pt x="24" y="256"/>
                </a:cubicBezTo>
                <a:cubicBezTo>
                  <a:pt x="17" y="256"/>
                  <a:pt x="12" y="251"/>
                  <a:pt x="12" y="244"/>
                </a:cubicBezTo>
                <a:cubicBezTo>
                  <a:pt x="12" y="176"/>
                  <a:pt x="12" y="176"/>
                  <a:pt x="12" y="176"/>
                </a:cubicBezTo>
                <a:cubicBezTo>
                  <a:pt x="36" y="176"/>
                  <a:pt x="36" y="176"/>
                  <a:pt x="36" y="176"/>
                </a:cubicBezTo>
                <a:lnTo>
                  <a:pt x="36" y="244"/>
                </a:lnTo>
                <a:close/>
                <a:moveTo>
                  <a:pt x="124" y="244"/>
                </a:moveTo>
                <a:cubicBezTo>
                  <a:pt x="124" y="251"/>
                  <a:pt x="119" y="256"/>
                  <a:pt x="112" y="256"/>
                </a:cubicBezTo>
                <a:cubicBezTo>
                  <a:pt x="105" y="256"/>
                  <a:pt x="100" y="251"/>
                  <a:pt x="100" y="244"/>
                </a:cubicBezTo>
                <a:cubicBezTo>
                  <a:pt x="100" y="208"/>
                  <a:pt x="100" y="208"/>
                  <a:pt x="100" y="208"/>
                </a:cubicBezTo>
                <a:cubicBezTo>
                  <a:pt x="124" y="208"/>
                  <a:pt x="124" y="208"/>
                  <a:pt x="124" y="208"/>
                </a:cubicBezTo>
                <a:lnTo>
                  <a:pt x="124" y="244"/>
                </a:lnTo>
                <a:close/>
                <a:moveTo>
                  <a:pt x="212" y="244"/>
                </a:moveTo>
                <a:cubicBezTo>
                  <a:pt x="212" y="251"/>
                  <a:pt x="207" y="256"/>
                  <a:pt x="200" y="256"/>
                </a:cubicBezTo>
                <a:cubicBezTo>
                  <a:pt x="193" y="256"/>
                  <a:pt x="188" y="251"/>
                  <a:pt x="188" y="244"/>
                </a:cubicBezTo>
                <a:cubicBezTo>
                  <a:pt x="188" y="144"/>
                  <a:pt x="188" y="144"/>
                  <a:pt x="188" y="144"/>
                </a:cubicBezTo>
                <a:cubicBezTo>
                  <a:pt x="212" y="144"/>
                  <a:pt x="212" y="144"/>
                  <a:pt x="212" y="144"/>
                </a:cubicBezTo>
                <a:lnTo>
                  <a:pt x="212" y="2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0" name="Google Shape;3420;p14"/>
          <p:cNvSpPr/>
          <p:nvPr/>
        </p:nvSpPr>
        <p:spPr>
          <a:xfrm>
            <a:off x="3463925" y="177800"/>
            <a:ext cx="77788" cy="325438"/>
          </a:xfrm>
          <a:custGeom>
            <a:rect b="b" l="l" r="r" t="t"/>
            <a:pathLst>
              <a:path extrusionOk="0" h="200" w="48">
                <a:moveTo>
                  <a:pt x="0" y="176"/>
                </a:moveTo>
                <a:cubicBezTo>
                  <a:pt x="0" y="163"/>
                  <a:pt x="11" y="152"/>
                  <a:pt x="24" y="152"/>
                </a:cubicBezTo>
                <a:cubicBezTo>
                  <a:pt x="37" y="152"/>
                  <a:pt x="48" y="163"/>
                  <a:pt x="48" y="176"/>
                </a:cubicBezTo>
                <a:cubicBezTo>
                  <a:pt x="48" y="189"/>
                  <a:pt x="37" y="200"/>
                  <a:pt x="24" y="200"/>
                </a:cubicBezTo>
                <a:cubicBezTo>
                  <a:pt x="11" y="200"/>
                  <a:pt x="0" y="189"/>
                  <a:pt x="0" y="176"/>
                </a:cubicBezTo>
                <a:moveTo>
                  <a:pt x="0" y="100"/>
                </a:moveTo>
                <a:cubicBezTo>
                  <a:pt x="0" y="87"/>
                  <a:pt x="11" y="76"/>
                  <a:pt x="24" y="76"/>
                </a:cubicBezTo>
                <a:cubicBezTo>
                  <a:pt x="37" y="76"/>
                  <a:pt x="48" y="87"/>
                  <a:pt x="48" y="100"/>
                </a:cubicBezTo>
                <a:cubicBezTo>
                  <a:pt x="48" y="113"/>
                  <a:pt x="37" y="124"/>
                  <a:pt x="24" y="124"/>
                </a:cubicBezTo>
                <a:cubicBezTo>
                  <a:pt x="11" y="124"/>
                  <a:pt x="0" y="113"/>
                  <a:pt x="0" y="100"/>
                </a:cubicBezTo>
                <a:moveTo>
                  <a:pt x="0" y="24"/>
                </a:move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ubicBezTo>
                  <a:pt x="48" y="37"/>
                  <a:pt x="37" y="48"/>
                  <a:pt x="24" y="48"/>
                </a:cubicBezTo>
                <a:cubicBezTo>
                  <a:pt x="11" y="48"/>
                  <a:pt x="0" y="37"/>
                  <a:pt x="0" y="24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1" name="Google Shape;3421;p14"/>
          <p:cNvSpPr/>
          <p:nvPr/>
        </p:nvSpPr>
        <p:spPr>
          <a:xfrm>
            <a:off x="2566988" y="163513"/>
            <a:ext cx="415925" cy="352425"/>
          </a:xfrm>
          <a:custGeom>
            <a:rect b="b" l="l" r="r" t="t"/>
            <a:pathLst>
              <a:path extrusionOk="0" h="216" w="256"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84" y="88"/>
                </a:moveTo>
                <a:cubicBezTo>
                  <a:pt x="84" y="88"/>
                  <a:pt x="84" y="88"/>
                  <a:pt x="84" y="88"/>
                </a:cubicBezTo>
                <a:cubicBezTo>
                  <a:pt x="60" y="88"/>
                  <a:pt x="60" y="88"/>
                  <a:pt x="60" y="88"/>
                </a:cubicBezTo>
                <a:cubicBezTo>
                  <a:pt x="53" y="88"/>
                  <a:pt x="48" y="83"/>
                  <a:pt x="48" y="76"/>
                </a:cubicBezTo>
                <a:cubicBezTo>
                  <a:pt x="48" y="69"/>
                  <a:pt x="53" y="64"/>
                  <a:pt x="60" y="64"/>
                </a:cubicBezTo>
                <a:cubicBezTo>
                  <a:pt x="112" y="64"/>
                  <a:pt x="112" y="64"/>
                  <a:pt x="112" y="64"/>
                </a:cubicBezTo>
                <a:cubicBezTo>
                  <a:pt x="124" y="64"/>
                  <a:pt x="124" y="64"/>
                  <a:pt x="124" y="64"/>
                </a:cubicBezTo>
                <a:cubicBezTo>
                  <a:pt x="176" y="64"/>
                  <a:pt x="176" y="64"/>
                  <a:pt x="176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cubicBezTo>
                  <a:pt x="176" y="88"/>
                  <a:pt x="176" y="88"/>
                  <a:pt x="176" y="88"/>
                </a:cubicBezTo>
                <a:lnTo>
                  <a:pt x="84" y="88"/>
                </a:lnTo>
                <a:close/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moveTo>
                  <a:pt x="84" y="192"/>
                </a:moveTo>
                <a:cubicBezTo>
                  <a:pt x="124" y="192"/>
                  <a:pt x="124" y="192"/>
                  <a:pt x="124" y="192"/>
                </a:cubicBezTo>
                <a:cubicBezTo>
                  <a:pt x="176" y="192"/>
                  <a:pt x="176" y="192"/>
                  <a:pt x="176" y="192"/>
                </a:cubicBezTo>
                <a:cubicBezTo>
                  <a:pt x="244" y="192"/>
                  <a:pt x="244" y="192"/>
                  <a:pt x="244" y="192"/>
                </a:cubicBezTo>
                <a:cubicBezTo>
                  <a:pt x="251" y="192"/>
                  <a:pt x="256" y="197"/>
                  <a:pt x="256" y="204"/>
                </a:cubicBezTo>
                <a:cubicBezTo>
                  <a:pt x="256" y="211"/>
                  <a:pt x="251" y="216"/>
                  <a:pt x="244" y="216"/>
                </a:cubicBezTo>
                <a:cubicBezTo>
                  <a:pt x="124" y="216"/>
                  <a:pt x="124" y="216"/>
                  <a:pt x="124" y="216"/>
                </a:cubicBezTo>
                <a:cubicBezTo>
                  <a:pt x="84" y="216"/>
                  <a:pt x="84" y="216"/>
                  <a:pt x="84" y="216"/>
                </a:cubicBezTo>
                <a:cubicBezTo>
                  <a:pt x="77" y="216"/>
                  <a:pt x="72" y="211"/>
                  <a:pt x="72" y="204"/>
                </a:cubicBezTo>
                <a:cubicBezTo>
                  <a:pt x="72" y="197"/>
                  <a:pt x="77" y="192"/>
                  <a:pt x="84" y="1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2" name="Google Shape;3422;p14"/>
          <p:cNvSpPr/>
          <p:nvPr/>
        </p:nvSpPr>
        <p:spPr>
          <a:xfrm>
            <a:off x="1838325" y="163513"/>
            <a:ext cx="415925" cy="352425"/>
          </a:xfrm>
          <a:custGeom>
            <a:rect b="b" l="l" r="r" t="t"/>
            <a:pathLst>
              <a:path extrusionOk="0" h="216" w="256"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72" y="88"/>
                </a:moveTo>
                <a:cubicBezTo>
                  <a:pt x="172" y="88"/>
                  <a:pt x="172" y="88"/>
                  <a:pt x="172" y="88"/>
                </a:cubicBezTo>
                <a:cubicBezTo>
                  <a:pt x="152" y="88"/>
                  <a:pt x="152" y="88"/>
                  <a:pt x="152" y="88"/>
                </a:cubicBezTo>
                <a:cubicBezTo>
                  <a:pt x="104" y="88"/>
                  <a:pt x="104" y="88"/>
                  <a:pt x="104" y="88"/>
                </a:cubicBezTo>
                <a:cubicBezTo>
                  <a:pt x="84" y="88"/>
                  <a:pt x="84" y="88"/>
                  <a:pt x="84" y="88"/>
                </a:cubicBezTo>
                <a:cubicBezTo>
                  <a:pt x="84" y="88"/>
                  <a:pt x="84" y="88"/>
                  <a:pt x="84" y="88"/>
                </a:cubicBezTo>
                <a:cubicBezTo>
                  <a:pt x="60" y="88"/>
                  <a:pt x="60" y="88"/>
                  <a:pt x="60" y="88"/>
                </a:cubicBezTo>
                <a:cubicBezTo>
                  <a:pt x="53" y="88"/>
                  <a:pt x="48" y="83"/>
                  <a:pt x="48" y="76"/>
                </a:cubicBezTo>
                <a:cubicBezTo>
                  <a:pt x="48" y="69"/>
                  <a:pt x="53" y="64"/>
                  <a:pt x="60" y="64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203" y="64"/>
                  <a:pt x="208" y="69"/>
                  <a:pt x="208" y="76"/>
                </a:cubicBezTo>
                <a:cubicBezTo>
                  <a:pt x="208" y="83"/>
                  <a:pt x="203" y="88"/>
                  <a:pt x="196" y="88"/>
                </a:cubicBezTo>
                <a:lnTo>
                  <a:pt x="172" y="88"/>
                </a:lnTo>
                <a:close/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moveTo>
                  <a:pt x="84" y="192"/>
                </a:moveTo>
                <a:cubicBezTo>
                  <a:pt x="108" y="192"/>
                  <a:pt x="108" y="192"/>
                  <a:pt x="108" y="192"/>
                </a:cubicBezTo>
                <a:cubicBezTo>
                  <a:pt x="124" y="192"/>
                  <a:pt x="124" y="192"/>
                  <a:pt x="124" y="192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152" y="192"/>
                  <a:pt x="152" y="192"/>
                  <a:pt x="152" y="192"/>
                </a:cubicBezTo>
                <a:cubicBezTo>
                  <a:pt x="172" y="192"/>
                  <a:pt x="172" y="192"/>
                  <a:pt x="172" y="192"/>
                </a:cubicBezTo>
                <a:cubicBezTo>
                  <a:pt x="179" y="192"/>
                  <a:pt x="184" y="197"/>
                  <a:pt x="184" y="204"/>
                </a:cubicBezTo>
                <a:cubicBezTo>
                  <a:pt x="184" y="211"/>
                  <a:pt x="179" y="216"/>
                  <a:pt x="172" y="216"/>
                </a:cubicBezTo>
                <a:cubicBezTo>
                  <a:pt x="152" y="216"/>
                  <a:pt x="152" y="216"/>
                  <a:pt x="152" y="216"/>
                </a:cubicBezTo>
                <a:cubicBezTo>
                  <a:pt x="132" y="216"/>
                  <a:pt x="132" y="216"/>
                  <a:pt x="132" y="216"/>
                </a:cubicBezTo>
                <a:cubicBezTo>
                  <a:pt x="124" y="216"/>
                  <a:pt x="124" y="216"/>
                  <a:pt x="124" y="216"/>
                </a:cubicBezTo>
                <a:cubicBezTo>
                  <a:pt x="108" y="216"/>
                  <a:pt x="108" y="216"/>
                  <a:pt x="108" y="216"/>
                </a:cubicBezTo>
                <a:cubicBezTo>
                  <a:pt x="84" y="216"/>
                  <a:pt x="84" y="216"/>
                  <a:pt x="84" y="216"/>
                </a:cubicBezTo>
                <a:cubicBezTo>
                  <a:pt x="77" y="216"/>
                  <a:pt x="72" y="211"/>
                  <a:pt x="72" y="204"/>
                </a:cubicBezTo>
                <a:cubicBezTo>
                  <a:pt x="72" y="197"/>
                  <a:pt x="77" y="192"/>
                  <a:pt x="84" y="1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14"/>
          <p:cNvSpPr/>
          <p:nvPr/>
        </p:nvSpPr>
        <p:spPr>
          <a:xfrm>
            <a:off x="1109663" y="163513"/>
            <a:ext cx="415925" cy="352425"/>
          </a:xfrm>
          <a:custGeom>
            <a:rect b="b" l="l" r="r" t="t"/>
            <a:pathLst>
              <a:path extrusionOk="0" h="216" w="256"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2" y="64"/>
                </a:moveTo>
                <a:cubicBezTo>
                  <a:pt x="80" y="64"/>
                  <a:pt x="80" y="64"/>
                  <a:pt x="80" y="64"/>
                </a:cubicBezTo>
                <a:cubicBezTo>
                  <a:pt x="132" y="64"/>
                  <a:pt x="132" y="64"/>
                  <a:pt x="132" y="64"/>
                </a:cubicBezTo>
                <a:cubicBezTo>
                  <a:pt x="144" y="64"/>
                  <a:pt x="144" y="64"/>
                  <a:pt x="144" y="64"/>
                </a:cubicBezTo>
                <a:cubicBezTo>
                  <a:pt x="196" y="64"/>
                  <a:pt x="196" y="64"/>
                  <a:pt x="196" y="64"/>
                </a:cubicBezTo>
                <a:cubicBezTo>
                  <a:pt x="203" y="64"/>
                  <a:pt x="208" y="69"/>
                  <a:pt x="208" y="76"/>
                </a:cubicBezTo>
                <a:cubicBezTo>
                  <a:pt x="208" y="83"/>
                  <a:pt x="203" y="88"/>
                  <a:pt x="196" y="88"/>
                </a:cubicBezTo>
                <a:cubicBezTo>
                  <a:pt x="172" y="88"/>
                  <a:pt x="172" y="88"/>
                  <a:pt x="172" y="88"/>
                </a:cubicBezTo>
                <a:cubicBezTo>
                  <a:pt x="172" y="88"/>
                  <a:pt x="172" y="88"/>
                  <a:pt x="1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moveTo>
                  <a:pt x="12" y="128"/>
                </a:move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moveTo>
                  <a:pt x="12" y="192"/>
                </a:moveTo>
                <a:cubicBezTo>
                  <a:pt x="80" y="192"/>
                  <a:pt x="80" y="192"/>
                  <a:pt x="80" y="192"/>
                </a:cubicBezTo>
                <a:cubicBezTo>
                  <a:pt x="132" y="192"/>
                  <a:pt x="132" y="192"/>
                  <a:pt x="132" y="192"/>
                </a:cubicBezTo>
                <a:cubicBezTo>
                  <a:pt x="172" y="192"/>
                  <a:pt x="172" y="192"/>
                  <a:pt x="172" y="192"/>
                </a:cubicBezTo>
                <a:cubicBezTo>
                  <a:pt x="179" y="192"/>
                  <a:pt x="184" y="197"/>
                  <a:pt x="184" y="204"/>
                </a:cubicBezTo>
                <a:cubicBezTo>
                  <a:pt x="184" y="211"/>
                  <a:pt x="179" y="216"/>
                  <a:pt x="172" y="216"/>
                </a:cubicBezTo>
                <a:cubicBezTo>
                  <a:pt x="132" y="216"/>
                  <a:pt x="132" y="216"/>
                  <a:pt x="132" y="216"/>
                </a:cubicBezTo>
                <a:cubicBezTo>
                  <a:pt x="12" y="216"/>
                  <a:pt x="12" y="216"/>
                  <a:pt x="12" y="216"/>
                </a:cubicBezTo>
                <a:cubicBezTo>
                  <a:pt x="5" y="216"/>
                  <a:pt x="0" y="211"/>
                  <a:pt x="0" y="204"/>
                </a:cubicBezTo>
                <a:cubicBezTo>
                  <a:pt x="0" y="197"/>
                  <a:pt x="5" y="192"/>
                  <a:pt x="12" y="1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14"/>
          <p:cNvSpPr/>
          <p:nvPr/>
        </p:nvSpPr>
        <p:spPr>
          <a:xfrm>
            <a:off x="381000" y="163513"/>
            <a:ext cx="415925" cy="352425"/>
          </a:xfrm>
          <a:custGeom>
            <a:rect b="b" l="l" r="r" t="t"/>
            <a:pathLst>
              <a:path extrusionOk="0" h="216" w="256">
                <a:moveTo>
                  <a:pt x="244" y="152"/>
                </a:moveTo>
                <a:cubicBezTo>
                  <a:pt x="12" y="152"/>
                  <a:pt x="12" y="152"/>
                  <a:pt x="12" y="152"/>
                </a:cubicBezTo>
                <a:cubicBezTo>
                  <a:pt x="5" y="152"/>
                  <a:pt x="0" y="147"/>
                  <a:pt x="0" y="140"/>
                </a:cubicBezTo>
                <a:cubicBezTo>
                  <a:pt x="0" y="133"/>
                  <a:pt x="5" y="128"/>
                  <a:pt x="12" y="12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33"/>
                  <a:pt x="256" y="140"/>
                </a:cubicBezTo>
                <a:cubicBezTo>
                  <a:pt x="256" y="147"/>
                  <a:pt x="251" y="152"/>
                  <a:pt x="244" y="152"/>
                </a:cubicBezTo>
                <a:moveTo>
                  <a:pt x="244" y="88"/>
                </a:moveTo>
                <a:cubicBezTo>
                  <a:pt x="12" y="88"/>
                  <a:pt x="12" y="88"/>
                  <a:pt x="12" y="88"/>
                </a:cubicBezTo>
                <a:cubicBezTo>
                  <a:pt x="5" y="88"/>
                  <a:pt x="0" y="83"/>
                  <a:pt x="0" y="76"/>
                </a:cubicBezTo>
                <a:cubicBezTo>
                  <a:pt x="0" y="69"/>
                  <a:pt x="5" y="64"/>
                  <a:pt x="12" y="64"/>
                </a:cubicBezTo>
                <a:cubicBezTo>
                  <a:pt x="244" y="64"/>
                  <a:pt x="244" y="64"/>
                  <a:pt x="244" y="64"/>
                </a:cubicBezTo>
                <a:cubicBezTo>
                  <a:pt x="251" y="64"/>
                  <a:pt x="256" y="69"/>
                  <a:pt x="256" y="76"/>
                </a:cubicBezTo>
                <a:cubicBezTo>
                  <a:pt x="256" y="83"/>
                  <a:pt x="251" y="88"/>
                  <a:pt x="244" y="88"/>
                </a:cubicBezTo>
                <a:moveTo>
                  <a:pt x="244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12" y="192"/>
                </a:moveTo>
                <a:cubicBezTo>
                  <a:pt x="244" y="192"/>
                  <a:pt x="244" y="192"/>
                  <a:pt x="244" y="192"/>
                </a:cubicBezTo>
                <a:cubicBezTo>
                  <a:pt x="251" y="192"/>
                  <a:pt x="256" y="197"/>
                  <a:pt x="256" y="204"/>
                </a:cubicBezTo>
                <a:cubicBezTo>
                  <a:pt x="256" y="211"/>
                  <a:pt x="251" y="216"/>
                  <a:pt x="244" y="216"/>
                </a:cubicBezTo>
                <a:cubicBezTo>
                  <a:pt x="12" y="216"/>
                  <a:pt x="12" y="216"/>
                  <a:pt x="12" y="216"/>
                </a:cubicBezTo>
                <a:cubicBezTo>
                  <a:pt x="5" y="216"/>
                  <a:pt x="0" y="211"/>
                  <a:pt x="0" y="204"/>
                </a:cubicBezTo>
                <a:cubicBezTo>
                  <a:pt x="0" y="197"/>
                  <a:pt x="5" y="192"/>
                  <a:pt x="12" y="192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15"/>
          <p:cNvSpPr/>
          <p:nvPr/>
        </p:nvSpPr>
        <p:spPr>
          <a:xfrm>
            <a:off x="8478838" y="2527300"/>
            <a:ext cx="427037" cy="420688"/>
          </a:xfrm>
          <a:custGeom>
            <a:rect b="b" l="l" r="r" t="t"/>
            <a:pathLst>
              <a:path extrusionOk="0" h="256" w="260">
                <a:moveTo>
                  <a:pt x="254" y="123"/>
                </a:moveTo>
                <a:cubicBezTo>
                  <a:pt x="244" y="168"/>
                  <a:pt x="207" y="196"/>
                  <a:pt x="160" y="196"/>
                </a:cubicBezTo>
                <a:cubicBezTo>
                  <a:pt x="136" y="196"/>
                  <a:pt x="136" y="196"/>
                  <a:pt x="136" y="196"/>
                </a:cubicBezTo>
                <a:cubicBezTo>
                  <a:pt x="125" y="242"/>
                  <a:pt x="125" y="242"/>
                  <a:pt x="125" y="242"/>
                </a:cubicBezTo>
                <a:cubicBezTo>
                  <a:pt x="122" y="256"/>
                  <a:pt x="122" y="256"/>
                  <a:pt x="122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53" y="256"/>
                  <a:pt x="53" y="256"/>
                  <a:pt x="53" y="256"/>
                </a:cubicBezTo>
                <a:cubicBezTo>
                  <a:pt x="31" y="256"/>
                  <a:pt x="31" y="256"/>
                  <a:pt x="31" y="256"/>
                </a:cubicBezTo>
                <a:cubicBezTo>
                  <a:pt x="36" y="234"/>
                  <a:pt x="36" y="234"/>
                  <a:pt x="36" y="234"/>
                </a:cubicBezTo>
                <a:cubicBezTo>
                  <a:pt x="40" y="216"/>
                  <a:pt x="40" y="216"/>
                  <a:pt x="40" y="216"/>
                </a:cubicBezTo>
                <a:cubicBezTo>
                  <a:pt x="22" y="216"/>
                  <a:pt x="22" y="216"/>
                  <a:pt x="22" y="216"/>
                </a:cubicBezTo>
                <a:cubicBezTo>
                  <a:pt x="0" y="216"/>
                  <a:pt x="0" y="216"/>
                  <a:pt x="0" y="216"/>
                </a:cubicBezTo>
                <a:cubicBezTo>
                  <a:pt x="5" y="194"/>
                  <a:pt x="5" y="194"/>
                  <a:pt x="5" y="194"/>
                </a:cubicBezTo>
                <a:cubicBezTo>
                  <a:pt x="46" y="14"/>
                  <a:pt x="46" y="14"/>
                  <a:pt x="46" y="14"/>
                </a:cubicBezTo>
                <a:cubicBezTo>
                  <a:pt x="49" y="0"/>
                  <a:pt x="49" y="0"/>
                  <a:pt x="49" y="0"/>
                </a:cubicBezTo>
                <a:cubicBezTo>
                  <a:pt x="63" y="0"/>
                  <a:pt x="63" y="0"/>
                  <a:pt x="63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78" y="0"/>
                  <a:pt x="199" y="9"/>
                  <a:pt x="211" y="25"/>
                </a:cubicBezTo>
                <a:cubicBezTo>
                  <a:pt x="216" y="31"/>
                  <a:pt x="221" y="39"/>
                  <a:pt x="223" y="49"/>
                </a:cubicBezTo>
                <a:cubicBezTo>
                  <a:pt x="231" y="53"/>
                  <a:pt x="237" y="59"/>
                  <a:pt x="242" y="65"/>
                </a:cubicBezTo>
                <a:cubicBezTo>
                  <a:pt x="251" y="76"/>
                  <a:pt x="260" y="95"/>
                  <a:pt x="254" y="123"/>
                </a:cubicBezTo>
                <a:moveTo>
                  <a:pt x="207" y="61"/>
                </a:moveTo>
                <a:cubicBezTo>
                  <a:pt x="206" y="54"/>
                  <a:pt x="204" y="47"/>
                  <a:pt x="201" y="42"/>
                </a:cubicBezTo>
                <a:cubicBezTo>
                  <a:pt x="192" y="25"/>
                  <a:pt x="173" y="18"/>
                  <a:pt x="156" y="18"/>
                </a:cubicBezTo>
                <a:cubicBezTo>
                  <a:pt x="63" y="18"/>
                  <a:pt x="63" y="18"/>
                  <a:pt x="63" y="18"/>
                </a:cubicBezTo>
                <a:cubicBezTo>
                  <a:pt x="22" y="198"/>
                  <a:pt x="22" y="198"/>
                  <a:pt x="22" y="198"/>
                </a:cubicBezTo>
                <a:cubicBezTo>
                  <a:pt x="44" y="198"/>
                  <a:pt x="44" y="198"/>
                  <a:pt x="44" y="198"/>
                </a:cubicBezTo>
                <a:cubicBezTo>
                  <a:pt x="63" y="198"/>
                  <a:pt x="63" y="198"/>
                  <a:pt x="63" y="198"/>
                </a:cubicBezTo>
                <a:cubicBezTo>
                  <a:pt x="77" y="198"/>
                  <a:pt x="77" y="198"/>
                  <a:pt x="77" y="198"/>
                </a:cubicBezTo>
                <a:cubicBezTo>
                  <a:pt x="90" y="138"/>
                  <a:pt x="90" y="138"/>
                  <a:pt x="90" y="138"/>
                </a:cubicBezTo>
                <a:cubicBezTo>
                  <a:pt x="129" y="138"/>
                  <a:pt x="129" y="138"/>
                  <a:pt x="129" y="138"/>
                </a:cubicBezTo>
                <a:cubicBezTo>
                  <a:pt x="129" y="138"/>
                  <a:pt x="130" y="138"/>
                  <a:pt x="130" y="138"/>
                </a:cubicBezTo>
                <a:cubicBezTo>
                  <a:pt x="152" y="138"/>
                  <a:pt x="172" y="130"/>
                  <a:pt x="186" y="115"/>
                </a:cubicBezTo>
                <a:cubicBezTo>
                  <a:pt x="195" y="106"/>
                  <a:pt x="202" y="94"/>
                  <a:pt x="205" y="79"/>
                </a:cubicBezTo>
                <a:cubicBezTo>
                  <a:pt x="207" y="73"/>
                  <a:pt x="207" y="67"/>
                  <a:pt x="207" y="61"/>
                </a:cubicBezTo>
                <a:moveTo>
                  <a:pt x="225" y="72"/>
                </a:moveTo>
                <a:cubicBezTo>
                  <a:pt x="224" y="76"/>
                  <a:pt x="224" y="79"/>
                  <a:pt x="223" y="83"/>
                </a:cubicBezTo>
                <a:cubicBezTo>
                  <a:pt x="213" y="127"/>
                  <a:pt x="176" y="156"/>
                  <a:pt x="129" y="156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94" y="202"/>
                  <a:pt x="94" y="202"/>
                  <a:pt x="94" y="202"/>
                </a:cubicBezTo>
                <a:cubicBezTo>
                  <a:pt x="91" y="216"/>
                  <a:pt x="91" y="216"/>
                  <a:pt x="91" y="216"/>
                </a:cubicBezTo>
                <a:cubicBezTo>
                  <a:pt x="77" y="216"/>
                  <a:pt x="77" y="216"/>
                  <a:pt x="77" y="216"/>
                </a:cubicBezTo>
                <a:cubicBezTo>
                  <a:pt x="59" y="216"/>
                  <a:pt x="59" y="216"/>
                  <a:pt x="59" y="216"/>
                </a:cubicBezTo>
                <a:cubicBezTo>
                  <a:pt x="53" y="238"/>
                  <a:pt x="53" y="238"/>
                  <a:pt x="53" y="238"/>
                </a:cubicBezTo>
                <a:cubicBezTo>
                  <a:pt x="108" y="238"/>
                  <a:pt x="108" y="238"/>
                  <a:pt x="108" y="238"/>
                </a:cubicBezTo>
                <a:cubicBezTo>
                  <a:pt x="121" y="179"/>
                  <a:pt x="121" y="179"/>
                  <a:pt x="121" y="179"/>
                </a:cubicBezTo>
                <a:cubicBezTo>
                  <a:pt x="160" y="179"/>
                  <a:pt x="160" y="179"/>
                  <a:pt x="160" y="179"/>
                </a:cubicBezTo>
                <a:cubicBezTo>
                  <a:pt x="197" y="179"/>
                  <a:pt x="228" y="157"/>
                  <a:pt x="236" y="119"/>
                </a:cubicBezTo>
                <a:cubicBezTo>
                  <a:pt x="241" y="98"/>
                  <a:pt x="235" y="82"/>
                  <a:pt x="225" y="72"/>
                </a:cubicBezTo>
                <a:moveTo>
                  <a:pt x="145" y="95"/>
                </a:moveTo>
                <a:cubicBezTo>
                  <a:pt x="143" y="96"/>
                  <a:pt x="141" y="98"/>
                  <a:pt x="140" y="99"/>
                </a:cubicBezTo>
                <a:cubicBezTo>
                  <a:pt x="135" y="102"/>
                  <a:pt x="129" y="104"/>
                  <a:pt x="123" y="104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9" y="58"/>
                  <a:pt x="109" y="58"/>
                  <a:pt x="109" y="58"/>
                </a:cubicBezTo>
                <a:cubicBezTo>
                  <a:pt x="109" y="54"/>
                  <a:pt x="109" y="54"/>
                  <a:pt x="109" y="54"/>
                </a:cubicBezTo>
                <a:cubicBezTo>
                  <a:pt x="136" y="54"/>
                  <a:pt x="136" y="54"/>
                  <a:pt x="136" y="54"/>
                </a:cubicBezTo>
                <a:cubicBezTo>
                  <a:pt x="141" y="54"/>
                  <a:pt x="145" y="56"/>
                  <a:pt x="148" y="58"/>
                </a:cubicBezTo>
                <a:cubicBezTo>
                  <a:pt x="154" y="62"/>
                  <a:pt x="157" y="70"/>
                  <a:pt x="154" y="79"/>
                </a:cubicBezTo>
                <a:cubicBezTo>
                  <a:pt x="153" y="85"/>
                  <a:pt x="149" y="91"/>
                  <a:pt x="145" y="95"/>
                </a:cubicBezTo>
                <a:moveTo>
                  <a:pt x="137" y="72"/>
                </a:moveTo>
                <a:cubicBezTo>
                  <a:pt x="137" y="72"/>
                  <a:pt x="137" y="72"/>
                  <a:pt x="136" y="72"/>
                </a:cubicBezTo>
                <a:cubicBezTo>
                  <a:pt x="124" y="72"/>
                  <a:pt x="124" y="72"/>
                  <a:pt x="124" y="72"/>
                </a:cubicBezTo>
                <a:cubicBezTo>
                  <a:pt x="120" y="86"/>
                  <a:pt x="120" y="86"/>
                  <a:pt x="120" y="86"/>
                </a:cubicBezTo>
                <a:cubicBezTo>
                  <a:pt x="123" y="86"/>
                  <a:pt x="123" y="86"/>
                  <a:pt x="123" y="86"/>
                </a:cubicBezTo>
                <a:cubicBezTo>
                  <a:pt x="129" y="86"/>
                  <a:pt x="135" y="81"/>
                  <a:pt x="137" y="75"/>
                </a:cubicBezTo>
                <a:cubicBezTo>
                  <a:pt x="137" y="75"/>
                  <a:pt x="137" y="75"/>
                  <a:pt x="137" y="75"/>
                </a:cubicBezTo>
                <a:cubicBezTo>
                  <a:pt x="137" y="74"/>
                  <a:pt x="137" y="74"/>
                  <a:pt x="137" y="74"/>
                </a:cubicBezTo>
                <a:cubicBezTo>
                  <a:pt x="137" y="73"/>
                  <a:pt x="137" y="73"/>
                  <a:pt x="137" y="7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15"/>
          <p:cNvSpPr/>
          <p:nvPr/>
        </p:nvSpPr>
        <p:spPr>
          <a:xfrm>
            <a:off x="7742238" y="2540000"/>
            <a:ext cx="420687" cy="401638"/>
          </a:xfrm>
          <a:custGeom>
            <a:rect b="b" l="l" r="r" t="t"/>
            <a:pathLst>
              <a:path extrusionOk="0" h="244" w="256">
                <a:moveTo>
                  <a:pt x="199" y="244"/>
                </a:moveTo>
                <a:cubicBezTo>
                  <a:pt x="199" y="155"/>
                  <a:pt x="199" y="155"/>
                  <a:pt x="199" y="155"/>
                </a:cubicBezTo>
                <a:cubicBezTo>
                  <a:pt x="199" y="137"/>
                  <a:pt x="194" y="119"/>
                  <a:pt x="172" y="119"/>
                </a:cubicBezTo>
                <a:cubicBezTo>
                  <a:pt x="151" y="119"/>
                  <a:pt x="142" y="137"/>
                  <a:pt x="142" y="156"/>
                </a:cubicBezTo>
                <a:cubicBezTo>
                  <a:pt x="142" y="244"/>
                  <a:pt x="142" y="244"/>
                  <a:pt x="142" y="244"/>
                </a:cubicBezTo>
                <a:cubicBezTo>
                  <a:pt x="85" y="244"/>
                  <a:pt x="85" y="244"/>
                  <a:pt x="85" y="244"/>
                </a:cubicBezTo>
                <a:cubicBezTo>
                  <a:pt x="85" y="81"/>
                  <a:pt x="85" y="81"/>
                  <a:pt x="85" y="81"/>
                </a:cubicBezTo>
                <a:cubicBezTo>
                  <a:pt x="142" y="81"/>
                  <a:pt x="142" y="81"/>
                  <a:pt x="142" y="81"/>
                </a:cubicBezTo>
                <a:cubicBezTo>
                  <a:pt x="142" y="103"/>
                  <a:pt x="142" y="103"/>
                  <a:pt x="142" y="103"/>
                </a:cubicBezTo>
                <a:cubicBezTo>
                  <a:pt x="157" y="84"/>
                  <a:pt x="170" y="76"/>
                  <a:pt x="194" y="76"/>
                </a:cubicBezTo>
                <a:cubicBezTo>
                  <a:pt x="217" y="76"/>
                  <a:pt x="256" y="87"/>
                  <a:pt x="256" y="152"/>
                </a:cubicBezTo>
                <a:cubicBezTo>
                  <a:pt x="256" y="244"/>
                  <a:pt x="256" y="244"/>
                  <a:pt x="256" y="244"/>
                </a:cubicBezTo>
                <a:lnTo>
                  <a:pt x="199" y="244"/>
                </a:lnTo>
                <a:close/>
                <a:moveTo>
                  <a:pt x="32" y="57"/>
                </a:moveTo>
                <a:cubicBezTo>
                  <a:pt x="14" y="57"/>
                  <a:pt x="0" y="45"/>
                  <a:pt x="0" y="29"/>
                </a:cubicBezTo>
                <a:cubicBezTo>
                  <a:pt x="0" y="13"/>
                  <a:pt x="14" y="0"/>
                  <a:pt x="32" y="0"/>
                </a:cubicBezTo>
                <a:cubicBezTo>
                  <a:pt x="50" y="0"/>
                  <a:pt x="64" y="13"/>
                  <a:pt x="64" y="29"/>
                </a:cubicBezTo>
                <a:cubicBezTo>
                  <a:pt x="64" y="45"/>
                  <a:pt x="50" y="57"/>
                  <a:pt x="32" y="57"/>
                </a:cubicBezTo>
                <a:moveTo>
                  <a:pt x="60" y="244"/>
                </a:moveTo>
                <a:cubicBezTo>
                  <a:pt x="3" y="244"/>
                  <a:pt x="3" y="244"/>
                  <a:pt x="3" y="244"/>
                </a:cubicBezTo>
                <a:cubicBezTo>
                  <a:pt x="3" y="81"/>
                  <a:pt x="3" y="81"/>
                  <a:pt x="3" y="81"/>
                </a:cubicBezTo>
                <a:cubicBezTo>
                  <a:pt x="60" y="81"/>
                  <a:pt x="60" y="81"/>
                  <a:pt x="60" y="81"/>
                </a:cubicBezTo>
                <a:lnTo>
                  <a:pt x="60" y="24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15"/>
          <p:cNvSpPr/>
          <p:nvPr/>
        </p:nvSpPr>
        <p:spPr>
          <a:xfrm>
            <a:off x="7005638" y="2527300"/>
            <a:ext cx="420687" cy="420688"/>
          </a:xfrm>
          <a:custGeom>
            <a:rect b="b" l="l" r="r" t="t"/>
            <a:pathLst>
              <a:path extrusionOk="0" h="256" w="256">
                <a:moveTo>
                  <a:pt x="198" y="235"/>
                </a:moveTo>
                <a:cubicBezTo>
                  <a:pt x="180" y="205"/>
                  <a:pt x="146" y="185"/>
                  <a:pt x="107" y="185"/>
                </a:cubicBezTo>
                <a:cubicBezTo>
                  <a:pt x="78" y="185"/>
                  <a:pt x="52" y="196"/>
                  <a:pt x="33" y="214"/>
                </a:cubicBezTo>
                <a:cubicBezTo>
                  <a:pt x="12" y="191"/>
                  <a:pt x="0" y="161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73"/>
                  <a:pt x="233" y="212"/>
                  <a:pt x="198" y="235"/>
                </a:cubicBezTo>
                <a:moveTo>
                  <a:pt x="65" y="163"/>
                </a:moveTo>
                <a:cubicBezTo>
                  <a:pt x="66" y="163"/>
                  <a:pt x="66" y="163"/>
                  <a:pt x="66" y="163"/>
                </a:cubicBezTo>
                <a:cubicBezTo>
                  <a:pt x="66" y="163"/>
                  <a:pt x="134" y="145"/>
                  <a:pt x="178" y="178"/>
                </a:cubicBezTo>
                <a:cubicBezTo>
                  <a:pt x="178" y="178"/>
                  <a:pt x="182" y="181"/>
                  <a:pt x="187" y="178"/>
                </a:cubicBezTo>
                <a:cubicBezTo>
                  <a:pt x="189" y="176"/>
                  <a:pt x="190" y="175"/>
                  <a:pt x="190" y="170"/>
                </a:cubicBezTo>
                <a:cubicBezTo>
                  <a:pt x="190" y="170"/>
                  <a:pt x="190" y="167"/>
                  <a:pt x="187" y="164"/>
                </a:cubicBezTo>
                <a:cubicBezTo>
                  <a:pt x="137" y="130"/>
                  <a:pt x="67" y="146"/>
                  <a:pt x="64" y="146"/>
                </a:cubicBezTo>
                <a:cubicBezTo>
                  <a:pt x="57" y="149"/>
                  <a:pt x="57" y="154"/>
                  <a:pt x="57" y="154"/>
                </a:cubicBezTo>
                <a:cubicBezTo>
                  <a:pt x="57" y="158"/>
                  <a:pt x="60" y="163"/>
                  <a:pt x="65" y="163"/>
                </a:cubicBezTo>
                <a:moveTo>
                  <a:pt x="60" y="127"/>
                </a:moveTo>
                <a:cubicBezTo>
                  <a:pt x="64" y="126"/>
                  <a:pt x="64" y="126"/>
                  <a:pt x="64" y="126"/>
                </a:cubicBezTo>
                <a:cubicBezTo>
                  <a:pt x="72" y="124"/>
                  <a:pt x="137" y="108"/>
                  <a:pt x="192" y="141"/>
                </a:cubicBezTo>
                <a:cubicBezTo>
                  <a:pt x="194" y="142"/>
                  <a:pt x="196" y="143"/>
                  <a:pt x="197" y="143"/>
                </a:cubicBezTo>
                <a:cubicBezTo>
                  <a:pt x="203" y="143"/>
                  <a:pt x="208" y="137"/>
                  <a:pt x="208" y="131"/>
                </a:cubicBezTo>
                <a:cubicBezTo>
                  <a:pt x="208" y="127"/>
                  <a:pt x="205" y="123"/>
                  <a:pt x="202" y="121"/>
                </a:cubicBezTo>
                <a:cubicBezTo>
                  <a:pt x="202" y="121"/>
                  <a:pt x="202" y="121"/>
                  <a:pt x="202" y="121"/>
                </a:cubicBezTo>
                <a:cubicBezTo>
                  <a:pt x="135" y="83"/>
                  <a:pt x="63" y="106"/>
                  <a:pt x="58" y="107"/>
                </a:cubicBezTo>
                <a:cubicBezTo>
                  <a:pt x="54" y="108"/>
                  <a:pt x="51" y="112"/>
                  <a:pt x="51" y="116"/>
                </a:cubicBezTo>
                <a:cubicBezTo>
                  <a:pt x="51" y="122"/>
                  <a:pt x="55" y="127"/>
                  <a:pt x="60" y="127"/>
                </a:cubicBezTo>
                <a:moveTo>
                  <a:pt x="220" y="82"/>
                </a:moveTo>
                <a:cubicBezTo>
                  <a:pt x="149" y="38"/>
                  <a:pt x="56" y="61"/>
                  <a:pt x="52" y="62"/>
                </a:cubicBezTo>
                <a:cubicBezTo>
                  <a:pt x="45" y="63"/>
                  <a:pt x="42" y="68"/>
                  <a:pt x="42" y="74"/>
                </a:cubicBezTo>
                <a:cubicBezTo>
                  <a:pt x="42" y="81"/>
                  <a:pt x="48" y="86"/>
                  <a:pt x="54" y="86"/>
                </a:cubicBezTo>
                <a:cubicBezTo>
                  <a:pt x="55" y="86"/>
                  <a:pt x="56" y="86"/>
                  <a:pt x="57" y="86"/>
                </a:cubicBezTo>
                <a:cubicBezTo>
                  <a:pt x="57" y="86"/>
                  <a:pt x="57" y="86"/>
                  <a:pt x="57" y="86"/>
                </a:cubicBezTo>
                <a:cubicBezTo>
                  <a:pt x="58" y="85"/>
                  <a:pt x="145" y="63"/>
                  <a:pt x="207" y="102"/>
                </a:cubicBezTo>
                <a:cubicBezTo>
                  <a:pt x="211" y="104"/>
                  <a:pt x="214" y="104"/>
                  <a:pt x="214" y="104"/>
                </a:cubicBezTo>
                <a:cubicBezTo>
                  <a:pt x="221" y="104"/>
                  <a:pt x="226" y="99"/>
                  <a:pt x="226" y="92"/>
                </a:cubicBezTo>
                <a:cubicBezTo>
                  <a:pt x="226" y="88"/>
                  <a:pt x="224" y="84"/>
                  <a:pt x="220" y="82"/>
                </a:cubicBezTo>
                <a:moveTo>
                  <a:pt x="157" y="252"/>
                </a:moveTo>
                <a:cubicBezTo>
                  <a:pt x="146" y="255"/>
                  <a:pt x="140" y="256"/>
                  <a:pt x="128" y="256"/>
                </a:cubicBezTo>
                <a:cubicBezTo>
                  <a:pt x="104" y="256"/>
                  <a:pt x="85" y="251"/>
                  <a:pt x="66" y="240"/>
                </a:cubicBezTo>
                <a:cubicBezTo>
                  <a:pt x="77" y="228"/>
                  <a:pt x="90" y="223"/>
                  <a:pt x="107" y="223"/>
                </a:cubicBezTo>
                <a:cubicBezTo>
                  <a:pt x="130" y="223"/>
                  <a:pt x="148" y="234"/>
                  <a:pt x="157" y="25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2" name="Google Shape;3432;p15"/>
          <p:cNvSpPr/>
          <p:nvPr/>
        </p:nvSpPr>
        <p:spPr>
          <a:xfrm>
            <a:off x="6269038" y="2592388"/>
            <a:ext cx="422275" cy="290512"/>
          </a:xfrm>
          <a:custGeom>
            <a:rect b="b" l="l" r="r" t="t"/>
            <a:pathLst>
              <a:path extrusionOk="0" h="176" w="256">
                <a:moveTo>
                  <a:pt x="217" y="0"/>
                </a:moveTo>
                <a:cubicBezTo>
                  <a:pt x="133" y="0"/>
                  <a:pt x="133" y="0"/>
                  <a:pt x="133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24" y="0"/>
                  <a:pt x="0" y="15"/>
                  <a:pt x="0" y="3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63"/>
                  <a:pt x="24" y="176"/>
                  <a:pt x="46" y="176"/>
                </a:cubicBezTo>
                <a:cubicBezTo>
                  <a:pt x="135" y="176"/>
                  <a:pt x="135" y="176"/>
                  <a:pt x="135" y="176"/>
                </a:cubicBezTo>
                <a:cubicBezTo>
                  <a:pt x="217" y="176"/>
                  <a:pt x="217" y="176"/>
                  <a:pt x="217" y="176"/>
                </a:cubicBezTo>
                <a:cubicBezTo>
                  <a:pt x="238" y="176"/>
                  <a:pt x="256" y="163"/>
                  <a:pt x="256" y="142"/>
                </a:cubicBezTo>
                <a:cubicBezTo>
                  <a:pt x="256" y="36"/>
                  <a:pt x="256" y="36"/>
                  <a:pt x="256" y="36"/>
                </a:cubicBezTo>
                <a:cubicBezTo>
                  <a:pt x="256" y="15"/>
                  <a:pt x="238" y="0"/>
                  <a:pt x="217" y="0"/>
                </a:cubicBezTo>
                <a:moveTo>
                  <a:pt x="111" y="129"/>
                </a:moveTo>
                <a:cubicBezTo>
                  <a:pt x="111" y="48"/>
                  <a:pt x="111" y="48"/>
                  <a:pt x="111" y="48"/>
                </a:cubicBezTo>
                <a:cubicBezTo>
                  <a:pt x="167" y="89"/>
                  <a:pt x="167" y="89"/>
                  <a:pt x="167" y="89"/>
                </a:cubicBezTo>
                <a:lnTo>
                  <a:pt x="111" y="1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3" name="Google Shape;3433;p15"/>
          <p:cNvSpPr/>
          <p:nvPr/>
        </p:nvSpPr>
        <p:spPr>
          <a:xfrm>
            <a:off x="5516563" y="2500313"/>
            <a:ext cx="444500" cy="427037"/>
          </a:xfrm>
          <a:custGeom>
            <a:rect b="b" l="l" r="r" t="t"/>
            <a:pathLst>
              <a:path extrusionOk="0" h="259" w="270">
                <a:moveTo>
                  <a:pt x="231" y="164"/>
                </a:moveTo>
                <a:cubicBezTo>
                  <a:pt x="216" y="187"/>
                  <a:pt x="195" y="214"/>
                  <a:pt x="176" y="229"/>
                </a:cubicBezTo>
                <a:cubicBezTo>
                  <a:pt x="163" y="241"/>
                  <a:pt x="138" y="259"/>
                  <a:pt x="119" y="256"/>
                </a:cubicBezTo>
                <a:cubicBezTo>
                  <a:pt x="68" y="247"/>
                  <a:pt x="79" y="124"/>
                  <a:pt x="45" y="96"/>
                </a:cubicBezTo>
                <a:cubicBezTo>
                  <a:pt x="30" y="92"/>
                  <a:pt x="22" y="115"/>
                  <a:pt x="14" y="101"/>
                </a:cubicBezTo>
                <a:cubicBezTo>
                  <a:pt x="0" y="90"/>
                  <a:pt x="27" y="71"/>
                  <a:pt x="40" y="60"/>
                </a:cubicBezTo>
                <a:cubicBezTo>
                  <a:pt x="56" y="46"/>
                  <a:pt x="76" y="26"/>
                  <a:pt x="98" y="35"/>
                </a:cubicBezTo>
                <a:cubicBezTo>
                  <a:pt x="140" y="51"/>
                  <a:pt x="110" y="153"/>
                  <a:pt x="150" y="175"/>
                </a:cubicBezTo>
                <a:cubicBezTo>
                  <a:pt x="171" y="158"/>
                  <a:pt x="194" y="130"/>
                  <a:pt x="190" y="96"/>
                </a:cubicBezTo>
                <a:cubicBezTo>
                  <a:pt x="186" y="85"/>
                  <a:pt x="166" y="88"/>
                  <a:pt x="155" y="91"/>
                </a:cubicBezTo>
                <a:cubicBezTo>
                  <a:pt x="155" y="39"/>
                  <a:pt x="257" y="0"/>
                  <a:pt x="266" y="70"/>
                </a:cubicBezTo>
                <a:cubicBezTo>
                  <a:pt x="270" y="113"/>
                  <a:pt x="231" y="164"/>
                  <a:pt x="231" y="16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4" name="Google Shape;3434;p15"/>
          <p:cNvSpPr/>
          <p:nvPr/>
        </p:nvSpPr>
        <p:spPr>
          <a:xfrm>
            <a:off x="4797425" y="2559050"/>
            <a:ext cx="420688" cy="361950"/>
          </a:xfrm>
          <a:custGeom>
            <a:rect b="b" l="l" r="r" t="t"/>
            <a:pathLst>
              <a:path extrusionOk="0" h="220" w="256">
                <a:moveTo>
                  <a:pt x="216" y="55"/>
                </a:moveTo>
                <a:cubicBezTo>
                  <a:pt x="216" y="94"/>
                  <a:pt x="216" y="94"/>
                  <a:pt x="216" y="94"/>
                </a:cubicBezTo>
                <a:cubicBezTo>
                  <a:pt x="200" y="94"/>
                  <a:pt x="200" y="94"/>
                  <a:pt x="200" y="94"/>
                </a:cubicBezTo>
                <a:cubicBezTo>
                  <a:pt x="200" y="55"/>
                  <a:pt x="200" y="55"/>
                  <a:pt x="200" y="55"/>
                </a:cubicBezTo>
                <a:cubicBezTo>
                  <a:pt x="160" y="55"/>
                  <a:pt x="160" y="55"/>
                  <a:pt x="160" y="55"/>
                </a:cubicBezTo>
                <a:cubicBezTo>
                  <a:pt x="160" y="39"/>
                  <a:pt x="160" y="39"/>
                  <a:pt x="160" y="39"/>
                </a:cubicBezTo>
                <a:cubicBezTo>
                  <a:pt x="200" y="39"/>
                  <a:pt x="200" y="39"/>
                  <a:pt x="200" y="39"/>
                </a:cubicBezTo>
                <a:cubicBezTo>
                  <a:pt x="200" y="0"/>
                  <a:pt x="200" y="0"/>
                  <a:pt x="200" y="0"/>
                </a:cubicBezTo>
                <a:cubicBezTo>
                  <a:pt x="216" y="0"/>
                  <a:pt x="216" y="0"/>
                  <a:pt x="216" y="0"/>
                </a:cubicBezTo>
                <a:cubicBezTo>
                  <a:pt x="216" y="39"/>
                  <a:pt x="216" y="39"/>
                  <a:pt x="216" y="39"/>
                </a:cubicBezTo>
                <a:cubicBezTo>
                  <a:pt x="256" y="39"/>
                  <a:pt x="256" y="39"/>
                  <a:pt x="256" y="39"/>
                </a:cubicBezTo>
                <a:cubicBezTo>
                  <a:pt x="256" y="55"/>
                  <a:pt x="256" y="55"/>
                  <a:pt x="256" y="55"/>
                </a:cubicBezTo>
                <a:lnTo>
                  <a:pt x="216" y="55"/>
                </a:lnTo>
                <a:close/>
                <a:moveTo>
                  <a:pt x="105" y="16"/>
                </a:moveTo>
                <a:cubicBezTo>
                  <a:pt x="120" y="24"/>
                  <a:pt x="128" y="36"/>
                  <a:pt x="128" y="53"/>
                </a:cubicBezTo>
                <a:cubicBezTo>
                  <a:pt x="128" y="67"/>
                  <a:pt x="119" y="78"/>
                  <a:pt x="108" y="87"/>
                </a:cubicBezTo>
                <a:cubicBezTo>
                  <a:pt x="97" y="95"/>
                  <a:pt x="95" y="98"/>
                  <a:pt x="95" y="106"/>
                </a:cubicBezTo>
                <a:cubicBezTo>
                  <a:pt x="95" y="112"/>
                  <a:pt x="107" y="122"/>
                  <a:pt x="113" y="126"/>
                </a:cubicBezTo>
                <a:cubicBezTo>
                  <a:pt x="131" y="139"/>
                  <a:pt x="136" y="150"/>
                  <a:pt x="136" y="169"/>
                </a:cubicBezTo>
                <a:cubicBezTo>
                  <a:pt x="136" y="193"/>
                  <a:pt x="113" y="220"/>
                  <a:pt x="70" y="220"/>
                </a:cubicBezTo>
                <a:cubicBezTo>
                  <a:pt x="33" y="220"/>
                  <a:pt x="0" y="202"/>
                  <a:pt x="0" y="178"/>
                </a:cubicBezTo>
                <a:cubicBezTo>
                  <a:pt x="0" y="154"/>
                  <a:pt x="30" y="130"/>
                  <a:pt x="67" y="130"/>
                </a:cubicBezTo>
                <a:cubicBezTo>
                  <a:pt x="71" y="130"/>
                  <a:pt x="75" y="130"/>
                  <a:pt x="79" y="130"/>
                </a:cubicBezTo>
                <a:cubicBezTo>
                  <a:pt x="74" y="125"/>
                  <a:pt x="70" y="119"/>
                  <a:pt x="70" y="112"/>
                </a:cubicBezTo>
                <a:cubicBezTo>
                  <a:pt x="70" y="107"/>
                  <a:pt x="71" y="103"/>
                  <a:pt x="73" y="99"/>
                </a:cubicBezTo>
                <a:cubicBezTo>
                  <a:pt x="71" y="99"/>
                  <a:pt x="69" y="99"/>
                  <a:pt x="67" y="99"/>
                </a:cubicBezTo>
                <a:cubicBezTo>
                  <a:pt x="36" y="99"/>
                  <a:pt x="16" y="77"/>
                  <a:pt x="16" y="50"/>
                </a:cubicBezTo>
                <a:cubicBezTo>
                  <a:pt x="16" y="24"/>
                  <a:pt x="44" y="0"/>
                  <a:pt x="74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27" y="16"/>
                  <a:pt x="127" y="16"/>
                  <a:pt x="127" y="16"/>
                </a:cubicBezTo>
                <a:lnTo>
                  <a:pt x="105" y="16"/>
                </a:lnTo>
                <a:close/>
                <a:moveTo>
                  <a:pt x="74" y="137"/>
                </a:moveTo>
                <a:cubicBezTo>
                  <a:pt x="49" y="136"/>
                  <a:pt x="25" y="152"/>
                  <a:pt x="25" y="171"/>
                </a:cubicBezTo>
                <a:cubicBezTo>
                  <a:pt x="25" y="190"/>
                  <a:pt x="44" y="205"/>
                  <a:pt x="70" y="205"/>
                </a:cubicBezTo>
                <a:cubicBezTo>
                  <a:pt x="106" y="205"/>
                  <a:pt x="119" y="191"/>
                  <a:pt x="119" y="172"/>
                </a:cubicBezTo>
                <a:cubicBezTo>
                  <a:pt x="119" y="170"/>
                  <a:pt x="119" y="167"/>
                  <a:pt x="118" y="165"/>
                </a:cubicBezTo>
                <a:cubicBezTo>
                  <a:pt x="115" y="154"/>
                  <a:pt x="105" y="149"/>
                  <a:pt x="91" y="139"/>
                </a:cubicBezTo>
                <a:cubicBezTo>
                  <a:pt x="86" y="138"/>
                  <a:pt x="81" y="137"/>
                  <a:pt x="74" y="137"/>
                </a:cubicBezTo>
                <a:moveTo>
                  <a:pt x="104" y="53"/>
                </a:moveTo>
                <a:cubicBezTo>
                  <a:pt x="101" y="31"/>
                  <a:pt x="83" y="13"/>
                  <a:pt x="66" y="12"/>
                </a:cubicBezTo>
                <a:cubicBezTo>
                  <a:pt x="49" y="12"/>
                  <a:pt x="37" y="29"/>
                  <a:pt x="40" y="51"/>
                </a:cubicBezTo>
                <a:cubicBezTo>
                  <a:pt x="43" y="74"/>
                  <a:pt x="59" y="92"/>
                  <a:pt x="77" y="93"/>
                </a:cubicBezTo>
                <a:cubicBezTo>
                  <a:pt x="94" y="94"/>
                  <a:pt x="107" y="76"/>
                  <a:pt x="104" y="5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15"/>
          <p:cNvSpPr/>
          <p:nvPr/>
        </p:nvSpPr>
        <p:spPr>
          <a:xfrm>
            <a:off x="4060825" y="2527300"/>
            <a:ext cx="420688" cy="420688"/>
          </a:xfrm>
          <a:custGeom>
            <a:rect b="b" l="l" r="r" t="t"/>
            <a:pathLst>
              <a:path extrusionOk="0" h="256" w="256">
                <a:moveTo>
                  <a:pt x="177" y="173"/>
                </a:moveTo>
                <a:cubicBezTo>
                  <a:pt x="173" y="179"/>
                  <a:pt x="166" y="184"/>
                  <a:pt x="158" y="187"/>
                </a:cubicBezTo>
                <a:cubicBezTo>
                  <a:pt x="150" y="190"/>
                  <a:pt x="139" y="192"/>
                  <a:pt x="128" y="192"/>
                </a:cubicBezTo>
                <a:cubicBezTo>
                  <a:pt x="114" y="192"/>
                  <a:pt x="103" y="190"/>
                  <a:pt x="94" y="185"/>
                </a:cubicBezTo>
                <a:cubicBezTo>
                  <a:pt x="87" y="182"/>
                  <a:pt x="82" y="177"/>
                  <a:pt x="78" y="172"/>
                </a:cubicBezTo>
                <a:cubicBezTo>
                  <a:pt x="74" y="166"/>
                  <a:pt x="72" y="160"/>
                  <a:pt x="72" y="155"/>
                </a:cubicBezTo>
                <a:cubicBezTo>
                  <a:pt x="72" y="152"/>
                  <a:pt x="73" y="149"/>
                  <a:pt x="76" y="146"/>
                </a:cubicBezTo>
                <a:cubicBezTo>
                  <a:pt x="79" y="144"/>
                  <a:pt x="82" y="143"/>
                  <a:pt x="86" y="143"/>
                </a:cubicBezTo>
                <a:cubicBezTo>
                  <a:pt x="89" y="143"/>
                  <a:pt x="92" y="144"/>
                  <a:pt x="94" y="146"/>
                </a:cubicBezTo>
                <a:cubicBezTo>
                  <a:pt x="97" y="147"/>
                  <a:pt x="98" y="150"/>
                  <a:pt x="100" y="154"/>
                </a:cubicBezTo>
                <a:cubicBezTo>
                  <a:pt x="102" y="157"/>
                  <a:pt x="103" y="160"/>
                  <a:pt x="105" y="163"/>
                </a:cubicBezTo>
                <a:cubicBezTo>
                  <a:pt x="107" y="165"/>
                  <a:pt x="110" y="167"/>
                  <a:pt x="113" y="169"/>
                </a:cubicBezTo>
                <a:cubicBezTo>
                  <a:pt x="117" y="170"/>
                  <a:pt x="122" y="171"/>
                  <a:pt x="127" y="171"/>
                </a:cubicBezTo>
                <a:cubicBezTo>
                  <a:pt x="135" y="171"/>
                  <a:pt x="142" y="170"/>
                  <a:pt x="147" y="166"/>
                </a:cubicBezTo>
                <a:cubicBezTo>
                  <a:pt x="151" y="163"/>
                  <a:pt x="154" y="160"/>
                  <a:pt x="154" y="155"/>
                </a:cubicBezTo>
                <a:cubicBezTo>
                  <a:pt x="154" y="151"/>
                  <a:pt x="152" y="148"/>
                  <a:pt x="150" y="146"/>
                </a:cubicBezTo>
                <a:cubicBezTo>
                  <a:pt x="147" y="144"/>
                  <a:pt x="144" y="142"/>
                  <a:pt x="140" y="141"/>
                </a:cubicBezTo>
                <a:cubicBezTo>
                  <a:pt x="135" y="139"/>
                  <a:pt x="130" y="138"/>
                  <a:pt x="122" y="137"/>
                </a:cubicBezTo>
                <a:cubicBezTo>
                  <a:pt x="112" y="135"/>
                  <a:pt x="104" y="132"/>
                  <a:pt x="97" y="129"/>
                </a:cubicBezTo>
                <a:cubicBezTo>
                  <a:pt x="90" y="127"/>
                  <a:pt x="85" y="123"/>
                  <a:pt x="81" y="118"/>
                </a:cubicBezTo>
                <a:cubicBezTo>
                  <a:pt x="77" y="113"/>
                  <a:pt x="75" y="107"/>
                  <a:pt x="75" y="99"/>
                </a:cubicBezTo>
                <a:cubicBezTo>
                  <a:pt x="75" y="92"/>
                  <a:pt x="77" y="86"/>
                  <a:pt x="81" y="81"/>
                </a:cubicBezTo>
                <a:cubicBezTo>
                  <a:pt x="85" y="75"/>
                  <a:pt x="92" y="71"/>
                  <a:pt x="100" y="68"/>
                </a:cubicBezTo>
                <a:cubicBezTo>
                  <a:pt x="108" y="66"/>
                  <a:pt x="117" y="64"/>
                  <a:pt x="128" y="64"/>
                </a:cubicBezTo>
                <a:cubicBezTo>
                  <a:pt x="136" y="64"/>
                  <a:pt x="144" y="65"/>
                  <a:pt x="150" y="67"/>
                </a:cubicBezTo>
                <a:cubicBezTo>
                  <a:pt x="156" y="69"/>
                  <a:pt x="162" y="71"/>
                  <a:pt x="166" y="74"/>
                </a:cubicBezTo>
                <a:cubicBezTo>
                  <a:pt x="170" y="78"/>
                  <a:pt x="173" y="81"/>
                  <a:pt x="175" y="85"/>
                </a:cubicBezTo>
                <a:cubicBezTo>
                  <a:pt x="177" y="88"/>
                  <a:pt x="178" y="92"/>
                  <a:pt x="178" y="95"/>
                </a:cubicBezTo>
                <a:cubicBezTo>
                  <a:pt x="178" y="98"/>
                  <a:pt x="177" y="101"/>
                  <a:pt x="174" y="104"/>
                </a:cubicBezTo>
                <a:cubicBezTo>
                  <a:pt x="171" y="107"/>
                  <a:pt x="168" y="108"/>
                  <a:pt x="164" y="108"/>
                </a:cubicBezTo>
                <a:cubicBezTo>
                  <a:pt x="161" y="108"/>
                  <a:pt x="158" y="107"/>
                  <a:pt x="156" y="105"/>
                </a:cubicBezTo>
                <a:cubicBezTo>
                  <a:pt x="154" y="104"/>
                  <a:pt x="152" y="101"/>
                  <a:pt x="150" y="98"/>
                </a:cubicBezTo>
                <a:cubicBezTo>
                  <a:pt x="148" y="94"/>
                  <a:pt x="145" y="90"/>
                  <a:pt x="142" y="88"/>
                </a:cubicBezTo>
                <a:cubicBezTo>
                  <a:pt x="139" y="86"/>
                  <a:pt x="133" y="84"/>
                  <a:pt x="126" y="84"/>
                </a:cubicBezTo>
                <a:cubicBezTo>
                  <a:pt x="119" y="84"/>
                  <a:pt x="113" y="86"/>
                  <a:pt x="109" y="88"/>
                </a:cubicBezTo>
                <a:cubicBezTo>
                  <a:pt x="105" y="91"/>
                  <a:pt x="103" y="94"/>
                  <a:pt x="103" y="97"/>
                </a:cubicBezTo>
                <a:cubicBezTo>
                  <a:pt x="103" y="99"/>
                  <a:pt x="104" y="101"/>
                  <a:pt x="105" y="102"/>
                </a:cubicBezTo>
                <a:cubicBezTo>
                  <a:pt x="107" y="104"/>
                  <a:pt x="109" y="105"/>
                  <a:pt x="111" y="107"/>
                </a:cubicBezTo>
                <a:cubicBezTo>
                  <a:pt x="113" y="108"/>
                  <a:pt x="116" y="109"/>
                  <a:pt x="119" y="109"/>
                </a:cubicBezTo>
                <a:cubicBezTo>
                  <a:pt x="121" y="110"/>
                  <a:pt x="126" y="111"/>
                  <a:pt x="132" y="113"/>
                </a:cubicBezTo>
                <a:cubicBezTo>
                  <a:pt x="140" y="114"/>
                  <a:pt x="147" y="116"/>
                  <a:pt x="153" y="118"/>
                </a:cubicBezTo>
                <a:cubicBezTo>
                  <a:pt x="159" y="120"/>
                  <a:pt x="165" y="122"/>
                  <a:pt x="169" y="125"/>
                </a:cubicBezTo>
                <a:cubicBezTo>
                  <a:pt x="174" y="128"/>
                  <a:pt x="178" y="132"/>
                  <a:pt x="180" y="136"/>
                </a:cubicBezTo>
                <a:cubicBezTo>
                  <a:pt x="183" y="141"/>
                  <a:pt x="184" y="146"/>
                  <a:pt x="184" y="152"/>
                </a:cubicBezTo>
                <a:cubicBezTo>
                  <a:pt x="184" y="160"/>
                  <a:pt x="182" y="167"/>
                  <a:pt x="177" y="173"/>
                </a:cubicBezTo>
                <a:moveTo>
                  <a:pt x="256" y="192"/>
                </a:moveTo>
                <a:cubicBezTo>
                  <a:pt x="256" y="227"/>
                  <a:pt x="227" y="256"/>
                  <a:pt x="192" y="256"/>
                </a:cubicBezTo>
                <a:cubicBezTo>
                  <a:pt x="175" y="256"/>
                  <a:pt x="159" y="249"/>
                  <a:pt x="148" y="238"/>
                </a:cubicBezTo>
                <a:cubicBezTo>
                  <a:pt x="141" y="239"/>
                  <a:pt x="135" y="240"/>
                  <a:pt x="128" y="240"/>
                </a:cubicBezTo>
                <a:cubicBezTo>
                  <a:pt x="66" y="240"/>
                  <a:pt x="16" y="190"/>
                  <a:pt x="16" y="128"/>
                </a:cubicBezTo>
                <a:cubicBezTo>
                  <a:pt x="16" y="121"/>
                  <a:pt x="17" y="115"/>
                  <a:pt x="18" y="108"/>
                </a:cubicBezTo>
                <a:cubicBezTo>
                  <a:pt x="7" y="97"/>
                  <a:pt x="0" y="81"/>
                  <a:pt x="0" y="64"/>
                </a:cubicBezTo>
                <a:cubicBezTo>
                  <a:pt x="0" y="29"/>
                  <a:pt x="29" y="0"/>
                  <a:pt x="64" y="0"/>
                </a:cubicBezTo>
                <a:cubicBezTo>
                  <a:pt x="81" y="0"/>
                  <a:pt x="97" y="7"/>
                  <a:pt x="108" y="18"/>
                </a:cubicBezTo>
                <a:cubicBezTo>
                  <a:pt x="115" y="17"/>
                  <a:pt x="121" y="16"/>
                  <a:pt x="128" y="16"/>
                </a:cubicBezTo>
                <a:cubicBezTo>
                  <a:pt x="190" y="16"/>
                  <a:pt x="240" y="66"/>
                  <a:pt x="240" y="128"/>
                </a:cubicBezTo>
                <a:cubicBezTo>
                  <a:pt x="240" y="135"/>
                  <a:pt x="239" y="141"/>
                  <a:pt x="238" y="148"/>
                </a:cubicBezTo>
                <a:cubicBezTo>
                  <a:pt x="249" y="159"/>
                  <a:pt x="256" y="175"/>
                  <a:pt x="256" y="19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6" name="Google Shape;3436;p15"/>
          <p:cNvSpPr/>
          <p:nvPr/>
        </p:nvSpPr>
        <p:spPr>
          <a:xfrm>
            <a:off x="3324225" y="2559050"/>
            <a:ext cx="420688" cy="355600"/>
          </a:xfrm>
          <a:custGeom>
            <a:rect b="b" l="l" r="r" t="t"/>
            <a:pathLst>
              <a:path extrusionOk="0" h="216" w="256">
                <a:moveTo>
                  <a:pt x="166" y="89"/>
                </a:moveTo>
                <a:cubicBezTo>
                  <a:pt x="134" y="56"/>
                  <a:pt x="134" y="56"/>
                  <a:pt x="134" y="56"/>
                </a:cubicBezTo>
                <a:cubicBezTo>
                  <a:pt x="125" y="47"/>
                  <a:pt x="111" y="47"/>
                  <a:pt x="102" y="56"/>
                </a:cubicBezTo>
                <a:cubicBezTo>
                  <a:pt x="93" y="65"/>
                  <a:pt x="93" y="65"/>
                  <a:pt x="93" y="65"/>
                </a:cubicBezTo>
                <a:cubicBezTo>
                  <a:pt x="83" y="57"/>
                  <a:pt x="71" y="52"/>
                  <a:pt x="58" y="52"/>
                </a:cubicBezTo>
                <a:cubicBezTo>
                  <a:pt x="26" y="52"/>
                  <a:pt x="0" y="78"/>
                  <a:pt x="0" y="110"/>
                </a:cubicBezTo>
                <a:cubicBezTo>
                  <a:pt x="0" y="141"/>
                  <a:pt x="26" y="167"/>
                  <a:pt x="58" y="167"/>
                </a:cubicBezTo>
                <a:cubicBezTo>
                  <a:pt x="61" y="167"/>
                  <a:pt x="63" y="166"/>
                  <a:pt x="65" y="166"/>
                </a:cubicBezTo>
                <a:cubicBezTo>
                  <a:pt x="119" y="216"/>
                  <a:pt x="119" y="216"/>
                  <a:pt x="119" y="216"/>
                </a:cubicBezTo>
                <a:cubicBezTo>
                  <a:pt x="256" y="93"/>
                  <a:pt x="256" y="93"/>
                  <a:pt x="256" y="93"/>
                </a:cubicBezTo>
                <a:cubicBezTo>
                  <a:pt x="256" y="0"/>
                  <a:pt x="256" y="0"/>
                  <a:pt x="256" y="0"/>
                </a:cubicBezTo>
                <a:lnTo>
                  <a:pt x="166" y="89"/>
                </a:lnTo>
                <a:close/>
                <a:moveTo>
                  <a:pt x="59" y="152"/>
                </a:moveTo>
                <a:cubicBezTo>
                  <a:pt x="59" y="152"/>
                  <a:pt x="58" y="152"/>
                  <a:pt x="58" y="152"/>
                </a:cubicBezTo>
                <a:cubicBezTo>
                  <a:pt x="34" y="152"/>
                  <a:pt x="15" y="133"/>
                  <a:pt x="15" y="110"/>
                </a:cubicBezTo>
                <a:cubicBezTo>
                  <a:pt x="15" y="86"/>
                  <a:pt x="34" y="67"/>
                  <a:pt x="58" y="67"/>
                </a:cubicBezTo>
                <a:cubicBezTo>
                  <a:pt x="68" y="67"/>
                  <a:pt x="76" y="70"/>
                  <a:pt x="83" y="75"/>
                </a:cubicBezTo>
                <a:cubicBezTo>
                  <a:pt x="94" y="83"/>
                  <a:pt x="102" y="95"/>
                  <a:pt x="102" y="110"/>
                </a:cubicBezTo>
                <a:cubicBezTo>
                  <a:pt x="102" y="133"/>
                  <a:pt x="83" y="152"/>
                  <a:pt x="59" y="152"/>
                </a:cubicBezTo>
                <a:moveTo>
                  <a:pt x="239" y="90"/>
                </a:moveTo>
                <a:cubicBezTo>
                  <a:pt x="194" y="132"/>
                  <a:pt x="194" y="132"/>
                  <a:pt x="194" y="132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82" y="162"/>
                  <a:pt x="82" y="162"/>
                  <a:pt x="82" y="162"/>
                </a:cubicBezTo>
                <a:cubicBezTo>
                  <a:pt x="93" y="157"/>
                  <a:pt x="102" y="149"/>
                  <a:pt x="108" y="139"/>
                </a:cubicBezTo>
                <a:cubicBezTo>
                  <a:pt x="123" y="155"/>
                  <a:pt x="123" y="155"/>
                  <a:pt x="123" y="155"/>
                </a:cubicBezTo>
                <a:cubicBezTo>
                  <a:pt x="177" y="99"/>
                  <a:pt x="177" y="99"/>
                  <a:pt x="177" y="99"/>
                </a:cubicBezTo>
                <a:cubicBezTo>
                  <a:pt x="239" y="35"/>
                  <a:pt x="239" y="35"/>
                  <a:pt x="239" y="35"/>
                </a:cubicBezTo>
                <a:lnTo>
                  <a:pt x="239" y="9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15"/>
          <p:cNvSpPr/>
          <p:nvPr/>
        </p:nvSpPr>
        <p:spPr>
          <a:xfrm>
            <a:off x="2587625" y="2546350"/>
            <a:ext cx="420688" cy="388938"/>
          </a:xfrm>
          <a:custGeom>
            <a:rect b="b" l="l" r="r" t="t"/>
            <a:pathLst>
              <a:path extrusionOk="0" h="245" w="265">
                <a:moveTo>
                  <a:pt x="133" y="46"/>
                </a:moveTo>
                <a:lnTo>
                  <a:pt x="188" y="0"/>
                </a:lnTo>
                <a:lnTo>
                  <a:pt x="265" y="51"/>
                </a:lnTo>
                <a:lnTo>
                  <a:pt x="212" y="93"/>
                </a:lnTo>
                <a:lnTo>
                  <a:pt x="133" y="46"/>
                </a:lnTo>
                <a:close/>
                <a:moveTo>
                  <a:pt x="265" y="136"/>
                </a:moveTo>
                <a:lnTo>
                  <a:pt x="188" y="187"/>
                </a:lnTo>
                <a:lnTo>
                  <a:pt x="133" y="142"/>
                </a:lnTo>
                <a:lnTo>
                  <a:pt x="212" y="93"/>
                </a:lnTo>
                <a:lnTo>
                  <a:pt x="265" y="136"/>
                </a:lnTo>
                <a:close/>
                <a:moveTo>
                  <a:pt x="78" y="187"/>
                </a:moveTo>
                <a:lnTo>
                  <a:pt x="0" y="136"/>
                </a:lnTo>
                <a:lnTo>
                  <a:pt x="54" y="93"/>
                </a:lnTo>
                <a:lnTo>
                  <a:pt x="133" y="142"/>
                </a:lnTo>
                <a:lnTo>
                  <a:pt x="78" y="187"/>
                </a:lnTo>
                <a:close/>
                <a:moveTo>
                  <a:pt x="0" y="51"/>
                </a:moveTo>
                <a:lnTo>
                  <a:pt x="78" y="0"/>
                </a:lnTo>
                <a:lnTo>
                  <a:pt x="133" y="46"/>
                </a:lnTo>
                <a:lnTo>
                  <a:pt x="54" y="93"/>
                </a:lnTo>
                <a:lnTo>
                  <a:pt x="0" y="51"/>
                </a:lnTo>
                <a:close/>
                <a:moveTo>
                  <a:pt x="133" y="151"/>
                </a:moveTo>
                <a:lnTo>
                  <a:pt x="188" y="196"/>
                </a:lnTo>
                <a:lnTo>
                  <a:pt x="212" y="181"/>
                </a:lnTo>
                <a:lnTo>
                  <a:pt x="212" y="198"/>
                </a:lnTo>
                <a:lnTo>
                  <a:pt x="133" y="245"/>
                </a:lnTo>
                <a:lnTo>
                  <a:pt x="55" y="198"/>
                </a:lnTo>
                <a:lnTo>
                  <a:pt x="55" y="181"/>
                </a:lnTo>
                <a:lnTo>
                  <a:pt x="78" y="196"/>
                </a:lnTo>
                <a:lnTo>
                  <a:pt x="133" y="15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15"/>
          <p:cNvSpPr/>
          <p:nvPr/>
        </p:nvSpPr>
        <p:spPr>
          <a:xfrm>
            <a:off x="1930400" y="2527300"/>
            <a:ext cx="263525" cy="420688"/>
          </a:xfrm>
          <a:custGeom>
            <a:rect b="b" l="l" r="r" t="t"/>
            <a:pathLst>
              <a:path extrusionOk="0" h="256" w="160">
                <a:moveTo>
                  <a:pt x="160" y="242"/>
                </a:moveTo>
                <a:cubicBezTo>
                  <a:pt x="149" y="247"/>
                  <a:pt x="139" y="251"/>
                  <a:pt x="131" y="253"/>
                </a:cubicBezTo>
                <a:cubicBezTo>
                  <a:pt x="122" y="255"/>
                  <a:pt x="112" y="256"/>
                  <a:pt x="102" y="256"/>
                </a:cubicBezTo>
                <a:cubicBezTo>
                  <a:pt x="90" y="256"/>
                  <a:pt x="83" y="255"/>
                  <a:pt x="74" y="252"/>
                </a:cubicBezTo>
                <a:cubicBezTo>
                  <a:pt x="66" y="249"/>
                  <a:pt x="58" y="244"/>
                  <a:pt x="52" y="239"/>
                </a:cubicBezTo>
                <a:cubicBezTo>
                  <a:pt x="45" y="234"/>
                  <a:pt x="41" y="228"/>
                  <a:pt x="38" y="222"/>
                </a:cubicBezTo>
                <a:cubicBezTo>
                  <a:pt x="36" y="215"/>
                  <a:pt x="35" y="206"/>
                  <a:pt x="35" y="195"/>
                </a:cubicBezTo>
                <a:cubicBezTo>
                  <a:pt x="35" y="105"/>
                  <a:pt x="35" y="105"/>
                  <a:pt x="35" y="105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69"/>
                  <a:pt x="0" y="69"/>
                  <a:pt x="0" y="69"/>
                </a:cubicBezTo>
                <a:cubicBezTo>
                  <a:pt x="10" y="65"/>
                  <a:pt x="22" y="61"/>
                  <a:pt x="29" y="55"/>
                </a:cubicBezTo>
                <a:cubicBezTo>
                  <a:pt x="36" y="48"/>
                  <a:pt x="42" y="41"/>
                  <a:pt x="46" y="33"/>
                </a:cubicBezTo>
                <a:cubicBezTo>
                  <a:pt x="50" y="24"/>
                  <a:pt x="53" y="13"/>
                  <a:pt x="55" y="0"/>
                </a:cubicBezTo>
                <a:cubicBezTo>
                  <a:pt x="91" y="0"/>
                  <a:pt x="91" y="0"/>
                  <a:pt x="91" y="0"/>
                </a:cubicBezTo>
                <a:cubicBezTo>
                  <a:pt x="91" y="59"/>
                  <a:pt x="91" y="59"/>
                  <a:pt x="91" y="59"/>
                </a:cubicBezTo>
                <a:cubicBezTo>
                  <a:pt x="150" y="59"/>
                  <a:pt x="150" y="59"/>
                  <a:pt x="150" y="59"/>
                </a:cubicBezTo>
                <a:cubicBezTo>
                  <a:pt x="150" y="105"/>
                  <a:pt x="150" y="105"/>
                  <a:pt x="150" y="105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91" y="171"/>
                  <a:pt x="91" y="171"/>
                  <a:pt x="91" y="171"/>
                </a:cubicBezTo>
                <a:cubicBezTo>
                  <a:pt x="91" y="185"/>
                  <a:pt x="91" y="194"/>
                  <a:pt x="93" y="198"/>
                </a:cubicBezTo>
                <a:cubicBezTo>
                  <a:pt x="94" y="202"/>
                  <a:pt x="98" y="207"/>
                  <a:pt x="102" y="209"/>
                </a:cubicBezTo>
                <a:cubicBezTo>
                  <a:pt x="108" y="213"/>
                  <a:pt x="114" y="214"/>
                  <a:pt x="122" y="214"/>
                </a:cubicBezTo>
                <a:cubicBezTo>
                  <a:pt x="135" y="214"/>
                  <a:pt x="147" y="210"/>
                  <a:pt x="160" y="202"/>
                </a:cubicBezTo>
                <a:lnTo>
                  <a:pt x="16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15"/>
          <p:cNvSpPr/>
          <p:nvPr/>
        </p:nvSpPr>
        <p:spPr>
          <a:xfrm>
            <a:off x="1116013" y="2527300"/>
            <a:ext cx="420687" cy="420688"/>
          </a:xfrm>
          <a:custGeom>
            <a:rect b="b" l="l" r="r" t="t"/>
            <a:pathLst>
              <a:path extrusionOk="0" h="256" w="256">
                <a:moveTo>
                  <a:pt x="224" y="256"/>
                </a:moveTo>
                <a:cubicBezTo>
                  <a:pt x="32" y="256"/>
                  <a:pt x="32" y="256"/>
                  <a:pt x="32" y="256"/>
                </a:cubicBezTo>
                <a:cubicBezTo>
                  <a:pt x="14" y="256"/>
                  <a:pt x="0" y="242"/>
                  <a:pt x="0" y="224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224" y="0"/>
                  <a:pt x="224" y="0"/>
                  <a:pt x="224" y="0"/>
                </a:cubicBezTo>
                <a:cubicBezTo>
                  <a:pt x="242" y="0"/>
                  <a:pt x="256" y="14"/>
                  <a:pt x="256" y="32"/>
                </a:cubicBezTo>
                <a:cubicBezTo>
                  <a:pt x="256" y="224"/>
                  <a:pt x="256" y="224"/>
                  <a:pt x="256" y="224"/>
                </a:cubicBezTo>
                <a:cubicBezTo>
                  <a:pt x="256" y="242"/>
                  <a:pt x="242" y="256"/>
                  <a:pt x="224" y="256"/>
                </a:cubicBezTo>
                <a:moveTo>
                  <a:pt x="128" y="78"/>
                </a:moveTo>
                <a:cubicBezTo>
                  <a:pt x="108" y="78"/>
                  <a:pt x="91" y="90"/>
                  <a:pt x="83" y="107"/>
                </a:cubicBezTo>
                <a:cubicBezTo>
                  <a:pt x="83" y="107"/>
                  <a:pt x="83" y="107"/>
                  <a:pt x="83" y="107"/>
                </a:cubicBezTo>
                <a:cubicBezTo>
                  <a:pt x="83" y="107"/>
                  <a:pt x="83" y="108"/>
                  <a:pt x="83" y="108"/>
                </a:cubicBezTo>
                <a:cubicBezTo>
                  <a:pt x="82" y="109"/>
                  <a:pt x="82" y="110"/>
                  <a:pt x="81" y="111"/>
                </a:cubicBezTo>
                <a:cubicBezTo>
                  <a:pt x="81" y="111"/>
                  <a:pt x="81" y="112"/>
                  <a:pt x="81" y="113"/>
                </a:cubicBezTo>
                <a:cubicBezTo>
                  <a:pt x="81" y="114"/>
                  <a:pt x="80" y="115"/>
                  <a:pt x="80" y="116"/>
                </a:cubicBezTo>
                <a:cubicBezTo>
                  <a:pt x="80" y="116"/>
                  <a:pt x="80" y="117"/>
                  <a:pt x="80" y="118"/>
                </a:cubicBezTo>
                <a:cubicBezTo>
                  <a:pt x="79" y="119"/>
                  <a:pt x="79" y="120"/>
                  <a:pt x="79" y="121"/>
                </a:cubicBezTo>
                <a:cubicBezTo>
                  <a:pt x="79" y="122"/>
                  <a:pt x="79" y="122"/>
                  <a:pt x="79" y="123"/>
                </a:cubicBezTo>
                <a:cubicBezTo>
                  <a:pt x="79" y="124"/>
                  <a:pt x="78" y="126"/>
                  <a:pt x="78" y="128"/>
                </a:cubicBezTo>
                <a:cubicBezTo>
                  <a:pt x="78" y="155"/>
                  <a:pt x="101" y="178"/>
                  <a:pt x="128" y="178"/>
                </a:cubicBezTo>
                <a:cubicBezTo>
                  <a:pt x="155" y="178"/>
                  <a:pt x="178" y="155"/>
                  <a:pt x="178" y="128"/>
                </a:cubicBezTo>
                <a:cubicBezTo>
                  <a:pt x="178" y="126"/>
                  <a:pt x="177" y="124"/>
                  <a:pt x="177" y="123"/>
                </a:cubicBezTo>
                <a:cubicBezTo>
                  <a:pt x="177" y="122"/>
                  <a:pt x="177" y="122"/>
                  <a:pt x="177" y="121"/>
                </a:cubicBezTo>
                <a:cubicBezTo>
                  <a:pt x="177" y="120"/>
                  <a:pt x="177" y="119"/>
                  <a:pt x="176" y="118"/>
                </a:cubicBezTo>
                <a:cubicBezTo>
                  <a:pt x="176" y="117"/>
                  <a:pt x="176" y="116"/>
                  <a:pt x="176" y="116"/>
                </a:cubicBezTo>
                <a:cubicBezTo>
                  <a:pt x="176" y="115"/>
                  <a:pt x="175" y="114"/>
                  <a:pt x="175" y="113"/>
                </a:cubicBezTo>
                <a:cubicBezTo>
                  <a:pt x="175" y="112"/>
                  <a:pt x="175" y="111"/>
                  <a:pt x="175" y="111"/>
                </a:cubicBezTo>
                <a:cubicBezTo>
                  <a:pt x="174" y="110"/>
                  <a:pt x="174" y="109"/>
                  <a:pt x="173" y="108"/>
                </a:cubicBezTo>
                <a:cubicBezTo>
                  <a:pt x="173" y="108"/>
                  <a:pt x="173" y="107"/>
                  <a:pt x="173" y="107"/>
                </a:cubicBezTo>
                <a:cubicBezTo>
                  <a:pt x="173" y="107"/>
                  <a:pt x="173" y="107"/>
                  <a:pt x="173" y="107"/>
                </a:cubicBezTo>
                <a:cubicBezTo>
                  <a:pt x="165" y="90"/>
                  <a:pt x="148" y="78"/>
                  <a:pt x="128" y="78"/>
                </a:cubicBezTo>
                <a:moveTo>
                  <a:pt x="227" y="42"/>
                </a:moveTo>
                <a:cubicBezTo>
                  <a:pt x="227" y="35"/>
                  <a:pt x="221" y="29"/>
                  <a:pt x="214" y="29"/>
                </a:cubicBezTo>
                <a:cubicBezTo>
                  <a:pt x="189" y="29"/>
                  <a:pt x="189" y="29"/>
                  <a:pt x="189" y="29"/>
                </a:cubicBezTo>
                <a:cubicBezTo>
                  <a:pt x="182" y="29"/>
                  <a:pt x="176" y="35"/>
                  <a:pt x="176" y="42"/>
                </a:cubicBezTo>
                <a:cubicBezTo>
                  <a:pt x="176" y="67"/>
                  <a:pt x="176" y="67"/>
                  <a:pt x="176" y="67"/>
                </a:cubicBezTo>
                <a:cubicBezTo>
                  <a:pt x="176" y="74"/>
                  <a:pt x="182" y="80"/>
                  <a:pt x="189" y="80"/>
                </a:cubicBezTo>
                <a:cubicBezTo>
                  <a:pt x="214" y="80"/>
                  <a:pt x="214" y="80"/>
                  <a:pt x="214" y="80"/>
                </a:cubicBezTo>
                <a:cubicBezTo>
                  <a:pt x="221" y="80"/>
                  <a:pt x="227" y="74"/>
                  <a:pt x="227" y="67"/>
                </a:cubicBezTo>
                <a:lnTo>
                  <a:pt x="227" y="42"/>
                </a:lnTo>
                <a:close/>
                <a:moveTo>
                  <a:pt x="227" y="107"/>
                </a:moveTo>
                <a:cubicBezTo>
                  <a:pt x="204" y="107"/>
                  <a:pt x="204" y="107"/>
                  <a:pt x="204" y="107"/>
                </a:cubicBezTo>
                <a:cubicBezTo>
                  <a:pt x="205" y="114"/>
                  <a:pt x="206" y="121"/>
                  <a:pt x="206" y="128"/>
                </a:cubicBezTo>
                <a:cubicBezTo>
                  <a:pt x="206" y="171"/>
                  <a:pt x="171" y="206"/>
                  <a:pt x="128" y="206"/>
                </a:cubicBezTo>
                <a:cubicBezTo>
                  <a:pt x="85" y="206"/>
                  <a:pt x="50" y="171"/>
                  <a:pt x="50" y="128"/>
                </a:cubicBezTo>
                <a:cubicBezTo>
                  <a:pt x="50" y="121"/>
                  <a:pt x="51" y="114"/>
                  <a:pt x="52" y="107"/>
                </a:cubicBezTo>
                <a:cubicBezTo>
                  <a:pt x="29" y="107"/>
                  <a:pt x="29" y="107"/>
                  <a:pt x="29" y="107"/>
                </a:cubicBezTo>
                <a:cubicBezTo>
                  <a:pt x="29" y="214"/>
                  <a:pt x="29" y="214"/>
                  <a:pt x="29" y="214"/>
                </a:cubicBezTo>
                <a:cubicBezTo>
                  <a:pt x="29" y="221"/>
                  <a:pt x="35" y="227"/>
                  <a:pt x="42" y="227"/>
                </a:cubicBezTo>
                <a:cubicBezTo>
                  <a:pt x="214" y="227"/>
                  <a:pt x="214" y="227"/>
                  <a:pt x="214" y="227"/>
                </a:cubicBezTo>
                <a:cubicBezTo>
                  <a:pt x="221" y="227"/>
                  <a:pt x="227" y="221"/>
                  <a:pt x="227" y="214"/>
                </a:cubicBezTo>
                <a:lnTo>
                  <a:pt x="227" y="10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0" name="Google Shape;3440;p15"/>
          <p:cNvSpPr/>
          <p:nvPr/>
        </p:nvSpPr>
        <p:spPr>
          <a:xfrm>
            <a:off x="379413" y="2565400"/>
            <a:ext cx="420687" cy="346075"/>
          </a:xfrm>
          <a:custGeom>
            <a:rect b="b" l="l" r="r" t="t"/>
            <a:pathLst>
              <a:path extrusionOk="0" h="210" w="256">
                <a:moveTo>
                  <a:pt x="174" y="0"/>
                </a:moveTo>
                <a:cubicBezTo>
                  <a:pt x="194" y="0"/>
                  <a:pt x="205" y="7"/>
                  <a:pt x="216" y="16"/>
                </a:cubicBezTo>
                <a:cubicBezTo>
                  <a:pt x="224" y="16"/>
                  <a:pt x="236" y="11"/>
                  <a:pt x="243" y="7"/>
                </a:cubicBezTo>
                <a:cubicBezTo>
                  <a:pt x="245" y="6"/>
                  <a:pt x="247" y="5"/>
                  <a:pt x="249" y="4"/>
                </a:cubicBezTo>
                <a:cubicBezTo>
                  <a:pt x="245" y="14"/>
                  <a:pt x="240" y="22"/>
                  <a:pt x="232" y="29"/>
                </a:cubicBezTo>
                <a:cubicBezTo>
                  <a:pt x="230" y="30"/>
                  <a:pt x="229" y="32"/>
                  <a:pt x="226" y="33"/>
                </a:cubicBezTo>
                <a:cubicBezTo>
                  <a:pt x="226" y="33"/>
                  <a:pt x="226" y="33"/>
                  <a:pt x="226" y="33"/>
                </a:cubicBezTo>
                <a:cubicBezTo>
                  <a:pt x="238" y="33"/>
                  <a:pt x="247" y="27"/>
                  <a:pt x="256" y="25"/>
                </a:cubicBezTo>
                <a:cubicBezTo>
                  <a:pt x="256" y="25"/>
                  <a:pt x="256" y="25"/>
                  <a:pt x="256" y="25"/>
                </a:cubicBezTo>
                <a:cubicBezTo>
                  <a:pt x="251" y="32"/>
                  <a:pt x="245" y="40"/>
                  <a:pt x="238" y="45"/>
                </a:cubicBezTo>
                <a:cubicBezTo>
                  <a:pt x="235" y="47"/>
                  <a:pt x="233" y="50"/>
                  <a:pt x="230" y="52"/>
                </a:cubicBezTo>
                <a:cubicBezTo>
                  <a:pt x="230" y="64"/>
                  <a:pt x="230" y="75"/>
                  <a:pt x="228" y="85"/>
                </a:cubicBezTo>
                <a:cubicBezTo>
                  <a:pt x="214" y="144"/>
                  <a:pt x="180" y="184"/>
                  <a:pt x="125" y="202"/>
                </a:cubicBezTo>
                <a:cubicBezTo>
                  <a:pt x="105" y="208"/>
                  <a:pt x="73" y="210"/>
                  <a:pt x="50" y="205"/>
                </a:cubicBezTo>
                <a:cubicBezTo>
                  <a:pt x="39" y="202"/>
                  <a:pt x="29" y="199"/>
                  <a:pt x="19" y="195"/>
                </a:cubicBezTo>
                <a:cubicBezTo>
                  <a:pt x="14" y="192"/>
                  <a:pt x="9" y="190"/>
                  <a:pt x="5" y="187"/>
                </a:cubicBezTo>
                <a:cubicBezTo>
                  <a:pt x="3" y="186"/>
                  <a:pt x="2" y="185"/>
                  <a:pt x="0" y="184"/>
                </a:cubicBezTo>
                <a:cubicBezTo>
                  <a:pt x="5" y="184"/>
                  <a:pt x="11" y="186"/>
                  <a:pt x="17" y="185"/>
                </a:cubicBezTo>
                <a:cubicBezTo>
                  <a:pt x="22" y="184"/>
                  <a:pt x="27" y="184"/>
                  <a:pt x="32" y="183"/>
                </a:cubicBezTo>
                <a:cubicBezTo>
                  <a:pt x="44" y="180"/>
                  <a:pt x="54" y="177"/>
                  <a:pt x="63" y="172"/>
                </a:cubicBezTo>
                <a:cubicBezTo>
                  <a:pt x="68" y="169"/>
                  <a:pt x="74" y="166"/>
                  <a:pt x="78" y="162"/>
                </a:cubicBezTo>
                <a:cubicBezTo>
                  <a:pt x="72" y="162"/>
                  <a:pt x="66" y="161"/>
                  <a:pt x="62" y="160"/>
                </a:cubicBezTo>
                <a:cubicBezTo>
                  <a:pt x="45" y="154"/>
                  <a:pt x="35" y="143"/>
                  <a:pt x="29" y="126"/>
                </a:cubicBezTo>
                <a:cubicBezTo>
                  <a:pt x="34" y="127"/>
                  <a:pt x="49" y="128"/>
                  <a:pt x="52" y="125"/>
                </a:cubicBezTo>
                <a:cubicBezTo>
                  <a:pt x="46" y="125"/>
                  <a:pt x="39" y="121"/>
                  <a:pt x="35" y="118"/>
                </a:cubicBezTo>
                <a:cubicBezTo>
                  <a:pt x="21" y="109"/>
                  <a:pt x="10" y="95"/>
                  <a:pt x="10" y="73"/>
                </a:cubicBezTo>
                <a:cubicBezTo>
                  <a:pt x="12" y="74"/>
                  <a:pt x="14" y="75"/>
                  <a:pt x="16" y="76"/>
                </a:cubicBezTo>
                <a:cubicBezTo>
                  <a:pt x="19" y="77"/>
                  <a:pt x="22" y="78"/>
                  <a:pt x="27" y="79"/>
                </a:cubicBezTo>
                <a:cubicBezTo>
                  <a:pt x="28" y="79"/>
                  <a:pt x="32" y="80"/>
                  <a:pt x="34" y="79"/>
                </a:cubicBezTo>
                <a:cubicBezTo>
                  <a:pt x="33" y="79"/>
                  <a:pt x="33" y="79"/>
                  <a:pt x="33" y="79"/>
                </a:cubicBezTo>
                <a:cubicBezTo>
                  <a:pt x="31" y="76"/>
                  <a:pt x="26" y="74"/>
                  <a:pt x="24" y="71"/>
                </a:cubicBezTo>
                <a:cubicBezTo>
                  <a:pt x="15" y="60"/>
                  <a:pt x="7" y="43"/>
                  <a:pt x="12" y="23"/>
                </a:cubicBezTo>
                <a:cubicBezTo>
                  <a:pt x="13" y="18"/>
                  <a:pt x="15" y="14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9" y="12"/>
                  <a:pt x="21" y="13"/>
                  <a:pt x="23" y="15"/>
                </a:cubicBezTo>
                <a:cubicBezTo>
                  <a:pt x="27" y="21"/>
                  <a:pt x="33" y="26"/>
                  <a:pt x="38" y="30"/>
                </a:cubicBezTo>
                <a:cubicBezTo>
                  <a:pt x="57" y="45"/>
                  <a:pt x="75" y="54"/>
                  <a:pt x="103" y="61"/>
                </a:cubicBezTo>
                <a:cubicBezTo>
                  <a:pt x="110" y="63"/>
                  <a:pt x="118" y="64"/>
                  <a:pt x="126" y="64"/>
                </a:cubicBezTo>
                <a:cubicBezTo>
                  <a:pt x="124" y="57"/>
                  <a:pt x="124" y="46"/>
                  <a:pt x="126" y="40"/>
                </a:cubicBezTo>
                <a:cubicBezTo>
                  <a:pt x="131" y="23"/>
                  <a:pt x="141" y="11"/>
                  <a:pt x="156" y="4"/>
                </a:cubicBezTo>
                <a:cubicBezTo>
                  <a:pt x="160" y="3"/>
                  <a:pt x="164" y="2"/>
                  <a:pt x="168" y="1"/>
                </a:cubicBezTo>
                <a:cubicBezTo>
                  <a:pt x="170" y="1"/>
                  <a:pt x="172" y="0"/>
                  <a:pt x="174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1" name="Google Shape;3441;p15"/>
          <p:cNvSpPr/>
          <p:nvPr/>
        </p:nvSpPr>
        <p:spPr>
          <a:xfrm>
            <a:off x="8478838" y="1789113"/>
            <a:ext cx="420687" cy="420687"/>
          </a:xfrm>
          <a:custGeom>
            <a:rect b="b" l="l" r="r" t="t"/>
            <a:pathLst>
              <a:path extrusionOk="0" h="256" w="256">
                <a:moveTo>
                  <a:pt x="236" y="256"/>
                </a:moveTo>
                <a:cubicBezTo>
                  <a:pt x="20" y="256"/>
                  <a:pt x="20" y="256"/>
                  <a:pt x="20" y="256"/>
                </a:cubicBezTo>
                <a:cubicBezTo>
                  <a:pt x="9" y="256"/>
                  <a:pt x="0" y="248"/>
                  <a:pt x="0" y="237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9" y="0"/>
                  <a:pt x="20" y="0"/>
                </a:cubicBezTo>
                <a:cubicBezTo>
                  <a:pt x="236" y="0"/>
                  <a:pt x="236" y="0"/>
                  <a:pt x="236" y="0"/>
                </a:cubicBezTo>
                <a:cubicBezTo>
                  <a:pt x="247" y="0"/>
                  <a:pt x="256" y="9"/>
                  <a:pt x="256" y="20"/>
                </a:cubicBezTo>
                <a:cubicBezTo>
                  <a:pt x="256" y="237"/>
                  <a:pt x="256" y="237"/>
                  <a:pt x="256" y="237"/>
                </a:cubicBezTo>
                <a:cubicBezTo>
                  <a:pt x="256" y="248"/>
                  <a:pt x="247" y="256"/>
                  <a:pt x="236" y="256"/>
                </a:cubicBezTo>
                <a:moveTo>
                  <a:pt x="109" y="49"/>
                </a:moveTo>
                <a:cubicBezTo>
                  <a:pt x="97" y="49"/>
                  <a:pt x="86" y="51"/>
                  <a:pt x="78" y="55"/>
                </a:cubicBezTo>
                <a:cubicBezTo>
                  <a:pt x="71" y="59"/>
                  <a:pt x="65" y="65"/>
                  <a:pt x="62" y="71"/>
                </a:cubicBezTo>
                <a:cubicBezTo>
                  <a:pt x="60" y="77"/>
                  <a:pt x="58" y="84"/>
                  <a:pt x="58" y="96"/>
                </a:cubicBezTo>
                <a:cubicBezTo>
                  <a:pt x="58" y="108"/>
                  <a:pt x="58" y="108"/>
                  <a:pt x="58" y="108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38"/>
                  <a:pt x="39" y="138"/>
                  <a:pt x="39" y="138"/>
                </a:cubicBezTo>
                <a:cubicBezTo>
                  <a:pt x="58" y="138"/>
                  <a:pt x="58" y="138"/>
                  <a:pt x="58" y="138"/>
                </a:cubicBezTo>
                <a:cubicBezTo>
                  <a:pt x="58" y="237"/>
                  <a:pt x="58" y="237"/>
                  <a:pt x="58" y="237"/>
                </a:cubicBezTo>
                <a:cubicBezTo>
                  <a:pt x="99" y="237"/>
                  <a:pt x="99" y="237"/>
                  <a:pt x="99" y="237"/>
                </a:cubicBezTo>
                <a:cubicBezTo>
                  <a:pt x="99" y="138"/>
                  <a:pt x="99" y="138"/>
                  <a:pt x="99" y="138"/>
                </a:cubicBezTo>
                <a:cubicBezTo>
                  <a:pt x="125" y="138"/>
                  <a:pt x="125" y="138"/>
                  <a:pt x="125" y="138"/>
                </a:cubicBezTo>
                <a:cubicBezTo>
                  <a:pt x="132" y="108"/>
                  <a:pt x="132" y="108"/>
                  <a:pt x="132" y="108"/>
                </a:cubicBezTo>
                <a:cubicBezTo>
                  <a:pt x="99" y="108"/>
                  <a:pt x="99" y="108"/>
                  <a:pt x="99" y="108"/>
                </a:cubicBezTo>
                <a:cubicBezTo>
                  <a:pt x="99" y="97"/>
                  <a:pt x="99" y="97"/>
                  <a:pt x="99" y="97"/>
                </a:cubicBezTo>
                <a:cubicBezTo>
                  <a:pt x="99" y="90"/>
                  <a:pt x="100" y="85"/>
                  <a:pt x="103" y="82"/>
                </a:cubicBezTo>
                <a:cubicBezTo>
                  <a:pt x="106" y="80"/>
                  <a:pt x="111" y="78"/>
                  <a:pt x="117" y="78"/>
                </a:cubicBezTo>
                <a:cubicBezTo>
                  <a:pt x="123" y="78"/>
                  <a:pt x="128" y="81"/>
                  <a:pt x="134" y="85"/>
                </a:cubicBezTo>
                <a:cubicBezTo>
                  <a:pt x="142" y="57"/>
                  <a:pt x="142" y="57"/>
                  <a:pt x="142" y="57"/>
                </a:cubicBezTo>
                <a:cubicBezTo>
                  <a:pt x="130" y="53"/>
                  <a:pt x="121" y="49"/>
                  <a:pt x="109" y="4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15"/>
          <p:cNvSpPr/>
          <p:nvPr/>
        </p:nvSpPr>
        <p:spPr>
          <a:xfrm>
            <a:off x="7861300" y="1785938"/>
            <a:ext cx="196850" cy="423862"/>
          </a:xfrm>
          <a:custGeom>
            <a:rect b="b" l="l" r="r" t="t"/>
            <a:pathLst>
              <a:path extrusionOk="0" h="258" w="120">
                <a:moveTo>
                  <a:pt x="120" y="2"/>
                </a:moveTo>
                <a:cubicBezTo>
                  <a:pt x="120" y="43"/>
                  <a:pt x="120" y="43"/>
                  <a:pt x="120" y="43"/>
                </a:cubicBezTo>
                <a:cubicBezTo>
                  <a:pt x="120" y="43"/>
                  <a:pt x="90" y="40"/>
                  <a:pt x="82" y="52"/>
                </a:cubicBezTo>
                <a:cubicBezTo>
                  <a:pt x="78" y="58"/>
                  <a:pt x="80" y="77"/>
                  <a:pt x="80" y="90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17" y="106"/>
                  <a:pt x="114" y="116"/>
                  <a:pt x="112" y="130"/>
                </a:cubicBezTo>
                <a:cubicBezTo>
                  <a:pt x="80" y="130"/>
                  <a:pt x="80" y="130"/>
                  <a:pt x="80" y="130"/>
                </a:cubicBezTo>
                <a:cubicBezTo>
                  <a:pt x="80" y="258"/>
                  <a:pt x="80" y="258"/>
                  <a:pt x="80" y="258"/>
                </a:cubicBezTo>
                <a:cubicBezTo>
                  <a:pt x="24" y="258"/>
                  <a:pt x="24" y="258"/>
                  <a:pt x="24" y="258"/>
                </a:cubicBezTo>
                <a:cubicBezTo>
                  <a:pt x="24" y="219"/>
                  <a:pt x="24" y="172"/>
                  <a:pt x="24" y="130"/>
                </a:cubicBezTo>
                <a:cubicBezTo>
                  <a:pt x="0" y="130"/>
                  <a:pt x="0" y="130"/>
                  <a:pt x="0" y="130"/>
                </a:cubicBezTo>
                <a:cubicBezTo>
                  <a:pt x="0" y="90"/>
                  <a:pt x="0" y="90"/>
                  <a:pt x="0" y="90"/>
                </a:cubicBezTo>
                <a:cubicBezTo>
                  <a:pt x="24" y="90"/>
                  <a:pt x="24" y="90"/>
                  <a:pt x="24" y="90"/>
                </a:cubicBezTo>
                <a:cubicBezTo>
                  <a:pt x="25" y="61"/>
                  <a:pt x="25" y="32"/>
                  <a:pt x="40" y="17"/>
                </a:cubicBezTo>
                <a:cubicBezTo>
                  <a:pt x="56" y="0"/>
                  <a:pt x="72" y="2"/>
                  <a:pt x="120" y="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3" name="Google Shape;3443;p15"/>
          <p:cNvSpPr/>
          <p:nvPr/>
        </p:nvSpPr>
        <p:spPr>
          <a:xfrm>
            <a:off x="7005638" y="1789113"/>
            <a:ext cx="420687" cy="420687"/>
          </a:xfrm>
          <a:custGeom>
            <a:rect b="b" l="l" r="r" t="t"/>
            <a:pathLst>
              <a:path extrusionOk="0" h="256" w="256">
                <a:moveTo>
                  <a:pt x="128" y="0"/>
                </a:moveTo>
                <a:cubicBezTo>
                  <a:pt x="57" y="0"/>
                  <a:pt x="0" y="57"/>
                  <a:pt x="0" y="128"/>
                </a:cubicBezTo>
                <a:cubicBezTo>
                  <a:pt x="0" y="181"/>
                  <a:pt x="32" y="226"/>
                  <a:pt x="77" y="246"/>
                </a:cubicBezTo>
                <a:cubicBezTo>
                  <a:pt x="77" y="237"/>
                  <a:pt x="77" y="226"/>
                  <a:pt x="80" y="216"/>
                </a:cubicBezTo>
                <a:cubicBezTo>
                  <a:pt x="82" y="206"/>
                  <a:pt x="96" y="146"/>
                  <a:pt x="96" y="146"/>
                </a:cubicBezTo>
                <a:cubicBezTo>
                  <a:pt x="96" y="146"/>
                  <a:pt x="92" y="138"/>
                  <a:pt x="92" y="126"/>
                </a:cubicBezTo>
                <a:cubicBezTo>
                  <a:pt x="92" y="107"/>
                  <a:pt x="103" y="93"/>
                  <a:pt x="117" y="93"/>
                </a:cubicBezTo>
                <a:cubicBezTo>
                  <a:pt x="128" y="93"/>
                  <a:pt x="134" y="102"/>
                  <a:pt x="134" y="112"/>
                </a:cubicBezTo>
                <a:cubicBezTo>
                  <a:pt x="134" y="124"/>
                  <a:pt x="127" y="141"/>
                  <a:pt x="123" y="158"/>
                </a:cubicBezTo>
                <a:cubicBezTo>
                  <a:pt x="120" y="171"/>
                  <a:pt x="130" y="182"/>
                  <a:pt x="143" y="182"/>
                </a:cubicBezTo>
                <a:cubicBezTo>
                  <a:pt x="167" y="182"/>
                  <a:pt x="184" y="151"/>
                  <a:pt x="184" y="114"/>
                </a:cubicBezTo>
                <a:cubicBezTo>
                  <a:pt x="184" y="86"/>
                  <a:pt x="165" y="65"/>
                  <a:pt x="130" y="65"/>
                </a:cubicBezTo>
                <a:cubicBezTo>
                  <a:pt x="91" y="65"/>
                  <a:pt x="67" y="94"/>
                  <a:pt x="67" y="126"/>
                </a:cubicBezTo>
                <a:cubicBezTo>
                  <a:pt x="67" y="138"/>
                  <a:pt x="70" y="146"/>
                  <a:pt x="76" y="152"/>
                </a:cubicBezTo>
                <a:cubicBezTo>
                  <a:pt x="78" y="154"/>
                  <a:pt x="78" y="156"/>
                  <a:pt x="77" y="159"/>
                </a:cubicBezTo>
                <a:cubicBezTo>
                  <a:pt x="77" y="161"/>
                  <a:pt x="75" y="167"/>
                  <a:pt x="75" y="169"/>
                </a:cubicBezTo>
                <a:cubicBezTo>
                  <a:pt x="74" y="172"/>
                  <a:pt x="71" y="173"/>
                  <a:pt x="68" y="172"/>
                </a:cubicBezTo>
                <a:cubicBezTo>
                  <a:pt x="50" y="165"/>
                  <a:pt x="42" y="145"/>
                  <a:pt x="42" y="123"/>
                </a:cubicBezTo>
                <a:cubicBezTo>
                  <a:pt x="42" y="87"/>
                  <a:pt x="73" y="43"/>
                  <a:pt x="134" y="43"/>
                </a:cubicBezTo>
                <a:cubicBezTo>
                  <a:pt x="183" y="43"/>
                  <a:pt x="215" y="78"/>
                  <a:pt x="215" y="117"/>
                </a:cubicBezTo>
                <a:cubicBezTo>
                  <a:pt x="215" y="167"/>
                  <a:pt x="187" y="205"/>
                  <a:pt x="146" y="205"/>
                </a:cubicBezTo>
                <a:cubicBezTo>
                  <a:pt x="132" y="205"/>
                  <a:pt x="119" y="197"/>
                  <a:pt x="114" y="189"/>
                </a:cubicBezTo>
                <a:cubicBezTo>
                  <a:pt x="114" y="189"/>
                  <a:pt x="107" y="218"/>
                  <a:pt x="105" y="224"/>
                </a:cubicBezTo>
                <a:cubicBezTo>
                  <a:pt x="103" y="234"/>
                  <a:pt x="98" y="243"/>
                  <a:pt x="93" y="251"/>
                </a:cubicBezTo>
                <a:cubicBezTo>
                  <a:pt x="104" y="254"/>
                  <a:pt x="116" y="256"/>
                  <a:pt x="128" y="256"/>
                </a:cubicBezTo>
                <a:cubicBezTo>
                  <a:pt x="199" y="256"/>
                  <a:pt x="256" y="199"/>
                  <a:pt x="256" y="128"/>
                </a:cubicBezTo>
                <a:cubicBezTo>
                  <a:pt x="256" y="57"/>
                  <a:pt x="199" y="0"/>
                  <a:pt x="128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4" name="Google Shape;3444;p15"/>
          <p:cNvSpPr/>
          <p:nvPr/>
        </p:nvSpPr>
        <p:spPr>
          <a:xfrm>
            <a:off x="6313488" y="1787525"/>
            <a:ext cx="323850" cy="428625"/>
          </a:xfrm>
          <a:custGeom>
            <a:rect b="b" l="l" r="r" t="t"/>
            <a:pathLst>
              <a:path extrusionOk="0" h="260" w="197">
                <a:moveTo>
                  <a:pt x="83" y="168"/>
                </a:moveTo>
                <a:cubicBezTo>
                  <a:pt x="80" y="176"/>
                  <a:pt x="78" y="185"/>
                  <a:pt x="76" y="193"/>
                </a:cubicBezTo>
                <a:cubicBezTo>
                  <a:pt x="74" y="202"/>
                  <a:pt x="72" y="210"/>
                  <a:pt x="69" y="218"/>
                </a:cubicBezTo>
                <a:cubicBezTo>
                  <a:pt x="64" y="231"/>
                  <a:pt x="57" y="243"/>
                  <a:pt x="49" y="253"/>
                </a:cubicBezTo>
                <a:cubicBezTo>
                  <a:pt x="43" y="260"/>
                  <a:pt x="44" y="257"/>
                  <a:pt x="42" y="257"/>
                </a:cubicBezTo>
                <a:cubicBezTo>
                  <a:pt x="41" y="256"/>
                  <a:pt x="41" y="255"/>
                  <a:pt x="41" y="253"/>
                </a:cubicBezTo>
                <a:cubicBezTo>
                  <a:pt x="39" y="243"/>
                  <a:pt x="40" y="231"/>
                  <a:pt x="41" y="220"/>
                </a:cubicBezTo>
                <a:cubicBezTo>
                  <a:pt x="41" y="207"/>
                  <a:pt x="44" y="196"/>
                  <a:pt x="47" y="185"/>
                </a:cubicBezTo>
                <a:cubicBezTo>
                  <a:pt x="51" y="165"/>
                  <a:pt x="56" y="144"/>
                  <a:pt x="61" y="124"/>
                </a:cubicBezTo>
                <a:cubicBezTo>
                  <a:pt x="61" y="122"/>
                  <a:pt x="62" y="120"/>
                  <a:pt x="62" y="119"/>
                </a:cubicBezTo>
                <a:cubicBezTo>
                  <a:pt x="60" y="113"/>
                  <a:pt x="58" y="108"/>
                  <a:pt x="57" y="102"/>
                </a:cubicBezTo>
                <a:cubicBezTo>
                  <a:pt x="57" y="95"/>
                  <a:pt x="57" y="89"/>
                  <a:pt x="59" y="83"/>
                </a:cubicBezTo>
                <a:cubicBezTo>
                  <a:pt x="62" y="72"/>
                  <a:pt x="68" y="63"/>
                  <a:pt x="78" y="59"/>
                </a:cubicBezTo>
                <a:cubicBezTo>
                  <a:pt x="84" y="57"/>
                  <a:pt x="91" y="58"/>
                  <a:pt x="95" y="61"/>
                </a:cubicBezTo>
                <a:cubicBezTo>
                  <a:pt x="99" y="63"/>
                  <a:pt x="102" y="67"/>
                  <a:pt x="104" y="73"/>
                </a:cubicBezTo>
                <a:cubicBezTo>
                  <a:pt x="105" y="79"/>
                  <a:pt x="104" y="87"/>
                  <a:pt x="103" y="92"/>
                </a:cubicBezTo>
                <a:cubicBezTo>
                  <a:pt x="100" y="104"/>
                  <a:pt x="97" y="113"/>
                  <a:pt x="94" y="125"/>
                </a:cubicBezTo>
                <a:cubicBezTo>
                  <a:pt x="92" y="131"/>
                  <a:pt x="90" y="137"/>
                  <a:pt x="92" y="143"/>
                </a:cubicBezTo>
                <a:cubicBezTo>
                  <a:pt x="93" y="149"/>
                  <a:pt x="96" y="153"/>
                  <a:pt x="100" y="156"/>
                </a:cubicBezTo>
                <a:cubicBezTo>
                  <a:pt x="105" y="159"/>
                  <a:pt x="110" y="161"/>
                  <a:pt x="117" y="160"/>
                </a:cubicBezTo>
                <a:cubicBezTo>
                  <a:pt x="129" y="160"/>
                  <a:pt x="137" y="152"/>
                  <a:pt x="143" y="145"/>
                </a:cubicBezTo>
                <a:cubicBezTo>
                  <a:pt x="152" y="133"/>
                  <a:pt x="158" y="117"/>
                  <a:pt x="160" y="98"/>
                </a:cubicBezTo>
                <a:cubicBezTo>
                  <a:pt x="160" y="92"/>
                  <a:pt x="161" y="85"/>
                  <a:pt x="160" y="78"/>
                </a:cubicBezTo>
                <a:cubicBezTo>
                  <a:pt x="160" y="65"/>
                  <a:pt x="156" y="55"/>
                  <a:pt x="149" y="47"/>
                </a:cubicBezTo>
                <a:cubicBezTo>
                  <a:pt x="143" y="39"/>
                  <a:pt x="135" y="33"/>
                  <a:pt x="124" y="30"/>
                </a:cubicBezTo>
                <a:cubicBezTo>
                  <a:pt x="114" y="26"/>
                  <a:pt x="99" y="25"/>
                  <a:pt x="87" y="27"/>
                </a:cubicBezTo>
                <a:cubicBezTo>
                  <a:pt x="63" y="31"/>
                  <a:pt x="47" y="44"/>
                  <a:pt x="37" y="62"/>
                </a:cubicBezTo>
                <a:cubicBezTo>
                  <a:pt x="32" y="72"/>
                  <a:pt x="29" y="83"/>
                  <a:pt x="29" y="97"/>
                </a:cubicBezTo>
                <a:cubicBezTo>
                  <a:pt x="29" y="107"/>
                  <a:pt x="32" y="115"/>
                  <a:pt x="36" y="122"/>
                </a:cubicBezTo>
                <a:cubicBezTo>
                  <a:pt x="37" y="124"/>
                  <a:pt x="39" y="125"/>
                  <a:pt x="40" y="128"/>
                </a:cubicBezTo>
                <a:cubicBezTo>
                  <a:pt x="42" y="131"/>
                  <a:pt x="40" y="136"/>
                  <a:pt x="39" y="139"/>
                </a:cubicBezTo>
                <a:cubicBezTo>
                  <a:pt x="38" y="143"/>
                  <a:pt x="38" y="149"/>
                  <a:pt x="33" y="149"/>
                </a:cubicBezTo>
                <a:cubicBezTo>
                  <a:pt x="31" y="149"/>
                  <a:pt x="28" y="148"/>
                  <a:pt x="27" y="147"/>
                </a:cubicBezTo>
                <a:cubicBezTo>
                  <a:pt x="14" y="140"/>
                  <a:pt x="6" y="127"/>
                  <a:pt x="2" y="110"/>
                </a:cubicBezTo>
                <a:cubicBezTo>
                  <a:pt x="0" y="99"/>
                  <a:pt x="0" y="87"/>
                  <a:pt x="2" y="77"/>
                </a:cubicBezTo>
                <a:cubicBezTo>
                  <a:pt x="4" y="68"/>
                  <a:pt x="8" y="59"/>
                  <a:pt x="12" y="51"/>
                </a:cubicBezTo>
                <a:cubicBezTo>
                  <a:pt x="20" y="36"/>
                  <a:pt x="32" y="24"/>
                  <a:pt x="46" y="16"/>
                </a:cubicBezTo>
                <a:cubicBezTo>
                  <a:pt x="58" y="9"/>
                  <a:pt x="70" y="5"/>
                  <a:pt x="86" y="2"/>
                </a:cubicBezTo>
                <a:cubicBezTo>
                  <a:pt x="91" y="2"/>
                  <a:pt x="96" y="1"/>
                  <a:pt x="102" y="1"/>
                </a:cubicBezTo>
                <a:cubicBezTo>
                  <a:pt x="118" y="0"/>
                  <a:pt x="133" y="4"/>
                  <a:pt x="145" y="9"/>
                </a:cubicBezTo>
                <a:cubicBezTo>
                  <a:pt x="157" y="15"/>
                  <a:pt x="166" y="22"/>
                  <a:pt x="175" y="31"/>
                </a:cubicBezTo>
                <a:cubicBezTo>
                  <a:pt x="183" y="40"/>
                  <a:pt x="189" y="50"/>
                  <a:pt x="193" y="64"/>
                </a:cubicBezTo>
                <a:cubicBezTo>
                  <a:pt x="195" y="71"/>
                  <a:pt x="197" y="78"/>
                  <a:pt x="197" y="87"/>
                </a:cubicBezTo>
                <a:cubicBezTo>
                  <a:pt x="197" y="95"/>
                  <a:pt x="195" y="103"/>
                  <a:pt x="194" y="110"/>
                </a:cubicBezTo>
                <a:cubicBezTo>
                  <a:pt x="189" y="139"/>
                  <a:pt x="176" y="162"/>
                  <a:pt x="155" y="175"/>
                </a:cubicBezTo>
                <a:cubicBezTo>
                  <a:pt x="151" y="178"/>
                  <a:pt x="145" y="181"/>
                  <a:pt x="138" y="183"/>
                </a:cubicBezTo>
                <a:cubicBezTo>
                  <a:pt x="131" y="185"/>
                  <a:pt x="124" y="186"/>
                  <a:pt x="116" y="186"/>
                </a:cubicBezTo>
                <a:cubicBezTo>
                  <a:pt x="108" y="185"/>
                  <a:pt x="101" y="183"/>
                  <a:pt x="96" y="180"/>
                </a:cubicBezTo>
                <a:cubicBezTo>
                  <a:pt x="90" y="177"/>
                  <a:pt x="86" y="173"/>
                  <a:pt x="83" y="16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5" name="Google Shape;3445;p15"/>
          <p:cNvSpPr/>
          <p:nvPr/>
        </p:nvSpPr>
        <p:spPr>
          <a:xfrm>
            <a:off x="5559425" y="1789113"/>
            <a:ext cx="361950" cy="420687"/>
          </a:xfrm>
          <a:custGeom>
            <a:rect b="b" l="l" r="r" t="t"/>
            <a:pathLst>
              <a:path extrusionOk="0" h="256" w="220">
                <a:moveTo>
                  <a:pt x="219" y="253"/>
                </a:moveTo>
                <a:cubicBezTo>
                  <a:pt x="218" y="255"/>
                  <a:pt x="216" y="256"/>
                  <a:pt x="214" y="256"/>
                </a:cubicBezTo>
                <a:cubicBezTo>
                  <a:pt x="126" y="256"/>
                  <a:pt x="126" y="256"/>
                  <a:pt x="126" y="256"/>
                </a:cubicBezTo>
                <a:cubicBezTo>
                  <a:pt x="126" y="208"/>
                  <a:pt x="126" y="208"/>
                  <a:pt x="126" y="208"/>
                </a:cubicBezTo>
                <a:cubicBezTo>
                  <a:pt x="165" y="184"/>
                  <a:pt x="165" y="184"/>
                  <a:pt x="165" y="184"/>
                </a:cubicBezTo>
                <a:cubicBezTo>
                  <a:pt x="169" y="184"/>
                  <a:pt x="173" y="180"/>
                  <a:pt x="173" y="176"/>
                </a:cubicBezTo>
                <a:cubicBezTo>
                  <a:pt x="173" y="172"/>
                  <a:pt x="169" y="168"/>
                  <a:pt x="165" y="168"/>
                </a:cubicBezTo>
                <a:cubicBezTo>
                  <a:pt x="126" y="192"/>
                  <a:pt x="126" y="192"/>
                  <a:pt x="126" y="192"/>
                </a:cubicBezTo>
                <a:cubicBezTo>
                  <a:pt x="126" y="164"/>
                  <a:pt x="126" y="164"/>
                  <a:pt x="126" y="164"/>
                </a:cubicBezTo>
                <a:cubicBezTo>
                  <a:pt x="149" y="152"/>
                  <a:pt x="149" y="152"/>
                  <a:pt x="149" y="152"/>
                </a:cubicBezTo>
                <a:cubicBezTo>
                  <a:pt x="154" y="152"/>
                  <a:pt x="157" y="148"/>
                  <a:pt x="157" y="144"/>
                </a:cubicBezTo>
                <a:cubicBezTo>
                  <a:pt x="157" y="140"/>
                  <a:pt x="154" y="136"/>
                  <a:pt x="149" y="136"/>
                </a:cubicBezTo>
                <a:cubicBezTo>
                  <a:pt x="126" y="148"/>
                  <a:pt x="126" y="148"/>
                  <a:pt x="126" y="148"/>
                </a:cubicBezTo>
                <a:cubicBezTo>
                  <a:pt x="126" y="136"/>
                  <a:pt x="126" y="136"/>
                  <a:pt x="126" y="136"/>
                </a:cubicBezTo>
                <a:cubicBezTo>
                  <a:pt x="126" y="132"/>
                  <a:pt x="122" y="128"/>
                  <a:pt x="118" y="128"/>
                </a:cubicBezTo>
                <a:cubicBezTo>
                  <a:pt x="102" y="128"/>
                  <a:pt x="102" y="128"/>
                  <a:pt x="102" y="128"/>
                </a:cubicBezTo>
                <a:cubicBezTo>
                  <a:pt x="98" y="128"/>
                  <a:pt x="94" y="132"/>
                  <a:pt x="94" y="136"/>
                </a:cubicBezTo>
                <a:cubicBezTo>
                  <a:pt x="94" y="187"/>
                  <a:pt x="94" y="187"/>
                  <a:pt x="94" y="187"/>
                </a:cubicBezTo>
                <a:cubicBezTo>
                  <a:pt x="63" y="176"/>
                  <a:pt x="63" y="176"/>
                  <a:pt x="63" y="176"/>
                </a:cubicBezTo>
                <a:cubicBezTo>
                  <a:pt x="59" y="176"/>
                  <a:pt x="55" y="180"/>
                  <a:pt x="55" y="184"/>
                </a:cubicBezTo>
                <a:cubicBezTo>
                  <a:pt x="55" y="188"/>
                  <a:pt x="59" y="192"/>
                  <a:pt x="63" y="192"/>
                </a:cubicBezTo>
                <a:cubicBezTo>
                  <a:pt x="94" y="203"/>
                  <a:pt x="94" y="203"/>
                  <a:pt x="94" y="203"/>
                </a:cubicBezTo>
                <a:cubicBezTo>
                  <a:pt x="94" y="256"/>
                  <a:pt x="94" y="256"/>
                  <a:pt x="94" y="256"/>
                </a:cubicBezTo>
                <a:cubicBezTo>
                  <a:pt x="6" y="256"/>
                  <a:pt x="6" y="256"/>
                  <a:pt x="6" y="256"/>
                </a:cubicBezTo>
                <a:cubicBezTo>
                  <a:pt x="4" y="256"/>
                  <a:pt x="2" y="255"/>
                  <a:pt x="1" y="253"/>
                </a:cubicBezTo>
                <a:cubicBezTo>
                  <a:pt x="0" y="252"/>
                  <a:pt x="0" y="250"/>
                  <a:pt x="1" y="248"/>
                </a:cubicBezTo>
                <a:cubicBezTo>
                  <a:pt x="105" y="4"/>
                  <a:pt x="105" y="4"/>
                  <a:pt x="105" y="4"/>
                </a:cubicBezTo>
                <a:cubicBezTo>
                  <a:pt x="106" y="1"/>
                  <a:pt x="108" y="0"/>
                  <a:pt x="110" y="0"/>
                </a:cubicBezTo>
                <a:cubicBezTo>
                  <a:pt x="112" y="0"/>
                  <a:pt x="115" y="1"/>
                  <a:pt x="115" y="4"/>
                </a:cubicBezTo>
                <a:cubicBezTo>
                  <a:pt x="219" y="248"/>
                  <a:pt x="219" y="248"/>
                  <a:pt x="219" y="248"/>
                </a:cubicBezTo>
                <a:cubicBezTo>
                  <a:pt x="220" y="250"/>
                  <a:pt x="220" y="252"/>
                  <a:pt x="219" y="25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6" name="Google Shape;3446;p15"/>
          <p:cNvSpPr/>
          <p:nvPr/>
        </p:nvSpPr>
        <p:spPr>
          <a:xfrm>
            <a:off x="4797425" y="1789113"/>
            <a:ext cx="420688" cy="420687"/>
          </a:xfrm>
          <a:custGeom>
            <a:rect b="b" l="l" r="r" t="t"/>
            <a:pathLst>
              <a:path extrusionOk="0" h="256" w="256">
                <a:moveTo>
                  <a:pt x="253" y="102"/>
                </a:moveTo>
                <a:cubicBezTo>
                  <a:pt x="252" y="94"/>
                  <a:pt x="249" y="86"/>
                  <a:pt x="246" y="78"/>
                </a:cubicBezTo>
                <a:cubicBezTo>
                  <a:pt x="243" y="71"/>
                  <a:pt x="239" y="63"/>
                  <a:pt x="234" y="56"/>
                </a:cubicBezTo>
                <a:cubicBezTo>
                  <a:pt x="230" y="50"/>
                  <a:pt x="224" y="43"/>
                  <a:pt x="219" y="37"/>
                </a:cubicBezTo>
                <a:cubicBezTo>
                  <a:pt x="213" y="32"/>
                  <a:pt x="206" y="26"/>
                  <a:pt x="200" y="22"/>
                </a:cubicBezTo>
                <a:cubicBezTo>
                  <a:pt x="193" y="17"/>
                  <a:pt x="185" y="13"/>
                  <a:pt x="178" y="10"/>
                </a:cubicBezTo>
                <a:cubicBezTo>
                  <a:pt x="170" y="7"/>
                  <a:pt x="162" y="4"/>
                  <a:pt x="154" y="3"/>
                </a:cubicBezTo>
                <a:cubicBezTo>
                  <a:pt x="145" y="1"/>
                  <a:pt x="137" y="0"/>
                  <a:pt x="128" y="0"/>
                </a:cubicBezTo>
                <a:cubicBezTo>
                  <a:pt x="119" y="0"/>
                  <a:pt x="111" y="1"/>
                  <a:pt x="102" y="3"/>
                </a:cubicBezTo>
                <a:cubicBezTo>
                  <a:pt x="94" y="4"/>
                  <a:pt x="86" y="7"/>
                  <a:pt x="78" y="10"/>
                </a:cubicBezTo>
                <a:cubicBezTo>
                  <a:pt x="71" y="13"/>
                  <a:pt x="63" y="17"/>
                  <a:pt x="56" y="22"/>
                </a:cubicBezTo>
                <a:cubicBezTo>
                  <a:pt x="50" y="26"/>
                  <a:pt x="43" y="32"/>
                  <a:pt x="37" y="37"/>
                </a:cubicBezTo>
                <a:cubicBezTo>
                  <a:pt x="32" y="43"/>
                  <a:pt x="26" y="50"/>
                  <a:pt x="22" y="56"/>
                </a:cubicBezTo>
                <a:cubicBezTo>
                  <a:pt x="17" y="63"/>
                  <a:pt x="13" y="71"/>
                  <a:pt x="10" y="78"/>
                </a:cubicBezTo>
                <a:cubicBezTo>
                  <a:pt x="7" y="86"/>
                  <a:pt x="4" y="94"/>
                  <a:pt x="3" y="102"/>
                </a:cubicBezTo>
                <a:cubicBezTo>
                  <a:pt x="1" y="111"/>
                  <a:pt x="0" y="119"/>
                  <a:pt x="0" y="128"/>
                </a:cubicBezTo>
                <a:cubicBezTo>
                  <a:pt x="0" y="137"/>
                  <a:pt x="1" y="145"/>
                  <a:pt x="3" y="154"/>
                </a:cubicBezTo>
                <a:cubicBezTo>
                  <a:pt x="4" y="162"/>
                  <a:pt x="7" y="170"/>
                  <a:pt x="10" y="178"/>
                </a:cubicBezTo>
                <a:cubicBezTo>
                  <a:pt x="13" y="185"/>
                  <a:pt x="17" y="193"/>
                  <a:pt x="22" y="200"/>
                </a:cubicBezTo>
                <a:cubicBezTo>
                  <a:pt x="26" y="206"/>
                  <a:pt x="32" y="213"/>
                  <a:pt x="37" y="219"/>
                </a:cubicBezTo>
                <a:cubicBezTo>
                  <a:pt x="43" y="224"/>
                  <a:pt x="50" y="230"/>
                  <a:pt x="56" y="234"/>
                </a:cubicBezTo>
                <a:cubicBezTo>
                  <a:pt x="63" y="239"/>
                  <a:pt x="71" y="243"/>
                  <a:pt x="78" y="246"/>
                </a:cubicBezTo>
                <a:cubicBezTo>
                  <a:pt x="86" y="249"/>
                  <a:pt x="94" y="252"/>
                  <a:pt x="102" y="253"/>
                </a:cubicBezTo>
                <a:cubicBezTo>
                  <a:pt x="111" y="255"/>
                  <a:pt x="119" y="256"/>
                  <a:pt x="128" y="256"/>
                </a:cubicBezTo>
                <a:cubicBezTo>
                  <a:pt x="137" y="256"/>
                  <a:pt x="145" y="255"/>
                  <a:pt x="154" y="253"/>
                </a:cubicBezTo>
                <a:cubicBezTo>
                  <a:pt x="162" y="252"/>
                  <a:pt x="170" y="249"/>
                  <a:pt x="178" y="246"/>
                </a:cubicBezTo>
                <a:cubicBezTo>
                  <a:pt x="185" y="243"/>
                  <a:pt x="193" y="239"/>
                  <a:pt x="200" y="234"/>
                </a:cubicBezTo>
                <a:cubicBezTo>
                  <a:pt x="206" y="230"/>
                  <a:pt x="213" y="224"/>
                  <a:pt x="219" y="219"/>
                </a:cubicBezTo>
                <a:cubicBezTo>
                  <a:pt x="224" y="213"/>
                  <a:pt x="230" y="206"/>
                  <a:pt x="234" y="200"/>
                </a:cubicBezTo>
                <a:cubicBezTo>
                  <a:pt x="239" y="193"/>
                  <a:pt x="243" y="185"/>
                  <a:pt x="246" y="178"/>
                </a:cubicBezTo>
                <a:cubicBezTo>
                  <a:pt x="249" y="170"/>
                  <a:pt x="252" y="162"/>
                  <a:pt x="253" y="154"/>
                </a:cubicBezTo>
                <a:cubicBezTo>
                  <a:pt x="255" y="145"/>
                  <a:pt x="256" y="137"/>
                  <a:pt x="256" y="128"/>
                </a:cubicBezTo>
                <a:cubicBezTo>
                  <a:pt x="256" y="119"/>
                  <a:pt x="255" y="111"/>
                  <a:pt x="253" y="102"/>
                </a:cubicBezTo>
                <a:moveTo>
                  <a:pt x="237" y="127"/>
                </a:moveTo>
                <a:cubicBezTo>
                  <a:pt x="236" y="127"/>
                  <a:pt x="199" y="119"/>
                  <a:pt x="161" y="123"/>
                </a:cubicBezTo>
                <a:cubicBezTo>
                  <a:pt x="160" y="121"/>
                  <a:pt x="160" y="120"/>
                  <a:pt x="159" y="118"/>
                </a:cubicBezTo>
                <a:cubicBezTo>
                  <a:pt x="157" y="112"/>
                  <a:pt x="154" y="107"/>
                  <a:pt x="152" y="102"/>
                </a:cubicBezTo>
                <a:cubicBezTo>
                  <a:pt x="195" y="84"/>
                  <a:pt x="212" y="59"/>
                  <a:pt x="212" y="59"/>
                </a:cubicBezTo>
                <a:cubicBezTo>
                  <a:pt x="228" y="77"/>
                  <a:pt x="237" y="101"/>
                  <a:pt x="237" y="127"/>
                </a:cubicBezTo>
                <a:moveTo>
                  <a:pt x="200" y="46"/>
                </a:moveTo>
                <a:cubicBezTo>
                  <a:pt x="200" y="46"/>
                  <a:pt x="184" y="70"/>
                  <a:pt x="143" y="86"/>
                </a:cubicBezTo>
                <a:cubicBezTo>
                  <a:pt x="124" y="51"/>
                  <a:pt x="104" y="24"/>
                  <a:pt x="102" y="22"/>
                </a:cubicBezTo>
                <a:cubicBezTo>
                  <a:pt x="111" y="20"/>
                  <a:pt x="119" y="19"/>
                  <a:pt x="128" y="19"/>
                </a:cubicBezTo>
                <a:cubicBezTo>
                  <a:pt x="156" y="19"/>
                  <a:pt x="181" y="29"/>
                  <a:pt x="200" y="46"/>
                </a:cubicBezTo>
                <a:moveTo>
                  <a:pt x="102" y="22"/>
                </a:moveTo>
                <a:cubicBezTo>
                  <a:pt x="102" y="22"/>
                  <a:pt x="102" y="22"/>
                  <a:pt x="102" y="22"/>
                </a:cubicBezTo>
                <a:cubicBezTo>
                  <a:pt x="102" y="22"/>
                  <a:pt x="102" y="22"/>
                  <a:pt x="101" y="22"/>
                </a:cubicBezTo>
                <a:cubicBezTo>
                  <a:pt x="102" y="22"/>
                  <a:pt x="102" y="22"/>
                  <a:pt x="102" y="22"/>
                </a:cubicBezTo>
                <a:moveTo>
                  <a:pt x="81" y="29"/>
                </a:moveTo>
                <a:cubicBezTo>
                  <a:pt x="83" y="31"/>
                  <a:pt x="103" y="58"/>
                  <a:pt x="122" y="92"/>
                </a:cubicBezTo>
                <a:cubicBezTo>
                  <a:pt x="69" y="106"/>
                  <a:pt x="24" y="106"/>
                  <a:pt x="21" y="105"/>
                </a:cubicBezTo>
                <a:cubicBezTo>
                  <a:pt x="28" y="72"/>
                  <a:pt x="51" y="44"/>
                  <a:pt x="81" y="29"/>
                </a:cubicBezTo>
                <a:moveTo>
                  <a:pt x="19" y="128"/>
                </a:moveTo>
                <a:cubicBezTo>
                  <a:pt x="19" y="127"/>
                  <a:pt x="19" y="126"/>
                  <a:pt x="19" y="125"/>
                </a:cubicBezTo>
                <a:cubicBezTo>
                  <a:pt x="21" y="125"/>
                  <a:pt x="75" y="126"/>
                  <a:pt x="131" y="109"/>
                </a:cubicBezTo>
                <a:cubicBezTo>
                  <a:pt x="134" y="115"/>
                  <a:pt x="137" y="121"/>
                  <a:pt x="140" y="128"/>
                </a:cubicBezTo>
                <a:cubicBezTo>
                  <a:pt x="138" y="128"/>
                  <a:pt x="137" y="128"/>
                  <a:pt x="136" y="129"/>
                </a:cubicBezTo>
                <a:cubicBezTo>
                  <a:pt x="77" y="148"/>
                  <a:pt x="47" y="201"/>
                  <a:pt x="47" y="201"/>
                </a:cubicBezTo>
                <a:cubicBezTo>
                  <a:pt x="47" y="201"/>
                  <a:pt x="47" y="201"/>
                  <a:pt x="47" y="201"/>
                </a:cubicBezTo>
                <a:cubicBezTo>
                  <a:pt x="29" y="182"/>
                  <a:pt x="19" y="156"/>
                  <a:pt x="19" y="128"/>
                </a:cubicBezTo>
                <a:moveTo>
                  <a:pt x="128" y="237"/>
                </a:moveTo>
                <a:cubicBezTo>
                  <a:pt x="102" y="237"/>
                  <a:pt x="77" y="228"/>
                  <a:pt x="58" y="212"/>
                </a:cubicBezTo>
                <a:cubicBezTo>
                  <a:pt x="60" y="213"/>
                  <a:pt x="61" y="214"/>
                  <a:pt x="61" y="214"/>
                </a:cubicBezTo>
                <a:cubicBezTo>
                  <a:pt x="61" y="214"/>
                  <a:pt x="82" y="168"/>
                  <a:pt x="147" y="146"/>
                </a:cubicBezTo>
                <a:cubicBezTo>
                  <a:pt x="147" y="146"/>
                  <a:pt x="147" y="146"/>
                  <a:pt x="147" y="146"/>
                </a:cubicBezTo>
                <a:cubicBezTo>
                  <a:pt x="163" y="186"/>
                  <a:pt x="169" y="219"/>
                  <a:pt x="171" y="229"/>
                </a:cubicBezTo>
                <a:cubicBezTo>
                  <a:pt x="158" y="234"/>
                  <a:pt x="143" y="237"/>
                  <a:pt x="128" y="237"/>
                </a:cubicBezTo>
                <a:moveTo>
                  <a:pt x="189" y="219"/>
                </a:moveTo>
                <a:cubicBezTo>
                  <a:pt x="188" y="212"/>
                  <a:pt x="182" y="180"/>
                  <a:pt x="168" y="141"/>
                </a:cubicBezTo>
                <a:cubicBezTo>
                  <a:pt x="203" y="135"/>
                  <a:pt x="234" y="145"/>
                  <a:pt x="236" y="145"/>
                </a:cubicBezTo>
                <a:cubicBezTo>
                  <a:pt x="231" y="176"/>
                  <a:pt x="214" y="202"/>
                  <a:pt x="189" y="21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7" name="Google Shape;3447;p15"/>
          <p:cNvSpPr/>
          <p:nvPr/>
        </p:nvSpPr>
        <p:spPr>
          <a:xfrm>
            <a:off x="4060825" y="1868488"/>
            <a:ext cx="423863" cy="269875"/>
          </a:xfrm>
          <a:custGeom>
            <a:rect b="b" l="l" r="r" t="t"/>
            <a:pathLst>
              <a:path extrusionOk="0" h="164" w="258">
                <a:moveTo>
                  <a:pt x="168" y="16"/>
                </a:moveTo>
                <a:cubicBezTo>
                  <a:pt x="232" y="16"/>
                  <a:pt x="232" y="16"/>
                  <a:pt x="232" y="16"/>
                </a:cubicBezTo>
                <a:cubicBezTo>
                  <a:pt x="232" y="32"/>
                  <a:pt x="232" y="32"/>
                  <a:pt x="232" y="32"/>
                </a:cubicBezTo>
                <a:cubicBezTo>
                  <a:pt x="168" y="32"/>
                  <a:pt x="168" y="32"/>
                  <a:pt x="168" y="32"/>
                </a:cubicBezTo>
                <a:lnTo>
                  <a:pt x="168" y="16"/>
                </a:lnTo>
                <a:close/>
                <a:moveTo>
                  <a:pt x="256" y="112"/>
                </a:moveTo>
                <a:cubicBezTo>
                  <a:pt x="173" y="112"/>
                  <a:pt x="173" y="112"/>
                  <a:pt x="173" y="112"/>
                </a:cubicBezTo>
                <a:cubicBezTo>
                  <a:pt x="174" y="133"/>
                  <a:pt x="184" y="140"/>
                  <a:pt x="201" y="140"/>
                </a:cubicBezTo>
                <a:cubicBezTo>
                  <a:pt x="214" y="140"/>
                  <a:pt x="224" y="136"/>
                  <a:pt x="226" y="129"/>
                </a:cubicBezTo>
                <a:cubicBezTo>
                  <a:pt x="252" y="129"/>
                  <a:pt x="252" y="129"/>
                  <a:pt x="252" y="129"/>
                </a:cubicBezTo>
                <a:cubicBezTo>
                  <a:pt x="243" y="156"/>
                  <a:pt x="226" y="164"/>
                  <a:pt x="200" y="164"/>
                </a:cubicBezTo>
                <a:cubicBezTo>
                  <a:pt x="164" y="164"/>
                  <a:pt x="141" y="139"/>
                  <a:pt x="141" y="103"/>
                </a:cubicBezTo>
                <a:cubicBezTo>
                  <a:pt x="141" y="68"/>
                  <a:pt x="165" y="42"/>
                  <a:pt x="200" y="42"/>
                </a:cubicBezTo>
                <a:cubicBezTo>
                  <a:pt x="239" y="42"/>
                  <a:pt x="258" y="77"/>
                  <a:pt x="256" y="112"/>
                </a:cubicBezTo>
                <a:moveTo>
                  <a:pt x="173" y="89"/>
                </a:moveTo>
                <a:cubicBezTo>
                  <a:pt x="224" y="89"/>
                  <a:pt x="224" y="89"/>
                  <a:pt x="224" y="89"/>
                </a:cubicBezTo>
                <a:cubicBezTo>
                  <a:pt x="222" y="73"/>
                  <a:pt x="215" y="66"/>
                  <a:pt x="199" y="66"/>
                </a:cubicBezTo>
                <a:cubicBezTo>
                  <a:pt x="179" y="66"/>
                  <a:pt x="173" y="80"/>
                  <a:pt x="173" y="89"/>
                </a:cubicBezTo>
                <a:moveTo>
                  <a:pt x="133" y="114"/>
                </a:moveTo>
                <a:cubicBezTo>
                  <a:pt x="133" y="147"/>
                  <a:pt x="106" y="161"/>
                  <a:pt x="77" y="161"/>
                </a:cubicBezTo>
                <a:cubicBezTo>
                  <a:pt x="0" y="161"/>
                  <a:pt x="0" y="161"/>
                  <a:pt x="0" y="161"/>
                </a:cubicBezTo>
                <a:cubicBezTo>
                  <a:pt x="0" y="0"/>
                  <a:pt x="0" y="0"/>
                  <a:pt x="0" y="0"/>
                </a:cubicBezTo>
                <a:cubicBezTo>
                  <a:pt x="75" y="0"/>
                  <a:pt x="75" y="0"/>
                  <a:pt x="75" y="0"/>
                </a:cubicBezTo>
                <a:cubicBezTo>
                  <a:pt x="105" y="0"/>
                  <a:pt x="126" y="11"/>
                  <a:pt x="126" y="41"/>
                </a:cubicBezTo>
                <a:cubicBezTo>
                  <a:pt x="126" y="56"/>
                  <a:pt x="118" y="67"/>
                  <a:pt x="104" y="74"/>
                </a:cubicBezTo>
                <a:cubicBezTo>
                  <a:pt x="123" y="80"/>
                  <a:pt x="133" y="95"/>
                  <a:pt x="133" y="114"/>
                </a:cubicBezTo>
                <a:moveTo>
                  <a:pt x="65" y="27"/>
                </a:moveTo>
                <a:cubicBezTo>
                  <a:pt x="32" y="27"/>
                  <a:pt x="32" y="27"/>
                  <a:pt x="32" y="27"/>
                </a:cubicBezTo>
                <a:cubicBezTo>
                  <a:pt x="32" y="64"/>
                  <a:pt x="32" y="64"/>
                  <a:pt x="32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80" y="64"/>
                  <a:pt x="89" y="59"/>
                  <a:pt x="89" y="45"/>
                </a:cubicBezTo>
                <a:cubicBezTo>
                  <a:pt x="89" y="30"/>
                  <a:pt x="77" y="27"/>
                  <a:pt x="65" y="27"/>
                </a:cubicBezTo>
                <a:moveTo>
                  <a:pt x="70" y="88"/>
                </a:moveTo>
                <a:cubicBezTo>
                  <a:pt x="32" y="88"/>
                  <a:pt x="32" y="88"/>
                  <a:pt x="32" y="88"/>
                </a:cubicBezTo>
                <a:cubicBezTo>
                  <a:pt x="32" y="132"/>
                  <a:pt x="32" y="132"/>
                  <a:pt x="32" y="132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83" y="132"/>
                  <a:pt x="95" y="128"/>
                  <a:pt x="95" y="111"/>
                </a:cubicBezTo>
                <a:cubicBezTo>
                  <a:pt x="95" y="95"/>
                  <a:pt x="85" y="88"/>
                  <a:pt x="70" y="88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8" name="Google Shape;3448;p15"/>
          <p:cNvSpPr/>
          <p:nvPr/>
        </p:nvSpPr>
        <p:spPr>
          <a:xfrm>
            <a:off x="3324225" y="1789113"/>
            <a:ext cx="420688" cy="420687"/>
          </a:xfrm>
          <a:custGeom>
            <a:rect b="b" l="l" r="r" t="t"/>
            <a:pathLst>
              <a:path extrusionOk="0" h="265" w="265">
                <a:moveTo>
                  <a:pt x="0" y="227"/>
                </a:moveTo>
                <a:lnTo>
                  <a:pt x="107" y="243"/>
                </a:lnTo>
                <a:lnTo>
                  <a:pt x="107" y="140"/>
                </a:lnTo>
                <a:lnTo>
                  <a:pt x="0" y="140"/>
                </a:lnTo>
                <a:lnTo>
                  <a:pt x="0" y="227"/>
                </a:lnTo>
                <a:close/>
                <a:moveTo>
                  <a:pt x="0" y="125"/>
                </a:moveTo>
                <a:lnTo>
                  <a:pt x="107" y="125"/>
                </a:lnTo>
                <a:lnTo>
                  <a:pt x="107" y="23"/>
                </a:lnTo>
                <a:lnTo>
                  <a:pt x="0" y="38"/>
                </a:lnTo>
                <a:lnTo>
                  <a:pt x="0" y="125"/>
                </a:lnTo>
                <a:close/>
                <a:moveTo>
                  <a:pt x="121" y="245"/>
                </a:moveTo>
                <a:lnTo>
                  <a:pt x="265" y="265"/>
                </a:lnTo>
                <a:lnTo>
                  <a:pt x="265" y="140"/>
                </a:lnTo>
                <a:lnTo>
                  <a:pt x="121" y="140"/>
                </a:lnTo>
                <a:lnTo>
                  <a:pt x="121" y="245"/>
                </a:lnTo>
                <a:close/>
                <a:moveTo>
                  <a:pt x="121" y="21"/>
                </a:moveTo>
                <a:lnTo>
                  <a:pt x="121" y="125"/>
                </a:lnTo>
                <a:lnTo>
                  <a:pt x="265" y="125"/>
                </a:lnTo>
                <a:lnTo>
                  <a:pt x="265" y="0"/>
                </a:lnTo>
                <a:lnTo>
                  <a:pt x="121" y="2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9" name="Google Shape;3449;p15"/>
          <p:cNvSpPr/>
          <p:nvPr/>
        </p:nvSpPr>
        <p:spPr>
          <a:xfrm>
            <a:off x="2587625" y="1801813"/>
            <a:ext cx="420688" cy="401637"/>
          </a:xfrm>
          <a:custGeom>
            <a:rect b="b" l="l" r="r" t="t"/>
            <a:pathLst>
              <a:path extrusionOk="0" h="244" w="256">
                <a:moveTo>
                  <a:pt x="232" y="123"/>
                </a:moveTo>
                <a:cubicBezTo>
                  <a:pt x="232" y="123"/>
                  <a:pt x="232" y="123"/>
                  <a:pt x="232" y="123"/>
                </a:cubicBezTo>
                <a:cubicBezTo>
                  <a:pt x="232" y="123"/>
                  <a:pt x="232" y="123"/>
                  <a:pt x="232" y="123"/>
                </a:cubicBezTo>
                <a:cubicBezTo>
                  <a:pt x="216" y="131"/>
                  <a:pt x="200" y="135"/>
                  <a:pt x="187" y="135"/>
                </a:cubicBezTo>
                <a:cubicBezTo>
                  <a:pt x="166" y="135"/>
                  <a:pt x="149" y="127"/>
                  <a:pt x="136" y="117"/>
                </a:cubicBezTo>
                <a:cubicBezTo>
                  <a:pt x="136" y="117"/>
                  <a:pt x="136" y="117"/>
                  <a:pt x="136" y="117"/>
                </a:cubicBezTo>
                <a:cubicBezTo>
                  <a:pt x="160" y="28"/>
                  <a:pt x="160" y="28"/>
                  <a:pt x="160" y="28"/>
                </a:cubicBezTo>
                <a:cubicBezTo>
                  <a:pt x="167" y="34"/>
                  <a:pt x="184" y="46"/>
                  <a:pt x="210" y="46"/>
                </a:cubicBezTo>
                <a:cubicBezTo>
                  <a:pt x="223" y="46"/>
                  <a:pt x="239" y="43"/>
                  <a:pt x="256" y="35"/>
                </a:cubicBezTo>
                <a:lnTo>
                  <a:pt x="232" y="123"/>
                </a:lnTo>
                <a:close/>
                <a:moveTo>
                  <a:pt x="75" y="88"/>
                </a:moveTo>
                <a:cubicBezTo>
                  <a:pt x="74" y="88"/>
                  <a:pt x="74" y="88"/>
                  <a:pt x="74" y="88"/>
                </a:cubicBezTo>
                <a:cubicBezTo>
                  <a:pt x="62" y="88"/>
                  <a:pt x="47" y="91"/>
                  <a:pt x="29" y="99"/>
                </a:cubicBezTo>
                <a:cubicBezTo>
                  <a:pt x="52" y="11"/>
                  <a:pt x="52" y="11"/>
                  <a:pt x="52" y="11"/>
                </a:cubicBezTo>
                <a:cubicBezTo>
                  <a:pt x="70" y="3"/>
                  <a:pt x="85" y="0"/>
                  <a:pt x="97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104" y="0"/>
                  <a:pt x="110" y="1"/>
                  <a:pt x="116" y="2"/>
                </a:cubicBezTo>
                <a:cubicBezTo>
                  <a:pt x="128" y="6"/>
                  <a:pt x="145" y="17"/>
                  <a:pt x="145" y="17"/>
                </a:cubicBezTo>
                <a:cubicBezTo>
                  <a:pt x="145" y="17"/>
                  <a:pt x="145" y="17"/>
                  <a:pt x="145" y="17"/>
                </a:cubicBezTo>
                <a:cubicBezTo>
                  <a:pt x="140" y="35"/>
                  <a:pt x="125" y="88"/>
                  <a:pt x="121" y="105"/>
                </a:cubicBezTo>
                <a:cubicBezTo>
                  <a:pt x="108" y="96"/>
                  <a:pt x="94" y="88"/>
                  <a:pt x="75" y="88"/>
                </a:cubicBezTo>
                <a:moveTo>
                  <a:pt x="66" y="109"/>
                </a:moveTo>
                <a:cubicBezTo>
                  <a:pt x="68" y="109"/>
                  <a:pt x="69" y="109"/>
                  <a:pt x="71" y="109"/>
                </a:cubicBezTo>
                <a:cubicBezTo>
                  <a:pt x="84" y="109"/>
                  <a:pt x="96" y="114"/>
                  <a:pt x="105" y="119"/>
                </a:cubicBezTo>
                <a:cubicBezTo>
                  <a:pt x="109" y="121"/>
                  <a:pt x="113" y="124"/>
                  <a:pt x="116" y="126"/>
                </a:cubicBezTo>
                <a:cubicBezTo>
                  <a:pt x="113" y="138"/>
                  <a:pt x="96" y="198"/>
                  <a:pt x="92" y="216"/>
                </a:cubicBezTo>
                <a:cubicBezTo>
                  <a:pt x="78" y="207"/>
                  <a:pt x="65" y="199"/>
                  <a:pt x="45" y="199"/>
                </a:cubicBezTo>
                <a:cubicBezTo>
                  <a:pt x="32" y="199"/>
                  <a:pt x="18" y="202"/>
                  <a:pt x="0" y="209"/>
                </a:cubicBezTo>
                <a:cubicBezTo>
                  <a:pt x="24" y="121"/>
                  <a:pt x="24" y="121"/>
                  <a:pt x="24" y="121"/>
                </a:cubicBezTo>
                <a:cubicBezTo>
                  <a:pt x="26" y="120"/>
                  <a:pt x="29" y="119"/>
                  <a:pt x="32" y="118"/>
                </a:cubicBezTo>
                <a:cubicBezTo>
                  <a:pt x="40" y="114"/>
                  <a:pt x="53" y="111"/>
                  <a:pt x="66" y="109"/>
                </a:cubicBezTo>
                <a:moveTo>
                  <a:pt x="181" y="155"/>
                </a:moveTo>
                <a:cubicBezTo>
                  <a:pt x="194" y="155"/>
                  <a:pt x="209" y="153"/>
                  <a:pt x="226" y="146"/>
                </a:cubicBezTo>
                <a:cubicBezTo>
                  <a:pt x="203" y="232"/>
                  <a:pt x="203" y="232"/>
                  <a:pt x="203" y="232"/>
                </a:cubicBezTo>
                <a:cubicBezTo>
                  <a:pt x="184" y="241"/>
                  <a:pt x="168" y="244"/>
                  <a:pt x="155" y="244"/>
                </a:cubicBezTo>
                <a:cubicBezTo>
                  <a:pt x="134" y="244"/>
                  <a:pt x="107" y="226"/>
                  <a:pt x="107" y="226"/>
                </a:cubicBezTo>
                <a:cubicBezTo>
                  <a:pt x="130" y="137"/>
                  <a:pt x="130" y="137"/>
                  <a:pt x="130" y="137"/>
                </a:cubicBezTo>
                <a:cubicBezTo>
                  <a:pt x="137" y="143"/>
                  <a:pt x="154" y="155"/>
                  <a:pt x="181" y="155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0" name="Google Shape;3450;p15"/>
          <p:cNvSpPr/>
          <p:nvPr/>
        </p:nvSpPr>
        <p:spPr>
          <a:xfrm>
            <a:off x="1852613" y="1797050"/>
            <a:ext cx="420687" cy="400050"/>
          </a:xfrm>
          <a:custGeom>
            <a:rect b="b" l="l" r="r" t="t"/>
            <a:pathLst>
              <a:path extrusionOk="0" h="243" w="256">
                <a:moveTo>
                  <a:pt x="251" y="153"/>
                </a:moveTo>
                <a:cubicBezTo>
                  <a:pt x="222" y="153"/>
                  <a:pt x="222" y="153"/>
                  <a:pt x="222" y="153"/>
                </a:cubicBezTo>
                <a:cubicBezTo>
                  <a:pt x="221" y="151"/>
                  <a:pt x="221" y="150"/>
                  <a:pt x="220" y="148"/>
                </a:cubicBezTo>
                <a:cubicBezTo>
                  <a:pt x="219" y="147"/>
                  <a:pt x="217" y="143"/>
                  <a:pt x="214" y="137"/>
                </a:cubicBezTo>
                <a:cubicBezTo>
                  <a:pt x="210" y="130"/>
                  <a:pt x="205" y="119"/>
                  <a:pt x="199" y="107"/>
                </a:cubicBezTo>
                <a:cubicBezTo>
                  <a:pt x="251" y="107"/>
                  <a:pt x="251" y="107"/>
                  <a:pt x="251" y="107"/>
                </a:cubicBezTo>
                <a:cubicBezTo>
                  <a:pt x="254" y="107"/>
                  <a:pt x="256" y="110"/>
                  <a:pt x="256" y="113"/>
                </a:cubicBezTo>
                <a:cubicBezTo>
                  <a:pt x="256" y="147"/>
                  <a:pt x="256" y="147"/>
                  <a:pt x="256" y="147"/>
                </a:cubicBezTo>
                <a:cubicBezTo>
                  <a:pt x="256" y="150"/>
                  <a:pt x="254" y="153"/>
                  <a:pt x="251" y="153"/>
                </a:cubicBezTo>
                <a:moveTo>
                  <a:pt x="199" y="132"/>
                </a:moveTo>
                <a:cubicBezTo>
                  <a:pt x="200" y="132"/>
                  <a:pt x="200" y="133"/>
                  <a:pt x="200" y="134"/>
                </a:cubicBezTo>
                <a:cubicBezTo>
                  <a:pt x="201" y="134"/>
                  <a:pt x="201" y="134"/>
                  <a:pt x="201" y="134"/>
                </a:cubicBezTo>
                <a:cubicBezTo>
                  <a:pt x="205" y="143"/>
                  <a:pt x="209" y="150"/>
                  <a:pt x="210" y="153"/>
                </a:cubicBezTo>
                <a:cubicBezTo>
                  <a:pt x="211" y="153"/>
                  <a:pt x="211" y="153"/>
                  <a:pt x="211" y="153"/>
                </a:cubicBezTo>
                <a:cubicBezTo>
                  <a:pt x="214" y="160"/>
                  <a:pt x="207" y="166"/>
                  <a:pt x="203" y="168"/>
                </a:cubicBezTo>
                <a:cubicBezTo>
                  <a:pt x="199" y="169"/>
                  <a:pt x="196" y="171"/>
                  <a:pt x="190" y="168"/>
                </a:cubicBezTo>
                <a:cubicBezTo>
                  <a:pt x="184" y="165"/>
                  <a:pt x="153" y="94"/>
                  <a:pt x="146" y="75"/>
                </a:cubicBezTo>
                <a:cubicBezTo>
                  <a:pt x="138" y="56"/>
                  <a:pt x="114" y="7"/>
                  <a:pt x="122" y="3"/>
                </a:cubicBezTo>
                <a:cubicBezTo>
                  <a:pt x="127" y="0"/>
                  <a:pt x="147" y="39"/>
                  <a:pt x="161" y="63"/>
                </a:cubicBezTo>
                <a:cubicBezTo>
                  <a:pt x="170" y="76"/>
                  <a:pt x="183" y="101"/>
                  <a:pt x="194" y="122"/>
                </a:cubicBezTo>
                <a:cubicBezTo>
                  <a:pt x="194" y="122"/>
                  <a:pt x="195" y="123"/>
                  <a:pt x="195" y="123"/>
                </a:cubicBezTo>
                <a:cubicBezTo>
                  <a:pt x="195" y="124"/>
                  <a:pt x="196" y="125"/>
                  <a:pt x="196" y="126"/>
                </a:cubicBezTo>
                <a:cubicBezTo>
                  <a:pt x="196" y="126"/>
                  <a:pt x="196" y="126"/>
                  <a:pt x="197" y="126"/>
                </a:cubicBezTo>
                <a:cubicBezTo>
                  <a:pt x="197" y="127"/>
                  <a:pt x="197" y="128"/>
                  <a:pt x="198" y="129"/>
                </a:cubicBezTo>
                <a:cubicBezTo>
                  <a:pt x="198" y="129"/>
                  <a:pt x="198" y="130"/>
                  <a:pt x="199" y="130"/>
                </a:cubicBezTo>
                <a:cubicBezTo>
                  <a:pt x="199" y="131"/>
                  <a:pt x="199" y="131"/>
                  <a:pt x="199" y="132"/>
                </a:cubicBezTo>
                <a:moveTo>
                  <a:pt x="127" y="81"/>
                </a:moveTo>
                <a:cubicBezTo>
                  <a:pt x="105" y="119"/>
                  <a:pt x="105" y="119"/>
                  <a:pt x="105" y="119"/>
                </a:cubicBezTo>
                <a:cubicBezTo>
                  <a:pt x="86" y="153"/>
                  <a:pt x="86" y="153"/>
                  <a:pt x="86" y="153"/>
                </a:cubicBezTo>
                <a:cubicBezTo>
                  <a:pt x="56" y="206"/>
                  <a:pt x="56" y="206"/>
                  <a:pt x="56" y="206"/>
                </a:cubicBezTo>
                <a:cubicBezTo>
                  <a:pt x="54" y="208"/>
                  <a:pt x="50" y="209"/>
                  <a:pt x="47" y="208"/>
                </a:cubicBezTo>
                <a:cubicBezTo>
                  <a:pt x="32" y="199"/>
                  <a:pt x="32" y="199"/>
                  <a:pt x="32" y="199"/>
                </a:cubicBezTo>
                <a:cubicBezTo>
                  <a:pt x="29" y="197"/>
                  <a:pt x="28" y="194"/>
                  <a:pt x="30" y="191"/>
                </a:cubicBezTo>
                <a:cubicBezTo>
                  <a:pt x="52" y="153"/>
                  <a:pt x="52" y="153"/>
                  <a:pt x="52" y="153"/>
                </a:cubicBezTo>
                <a:cubicBezTo>
                  <a:pt x="78" y="107"/>
                  <a:pt x="78" y="107"/>
                  <a:pt x="78" y="107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03" y="63"/>
                  <a:pt x="107" y="62"/>
                  <a:pt x="109" y="64"/>
                </a:cubicBezTo>
                <a:cubicBezTo>
                  <a:pt x="125" y="73"/>
                  <a:pt x="125" y="73"/>
                  <a:pt x="125" y="73"/>
                </a:cubicBezTo>
                <a:cubicBezTo>
                  <a:pt x="128" y="74"/>
                  <a:pt x="129" y="78"/>
                  <a:pt x="127" y="81"/>
                </a:cubicBezTo>
                <a:moveTo>
                  <a:pt x="5" y="153"/>
                </a:moveTo>
                <a:cubicBezTo>
                  <a:pt x="2" y="153"/>
                  <a:pt x="0" y="150"/>
                  <a:pt x="0" y="147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10"/>
                  <a:pt x="2" y="107"/>
                  <a:pt x="5" y="107"/>
                </a:cubicBezTo>
                <a:cubicBezTo>
                  <a:pt x="65" y="107"/>
                  <a:pt x="65" y="107"/>
                  <a:pt x="65" y="107"/>
                </a:cubicBezTo>
                <a:cubicBezTo>
                  <a:pt x="39" y="153"/>
                  <a:pt x="39" y="153"/>
                  <a:pt x="39" y="153"/>
                </a:cubicBezTo>
                <a:lnTo>
                  <a:pt x="5" y="153"/>
                </a:lnTo>
                <a:close/>
                <a:moveTo>
                  <a:pt x="27" y="206"/>
                </a:moveTo>
                <a:cubicBezTo>
                  <a:pt x="42" y="215"/>
                  <a:pt x="42" y="215"/>
                  <a:pt x="42" y="215"/>
                </a:cubicBezTo>
                <a:cubicBezTo>
                  <a:pt x="45" y="216"/>
                  <a:pt x="45" y="219"/>
                  <a:pt x="43" y="221"/>
                </a:cubicBezTo>
                <a:cubicBezTo>
                  <a:pt x="23" y="234"/>
                  <a:pt x="23" y="234"/>
                  <a:pt x="23" y="234"/>
                </a:cubicBezTo>
                <a:cubicBezTo>
                  <a:pt x="20" y="236"/>
                  <a:pt x="18" y="235"/>
                  <a:pt x="19" y="232"/>
                </a:cubicBezTo>
                <a:cubicBezTo>
                  <a:pt x="21" y="209"/>
                  <a:pt x="21" y="209"/>
                  <a:pt x="21" y="209"/>
                </a:cubicBezTo>
                <a:cubicBezTo>
                  <a:pt x="22" y="205"/>
                  <a:pt x="24" y="204"/>
                  <a:pt x="27" y="206"/>
                </a:cubicBezTo>
                <a:moveTo>
                  <a:pt x="148" y="107"/>
                </a:moveTo>
                <a:cubicBezTo>
                  <a:pt x="157" y="128"/>
                  <a:pt x="164" y="143"/>
                  <a:pt x="169" y="153"/>
                </a:cubicBezTo>
                <a:cubicBezTo>
                  <a:pt x="98" y="153"/>
                  <a:pt x="98" y="153"/>
                  <a:pt x="98" y="153"/>
                </a:cubicBezTo>
                <a:cubicBezTo>
                  <a:pt x="124" y="107"/>
                  <a:pt x="124" y="107"/>
                  <a:pt x="124" y="107"/>
                </a:cubicBezTo>
                <a:lnTo>
                  <a:pt x="148" y="107"/>
                </a:lnTo>
                <a:close/>
                <a:moveTo>
                  <a:pt x="203" y="178"/>
                </a:moveTo>
                <a:cubicBezTo>
                  <a:pt x="212" y="173"/>
                  <a:pt x="212" y="173"/>
                  <a:pt x="212" y="173"/>
                </a:cubicBezTo>
                <a:cubicBezTo>
                  <a:pt x="215" y="171"/>
                  <a:pt x="219" y="173"/>
                  <a:pt x="221" y="176"/>
                </a:cubicBezTo>
                <a:cubicBezTo>
                  <a:pt x="228" y="190"/>
                  <a:pt x="228" y="190"/>
                  <a:pt x="228" y="190"/>
                </a:cubicBezTo>
                <a:cubicBezTo>
                  <a:pt x="230" y="193"/>
                  <a:pt x="229" y="197"/>
                  <a:pt x="226" y="199"/>
                </a:cubicBezTo>
                <a:cubicBezTo>
                  <a:pt x="219" y="203"/>
                  <a:pt x="219" y="203"/>
                  <a:pt x="219" y="203"/>
                </a:cubicBezTo>
                <a:cubicBezTo>
                  <a:pt x="216" y="205"/>
                  <a:pt x="212" y="204"/>
                  <a:pt x="211" y="201"/>
                </a:cubicBezTo>
                <a:cubicBezTo>
                  <a:pt x="201" y="186"/>
                  <a:pt x="201" y="186"/>
                  <a:pt x="201" y="186"/>
                </a:cubicBezTo>
                <a:cubicBezTo>
                  <a:pt x="199" y="183"/>
                  <a:pt x="200" y="179"/>
                  <a:pt x="203" y="178"/>
                </a:cubicBezTo>
                <a:moveTo>
                  <a:pt x="248" y="243"/>
                </a:moveTo>
                <a:cubicBezTo>
                  <a:pt x="246" y="237"/>
                  <a:pt x="231" y="236"/>
                  <a:pt x="225" y="227"/>
                </a:cubicBezTo>
                <a:cubicBezTo>
                  <a:pt x="218" y="218"/>
                  <a:pt x="224" y="213"/>
                  <a:pt x="226" y="210"/>
                </a:cubicBezTo>
                <a:cubicBezTo>
                  <a:pt x="253" y="195"/>
                  <a:pt x="248" y="243"/>
                  <a:pt x="248" y="24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1" name="Google Shape;3451;p15"/>
          <p:cNvSpPr/>
          <p:nvPr/>
        </p:nvSpPr>
        <p:spPr>
          <a:xfrm>
            <a:off x="1120775" y="1789113"/>
            <a:ext cx="388938" cy="422275"/>
          </a:xfrm>
          <a:custGeom>
            <a:rect b="b" l="l" r="r" t="t"/>
            <a:pathLst>
              <a:path extrusionOk="0" h="257" w="237">
                <a:moveTo>
                  <a:pt x="200" y="136"/>
                </a:moveTo>
                <a:cubicBezTo>
                  <a:pt x="200" y="175"/>
                  <a:pt x="237" y="188"/>
                  <a:pt x="237" y="188"/>
                </a:cubicBezTo>
                <a:cubicBezTo>
                  <a:pt x="237" y="189"/>
                  <a:pt x="231" y="206"/>
                  <a:pt x="218" y="224"/>
                </a:cubicBezTo>
                <a:cubicBezTo>
                  <a:pt x="206" y="240"/>
                  <a:pt x="195" y="255"/>
                  <a:pt x="176" y="256"/>
                </a:cubicBezTo>
                <a:cubicBezTo>
                  <a:pt x="157" y="256"/>
                  <a:pt x="152" y="246"/>
                  <a:pt x="130" y="246"/>
                </a:cubicBezTo>
                <a:cubicBezTo>
                  <a:pt x="109" y="246"/>
                  <a:pt x="103" y="255"/>
                  <a:pt x="85" y="256"/>
                </a:cubicBezTo>
                <a:cubicBezTo>
                  <a:pt x="67" y="257"/>
                  <a:pt x="54" y="239"/>
                  <a:pt x="42" y="224"/>
                </a:cubicBezTo>
                <a:cubicBezTo>
                  <a:pt x="18" y="192"/>
                  <a:pt x="0" y="134"/>
                  <a:pt x="25" y="95"/>
                </a:cubicBezTo>
                <a:cubicBezTo>
                  <a:pt x="37" y="75"/>
                  <a:pt x="58" y="63"/>
                  <a:pt x="81" y="62"/>
                </a:cubicBezTo>
                <a:cubicBezTo>
                  <a:pt x="99" y="62"/>
                  <a:pt x="116" y="74"/>
                  <a:pt x="127" y="74"/>
                </a:cubicBezTo>
                <a:cubicBezTo>
                  <a:pt x="138" y="74"/>
                  <a:pt x="158" y="60"/>
                  <a:pt x="179" y="62"/>
                </a:cubicBezTo>
                <a:cubicBezTo>
                  <a:pt x="188" y="62"/>
                  <a:pt x="214" y="65"/>
                  <a:pt x="230" y="87"/>
                </a:cubicBezTo>
                <a:cubicBezTo>
                  <a:pt x="229" y="88"/>
                  <a:pt x="200" y="104"/>
                  <a:pt x="200" y="136"/>
                </a:cubicBezTo>
                <a:moveTo>
                  <a:pt x="125" y="59"/>
                </a:moveTo>
                <a:cubicBezTo>
                  <a:pt x="123" y="44"/>
                  <a:pt x="130" y="29"/>
                  <a:pt x="139" y="19"/>
                </a:cubicBezTo>
                <a:cubicBezTo>
                  <a:pt x="149" y="9"/>
                  <a:pt x="166" y="0"/>
                  <a:pt x="180" y="0"/>
                </a:cubicBezTo>
                <a:cubicBezTo>
                  <a:pt x="182" y="15"/>
                  <a:pt x="175" y="30"/>
                  <a:pt x="165" y="41"/>
                </a:cubicBezTo>
                <a:cubicBezTo>
                  <a:pt x="156" y="52"/>
                  <a:pt x="140" y="60"/>
                  <a:pt x="125" y="59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2" name="Google Shape;3452;p15"/>
          <p:cNvSpPr/>
          <p:nvPr/>
        </p:nvSpPr>
        <p:spPr>
          <a:xfrm>
            <a:off x="425450" y="1789113"/>
            <a:ext cx="347663" cy="420687"/>
          </a:xfrm>
          <a:custGeom>
            <a:rect b="b" l="l" r="r" t="t"/>
            <a:pathLst>
              <a:path extrusionOk="0" h="256" w="212">
                <a:moveTo>
                  <a:pt x="197" y="174"/>
                </a:moveTo>
                <a:cubicBezTo>
                  <a:pt x="190" y="174"/>
                  <a:pt x="183" y="168"/>
                  <a:pt x="183" y="159"/>
                </a:cubicBezTo>
                <a:cubicBezTo>
                  <a:pt x="183" y="96"/>
                  <a:pt x="183" y="96"/>
                  <a:pt x="183" y="96"/>
                </a:cubicBezTo>
                <a:cubicBezTo>
                  <a:pt x="183" y="88"/>
                  <a:pt x="190" y="81"/>
                  <a:pt x="197" y="81"/>
                </a:cubicBezTo>
                <a:cubicBezTo>
                  <a:pt x="205" y="81"/>
                  <a:pt x="212" y="88"/>
                  <a:pt x="212" y="96"/>
                </a:cubicBezTo>
                <a:cubicBezTo>
                  <a:pt x="212" y="159"/>
                  <a:pt x="212" y="159"/>
                  <a:pt x="212" y="159"/>
                </a:cubicBezTo>
                <a:cubicBezTo>
                  <a:pt x="212" y="168"/>
                  <a:pt x="205" y="174"/>
                  <a:pt x="197" y="174"/>
                </a:cubicBezTo>
                <a:moveTo>
                  <a:pt x="158" y="206"/>
                </a:moveTo>
                <a:cubicBezTo>
                  <a:pt x="147" y="206"/>
                  <a:pt x="147" y="206"/>
                  <a:pt x="147" y="206"/>
                </a:cubicBezTo>
                <a:cubicBezTo>
                  <a:pt x="148" y="207"/>
                  <a:pt x="148" y="208"/>
                  <a:pt x="148" y="210"/>
                </a:cubicBezTo>
                <a:cubicBezTo>
                  <a:pt x="148" y="211"/>
                  <a:pt x="148" y="211"/>
                  <a:pt x="148" y="211"/>
                </a:cubicBezTo>
                <a:cubicBezTo>
                  <a:pt x="148" y="216"/>
                  <a:pt x="148" y="216"/>
                  <a:pt x="148" y="216"/>
                </a:cubicBezTo>
                <a:cubicBezTo>
                  <a:pt x="148" y="241"/>
                  <a:pt x="148" y="241"/>
                  <a:pt x="148" y="241"/>
                </a:cubicBezTo>
                <a:cubicBezTo>
                  <a:pt x="148" y="249"/>
                  <a:pt x="141" y="256"/>
                  <a:pt x="133" y="256"/>
                </a:cubicBezTo>
                <a:cubicBezTo>
                  <a:pt x="125" y="256"/>
                  <a:pt x="119" y="249"/>
                  <a:pt x="119" y="241"/>
                </a:cubicBezTo>
                <a:cubicBezTo>
                  <a:pt x="119" y="216"/>
                  <a:pt x="119" y="216"/>
                  <a:pt x="119" y="216"/>
                </a:cubicBezTo>
                <a:cubicBezTo>
                  <a:pt x="119" y="211"/>
                  <a:pt x="119" y="211"/>
                  <a:pt x="119" y="211"/>
                </a:cubicBezTo>
                <a:cubicBezTo>
                  <a:pt x="119" y="210"/>
                  <a:pt x="119" y="210"/>
                  <a:pt x="119" y="210"/>
                </a:cubicBezTo>
                <a:cubicBezTo>
                  <a:pt x="119" y="208"/>
                  <a:pt x="119" y="207"/>
                  <a:pt x="119" y="206"/>
                </a:cubicBezTo>
                <a:cubicBezTo>
                  <a:pt x="93" y="206"/>
                  <a:pt x="93" y="206"/>
                  <a:pt x="93" y="206"/>
                </a:cubicBezTo>
                <a:cubicBezTo>
                  <a:pt x="93" y="207"/>
                  <a:pt x="93" y="208"/>
                  <a:pt x="93" y="210"/>
                </a:cubicBezTo>
                <a:cubicBezTo>
                  <a:pt x="93" y="211"/>
                  <a:pt x="93" y="211"/>
                  <a:pt x="93" y="211"/>
                </a:cubicBezTo>
                <a:cubicBezTo>
                  <a:pt x="93" y="216"/>
                  <a:pt x="93" y="216"/>
                  <a:pt x="93" y="216"/>
                </a:cubicBezTo>
                <a:cubicBezTo>
                  <a:pt x="93" y="241"/>
                  <a:pt x="93" y="241"/>
                  <a:pt x="93" y="241"/>
                </a:cubicBezTo>
                <a:cubicBezTo>
                  <a:pt x="93" y="249"/>
                  <a:pt x="87" y="256"/>
                  <a:pt x="79" y="256"/>
                </a:cubicBezTo>
                <a:cubicBezTo>
                  <a:pt x="71" y="256"/>
                  <a:pt x="64" y="249"/>
                  <a:pt x="64" y="241"/>
                </a:cubicBezTo>
                <a:cubicBezTo>
                  <a:pt x="64" y="216"/>
                  <a:pt x="64" y="216"/>
                  <a:pt x="64" y="216"/>
                </a:cubicBezTo>
                <a:cubicBezTo>
                  <a:pt x="64" y="211"/>
                  <a:pt x="64" y="211"/>
                  <a:pt x="64" y="211"/>
                </a:cubicBezTo>
                <a:cubicBezTo>
                  <a:pt x="64" y="210"/>
                  <a:pt x="64" y="210"/>
                  <a:pt x="64" y="210"/>
                </a:cubicBezTo>
                <a:cubicBezTo>
                  <a:pt x="64" y="208"/>
                  <a:pt x="64" y="207"/>
                  <a:pt x="65" y="206"/>
                </a:cubicBezTo>
                <a:cubicBezTo>
                  <a:pt x="54" y="206"/>
                  <a:pt x="54" y="206"/>
                  <a:pt x="54" y="206"/>
                </a:cubicBezTo>
                <a:cubicBezTo>
                  <a:pt x="45" y="206"/>
                  <a:pt x="39" y="199"/>
                  <a:pt x="39" y="190"/>
                </a:cubicBezTo>
                <a:cubicBezTo>
                  <a:pt x="39" y="103"/>
                  <a:pt x="39" y="103"/>
                  <a:pt x="39" y="103"/>
                </a:cubicBezTo>
                <a:cubicBezTo>
                  <a:pt x="39" y="93"/>
                  <a:pt x="39" y="93"/>
                  <a:pt x="39" y="93"/>
                </a:cubicBezTo>
                <a:cubicBezTo>
                  <a:pt x="39" y="81"/>
                  <a:pt x="39" y="81"/>
                  <a:pt x="39" y="81"/>
                </a:cubicBezTo>
                <a:cubicBezTo>
                  <a:pt x="40" y="81"/>
                  <a:pt x="40" y="81"/>
                  <a:pt x="40" y="81"/>
                </a:cubicBezTo>
                <a:cubicBezTo>
                  <a:pt x="172" y="81"/>
                  <a:pt x="172" y="81"/>
                  <a:pt x="172" y="81"/>
                </a:cubicBezTo>
                <a:cubicBezTo>
                  <a:pt x="173" y="81"/>
                  <a:pt x="173" y="81"/>
                  <a:pt x="173" y="81"/>
                </a:cubicBezTo>
                <a:cubicBezTo>
                  <a:pt x="173" y="93"/>
                  <a:pt x="173" y="93"/>
                  <a:pt x="173" y="9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3" y="190"/>
                  <a:pt x="173" y="190"/>
                  <a:pt x="173" y="190"/>
                </a:cubicBezTo>
                <a:cubicBezTo>
                  <a:pt x="173" y="199"/>
                  <a:pt x="167" y="206"/>
                  <a:pt x="158" y="206"/>
                </a:cubicBezTo>
                <a:moveTo>
                  <a:pt x="73" y="21"/>
                </a:moveTo>
                <a:cubicBezTo>
                  <a:pt x="70" y="17"/>
                  <a:pt x="70" y="17"/>
                  <a:pt x="70" y="17"/>
                </a:cubicBezTo>
                <a:cubicBezTo>
                  <a:pt x="67" y="13"/>
                  <a:pt x="67" y="13"/>
                  <a:pt x="67" y="13"/>
                </a:cubicBezTo>
                <a:cubicBezTo>
                  <a:pt x="61" y="4"/>
                  <a:pt x="61" y="4"/>
                  <a:pt x="61" y="4"/>
                </a:cubicBezTo>
                <a:cubicBezTo>
                  <a:pt x="61" y="3"/>
                  <a:pt x="61" y="1"/>
                  <a:pt x="62" y="0"/>
                </a:cubicBezTo>
                <a:cubicBezTo>
                  <a:pt x="63" y="0"/>
                  <a:pt x="65" y="0"/>
                  <a:pt x="65" y="1"/>
                </a:cubicBezTo>
                <a:cubicBezTo>
                  <a:pt x="72" y="11"/>
                  <a:pt x="72" y="11"/>
                  <a:pt x="72" y="11"/>
                </a:cubicBezTo>
                <a:cubicBezTo>
                  <a:pt x="75" y="15"/>
                  <a:pt x="75" y="15"/>
                  <a:pt x="75" y="15"/>
                </a:cubicBezTo>
                <a:cubicBezTo>
                  <a:pt x="77" y="19"/>
                  <a:pt x="77" y="19"/>
                  <a:pt x="77" y="19"/>
                </a:cubicBezTo>
                <a:cubicBezTo>
                  <a:pt x="86" y="16"/>
                  <a:pt x="96" y="14"/>
                  <a:pt x="106" y="14"/>
                </a:cubicBezTo>
                <a:cubicBezTo>
                  <a:pt x="116" y="14"/>
                  <a:pt x="126" y="16"/>
                  <a:pt x="135" y="19"/>
                </a:cubicBezTo>
                <a:cubicBezTo>
                  <a:pt x="137" y="15"/>
                  <a:pt x="137" y="15"/>
                  <a:pt x="137" y="15"/>
                </a:cubicBezTo>
                <a:cubicBezTo>
                  <a:pt x="140" y="11"/>
                  <a:pt x="140" y="11"/>
                  <a:pt x="140" y="11"/>
                </a:cubicBezTo>
                <a:cubicBezTo>
                  <a:pt x="147" y="1"/>
                  <a:pt x="147" y="1"/>
                  <a:pt x="147" y="1"/>
                </a:cubicBezTo>
                <a:cubicBezTo>
                  <a:pt x="147" y="0"/>
                  <a:pt x="149" y="0"/>
                  <a:pt x="150" y="0"/>
                </a:cubicBezTo>
                <a:cubicBezTo>
                  <a:pt x="151" y="1"/>
                  <a:pt x="151" y="3"/>
                  <a:pt x="151" y="4"/>
                </a:cubicBezTo>
                <a:cubicBezTo>
                  <a:pt x="145" y="13"/>
                  <a:pt x="145" y="13"/>
                  <a:pt x="145" y="13"/>
                </a:cubicBezTo>
                <a:cubicBezTo>
                  <a:pt x="142" y="17"/>
                  <a:pt x="142" y="17"/>
                  <a:pt x="142" y="17"/>
                </a:cubicBezTo>
                <a:cubicBezTo>
                  <a:pt x="139" y="21"/>
                  <a:pt x="139" y="21"/>
                  <a:pt x="139" y="21"/>
                </a:cubicBezTo>
                <a:cubicBezTo>
                  <a:pt x="160" y="31"/>
                  <a:pt x="173" y="50"/>
                  <a:pt x="173" y="71"/>
                </a:cubicBezTo>
                <a:cubicBezTo>
                  <a:pt x="39" y="71"/>
                  <a:pt x="39" y="71"/>
                  <a:pt x="39" y="71"/>
                </a:cubicBezTo>
                <a:cubicBezTo>
                  <a:pt x="39" y="50"/>
                  <a:pt x="52" y="31"/>
                  <a:pt x="73" y="21"/>
                </a:cubicBezTo>
                <a:moveTo>
                  <a:pt x="135" y="51"/>
                </a:moveTo>
                <a:cubicBezTo>
                  <a:pt x="139" y="51"/>
                  <a:pt x="142" y="48"/>
                  <a:pt x="142" y="44"/>
                </a:cubicBezTo>
                <a:cubicBezTo>
                  <a:pt x="142" y="40"/>
                  <a:pt x="139" y="36"/>
                  <a:pt x="135" y="36"/>
                </a:cubicBezTo>
                <a:cubicBezTo>
                  <a:pt x="131" y="36"/>
                  <a:pt x="128" y="40"/>
                  <a:pt x="128" y="44"/>
                </a:cubicBezTo>
                <a:cubicBezTo>
                  <a:pt x="128" y="48"/>
                  <a:pt x="131" y="51"/>
                  <a:pt x="135" y="51"/>
                </a:cubicBezTo>
                <a:moveTo>
                  <a:pt x="77" y="51"/>
                </a:moveTo>
                <a:cubicBezTo>
                  <a:pt x="81" y="51"/>
                  <a:pt x="84" y="48"/>
                  <a:pt x="84" y="44"/>
                </a:cubicBezTo>
                <a:cubicBezTo>
                  <a:pt x="84" y="40"/>
                  <a:pt x="81" y="36"/>
                  <a:pt x="77" y="36"/>
                </a:cubicBezTo>
                <a:cubicBezTo>
                  <a:pt x="73" y="36"/>
                  <a:pt x="70" y="40"/>
                  <a:pt x="70" y="44"/>
                </a:cubicBezTo>
                <a:cubicBezTo>
                  <a:pt x="70" y="48"/>
                  <a:pt x="73" y="51"/>
                  <a:pt x="77" y="51"/>
                </a:cubicBezTo>
                <a:moveTo>
                  <a:pt x="15" y="174"/>
                </a:moveTo>
                <a:cubicBezTo>
                  <a:pt x="7" y="174"/>
                  <a:pt x="0" y="168"/>
                  <a:pt x="0" y="159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88"/>
                  <a:pt x="7" y="81"/>
                  <a:pt x="15" y="81"/>
                </a:cubicBezTo>
                <a:cubicBezTo>
                  <a:pt x="22" y="81"/>
                  <a:pt x="29" y="88"/>
                  <a:pt x="29" y="96"/>
                </a:cubicBezTo>
                <a:cubicBezTo>
                  <a:pt x="29" y="159"/>
                  <a:pt x="29" y="159"/>
                  <a:pt x="29" y="159"/>
                </a:cubicBezTo>
                <a:cubicBezTo>
                  <a:pt x="29" y="168"/>
                  <a:pt x="22" y="174"/>
                  <a:pt x="15" y="17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3" name="Google Shape;3453;p15"/>
          <p:cNvSpPr/>
          <p:nvPr/>
        </p:nvSpPr>
        <p:spPr>
          <a:xfrm>
            <a:off x="8478838" y="1084263"/>
            <a:ext cx="420687" cy="355600"/>
          </a:xfrm>
          <a:custGeom>
            <a:rect b="b" l="l" r="r" t="t"/>
            <a:pathLst>
              <a:path extrusionOk="0" h="216" w="256">
                <a:moveTo>
                  <a:pt x="10" y="216"/>
                </a:moveTo>
                <a:cubicBezTo>
                  <a:pt x="246" y="216"/>
                  <a:pt x="246" y="216"/>
                  <a:pt x="246" y="216"/>
                </a:cubicBezTo>
                <a:cubicBezTo>
                  <a:pt x="252" y="216"/>
                  <a:pt x="256" y="212"/>
                  <a:pt x="256" y="206"/>
                </a:cubicBezTo>
                <a:cubicBezTo>
                  <a:pt x="256" y="202"/>
                  <a:pt x="256" y="202"/>
                  <a:pt x="256" y="202"/>
                </a:cubicBezTo>
                <a:cubicBezTo>
                  <a:pt x="256" y="196"/>
                  <a:pt x="252" y="192"/>
                  <a:pt x="246" y="192"/>
                </a:cubicBezTo>
                <a:cubicBezTo>
                  <a:pt x="10" y="192"/>
                  <a:pt x="10" y="192"/>
                  <a:pt x="10" y="192"/>
                </a:cubicBezTo>
                <a:cubicBezTo>
                  <a:pt x="4" y="192"/>
                  <a:pt x="0" y="196"/>
                  <a:pt x="0" y="202"/>
                </a:cubicBezTo>
                <a:cubicBezTo>
                  <a:pt x="0" y="206"/>
                  <a:pt x="0" y="206"/>
                  <a:pt x="0" y="206"/>
                </a:cubicBezTo>
                <a:cubicBezTo>
                  <a:pt x="0" y="212"/>
                  <a:pt x="4" y="216"/>
                  <a:pt x="10" y="216"/>
                </a:cubicBezTo>
                <a:moveTo>
                  <a:pt x="48" y="180"/>
                </a:moveTo>
                <a:cubicBezTo>
                  <a:pt x="72" y="180"/>
                  <a:pt x="72" y="180"/>
                  <a:pt x="72" y="180"/>
                </a:cubicBezTo>
                <a:cubicBezTo>
                  <a:pt x="79" y="180"/>
                  <a:pt x="84" y="175"/>
                  <a:pt x="84" y="168"/>
                </a:cubicBezTo>
                <a:cubicBezTo>
                  <a:pt x="84" y="12"/>
                  <a:pt x="84" y="12"/>
                  <a:pt x="84" y="12"/>
                </a:cubicBezTo>
                <a:cubicBezTo>
                  <a:pt x="84" y="5"/>
                  <a:pt x="79" y="0"/>
                  <a:pt x="7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1" y="0"/>
                  <a:pt x="36" y="5"/>
                  <a:pt x="36" y="12"/>
                </a:cubicBezTo>
                <a:cubicBezTo>
                  <a:pt x="36" y="168"/>
                  <a:pt x="36" y="168"/>
                  <a:pt x="36" y="168"/>
                </a:cubicBezTo>
                <a:cubicBezTo>
                  <a:pt x="36" y="175"/>
                  <a:pt x="41" y="180"/>
                  <a:pt x="48" y="180"/>
                </a:cubicBezTo>
                <a:moveTo>
                  <a:pt x="116" y="180"/>
                </a:moveTo>
                <a:cubicBezTo>
                  <a:pt x="140" y="180"/>
                  <a:pt x="140" y="180"/>
                  <a:pt x="140" y="180"/>
                </a:cubicBezTo>
                <a:cubicBezTo>
                  <a:pt x="147" y="180"/>
                  <a:pt x="152" y="175"/>
                  <a:pt x="152" y="168"/>
                </a:cubicBezTo>
                <a:cubicBezTo>
                  <a:pt x="152" y="68"/>
                  <a:pt x="152" y="68"/>
                  <a:pt x="152" y="68"/>
                </a:cubicBezTo>
                <a:cubicBezTo>
                  <a:pt x="152" y="61"/>
                  <a:pt x="147" y="56"/>
                  <a:pt x="140" y="56"/>
                </a:cubicBezTo>
                <a:cubicBezTo>
                  <a:pt x="116" y="56"/>
                  <a:pt x="116" y="56"/>
                  <a:pt x="116" y="56"/>
                </a:cubicBezTo>
                <a:cubicBezTo>
                  <a:pt x="109" y="56"/>
                  <a:pt x="104" y="61"/>
                  <a:pt x="104" y="68"/>
                </a:cubicBezTo>
                <a:cubicBezTo>
                  <a:pt x="104" y="168"/>
                  <a:pt x="104" y="168"/>
                  <a:pt x="104" y="168"/>
                </a:cubicBezTo>
                <a:cubicBezTo>
                  <a:pt x="104" y="175"/>
                  <a:pt x="109" y="180"/>
                  <a:pt x="116" y="180"/>
                </a:cubicBezTo>
                <a:moveTo>
                  <a:pt x="184" y="180"/>
                </a:moveTo>
                <a:cubicBezTo>
                  <a:pt x="208" y="180"/>
                  <a:pt x="208" y="180"/>
                  <a:pt x="208" y="180"/>
                </a:cubicBezTo>
                <a:cubicBezTo>
                  <a:pt x="215" y="180"/>
                  <a:pt x="220" y="175"/>
                  <a:pt x="220" y="168"/>
                </a:cubicBezTo>
                <a:cubicBezTo>
                  <a:pt x="220" y="124"/>
                  <a:pt x="220" y="124"/>
                  <a:pt x="220" y="124"/>
                </a:cubicBezTo>
                <a:cubicBezTo>
                  <a:pt x="220" y="117"/>
                  <a:pt x="215" y="112"/>
                  <a:pt x="208" y="112"/>
                </a:cubicBezTo>
                <a:cubicBezTo>
                  <a:pt x="184" y="112"/>
                  <a:pt x="184" y="112"/>
                  <a:pt x="184" y="112"/>
                </a:cubicBezTo>
                <a:cubicBezTo>
                  <a:pt x="177" y="112"/>
                  <a:pt x="172" y="117"/>
                  <a:pt x="172" y="124"/>
                </a:cubicBezTo>
                <a:cubicBezTo>
                  <a:pt x="172" y="168"/>
                  <a:pt x="172" y="168"/>
                  <a:pt x="172" y="168"/>
                </a:cubicBezTo>
                <a:cubicBezTo>
                  <a:pt x="172" y="175"/>
                  <a:pt x="177" y="180"/>
                  <a:pt x="184" y="18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4" name="Google Shape;3454;p15"/>
          <p:cNvSpPr/>
          <p:nvPr/>
        </p:nvSpPr>
        <p:spPr>
          <a:xfrm>
            <a:off x="7742238" y="1084263"/>
            <a:ext cx="420687" cy="355600"/>
          </a:xfrm>
          <a:custGeom>
            <a:rect b="b" l="l" r="r" t="t"/>
            <a:pathLst>
              <a:path extrusionOk="0" h="216" w="256">
                <a:moveTo>
                  <a:pt x="246" y="216"/>
                </a:moveTo>
                <a:cubicBezTo>
                  <a:pt x="10" y="216"/>
                  <a:pt x="10" y="216"/>
                  <a:pt x="10" y="216"/>
                </a:cubicBezTo>
                <a:cubicBezTo>
                  <a:pt x="4" y="216"/>
                  <a:pt x="0" y="212"/>
                  <a:pt x="0" y="206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196"/>
                  <a:pt x="4" y="192"/>
                  <a:pt x="10" y="192"/>
                </a:cubicBezTo>
                <a:cubicBezTo>
                  <a:pt x="246" y="192"/>
                  <a:pt x="246" y="192"/>
                  <a:pt x="246" y="192"/>
                </a:cubicBezTo>
                <a:cubicBezTo>
                  <a:pt x="252" y="192"/>
                  <a:pt x="256" y="196"/>
                  <a:pt x="256" y="202"/>
                </a:cubicBezTo>
                <a:cubicBezTo>
                  <a:pt x="256" y="206"/>
                  <a:pt x="256" y="206"/>
                  <a:pt x="256" y="206"/>
                </a:cubicBezTo>
                <a:cubicBezTo>
                  <a:pt x="256" y="212"/>
                  <a:pt x="252" y="216"/>
                  <a:pt x="246" y="216"/>
                </a:cubicBezTo>
                <a:moveTo>
                  <a:pt x="220" y="168"/>
                </a:moveTo>
                <a:cubicBezTo>
                  <a:pt x="220" y="175"/>
                  <a:pt x="215" y="180"/>
                  <a:pt x="208" y="180"/>
                </a:cubicBezTo>
                <a:cubicBezTo>
                  <a:pt x="184" y="180"/>
                  <a:pt x="184" y="180"/>
                  <a:pt x="184" y="180"/>
                </a:cubicBezTo>
                <a:cubicBezTo>
                  <a:pt x="177" y="180"/>
                  <a:pt x="172" y="175"/>
                  <a:pt x="172" y="168"/>
                </a:cubicBezTo>
                <a:cubicBezTo>
                  <a:pt x="172" y="84"/>
                  <a:pt x="172" y="84"/>
                  <a:pt x="172" y="84"/>
                </a:cubicBezTo>
                <a:cubicBezTo>
                  <a:pt x="172" y="60"/>
                  <a:pt x="172" y="60"/>
                  <a:pt x="172" y="60"/>
                </a:cubicBezTo>
                <a:cubicBezTo>
                  <a:pt x="172" y="53"/>
                  <a:pt x="177" y="48"/>
                  <a:pt x="184" y="48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215" y="48"/>
                  <a:pt x="220" y="53"/>
                  <a:pt x="220" y="60"/>
                </a:cubicBezTo>
                <a:cubicBezTo>
                  <a:pt x="220" y="144"/>
                  <a:pt x="220" y="144"/>
                  <a:pt x="220" y="144"/>
                </a:cubicBezTo>
                <a:lnTo>
                  <a:pt x="220" y="168"/>
                </a:lnTo>
                <a:close/>
                <a:moveTo>
                  <a:pt x="140" y="180"/>
                </a:moveTo>
                <a:cubicBezTo>
                  <a:pt x="116" y="180"/>
                  <a:pt x="116" y="180"/>
                  <a:pt x="116" y="180"/>
                </a:cubicBezTo>
                <a:cubicBezTo>
                  <a:pt x="109" y="180"/>
                  <a:pt x="104" y="175"/>
                  <a:pt x="104" y="168"/>
                </a:cubicBezTo>
                <a:cubicBezTo>
                  <a:pt x="104" y="144"/>
                  <a:pt x="104" y="144"/>
                  <a:pt x="104" y="144"/>
                </a:cubicBezTo>
                <a:cubicBezTo>
                  <a:pt x="104" y="36"/>
                  <a:pt x="104" y="36"/>
                  <a:pt x="104" y="36"/>
                </a:cubicBezTo>
                <a:cubicBezTo>
                  <a:pt x="104" y="12"/>
                  <a:pt x="104" y="12"/>
                  <a:pt x="104" y="12"/>
                </a:cubicBezTo>
                <a:cubicBezTo>
                  <a:pt x="104" y="5"/>
                  <a:pt x="109" y="0"/>
                  <a:pt x="11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47" y="0"/>
                  <a:pt x="152" y="5"/>
                  <a:pt x="152" y="12"/>
                </a:cubicBezTo>
                <a:cubicBezTo>
                  <a:pt x="152" y="36"/>
                  <a:pt x="152" y="36"/>
                  <a:pt x="152" y="36"/>
                </a:cubicBezTo>
                <a:cubicBezTo>
                  <a:pt x="152" y="144"/>
                  <a:pt x="152" y="144"/>
                  <a:pt x="152" y="144"/>
                </a:cubicBezTo>
                <a:cubicBezTo>
                  <a:pt x="152" y="168"/>
                  <a:pt x="152" y="168"/>
                  <a:pt x="152" y="168"/>
                </a:cubicBezTo>
                <a:cubicBezTo>
                  <a:pt x="152" y="175"/>
                  <a:pt x="147" y="180"/>
                  <a:pt x="140" y="180"/>
                </a:cubicBezTo>
                <a:moveTo>
                  <a:pt x="72" y="180"/>
                </a:moveTo>
                <a:cubicBezTo>
                  <a:pt x="48" y="180"/>
                  <a:pt x="48" y="180"/>
                  <a:pt x="48" y="180"/>
                </a:cubicBezTo>
                <a:cubicBezTo>
                  <a:pt x="41" y="180"/>
                  <a:pt x="36" y="175"/>
                  <a:pt x="36" y="168"/>
                </a:cubicBezTo>
                <a:cubicBezTo>
                  <a:pt x="36" y="144"/>
                  <a:pt x="36" y="144"/>
                  <a:pt x="36" y="144"/>
                </a:cubicBezTo>
                <a:cubicBezTo>
                  <a:pt x="36" y="120"/>
                  <a:pt x="36" y="120"/>
                  <a:pt x="36" y="120"/>
                </a:cubicBezTo>
                <a:cubicBezTo>
                  <a:pt x="36" y="113"/>
                  <a:pt x="41" y="108"/>
                  <a:pt x="48" y="108"/>
                </a:cubicBezTo>
                <a:cubicBezTo>
                  <a:pt x="72" y="108"/>
                  <a:pt x="72" y="108"/>
                  <a:pt x="72" y="108"/>
                </a:cubicBezTo>
                <a:cubicBezTo>
                  <a:pt x="79" y="108"/>
                  <a:pt x="84" y="113"/>
                  <a:pt x="84" y="120"/>
                </a:cubicBezTo>
                <a:cubicBezTo>
                  <a:pt x="84" y="144"/>
                  <a:pt x="84" y="144"/>
                  <a:pt x="84" y="144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4" y="175"/>
                  <a:pt x="79" y="180"/>
                  <a:pt x="72" y="18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5" name="Google Shape;3455;p15"/>
          <p:cNvSpPr/>
          <p:nvPr/>
        </p:nvSpPr>
        <p:spPr>
          <a:xfrm>
            <a:off x="7005638" y="1084263"/>
            <a:ext cx="420687" cy="355600"/>
          </a:xfrm>
          <a:custGeom>
            <a:rect b="b" l="l" r="r" t="t"/>
            <a:pathLst>
              <a:path extrusionOk="0" h="216" w="256">
                <a:moveTo>
                  <a:pt x="246" y="216"/>
                </a:moveTo>
                <a:cubicBezTo>
                  <a:pt x="10" y="216"/>
                  <a:pt x="10" y="216"/>
                  <a:pt x="10" y="216"/>
                </a:cubicBezTo>
                <a:cubicBezTo>
                  <a:pt x="4" y="216"/>
                  <a:pt x="0" y="212"/>
                  <a:pt x="0" y="206"/>
                </a:cubicBezTo>
                <a:cubicBezTo>
                  <a:pt x="0" y="202"/>
                  <a:pt x="0" y="202"/>
                  <a:pt x="0" y="202"/>
                </a:cubicBezTo>
                <a:cubicBezTo>
                  <a:pt x="0" y="196"/>
                  <a:pt x="4" y="192"/>
                  <a:pt x="10" y="192"/>
                </a:cubicBezTo>
                <a:cubicBezTo>
                  <a:pt x="246" y="192"/>
                  <a:pt x="246" y="192"/>
                  <a:pt x="246" y="192"/>
                </a:cubicBezTo>
                <a:cubicBezTo>
                  <a:pt x="252" y="192"/>
                  <a:pt x="256" y="196"/>
                  <a:pt x="256" y="202"/>
                </a:cubicBezTo>
                <a:cubicBezTo>
                  <a:pt x="256" y="206"/>
                  <a:pt x="256" y="206"/>
                  <a:pt x="256" y="206"/>
                </a:cubicBezTo>
                <a:cubicBezTo>
                  <a:pt x="256" y="212"/>
                  <a:pt x="252" y="216"/>
                  <a:pt x="246" y="216"/>
                </a:cubicBezTo>
                <a:moveTo>
                  <a:pt x="208" y="180"/>
                </a:moveTo>
                <a:cubicBezTo>
                  <a:pt x="184" y="180"/>
                  <a:pt x="184" y="180"/>
                  <a:pt x="184" y="180"/>
                </a:cubicBezTo>
                <a:cubicBezTo>
                  <a:pt x="177" y="180"/>
                  <a:pt x="172" y="175"/>
                  <a:pt x="172" y="168"/>
                </a:cubicBezTo>
                <a:cubicBezTo>
                  <a:pt x="172" y="12"/>
                  <a:pt x="172" y="12"/>
                  <a:pt x="172" y="12"/>
                </a:cubicBezTo>
                <a:cubicBezTo>
                  <a:pt x="172" y="5"/>
                  <a:pt x="177" y="0"/>
                  <a:pt x="184" y="0"/>
                </a:cubicBezTo>
                <a:cubicBezTo>
                  <a:pt x="208" y="0"/>
                  <a:pt x="208" y="0"/>
                  <a:pt x="208" y="0"/>
                </a:cubicBezTo>
                <a:cubicBezTo>
                  <a:pt x="215" y="0"/>
                  <a:pt x="220" y="5"/>
                  <a:pt x="220" y="12"/>
                </a:cubicBezTo>
                <a:cubicBezTo>
                  <a:pt x="220" y="168"/>
                  <a:pt x="220" y="168"/>
                  <a:pt x="220" y="168"/>
                </a:cubicBezTo>
                <a:cubicBezTo>
                  <a:pt x="220" y="175"/>
                  <a:pt x="215" y="180"/>
                  <a:pt x="208" y="180"/>
                </a:cubicBezTo>
                <a:moveTo>
                  <a:pt x="140" y="180"/>
                </a:moveTo>
                <a:cubicBezTo>
                  <a:pt x="116" y="180"/>
                  <a:pt x="116" y="180"/>
                  <a:pt x="116" y="180"/>
                </a:cubicBezTo>
                <a:cubicBezTo>
                  <a:pt x="109" y="180"/>
                  <a:pt x="104" y="175"/>
                  <a:pt x="104" y="1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61"/>
                  <a:pt x="109" y="56"/>
                  <a:pt x="116" y="56"/>
                </a:cubicBezTo>
                <a:cubicBezTo>
                  <a:pt x="140" y="56"/>
                  <a:pt x="140" y="56"/>
                  <a:pt x="140" y="56"/>
                </a:cubicBezTo>
                <a:cubicBezTo>
                  <a:pt x="147" y="56"/>
                  <a:pt x="152" y="61"/>
                  <a:pt x="152" y="68"/>
                </a:cubicBezTo>
                <a:cubicBezTo>
                  <a:pt x="152" y="168"/>
                  <a:pt x="152" y="168"/>
                  <a:pt x="152" y="168"/>
                </a:cubicBezTo>
                <a:cubicBezTo>
                  <a:pt x="152" y="175"/>
                  <a:pt x="147" y="180"/>
                  <a:pt x="140" y="180"/>
                </a:cubicBezTo>
                <a:moveTo>
                  <a:pt x="72" y="180"/>
                </a:moveTo>
                <a:cubicBezTo>
                  <a:pt x="48" y="180"/>
                  <a:pt x="48" y="180"/>
                  <a:pt x="48" y="180"/>
                </a:cubicBezTo>
                <a:cubicBezTo>
                  <a:pt x="41" y="180"/>
                  <a:pt x="36" y="175"/>
                  <a:pt x="36" y="168"/>
                </a:cubicBezTo>
                <a:cubicBezTo>
                  <a:pt x="36" y="124"/>
                  <a:pt x="36" y="124"/>
                  <a:pt x="36" y="124"/>
                </a:cubicBezTo>
                <a:cubicBezTo>
                  <a:pt x="36" y="117"/>
                  <a:pt x="41" y="112"/>
                  <a:pt x="48" y="112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9" y="112"/>
                  <a:pt x="84" y="117"/>
                  <a:pt x="84" y="124"/>
                </a:cubicBezTo>
                <a:cubicBezTo>
                  <a:pt x="84" y="168"/>
                  <a:pt x="84" y="168"/>
                  <a:pt x="84" y="168"/>
                </a:cubicBezTo>
                <a:cubicBezTo>
                  <a:pt x="84" y="175"/>
                  <a:pt x="79" y="180"/>
                  <a:pt x="72" y="18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15"/>
          <p:cNvSpPr/>
          <p:nvPr/>
        </p:nvSpPr>
        <p:spPr>
          <a:xfrm>
            <a:off x="6308725" y="1123950"/>
            <a:ext cx="342900" cy="276225"/>
          </a:xfrm>
          <a:custGeom>
            <a:rect b="b" l="l" r="r" t="t"/>
            <a:pathLst>
              <a:path extrusionOk="0" h="168" w="208">
                <a:moveTo>
                  <a:pt x="198" y="168"/>
                </a:moveTo>
                <a:cubicBezTo>
                  <a:pt x="106" y="168"/>
                  <a:pt x="106" y="168"/>
                  <a:pt x="106" y="168"/>
                </a:cubicBezTo>
                <a:cubicBezTo>
                  <a:pt x="100" y="168"/>
                  <a:pt x="96" y="164"/>
                  <a:pt x="96" y="158"/>
                </a:cubicBezTo>
                <a:cubicBezTo>
                  <a:pt x="96" y="154"/>
                  <a:pt x="96" y="154"/>
                  <a:pt x="96" y="154"/>
                </a:cubicBezTo>
                <a:cubicBezTo>
                  <a:pt x="96" y="148"/>
                  <a:pt x="100" y="144"/>
                  <a:pt x="106" y="144"/>
                </a:cubicBezTo>
                <a:cubicBezTo>
                  <a:pt x="198" y="144"/>
                  <a:pt x="198" y="144"/>
                  <a:pt x="198" y="144"/>
                </a:cubicBezTo>
                <a:cubicBezTo>
                  <a:pt x="204" y="144"/>
                  <a:pt x="208" y="148"/>
                  <a:pt x="208" y="154"/>
                </a:cubicBezTo>
                <a:cubicBezTo>
                  <a:pt x="208" y="158"/>
                  <a:pt x="208" y="158"/>
                  <a:pt x="208" y="158"/>
                </a:cubicBezTo>
                <a:cubicBezTo>
                  <a:pt x="208" y="164"/>
                  <a:pt x="204" y="168"/>
                  <a:pt x="198" y="168"/>
                </a:cubicBezTo>
                <a:moveTo>
                  <a:pt x="92" y="93"/>
                </a:moveTo>
                <a:cubicBezTo>
                  <a:pt x="92" y="93"/>
                  <a:pt x="92" y="93"/>
                  <a:pt x="92" y="93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20" y="165"/>
                  <a:pt x="20" y="165"/>
                  <a:pt x="20" y="165"/>
                </a:cubicBezTo>
                <a:cubicBezTo>
                  <a:pt x="18" y="167"/>
                  <a:pt x="15" y="168"/>
                  <a:pt x="12" y="168"/>
                </a:cubicBezTo>
                <a:cubicBezTo>
                  <a:pt x="5" y="168"/>
                  <a:pt x="0" y="163"/>
                  <a:pt x="0" y="156"/>
                </a:cubicBezTo>
                <a:cubicBezTo>
                  <a:pt x="0" y="153"/>
                  <a:pt x="1" y="150"/>
                  <a:pt x="3" y="148"/>
                </a:cubicBezTo>
                <a:cubicBezTo>
                  <a:pt x="3" y="148"/>
                  <a:pt x="3" y="148"/>
                  <a:pt x="3" y="148"/>
                </a:cubicBezTo>
                <a:cubicBezTo>
                  <a:pt x="67" y="84"/>
                  <a:pt x="67" y="84"/>
                  <a:pt x="67" y="84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19"/>
                  <a:pt x="0" y="16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15" y="0"/>
                  <a:pt x="18" y="1"/>
                  <a:pt x="20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92" y="75"/>
                  <a:pt x="92" y="75"/>
                  <a:pt x="92" y="75"/>
                </a:cubicBezTo>
                <a:cubicBezTo>
                  <a:pt x="92" y="75"/>
                  <a:pt x="92" y="75"/>
                  <a:pt x="92" y="75"/>
                </a:cubicBezTo>
                <a:cubicBezTo>
                  <a:pt x="95" y="77"/>
                  <a:pt x="96" y="81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4"/>
                  <a:pt x="96" y="84"/>
                  <a:pt x="96" y="84"/>
                </a:cubicBezTo>
                <a:cubicBezTo>
                  <a:pt x="96" y="87"/>
                  <a:pt x="95" y="90"/>
                  <a:pt x="92" y="9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7" name="Google Shape;3457;p15"/>
          <p:cNvSpPr/>
          <p:nvPr/>
        </p:nvSpPr>
        <p:spPr>
          <a:xfrm>
            <a:off x="5534025" y="1144588"/>
            <a:ext cx="420688" cy="236537"/>
          </a:xfrm>
          <a:custGeom>
            <a:rect b="b" l="l" r="r" t="t"/>
            <a:pathLst>
              <a:path extrusionOk="0" h="144" w="256">
                <a:moveTo>
                  <a:pt x="244" y="24"/>
                </a:moveTo>
                <a:cubicBezTo>
                  <a:pt x="124" y="24"/>
                  <a:pt x="124" y="24"/>
                  <a:pt x="124" y="24"/>
                </a:cubicBezTo>
                <a:cubicBezTo>
                  <a:pt x="117" y="24"/>
                  <a:pt x="112" y="19"/>
                  <a:pt x="112" y="12"/>
                </a:cubicBezTo>
                <a:cubicBezTo>
                  <a:pt x="112" y="5"/>
                  <a:pt x="117" y="0"/>
                  <a:pt x="124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9"/>
                  <a:pt x="251" y="24"/>
                  <a:pt x="244" y="24"/>
                </a:cubicBezTo>
                <a:moveTo>
                  <a:pt x="244" y="120"/>
                </a:moveTo>
                <a:cubicBezTo>
                  <a:pt x="251" y="120"/>
                  <a:pt x="256" y="125"/>
                  <a:pt x="256" y="132"/>
                </a:cubicBezTo>
                <a:cubicBezTo>
                  <a:pt x="256" y="139"/>
                  <a:pt x="251" y="144"/>
                  <a:pt x="244" y="144"/>
                </a:cubicBezTo>
                <a:cubicBezTo>
                  <a:pt x="124" y="144"/>
                  <a:pt x="124" y="144"/>
                  <a:pt x="124" y="144"/>
                </a:cubicBezTo>
                <a:cubicBezTo>
                  <a:pt x="120" y="144"/>
                  <a:pt x="116" y="142"/>
                  <a:pt x="114" y="138"/>
                </a:cubicBezTo>
                <a:cubicBezTo>
                  <a:pt x="114" y="138"/>
                  <a:pt x="114" y="138"/>
                  <a:pt x="114" y="138"/>
                </a:cubicBezTo>
                <a:cubicBezTo>
                  <a:pt x="41" y="24"/>
                  <a:pt x="41" y="24"/>
                  <a:pt x="41" y="24"/>
                </a:cubicBez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52" y="0"/>
                  <a:pt x="56" y="2"/>
                  <a:pt x="58" y="6"/>
                </a:cubicBezTo>
                <a:cubicBezTo>
                  <a:pt x="58" y="6"/>
                  <a:pt x="58" y="6"/>
                  <a:pt x="58" y="6"/>
                </a:cubicBezTo>
                <a:cubicBezTo>
                  <a:pt x="131" y="120"/>
                  <a:pt x="131" y="120"/>
                  <a:pt x="131" y="120"/>
                </a:cubicBezTo>
                <a:lnTo>
                  <a:pt x="244" y="1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15"/>
          <p:cNvSpPr/>
          <p:nvPr/>
        </p:nvSpPr>
        <p:spPr>
          <a:xfrm>
            <a:off x="4803775" y="1058863"/>
            <a:ext cx="407988" cy="407987"/>
          </a:xfrm>
          <a:custGeom>
            <a:rect b="b" l="l" r="r" t="t"/>
            <a:pathLst>
              <a:path extrusionOk="0" h="248" w="248">
                <a:moveTo>
                  <a:pt x="200" y="96"/>
                </a:moveTo>
                <a:cubicBezTo>
                  <a:pt x="176" y="96"/>
                  <a:pt x="176" y="96"/>
                  <a:pt x="176" y="96"/>
                </a:cubicBezTo>
                <a:cubicBezTo>
                  <a:pt x="176" y="152"/>
                  <a:pt x="176" y="152"/>
                  <a:pt x="176" y="152"/>
                </a:cubicBezTo>
                <a:cubicBezTo>
                  <a:pt x="200" y="152"/>
                  <a:pt x="200" y="152"/>
                  <a:pt x="200" y="152"/>
                </a:cubicBezTo>
                <a:cubicBezTo>
                  <a:pt x="227" y="152"/>
                  <a:pt x="248" y="173"/>
                  <a:pt x="248" y="200"/>
                </a:cubicBezTo>
                <a:cubicBezTo>
                  <a:pt x="248" y="227"/>
                  <a:pt x="227" y="248"/>
                  <a:pt x="200" y="248"/>
                </a:cubicBezTo>
                <a:cubicBezTo>
                  <a:pt x="173" y="248"/>
                  <a:pt x="152" y="227"/>
                  <a:pt x="152" y="200"/>
                </a:cubicBezTo>
                <a:cubicBezTo>
                  <a:pt x="152" y="176"/>
                  <a:pt x="152" y="176"/>
                  <a:pt x="152" y="176"/>
                </a:cubicBezTo>
                <a:cubicBezTo>
                  <a:pt x="96" y="176"/>
                  <a:pt x="96" y="176"/>
                  <a:pt x="96" y="176"/>
                </a:cubicBezTo>
                <a:cubicBezTo>
                  <a:pt x="96" y="200"/>
                  <a:pt x="96" y="200"/>
                  <a:pt x="96" y="200"/>
                </a:cubicBezTo>
                <a:cubicBezTo>
                  <a:pt x="96" y="227"/>
                  <a:pt x="75" y="248"/>
                  <a:pt x="48" y="248"/>
                </a:cubicBezTo>
                <a:cubicBezTo>
                  <a:pt x="21" y="248"/>
                  <a:pt x="0" y="227"/>
                  <a:pt x="0" y="200"/>
                </a:cubicBezTo>
                <a:cubicBezTo>
                  <a:pt x="0" y="173"/>
                  <a:pt x="21" y="152"/>
                  <a:pt x="48" y="152"/>
                </a:cubicBezTo>
                <a:cubicBezTo>
                  <a:pt x="72" y="152"/>
                  <a:pt x="72" y="152"/>
                  <a:pt x="72" y="152"/>
                </a:cubicBezTo>
                <a:cubicBezTo>
                  <a:pt x="72" y="96"/>
                  <a:pt x="72" y="96"/>
                  <a:pt x="72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21" y="96"/>
                  <a:pt x="0" y="75"/>
                  <a:pt x="0" y="48"/>
                </a:cubicBezTo>
                <a:cubicBezTo>
                  <a:pt x="0" y="21"/>
                  <a:pt x="21" y="0"/>
                  <a:pt x="48" y="0"/>
                </a:cubicBezTo>
                <a:cubicBezTo>
                  <a:pt x="75" y="0"/>
                  <a:pt x="96" y="21"/>
                  <a:pt x="96" y="48"/>
                </a:cubicBezTo>
                <a:cubicBezTo>
                  <a:pt x="96" y="72"/>
                  <a:pt x="96" y="72"/>
                  <a:pt x="96" y="72"/>
                </a:cubicBezTo>
                <a:cubicBezTo>
                  <a:pt x="152" y="72"/>
                  <a:pt x="152" y="72"/>
                  <a:pt x="152" y="72"/>
                </a:cubicBezTo>
                <a:cubicBezTo>
                  <a:pt x="152" y="48"/>
                  <a:pt x="152" y="48"/>
                  <a:pt x="152" y="48"/>
                </a:cubicBezTo>
                <a:cubicBezTo>
                  <a:pt x="152" y="21"/>
                  <a:pt x="173" y="0"/>
                  <a:pt x="200" y="0"/>
                </a:cubicBezTo>
                <a:cubicBezTo>
                  <a:pt x="227" y="0"/>
                  <a:pt x="248" y="21"/>
                  <a:pt x="248" y="48"/>
                </a:cubicBezTo>
                <a:cubicBezTo>
                  <a:pt x="248" y="75"/>
                  <a:pt x="227" y="96"/>
                  <a:pt x="200" y="96"/>
                </a:cubicBezTo>
                <a:moveTo>
                  <a:pt x="176" y="200"/>
                </a:moveTo>
                <a:cubicBezTo>
                  <a:pt x="176" y="213"/>
                  <a:pt x="187" y="224"/>
                  <a:pt x="200" y="224"/>
                </a:cubicBezTo>
                <a:cubicBezTo>
                  <a:pt x="213" y="224"/>
                  <a:pt x="224" y="213"/>
                  <a:pt x="224" y="200"/>
                </a:cubicBezTo>
                <a:cubicBezTo>
                  <a:pt x="224" y="188"/>
                  <a:pt x="215" y="178"/>
                  <a:pt x="204" y="176"/>
                </a:cubicBezTo>
                <a:cubicBezTo>
                  <a:pt x="204" y="176"/>
                  <a:pt x="204" y="176"/>
                  <a:pt x="204" y="176"/>
                </a:cubicBezTo>
                <a:cubicBezTo>
                  <a:pt x="176" y="176"/>
                  <a:pt x="176" y="176"/>
                  <a:pt x="176" y="176"/>
                </a:cubicBezTo>
                <a:lnTo>
                  <a:pt x="176" y="200"/>
                </a:lnTo>
                <a:close/>
                <a:moveTo>
                  <a:pt x="72" y="48"/>
                </a:moveTo>
                <a:cubicBezTo>
                  <a:pt x="72" y="35"/>
                  <a:pt x="61" y="24"/>
                  <a:pt x="48" y="24"/>
                </a:cubicBezTo>
                <a:cubicBezTo>
                  <a:pt x="35" y="24"/>
                  <a:pt x="24" y="35"/>
                  <a:pt x="24" y="48"/>
                </a:cubicBezTo>
                <a:cubicBezTo>
                  <a:pt x="24" y="61"/>
                  <a:pt x="35" y="72"/>
                  <a:pt x="48" y="72"/>
                </a:cubicBezTo>
                <a:cubicBezTo>
                  <a:pt x="72" y="72"/>
                  <a:pt x="72" y="72"/>
                  <a:pt x="72" y="72"/>
                </a:cubicBezTo>
                <a:lnTo>
                  <a:pt x="72" y="48"/>
                </a:lnTo>
                <a:close/>
                <a:moveTo>
                  <a:pt x="24" y="200"/>
                </a:moveTo>
                <a:cubicBezTo>
                  <a:pt x="24" y="213"/>
                  <a:pt x="35" y="224"/>
                  <a:pt x="48" y="224"/>
                </a:cubicBezTo>
                <a:cubicBezTo>
                  <a:pt x="61" y="224"/>
                  <a:pt x="72" y="213"/>
                  <a:pt x="72" y="200"/>
                </a:cubicBezTo>
                <a:cubicBezTo>
                  <a:pt x="72" y="176"/>
                  <a:pt x="72" y="176"/>
                  <a:pt x="72" y="176"/>
                </a:cubicBezTo>
                <a:cubicBezTo>
                  <a:pt x="48" y="176"/>
                  <a:pt x="48" y="176"/>
                  <a:pt x="48" y="176"/>
                </a:cubicBezTo>
                <a:cubicBezTo>
                  <a:pt x="35" y="176"/>
                  <a:pt x="24" y="187"/>
                  <a:pt x="24" y="200"/>
                </a:cubicBezTo>
                <a:moveTo>
                  <a:pt x="152" y="96"/>
                </a:moveTo>
                <a:cubicBezTo>
                  <a:pt x="96" y="96"/>
                  <a:pt x="96" y="96"/>
                  <a:pt x="96" y="96"/>
                </a:cubicBezTo>
                <a:cubicBezTo>
                  <a:pt x="96" y="152"/>
                  <a:pt x="96" y="152"/>
                  <a:pt x="96" y="152"/>
                </a:cubicBezTo>
                <a:cubicBezTo>
                  <a:pt x="152" y="152"/>
                  <a:pt x="152" y="152"/>
                  <a:pt x="152" y="152"/>
                </a:cubicBezTo>
                <a:lnTo>
                  <a:pt x="152" y="96"/>
                </a:lnTo>
                <a:close/>
                <a:moveTo>
                  <a:pt x="200" y="24"/>
                </a:moveTo>
                <a:cubicBezTo>
                  <a:pt x="187" y="24"/>
                  <a:pt x="176" y="35"/>
                  <a:pt x="176" y="48"/>
                </a:cubicBezTo>
                <a:cubicBezTo>
                  <a:pt x="176" y="72"/>
                  <a:pt x="176" y="72"/>
                  <a:pt x="176" y="72"/>
                </a:cubicBezTo>
                <a:cubicBezTo>
                  <a:pt x="200" y="72"/>
                  <a:pt x="200" y="72"/>
                  <a:pt x="200" y="72"/>
                </a:cubicBezTo>
                <a:cubicBezTo>
                  <a:pt x="213" y="72"/>
                  <a:pt x="224" y="61"/>
                  <a:pt x="224" y="48"/>
                </a:cubicBezTo>
                <a:cubicBezTo>
                  <a:pt x="224" y="35"/>
                  <a:pt x="213" y="24"/>
                  <a:pt x="200" y="2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9" name="Google Shape;3459;p15"/>
          <p:cNvSpPr/>
          <p:nvPr/>
        </p:nvSpPr>
        <p:spPr>
          <a:xfrm>
            <a:off x="4060825" y="1157288"/>
            <a:ext cx="420688" cy="211137"/>
          </a:xfrm>
          <a:custGeom>
            <a:rect b="b" l="l" r="r" t="t"/>
            <a:pathLst>
              <a:path extrusionOk="0" h="128" w="256">
                <a:moveTo>
                  <a:pt x="244" y="56"/>
                </a:moveTo>
                <a:cubicBezTo>
                  <a:pt x="237" y="56"/>
                  <a:pt x="232" y="61"/>
                  <a:pt x="232" y="68"/>
                </a:cubicBezTo>
                <a:cubicBezTo>
                  <a:pt x="232" y="87"/>
                  <a:pt x="232" y="87"/>
                  <a:pt x="232" y="87"/>
                </a:cubicBezTo>
                <a:cubicBezTo>
                  <a:pt x="172" y="27"/>
                  <a:pt x="172" y="27"/>
                  <a:pt x="172" y="27"/>
                </a:cubicBezTo>
                <a:cubicBezTo>
                  <a:pt x="148" y="4"/>
                  <a:pt x="148" y="4"/>
                  <a:pt x="148" y="4"/>
                </a:cubicBezTo>
                <a:cubicBezTo>
                  <a:pt x="146" y="1"/>
                  <a:pt x="143" y="0"/>
                  <a:pt x="140" y="0"/>
                </a:cubicBezTo>
                <a:cubicBezTo>
                  <a:pt x="137" y="0"/>
                  <a:pt x="134" y="1"/>
                  <a:pt x="132" y="4"/>
                </a:cubicBezTo>
                <a:cubicBezTo>
                  <a:pt x="76" y="59"/>
                  <a:pt x="76" y="59"/>
                  <a:pt x="76" y="59"/>
                </a:cubicBezTo>
                <a:cubicBezTo>
                  <a:pt x="20" y="4"/>
                  <a:pt x="20" y="4"/>
                  <a:pt x="20" y="4"/>
                </a:cubicBezTo>
                <a:cubicBezTo>
                  <a:pt x="18" y="1"/>
                  <a:pt x="15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5"/>
                  <a:pt x="1" y="18"/>
                  <a:pt x="4" y="20"/>
                </a:cubicBezTo>
                <a:cubicBezTo>
                  <a:pt x="68" y="84"/>
                  <a:pt x="68" y="84"/>
                  <a:pt x="68" y="84"/>
                </a:cubicBezTo>
                <a:cubicBezTo>
                  <a:pt x="70" y="87"/>
                  <a:pt x="73" y="88"/>
                  <a:pt x="76" y="88"/>
                </a:cubicBezTo>
                <a:cubicBezTo>
                  <a:pt x="79" y="88"/>
                  <a:pt x="82" y="87"/>
                  <a:pt x="84" y="84"/>
                </a:cubicBezTo>
                <a:cubicBezTo>
                  <a:pt x="140" y="29"/>
                  <a:pt x="140" y="29"/>
                  <a:pt x="140" y="29"/>
                </a:cubicBezTo>
                <a:cubicBezTo>
                  <a:pt x="155" y="44"/>
                  <a:pt x="155" y="44"/>
                  <a:pt x="155" y="44"/>
                </a:cubicBezTo>
                <a:cubicBezTo>
                  <a:pt x="157" y="46"/>
                  <a:pt x="157" y="46"/>
                  <a:pt x="157" y="46"/>
                </a:cubicBezTo>
                <a:cubicBezTo>
                  <a:pt x="164" y="52"/>
                  <a:pt x="164" y="52"/>
                  <a:pt x="164" y="52"/>
                </a:cubicBezTo>
                <a:cubicBezTo>
                  <a:pt x="215" y="104"/>
                  <a:pt x="215" y="104"/>
                  <a:pt x="215" y="104"/>
                </a:cubicBezTo>
                <a:cubicBezTo>
                  <a:pt x="196" y="104"/>
                  <a:pt x="196" y="104"/>
                  <a:pt x="196" y="104"/>
                </a:cubicBezTo>
                <a:cubicBezTo>
                  <a:pt x="189" y="104"/>
                  <a:pt x="184" y="109"/>
                  <a:pt x="184" y="116"/>
                </a:cubicBezTo>
                <a:cubicBezTo>
                  <a:pt x="184" y="123"/>
                  <a:pt x="189" y="128"/>
                  <a:pt x="196" y="128"/>
                </a:cubicBezTo>
                <a:cubicBezTo>
                  <a:pt x="244" y="128"/>
                  <a:pt x="244" y="128"/>
                  <a:pt x="244" y="128"/>
                </a:cubicBezTo>
                <a:cubicBezTo>
                  <a:pt x="251" y="128"/>
                  <a:pt x="256" y="123"/>
                  <a:pt x="256" y="116"/>
                </a:cubicBezTo>
                <a:cubicBezTo>
                  <a:pt x="256" y="68"/>
                  <a:pt x="256" y="68"/>
                  <a:pt x="256" y="68"/>
                </a:cubicBezTo>
                <a:cubicBezTo>
                  <a:pt x="256" y="61"/>
                  <a:pt x="251" y="56"/>
                  <a:pt x="244" y="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15"/>
          <p:cNvSpPr/>
          <p:nvPr/>
        </p:nvSpPr>
        <p:spPr>
          <a:xfrm>
            <a:off x="3324225" y="1157288"/>
            <a:ext cx="420688" cy="211137"/>
          </a:xfrm>
          <a:custGeom>
            <a:rect b="b" l="l" r="r" t="t"/>
            <a:pathLst>
              <a:path extrusionOk="0" h="128" w="256"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41"/>
                  <a:pt x="232" y="41"/>
                  <a:pt x="232" y="41"/>
                </a:cubicBezTo>
                <a:cubicBezTo>
                  <a:pt x="172" y="101"/>
                  <a:pt x="172" y="101"/>
                  <a:pt x="172" y="101"/>
                </a:cubicBezTo>
                <a:cubicBezTo>
                  <a:pt x="148" y="124"/>
                  <a:pt x="148" y="124"/>
                  <a:pt x="148" y="124"/>
                </a:cubicBezTo>
                <a:cubicBezTo>
                  <a:pt x="146" y="127"/>
                  <a:pt x="143" y="128"/>
                  <a:pt x="140" y="128"/>
                </a:cubicBezTo>
                <a:cubicBezTo>
                  <a:pt x="137" y="128"/>
                  <a:pt x="134" y="127"/>
                  <a:pt x="132" y="124"/>
                </a:cubicBezTo>
                <a:cubicBezTo>
                  <a:pt x="76" y="69"/>
                  <a:pt x="76" y="69"/>
                  <a:pt x="76" y="69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18" y="127"/>
                  <a:pt x="15" y="128"/>
                  <a:pt x="12" y="128"/>
                </a:cubicBezTo>
                <a:cubicBezTo>
                  <a:pt x="5" y="128"/>
                  <a:pt x="0" y="123"/>
                  <a:pt x="0" y="116"/>
                </a:cubicBezTo>
                <a:cubicBezTo>
                  <a:pt x="0" y="113"/>
                  <a:pt x="1" y="110"/>
                  <a:pt x="4" y="108"/>
                </a:cubicBezTo>
                <a:cubicBezTo>
                  <a:pt x="68" y="44"/>
                  <a:pt x="68" y="44"/>
                  <a:pt x="68" y="44"/>
                </a:cubicBezTo>
                <a:cubicBezTo>
                  <a:pt x="70" y="41"/>
                  <a:pt x="73" y="40"/>
                  <a:pt x="76" y="40"/>
                </a:cubicBezTo>
                <a:cubicBezTo>
                  <a:pt x="79" y="40"/>
                  <a:pt x="82" y="41"/>
                  <a:pt x="84" y="44"/>
                </a:cubicBezTo>
                <a:cubicBezTo>
                  <a:pt x="140" y="99"/>
                  <a:pt x="140" y="99"/>
                  <a:pt x="140" y="99"/>
                </a:cubicBezTo>
                <a:cubicBezTo>
                  <a:pt x="155" y="84"/>
                  <a:pt x="155" y="84"/>
                  <a:pt x="155" y="84"/>
                </a:cubicBezTo>
                <a:cubicBezTo>
                  <a:pt x="157" y="82"/>
                  <a:pt x="157" y="82"/>
                  <a:pt x="157" y="82"/>
                </a:cubicBezTo>
                <a:cubicBezTo>
                  <a:pt x="164" y="76"/>
                  <a:pt x="164" y="76"/>
                  <a:pt x="164" y="76"/>
                </a:cubicBezTo>
                <a:cubicBezTo>
                  <a:pt x="215" y="24"/>
                  <a:pt x="215" y="24"/>
                  <a:pt x="215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1" name="Google Shape;3461;p15"/>
          <p:cNvSpPr/>
          <p:nvPr/>
        </p:nvSpPr>
        <p:spPr>
          <a:xfrm>
            <a:off x="2587625" y="1098550"/>
            <a:ext cx="420688" cy="328613"/>
          </a:xfrm>
          <a:custGeom>
            <a:rect b="b" l="l" r="r" t="t"/>
            <a:pathLst>
              <a:path extrusionOk="0" h="200" w="256">
                <a:moveTo>
                  <a:pt x="184" y="172"/>
                </a:moveTo>
                <a:cubicBezTo>
                  <a:pt x="184" y="172"/>
                  <a:pt x="184" y="172"/>
                  <a:pt x="184" y="172"/>
                </a:cubicBezTo>
                <a:cubicBezTo>
                  <a:pt x="108" y="172"/>
                  <a:pt x="108" y="172"/>
                  <a:pt x="108" y="172"/>
                </a:cubicBezTo>
                <a:cubicBezTo>
                  <a:pt x="108" y="172"/>
                  <a:pt x="108" y="172"/>
                  <a:pt x="108" y="172"/>
                </a:cubicBezTo>
                <a:cubicBezTo>
                  <a:pt x="100" y="172"/>
                  <a:pt x="100" y="172"/>
                  <a:pt x="100" y="172"/>
                </a:cubicBezTo>
                <a:cubicBezTo>
                  <a:pt x="85" y="172"/>
                  <a:pt x="85" y="172"/>
                  <a:pt x="85" y="172"/>
                </a:cubicBezTo>
                <a:cubicBezTo>
                  <a:pt x="92" y="180"/>
                  <a:pt x="92" y="180"/>
                  <a:pt x="92" y="180"/>
                </a:cubicBezTo>
                <a:cubicBezTo>
                  <a:pt x="95" y="182"/>
                  <a:pt x="96" y="185"/>
                  <a:pt x="96" y="188"/>
                </a:cubicBezTo>
                <a:cubicBezTo>
                  <a:pt x="96" y="195"/>
                  <a:pt x="91" y="200"/>
                  <a:pt x="84" y="200"/>
                </a:cubicBezTo>
                <a:cubicBezTo>
                  <a:pt x="81" y="200"/>
                  <a:pt x="78" y="199"/>
                  <a:pt x="76" y="196"/>
                </a:cubicBezTo>
                <a:cubicBezTo>
                  <a:pt x="48" y="168"/>
                  <a:pt x="48" y="168"/>
                  <a:pt x="48" y="168"/>
                </a:cubicBezTo>
                <a:cubicBezTo>
                  <a:pt x="45" y="166"/>
                  <a:pt x="44" y="163"/>
                  <a:pt x="44" y="160"/>
                </a:cubicBezTo>
                <a:cubicBezTo>
                  <a:pt x="44" y="157"/>
                  <a:pt x="45" y="154"/>
                  <a:pt x="48" y="152"/>
                </a:cubicBezTo>
                <a:cubicBezTo>
                  <a:pt x="76" y="124"/>
                  <a:pt x="76" y="124"/>
                  <a:pt x="76" y="124"/>
                </a:cubicBezTo>
                <a:cubicBezTo>
                  <a:pt x="78" y="121"/>
                  <a:pt x="81" y="120"/>
                  <a:pt x="84" y="120"/>
                </a:cubicBezTo>
                <a:cubicBezTo>
                  <a:pt x="91" y="120"/>
                  <a:pt x="96" y="125"/>
                  <a:pt x="96" y="132"/>
                </a:cubicBezTo>
                <a:cubicBezTo>
                  <a:pt x="96" y="135"/>
                  <a:pt x="95" y="138"/>
                  <a:pt x="92" y="140"/>
                </a:cubicBezTo>
                <a:cubicBezTo>
                  <a:pt x="85" y="148"/>
                  <a:pt x="85" y="148"/>
                  <a:pt x="85" y="148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92" y="148"/>
                  <a:pt x="92" y="148"/>
                  <a:pt x="92" y="148"/>
                </a:cubicBezTo>
                <a:cubicBezTo>
                  <a:pt x="104" y="148"/>
                  <a:pt x="104" y="148"/>
                  <a:pt x="104" y="148"/>
                </a:cubicBezTo>
                <a:cubicBezTo>
                  <a:pt x="104" y="148"/>
                  <a:pt x="104" y="148"/>
                  <a:pt x="104" y="148"/>
                </a:cubicBezTo>
                <a:cubicBezTo>
                  <a:pt x="184" y="148"/>
                  <a:pt x="184" y="148"/>
                  <a:pt x="184" y="148"/>
                </a:cubicBezTo>
                <a:cubicBezTo>
                  <a:pt x="211" y="148"/>
                  <a:pt x="232" y="127"/>
                  <a:pt x="232" y="100"/>
                </a:cubicBezTo>
                <a:cubicBezTo>
                  <a:pt x="232" y="72"/>
                  <a:pt x="232" y="72"/>
                  <a:pt x="232" y="72"/>
                </a:cubicBezTo>
                <a:cubicBezTo>
                  <a:pt x="232" y="65"/>
                  <a:pt x="237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00"/>
                  <a:pt x="256" y="100"/>
                  <a:pt x="256" y="100"/>
                </a:cubicBezTo>
                <a:cubicBezTo>
                  <a:pt x="256" y="140"/>
                  <a:pt x="224" y="172"/>
                  <a:pt x="184" y="172"/>
                </a:cubicBezTo>
                <a:moveTo>
                  <a:pt x="180" y="76"/>
                </a:moveTo>
                <a:cubicBezTo>
                  <a:pt x="178" y="79"/>
                  <a:pt x="175" y="80"/>
                  <a:pt x="172" y="80"/>
                </a:cubicBezTo>
                <a:cubicBezTo>
                  <a:pt x="165" y="80"/>
                  <a:pt x="160" y="75"/>
                  <a:pt x="160" y="68"/>
                </a:cubicBezTo>
                <a:cubicBezTo>
                  <a:pt x="160" y="65"/>
                  <a:pt x="161" y="62"/>
                  <a:pt x="164" y="60"/>
                </a:cubicBezTo>
                <a:cubicBezTo>
                  <a:pt x="171" y="52"/>
                  <a:pt x="171" y="52"/>
                  <a:pt x="171" y="52"/>
                </a:cubicBezTo>
                <a:cubicBezTo>
                  <a:pt x="164" y="52"/>
                  <a:pt x="164" y="52"/>
                  <a:pt x="164" y="52"/>
                </a:cubicBezTo>
                <a:cubicBezTo>
                  <a:pt x="164" y="52"/>
                  <a:pt x="164" y="52"/>
                  <a:pt x="164" y="52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72" y="52"/>
                  <a:pt x="72" y="52"/>
                  <a:pt x="72" y="52"/>
                </a:cubicBezTo>
                <a:cubicBezTo>
                  <a:pt x="45" y="52"/>
                  <a:pt x="24" y="73"/>
                  <a:pt x="24" y="100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35"/>
                  <a:pt x="19" y="140"/>
                  <a:pt x="12" y="140"/>
                </a:cubicBezTo>
                <a:cubicBezTo>
                  <a:pt x="5" y="140"/>
                  <a:pt x="0" y="135"/>
                  <a:pt x="0" y="128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60"/>
                  <a:pt x="32" y="28"/>
                  <a:pt x="72" y="28"/>
                </a:cubicBezTo>
                <a:cubicBezTo>
                  <a:pt x="148" y="28"/>
                  <a:pt x="148" y="28"/>
                  <a:pt x="148" y="28"/>
                </a:cubicBezTo>
                <a:cubicBezTo>
                  <a:pt x="148" y="28"/>
                  <a:pt x="148" y="28"/>
                  <a:pt x="148" y="28"/>
                </a:cubicBezTo>
                <a:cubicBezTo>
                  <a:pt x="156" y="28"/>
                  <a:pt x="156" y="28"/>
                  <a:pt x="156" y="28"/>
                </a:cubicBezTo>
                <a:cubicBezTo>
                  <a:pt x="171" y="28"/>
                  <a:pt x="171" y="28"/>
                  <a:pt x="171" y="28"/>
                </a:cubicBezTo>
                <a:cubicBezTo>
                  <a:pt x="164" y="20"/>
                  <a:pt x="164" y="20"/>
                  <a:pt x="164" y="20"/>
                </a:cubicBezTo>
                <a:cubicBezTo>
                  <a:pt x="161" y="18"/>
                  <a:pt x="160" y="15"/>
                  <a:pt x="160" y="12"/>
                </a:cubicBezTo>
                <a:cubicBezTo>
                  <a:pt x="160" y="5"/>
                  <a:pt x="165" y="0"/>
                  <a:pt x="172" y="0"/>
                </a:cubicBezTo>
                <a:cubicBezTo>
                  <a:pt x="175" y="0"/>
                  <a:pt x="178" y="1"/>
                  <a:pt x="180" y="4"/>
                </a:cubicBezTo>
                <a:cubicBezTo>
                  <a:pt x="208" y="32"/>
                  <a:pt x="208" y="32"/>
                  <a:pt x="208" y="32"/>
                </a:cubicBezTo>
                <a:cubicBezTo>
                  <a:pt x="211" y="34"/>
                  <a:pt x="212" y="37"/>
                  <a:pt x="212" y="40"/>
                </a:cubicBezTo>
                <a:cubicBezTo>
                  <a:pt x="212" y="43"/>
                  <a:pt x="211" y="46"/>
                  <a:pt x="208" y="48"/>
                </a:cubicBezTo>
                <a:lnTo>
                  <a:pt x="180" y="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2" name="Google Shape;3462;p15"/>
          <p:cNvSpPr/>
          <p:nvPr/>
        </p:nvSpPr>
        <p:spPr>
          <a:xfrm>
            <a:off x="1852613" y="1052513"/>
            <a:ext cx="420687" cy="420687"/>
          </a:xfrm>
          <a:custGeom>
            <a:rect b="b" l="l" r="r" t="t"/>
            <a:pathLst>
              <a:path extrusionOk="0" h="256" w="256">
                <a:moveTo>
                  <a:pt x="244" y="48"/>
                </a:moveTo>
                <a:cubicBezTo>
                  <a:pt x="232" y="48"/>
                  <a:pt x="232" y="48"/>
                  <a:pt x="232" y="48"/>
                </a:cubicBezTo>
                <a:cubicBezTo>
                  <a:pt x="232" y="116"/>
                  <a:pt x="232" y="116"/>
                  <a:pt x="232" y="116"/>
                </a:cubicBezTo>
                <a:cubicBezTo>
                  <a:pt x="232" y="172"/>
                  <a:pt x="232" y="172"/>
                  <a:pt x="232" y="172"/>
                </a:cubicBezTo>
                <a:cubicBezTo>
                  <a:pt x="232" y="184"/>
                  <a:pt x="232" y="184"/>
                  <a:pt x="232" y="184"/>
                </a:cubicBezTo>
                <a:cubicBezTo>
                  <a:pt x="232" y="191"/>
                  <a:pt x="227" y="196"/>
                  <a:pt x="220" y="196"/>
                </a:cubicBezTo>
                <a:cubicBezTo>
                  <a:pt x="157" y="196"/>
                  <a:pt x="157" y="196"/>
                  <a:pt x="157" y="196"/>
                </a:cubicBezTo>
                <a:cubicBezTo>
                  <a:pt x="196" y="236"/>
                  <a:pt x="196" y="236"/>
                  <a:pt x="196" y="236"/>
                </a:cubicBezTo>
                <a:cubicBezTo>
                  <a:pt x="199" y="238"/>
                  <a:pt x="200" y="241"/>
                  <a:pt x="200" y="244"/>
                </a:cubicBezTo>
                <a:cubicBezTo>
                  <a:pt x="200" y="251"/>
                  <a:pt x="195" y="256"/>
                  <a:pt x="188" y="256"/>
                </a:cubicBezTo>
                <a:cubicBezTo>
                  <a:pt x="185" y="256"/>
                  <a:pt x="182" y="255"/>
                  <a:pt x="180" y="252"/>
                </a:cubicBezTo>
                <a:cubicBezTo>
                  <a:pt x="140" y="213"/>
                  <a:pt x="140" y="213"/>
                  <a:pt x="140" y="213"/>
                </a:cubicBezTo>
                <a:cubicBezTo>
                  <a:pt x="140" y="244"/>
                  <a:pt x="140" y="244"/>
                  <a:pt x="140" y="244"/>
                </a:cubicBezTo>
                <a:cubicBezTo>
                  <a:pt x="140" y="251"/>
                  <a:pt x="135" y="256"/>
                  <a:pt x="128" y="256"/>
                </a:cubicBezTo>
                <a:cubicBezTo>
                  <a:pt x="121" y="256"/>
                  <a:pt x="116" y="251"/>
                  <a:pt x="116" y="244"/>
                </a:cubicBezTo>
                <a:cubicBezTo>
                  <a:pt x="116" y="213"/>
                  <a:pt x="116" y="213"/>
                  <a:pt x="116" y="213"/>
                </a:cubicBezTo>
                <a:cubicBezTo>
                  <a:pt x="76" y="252"/>
                  <a:pt x="76" y="252"/>
                  <a:pt x="76" y="252"/>
                </a:cubicBezTo>
                <a:cubicBezTo>
                  <a:pt x="74" y="255"/>
                  <a:pt x="71" y="256"/>
                  <a:pt x="68" y="256"/>
                </a:cubicBezTo>
                <a:cubicBezTo>
                  <a:pt x="61" y="256"/>
                  <a:pt x="56" y="251"/>
                  <a:pt x="56" y="244"/>
                </a:cubicBezTo>
                <a:cubicBezTo>
                  <a:pt x="56" y="241"/>
                  <a:pt x="57" y="238"/>
                  <a:pt x="60" y="236"/>
                </a:cubicBezTo>
                <a:cubicBezTo>
                  <a:pt x="99" y="196"/>
                  <a:pt x="99" y="196"/>
                  <a:pt x="99" y="196"/>
                </a:cubicBezTo>
                <a:cubicBezTo>
                  <a:pt x="36" y="196"/>
                  <a:pt x="36" y="196"/>
                  <a:pt x="36" y="196"/>
                </a:cubicBezTo>
                <a:cubicBezTo>
                  <a:pt x="29" y="196"/>
                  <a:pt x="24" y="191"/>
                  <a:pt x="24" y="184"/>
                </a:cubicBezTo>
                <a:cubicBezTo>
                  <a:pt x="24" y="172"/>
                  <a:pt x="24" y="172"/>
                  <a:pt x="24" y="172"/>
                </a:cubicBezTo>
                <a:cubicBezTo>
                  <a:pt x="24" y="116"/>
                  <a:pt x="24" y="116"/>
                  <a:pt x="24" y="116"/>
                </a:cubicBez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5" y="48"/>
                  <a:pt x="0" y="43"/>
                  <a:pt x="0" y="36"/>
                </a:cubicBezTo>
                <a:cubicBezTo>
                  <a:pt x="0" y="29"/>
                  <a:pt x="5" y="24"/>
                  <a:pt x="12" y="24"/>
                </a:cubicBezTo>
                <a:cubicBezTo>
                  <a:pt x="116" y="24"/>
                  <a:pt x="116" y="24"/>
                  <a:pt x="116" y="24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5"/>
                  <a:pt x="121" y="0"/>
                  <a:pt x="128" y="0"/>
                </a:cubicBezTo>
                <a:cubicBezTo>
                  <a:pt x="135" y="0"/>
                  <a:pt x="140" y="5"/>
                  <a:pt x="140" y="12"/>
                </a:cubicBezTo>
                <a:cubicBezTo>
                  <a:pt x="140" y="24"/>
                  <a:pt x="140" y="24"/>
                  <a:pt x="140" y="24"/>
                </a:cubicBezTo>
                <a:cubicBezTo>
                  <a:pt x="244" y="24"/>
                  <a:pt x="244" y="24"/>
                  <a:pt x="244" y="24"/>
                </a:cubicBezTo>
                <a:cubicBezTo>
                  <a:pt x="251" y="24"/>
                  <a:pt x="256" y="29"/>
                  <a:pt x="256" y="36"/>
                </a:cubicBezTo>
                <a:cubicBezTo>
                  <a:pt x="256" y="43"/>
                  <a:pt x="251" y="48"/>
                  <a:pt x="244" y="48"/>
                </a:cubicBezTo>
                <a:moveTo>
                  <a:pt x="208" y="104"/>
                </a:moveTo>
                <a:cubicBezTo>
                  <a:pt x="208" y="92"/>
                  <a:pt x="208" y="92"/>
                  <a:pt x="208" y="92"/>
                </a:cubicBezTo>
                <a:cubicBezTo>
                  <a:pt x="208" y="48"/>
                  <a:pt x="208" y="48"/>
                  <a:pt x="208" y="48"/>
                </a:cubicBezTo>
                <a:cubicBezTo>
                  <a:pt x="48" y="48"/>
                  <a:pt x="48" y="48"/>
                  <a:pt x="48" y="48"/>
                </a:cubicBezTo>
                <a:cubicBezTo>
                  <a:pt x="48" y="92"/>
                  <a:pt x="48" y="92"/>
                  <a:pt x="48" y="92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48" y="172"/>
                  <a:pt x="48" y="172"/>
                  <a:pt x="48" y="172"/>
                </a:cubicBezTo>
                <a:cubicBezTo>
                  <a:pt x="208" y="172"/>
                  <a:pt x="208" y="172"/>
                  <a:pt x="208" y="172"/>
                </a:cubicBezTo>
                <a:lnTo>
                  <a:pt x="208" y="10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3" name="Google Shape;3463;p15"/>
          <p:cNvSpPr/>
          <p:nvPr/>
        </p:nvSpPr>
        <p:spPr>
          <a:xfrm>
            <a:off x="1116013" y="1052513"/>
            <a:ext cx="420687" cy="420687"/>
          </a:xfrm>
          <a:custGeom>
            <a:rect b="b" l="l" r="r" t="t"/>
            <a:pathLst>
              <a:path extrusionOk="0" h="256" w="256">
                <a:moveTo>
                  <a:pt x="12" y="80"/>
                </a:moveTo>
                <a:cubicBezTo>
                  <a:pt x="68" y="80"/>
                  <a:pt x="68" y="80"/>
                  <a:pt x="68" y="80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24" y="104"/>
                  <a:pt x="24" y="104"/>
                  <a:pt x="24" y="104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4" y="232"/>
                  <a:pt x="64" y="232"/>
                  <a:pt x="64" y="232"/>
                </a:cubicBezTo>
                <a:cubicBezTo>
                  <a:pt x="116" y="232"/>
                  <a:pt x="116" y="232"/>
                  <a:pt x="116" y="232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52" y="188"/>
                  <a:pt x="152" y="188"/>
                  <a:pt x="152" y="188"/>
                </a:cubicBezTo>
                <a:cubicBezTo>
                  <a:pt x="176" y="188"/>
                  <a:pt x="176" y="188"/>
                  <a:pt x="176" y="188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cubicBezTo>
                  <a:pt x="120" y="256"/>
                  <a:pt x="120" y="256"/>
                  <a:pt x="120" y="256"/>
                </a:cubicBezTo>
                <a:cubicBezTo>
                  <a:pt x="52" y="256"/>
                  <a:pt x="52" y="256"/>
                  <a:pt x="52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85"/>
                  <a:pt x="5" y="80"/>
                  <a:pt x="12" y="80"/>
                </a:cubicBezTo>
                <a:moveTo>
                  <a:pt x="132" y="176"/>
                </a:moveTo>
                <a:cubicBezTo>
                  <a:pt x="132" y="176"/>
                  <a:pt x="132" y="176"/>
                  <a:pt x="132" y="176"/>
                </a:cubicBezTo>
                <a:cubicBezTo>
                  <a:pt x="92" y="176"/>
                  <a:pt x="92" y="176"/>
                  <a:pt x="92" y="176"/>
                </a:cubicBezTo>
                <a:cubicBezTo>
                  <a:pt x="85" y="176"/>
                  <a:pt x="80" y="171"/>
                  <a:pt x="80" y="164"/>
                </a:cubicBezTo>
                <a:cubicBezTo>
                  <a:pt x="80" y="12"/>
                  <a:pt x="80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cubicBezTo>
                  <a:pt x="200" y="176"/>
                  <a:pt x="200" y="176"/>
                  <a:pt x="200" y="176"/>
                </a:cubicBezTo>
                <a:lnTo>
                  <a:pt x="132" y="176"/>
                </a:lnTo>
                <a:close/>
                <a:moveTo>
                  <a:pt x="232" y="152"/>
                </a:moveTo>
                <a:cubicBezTo>
                  <a:pt x="232" y="24"/>
                  <a:pt x="232" y="24"/>
                  <a:pt x="232" y="24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104" y="152"/>
                  <a:pt x="104" y="152"/>
                  <a:pt x="104" y="152"/>
                </a:cubicBezTo>
                <a:cubicBezTo>
                  <a:pt x="144" y="152"/>
                  <a:pt x="144" y="152"/>
                  <a:pt x="144" y="152"/>
                </a:cubicBezTo>
                <a:cubicBezTo>
                  <a:pt x="196" y="152"/>
                  <a:pt x="196" y="152"/>
                  <a:pt x="196" y="152"/>
                </a:cubicBezTo>
                <a:lnTo>
                  <a:pt x="232" y="15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15"/>
          <p:cNvSpPr/>
          <p:nvPr/>
        </p:nvSpPr>
        <p:spPr>
          <a:xfrm>
            <a:off x="379413" y="1052513"/>
            <a:ext cx="420687" cy="420687"/>
          </a:xfrm>
          <a:custGeom>
            <a:rect b="b" l="l" r="r" t="t"/>
            <a:pathLst>
              <a:path extrusionOk="0" h="256" w="256">
                <a:moveTo>
                  <a:pt x="244" y="176"/>
                </a:moveTo>
                <a:cubicBezTo>
                  <a:pt x="188" y="176"/>
                  <a:pt x="188" y="176"/>
                  <a:pt x="188" y="176"/>
                </a:cubicBezTo>
                <a:cubicBezTo>
                  <a:pt x="188" y="152"/>
                  <a:pt x="188" y="152"/>
                  <a:pt x="188" y="152"/>
                </a:cubicBezTo>
                <a:cubicBezTo>
                  <a:pt x="232" y="152"/>
                  <a:pt x="232" y="152"/>
                  <a:pt x="232" y="152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40" y="24"/>
                  <a:pt x="140" y="24"/>
                  <a:pt x="140" y="24"/>
                </a:cubicBezTo>
                <a:cubicBezTo>
                  <a:pt x="104" y="24"/>
                  <a:pt x="104" y="24"/>
                  <a:pt x="104" y="24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80" y="68"/>
                  <a:pt x="80" y="68"/>
                  <a:pt x="80" y="68"/>
                </a:cubicBezTo>
                <a:cubicBezTo>
                  <a:pt x="80" y="12"/>
                  <a:pt x="80" y="12"/>
                  <a:pt x="80" y="12"/>
                </a:cubicBezTo>
                <a:cubicBezTo>
                  <a:pt x="80" y="5"/>
                  <a:pt x="85" y="0"/>
                  <a:pt x="92" y="0"/>
                </a:cubicBezTo>
                <a:cubicBezTo>
                  <a:pt x="136" y="0"/>
                  <a:pt x="136" y="0"/>
                  <a:pt x="136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64"/>
                  <a:pt x="256" y="164"/>
                  <a:pt x="256" y="164"/>
                </a:cubicBezTo>
                <a:cubicBezTo>
                  <a:pt x="256" y="171"/>
                  <a:pt x="251" y="176"/>
                  <a:pt x="244" y="176"/>
                </a:cubicBezTo>
                <a:moveTo>
                  <a:pt x="124" y="80"/>
                </a:moveTo>
                <a:cubicBezTo>
                  <a:pt x="124" y="80"/>
                  <a:pt x="124" y="80"/>
                  <a:pt x="124" y="80"/>
                </a:cubicBezTo>
                <a:cubicBezTo>
                  <a:pt x="164" y="80"/>
                  <a:pt x="164" y="80"/>
                  <a:pt x="164" y="80"/>
                </a:cubicBezTo>
                <a:cubicBezTo>
                  <a:pt x="171" y="80"/>
                  <a:pt x="176" y="85"/>
                  <a:pt x="176" y="92"/>
                </a:cubicBezTo>
                <a:cubicBezTo>
                  <a:pt x="176" y="244"/>
                  <a:pt x="176" y="244"/>
                  <a:pt x="176" y="244"/>
                </a:cubicBezTo>
                <a:cubicBezTo>
                  <a:pt x="176" y="251"/>
                  <a:pt x="171" y="256"/>
                  <a:pt x="164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85"/>
                  <a:pt x="5" y="80"/>
                  <a:pt x="12" y="80"/>
                </a:cubicBezTo>
                <a:cubicBezTo>
                  <a:pt x="56" y="80"/>
                  <a:pt x="56" y="80"/>
                  <a:pt x="56" y="80"/>
                </a:cubicBezTo>
                <a:lnTo>
                  <a:pt x="124" y="80"/>
                </a:lnTo>
                <a:close/>
                <a:moveTo>
                  <a:pt x="24" y="104"/>
                </a:moveTo>
                <a:cubicBezTo>
                  <a:pt x="24" y="232"/>
                  <a:pt x="24" y="232"/>
                  <a:pt x="24" y="232"/>
                </a:cubicBezTo>
                <a:cubicBezTo>
                  <a:pt x="152" y="232"/>
                  <a:pt x="152" y="232"/>
                  <a:pt x="152" y="232"/>
                </a:cubicBezTo>
                <a:cubicBezTo>
                  <a:pt x="152" y="104"/>
                  <a:pt x="152" y="104"/>
                  <a:pt x="152" y="104"/>
                </a:cubicBezTo>
                <a:cubicBezTo>
                  <a:pt x="112" y="104"/>
                  <a:pt x="112" y="104"/>
                  <a:pt x="112" y="104"/>
                </a:cubicBezTo>
                <a:cubicBezTo>
                  <a:pt x="60" y="104"/>
                  <a:pt x="60" y="104"/>
                  <a:pt x="60" y="104"/>
                </a:cubicBezTo>
                <a:lnTo>
                  <a:pt x="24" y="10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5" name="Google Shape;3465;p15"/>
          <p:cNvSpPr/>
          <p:nvPr/>
        </p:nvSpPr>
        <p:spPr>
          <a:xfrm>
            <a:off x="8489950" y="342900"/>
            <a:ext cx="401638" cy="355600"/>
          </a:xfrm>
          <a:custGeom>
            <a:rect b="b" l="l" r="r" t="t"/>
            <a:pathLst>
              <a:path extrusionOk="0" h="216" w="244">
                <a:moveTo>
                  <a:pt x="216" y="130"/>
                </a:moveTo>
                <a:cubicBezTo>
                  <a:pt x="136" y="210"/>
                  <a:pt x="136" y="210"/>
                  <a:pt x="136" y="210"/>
                </a:cubicBezTo>
                <a:cubicBezTo>
                  <a:pt x="132" y="214"/>
                  <a:pt x="124" y="214"/>
                  <a:pt x="119" y="210"/>
                </a:cubicBezTo>
                <a:cubicBezTo>
                  <a:pt x="115" y="205"/>
                  <a:pt x="115" y="197"/>
                  <a:pt x="119" y="193"/>
                </a:cubicBezTo>
                <a:cubicBezTo>
                  <a:pt x="199" y="113"/>
                  <a:pt x="199" y="113"/>
                  <a:pt x="199" y="113"/>
                </a:cubicBezTo>
                <a:cubicBezTo>
                  <a:pt x="217" y="95"/>
                  <a:pt x="217" y="64"/>
                  <a:pt x="199" y="45"/>
                </a:cubicBezTo>
                <a:cubicBezTo>
                  <a:pt x="180" y="27"/>
                  <a:pt x="149" y="27"/>
                  <a:pt x="131" y="45"/>
                </a:cubicBezTo>
                <a:cubicBezTo>
                  <a:pt x="37" y="139"/>
                  <a:pt x="37" y="139"/>
                  <a:pt x="37" y="139"/>
                </a:cubicBezTo>
                <a:cubicBezTo>
                  <a:pt x="26" y="150"/>
                  <a:pt x="26" y="167"/>
                  <a:pt x="37" y="178"/>
                </a:cubicBezTo>
                <a:cubicBezTo>
                  <a:pt x="48" y="189"/>
                  <a:pt x="66" y="189"/>
                  <a:pt x="77" y="178"/>
                </a:cubicBezTo>
                <a:cubicBezTo>
                  <a:pt x="165" y="91"/>
                  <a:pt x="165" y="91"/>
                  <a:pt x="165" y="91"/>
                </a:cubicBezTo>
                <a:cubicBezTo>
                  <a:pt x="168" y="88"/>
                  <a:pt x="168" y="83"/>
                  <a:pt x="165" y="79"/>
                </a:cubicBezTo>
                <a:cubicBezTo>
                  <a:pt x="161" y="76"/>
                  <a:pt x="156" y="76"/>
                  <a:pt x="153" y="79"/>
                </a:cubicBezTo>
                <a:cubicBezTo>
                  <a:pt x="80" y="153"/>
                  <a:pt x="80" y="153"/>
                  <a:pt x="80" y="153"/>
                </a:cubicBezTo>
                <a:cubicBezTo>
                  <a:pt x="75" y="158"/>
                  <a:pt x="67" y="158"/>
                  <a:pt x="63" y="153"/>
                </a:cubicBezTo>
                <a:cubicBezTo>
                  <a:pt x="58" y="148"/>
                  <a:pt x="58" y="141"/>
                  <a:pt x="63" y="136"/>
                </a:cubicBezTo>
                <a:cubicBezTo>
                  <a:pt x="136" y="62"/>
                  <a:pt x="136" y="62"/>
                  <a:pt x="136" y="62"/>
                </a:cubicBezTo>
                <a:cubicBezTo>
                  <a:pt x="149" y="50"/>
                  <a:pt x="169" y="50"/>
                  <a:pt x="182" y="62"/>
                </a:cubicBezTo>
                <a:cubicBezTo>
                  <a:pt x="194" y="75"/>
                  <a:pt x="194" y="95"/>
                  <a:pt x="182" y="108"/>
                </a:cubicBezTo>
                <a:cubicBezTo>
                  <a:pt x="94" y="195"/>
                  <a:pt x="94" y="195"/>
                  <a:pt x="94" y="195"/>
                </a:cubicBezTo>
                <a:cubicBezTo>
                  <a:pt x="74" y="216"/>
                  <a:pt x="41" y="216"/>
                  <a:pt x="20" y="195"/>
                </a:cubicBezTo>
                <a:cubicBezTo>
                  <a:pt x="0" y="175"/>
                  <a:pt x="0" y="142"/>
                  <a:pt x="20" y="122"/>
                </a:cubicBezTo>
                <a:cubicBezTo>
                  <a:pt x="114" y="28"/>
                  <a:pt x="114" y="28"/>
                  <a:pt x="114" y="28"/>
                </a:cubicBezTo>
                <a:cubicBezTo>
                  <a:pt x="142" y="0"/>
                  <a:pt x="187" y="0"/>
                  <a:pt x="216" y="28"/>
                </a:cubicBezTo>
                <a:cubicBezTo>
                  <a:pt x="244" y="57"/>
                  <a:pt x="244" y="102"/>
                  <a:pt x="216" y="13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15"/>
          <p:cNvSpPr/>
          <p:nvPr/>
        </p:nvSpPr>
        <p:spPr>
          <a:xfrm>
            <a:off x="7742238" y="314325"/>
            <a:ext cx="420687" cy="420688"/>
          </a:xfrm>
          <a:custGeom>
            <a:rect b="b" l="l" r="r" t="t"/>
            <a:pathLst>
              <a:path extrusionOk="0" h="256" w="256">
                <a:moveTo>
                  <a:pt x="255" y="16"/>
                </a:moveTo>
                <a:cubicBezTo>
                  <a:pt x="255" y="16"/>
                  <a:pt x="255" y="16"/>
                  <a:pt x="255" y="16"/>
                </a:cubicBezTo>
                <a:cubicBezTo>
                  <a:pt x="167" y="248"/>
                  <a:pt x="167" y="248"/>
                  <a:pt x="167" y="248"/>
                </a:cubicBezTo>
                <a:cubicBezTo>
                  <a:pt x="167" y="248"/>
                  <a:pt x="167" y="248"/>
                  <a:pt x="167" y="248"/>
                </a:cubicBezTo>
                <a:cubicBezTo>
                  <a:pt x="165" y="253"/>
                  <a:pt x="161" y="256"/>
                  <a:pt x="156" y="256"/>
                </a:cubicBezTo>
                <a:cubicBezTo>
                  <a:pt x="150" y="256"/>
                  <a:pt x="146" y="252"/>
                  <a:pt x="144" y="247"/>
                </a:cubicBezTo>
                <a:cubicBezTo>
                  <a:pt x="144" y="247"/>
                  <a:pt x="144" y="247"/>
                  <a:pt x="144" y="247"/>
                </a:cubicBezTo>
                <a:cubicBezTo>
                  <a:pt x="118" y="138"/>
                  <a:pt x="118" y="138"/>
                  <a:pt x="118" y="138"/>
                </a:cubicBezTo>
                <a:cubicBezTo>
                  <a:pt x="9" y="112"/>
                  <a:pt x="9" y="112"/>
                  <a:pt x="9" y="112"/>
                </a:cubicBezTo>
                <a:cubicBezTo>
                  <a:pt x="9" y="112"/>
                  <a:pt x="9" y="112"/>
                  <a:pt x="9" y="112"/>
                </a:cubicBezTo>
                <a:cubicBezTo>
                  <a:pt x="4" y="110"/>
                  <a:pt x="0" y="106"/>
                  <a:pt x="0" y="100"/>
                </a:cubicBezTo>
                <a:cubicBezTo>
                  <a:pt x="0" y="95"/>
                  <a:pt x="3" y="91"/>
                  <a:pt x="8" y="89"/>
                </a:cubicBezTo>
                <a:cubicBezTo>
                  <a:pt x="8" y="89"/>
                  <a:pt x="8" y="89"/>
                  <a:pt x="8" y="89"/>
                </a:cubicBezTo>
                <a:cubicBezTo>
                  <a:pt x="240" y="1"/>
                  <a:pt x="240" y="1"/>
                  <a:pt x="240" y="1"/>
                </a:cubicBezTo>
                <a:cubicBezTo>
                  <a:pt x="240" y="1"/>
                  <a:pt x="240" y="1"/>
                  <a:pt x="240" y="1"/>
                </a:cubicBezTo>
                <a:cubicBezTo>
                  <a:pt x="241" y="0"/>
                  <a:pt x="243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4"/>
                  <a:pt x="256" y="15"/>
                  <a:pt x="255" y="16"/>
                </a:cubicBezTo>
                <a:moveTo>
                  <a:pt x="53" y="97"/>
                </a:moveTo>
                <a:cubicBezTo>
                  <a:pt x="131" y="116"/>
                  <a:pt x="131" y="116"/>
                  <a:pt x="131" y="116"/>
                </a:cubicBezTo>
                <a:cubicBezTo>
                  <a:pt x="131" y="116"/>
                  <a:pt x="131" y="116"/>
                  <a:pt x="131" y="116"/>
                </a:cubicBezTo>
                <a:cubicBezTo>
                  <a:pt x="135" y="117"/>
                  <a:pt x="139" y="121"/>
                  <a:pt x="140" y="125"/>
                </a:cubicBezTo>
                <a:cubicBezTo>
                  <a:pt x="140" y="125"/>
                  <a:pt x="140" y="125"/>
                  <a:pt x="140" y="125"/>
                </a:cubicBezTo>
                <a:cubicBezTo>
                  <a:pt x="159" y="203"/>
                  <a:pt x="159" y="203"/>
                  <a:pt x="159" y="203"/>
                </a:cubicBezTo>
                <a:cubicBezTo>
                  <a:pt x="223" y="33"/>
                  <a:pt x="223" y="33"/>
                  <a:pt x="223" y="33"/>
                </a:cubicBezTo>
                <a:lnTo>
                  <a:pt x="53" y="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7" name="Google Shape;3467;p15"/>
          <p:cNvSpPr/>
          <p:nvPr/>
        </p:nvSpPr>
        <p:spPr>
          <a:xfrm>
            <a:off x="7005638" y="314325"/>
            <a:ext cx="420687" cy="420688"/>
          </a:xfrm>
          <a:custGeom>
            <a:rect b="b" l="l" r="r" t="t"/>
            <a:pathLst>
              <a:path extrusionOk="0" h="256" w="256">
                <a:moveTo>
                  <a:pt x="252" y="20"/>
                </a:moveTo>
                <a:cubicBezTo>
                  <a:pt x="220" y="53"/>
                  <a:pt x="220" y="53"/>
                  <a:pt x="220" y="53"/>
                </a:cubicBezTo>
                <a:cubicBezTo>
                  <a:pt x="220" y="196"/>
                  <a:pt x="220" y="196"/>
                  <a:pt x="220" y="196"/>
                </a:cubicBezTo>
                <a:cubicBezTo>
                  <a:pt x="244" y="196"/>
                  <a:pt x="244" y="196"/>
                  <a:pt x="244" y="196"/>
                </a:cubicBezTo>
                <a:cubicBezTo>
                  <a:pt x="251" y="196"/>
                  <a:pt x="256" y="201"/>
                  <a:pt x="256" y="208"/>
                </a:cubicBezTo>
                <a:cubicBezTo>
                  <a:pt x="256" y="215"/>
                  <a:pt x="251" y="220"/>
                  <a:pt x="244" y="220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220" y="244"/>
                  <a:pt x="220" y="244"/>
                  <a:pt x="220" y="244"/>
                </a:cubicBezTo>
                <a:cubicBezTo>
                  <a:pt x="220" y="251"/>
                  <a:pt x="215" y="256"/>
                  <a:pt x="208" y="256"/>
                </a:cubicBezTo>
                <a:cubicBezTo>
                  <a:pt x="201" y="256"/>
                  <a:pt x="196" y="251"/>
                  <a:pt x="196" y="244"/>
                </a:cubicBezTo>
                <a:cubicBezTo>
                  <a:pt x="196" y="220"/>
                  <a:pt x="196" y="220"/>
                  <a:pt x="196" y="220"/>
                </a:cubicBezTo>
                <a:cubicBezTo>
                  <a:pt x="53" y="220"/>
                  <a:pt x="53" y="220"/>
                  <a:pt x="53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0" y="220"/>
                  <a:pt x="50" y="220"/>
                  <a:pt x="50" y="220"/>
                </a:cubicBezTo>
                <a:cubicBezTo>
                  <a:pt x="46" y="220"/>
                  <a:pt x="46" y="220"/>
                  <a:pt x="46" y="220"/>
                </a:cubicBezTo>
                <a:cubicBezTo>
                  <a:pt x="40" y="220"/>
                  <a:pt x="36" y="216"/>
                  <a:pt x="36" y="210"/>
                </a:cubicBezTo>
                <a:cubicBezTo>
                  <a:pt x="36" y="206"/>
                  <a:pt x="36" y="206"/>
                  <a:pt x="36" y="206"/>
                </a:cubicBezTo>
                <a:cubicBezTo>
                  <a:pt x="36" y="204"/>
                  <a:pt x="36" y="204"/>
                  <a:pt x="36" y="204"/>
                </a:cubicBezTo>
                <a:cubicBezTo>
                  <a:pt x="36" y="204"/>
                  <a:pt x="36" y="204"/>
                  <a:pt x="36" y="204"/>
                </a:cubicBezTo>
                <a:cubicBezTo>
                  <a:pt x="36" y="203"/>
                  <a:pt x="36" y="203"/>
                  <a:pt x="36" y="203"/>
                </a:cubicBezTo>
                <a:cubicBezTo>
                  <a:pt x="36" y="60"/>
                  <a:pt x="36" y="60"/>
                  <a:pt x="36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5" y="60"/>
                  <a:pt x="0" y="55"/>
                  <a:pt x="0" y="48"/>
                </a:cubicBezTo>
                <a:cubicBezTo>
                  <a:pt x="0" y="41"/>
                  <a:pt x="5" y="36"/>
                  <a:pt x="12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5"/>
                  <a:pt x="41" y="0"/>
                  <a:pt x="48" y="0"/>
                </a:cubicBezTo>
                <a:cubicBezTo>
                  <a:pt x="55" y="0"/>
                  <a:pt x="60" y="5"/>
                  <a:pt x="60" y="12"/>
                </a:cubicBezTo>
                <a:cubicBezTo>
                  <a:pt x="60" y="36"/>
                  <a:pt x="60" y="36"/>
                  <a:pt x="60" y="36"/>
                </a:cubicBezTo>
                <a:cubicBezTo>
                  <a:pt x="203" y="36"/>
                  <a:pt x="203" y="36"/>
                  <a:pt x="203" y="36"/>
                </a:cubicBezTo>
                <a:cubicBezTo>
                  <a:pt x="236" y="4"/>
                  <a:pt x="236" y="4"/>
                  <a:pt x="236" y="4"/>
                </a:cubicBezTo>
                <a:cubicBezTo>
                  <a:pt x="238" y="1"/>
                  <a:pt x="241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5"/>
                  <a:pt x="255" y="18"/>
                  <a:pt x="252" y="20"/>
                </a:cubicBezTo>
                <a:moveTo>
                  <a:pt x="60" y="60"/>
                </a:moveTo>
                <a:cubicBezTo>
                  <a:pt x="60" y="179"/>
                  <a:pt x="60" y="179"/>
                  <a:pt x="60" y="179"/>
                </a:cubicBezTo>
                <a:cubicBezTo>
                  <a:pt x="179" y="60"/>
                  <a:pt x="179" y="60"/>
                  <a:pt x="179" y="60"/>
                </a:cubicBezTo>
                <a:lnTo>
                  <a:pt x="60" y="60"/>
                </a:lnTo>
                <a:close/>
                <a:moveTo>
                  <a:pt x="196" y="77"/>
                </a:moveTo>
                <a:cubicBezTo>
                  <a:pt x="77" y="196"/>
                  <a:pt x="77" y="196"/>
                  <a:pt x="77" y="196"/>
                </a:cubicBezTo>
                <a:cubicBezTo>
                  <a:pt x="196" y="196"/>
                  <a:pt x="196" y="196"/>
                  <a:pt x="196" y="196"/>
                </a:cubicBezTo>
                <a:lnTo>
                  <a:pt x="196" y="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15"/>
          <p:cNvSpPr/>
          <p:nvPr/>
        </p:nvSpPr>
        <p:spPr>
          <a:xfrm>
            <a:off x="6269038" y="333375"/>
            <a:ext cx="422275" cy="382588"/>
          </a:xfrm>
          <a:custGeom>
            <a:rect b="b" l="l" r="r" t="t"/>
            <a:pathLst>
              <a:path extrusionOk="0" h="232" w="256">
                <a:moveTo>
                  <a:pt x="244" y="232"/>
                </a:moveTo>
                <a:cubicBezTo>
                  <a:pt x="224" y="232"/>
                  <a:pt x="224" y="232"/>
                  <a:pt x="224" y="232"/>
                </a:cubicBezTo>
                <a:cubicBezTo>
                  <a:pt x="212" y="232"/>
                  <a:pt x="212" y="232"/>
                  <a:pt x="212" y="232"/>
                </a:cubicBezTo>
                <a:cubicBezTo>
                  <a:pt x="44" y="232"/>
                  <a:pt x="44" y="232"/>
                  <a:pt x="44" y="232"/>
                </a:cubicBezTo>
                <a:cubicBezTo>
                  <a:pt x="32" y="232"/>
                  <a:pt x="32" y="232"/>
                  <a:pt x="32" y="232"/>
                </a:cubicBezTo>
                <a:cubicBezTo>
                  <a:pt x="12" y="232"/>
                  <a:pt x="12" y="232"/>
                  <a:pt x="12" y="232"/>
                </a:cubicBezTo>
                <a:cubicBezTo>
                  <a:pt x="5" y="232"/>
                  <a:pt x="0" y="227"/>
                  <a:pt x="0" y="220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65"/>
                  <a:pt x="5" y="60"/>
                  <a:pt x="12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68" y="60"/>
                  <a:pt x="68" y="60"/>
                  <a:pt x="68" y="60"/>
                </a:cubicBezTo>
                <a:cubicBezTo>
                  <a:pt x="68" y="27"/>
                  <a:pt x="95" y="0"/>
                  <a:pt x="128" y="0"/>
                </a:cubicBezTo>
                <a:cubicBezTo>
                  <a:pt x="161" y="0"/>
                  <a:pt x="188" y="27"/>
                  <a:pt x="188" y="60"/>
                </a:cubicBezTo>
                <a:cubicBezTo>
                  <a:pt x="208" y="60"/>
                  <a:pt x="208" y="60"/>
                  <a:pt x="208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44" y="60"/>
                  <a:pt x="244" y="60"/>
                  <a:pt x="244" y="60"/>
                </a:cubicBezTo>
                <a:cubicBezTo>
                  <a:pt x="251" y="60"/>
                  <a:pt x="256" y="65"/>
                  <a:pt x="256" y="72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96"/>
                  <a:pt x="256" y="196"/>
                  <a:pt x="256" y="196"/>
                </a:cubicBezTo>
                <a:cubicBezTo>
                  <a:pt x="256" y="220"/>
                  <a:pt x="256" y="220"/>
                  <a:pt x="256" y="220"/>
                </a:cubicBezTo>
                <a:cubicBezTo>
                  <a:pt x="256" y="227"/>
                  <a:pt x="251" y="232"/>
                  <a:pt x="244" y="232"/>
                </a:cubicBezTo>
                <a:moveTo>
                  <a:pt x="128" y="24"/>
                </a:moveTo>
                <a:cubicBezTo>
                  <a:pt x="108" y="24"/>
                  <a:pt x="92" y="40"/>
                  <a:pt x="92" y="60"/>
                </a:cubicBezTo>
                <a:cubicBezTo>
                  <a:pt x="164" y="60"/>
                  <a:pt x="164" y="60"/>
                  <a:pt x="164" y="60"/>
                </a:cubicBezTo>
                <a:cubicBezTo>
                  <a:pt x="164" y="40"/>
                  <a:pt x="148" y="24"/>
                  <a:pt x="128" y="24"/>
                </a:cubicBezTo>
                <a:moveTo>
                  <a:pt x="172" y="132"/>
                </a:moveTo>
                <a:cubicBezTo>
                  <a:pt x="140" y="132"/>
                  <a:pt x="140" y="132"/>
                  <a:pt x="140" y="132"/>
                </a:cubicBezTo>
                <a:cubicBezTo>
                  <a:pt x="140" y="100"/>
                  <a:pt x="140" y="100"/>
                  <a:pt x="140" y="100"/>
                </a:cubicBezTo>
                <a:cubicBezTo>
                  <a:pt x="140" y="93"/>
                  <a:pt x="135" y="88"/>
                  <a:pt x="128" y="88"/>
                </a:cubicBezTo>
                <a:cubicBezTo>
                  <a:pt x="121" y="88"/>
                  <a:pt x="116" y="93"/>
                  <a:pt x="116" y="100"/>
                </a:cubicBezTo>
                <a:cubicBezTo>
                  <a:pt x="116" y="132"/>
                  <a:pt x="116" y="132"/>
                  <a:pt x="116" y="132"/>
                </a:cubicBezTo>
                <a:cubicBezTo>
                  <a:pt x="84" y="132"/>
                  <a:pt x="84" y="132"/>
                  <a:pt x="84" y="132"/>
                </a:cubicBezTo>
                <a:cubicBezTo>
                  <a:pt x="77" y="132"/>
                  <a:pt x="72" y="137"/>
                  <a:pt x="72" y="144"/>
                </a:cubicBezTo>
                <a:cubicBezTo>
                  <a:pt x="72" y="151"/>
                  <a:pt x="77" y="156"/>
                  <a:pt x="84" y="156"/>
                </a:cubicBezTo>
                <a:cubicBezTo>
                  <a:pt x="116" y="156"/>
                  <a:pt x="116" y="156"/>
                  <a:pt x="116" y="156"/>
                </a:cubicBezTo>
                <a:cubicBezTo>
                  <a:pt x="116" y="188"/>
                  <a:pt x="116" y="188"/>
                  <a:pt x="116" y="188"/>
                </a:cubicBezTo>
                <a:cubicBezTo>
                  <a:pt x="116" y="195"/>
                  <a:pt x="121" y="200"/>
                  <a:pt x="128" y="200"/>
                </a:cubicBezTo>
                <a:cubicBezTo>
                  <a:pt x="135" y="200"/>
                  <a:pt x="140" y="195"/>
                  <a:pt x="140" y="188"/>
                </a:cubicBezTo>
                <a:cubicBezTo>
                  <a:pt x="140" y="156"/>
                  <a:pt x="140" y="156"/>
                  <a:pt x="140" y="156"/>
                </a:cubicBezTo>
                <a:cubicBezTo>
                  <a:pt x="172" y="156"/>
                  <a:pt x="172" y="156"/>
                  <a:pt x="172" y="156"/>
                </a:cubicBezTo>
                <a:cubicBezTo>
                  <a:pt x="179" y="156"/>
                  <a:pt x="184" y="151"/>
                  <a:pt x="184" y="144"/>
                </a:cubicBezTo>
                <a:cubicBezTo>
                  <a:pt x="184" y="137"/>
                  <a:pt x="179" y="132"/>
                  <a:pt x="172" y="13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9" name="Google Shape;3469;p15"/>
          <p:cNvSpPr/>
          <p:nvPr/>
        </p:nvSpPr>
        <p:spPr>
          <a:xfrm>
            <a:off x="5534025" y="314325"/>
            <a:ext cx="420688" cy="420688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" y="24"/>
                </a:moveTo>
                <a:cubicBezTo>
                  <a:pt x="24" y="227"/>
                  <a:pt x="24" y="227"/>
                  <a:pt x="24" y="227"/>
                </a:cubicBezTo>
                <a:cubicBezTo>
                  <a:pt x="28" y="217"/>
                  <a:pt x="34" y="205"/>
                  <a:pt x="47" y="199"/>
                </a:cubicBezTo>
                <a:cubicBezTo>
                  <a:pt x="64" y="190"/>
                  <a:pt x="57" y="197"/>
                  <a:pt x="78" y="188"/>
                </a:cubicBezTo>
                <a:cubicBezTo>
                  <a:pt x="99" y="180"/>
                  <a:pt x="104" y="176"/>
                  <a:pt x="104" y="176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104" y="156"/>
                  <a:pt x="97" y="150"/>
                  <a:pt x="94" y="131"/>
                </a:cubicBezTo>
                <a:cubicBezTo>
                  <a:pt x="89" y="132"/>
                  <a:pt x="88" y="125"/>
                  <a:pt x="87" y="121"/>
                </a:cubicBezTo>
                <a:cubicBezTo>
                  <a:pt x="87" y="116"/>
                  <a:pt x="85" y="102"/>
                  <a:pt x="91" y="103"/>
                </a:cubicBezTo>
                <a:cubicBezTo>
                  <a:pt x="89" y="94"/>
                  <a:pt x="88" y="86"/>
                  <a:pt x="89" y="81"/>
                </a:cubicBezTo>
                <a:cubicBezTo>
                  <a:pt x="90" y="66"/>
                  <a:pt x="105" y="49"/>
                  <a:pt x="128" y="48"/>
                </a:cubicBezTo>
                <a:cubicBezTo>
                  <a:pt x="155" y="49"/>
                  <a:pt x="166" y="66"/>
                  <a:pt x="167" y="81"/>
                </a:cubicBezTo>
                <a:cubicBezTo>
                  <a:pt x="168" y="86"/>
                  <a:pt x="167" y="94"/>
                  <a:pt x="166" y="103"/>
                </a:cubicBezTo>
                <a:cubicBezTo>
                  <a:pt x="172" y="102"/>
                  <a:pt x="169" y="116"/>
                  <a:pt x="169" y="121"/>
                </a:cubicBezTo>
                <a:cubicBezTo>
                  <a:pt x="168" y="125"/>
                  <a:pt x="167" y="132"/>
                  <a:pt x="162" y="131"/>
                </a:cubicBezTo>
                <a:cubicBezTo>
                  <a:pt x="159" y="150"/>
                  <a:pt x="152" y="156"/>
                  <a:pt x="152" y="156"/>
                </a:cubicBezTo>
                <a:cubicBezTo>
                  <a:pt x="152" y="176"/>
                  <a:pt x="152" y="176"/>
                  <a:pt x="152" y="176"/>
                </a:cubicBezTo>
                <a:cubicBezTo>
                  <a:pt x="152" y="176"/>
                  <a:pt x="157" y="179"/>
                  <a:pt x="178" y="188"/>
                </a:cubicBezTo>
                <a:cubicBezTo>
                  <a:pt x="199" y="197"/>
                  <a:pt x="192" y="190"/>
                  <a:pt x="209" y="199"/>
                </a:cubicBezTo>
                <a:cubicBezTo>
                  <a:pt x="222" y="205"/>
                  <a:pt x="228" y="217"/>
                  <a:pt x="232" y="227"/>
                </a:cubicBezTo>
                <a:cubicBezTo>
                  <a:pt x="232" y="24"/>
                  <a:pt x="232" y="24"/>
                  <a:pt x="232" y="24"/>
                </a:cubicBezTo>
                <a:lnTo>
                  <a:pt x="24" y="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0" name="Google Shape;3470;p15"/>
          <p:cNvSpPr/>
          <p:nvPr/>
        </p:nvSpPr>
        <p:spPr>
          <a:xfrm>
            <a:off x="4797425" y="314325"/>
            <a:ext cx="420688" cy="420688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132" y="101"/>
                </a:moveTo>
                <a:cubicBezTo>
                  <a:pt x="132" y="101"/>
                  <a:pt x="132" y="101"/>
                  <a:pt x="132" y="101"/>
                </a:cubicBezTo>
                <a:cubicBezTo>
                  <a:pt x="130" y="99"/>
                  <a:pt x="128" y="96"/>
                  <a:pt x="128" y="92"/>
                </a:cubicBezTo>
                <a:cubicBezTo>
                  <a:pt x="128" y="85"/>
                  <a:pt x="133" y="80"/>
                  <a:pt x="140" y="80"/>
                </a:cubicBezTo>
                <a:cubicBezTo>
                  <a:pt x="143" y="80"/>
                  <a:pt x="146" y="81"/>
                  <a:pt x="148" y="83"/>
                </a:cubicBezTo>
                <a:cubicBezTo>
                  <a:pt x="148" y="83"/>
                  <a:pt x="148" y="83"/>
                  <a:pt x="148" y="83"/>
                </a:cubicBezTo>
                <a:cubicBezTo>
                  <a:pt x="188" y="119"/>
                  <a:pt x="188" y="119"/>
                  <a:pt x="188" y="119"/>
                </a:cubicBezTo>
                <a:cubicBezTo>
                  <a:pt x="188" y="119"/>
                  <a:pt x="188" y="119"/>
                  <a:pt x="188" y="119"/>
                </a:cubicBezTo>
                <a:cubicBezTo>
                  <a:pt x="190" y="121"/>
                  <a:pt x="192" y="124"/>
                  <a:pt x="192" y="128"/>
                </a:cubicBezTo>
                <a:cubicBezTo>
                  <a:pt x="192" y="132"/>
                  <a:pt x="190" y="135"/>
                  <a:pt x="188" y="137"/>
                </a:cubicBezTo>
                <a:cubicBezTo>
                  <a:pt x="188" y="137"/>
                  <a:pt x="188" y="137"/>
                  <a:pt x="188" y="137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8" y="173"/>
                  <a:pt x="148" y="173"/>
                  <a:pt x="148" y="173"/>
                </a:cubicBezTo>
                <a:cubicBezTo>
                  <a:pt x="146" y="175"/>
                  <a:pt x="143" y="176"/>
                  <a:pt x="140" y="176"/>
                </a:cubicBezTo>
                <a:cubicBezTo>
                  <a:pt x="133" y="176"/>
                  <a:pt x="128" y="171"/>
                  <a:pt x="128" y="164"/>
                </a:cubicBezTo>
                <a:cubicBezTo>
                  <a:pt x="128" y="160"/>
                  <a:pt x="130" y="157"/>
                  <a:pt x="132" y="155"/>
                </a:cubicBezTo>
                <a:cubicBezTo>
                  <a:pt x="132" y="155"/>
                  <a:pt x="132" y="155"/>
                  <a:pt x="132" y="155"/>
                </a:cubicBezTo>
                <a:cubicBezTo>
                  <a:pt x="149" y="140"/>
                  <a:pt x="149" y="140"/>
                  <a:pt x="149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69" y="140"/>
                  <a:pt x="64" y="135"/>
                  <a:pt x="64" y="128"/>
                </a:cubicBezTo>
                <a:cubicBezTo>
                  <a:pt x="64" y="121"/>
                  <a:pt x="69" y="116"/>
                  <a:pt x="76" y="116"/>
                </a:cubicBezTo>
                <a:cubicBezTo>
                  <a:pt x="149" y="116"/>
                  <a:pt x="149" y="116"/>
                  <a:pt x="149" y="116"/>
                </a:cubicBezTo>
                <a:lnTo>
                  <a:pt x="132" y="101"/>
                </a:lnTo>
                <a:close/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2" y="160"/>
                </a:move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moveTo>
                  <a:pt x="12" y="184"/>
                </a:move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1" name="Google Shape;3471;p15"/>
          <p:cNvSpPr/>
          <p:nvPr/>
        </p:nvSpPr>
        <p:spPr>
          <a:xfrm>
            <a:off x="4060825" y="314325"/>
            <a:ext cx="420688" cy="420688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92" y="128"/>
                </a:moveTo>
                <a:cubicBezTo>
                  <a:pt x="192" y="135"/>
                  <a:pt x="187" y="140"/>
                  <a:pt x="180" y="140"/>
                </a:cubicBezTo>
                <a:cubicBezTo>
                  <a:pt x="107" y="140"/>
                  <a:pt x="107" y="140"/>
                  <a:pt x="107" y="140"/>
                </a:cubicBezTo>
                <a:cubicBezTo>
                  <a:pt x="124" y="155"/>
                  <a:pt x="124" y="155"/>
                  <a:pt x="124" y="155"/>
                </a:cubicBezTo>
                <a:cubicBezTo>
                  <a:pt x="124" y="155"/>
                  <a:pt x="124" y="155"/>
                  <a:pt x="124" y="155"/>
                </a:cubicBezTo>
                <a:cubicBezTo>
                  <a:pt x="126" y="157"/>
                  <a:pt x="128" y="160"/>
                  <a:pt x="128" y="164"/>
                </a:cubicBezTo>
                <a:cubicBezTo>
                  <a:pt x="128" y="171"/>
                  <a:pt x="123" y="176"/>
                  <a:pt x="116" y="176"/>
                </a:cubicBezTo>
                <a:cubicBezTo>
                  <a:pt x="113" y="176"/>
                  <a:pt x="110" y="175"/>
                  <a:pt x="108" y="173"/>
                </a:cubicBezTo>
                <a:cubicBezTo>
                  <a:pt x="108" y="173"/>
                  <a:pt x="108" y="173"/>
                  <a:pt x="108" y="173"/>
                </a:cubicBezTo>
                <a:cubicBezTo>
                  <a:pt x="68" y="137"/>
                  <a:pt x="68" y="137"/>
                  <a:pt x="68" y="137"/>
                </a:cubicBezTo>
                <a:cubicBezTo>
                  <a:pt x="68" y="137"/>
                  <a:pt x="68" y="137"/>
                  <a:pt x="68" y="137"/>
                </a:cubicBezTo>
                <a:cubicBezTo>
                  <a:pt x="66" y="135"/>
                  <a:pt x="64" y="132"/>
                  <a:pt x="64" y="128"/>
                </a:cubicBezTo>
                <a:cubicBezTo>
                  <a:pt x="64" y="124"/>
                  <a:pt x="66" y="121"/>
                  <a:pt x="68" y="119"/>
                </a:cubicBezTo>
                <a:cubicBezTo>
                  <a:pt x="68" y="119"/>
                  <a:pt x="68" y="119"/>
                  <a:pt x="68" y="119"/>
                </a:cubicBezTo>
                <a:cubicBezTo>
                  <a:pt x="108" y="83"/>
                  <a:pt x="108" y="83"/>
                  <a:pt x="108" y="83"/>
                </a:cubicBezTo>
                <a:cubicBezTo>
                  <a:pt x="108" y="83"/>
                  <a:pt x="108" y="83"/>
                  <a:pt x="108" y="83"/>
                </a:cubicBezTo>
                <a:cubicBezTo>
                  <a:pt x="110" y="81"/>
                  <a:pt x="113" y="80"/>
                  <a:pt x="116" y="80"/>
                </a:cubicBezTo>
                <a:cubicBezTo>
                  <a:pt x="123" y="80"/>
                  <a:pt x="128" y="85"/>
                  <a:pt x="128" y="92"/>
                </a:cubicBezTo>
                <a:cubicBezTo>
                  <a:pt x="128" y="96"/>
                  <a:pt x="126" y="99"/>
                  <a:pt x="124" y="101"/>
                </a:cubicBezTo>
                <a:cubicBezTo>
                  <a:pt x="124" y="101"/>
                  <a:pt x="124" y="101"/>
                  <a:pt x="124" y="101"/>
                </a:cubicBezTo>
                <a:cubicBezTo>
                  <a:pt x="107" y="116"/>
                  <a:pt x="107" y="116"/>
                  <a:pt x="107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7" y="116"/>
                  <a:pt x="192" y="121"/>
                  <a:pt x="192" y="128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2" y="160"/>
                </a:move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moveTo>
                  <a:pt x="12" y="184"/>
                </a:move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2" name="Google Shape;3472;p15"/>
          <p:cNvSpPr/>
          <p:nvPr/>
        </p:nvSpPr>
        <p:spPr>
          <a:xfrm>
            <a:off x="3324225" y="314325"/>
            <a:ext cx="420688" cy="420688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64" y="128"/>
                </a:moveTo>
                <a:cubicBezTo>
                  <a:pt x="160" y="128"/>
                  <a:pt x="157" y="126"/>
                  <a:pt x="155" y="124"/>
                </a:cubicBezTo>
                <a:cubicBezTo>
                  <a:pt x="155" y="124"/>
                  <a:pt x="155" y="124"/>
                  <a:pt x="155" y="124"/>
                </a:cubicBezTo>
                <a:cubicBezTo>
                  <a:pt x="140" y="107"/>
                  <a:pt x="140" y="107"/>
                  <a:pt x="140" y="107"/>
                </a:cubicBezTo>
                <a:cubicBezTo>
                  <a:pt x="140" y="180"/>
                  <a:pt x="140" y="180"/>
                  <a:pt x="140" y="180"/>
                </a:cubicBezTo>
                <a:cubicBezTo>
                  <a:pt x="140" y="187"/>
                  <a:pt x="135" y="192"/>
                  <a:pt x="128" y="192"/>
                </a:cubicBezTo>
                <a:cubicBezTo>
                  <a:pt x="121" y="192"/>
                  <a:pt x="116" y="187"/>
                  <a:pt x="116" y="180"/>
                </a:cubicBezTo>
                <a:cubicBezTo>
                  <a:pt x="116" y="107"/>
                  <a:pt x="116" y="107"/>
                  <a:pt x="116" y="107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99" y="126"/>
                  <a:pt x="96" y="128"/>
                  <a:pt x="92" y="128"/>
                </a:cubicBezTo>
                <a:cubicBezTo>
                  <a:pt x="85" y="128"/>
                  <a:pt x="80" y="123"/>
                  <a:pt x="80" y="116"/>
                </a:cubicBezTo>
                <a:cubicBezTo>
                  <a:pt x="80" y="113"/>
                  <a:pt x="81" y="110"/>
                  <a:pt x="83" y="108"/>
                </a:cubicBezTo>
                <a:cubicBezTo>
                  <a:pt x="83" y="108"/>
                  <a:pt x="83" y="108"/>
                  <a:pt x="83" y="10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19" y="68"/>
                  <a:pt x="119" y="68"/>
                  <a:pt x="119" y="68"/>
                </a:cubicBezTo>
                <a:cubicBezTo>
                  <a:pt x="121" y="66"/>
                  <a:pt x="124" y="64"/>
                  <a:pt x="128" y="64"/>
                </a:cubicBezTo>
                <a:cubicBezTo>
                  <a:pt x="132" y="64"/>
                  <a:pt x="135" y="66"/>
                  <a:pt x="137" y="68"/>
                </a:cubicBezTo>
                <a:cubicBezTo>
                  <a:pt x="137" y="68"/>
                  <a:pt x="137" y="68"/>
                  <a:pt x="137" y="68"/>
                </a:cubicBezTo>
                <a:cubicBezTo>
                  <a:pt x="173" y="108"/>
                  <a:pt x="173" y="108"/>
                  <a:pt x="173" y="108"/>
                </a:cubicBezTo>
                <a:cubicBezTo>
                  <a:pt x="173" y="108"/>
                  <a:pt x="173" y="108"/>
                  <a:pt x="173" y="108"/>
                </a:cubicBezTo>
                <a:cubicBezTo>
                  <a:pt x="175" y="110"/>
                  <a:pt x="176" y="113"/>
                  <a:pt x="176" y="116"/>
                </a:cubicBezTo>
                <a:cubicBezTo>
                  <a:pt x="176" y="123"/>
                  <a:pt x="171" y="128"/>
                  <a:pt x="164" y="128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moveTo>
                  <a:pt x="24" y="108"/>
                </a:move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3" name="Google Shape;3473;p15"/>
          <p:cNvSpPr/>
          <p:nvPr/>
        </p:nvSpPr>
        <p:spPr>
          <a:xfrm>
            <a:off x="2587625" y="314325"/>
            <a:ext cx="420688" cy="420688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73" y="148"/>
                </a:moveTo>
                <a:cubicBezTo>
                  <a:pt x="137" y="188"/>
                  <a:pt x="137" y="188"/>
                  <a:pt x="137" y="188"/>
                </a:cubicBezTo>
                <a:cubicBezTo>
                  <a:pt x="137" y="188"/>
                  <a:pt x="137" y="188"/>
                  <a:pt x="137" y="188"/>
                </a:cubicBezTo>
                <a:cubicBezTo>
                  <a:pt x="135" y="190"/>
                  <a:pt x="132" y="192"/>
                  <a:pt x="128" y="192"/>
                </a:cubicBezTo>
                <a:cubicBezTo>
                  <a:pt x="124" y="192"/>
                  <a:pt x="121" y="190"/>
                  <a:pt x="119" y="188"/>
                </a:cubicBezTo>
                <a:cubicBezTo>
                  <a:pt x="119" y="188"/>
                  <a:pt x="119" y="188"/>
                  <a:pt x="119" y="188"/>
                </a:cubicBezTo>
                <a:cubicBezTo>
                  <a:pt x="83" y="148"/>
                  <a:pt x="83" y="148"/>
                  <a:pt x="83" y="148"/>
                </a:cubicBezTo>
                <a:cubicBezTo>
                  <a:pt x="83" y="148"/>
                  <a:pt x="83" y="148"/>
                  <a:pt x="83" y="148"/>
                </a:cubicBezTo>
                <a:cubicBezTo>
                  <a:pt x="81" y="146"/>
                  <a:pt x="80" y="143"/>
                  <a:pt x="80" y="140"/>
                </a:cubicBezTo>
                <a:cubicBezTo>
                  <a:pt x="80" y="133"/>
                  <a:pt x="85" y="128"/>
                  <a:pt x="92" y="128"/>
                </a:cubicBezTo>
                <a:cubicBezTo>
                  <a:pt x="96" y="128"/>
                  <a:pt x="99" y="130"/>
                  <a:pt x="101" y="132"/>
                </a:cubicBezTo>
                <a:cubicBezTo>
                  <a:pt x="101" y="132"/>
                  <a:pt x="101" y="132"/>
                  <a:pt x="101" y="132"/>
                </a:cubicBezTo>
                <a:cubicBezTo>
                  <a:pt x="116" y="149"/>
                  <a:pt x="116" y="149"/>
                  <a:pt x="116" y="149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16" y="69"/>
                  <a:pt x="121" y="64"/>
                  <a:pt x="128" y="64"/>
                </a:cubicBezTo>
                <a:cubicBezTo>
                  <a:pt x="135" y="64"/>
                  <a:pt x="140" y="69"/>
                  <a:pt x="140" y="76"/>
                </a:cubicBezTo>
                <a:cubicBezTo>
                  <a:pt x="140" y="149"/>
                  <a:pt x="140" y="149"/>
                  <a:pt x="140" y="149"/>
                </a:cubicBezTo>
                <a:cubicBezTo>
                  <a:pt x="155" y="132"/>
                  <a:pt x="155" y="132"/>
                  <a:pt x="155" y="132"/>
                </a:cubicBezTo>
                <a:cubicBezTo>
                  <a:pt x="155" y="132"/>
                  <a:pt x="155" y="132"/>
                  <a:pt x="155" y="132"/>
                </a:cubicBezTo>
                <a:cubicBezTo>
                  <a:pt x="157" y="130"/>
                  <a:pt x="160" y="128"/>
                  <a:pt x="164" y="128"/>
                </a:cubicBezTo>
                <a:cubicBezTo>
                  <a:pt x="171" y="128"/>
                  <a:pt x="176" y="133"/>
                  <a:pt x="176" y="140"/>
                </a:cubicBezTo>
                <a:cubicBezTo>
                  <a:pt x="176" y="143"/>
                  <a:pt x="175" y="146"/>
                  <a:pt x="173" y="148"/>
                </a:cubicBezTo>
                <a:close/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moveTo>
                  <a:pt x="24" y="108"/>
                </a:move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  <a:moveTo>
                  <a:pt x="108" y="232"/>
                </a:move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4" name="Google Shape;3474;p15"/>
          <p:cNvSpPr/>
          <p:nvPr/>
        </p:nvSpPr>
        <p:spPr>
          <a:xfrm>
            <a:off x="1852613" y="314325"/>
            <a:ext cx="420687" cy="420688"/>
          </a:xfrm>
          <a:custGeom>
            <a:rect b="b" l="l" r="r" t="t"/>
            <a:pathLst>
              <a:path extrusionOk="0" h="256" w="256">
                <a:moveTo>
                  <a:pt x="244" y="256"/>
                </a:moveTo>
                <a:cubicBezTo>
                  <a:pt x="196" y="256"/>
                  <a:pt x="196" y="256"/>
                  <a:pt x="196" y="256"/>
                </a:cubicBezTo>
                <a:cubicBezTo>
                  <a:pt x="189" y="256"/>
                  <a:pt x="184" y="251"/>
                  <a:pt x="184" y="244"/>
                </a:cubicBezTo>
                <a:cubicBezTo>
                  <a:pt x="184" y="237"/>
                  <a:pt x="189" y="232"/>
                  <a:pt x="196" y="232"/>
                </a:cubicBezTo>
                <a:cubicBezTo>
                  <a:pt x="232" y="232"/>
                  <a:pt x="232" y="232"/>
                  <a:pt x="232" y="232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96"/>
                  <a:pt x="232" y="196"/>
                  <a:pt x="232" y="196"/>
                </a:cubicBezTo>
                <a:cubicBezTo>
                  <a:pt x="232" y="189"/>
                  <a:pt x="237" y="184"/>
                  <a:pt x="244" y="184"/>
                </a:cubicBezTo>
                <a:cubicBezTo>
                  <a:pt x="251" y="184"/>
                  <a:pt x="256" y="189"/>
                  <a:pt x="256" y="196"/>
                </a:cubicBezTo>
                <a:cubicBezTo>
                  <a:pt x="256" y="244"/>
                  <a:pt x="256" y="244"/>
                  <a:pt x="256" y="244"/>
                </a:cubicBezTo>
                <a:cubicBezTo>
                  <a:pt x="256" y="251"/>
                  <a:pt x="251" y="256"/>
                  <a:pt x="244" y="256"/>
                </a:cubicBezTo>
                <a:moveTo>
                  <a:pt x="244" y="96"/>
                </a:moveTo>
                <a:cubicBezTo>
                  <a:pt x="251" y="96"/>
                  <a:pt x="256" y="101"/>
                  <a:pt x="256" y="108"/>
                </a:cubicBezTo>
                <a:cubicBezTo>
                  <a:pt x="256" y="148"/>
                  <a:pt x="256" y="148"/>
                  <a:pt x="256" y="148"/>
                </a:cubicBezTo>
                <a:cubicBezTo>
                  <a:pt x="256" y="155"/>
                  <a:pt x="251" y="160"/>
                  <a:pt x="244" y="160"/>
                </a:cubicBezTo>
                <a:cubicBezTo>
                  <a:pt x="237" y="160"/>
                  <a:pt x="232" y="155"/>
                  <a:pt x="232" y="148"/>
                </a:cubicBezTo>
                <a:cubicBezTo>
                  <a:pt x="232" y="108"/>
                  <a:pt x="232" y="108"/>
                  <a:pt x="232" y="108"/>
                </a:cubicBezTo>
                <a:cubicBezTo>
                  <a:pt x="232" y="101"/>
                  <a:pt x="237" y="96"/>
                  <a:pt x="244" y="96"/>
                </a:cubicBezTo>
                <a:moveTo>
                  <a:pt x="244" y="72"/>
                </a:moveTo>
                <a:cubicBezTo>
                  <a:pt x="237" y="72"/>
                  <a:pt x="232" y="67"/>
                  <a:pt x="232" y="60"/>
                </a:cubicBezTo>
                <a:cubicBezTo>
                  <a:pt x="232" y="60"/>
                  <a:pt x="232" y="60"/>
                  <a:pt x="232" y="60"/>
                </a:cubicBezTo>
                <a:cubicBezTo>
                  <a:pt x="232" y="24"/>
                  <a:pt x="232" y="24"/>
                  <a:pt x="232" y="24"/>
                </a:cubicBezTo>
                <a:cubicBezTo>
                  <a:pt x="196" y="24"/>
                  <a:pt x="196" y="24"/>
                  <a:pt x="196" y="24"/>
                </a:cubicBezTo>
                <a:cubicBezTo>
                  <a:pt x="189" y="24"/>
                  <a:pt x="184" y="19"/>
                  <a:pt x="184" y="12"/>
                </a:cubicBezTo>
                <a:cubicBezTo>
                  <a:pt x="184" y="5"/>
                  <a:pt x="189" y="0"/>
                  <a:pt x="196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60"/>
                  <a:pt x="256" y="60"/>
                  <a:pt x="256" y="60"/>
                </a:cubicBezTo>
                <a:cubicBezTo>
                  <a:pt x="256" y="67"/>
                  <a:pt x="251" y="72"/>
                  <a:pt x="244" y="72"/>
                </a:cubicBezTo>
                <a:moveTo>
                  <a:pt x="148" y="256"/>
                </a:moveTo>
                <a:cubicBezTo>
                  <a:pt x="108" y="256"/>
                  <a:pt x="108" y="256"/>
                  <a:pt x="108" y="256"/>
                </a:cubicBezTo>
                <a:cubicBezTo>
                  <a:pt x="101" y="256"/>
                  <a:pt x="96" y="251"/>
                  <a:pt x="96" y="244"/>
                </a:cubicBezTo>
                <a:cubicBezTo>
                  <a:pt x="96" y="237"/>
                  <a:pt x="101" y="232"/>
                  <a:pt x="108" y="232"/>
                </a:cubicBezTo>
                <a:cubicBezTo>
                  <a:pt x="148" y="232"/>
                  <a:pt x="148" y="232"/>
                  <a:pt x="148" y="232"/>
                </a:cubicBezTo>
                <a:cubicBezTo>
                  <a:pt x="155" y="232"/>
                  <a:pt x="160" y="237"/>
                  <a:pt x="160" y="244"/>
                </a:cubicBezTo>
                <a:cubicBezTo>
                  <a:pt x="160" y="251"/>
                  <a:pt x="155" y="256"/>
                  <a:pt x="148" y="256"/>
                </a:cubicBezTo>
                <a:moveTo>
                  <a:pt x="148" y="24"/>
                </a:moveTo>
                <a:cubicBezTo>
                  <a:pt x="108" y="24"/>
                  <a:pt x="108" y="24"/>
                  <a:pt x="108" y="24"/>
                </a:cubicBezTo>
                <a:cubicBezTo>
                  <a:pt x="101" y="24"/>
                  <a:pt x="96" y="19"/>
                  <a:pt x="96" y="12"/>
                </a:cubicBezTo>
                <a:cubicBezTo>
                  <a:pt x="96" y="5"/>
                  <a:pt x="101" y="0"/>
                  <a:pt x="10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155" y="0"/>
                  <a:pt x="160" y="5"/>
                  <a:pt x="160" y="12"/>
                </a:cubicBezTo>
                <a:cubicBezTo>
                  <a:pt x="160" y="19"/>
                  <a:pt x="155" y="24"/>
                  <a:pt x="148" y="24"/>
                </a:cubicBezTo>
                <a:moveTo>
                  <a:pt x="60" y="256"/>
                </a:moveTo>
                <a:cubicBezTo>
                  <a:pt x="12" y="256"/>
                  <a:pt x="12" y="256"/>
                  <a:pt x="12" y="256"/>
                </a:cubicBezTo>
                <a:cubicBezTo>
                  <a:pt x="5" y="256"/>
                  <a:pt x="0" y="251"/>
                  <a:pt x="0" y="244"/>
                </a:cubicBezTo>
                <a:cubicBezTo>
                  <a:pt x="0" y="196"/>
                  <a:pt x="0" y="196"/>
                  <a:pt x="0" y="196"/>
                </a:cubicBezTo>
                <a:cubicBezTo>
                  <a:pt x="0" y="189"/>
                  <a:pt x="5" y="184"/>
                  <a:pt x="12" y="184"/>
                </a:cubicBezTo>
                <a:cubicBezTo>
                  <a:pt x="19" y="184"/>
                  <a:pt x="24" y="189"/>
                  <a:pt x="24" y="196"/>
                </a:cubicBezTo>
                <a:cubicBezTo>
                  <a:pt x="24" y="232"/>
                  <a:pt x="24" y="232"/>
                  <a:pt x="24" y="232"/>
                </a:cubicBezTo>
                <a:cubicBezTo>
                  <a:pt x="60" y="232"/>
                  <a:pt x="60" y="232"/>
                  <a:pt x="60" y="232"/>
                </a:cubicBezTo>
                <a:cubicBezTo>
                  <a:pt x="67" y="232"/>
                  <a:pt x="72" y="237"/>
                  <a:pt x="72" y="244"/>
                </a:cubicBezTo>
                <a:cubicBezTo>
                  <a:pt x="72" y="251"/>
                  <a:pt x="67" y="256"/>
                  <a:pt x="60" y="256"/>
                </a:cubicBezTo>
                <a:moveTo>
                  <a:pt x="24" y="108"/>
                </a:moveTo>
                <a:cubicBezTo>
                  <a:pt x="24" y="148"/>
                  <a:pt x="24" y="148"/>
                  <a:pt x="24" y="148"/>
                </a:cubicBezTo>
                <a:cubicBezTo>
                  <a:pt x="24" y="155"/>
                  <a:pt x="19" y="160"/>
                  <a:pt x="12" y="160"/>
                </a:cubicBezTo>
                <a:cubicBezTo>
                  <a:pt x="5" y="160"/>
                  <a:pt x="0" y="155"/>
                  <a:pt x="0" y="148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01"/>
                  <a:pt x="5" y="96"/>
                  <a:pt x="12" y="96"/>
                </a:cubicBezTo>
                <a:cubicBezTo>
                  <a:pt x="19" y="96"/>
                  <a:pt x="24" y="101"/>
                  <a:pt x="24" y="108"/>
                </a:cubicBezTo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7"/>
                  <a:pt x="19" y="72"/>
                  <a:pt x="12" y="72"/>
                </a:cubicBezTo>
                <a:cubicBezTo>
                  <a:pt x="5" y="72"/>
                  <a:pt x="0" y="67"/>
                  <a:pt x="0" y="60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7" y="0"/>
                  <a:pt x="72" y="5"/>
                  <a:pt x="72" y="12"/>
                </a:cubicBezTo>
                <a:cubicBezTo>
                  <a:pt x="72" y="19"/>
                  <a:pt x="67" y="24"/>
                  <a:pt x="60" y="2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5" name="Google Shape;3475;p15"/>
          <p:cNvSpPr/>
          <p:nvPr/>
        </p:nvSpPr>
        <p:spPr>
          <a:xfrm>
            <a:off x="1116013" y="320675"/>
            <a:ext cx="420687" cy="407988"/>
          </a:xfrm>
          <a:custGeom>
            <a:rect b="b" l="l" r="r" t="t"/>
            <a:pathLst>
              <a:path extrusionOk="0" h="248" w="256">
                <a:moveTo>
                  <a:pt x="256" y="236"/>
                </a:moveTo>
                <a:cubicBezTo>
                  <a:pt x="256" y="243"/>
                  <a:pt x="251" y="248"/>
                  <a:pt x="244" y="248"/>
                </a:cubicBezTo>
                <a:cubicBezTo>
                  <a:pt x="12" y="248"/>
                  <a:pt x="12" y="248"/>
                  <a:pt x="12" y="248"/>
                </a:cubicBezTo>
                <a:cubicBezTo>
                  <a:pt x="5" y="248"/>
                  <a:pt x="0" y="243"/>
                  <a:pt x="0" y="236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12"/>
                  <a:pt x="48" y="12"/>
                  <a:pt x="48" y="12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60"/>
                  <a:pt x="48" y="60"/>
                  <a:pt x="48" y="60"/>
                </a:cubicBezTo>
                <a:cubicBezTo>
                  <a:pt x="48" y="72"/>
                  <a:pt x="48" y="72"/>
                  <a:pt x="48" y="72"/>
                </a:cubicBezTo>
                <a:cubicBezTo>
                  <a:pt x="48" y="96"/>
                  <a:pt x="48" y="96"/>
                  <a:pt x="48" y="96"/>
                </a:cubicBezTo>
                <a:cubicBezTo>
                  <a:pt x="48" y="109"/>
                  <a:pt x="58" y="120"/>
                  <a:pt x="71" y="120"/>
                </a:cubicBezTo>
                <a:cubicBezTo>
                  <a:pt x="177" y="120"/>
                  <a:pt x="177" y="120"/>
                  <a:pt x="177" y="120"/>
                </a:cubicBezTo>
                <a:cubicBezTo>
                  <a:pt x="190" y="120"/>
                  <a:pt x="200" y="109"/>
                  <a:pt x="200" y="96"/>
                </a:cubicBezTo>
                <a:cubicBezTo>
                  <a:pt x="200" y="72"/>
                  <a:pt x="200" y="72"/>
                  <a:pt x="200" y="72"/>
                </a:cubicBezTo>
                <a:cubicBezTo>
                  <a:pt x="200" y="60"/>
                  <a:pt x="200" y="60"/>
                  <a:pt x="200" y="60"/>
                </a:cubicBezTo>
                <a:cubicBezTo>
                  <a:pt x="200" y="24"/>
                  <a:pt x="200" y="24"/>
                  <a:pt x="200" y="24"/>
                </a:cubicBezTo>
                <a:cubicBezTo>
                  <a:pt x="200" y="16"/>
                  <a:pt x="200" y="16"/>
                  <a:pt x="200" y="16"/>
                </a:cubicBezTo>
                <a:cubicBezTo>
                  <a:pt x="200" y="12"/>
                  <a:pt x="200" y="12"/>
                  <a:pt x="200" y="12"/>
                </a:cubicBezTo>
                <a:cubicBezTo>
                  <a:pt x="200" y="0"/>
                  <a:pt x="200" y="0"/>
                  <a:pt x="200" y="0"/>
                </a:cubicBezTo>
                <a:cubicBezTo>
                  <a:pt x="204" y="0"/>
                  <a:pt x="204" y="0"/>
                  <a:pt x="204" y="0"/>
                </a:cubicBezTo>
                <a:cubicBezTo>
                  <a:pt x="208" y="0"/>
                  <a:pt x="208" y="0"/>
                  <a:pt x="208" y="0"/>
                </a:cubicBezTo>
                <a:cubicBezTo>
                  <a:pt x="211" y="0"/>
                  <a:pt x="214" y="1"/>
                  <a:pt x="216" y="4"/>
                </a:cubicBezTo>
                <a:cubicBezTo>
                  <a:pt x="252" y="40"/>
                  <a:pt x="252" y="40"/>
                  <a:pt x="252" y="40"/>
                </a:cubicBezTo>
                <a:cubicBezTo>
                  <a:pt x="255" y="42"/>
                  <a:pt x="256" y="45"/>
                  <a:pt x="256" y="48"/>
                </a:cubicBezTo>
                <a:lnTo>
                  <a:pt x="256" y="236"/>
                </a:lnTo>
                <a:close/>
                <a:moveTo>
                  <a:pt x="188" y="96"/>
                </a:moveTo>
                <a:cubicBezTo>
                  <a:pt x="188" y="103"/>
                  <a:pt x="183" y="108"/>
                  <a:pt x="176" y="108"/>
                </a:cubicBezTo>
                <a:cubicBezTo>
                  <a:pt x="160" y="108"/>
                  <a:pt x="160" y="108"/>
                  <a:pt x="160" y="108"/>
                </a:cubicBezTo>
                <a:cubicBezTo>
                  <a:pt x="160" y="108"/>
                  <a:pt x="160" y="108"/>
                  <a:pt x="160" y="108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72" y="108"/>
                  <a:pt x="72" y="108"/>
                  <a:pt x="72" y="108"/>
                </a:cubicBezTo>
                <a:cubicBezTo>
                  <a:pt x="65" y="108"/>
                  <a:pt x="60" y="103"/>
                  <a:pt x="60" y="96"/>
                </a:cubicBezTo>
                <a:cubicBezTo>
                  <a:pt x="60" y="72"/>
                  <a:pt x="60" y="72"/>
                  <a:pt x="60" y="72"/>
                </a:cubicBezTo>
                <a:cubicBezTo>
                  <a:pt x="60" y="0"/>
                  <a:pt x="60" y="0"/>
                  <a:pt x="60" y="0"/>
                </a:cubicBezTo>
                <a:cubicBezTo>
                  <a:pt x="188" y="0"/>
                  <a:pt x="188" y="0"/>
                  <a:pt x="188" y="0"/>
                </a:cubicBezTo>
                <a:cubicBezTo>
                  <a:pt x="188" y="72"/>
                  <a:pt x="188" y="72"/>
                  <a:pt x="188" y="72"/>
                </a:cubicBezTo>
                <a:lnTo>
                  <a:pt x="188" y="96"/>
                </a:lnTo>
                <a:close/>
                <a:moveTo>
                  <a:pt x="164" y="16"/>
                </a:moveTo>
                <a:cubicBezTo>
                  <a:pt x="128" y="16"/>
                  <a:pt x="128" y="16"/>
                  <a:pt x="128" y="16"/>
                </a:cubicBezTo>
                <a:cubicBezTo>
                  <a:pt x="128" y="92"/>
                  <a:pt x="128" y="92"/>
                  <a:pt x="128" y="92"/>
                </a:cubicBezTo>
                <a:cubicBezTo>
                  <a:pt x="164" y="92"/>
                  <a:pt x="164" y="92"/>
                  <a:pt x="164" y="92"/>
                </a:cubicBezTo>
                <a:lnTo>
                  <a:pt x="164" y="1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15"/>
          <p:cNvSpPr/>
          <p:nvPr/>
        </p:nvSpPr>
        <p:spPr>
          <a:xfrm>
            <a:off x="379413" y="373063"/>
            <a:ext cx="420687" cy="303212"/>
          </a:xfrm>
          <a:custGeom>
            <a:rect b="b" l="l" r="r" t="t"/>
            <a:pathLst>
              <a:path extrusionOk="0" h="184" w="256">
                <a:moveTo>
                  <a:pt x="244" y="184"/>
                </a:moveTo>
                <a:cubicBezTo>
                  <a:pt x="232" y="184"/>
                  <a:pt x="232" y="184"/>
                  <a:pt x="232" y="184"/>
                </a:cubicBezTo>
                <a:cubicBezTo>
                  <a:pt x="229" y="184"/>
                  <a:pt x="229" y="184"/>
                  <a:pt x="229" y="184"/>
                </a:cubicBezTo>
                <a:cubicBezTo>
                  <a:pt x="211" y="184"/>
                  <a:pt x="211" y="184"/>
                  <a:pt x="211" y="184"/>
                </a:cubicBezTo>
                <a:cubicBezTo>
                  <a:pt x="191" y="136"/>
                  <a:pt x="191" y="136"/>
                  <a:pt x="191" y="136"/>
                </a:cubicBezTo>
                <a:cubicBezTo>
                  <a:pt x="191" y="136"/>
                  <a:pt x="191" y="136"/>
                  <a:pt x="191" y="136"/>
                </a:cubicBezTo>
                <a:cubicBezTo>
                  <a:pt x="189" y="131"/>
                  <a:pt x="185" y="128"/>
                  <a:pt x="180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71" y="128"/>
                  <a:pt x="67" y="131"/>
                  <a:pt x="65" y="136"/>
                </a:cubicBezTo>
                <a:cubicBezTo>
                  <a:pt x="65" y="136"/>
                  <a:pt x="65" y="136"/>
                  <a:pt x="65" y="136"/>
                </a:cubicBezTo>
                <a:cubicBezTo>
                  <a:pt x="45" y="184"/>
                  <a:pt x="45" y="184"/>
                  <a:pt x="45" y="184"/>
                </a:cubicBezTo>
                <a:cubicBezTo>
                  <a:pt x="27" y="184"/>
                  <a:pt x="27" y="184"/>
                  <a:pt x="27" y="184"/>
                </a:cubicBezTo>
                <a:cubicBezTo>
                  <a:pt x="24" y="184"/>
                  <a:pt x="24" y="184"/>
                  <a:pt x="24" y="184"/>
                </a:cubicBezTo>
                <a:cubicBezTo>
                  <a:pt x="12" y="184"/>
                  <a:pt x="12" y="184"/>
                  <a:pt x="12" y="184"/>
                </a:cubicBezTo>
                <a:cubicBezTo>
                  <a:pt x="5" y="184"/>
                  <a:pt x="0" y="179"/>
                  <a:pt x="0" y="17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172"/>
                  <a:pt x="256" y="172"/>
                  <a:pt x="256" y="172"/>
                </a:cubicBezTo>
                <a:cubicBezTo>
                  <a:pt x="256" y="179"/>
                  <a:pt x="251" y="184"/>
                  <a:pt x="244" y="184"/>
                </a:cubicBezTo>
                <a:moveTo>
                  <a:pt x="64" y="60"/>
                </a:moveTo>
                <a:cubicBezTo>
                  <a:pt x="55" y="60"/>
                  <a:pt x="48" y="67"/>
                  <a:pt x="48" y="76"/>
                </a:cubicBezTo>
                <a:cubicBezTo>
                  <a:pt x="48" y="85"/>
                  <a:pt x="55" y="92"/>
                  <a:pt x="64" y="92"/>
                </a:cubicBezTo>
                <a:cubicBezTo>
                  <a:pt x="73" y="92"/>
                  <a:pt x="80" y="85"/>
                  <a:pt x="80" y="76"/>
                </a:cubicBezTo>
                <a:cubicBezTo>
                  <a:pt x="80" y="67"/>
                  <a:pt x="73" y="60"/>
                  <a:pt x="64" y="60"/>
                </a:cubicBezTo>
                <a:moveTo>
                  <a:pt x="160" y="60"/>
                </a:moveTo>
                <a:cubicBezTo>
                  <a:pt x="96" y="60"/>
                  <a:pt x="96" y="60"/>
                  <a:pt x="96" y="60"/>
                </a:cubicBezTo>
                <a:cubicBezTo>
                  <a:pt x="96" y="92"/>
                  <a:pt x="96" y="92"/>
                  <a:pt x="96" y="92"/>
                </a:cubicBezTo>
                <a:cubicBezTo>
                  <a:pt x="160" y="92"/>
                  <a:pt x="160" y="92"/>
                  <a:pt x="160" y="92"/>
                </a:cubicBezTo>
                <a:lnTo>
                  <a:pt x="160" y="60"/>
                </a:lnTo>
                <a:close/>
                <a:moveTo>
                  <a:pt x="192" y="60"/>
                </a:moveTo>
                <a:cubicBezTo>
                  <a:pt x="183" y="60"/>
                  <a:pt x="176" y="67"/>
                  <a:pt x="176" y="76"/>
                </a:cubicBezTo>
                <a:cubicBezTo>
                  <a:pt x="176" y="85"/>
                  <a:pt x="183" y="92"/>
                  <a:pt x="192" y="92"/>
                </a:cubicBezTo>
                <a:cubicBezTo>
                  <a:pt x="201" y="92"/>
                  <a:pt x="208" y="85"/>
                  <a:pt x="208" y="76"/>
                </a:cubicBezTo>
                <a:cubicBezTo>
                  <a:pt x="208" y="67"/>
                  <a:pt x="201" y="60"/>
                  <a:pt x="192" y="60"/>
                </a:cubicBezTo>
                <a:moveTo>
                  <a:pt x="73" y="148"/>
                </a:moveTo>
                <a:cubicBezTo>
                  <a:pt x="74" y="143"/>
                  <a:pt x="79" y="140"/>
                  <a:pt x="84" y="140"/>
                </a:cubicBezTo>
                <a:cubicBezTo>
                  <a:pt x="172" y="140"/>
                  <a:pt x="172" y="140"/>
                  <a:pt x="172" y="140"/>
                </a:cubicBezTo>
                <a:cubicBezTo>
                  <a:pt x="177" y="140"/>
                  <a:pt x="182" y="143"/>
                  <a:pt x="183" y="148"/>
                </a:cubicBezTo>
                <a:cubicBezTo>
                  <a:pt x="183" y="148"/>
                  <a:pt x="183" y="148"/>
                  <a:pt x="183" y="148"/>
                </a:cubicBezTo>
                <a:cubicBezTo>
                  <a:pt x="195" y="184"/>
                  <a:pt x="195" y="184"/>
                  <a:pt x="195" y="184"/>
                </a:cubicBezTo>
                <a:cubicBezTo>
                  <a:pt x="172" y="184"/>
                  <a:pt x="172" y="184"/>
                  <a:pt x="172" y="184"/>
                </a:cubicBezTo>
                <a:cubicBezTo>
                  <a:pt x="170" y="184"/>
                  <a:pt x="170" y="184"/>
                  <a:pt x="170" y="184"/>
                </a:cubicBezTo>
                <a:cubicBezTo>
                  <a:pt x="85" y="184"/>
                  <a:pt x="85" y="184"/>
                  <a:pt x="85" y="184"/>
                </a:cubicBezTo>
                <a:cubicBezTo>
                  <a:pt x="84" y="184"/>
                  <a:pt x="84" y="184"/>
                  <a:pt x="84" y="184"/>
                </a:cubicBezTo>
                <a:cubicBezTo>
                  <a:pt x="60" y="184"/>
                  <a:pt x="60" y="184"/>
                  <a:pt x="60" y="184"/>
                </a:cubicBezTo>
                <a:cubicBezTo>
                  <a:pt x="73" y="148"/>
                  <a:pt x="73" y="148"/>
                  <a:pt x="73" y="14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7" name="Google Shape;3477;p15"/>
          <p:cNvGrpSpPr/>
          <p:nvPr/>
        </p:nvGrpSpPr>
        <p:grpSpPr>
          <a:xfrm>
            <a:off x="469900" y="3275378"/>
            <a:ext cx="493713" cy="490538"/>
            <a:chOff x="469900" y="379413"/>
            <a:chExt cx="493713" cy="490538"/>
          </a:xfrm>
        </p:grpSpPr>
        <p:sp>
          <p:nvSpPr>
            <p:cNvPr id="3478" name="Google Shape;3478;p15"/>
            <p:cNvSpPr/>
            <p:nvPr/>
          </p:nvSpPr>
          <p:spPr>
            <a:xfrm>
              <a:off x="495300" y="496888"/>
              <a:ext cx="468313" cy="142875"/>
            </a:xfrm>
            <a:custGeom>
              <a:rect b="b" l="l" r="r" t="t"/>
              <a:pathLst>
                <a:path extrusionOk="0" h="50" w="164">
                  <a:moveTo>
                    <a:pt x="34" y="0"/>
                  </a:moveTo>
                  <a:cubicBezTo>
                    <a:pt x="164" y="0"/>
                    <a:pt x="164" y="0"/>
                    <a:pt x="164" y="0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1" y="25"/>
                    <a:pt x="29" y="26"/>
                    <a:pt x="28" y="27"/>
                  </a:cubicBezTo>
                  <a:cubicBezTo>
                    <a:pt x="27" y="29"/>
                    <a:pt x="26" y="31"/>
                    <a:pt x="26" y="33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24"/>
                    <a:pt x="4" y="15"/>
                    <a:pt x="10" y="9"/>
                  </a:cubicBezTo>
                  <a:cubicBezTo>
                    <a:pt x="16" y="3"/>
                    <a:pt x="24" y="0"/>
                    <a:pt x="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9" name="Google Shape;3479;p15"/>
            <p:cNvSpPr/>
            <p:nvPr/>
          </p:nvSpPr>
          <p:spPr>
            <a:xfrm>
              <a:off x="469900" y="649288"/>
              <a:ext cx="125413" cy="42863"/>
            </a:xfrm>
            <a:custGeom>
              <a:rect b="b" l="l" r="r" t="t"/>
              <a:pathLst>
                <a:path extrusionOk="0" h="15" w="44">
                  <a:moveTo>
                    <a:pt x="4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12"/>
                    <a:pt x="12" y="15"/>
                    <a:pt x="16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2" y="15"/>
                    <a:pt x="35" y="12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2" y="8"/>
                    <a:pt x="44" y="6"/>
                    <a:pt x="44" y="4"/>
                  </a:cubicBezTo>
                  <a:cubicBezTo>
                    <a:pt x="44" y="1"/>
                    <a:pt x="42" y="0"/>
                    <a:pt x="40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0" name="Google Shape;3480;p15"/>
            <p:cNvSpPr/>
            <p:nvPr/>
          </p:nvSpPr>
          <p:spPr>
            <a:xfrm>
              <a:off x="469900" y="700088"/>
              <a:ext cx="125413" cy="169863"/>
            </a:xfrm>
            <a:custGeom>
              <a:rect b="b" l="l" r="r" t="t"/>
              <a:pathLst>
                <a:path extrusionOk="0" h="59" w="44">
                  <a:moveTo>
                    <a:pt x="22" y="0"/>
                  </a:moveTo>
                  <a:cubicBezTo>
                    <a:pt x="27" y="19"/>
                    <a:pt x="44" y="29"/>
                    <a:pt x="44" y="39"/>
                  </a:cubicBezTo>
                  <a:cubicBezTo>
                    <a:pt x="44" y="49"/>
                    <a:pt x="38" y="59"/>
                    <a:pt x="22" y="59"/>
                  </a:cubicBezTo>
                  <a:cubicBezTo>
                    <a:pt x="6" y="59"/>
                    <a:pt x="0" y="49"/>
                    <a:pt x="0" y="39"/>
                  </a:cubicBezTo>
                  <a:cubicBezTo>
                    <a:pt x="0" y="29"/>
                    <a:pt x="17" y="19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1" name="Google Shape;3481;p15"/>
            <p:cNvSpPr/>
            <p:nvPr/>
          </p:nvSpPr>
          <p:spPr>
            <a:xfrm>
              <a:off x="590550" y="379413"/>
              <a:ext cx="284163" cy="131763"/>
            </a:xfrm>
            <a:custGeom>
              <a:rect b="b" l="l" r="r" t="t"/>
              <a:pathLst>
                <a:path extrusionOk="0" h="46" w="100">
                  <a:moveTo>
                    <a:pt x="61" y="8"/>
                  </a:moveTo>
                  <a:cubicBezTo>
                    <a:pt x="85" y="2"/>
                    <a:pt x="100" y="3"/>
                    <a:pt x="100" y="12"/>
                  </a:cubicBezTo>
                  <a:cubicBezTo>
                    <a:pt x="100" y="21"/>
                    <a:pt x="85" y="22"/>
                    <a:pt x="61" y="15"/>
                  </a:cubicBezTo>
                  <a:cubicBezTo>
                    <a:pt x="60" y="18"/>
                    <a:pt x="58" y="20"/>
                    <a:pt x="56" y="21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1" y="20"/>
                    <a:pt x="40" y="18"/>
                    <a:pt x="39" y="15"/>
                  </a:cubicBezTo>
                  <a:cubicBezTo>
                    <a:pt x="15" y="22"/>
                    <a:pt x="0" y="21"/>
                    <a:pt x="0" y="12"/>
                  </a:cubicBezTo>
                  <a:cubicBezTo>
                    <a:pt x="0" y="3"/>
                    <a:pt x="15" y="2"/>
                    <a:pt x="39" y="8"/>
                  </a:cubicBezTo>
                  <a:cubicBezTo>
                    <a:pt x="40" y="4"/>
                    <a:pt x="45" y="0"/>
                    <a:pt x="50" y="0"/>
                  </a:cubicBezTo>
                  <a:cubicBezTo>
                    <a:pt x="55" y="0"/>
                    <a:pt x="59" y="4"/>
                    <a:pt x="61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2" name="Google Shape;3482;p15"/>
            <p:cNvSpPr/>
            <p:nvPr/>
          </p:nvSpPr>
          <p:spPr>
            <a:xfrm>
              <a:off x="484188" y="760413"/>
              <a:ext cx="34925" cy="92075"/>
            </a:xfrm>
            <a:custGeom>
              <a:rect b="b" l="l" r="r" t="t"/>
              <a:pathLst>
                <a:path extrusionOk="0" h="32" w="12">
                  <a:moveTo>
                    <a:pt x="11" y="32"/>
                  </a:moveTo>
                  <a:cubicBezTo>
                    <a:pt x="3" y="30"/>
                    <a:pt x="0" y="24"/>
                    <a:pt x="0" y="18"/>
                  </a:cubicBezTo>
                  <a:cubicBezTo>
                    <a:pt x="0" y="13"/>
                    <a:pt x="7" y="8"/>
                    <a:pt x="12" y="0"/>
                  </a:cubicBezTo>
                  <a:cubicBezTo>
                    <a:pt x="7" y="7"/>
                    <a:pt x="2" y="13"/>
                    <a:pt x="3" y="19"/>
                  </a:cubicBezTo>
                  <a:cubicBezTo>
                    <a:pt x="4" y="24"/>
                    <a:pt x="7" y="29"/>
                    <a:pt x="11" y="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3" name="Google Shape;3483;p15"/>
          <p:cNvSpPr/>
          <p:nvPr/>
        </p:nvSpPr>
        <p:spPr>
          <a:xfrm>
            <a:off x="1293813" y="3189288"/>
            <a:ext cx="623887" cy="547687"/>
          </a:xfrm>
          <a:custGeom>
            <a:rect b="b" l="l" r="r" t="t"/>
            <a:pathLst>
              <a:path extrusionOk="0" h="191" w="219">
                <a:moveTo>
                  <a:pt x="0" y="145"/>
                </a:moveTo>
                <a:cubicBezTo>
                  <a:pt x="0" y="145"/>
                  <a:pt x="13" y="191"/>
                  <a:pt x="48" y="191"/>
                </a:cubicBezTo>
                <a:cubicBezTo>
                  <a:pt x="83" y="191"/>
                  <a:pt x="101" y="191"/>
                  <a:pt x="145" y="191"/>
                </a:cubicBezTo>
                <a:cubicBezTo>
                  <a:pt x="188" y="191"/>
                  <a:pt x="216" y="150"/>
                  <a:pt x="217" y="146"/>
                </a:cubicBezTo>
                <a:cubicBezTo>
                  <a:pt x="219" y="141"/>
                  <a:pt x="217" y="145"/>
                  <a:pt x="217" y="145"/>
                </a:cubicBezTo>
                <a:cubicBezTo>
                  <a:pt x="0" y="145"/>
                  <a:pt x="0" y="145"/>
                  <a:pt x="0" y="145"/>
                </a:cubicBezTo>
                <a:close/>
                <a:moveTo>
                  <a:pt x="112" y="0"/>
                </a:moveTo>
                <a:cubicBezTo>
                  <a:pt x="113" y="135"/>
                  <a:pt x="113" y="135"/>
                  <a:pt x="113" y="135"/>
                </a:cubicBezTo>
                <a:cubicBezTo>
                  <a:pt x="21" y="135"/>
                  <a:pt x="21" y="135"/>
                  <a:pt x="21" y="135"/>
                </a:cubicBezTo>
                <a:cubicBezTo>
                  <a:pt x="69" y="108"/>
                  <a:pt x="95" y="59"/>
                  <a:pt x="112" y="0"/>
                </a:cubicBezTo>
                <a:close/>
                <a:moveTo>
                  <a:pt x="124" y="28"/>
                </a:moveTo>
                <a:cubicBezTo>
                  <a:pt x="124" y="135"/>
                  <a:pt x="124" y="135"/>
                  <a:pt x="124" y="135"/>
                </a:cubicBezTo>
                <a:cubicBezTo>
                  <a:pt x="178" y="135"/>
                  <a:pt x="178" y="135"/>
                  <a:pt x="178" y="135"/>
                </a:cubicBezTo>
                <a:cubicBezTo>
                  <a:pt x="149" y="114"/>
                  <a:pt x="134" y="74"/>
                  <a:pt x="124" y="2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15"/>
          <p:cNvSpPr/>
          <p:nvPr/>
        </p:nvSpPr>
        <p:spPr>
          <a:xfrm>
            <a:off x="2154238" y="4059238"/>
            <a:ext cx="425450" cy="627062"/>
          </a:xfrm>
          <a:custGeom>
            <a:rect b="b" l="l" r="r" t="t"/>
            <a:pathLst>
              <a:path extrusionOk="0" h="219" w="149">
                <a:moveTo>
                  <a:pt x="134" y="211"/>
                </a:moveTo>
                <a:cubicBezTo>
                  <a:pt x="134" y="215"/>
                  <a:pt x="137" y="219"/>
                  <a:pt x="141" y="219"/>
                </a:cubicBezTo>
                <a:cubicBezTo>
                  <a:pt x="145" y="219"/>
                  <a:pt x="149" y="215"/>
                  <a:pt x="149" y="211"/>
                </a:cubicBezTo>
                <a:cubicBezTo>
                  <a:pt x="149" y="50"/>
                  <a:pt x="149" y="50"/>
                  <a:pt x="149" y="50"/>
                </a:cubicBezTo>
                <a:cubicBezTo>
                  <a:pt x="149" y="36"/>
                  <a:pt x="143" y="24"/>
                  <a:pt x="134" y="14"/>
                </a:cubicBezTo>
                <a:cubicBezTo>
                  <a:pt x="125" y="5"/>
                  <a:pt x="112" y="0"/>
                  <a:pt x="98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84" y="0"/>
                  <a:pt x="71" y="5"/>
                  <a:pt x="62" y="14"/>
                </a:cubicBezTo>
                <a:cubicBezTo>
                  <a:pt x="53" y="24"/>
                  <a:pt x="47" y="36"/>
                  <a:pt x="47" y="50"/>
                </a:cubicBezTo>
                <a:cubicBezTo>
                  <a:pt x="47" y="55"/>
                  <a:pt x="50" y="58"/>
                  <a:pt x="55" y="58"/>
                </a:cubicBezTo>
                <a:cubicBezTo>
                  <a:pt x="59" y="58"/>
                  <a:pt x="62" y="55"/>
                  <a:pt x="62" y="50"/>
                </a:cubicBezTo>
                <a:cubicBezTo>
                  <a:pt x="62" y="41"/>
                  <a:pt x="66" y="32"/>
                  <a:pt x="73" y="25"/>
                </a:cubicBezTo>
                <a:cubicBezTo>
                  <a:pt x="79" y="19"/>
                  <a:pt x="8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108" y="15"/>
                  <a:pt x="117" y="19"/>
                  <a:pt x="123" y="25"/>
                </a:cubicBezTo>
                <a:cubicBezTo>
                  <a:pt x="130" y="32"/>
                  <a:pt x="134" y="41"/>
                  <a:pt x="134" y="50"/>
                </a:cubicBezTo>
                <a:cubicBezTo>
                  <a:pt x="134" y="211"/>
                  <a:pt x="134" y="211"/>
                  <a:pt x="134" y="211"/>
                </a:cubicBezTo>
                <a:close/>
                <a:moveTo>
                  <a:pt x="55" y="63"/>
                </a:moveTo>
                <a:cubicBezTo>
                  <a:pt x="79" y="63"/>
                  <a:pt x="99" y="82"/>
                  <a:pt x="101" y="106"/>
                </a:cubicBezTo>
                <a:cubicBezTo>
                  <a:pt x="100" y="106"/>
                  <a:pt x="99" y="106"/>
                  <a:pt x="98" y="106"/>
                </a:cubicBezTo>
                <a:cubicBezTo>
                  <a:pt x="96" y="106"/>
                  <a:pt x="94" y="105"/>
                  <a:pt x="92" y="105"/>
                </a:cubicBezTo>
                <a:cubicBezTo>
                  <a:pt x="90" y="104"/>
                  <a:pt x="87" y="103"/>
                  <a:pt x="84" y="103"/>
                </a:cubicBezTo>
                <a:cubicBezTo>
                  <a:pt x="81" y="103"/>
                  <a:pt x="78" y="104"/>
                  <a:pt x="75" y="105"/>
                </a:cubicBezTo>
                <a:cubicBezTo>
                  <a:pt x="73" y="105"/>
                  <a:pt x="71" y="106"/>
                  <a:pt x="69" y="106"/>
                </a:cubicBezTo>
                <a:cubicBezTo>
                  <a:pt x="67" y="106"/>
                  <a:pt x="65" y="105"/>
                  <a:pt x="63" y="105"/>
                </a:cubicBezTo>
                <a:cubicBezTo>
                  <a:pt x="60" y="104"/>
                  <a:pt x="58" y="103"/>
                  <a:pt x="55" y="103"/>
                </a:cubicBezTo>
                <a:cubicBezTo>
                  <a:pt x="52" y="103"/>
                  <a:pt x="49" y="104"/>
                  <a:pt x="46" y="105"/>
                </a:cubicBezTo>
                <a:cubicBezTo>
                  <a:pt x="44" y="105"/>
                  <a:pt x="42" y="106"/>
                  <a:pt x="40" y="106"/>
                </a:cubicBezTo>
                <a:cubicBezTo>
                  <a:pt x="38" y="106"/>
                  <a:pt x="36" y="105"/>
                  <a:pt x="34" y="105"/>
                </a:cubicBezTo>
                <a:cubicBezTo>
                  <a:pt x="31" y="104"/>
                  <a:pt x="29" y="103"/>
                  <a:pt x="26" y="103"/>
                </a:cubicBezTo>
                <a:cubicBezTo>
                  <a:pt x="22" y="103"/>
                  <a:pt x="20" y="104"/>
                  <a:pt x="17" y="105"/>
                </a:cubicBezTo>
                <a:cubicBezTo>
                  <a:pt x="15" y="105"/>
                  <a:pt x="13" y="106"/>
                  <a:pt x="11" y="106"/>
                </a:cubicBezTo>
                <a:cubicBezTo>
                  <a:pt x="10" y="106"/>
                  <a:pt x="10" y="106"/>
                  <a:pt x="9" y="106"/>
                </a:cubicBezTo>
                <a:cubicBezTo>
                  <a:pt x="10" y="82"/>
                  <a:pt x="30" y="63"/>
                  <a:pt x="55" y="63"/>
                </a:cubicBezTo>
                <a:close/>
                <a:moveTo>
                  <a:pt x="100" y="114"/>
                </a:moveTo>
                <a:cubicBezTo>
                  <a:pt x="100" y="117"/>
                  <a:pt x="99" y="120"/>
                  <a:pt x="98" y="122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5" y="122"/>
                  <a:pt x="92" y="121"/>
                  <a:pt x="90" y="120"/>
                </a:cubicBezTo>
                <a:cubicBezTo>
                  <a:pt x="88" y="120"/>
                  <a:pt x="85" y="119"/>
                  <a:pt x="84" y="119"/>
                </a:cubicBezTo>
                <a:cubicBezTo>
                  <a:pt x="82" y="119"/>
                  <a:pt x="80" y="120"/>
                  <a:pt x="78" y="120"/>
                </a:cubicBezTo>
                <a:cubicBezTo>
                  <a:pt x="75" y="121"/>
                  <a:pt x="72" y="122"/>
                  <a:pt x="69" y="122"/>
                </a:cubicBezTo>
                <a:cubicBezTo>
                  <a:pt x="66" y="122"/>
                  <a:pt x="63" y="121"/>
                  <a:pt x="61" y="120"/>
                </a:cubicBezTo>
                <a:cubicBezTo>
                  <a:pt x="58" y="120"/>
                  <a:pt x="56" y="119"/>
                  <a:pt x="55" y="119"/>
                </a:cubicBezTo>
                <a:cubicBezTo>
                  <a:pt x="53" y="119"/>
                  <a:pt x="51" y="120"/>
                  <a:pt x="49" y="120"/>
                </a:cubicBezTo>
                <a:cubicBezTo>
                  <a:pt x="46" y="121"/>
                  <a:pt x="43" y="122"/>
                  <a:pt x="40" y="122"/>
                </a:cubicBezTo>
                <a:cubicBezTo>
                  <a:pt x="37" y="122"/>
                  <a:pt x="34" y="121"/>
                  <a:pt x="31" y="120"/>
                </a:cubicBezTo>
                <a:cubicBezTo>
                  <a:pt x="29" y="120"/>
                  <a:pt x="27" y="119"/>
                  <a:pt x="26" y="119"/>
                </a:cubicBezTo>
                <a:cubicBezTo>
                  <a:pt x="24" y="119"/>
                  <a:pt x="22" y="120"/>
                  <a:pt x="20" y="120"/>
                </a:cubicBezTo>
                <a:cubicBezTo>
                  <a:pt x="17" y="121"/>
                  <a:pt x="14" y="122"/>
                  <a:pt x="11" y="122"/>
                </a:cubicBezTo>
                <a:cubicBezTo>
                  <a:pt x="11" y="122"/>
                  <a:pt x="11" y="122"/>
                  <a:pt x="11" y="122"/>
                </a:cubicBezTo>
                <a:cubicBezTo>
                  <a:pt x="10" y="120"/>
                  <a:pt x="9" y="117"/>
                  <a:pt x="9" y="114"/>
                </a:cubicBezTo>
                <a:cubicBezTo>
                  <a:pt x="10" y="114"/>
                  <a:pt x="10" y="114"/>
                  <a:pt x="11" y="114"/>
                </a:cubicBezTo>
                <a:cubicBezTo>
                  <a:pt x="13" y="114"/>
                  <a:pt x="15" y="114"/>
                  <a:pt x="17" y="113"/>
                </a:cubicBezTo>
                <a:cubicBezTo>
                  <a:pt x="20" y="112"/>
                  <a:pt x="22" y="111"/>
                  <a:pt x="26" y="111"/>
                </a:cubicBezTo>
                <a:cubicBezTo>
                  <a:pt x="29" y="111"/>
                  <a:pt x="31" y="112"/>
                  <a:pt x="34" y="113"/>
                </a:cubicBezTo>
                <a:cubicBezTo>
                  <a:pt x="36" y="114"/>
                  <a:pt x="38" y="114"/>
                  <a:pt x="40" y="114"/>
                </a:cubicBezTo>
                <a:cubicBezTo>
                  <a:pt x="42" y="114"/>
                  <a:pt x="44" y="114"/>
                  <a:pt x="46" y="113"/>
                </a:cubicBezTo>
                <a:cubicBezTo>
                  <a:pt x="49" y="112"/>
                  <a:pt x="52" y="111"/>
                  <a:pt x="55" y="111"/>
                </a:cubicBezTo>
                <a:cubicBezTo>
                  <a:pt x="58" y="111"/>
                  <a:pt x="60" y="112"/>
                  <a:pt x="63" y="113"/>
                </a:cubicBezTo>
                <a:cubicBezTo>
                  <a:pt x="65" y="114"/>
                  <a:pt x="67" y="114"/>
                  <a:pt x="69" y="114"/>
                </a:cubicBezTo>
                <a:cubicBezTo>
                  <a:pt x="71" y="114"/>
                  <a:pt x="73" y="114"/>
                  <a:pt x="75" y="113"/>
                </a:cubicBezTo>
                <a:cubicBezTo>
                  <a:pt x="78" y="112"/>
                  <a:pt x="81" y="111"/>
                  <a:pt x="84" y="111"/>
                </a:cubicBezTo>
                <a:cubicBezTo>
                  <a:pt x="87" y="111"/>
                  <a:pt x="90" y="112"/>
                  <a:pt x="92" y="113"/>
                </a:cubicBezTo>
                <a:cubicBezTo>
                  <a:pt x="94" y="114"/>
                  <a:pt x="96" y="114"/>
                  <a:pt x="98" y="114"/>
                </a:cubicBezTo>
                <a:cubicBezTo>
                  <a:pt x="99" y="114"/>
                  <a:pt x="100" y="114"/>
                  <a:pt x="100" y="114"/>
                </a:cubicBezTo>
                <a:close/>
                <a:moveTo>
                  <a:pt x="16" y="139"/>
                </a:moveTo>
                <a:cubicBezTo>
                  <a:pt x="19" y="139"/>
                  <a:pt x="21" y="141"/>
                  <a:pt x="21" y="144"/>
                </a:cubicBezTo>
                <a:cubicBezTo>
                  <a:pt x="22" y="147"/>
                  <a:pt x="20" y="150"/>
                  <a:pt x="17" y="150"/>
                </a:cubicBezTo>
                <a:cubicBezTo>
                  <a:pt x="14" y="150"/>
                  <a:pt x="11" y="147"/>
                  <a:pt x="11" y="144"/>
                </a:cubicBezTo>
                <a:cubicBezTo>
                  <a:pt x="11" y="141"/>
                  <a:pt x="13" y="139"/>
                  <a:pt x="16" y="139"/>
                </a:cubicBezTo>
                <a:close/>
                <a:moveTo>
                  <a:pt x="10" y="152"/>
                </a:moveTo>
                <a:cubicBezTo>
                  <a:pt x="12" y="152"/>
                  <a:pt x="15" y="155"/>
                  <a:pt x="15" y="157"/>
                </a:cubicBezTo>
                <a:cubicBezTo>
                  <a:pt x="16" y="160"/>
                  <a:pt x="14" y="162"/>
                  <a:pt x="11" y="162"/>
                </a:cubicBezTo>
                <a:cubicBezTo>
                  <a:pt x="9" y="162"/>
                  <a:pt x="6" y="160"/>
                  <a:pt x="6" y="157"/>
                </a:cubicBezTo>
                <a:cubicBezTo>
                  <a:pt x="5" y="155"/>
                  <a:pt x="7" y="152"/>
                  <a:pt x="10" y="152"/>
                </a:cubicBezTo>
                <a:close/>
                <a:moveTo>
                  <a:pt x="5" y="165"/>
                </a:moveTo>
                <a:cubicBezTo>
                  <a:pt x="8" y="165"/>
                  <a:pt x="10" y="167"/>
                  <a:pt x="11" y="169"/>
                </a:cubicBezTo>
                <a:cubicBezTo>
                  <a:pt x="11" y="172"/>
                  <a:pt x="10" y="174"/>
                  <a:pt x="8" y="174"/>
                </a:cubicBezTo>
                <a:cubicBezTo>
                  <a:pt x="6" y="174"/>
                  <a:pt x="3" y="172"/>
                  <a:pt x="3" y="169"/>
                </a:cubicBezTo>
                <a:cubicBezTo>
                  <a:pt x="2" y="167"/>
                  <a:pt x="3" y="165"/>
                  <a:pt x="5" y="165"/>
                </a:cubicBezTo>
                <a:close/>
                <a:moveTo>
                  <a:pt x="3" y="176"/>
                </a:moveTo>
                <a:cubicBezTo>
                  <a:pt x="5" y="176"/>
                  <a:pt x="7" y="178"/>
                  <a:pt x="8" y="180"/>
                </a:cubicBezTo>
                <a:cubicBezTo>
                  <a:pt x="9" y="183"/>
                  <a:pt x="8" y="185"/>
                  <a:pt x="6" y="185"/>
                </a:cubicBezTo>
                <a:cubicBezTo>
                  <a:pt x="5" y="185"/>
                  <a:pt x="2" y="183"/>
                  <a:pt x="1" y="180"/>
                </a:cubicBezTo>
                <a:cubicBezTo>
                  <a:pt x="0" y="178"/>
                  <a:pt x="1" y="176"/>
                  <a:pt x="3" y="176"/>
                </a:cubicBezTo>
                <a:close/>
                <a:moveTo>
                  <a:pt x="93" y="139"/>
                </a:moveTo>
                <a:cubicBezTo>
                  <a:pt x="96" y="139"/>
                  <a:pt x="99" y="141"/>
                  <a:pt x="98" y="144"/>
                </a:cubicBezTo>
                <a:cubicBezTo>
                  <a:pt x="98" y="147"/>
                  <a:pt x="95" y="150"/>
                  <a:pt x="92" y="150"/>
                </a:cubicBezTo>
                <a:cubicBezTo>
                  <a:pt x="90" y="150"/>
                  <a:pt x="87" y="147"/>
                  <a:pt x="88" y="144"/>
                </a:cubicBezTo>
                <a:cubicBezTo>
                  <a:pt x="88" y="141"/>
                  <a:pt x="90" y="139"/>
                  <a:pt x="93" y="139"/>
                </a:cubicBezTo>
                <a:close/>
                <a:moveTo>
                  <a:pt x="100" y="152"/>
                </a:moveTo>
                <a:cubicBezTo>
                  <a:pt x="102" y="152"/>
                  <a:pt x="104" y="155"/>
                  <a:pt x="103" y="157"/>
                </a:cubicBezTo>
                <a:cubicBezTo>
                  <a:pt x="103" y="160"/>
                  <a:pt x="100" y="162"/>
                  <a:pt x="98" y="162"/>
                </a:cubicBezTo>
                <a:cubicBezTo>
                  <a:pt x="95" y="162"/>
                  <a:pt x="94" y="160"/>
                  <a:pt x="94" y="157"/>
                </a:cubicBezTo>
                <a:cubicBezTo>
                  <a:pt x="94" y="155"/>
                  <a:pt x="97" y="152"/>
                  <a:pt x="100" y="152"/>
                </a:cubicBezTo>
                <a:close/>
                <a:moveTo>
                  <a:pt x="104" y="165"/>
                </a:moveTo>
                <a:cubicBezTo>
                  <a:pt x="106" y="165"/>
                  <a:pt x="107" y="167"/>
                  <a:pt x="107" y="169"/>
                </a:cubicBezTo>
                <a:cubicBezTo>
                  <a:pt x="106" y="172"/>
                  <a:pt x="103" y="174"/>
                  <a:pt x="101" y="174"/>
                </a:cubicBezTo>
                <a:cubicBezTo>
                  <a:pt x="99" y="174"/>
                  <a:pt x="98" y="172"/>
                  <a:pt x="98" y="169"/>
                </a:cubicBezTo>
                <a:cubicBezTo>
                  <a:pt x="99" y="167"/>
                  <a:pt x="101" y="165"/>
                  <a:pt x="104" y="165"/>
                </a:cubicBezTo>
                <a:close/>
                <a:moveTo>
                  <a:pt x="106" y="176"/>
                </a:moveTo>
                <a:cubicBezTo>
                  <a:pt x="108" y="176"/>
                  <a:pt x="109" y="178"/>
                  <a:pt x="108" y="180"/>
                </a:cubicBezTo>
                <a:cubicBezTo>
                  <a:pt x="107" y="183"/>
                  <a:pt x="105" y="185"/>
                  <a:pt x="103" y="185"/>
                </a:cubicBezTo>
                <a:cubicBezTo>
                  <a:pt x="101" y="185"/>
                  <a:pt x="100" y="183"/>
                  <a:pt x="101" y="180"/>
                </a:cubicBezTo>
                <a:cubicBezTo>
                  <a:pt x="102" y="178"/>
                  <a:pt x="104" y="176"/>
                  <a:pt x="106" y="176"/>
                </a:cubicBezTo>
                <a:close/>
                <a:moveTo>
                  <a:pt x="36" y="137"/>
                </a:moveTo>
                <a:cubicBezTo>
                  <a:pt x="39" y="137"/>
                  <a:pt x="41" y="139"/>
                  <a:pt x="41" y="142"/>
                </a:cubicBezTo>
                <a:cubicBezTo>
                  <a:pt x="41" y="145"/>
                  <a:pt x="39" y="148"/>
                  <a:pt x="36" y="148"/>
                </a:cubicBezTo>
                <a:cubicBezTo>
                  <a:pt x="33" y="148"/>
                  <a:pt x="31" y="145"/>
                  <a:pt x="31" y="142"/>
                </a:cubicBezTo>
                <a:cubicBezTo>
                  <a:pt x="30" y="139"/>
                  <a:pt x="33" y="137"/>
                  <a:pt x="36" y="137"/>
                </a:cubicBezTo>
                <a:close/>
                <a:moveTo>
                  <a:pt x="33" y="149"/>
                </a:moveTo>
                <a:cubicBezTo>
                  <a:pt x="35" y="149"/>
                  <a:pt x="38" y="152"/>
                  <a:pt x="38" y="154"/>
                </a:cubicBezTo>
                <a:cubicBezTo>
                  <a:pt x="38" y="157"/>
                  <a:pt x="36" y="159"/>
                  <a:pt x="34" y="159"/>
                </a:cubicBezTo>
                <a:cubicBezTo>
                  <a:pt x="31" y="159"/>
                  <a:pt x="29" y="157"/>
                  <a:pt x="28" y="154"/>
                </a:cubicBezTo>
                <a:cubicBezTo>
                  <a:pt x="28" y="152"/>
                  <a:pt x="30" y="149"/>
                  <a:pt x="33" y="149"/>
                </a:cubicBezTo>
                <a:close/>
                <a:moveTo>
                  <a:pt x="30" y="162"/>
                </a:moveTo>
                <a:cubicBezTo>
                  <a:pt x="33" y="162"/>
                  <a:pt x="35" y="164"/>
                  <a:pt x="35" y="166"/>
                </a:cubicBezTo>
                <a:cubicBezTo>
                  <a:pt x="35" y="169"/>
                  <a:pt x="34" y="171"/>
                  <a:pt x="32" y="171"/>
                </a:cubicBezTo>
                <a:cubicBezTo>
                  <a:pt x="29" y="171"/>
                  <a:pt x="27" y="169"/>
                  <a:pt x="27" y="166"/>
                </a:cubicBezTo>
                <a:cubicBezTo>
                  <a:pt x="26" y="164"/>
                  <a:pt x="28" y="162"/>
                  <a:pt x="30" y="162"/>
                </a:cubicBezTo>
                <a:close/>
                <a:moveTo>
                  <a:pt x="29" y="174"/>
                </a:moveTo>
                <a:cubicBezTo>
                  <a:pt x="31" y="174"/>
                  <a:pt x="33" y="176"/>
                  <a:pt x="33" y="179"/>
                </a:cubicBezTo>
                <a:cubicBezTo>
                  <a:pt x="34" y="181"/>
                  <a:pt x="32" y="183"/>
                  <a:pt x="31" y="183"/>
                </a:cubicBezTo>
                <a:cubicBezTo>
                  <a:pt x="29" y="183"/>
                  <a:pt x="27" y="181"/>
                  <a:pt x="26" y="179"/>
                </a:cubicBezTo>
                <a:cubicBezTo>
                  <a:pt x="26" y="176"/>
                  <a:pt x="27" y="174"/>
                  <a:pt x="29" y="174"/>
                </a:cubicBezTo>
                <a:close/>
                <a:moveTo>
                  <a:pt x="55" y="137"/>
                </a:moveTo>
                <a:cubicBezTo>
                  <a:pt x="58" y="137"/>
                  <a:pt x="60" y="139"/>
                  <a:pt x="60" y="142"/>
                </a:cubicBezTo>
                <a:cubicBezTo>
                  <a:pt x="60" y="145"/>
                  <a:pt x="58" y="148"/>
                  <a:pt x="55" y="148"/>
                </a:cubicBezTo>
                <a:cubicBezTo>
                  <a:pt x="52" y="148"/>
                  <a:pt x="49" y="145"/>
                  <a:pt x="49" y="142"/>
                </a:cubicBezTo>
                <a:cubicBezTo>
                  <a:pt x="49" y="139"/>
                  <a:pt x="52" y="137"/>
                  <a:pt x="55" y="137"/>
                </a:cubicBezTo>
                <a:close/>
                <a:moveTo>
                  <a:pt x="55" y="149"/>
                </a:moveTo>
                <a:cubicBezTo>
                  <a:pt x="57" y="149"/>
                  <a:pt x="59" y="152"/>
                  <a:pt x="59" y="154"/>
                </a:cubicBezTo>
                <a:cubicBezTo>
                  <a:pt x="59" y="157"/>
                  <a:pt x="57" y="159"/>
                  <a:pt x="55" y="159"/>
                </a:cubicBezTo>
                <a:cubicBezTo>
                  <a:pt x="52" y="159"/>
                  <a:pt x="50" y="157"/>
                  <a:pt x="50" y="154"/>
                </a:cubicBezTo>
                <a:cubicBezTo>
                  <a:pt x="50" y="152"/>
                  <a:pt x="52" y="149"/>
                  <a:pt x="55" y="149"/>
                </a:cubicBezTo>
                <a:close/>
                <a:moveTo>
                  <a:pt x="55" y="162"/>
                </a:moveTo>
                <a:cubicBezTo>
                  <a:pt x="57" y="162"/>
                  <a:pt x="59" y="164"/>
                  <a:pt x="59" y="166"/>
                </a:cubicBezTo>
                <a:cubicBezTo>
                  <a:pt x="59" y="169"/>
                  <a:pt x="57" y="171"/>
                  <a:pt x="55" y="171"/>
                </a:cubicBezTo>
                <a:cubicBezTo>
                  <a:pt x="52" y="171"/>
                  <a:pt x="51" y="169"/>
                  <a:pt x="50" y="166"/>
                </a:cubicBezTo>
                <a:cubicBezTo>
                  <a:pt x="50" y="164"/>
                  <a:pt x="52" y="162"/>
                  <a:pt x="55" y="162"/>
                </a:cubicBezTo>
                <a:close/>
                <a:moveTo>
                  <a:pt x="55" y="174"/>
                </a:moveTo>
                <a:cubicBezTo>
                  <a:pt x="57" y="174"/>
                  <a:pt x="58" y="176"/>
                  <a:pt x="58" y="179"/>
                </a:cubicBezTo>
                <a:cubicBezTo>
                  <a:pt x="58" y="181"/>
                  <a:pt x="56" y="183"/>
                  <a:pt x="55" y="183"/>
                </a:cubicBezTo>
                <a:cubicBezTo>
                  <a:pt x="53" y="183"/>
                  <a:pt x="51" y="181"/>
                  <a:pt x="51" y="179"/>
                </a:cubicBezTo>
                <a:cubicBezTo>
                  <a:pt x="51" y="176"/>
                  <a:pt x="53" y="174"/>
                  <a:pt x="55" y="174"/>
                </a:cubicBezTo>
                <a:close/>
                <a:moveTo>
                  <a:pt x="73" y="137"/>
                </a:moveTo>
                <a:cubicBezTo>
                  <a:pt x="76" y="137"/>
                  <a:pt x="79" y="139"/>
                  <a:pt x="79" y="142"/>
                </a:cubicBezTo>
                <a:cubicBezTo>
                  <a:pt x="78" y="145"/>
                  <a:pt x="76" y="148"/>
                  <a:pt x="73" y="148"/>
                </a:cubicBezTo>
                <a:cubicBezTo>
                  <a:pt x="70" y="148"/>
                  <a:pt x="68" y="145"/>
                  <a:pt x="68" y="142"/>
                </a:cubicBezTo>
                <a:cubicBezTo>
                  <a:pt x="68" y="139"/>
                  <a:pt x="71" y="137"/>
                  <a:pt x="73" y="137"/>
                </a:cubicBezTo>
                <a:close/>
                <a:moveTo>
                  <a:pt x="76" y="149"/>
                </a:moveTo>
                <a:cubicBezTo>
                  <a:pt x="79" y="149"/>
                  <a:pt x="81" y="152"/>
                  <a:pt x="81" y="154"/>
                </a:cubicBezTo>
                <a:cubicBezTo>
                  <a:pt x="81" y="157"/>
                  <a:pt x="78" y="159"/>
                  <a:pt x="76" y="159"/>
                </a:cubicBezTo>
                <a:cubicBezTo>
                  <a:pt x="73" y="159"/>
                  <a:pt x="71" y="157"/>
                  <a:pt x="71" y="154"/>
                </a:cubicBezTo>
                <a:cubicBezTo>
                  <a:pt x="72" y="152"/>
                  <a:pt x="74" y="149"/>
                  <a:pt x="76" y="149"/>
                </a:cubicBezTo>
                <a:close/>
                <a:moveTo>
                  <a:pt x="79" y="162"/>
                </a:moveTo>
                <a:cubicBezTo>
                  <a:pt x="81" y="162"/>
                  <a:pt x="83" y="164"/>
                  <a:pt x="82" y="166"/>
                </a:cubicBezTo>
                <a:cubicBezTo>
                  <a:pt x="82" y="169"/>
                  <a:pt x="80" y="171"/>
                  <a:pt x="78" y="171"/>
                </a:cubicBezTo>
                <a:cubicBezTo>
                  <a:pt x="75" y="171"/>
                  <a:pt x="74" y="169"/>
                  <a:pt x="74" y="166"/>
                </a:cubicBezTo>
                <a:cubicBezTo>
                  <a:pt x="74" y="164"/>
                  <a:pt x="76" y="162"/>
                  <a:pt x="79" y="162"/>
                </a:cubicBezTo>
                <a:close/>
                <a:moveTo>
                  <a:pt x="80" y="174"/>
                </a:moveTo>
                <a:cubicBezTo>
                  <a:pt x="82" y="174"/>
                  <a:pt x="83" y="176"/>
                  <a:pt x="83" y="179"/>
                </a:cubicBezTo>
                <a:cubicBezTo>
                  <a:pt x="82" y="181"/>
                  <a:pt x="80" y="183"/>
                  <a:pt x="79" y="183"/>
                </a:cubicBezTo>
                <a:cubicBezTo>
                  <a:pt x="77" y="183"/>
                  <a:pt x="76" y="181"/>
                  <a:pt x="76" y="179"/>
                </a:cubicBezTo>
                <a:cubicBezTo>
                  <a:pt x="76" y="176"/>
                  <a:pt x="78" y="174"/>
                  <a:pt x="80" y="174"/>
                </a:cubicBezTo>
                <a:close/>
                <a:moveTo>
                  <a:pt x="107" y="187"/>
                </a:moveTo>
                <a:cubicBezTo>
                  <a:pt x="108" y="187"/>
                  <a:pt x="109" y="189"/>
                  <a:pt x="107" y="191"/>
                </a:cubicBezTo>
                <a:cubicBezTo>
                  <a:pt x="106" y="193"/>
                  <a:pt x="104" y="195"/>
                  <a:pt x="103" y="195"/>
                </a:cubicBezTo>
                <a:cubicBezTo>
                  <a:pt x="101" y="195"/>
                  <a:pt x="101" y="193"/>
                  <a:pt x="102" y="191"/>
                </a:cubicBezTo>
                <a:cubicBezTo>
                  <a:pt x="103" y="189"/>
                  <a:pt x="105" y="187"/>
                  <a:pt x="107" y="187"/>
                </a:cubicBezTo>
                <a:close/>
                <a:moveTo>
                  <a:pt x="81" y="187"/>
                </a:moveTo>
                <a:cubicBezTo>
                  <a:pt x="82" y="187"/>
                  <a:pt x="83" y="189"/>
                  <a:pt x="82" y="191"/>
                </a:cubicBezTo>
                <a:cubicBezTo>
                  <a:pt x="82" y="193"/>
                  <a:pt x="80" y="195"/>
                  <a:pt x="79" y="195"/>
                </a:cubicBezTo>
                <a:cubicBezTo>
                  <a:pt x="77" y="195"/>
                  <a:pt x="76" y="193"/>
                  <a:pt x="77" y="191"/>
                </a:cubicBezTo>
                <a:cubicBezTo>
                  <a:pt x="77" y="189"/>
                  <a:pt x="79" y="187"/>
                  <a:pt x="81" y="187"/>
                </a:cubicBezTo>
                <a:close/>
                <a:moveTo>
                  <a:pt x="55" y="187"/>
                </a:moveTo>
                <a:cubicBezTo>
                  <a:pt x="56" y="187"/>
                  <a:pt x="58" y="189"/>
                  <a:pt x="57" y="191"/>
                </a:cubicBezTo>
                <a:cubicBezTo>
                  <a:pt x="57" y="193"/>
                  <a:pt x="56" y="195"/>
                  <a:pt x="55" y="195"/>
                </a:cubicBezTo>
                <a:cubicBezTo>
                  <a:pt x="53" y="195"/>
                  <a:pt x="52" y="193"/>
                  <a:pt x="52" y="191"/>
                </a:cubicBezTo>
                <a:cubicBezTo>
                  <a:pt x="52" y="189"/>
                  <a:pt x="53" y="187"/>
                  <a:pt x="55" y="187"/>
                </a:cubicBezTo>
                <a:close/>
                <a:moveTo>
                  <a:pt x="29" y="187"/>
                </a:moveTo>
                <a:cubicBezTo>
                  <a:pt x="30" y="187"/>
                  <a:pt x="32" y="189"/>
                  <a:pt x="32" y="191"/>
                </a:cubicBezTo>
                <a:cubicBezTo>
                  <a:pt x="33" y="193"/>
                  <a:pt x="32" y="195"/>
                  <a:pt x="31" y="195"/>
                </a:cubicBezTo>
                <a:cubicBezTo>
                  <a:pt x="29" y="195"/>
                  <a:pt x="27" y="193"/>
                  <a:pt x="27" y="191"/>
                </a:cubicBezTo>
                <a:cubicBezTo>
                  <a:pt x="26" y="189"/>
                  <a:pt x="27" y="187"/>
                  <a:pt x="29" y="187"/>
                </a:cubicBezTo>
                <a:close/>
                <a:moveTo>
                  <a:pt x="85" y="124"/>
                </a:moveTo>
                <a:cubicBezTo>
                  <a:pt x="89" y="124"/>
                  <a:pt x="91" y="127"/>
                  <a:pt x="91" y="130"/>
                </a:cubicBezTo>
                <a:cubicBezTo>
                  <a:pt x="91" y="133"/>
                  <a:pt x="88" y="136"/>
                  <a:pt x="85" y="136"/>
                </a:cubicBezTo>
                <a:cubicBezTo>
                  <a:pt x="82" y="136"/>
                  <a:pt x="79" y="133"/>
                  <a:pt x="80" y="130"/>
                </a:cubicBezTo>
                <a:cubicBezTo>
                  <a:pt x="80" y="127"/>
                  <a:pt x="82" y="124"/>
                  <a:pt x="85" y="124"/>
                </a:cubicBezTo>
                <a:close/>
                <a:moveTo>
                  <a:pt x="3" y="187"/>
                </a:moveTo>
                <a:cubicBezTo>
                  <a:pt x="4" y="187"/>
                  <a:pt x="6" y="189"/>
                  <a:pt x="7" y="191"/>
                </a:cubicBezTo>
                <a:cubicBezTo>
                  <a:pt x="8" y="193"/>
                  <a:pt x="8" y="195"/>
                  <a:pt x="7" y="195"/>
                </a:cubicBezTo>
                <a:cubicBezTo>
                  <a:pt x="5" y="195"/>
                  <a:pt x="3" y="193"/>
                  <a:pt x="2" y="191"/>
                </a:cubicBezTo>
                <a:cubicBezTo>
                  <a:pt x="1" y="189"/>
                  <a:pt x="1" y="187"/>
                  <a:pt x="3" y="187"/>
                </a:cubicBezTo>
                <a:close/>
                <a:moveTo>
                  <a:pt x="24" y="124"/>
                </a:moveTo>
                <a:cubicBezTo>
                  <a:pt x="27" y="124"/>
                  <a:pt x="30" y="127"/>
                  <a:pt x="30" y="130"/>
                </a:cubicBezTo>
                <a:cubicBezTo>
                  <a:pt x="30" y="133"/>
                  <a:pt x="27" y="136"/>
                  <a:pt x="24" y="136"/>
                </a:cubicBezTo>
                <a:cubicBezTo>
                  <a:pt x="21" y="136"/>
                  <a:pt x="18" y="133"/>
                  <a:pt x="18" y="130"/>
                </a:cubicBezTo>
                <a:cubicBezTo>
                  <a:pt x="18" y="127"/>
                  <a:pt x="21" y="124"/>
                  <a:pt x="24" y="124"/>
                </a:cubicBezTo>
                <a:close/>
                <a:moveTo>
                  <a:pt x="39" y="124"/>
                </a:moveTo>
                <a:cubicBezTo>
                  <a:pt x="42" y="124"/>
                  <a:pt x="45" y="127"/>
                  <a:pt x="45" y="130"/>
                </a:cubicBezTo>
                <a:cubicBezTo>
                  <a:pt x="45" y="133"/>
                  <a:pt x="43" y="136"/>
                  <a:pt x="39" y="136"/>
                </a:cubicBezTo>
                <a:cubicBezTo>
                  <a:pt x="36" y="136"/>
                  <a:pt x="33" y="133"/>
                  <a:pt x="33" y="130"/>
                </a:cubicBezTo>
                <a:cubicBezTo>
                  <a:pt x="33" y="127"/>
                  <a:pt x="36" y="124"/>
                  <a:pt x="39" y="124"/>
                </a:cubicBezTo>
                <a:close/>
                <a:moveTo>
                  <a:pt x="55" y="124"/>
                </a:moveTo>
                <a:cubicBezTo>
                  <a:pt x="58" y="124"/>
                  <a:pt x="60" y="127"/>
                  <a:pt x="60" y="130"/>
                </a:cubicBezTo>
                <a:cubicBezTo>
                  <a:pt x="60" y="133"/>
                  <a:pt x="58" y="136"/>
                  <a:pt x="55" y="136"/>
                </a:cubicBezTo>
                <a:cubicBezTo>
                  <a:pt x="51" y="136"/>
                  <a:pt x="49" y="133"/>
                  <a:pt x="49" y="130"/>
                </a:cubicBezTo>
                <a:cubicBezTo>
                  <a:pt x="49" y="127"/>
                  <a:pt x="51" y="124"/>
                  <a:pt x="55" y="124"/>
                </a:cubicBezTo>
                <a:close/>
                <a:moveTo>
                  <a:pt x="70" y="124"/>
                </a:moveTo>
                <a:cubicBezTo>
                  <a:pt x="73" y="124"/>
                  <a:pt x="76" y="127"/>
                  <a:pt x="76" y="130"/>
                </a:cubicBezTo>
                <a:cubicBezTo>
                  <a:pt x="76" y="133"/>
                  <a:pt x="73" y="136"/>
                  <a:pt x="70" y="136"/>
                </a:cubicBezTo>
                <a:cubicBezTo>
                  <a:pt x="67" y="136"/>
                  <a:pt x="64" y="133"/>
                  <a:pt x="64" y="130"/>
                </a:cubicBezTo>
                <a:cubicBezTo>
                  <a:pt x="64" y="127"/>
                  <a:pt x="67" y="124"/>
                  <a:pt x="70" y="12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5" name="Google Shape;3485;p15"/>
          <p:cNvGrpSpPr/>
          <p:nvPr/>
        </p:nvGrpSpPr>
        <p:grpSpPr>
          <a:xfrm>
            <a:off x="8164513" y="4026265"/>
            <a:ext cx="552450" cy="709613"/>
            <a:chOff x="8164513" y="1130300"/>
            <a:chExt cx="552450" cy="709613"/>
          </a:xfrm>
        </p:grpSpPr>
        <p:sp>
          <p:nvSpPr>
            <p:cNvPr id="3486" name="Google Shape;3486;p15"/>
            <p:cNvSpPr/>
            <p:nvPr/>
          </p:nvSpPr>
          <p:spPr>
            <a:xfrm>
              <a:off x="8189913" y="1130300"/>
              <a:ext cx="504825" cy="334963"/>
            </a:xfrm>
            <a:custGeom>
              <a:rect b="b" l="l" r="r" t="t"/>
              <a:pathLst>
                <a:path extrusionOk="0" h="117" w="177">
                  <a:moveTo>
                    <a:pt x="166" y="111"/>
                  </a:moveTo>
                  <a:cubicBezTo>
                    <a:pt x="89" y="117"/>
                    <a:pt x="89" y="117"/>
                    <a:pt x="89" y="117"/>
                  </a:cubicBezTo>
                  <a:cubicBezTo>
                    <a:pt x="11" y="111"/>
                    <a:pt x="11" y="111"/>
                    <a:pt x="11" y="111"/>
                  </a:cubicBezTo>
                  <a:cubicBezTo>
                    <a:pt x="7" y="111"/>
                    <a:pt x="7" y="111"/>
                    <a:pt x="7" y="111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7" y="107"/>
                    <a:pt x="0" y="67"/>
                    <a:pt x="2" y="50"/>
                  </a:cubicBezTo>
                  <a:cubicBezTo>
                    <a:pt x="2" y="42"/>
                    <a:pt x="8" y="34"/>
                    <a:pt x="16" y="28"/>
                  </a:cubicBezTo>
                  <a:cubicBezTo>
                    <a:pt x="26" y="19"/>
                    <a:pt x="40" y="11"/>
                    <a:pt x="50" y="7"/>
                  </a:cubicBezTo>
                  <a:cubicBezTo>
                    <a:pt x="67" y="0"/>
                    <a:pt x="86" y="1"/>
                    <a:pt x="89" y="1"/>
                  </a:cubicBezTo>
                  <a:cubicBezTo>
                    <a:pt x="91" y="1"/>
                    <a:pt x="110" y="0"/>
                    <a:pt x="127" y="7"/>
                  </a:cubicBezTo>
                  <a:cubicBezTo>
                    <a:pt x="137" y="11"/>
                    <a:pt x="151" y="19"/>
                    <a:pt x="161" y="28"/>
                  </a:cubicBezTo>
                  <a:cubicBezTo>
                    <a:pt x="169" y="34"/>
                    <a:pt x="175" y="42"/>
                    <a:pt x="175" y="50"/>
                  </a:cubicBezTo>
                  <a:cubicBezTo>
                    <a:pt x="177" y="67"/>
                    <a:pt x="170" y="107"/>
                    <a:pt x="170" y="107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66" y="111"/>
                    <a:pt x="166" y="111"/>
                    <a:pt x="166" y="111"/>
                  </a:cubicBezTo>
                  <a:close/>
                  <a:moveTo>
                    <a:pt x="15" y="102"/>
                  </a:moveTo>
                  <a:cubicBezTo>
                    <a:pt x="88" y="111"/>
                    <a:pt x="88" y="111"/>
                    <a:pt x="88" y="111"/>
                  </a:cubicBezTo>
                  <a:cubicBezTo>
                    <a:pt x="162" y="102"/>
                    <a:pt x="162" y="102"/>
                    <a:pt x="162" y="102"/>
                  </a:cubicBezTo>
                  <a:cubicBezTo>
                    <a:pt x="164" y="92"/>
                    <a:pt x="167" y="64"/>
                    <a:pt x="166" y="51"/>
                  </a:cubicBezTo>
                  <a:cubicBezTo>
                    <a:pt x="166" y="46"/>
                    <a:pt x="162" y="40"/>
                    <a:pt x="155" y="34"/>
                  </a:cubicBezTo>
                  <a:cubicBezTo>
                    <a:pt x="146" y="26"/>
                    <a:pt x="133" y="19"/>
                    <a:pt x="123" y="15"/>
                  </a:cubicBezTo>
                  <a:cubicBezTo>
                    <a:pt x="108" y="9"/>
                    <a:pt x="89" y="10"/>
                    <a:pt x="89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69" y="9"/>
                    <a:pt x="54" y="15"/>
                  </a:cubicBezTo>
                  <a:cubicBezTo>
                    <a:pt x="44" y="19"/>
                    <a:pt x="31" y="26"/>
                    <a:pt x="22" y="34"/>
                  </a:cubicBezTo>
                  <a:cubicBezTo>
                    <a:pt x="16" y="40"/>
                    <a:pt x="11" y="46"/>
                    <a:pt x="11" y="51"/>
                  </a:cubicBezTo>
                  <a:cubicBezTo>
                    <a:pt x="10" y="64"/>
                    <a:pt x="14" y="92"/>
                    <a:pt x="15" y="10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7" name="Google Shape;3487;p15"/>
            <p:cNvSpPr/>
            <p:nvPr/>
          </p:nvSpPr>
          <p:spPr>
            <a:xfrm>
              <a:off x="8164513" y="1408113"/>
              <a:ext cx="552450" cy="431800"/>
            </a:xfrm>
            <a:custGeom>
              <a:rect b="b" l="l" r="r" t="t"/>
              <a:pathLst>
                <a:path extrusionOk="0" h="151" w="194">
                  <a:moveTo>
                    <a:pt x="175" y="15"/>
                  </a:moveTo>
                  <a:cubicBezTo>
                    <a:pt x="19" y="15"/>
                    <a:pt x="19" y="15"/>
                    <a:pt x="19" y="1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0" y="11"/>
                    <a:pt x="10" y="25"/>
                  </a:cubicBezTo>
                  <a:cubicBezTo>
                    <a:pt x="9" y="34"/>
                    <a:pt x="10" y="41"/>
                    <a:pt x="12" y="46"/>
                  </a:cubicBezTo>
                  <a:cubicBezTo>
                    <a:pt x="14" y="52"/>
                    <a:pt x="17" y="56"/>
                    <a:pt x="20" y="58"/>
                  </a:cubicBezTo>
                  <a:cubicBezTo>
                    <a:pt x="25" y="62"/>
                    <a:pt x="28" y="63"/>
                    <a:pt x="28" y="63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4" y="100"/>
                    <a:pt x="49" y="117"/>
                  </a:cubicBezTo>
                  <a:cubicBezTo>
                    <a:pt x="51" y="119"/>
                    <a:pt x="51" y="119"/>
                    <a:pt x="51" y="119"/>
                  </a:cubicBezTo>
                  <a:cubicBezTo>
                    <a:pt x="65" y="135"/>
                    <a:pt x="71" y="142"/>
                    <a:pt x="97" y="142"/>
                  </a:cubicBezTo>
                  <a:cubicBezTo>
                    <a:pt x="123" y="142"/>
                    <a:pt x="129" y="135"/>
                    <a:pt x="143" y="119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60" y="100"/>
                    <a:pt x="162" y="67"/>
                    <a:pt x="162" y="67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66" y="63"/>
                    <a:pt x="166" y="63"/>
                    <a:pt x="166" y="63"/>
                  </a:cubicBezTo>
                  <a:cubicBezTo>
                    <a:pt x="166" y="63"/>
                    <a:pt x="169" y="62"/>
                    <a:pt x="174" y="58"/>
                  </a:cubicBezTo>
                  <a:cubicBezTo>
                    <a:pt x="177" y="56"/>
                    <a:pt x="180" y="52"/>
                    <a:pt x="182" y="46"/>
                  </a:cubicBezTo>
                  <a:cubicBezTo>
                    <a:pt x="184" y="41"/>
                    <a:pt x="185" y="34"/>
                    <a:pt x="184" y="25"/>
                  </a:cubicBezTo>
                  <a:cubicBezTo>
                    <a:pt x="184" y="11"/>
                    <a:pt x="177" y="14"/>
                    <a:pt x="177" y="14"/>
                  </a:cubicBezTo>
                  <a:cubicBezTo>
                    <a:pt x="175" y="15"/>
                    <a:pt x="175" y="15"/>
                    <a:pt x="175" y="15"/>
                  </a:cubicBezTo>
                  <a:close/>
                  <a:moveTo>
                    <a:pt x="20" y="6"/>
                  </a:moveTo>
                  <a:cubicBezTo>
                    <a:pt x="174" y="6"/>
                    <a:pt x="174" y="6"/>
                    <a:pt x="174" y="6"/>
                  </a:cubicBezTo>
                  <a:cubicBezTo>
                    <a:pt x="179" y="4"/>
                    <a:pt x="193" y="0"/>
                    <a:pt x="193" y="25"/>
                  </a:cubicBezTo>
                  <a:cubicBezTo>
                    <a:pt x="194" y="35"/>
                    <a:pt x="192" y="42"/>
                    <a:pt x="190" y="49"/>
                  </a:cubicBezTo>
                  <a:cubicBezTo>
                    <a:pt x="188" y="57"/>
                    <a:pt x="184" y="62"/>
                    <a:pt x="180" y="65"/>
                  </a:cubicBezTo>
                  <a:cubicBezTo>
                    <a:pt x="176" y="68"/>
                    <a:pt x="173" y="70"/>
                    <a:pt x="171" y="71"/>
                  </a:cubicBezTo>
                  <a:cubicBezTo>
                    <a:pt x="170" y="80"/>
                    <a:pt x="165" y="107"/>
                    <a:pt x="151" y="123"/>
                  </a:cubicBezTo>
                  <a:cubicBezTo>
                    <a:pt x="150" y="125"/>
                    <a:pt x="150" y="125"/>
                    <a:pt x="150" y="125"/>
                  </a:cubicBezTo>
                  <a:cubicBezTo>
                    <a:pt x="134" y="143"/>
                    <a:pt x="127" y="151"/>
                    <a:pt x="97" y="151"/>
                  </a:cubicBezTo>
                  <a:cubicBezTo>
                    <a:pt x="67" y="151"/>
                    <a:pt x="60" y="143"/>
                    <a:pt x="44" y="125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29" y="107"/>
                    <a:pt x="24" y="80"/>
                    <a:pt x="23" y="71"/>
                  </a:cubicBezTo>
                  <a:cubicBezTo>
                    <a:pt x="21" y="70"/>
                    <a:pt x="18" y="68"/>
                    <a:pt x="14" y="65"/>
                  </a:cubicBezTo>
                  <a:cubicBezTo>
                    <a:pt x="11" y="62"/>
                    <a:pt x="6" y="57"/>
                    <a:pt x="4" y="49"/>
                  </a:cubicBezTo>
                  <a:cubicBezTo>
                    <a:pt x="2" y="42"/>
                    <a:pt x="0" y="35"/>
                    <a:pt x="1" y="25"/>
                  </a:cubicBezTo>
                  <a:cubicBezTo>
                    <a:pt x="1" y="0"/>
                    <a:pt x="15" y="4"/>
                    <a:pt x="20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8" name="Google Shape;3488;p15"/>
            <p:cNvSpPr/>
            <p:nvPr/>
          </p:nvSpPr>
          <p:spPr>
            <a:xfrm>
              <a:off x="8196263" y="1412875"/>
              <a:ext cx="495300" cy="157163"/>
            </a:xfrm>
            <a:custGeom>
              <a:rect b="b" l="l" r="r" t="t"/>
              <a:pathLst>
                <a:path extrusionOk="0" h="55" w="174">
                  <a:moveTo>
                    <a:pt x="87" y="23"/>
                  </a:moveTo>
                  <a:cubicBezTo>
                    <a:pt x="81" y="24"/>
                    <a:pt x="77" y="41"/>
                    <a:pt x="71" y="48"/>
                  </a:cubicBezTo>
                  <a:cubicBezTo>
                    <a:pt x="65" y="55"/>
                    <a:pt x="31" y="54"/>
                    <a:pt x="23" y="50"/>
                  </a:cubicBezTo>
                  <a:cubicBezTo>
                    <a:pt x="15" y="46"/>
                    <a:pt x="17" y="34"/>
                    <a:pt x="13" y="22"/>
                  </a:cubicBezTo>
                  <a:cubicBezTo>
                    <a:pt x="9" y="9"/>
                    <a:pt x="8" y="18"/>
                    <a:pt x="4" y="13"/>
                  </a:cubicBezTo>
                  <a:cubicBezTo>
                    <a:pt x="0" y="7"/>
                    <a:pt x="5" y="0"/>
                    <a:pt x="5" y="0"/>
                  </a:cubicBezTo>
                  <a:cubicBezTo>
                    <a:pt x="5" y="0"/>
                    <a:pt x="7" y="3"/>
                    <a:pt x="15" y="3"/>
                  </a:cubicBezTo>
                  <a:cubicBezTo>
                    <a:pt x="24" y="2"/>
                    <a:pt x="62" y="2"/>
                    <a:pt x="69" y="2"/>
                  </a:cubicBezTo>
                  <a:cubicBezTo>
                    <a:pt x="75" y="2"/>
                    <a:pt x="78" y="3"/>
                    <a:pt x="81" y="6"/>
                  </a:cubicBezTo>
                  <a:cubicBezTo>
                    <a:pt x="83" y="9"/>
                    <a:pt x="85" y="9"/>
                    <a:pt x="87" y="9"/>
                  </a:cubicBezTo>
                  <a:cubicBezTo>
                    <a:pt x="89" y="9"/>
                    <a:pt x="90" y="9"/>
                    <a:pt x="93" y="6"/>
                  </a:cubicBezTo>
                  <a:cubicBezTo>
                    <a:pt x="95" y="3"/>
                    <a:pt x="98" y="2"/>
                    <a:pt x="105" y="2"/>
                  </a:cubicBezTo>
                  <a:cubicBezTo>
                    <a:pt x="112" y="2"/>
                    <a:pt x="149" y="2"/>
                    <a:pt x="158" y="3"/>
                  </a:cubicBezTo>
                  <a:cubicBezTo>
                    <a:pt x="166" y="3"/>
                    <a:pt x="168" y="0"/>
                    <a:pt x="168" y="0"/>
                  </a:cubicBezTo>
                  <a:cubicBezTo>
                    <a:pt x="168" y="0"/>
                    <a:pt x="174" y="7"/>
                    <a:pt x="169" y="13"/>
                  </a:cubicBezTo>
                  <a:cubicBezTo>
                    <a:pt x="165" y="18"/>
                    <a:pt x="164" y="9"/>
                    <a:pt x="160" y="22"/>
                  </a:cubicBezTo>
                  <a:cubicBezTo>
                    <a:pt x="156" y="34"/>
                    <a:pt x="158" y="46"/>
                    <a:pt x="150" y="50"/>
                  </a:cubicBezTo>
                  <a:cubicBezTo>
                    <a:pt x="142" y="54"/>
                    <a:pt x="109" y="55"/>
                    <a:pt x="103" y="48"/>
                  </a:cubicBezTo>
                  <a:cubicBezTo>
                    <a:pt x="96" y="41"/>
                    <a:pt x="93" y="24"/>
                    <a:pt x="87" y="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9" name="Google Shape;3489;p15"/>
            <p:cNvSpPr/>
            <p:nvPr/>
          </p:nvSpPr>
          <p:spPr>
            <a:xfrm>
              <a:off x="8232775" y="1241425"/>
              <a:ext cx="412750" cy="168275"/>
            </a:xfrm>
            <a:custGeom>
              <a:rect b="b" l="l" r="r" t="t"/>
              <a:pathLst>
                <a:path extrusionOk="0" h="59" w="145">
                  <a:moveTo>
                    <a:pt x="0" y="59"/>
                  </a:moveTo>
                  <a:cubicBezTo>
                    <a:pt x="0" y="59"/>
                    <a:pt x="3" y="44"/>
                    <a:pt x="10" y="36"/>
                  </a:cubicBezTo>
                  <a:cubicBezTo>
                    <a:pt x="13" y="34"/>
                    <a:pt x="16" y="32"/>
                    <a:pt x="21" y="30"/>
                  </a:cubicBezTo>
                  <a:cubicBezTo>
                    <a:pt x="26" y="28"/>
                    <a:pt x="33" y="26"/>
                    <a:pt x="42" y="25"/>
                  </a:cubicBezTo>
                  <a:cubicBezTo>
                    <a:pt x="57" y="23"/>
                    <a:pt x="67" y="23"/>
                    <a:pt x="74" y="23"/>
                  </a:cubicBezTo>
                  <a:cubicBezTo>
                    <a:pt x="75" y="23"/>
                    <a:pt x="76" y="23"/>
                    <a:pt x="78" y="23"/>
                  </a:cubicBezTo>
                  <a:cubicBezTo>
                    <a:pt x="78" y="23"/>
                    <a:pt x="79" y="23"/>
                    <a:pt x="79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8"/>
                    <a:pt x="78" y="30"/>
                    <a:pt x="76" y="31"/>
                  </a:cubicBezTo>
                  <a:cubicBezTo>
                    <a:pt x="85" y="30"/>
                    <a:pt x="98" y="27"/>
                    <a:pt x="110" y="22"/>
                  </a:cubicBezTo>
                  <a:cubicBezTo>
                    <a:pt x="120" y="17"/>
                    <a:pt x="128" y="12"/>
                    <a:pt x="132" y="6"/>
                  </a:cubicBezTo>
                  <a:cubicBezTo>
                    <a:pt x="134" y="2"/>
                    <a:pt x="136" y="0"/>
                    <a:pt x="136" y="0"/>
                  </a:cubicBezTo>
                  <a:cubicBezTo>
                    <a:pt x="137" y="1"/>
                    <a:pt x="137" y="3"/>
                    <a:pt x="136" y="6"/>
                  </a:cubicBezTo>
                  <a:cubicBezTo>
                    <a:pt x="135" y="15"/>
                    <a:pt x="131" y="36"/>
                    <a:pt x="145" y="46"/>
                  </a:cubicBezTo>
                  <a:cubicBezTo>
                    <a:pt x="141" y="55"/>
                    <a:pt x="141" y="55"/>
                    <a:pt x="141" y="55"/>
                  </a:cubicBezTo>
                  <a:cubicBezTo>
                    <a:pt x="126" y="43"/>
                    <a:pt x="130" y="20"/>
                    <a:pt x="132" y="11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27" y="18"/>
                    <a:pt x="118" y="25"/>
                    <a:pt x="107" y="30"/>
                  </a:cubicBezTo>
                  <a:cubicBezTo>
                    <a:pt x="94" y="36"/>
                    <a:pt x="78" y="39"/>
                    <a:pt x="69" y="40"/>
                  </a:cubicBezTo>
                  <a:cubicBezTo>
                    <a:pt x="64" y="40"/>
                    <a:pt x="62" y="39"/>
                    <a:pt x="62" y="38"/>
                  </a:cubicBezTo>
                  <a:cubicBezTo>
                    <a:pt x="62" y="35"/>
                    <a:pt x="63" y="33"/>
                    <a:pt x="65" y="31"/>
                  </a:cubicBezTo>
                  <a:cubicBezTo>
                    <a:pt x="59" y="31"/>
                    <a:pt x="50" y="32"/>
                    <a:pt x="39" y="33"/>
                  </a:cubicBezTo>
                  <a:cubicBezTo>
                    <a:pt x="30" y="35"/>
                    <a:pt x="23" y="36"/>
                    <a:pt x="18" y="38"/>
                  </a:cubicBezTo>
                  <a:cubicBezTo>
                    <a:pt x="14" y="40"/>
                    <a:pt x="11" y="42"/>
                    <a:pt x="8" y="44"/>
                  </a:cubicBezTo>
                  <a:cubicBezTo>
                    <a:pt x="6" y="47"/>
                    <a:pt x="4" y="55"/>
                    <a:pt x="4" y="55"/>
                  </a:cubicBezTo>
                  <a:cubicBezTo>
                    <a:pt x="0" y="59"/>
                    <a:pt x="0" y="59"/>
                    <a:pt x="0" y="59"/>
                  </a:cubicBezTo>
                  <a:close/>
                  <a:moveTo>
                    <a:pt x="68" y="31"/>
                  </a:moveTo>
                  <a:cubicBezTo>
                    <a:pt x="67" y="31"/>
                    <a:pt x="67" y="31"/>
                    <a:pt x="67" y="31"/>
                  </a:cubicBezTo>
                  <a:cubicBezTo>
                    <a:pt x="67" y="31"/>
                    <a:pt x="68" y="31"/>
                    <a:pt x="68" y="31"/>
                  </a:cubicBezTo>
                  <a:cubicBezTo>
                    <a:pt x="68" y="31"/>
                    <a:pt x="68" y="31"/>
                    <a:pt x="68" y="31"/>
                  </a:cubicBezTo>
                  <a:close/>
                  <a:moveTo>
                    <a:pt x="75" y="31"/>
                  </a:move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4" y="31"/>
                    <a:pt x="74" y="31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75" y="31"/>
                  </a:moveTo>
                  <a:cubicBezTo>
                    <a:pt x="75" y="31"/>
                    <a:pt x="74" y="31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75" y="32"/>
                  </a:moveTo>
                  <a:cubicBezTo>
                    <a:pt x="75" y="32"/>
                    <a:pt x="75" y="32"/>
                    <a:pt x="75" y="32"/>
                  </a:cubicBezTo>
                  <a:cubicBezTo>
                    <a:pt x="75" y="32"/>
                    <a:pt x="75" y="32"/>
                    <a:pt x="75" y="32"/>
                  </a:cubicBezTo>
                  <a:close/>
                  <a:moveTo>
                    <a:pt x="133" y="8"/>
                  </a:moveTo>
                  <a:cubicBezTo>
                    <a:pt x="133" y="8"/>
                    <a:pt x="133" y="9"/>
                    <a:pt x="133" y="9"/>
                  </a:cubicBezTo>
                  <a:cubicBezTo>
                    <a:pt x="133" y="9"/>
                    <a:pt x="133" y="8"/>
                    <a:pt x="133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90" name="Google Shape;3490;p15"/>
          <p:cNvSpPr/>
          <p:nvPr/>
        </p:nvSpPr>
        <p:spPr>
          <a:xfrm>
            <a:off x="3028950" y="3263900"/>
            <a:ext cx="558800" cy="481013"/>
          </a:xfrm>
          <a:custGeom>
            <a:rect b="b" l="l" r="r" t="t"/>
            <a:pathLst>
              <a:path extrusionOk="0" h="168" w="196">
                <a:moveTo>
                  <a:pt x="24" y="29"/>
                </a:moveTo>
                <a:cubicBezTo>
                  <a:pt x="39" y="29"/>
                  <a:pt x="39" y="29"/>
                  <a:pt x="39" y="29"/>
                </a:cubicBezTo>
                <a:cubicBezTo>
                  <a:pt x="39" y="168"/>
                  <a:pt x="39" y="168"/>
                  <a:pt x="39" y="168"/>
                </a:cubicBezTo>
                <a:cubicBezTo>
                  <a:pt x="24" y="168"/>
                  <a:pt x="24" y="168"/>
                  <a:pt x="24" y="168"/>
                </a:cubicBezTo>
                <a:cubicBezTo>
                  <a:pt x="10" y="168"/>
                  <a:pt x="0" y="157"/>
                  <a:pt x="0" y="144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39"/>
                  <a:pt x="10" y="29"/>
                  <a:pt x="24" y="29"/>
                </a:cubicBezTo>
                <a:close/>
                <a:moveTo>
                  <a:pt x="52" y="29"/>
                </a:moveTo>
                <a:cubicBezTo>
                  <a:pt x="65" y="29"/>
                  <a:pt x="65" y="29"/>
                  <a:pt x="65" y="29"/>
                </a:cubicBezTo>
                <a:cubicBezTo>
                  <a:pt x="65" y="20"/>
                  <a:pt x="65" y="20"/>
                  <a:pt x="65" y="20"/>
                </a:cubicBezTo>
                <a:cubicBezTo>
                  <a:pt x="65" y="15"/>
                  <a:pt x="67" y="10"/>
                  <a:pt x="71" y="6"/>
                </a:cubicBezTo>
                <a:cubicBezTo>
                  <a:pt x="75" y="2"/>
                  <a:pt x="80" y="0"/>
                  <a:pt x="85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7" y="0"/>
                  <a:pt x="121" y="2"/>
                  <a:pt x="125" y="6"/>
                </a:cubicBezTo>
                <a:cubicBezTo>
                  <a:pt x="129" y="10"/>
                  <a:pt x="131" y="15"/>
                  <a:pt x="131" y="20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44" y="29"/>
                  <a:pt x="144" y="29"/>
                  <a:pt x="144" y="29"/>
                </a:cubicBezTo>
                <a:cubicBezTo>
                  <a:pt x="144" y="168"/>
                  <a:pt x="144" y="168"/>
                  <a:pt x="144" y="168"/>
                </a:cubicBezTo>
                <a:cubicBezTo>
                  <a:pt x="52" y="168"/>
                  <a:pt x="52" y="168"/>
                  <a:pt x="52" y="168"/>
                </a:cubicBezTo>
                <a:cubicBezTo>
                  <a:pt x="52" y="29"/>
                  <a:pt x="52" y="29"/>
                  <a:pt x="52" y="29"/>
                </a:cubicBezTo>
                <a:close/>
                <a:moveTo>
                  <a:pt x="157" y="29"/>
                </a:moveTo>
                <a:cubicBezTo>
                  <a:pt x="173" y="29"/>
                  <a:pt x="173" y="29"/>
                  <a:pt x="173" y="29"/>
                </a:cubicBezTo>
                <a:cubicBezTo>
                  <a:pt x="186" y="29"/>
                  <a:pt x="196" y="39"/>
                  <a:pt x="196" y="52"/>
                </a:cubicBezTo>
                <a:cubicBezTo>
                  <a:pt x="196" y="144"/>
                  <a:pt x="196" y="144"/>
                  <a:pt x="196" y="144"/>
                </a:cubicBezTo>
                <a:cubicBezTo>
                  <a:pt x="196" y="157"/>
                  <a:pt x="186" y="168"/>
                  <a:pt x="173" y="168"/>
                </a:cubicBezTo>
                <a:cubicBezTo>
                  <a:pt x="157" y="168"/>
                  <a:pt x="157" y="168"/>
                  <a:pt x="157" y="168"/>
                </a:cubicBezTo>
                <a:cubicBezTo>
                  <a:pt x="157" y="29"/>
                  <a:pt x="157" y="29"/>
                  <a:pt x="157" y="29"/>
                </a:cubicBezTo>
                <a:close/>
                <a:moveTo>
                  <a:pt x="79" y="29"/>
                </a:moveTo>
                <a:cubicBezTo>
                  <a:pt x="118" y="29"/>
                  <a:pt x="118" y="29"/>
                  <a:pt x="118" y="29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18"/>
                  <a:pt x="117" y="17"/>
                  <a:pt x="116" y="16"/>
                </a:cubicBezTo>
                <a:cubicBezTo>
                  <a:pt x="114" y="14"/>
                  <a:pt x="113" y="14"/>
                  <a:pt x="111" y="14"/>
                </a:cubicBezTo>
                <a:cubicBezTo>
                  <a:pt x="85" y="14"/>
                  <a:pt x="85" y="14"/>
                  <a:pt x="85" y="14"/>
                </a:cubicBezTo>
                <a:cubicBezTo>
                  <a:pt x="83" y="14"/>
                  <a:pt x="82" y="14"/>
                  <a:pt x="80" y="16"/>
                </a:cubicBezTo>
                <a:cubicBezTo>
                  <a:pt x="79" y="17"/>
                  <a:pt x="79" y="18"/>
                  <a:pt x="79" y="20"/>
                </a:cubicBezTo>
                <a:lnTo>
                  <a:pt x="79" y="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1" name="Google Shape;3491;p15"/>
          <p:cNvGrpSpPr/>
          <p:nvPr/>
        </p:nvGrpSpPr>
        <p:grpSpPr>
          <a:xfrm>
            <a:off x="7386638" y="4040553"/>
            <a:ext cx="423863" cy="660400"/>
            <a:chOff x="7386638" y="1144588"/>
            <a:chExt cx="423863" cy="660400"/>
          </a:xfrm>
        </p:grpSpPr>
        <p:sp>
          <p:nvSpPr>
            <p:cNvPr id="3492" name="Google Shape;3492;p15"/>
            <p:cNvSpPr/>
            <p:nvPr/>
          </p:nvSpPr>
          <p:spPr>
            <a:xfrm>
              <a:off x="7415213" y="1522413"/>
              <a:ext cx="179388" cy="282575"/>
            </a:xfrm>
            <a:custGeom>
              <a:rect b="b" l="l" r="r" t="t"/>
              <a:pathLst>
                <a:path extrusionOk="0" h="178" w="113">
                  <a:moveTo>
                    <a:pt x="73" y="5"/>
                  </a:moveTo>
                  <a:lnTo>
                    <a:pt x="50" y="0"/>
                  </a:lnTo>
                  <a:lnTo>
                    <a:pt x="0" y="157"/>
                  </a:lnTo>
                  <a:lnTo>
                    <a:pt x="55" y="103"/>
                  </a:lnTo>
                  <a:lnTo>
                    <a:pt x="68" y="178"/>
                  </a:lnTo>
                  <a:lnTo>
                    <a:pt x="113" y="41"/>
                  </a:lnTo>
                  <a:lnTo>
                    <a:pt x="106" y="23"/>
                  </a:lnTo>
                  <a:lnTo>
                    <a:pt x="73" y="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3" name="Google Shape;3493;p15"/>
            <p:cNvSpPr/>
            <p:nvPr/>
          </p:nvSpPr>
          <p:spPr>
            <a:xfrm>
              <a:off x="7458075" y="1216025"/>
              <a:ext cx="279400" cy="277813"/>
            </a:xfrm>
            <a:custGeom>
              <a:rect b="b" l="l" r="r" t="t"/>
              <a:pathLst>
                <a:path extrusionOk="0" h="175" w="176">
                  <a:moveTo>
                    <a:pt x="90" y="5"/>
                  </a:moveTo>
                  <a:lnTo>
                    <a:pt x="120" y="2"/>
                  </a:lnTo>
                  <a:lnTo>
                    <a:pt x="120" y="2"/>
                  </a:lnTo>
                  <a:lnTo>
                    <a:pt x="122" y="2"/>
                  </a:lnTo>
                  <a:lnTo>
                    <a:pt x="140" y="23"/>
                  </a:lnTo>
                  <a:lnTo>
                    <a:pt x="165" y="41"/>
                  </a:lnTo>
                  <a:lnTo>
                    <a:pt x="167" y="41"/>
                  </a:lnTo>
                  <a:lnTo>
                    <a:pt x="167" y="43"/>
                  </a:lnTo>
                  <a:lnTo>
                    <a:pt x="167" y="70"/>
                  </a:lnTo>
                  <a:lnTo>
                    <a:pt x="176" y="101"/>
                  </a:lnTo>
                  <a:lnTo>
                    <a:pt x="176" y="103"/>
                  </a:lnTo>
                  <a:lnTo>
                    <a:pt x="176" y="103"/>
                  </a:lnTo>
                  <a:lnTo>
                    <a:pt x="158" y="124"/>
                  </a:lnTo>
                  <a:lnTo>
                    <a:pt x="145" y="153"/>
                  </a:lnTo>
                  <a:lnTo>
                    <a:pt x="145" y="155"/>
                  </a:lnTo>
                  <a:lnTo>
                    <a:pt x="143" y="155"/>
                  </a:lnTo>
                  <a:lnTo>
                    <a:pt x="116" y="160"/>
                  </a:lnTo>
                  <a:lnTo>
                    <a:pt x="88" y="173"/>
                  </a:lnTo>
                  <a:lnTo>
                    <a:pt x="88" y="175"/>
                  </a:lnTo>
                  <a:lnTo>
                    <a:pt x="86" y="173"/>
                  </a:lnTo>
                  <a:lnTo>
                    <a:pt x="61" y="160"/>
                  </a:lnTo>
                  <a:lnTo>
                    <a:pt x="32" y="153"/>
                  </a:lnTo>
                  <a:lnTo>
                    <a:pt x="30" y="153"/>
                  </a:lnTo>
                  <a:lnTo>
                    <a:pt x="30" y="151"/>
                  </a:lnTo>
                  <a:lnTo>
                    <a:pt x="20" y="124"/>
                  </a:lnTo>
                  <a:lnTo>
                    <a:pt x="2" y="99"/>
                  </a:lnTo>
                  <a:lnTo>
                    <a:pt x="0" y="99"/>
                  </a:lnTo>
                  <a:lnTo>
                    <a:pt x="2" y="97"/>
                  </a:lnTo>
                  <a:lnTo>
                    <a:pt x="11" y="70"/>
                  </a:lnTo>
                  <a:lnTo>
                    <a:pt x="12" y="40"/>
                  </a:lnTo>
                  <a:lnTo>
                    <a:pt x="12" y="38"/>
                  </a:lnTo>
                  <a:lnTo>
                    <a:pt x="14" y="38"/>
                  </a:lnTo>
                  <a:lnTo>
                    <a:pt x="37" y="23"/>
                  </a:lnTo>
                  <a:lnTo>
                    <a:pt x="59" y="2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90" y="5"/>
                  </a:lnTo>
                  <a:lnTo>
                    <a:pt x="90" y="5"/>
                  </a:lnTo>
                  <a:close/>
                  <a:moveTo>
                    <a:pt x="118" y="5"/>
                  </a:moveTo>
                  <a:lnTo>
                    <a:pt x="90" y="9"/>
                  </a:lnTo>
                  <a:lnTo>
                    <a:pt x="88" y="9"/>
                  </a:lnTo>
                  <a:lnTo>
                    <a:pt x="61" y="5"/>
                  </a:lnTo>
                  <a:lnTo>
                    <a:pt x="41" y="27"/>
                  </a:lnTo>
                  <a:lnTo>
                    <a:pt x="39" y="27"/>
                  </a:lnTo>
                  <a:lnTo>
                    <a:pt x="16" y="41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5" y="97"/>
                  </a:lnTo>
                  <a:lnTo>
                    <a:pt x="23" y="122"/>
                  </a:lnTo>
                  <a:lnTo>
                    <a:pt x="23" y="122"/>
                  </a:lnTo>
                  <a:lnTo>
                    <a:pt x="34" y="148"/>
                  </a:lnTo>
                  <a:lnTo>
                    <a:pt x="63" y="155"/>
                  </a:lnTo>
                  <a:lnTo>
                    <a:pt x="63" y="157"/>
                  </a:lnTo>
                  <a:lnTo>
                    <a:pt x="88" y="169"/>
                  </a:lnTo>
                  <a:lnTo>
                    <a:pt x="115" y="155"/>
                  </a:lnTo>
                  <a:lnTo>
                    <a:pt x="115" y="155"/>
                  </a:lnTo>
                  <a:lnTo>
                    <a:pt x="142" y="151"/>
                  </a:lnTo>
                  <a:lnTo>
                    <a:pt x="154" y="122"/>
                  </a:lnTo>
                  <a:lnTo>
                    <a:pt x="154" y="122"/>
                  </a:lnTo>
                  <a:lnTo>
                    <a:pt x="172" y="101"/>
                  </a:lnTo>
                  <a:lnTo>
                    <a:pt x="163" y="72"/>
                  </a:lnTo>
                  <a:lnTo>
                    <a:pt x="163" y="72"/>
                  </a:lnTo>
                  <a:lnTo>
                    <a:pt x="163" y="43"/>
                  </a:lnTo>
                  <a:lnTo>
                    <a:pt x="136" y="27"/>
                  </a:lnTo>
                  <a:lnTo>
                    <a:pt x="136" y="27"/>
                  </a:lnTo>
                  <a:lnTo>
                    <a:pt x="118" y="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4" name="Google Shape;3494;p15"/>
            <p:cNvSpPr/>
            <p:nvPr/>
          </p:nvSpPr>
          <p:spPr>
            <a:xfrm>
              <a:off x="7386638" y="1144588"/>
              <a:ext cx="423863" cy="660400"/>
            </a:xfrm>
            <a:custGeom>
              <a:rect b="b" l="l" r="r" t="t"/>
              <a:pathLst>
                <a:path extrusionOk="0" h="416" w="267">
                  <a:moveTo>
                    <a:pt x="135" y="7"/>
                  </a:moveTo>
                  <a:lnTo>
                    <a:pt x="183" y="2"/>
                  </a:lnTo>
                  <a:lnTo>
                    <a:pt x="212" y="36"/>
                  </a:lnTo>
                  <a:lnTo>
                    <a:pt x="253" y="63"/>
                  </a:lnTo>
                  <a:lnTo>
                    <a:pt x="253" y="108"/>
                  </a:lnTo>
                  <a:lnTo>
                    <a:pt x="267" y="155"/>
                  </a:lnTo>
                  <a:lnTo>
                    <a:pt x="239" y="189"/>
                  </a:lnTo>
                  <a:lnTo>
                    <a:pt x="219" y="234"/>
                  </a:lnTo>
                  <a:lnTo>
                    <a:pt x="194" y="240"/>
                  </a:lnTo>
                  <a:lnTo>
                    <a:pt x="244" y="395"/>
                  </a:lnTo>
                  <a:lnTo>
                    <a:pt x="188" y="341"/>
                  </a:lnTo>
                  <a:lnTo>
                    <a:pt x="174" y="416"/>
                  </a:lnTo>
                  <a:lnTo>
                    <a:pt x="124" y="261"/>
                  </a:lnTo>
                  <a:lnTo>
                    <a:pt x="91" y="243"/>
                  </a:lnTo>
                  <a:lnTo>
                    <a:pt x="45" y="232"/>
                  </a:lnTo>
                  <a:lnTo>
                    <a:pt x="29" y="189"/>
                  </a:lnTo>
                  <a:lnTo>
                    <a:pt x="0" y="149"/>
                  </a:lnTo>
                  <a:lnTo>
                    <a:pt x="14" y="108"/>
                  </a:lnTo>
                  <a:lnTo>
                    <a:pt x="18" y="58"/>
                  </a:lnTo>
                  <a:lnTo>
                    <a:pt x="56" y="36"/>
                  </a:lnTo>
                  <a:lnTo>
                    <a:pt x="90" y="0"/>
                  </a:lnTo>
                  <a:lnTo>
                    <a:pt x="135" y="7"/>
                  </a:lnTo>
                  <a:lnTo>
                    <a:pt x="135" y="7"/>
                  </a:lnTo>
                  <a:close/>
                  <a:moveTo>
                    <a:pt x="135" y="34"/>
                  </a:moveTo>
                  <a:lnTo>
                    <a:pt x="99" y="27"/>
                  </a:lnTo>
                  <a:lnTo>
                    <a:pt x="72" y="56"/>
                  </a:lnTo>
                  <a:lnTo>
                    <a:pt x="41" y="74"/>
                  </a:lnTo>
                  <a:lnTo>
                    <a:pt x="39" y="113"/>
                  </a:lnTo>
                  <a:lnTo>
                    <a:pt x="29" y="146"/>
                  </a:lnTo>
                  <a:lnTo>
                    <a:pt x="50" y="177"/>
                  </a:lnTo>
                  <a:lnTo>
                    <a:pt x="63" y="211"/>
                  </a:lnTo>
                  <a:lnTo>
                    <a:pt x="100" y="220"/>
                  </a:lnTo>
                  <a:lnTo>
                    <a:pt x="131" y="236"/>
                  </a:lnTo>
                  <a:lnTo>
                    <a:pt x="167" y="220"/>
                  </a:lnTo>
                  <a:lnTo>
                    <a:pt x="201" y="213"/>
                  </a:lnTo>
                  <a:lnTo>
                    <a:pt x="217" y="177"/>
                  </a:lnTo>
                  <a:lnTo>
                    <a:pt x="239" y="149"/>
                  </a:lnTo>
                  <a:lnTo>
                    <a:pt x="228" y="113"/>
                  </a:lnTo>
                  <a:lnTo>
                    <a:pt x="228" y="77"/>
                  </a:lnTo>
                  <a:lnTo>
                    <a:pt x="196" y="56"/>
                  </a:lnTo>
                  <a:lnTo>
                    <a:pt x="172" y="29"/>
                  </a:lnTo>
                  <a:lnTo>
                    <a:pt x="135" y="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5" name="Google Shape;3495;p15"/>
            <p:cNvSpPr/>
            <p:nvPr/>
          </p:nvSpPr>
          <p:spPr>
            <a:xfrm>
              <a:off x="7491413" y="1250950"/>
              <a:ext cx="214313" cy="207963"/>
            </a:xfrm>
            <a:custGeom>
              <a:rect b="b" l="l" r="r" t="t"/>
              <a:pathLst>
                <a:path extrusionOk="0" h="131" w="135">
                  <a:moveTo>
                    <a:pt x="69" y="3"/>
                  </a:moveTo>
                  <a:lnTo>
                    <a:pt x="90" y="0"/>
                  </a:lnTo>
                  <a:lnTo>
                    <a:pt x="92" y="0"/>
                  </a:lnTo>
                  <a:lnTo>
                    <a:pt x="94" y="1"/>
                  </a:lnTo>
                  <a:lnTo>
                    <a:pt x="106" y="18"/>
                  </a:lnTo>
                  <a:lnTo>
                    <a:pt x="124" y="30"/>
                  </a:lnTo>
                  <a:lnTo>
                    <a:pt x="128" y="30"/>
                  </a:lnTo>
                  <a:lnTo>
                    <a:pt x="128" y="34"/>
                  </a:lnTo>
                  <a:lnTo>
                    <a:pt x="128" y="54"/>
                  </a:lnTo>
                  <a:lnTo>
                    <a:pt x="133" y="75"/>
                  </a:lnTo>
                  <a:lnTo>
                    <a:pt x="135" y="77"/>
                  </a:lnTo>
                  <a:lnTo>
                    <a:pt x="133" y="79"/>
                  </a:lnTo>
                  <a:lnTo>
                    <a:pt x="121" y="93"/>
                  </a:lnTo>
                  <a:lnTo>
                    <a:pt x="112" y="115"/>
                  </a:lnTo>
                  <a:lnTo>
                    <a:pt x="110" y="117"/>
                  </a:lnTo>
                  <a:lnTo>
                    <a:pt x="108" y="117"/>
                  </a:lnTo>
                  <a:lnTo>
                    <a:pt x="88" y="120"/>
                  </a:lnTo>
                  <a:lnTo>
                    <a:pt x="69" y="131"/>
                  </a:lnTo>
                  <a:lnTo>
                    <a:pt x="67" y="131"/>
                  </a:lnTo>
                  <a:lnTo>
                    <a:pt x="65" y="131"/>
                  </a:lnTo>
                  <a:lnTo>
                    <a:pt x="47" y="120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2" y="113"/>
                  </a:lnTo>
                  <a:lnTo>
                    <a:pt x="15" y="93"/>
                  </a:lnTo>
                  <a:lnTo>
                    <a:pt x="2" y="75"/>
                  </a:lnTo>
                  <a:lnTo>
                    <a:pt x="0" y="73"/>
                  </a:lnTo>
                  <a:lnTo>
                    <a:pt x="2" y="72"/>
                  </a:lnTo>
                  <a:lnTo>
                    <a:pt x="7" y="54"/>
                  </a:lnTo>
                  <a:lnTo>
                    <a:pt x="9" y="30"/>
                  </a:lnTo>
                  <a:lnTo>
                    <a:pt x="9" y="28"/>
                  </a:lnTo>
                  <a:lnTo>
                    <a:pt x="11" y="27"/>
                  </a:lnTo>
                  <a:lnTo>
                    <a:pt x="29" y="18"/>
                  </a:lnTo>
                  <a:lnTo>
                    <a:pt x="43" y="1"/>
                  </a:lnTo>
                  <a:lnTo>
                    <a:pt x="45" y="0"/>
                  </a:lnTo>
                  <a:lnTo>
                    <a:pt x="49" y="0"/>
                  </a:lnTo>
                  <a:lnTo>
                    <a:pt x="69" y="3"/>
                  </a:lnTo>
                  <a:lnTo>
                    <a:pt x="69" y="3"/>
                  </a:lnTo>
                  <a:close/>
                  <a:moveTo>
                    <a:pt x="88" y="9"/>
                  </a:moveTo>
                  <a:lnTo>
                    <a:pt x="69" y="12"/>
                  </a:lnTo>
                  <a:lnTo>
                    <a:pt x="67" y="12"/>
                  </a:lnTo>
                  <a:lnTo>
                    <a:pt x="49" y="9"/>
                  </a:lnTo>
                  <a:lnTo>
                    <a:pt x="34" y="23"/>
                  </a:lnTo>
                  <a:lnTo>
                    <a:pt x="34" y="25"/>
                  </a:lnTo>
                  <a:lnTo>
                    <a:pt x="18" y="34"/>
                  </a:lnTo>
                  <a:lnTo>
                    <a:pt x="16" y="54"/>
                  </a:lnTo>
                  <a:lnTo>
                    <a:pt x="16" y="55"/>
                  </a:lnTo>
                  <a:lnTo>
                    <a:pt x="11" y="73"/>
                  </a:lnTo>
                  <a:lnTo>
                    <a:pt x="22" y="90"/>
                  </a:lnTo>
                  <a:lnTo>
                    <a:pt x="24" y="90"/>
                  </a:lnTo>
                  <a:lnTo>
                    <a:pt x="29" y="108"/>
                  </a:lnTo>
                  <a:lnTo>
                    <a:pt x="49" y="111"/>
                  </a:lnTo>
                  <a:lnTo>
                    <a:pt x="51" y="113"/>
                  </a:lnTo>
                  <a:lnTo>
                    <a:pt x="67" y="122"/>
                  </a:lnTo>
                  <a:lnTo>
                    <a:pt x="85" y="113"/>
                  </a:lnTo>
                  <a:lnTo>
                    <a:pt x="86" y="111"/>
                  </a:lnTo>
                  <a:lnTo>
                    <a:pt x="104" y="110"/>
                  </a:lnTo>
                  <a:lnTo>
                    <a:pt x="112" y="90"/>
                  </a:lnTo>
                  <a:lnTo>
                    <a:pt x="113" y="90"/>
                  </a:lnTo>
                  <a:lnTo>
                    <a:pt x="124" y="75"/>
                  </a:lnTo>
                  <a:lnTo>
                    <a:pt x="119" y="55"/>
                  </a:lnTo>
                  <a:lnTo>
                    <a:pt x="119" y="54"/>
                  </a:lnTo>
                  <a:lnTo>
                    <a:pt x="119" y="36"/>
                  </a:lnTo>
                  <a:lnTo>
                    <a:pt x="101" y="25"/>
                  </a:lnTo>
                  <a:lnTo>
                    <a:pt x="101" y="23"/>
                  </a:lnTo>
                  <a:lnTo>
                    <a:pt x="88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6" name="Google Shape;3496;p15"/>
          <p:cNvGrpSpPr/>
          <p:nvPr/>
        </p:nvGrpSpPr>
        <p:grpSpPr>
          <a:xfrm>
            <a:off x="2151063" y="3218228"/>
            <a:ext cx="604837" cy="550863"/>
            <a:chOff x="2151063" y="322263"/>
            <a:chExt cx="604837" cy="550863"/>
          </a:xfrm>
        </p:grpSpPr>
        <p:sp>
          <p:nvSpPr>
            <p:cNvPr id="3497" name="Google Shape;3497;p15"/>
            <p:cNvSpPr/>
            <p:nvPr/>
          </p:nvSpPr>
          <p:spPr>
            <a:xfrm>
              <a:off x="2151063" y="465138"/>
              <a:ext cx="265113" cy="407988"/>
            </a:xfrm>
            <a:custGeom>
              <a:rect b="b" l="l" r="r" t="t"/>
              <a:pathLst>
                <a:path extrusionOk="0" h="142" w="93">
                  <a:moveTo>
                    <a:pt x="93" y="20"/>
                  </a:moveTo>
                  <a:cubicBezTo>
                    <a:pt x="93" y="49"/>
                    <a:pt x="93" y="49"/>
                    <a:pt x="93" y="49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78" y="58"/>
                    <a:pt x="62" y="60"/>
                    <a:pt x="47" y="61"/>
                  </a:cubicBezTo>
                  <a:cubicBezTo>
                    <a:pt x="31" y="61"/>
                    <a:pt x="16" y="58"/>
                    <a:pt x="0" y="5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21" y="0"/>
                    <a:pt x="47" y="0"/>
                  </a:cubicBezTo>
                  <a:cubicBezTo>
                    <a:pt x="72" y="0"/>
                    <a:pt x="93" y="9"/>
                    <a:pt x="93" y="20"/>
                  </a:cubicBezTo>
                  <a:cubicBezTo>
                    <a:pt x="93" y="20"/>
                    <a:pt x="93" y="20"/>
                    <a:pt x="93" y="20"/>
                  </a:cubicBezTo>
                  <a:close/>
                  <a:moveTo>
                    <a:pt x="93" y="55"/>
                  </a:moveTo>
                  <a:cubicBezTo>
                    <a:pt x="78" y="60"/>
                    <a:pt x="62" y="63"/>
                    <a:pt x="47" y="63"/>
                  </a:cubicBezTo>
                  <a:cubicBezTo>
                    <a:pt x="31" y="63"/>
                    <a:pt x="16" y="61"/>
                    <a:pt x="0" y="5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6" y="69"/>
                    <a:pt x="31" y="71"/>
                    <a:pt x="47" y="71"/>
                  </a:cubicBezTo>
                  <a:cubicBezTo>
                    <a:pt x="62" y="71"/>
                    <a:pt x="78" y="68"/>
                    <a:pt x="93" y="63"/>
                  </a:cubicBezTo>
                  <a:cubicBezTo>
                    <a:pt x="93" y="55"/>
                    <a:pt x="93" y="55"/>
                    <a:pt x="93" y="55"/>
                  </a:cubicBezTo>
                  <a:close/>
                  <a:moveTo>
                    <a:pt x="93" y="66"/>
                  </a:moveTo>
                  <a:cubicBezTo>
                    <a:pt x="93" y="89"/>
                    <a:pt x="93" y="89"/>
                    <a:pt x="93" y="89"/>
                  </a:cubicBezTo>
                  <a:cubicBezTo>
                    <a:pt x="78" y="94"/>
                    <a:pt x="62" y="97"/>
                    <a:pt x="47" y="97"/>
                  </a:cubicBezTo>
                  <a:cubicBezTo>
                    <a:pt x="31" y="97"/>
                    <a:pt x="16" y="94"/>
                    <a:pt x="0" y="89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16" y="71"/>
                    <a:pt x="31" y="74"/>
                    <a:pt x="47" y="73"/>
                  </a:cubicBezTo>
                  <a:cubicBezTo>
                    <a:pt x="62" y="73"/>
                    <a:pt x="78" y="71"/>
                    <a:pt x="93" y="66"/>
                  </a:cubicBezTo>
                  <a:close/>
                  <a:moveTo>
                    <a:pt x="93" y="91"/>
                  </a:moveTo>
                  <a:cubicBezTo>
                    <a:pt x="78" y="96"/>
                    <a:pt x="62" y="99"/>
                    <a:pt x="47" y="99"/>
                  </a:cubicBezTo>
                  <a:cubicBezTo>
                    <a:pt x="31" y="99"/>
                    <a:pt x="16" y="97"/>
                    <a:pt x="0" y="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6" y="105"/>
                    <a:pt x="31" y="107"/>
                    <a:pt x="47" y="107"/>
                  </a:cubicBezTo>
                  <a:cubicBezTo>
                    <a:pt x="62" y="107"/>
                    <a:pt x="78" y="104"/>
                    <a:pt x="93" y="99"/>
                  </a:cubicBezTo>
                  <a:cubicBezTo>
                    <a:pt x="93" y="91"/>
                    <a:pt x="93" y="91"/>
                    <a:pt x="93" y="91"/>
                  </a:cubicBezTo>
                  <a:close/>
                  <a:moveTo>
                    <a:pt x="93" y="102"/>
                  </a:moveTo>
                  <a:cubicBezTo>
                    <a:pt x="93" y="114"/>
                    <a:pt x="93" y="114"/>
                    <a:pt x="93" y="114"/>
                  </a:cubicBezTo>
                  <a:cubicBezTo>
                    <a:pt x="93" y="139"/>
                    <a:pt x="69" y="141"/>
                    <a:pt x="46" y="140"/>
                  </a:cubicBezTo>
                  <a:cubicBezTo>
                    <a:pt x="26" y="140"/>
                    <a:pt x="0" y="142"/>
                    <a:pt x="0" y="114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16" y="107"/>
                    <a:pt x="31" y="110"/>
                    <a:pt x="47" y="110"/>
                  </a:cubicBezTo>
                  <a:cubicBezTo>
                    <a:pt x="62" y="109"/>
                    <a:pt x="78" y="107"/>
                    <a:pt x="93" y="102"/>
                  </a:cubicBezTo>
                  <a:close/>
                  <a:moveTo>
                    <a:pt x="47" y="2"/>
                  </a:moveTo>
                  <a:cubicBezTo>
                    <a:pt x="24" y="2"/>
                    <a:pt x="6" y="10"/>
                    <a:pt x="6" y="20"/>
                  </a:cubicBezTo>
                  <a:cubicBezTo>
                    <a:pt x="6" y="29"/>
                    <a:pt x="24" y="37"/>
                    <a:pt x="47" y="37"/>
                  </a:cubicBezTo>
                  <a:cubicBezTo>
                    <a:pt x="69" y="37"/>
                    <a:pt x="88" y="29"/>
                    <a:pt x="88" y="20"/>
                  </a:cubicBezTo>
                  <a:cubicBezTo>
                    <a:pt x="88" y="10"/>
                    <a:pt x="69" y="2"/>
                    <a:pt x="47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8" name="Google Shape;3498;p15"/>
            <p:cNvSpPr/>
            <p:nvPr/>
          </p:nvSpPr>
          <p:spPr>
            <a:xfrm>
              <a:off x="2174875" y="477838"/>
              <a:ext cx="222250" cy="88900"/>
            </a:xfrm>
            <a:custGeom>
              <a:rect b="b" l="l" r="r" t="t"/>
              <a:pathLst>
                <a:path extrusionOk="0" h="31" w="78">
                  <a:moveTo>
                    <a:pt x="67" y="5"/>
                  </a:moveTo>
                  <a:cubicBezTo>
                    <a:pt x="60" y="2"/>
                    <a:pt x="50" y="0"/>
                    <a:pt x="39" y="0"/>
                  </a:cubicBezTo>
                  <a:cubicBezTo>
                    <a:pt x="28" y="0"/>
                    <a:pt x="18" y="2"/>
                    <a:pt x="10" y="5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0"/>
                    <a:pt x="4" y="24"/>
                    <a:pt x="10" y="26"/>
                  </a:cubicBezTo>
                  <a:cubicBezTo>
                    <a:pt x="18" y="30"/>
                    <a:pt x="28" y="31"/>
                    <a:pt x="39" y="31"/>
                  </a:cubicBezTo>
                  <a:cubicBezTo>
                    <a:pt x="50" y="31"/>
                    <a:pt x="60" y="30"/>
                    <a:pt x="67" y="26"/>
                  </a:cubicBezTo>
                  <a:cubicBezTo>
                    <a:pt x="74" y="24"/>
                    <a:pt x="78" y="20"/>
                    <a:pt x="78" y="16"/>
                  </a:cubicBezTo>
                  <a:cubicBezTo>
                    <a:pt x="78" y="12"/>
                    <a:pt x="74" y="8"/>
                    <a:pt x="67" y="5"/>
                  </a:cubicBezTo>
                  <a:close/>
                  <a:moveTo>
                    <a:pt x="66" y="11"/>
                  </a:moveTo>
                  <a:cubicBezTo>
                    <a:pt x="68" y="11"/>
                    <a:pt x="70" y="12"/>
                    <a:pt x="70" y="13"/>
                  </a:cubicBezTo>
                  <a:cubicBezTo>
                    <a:pt x="70" y="14"/>
                    <a:pt x="68" y="15"/>
                    <a:pt x="66" y="15"/>
                  </a:cubicBezTo>
                  <a:cubicBezTo>
                    <a:pt x="64" y="15"/>
                    <a:pt x="63" y="14"/>
                    <a:pt x="63" y="13"/>
                  </a:cubicBezTo>
                  <a:cubicBezTo>
                    <a:pt x="63" y="12"/>
                    <a:pt x="64" y="11"/>
                    <a:pt x="66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9" name="Google Shape;3499;p15"/>
            <p:cNvSpPr/>
            <p:nvPr/>
          </p:nvSpPr>
          <p:spPr>
            <a:xfrm>
              <a:off x="2368550" y="322263"/>
              <a:ext cx="387350" cy="334963"/>
            </a:xfrm>
            <a:custGeom>
              <a:rect b="b" l="l" r="r" t="t"/>
              <a:pathLst>
                <a:path extrusionOk="0" h="117" w="136">
                  <a:moveTo>
                    <a:pt x="66" y="4"/>
                  </a:moveTo>
                  <a:cubicBezTo>
                    <a:pt x="97" y="6"/>
                    <a:pt x="97" y="6"/>
                    <a:pt x="97" y="6"/>
                  </a:cubicBezTo>
                  <a:cubicBezTo>
                    <a:pt x="98" y="6"/>
                    <a:pt x="98" y="6"/>
                    <a:pt x="98" y="7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132" y="9"/>
                    <a:pt x="136" y="27"/>
                    <a:pt x="136" y="47"/>
                  </a:cubicBezTo>
                  <a:cubicBezTo>
                    <a:pt x="135" y="61"/>
                    <a:pt x="132" y="77"/>
                    <a:pt x="125" y="91"/>
                  </a:cubicBezTo>
                  <a:cubicBezTo>
                    <a:pt x="115" y="107"/>
                    <a:pt x="95" y="117"/>
                    <a:pt x="79" y="107"/>
                  </a:cubicBezTo>
                  <a:cubicBezTo>
                    <a:pt x="69" y="100"/>
                    <a:pt x="62" y="88"/>
                    <a:pt x="62" y="70"/>
                  </a:cubicBezTo>
                  <a:cubicBezTo>
                    <a:pt x="62" y="67"/>
                    <a:pt x="66" y="64"/>
                    <a:pt x="66" y="70"/>
                  </a:cubicBezTo>
                  <a:cubicBezTo>
                    <a:pt x="69" y="113"/>
                    <a:pt x="104" y="116"/>
                    <a:pt x="121" y="87"/>
                  </a:cubicBezTo>
                  <a:cubicBezTo>
                    <a:pt x="127" y="74"/>
                    <a:pt x="129" y="60"/>
                    <a:pt x="129" y="47"/>
                  </a:cubicBezTo>
                  <a:cubicBezTo>
                    <a:pt x="129" y="30"/>
                    <a:pt x="125" y="15"/>
                    <a:pt x="98" y="13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5"/>
                    <a:pt x="97" y="15"/>
                    <a:pt x="97" y="15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0" y="35"/>
                    <a:pt x="87" y="37"/>
                    <a:pt x="81" y="36"/>
                  </a:cubicBezTo>
                  <a:cubicBezTo>
                    <a:pt x="76" y="35"/>
                    <a:pt x="71" y="35"/>
                    <a:pt x="66" y="34"/>
                  </a:cubicBezTo>
                  <a:cubicBezTo>
                    <a:pt x="64" y="34"/>
                    <a:pt x="62" y="34"/>
                    <a:pt x="59" y="33"/>
                  </a:cubicBezTo>
                  <a:cubicBezTo>
                    <a:pt x="57" y="34"/>
                    <a:pt x="54" y="34"/>
                    <a:pt x="51" y="34"/>
                  </a:cubicBezTo>
                  <a:cubicBezTo>
                    <a:pt x="48" y="34"/>
                    <a:pt x="46" y="33"/>
                    <a:pt x="44" y="31"/>
                  </a:cubicBezTo>
                  <a:cubicBezTo>
                    <a:pt x="43" y="30"/>
                    <a:pt x="42" y="29"/>
                    <a:pt x="40" y="28"/>
                  </a:cubicBezTo>
                  <a:cubicBezTo>
                    <a:pt x="39" y="28"/>
                    <a:pt x="38" y="27"/>
                    <a:pt x="36" y="28"/>
                  </a:cubicBezTo>
                  <a:cubicBezTo>
                    <a:pt x="34" y="29"/>
                    <a:pt x="32" y="28"/>
                    <a:pt x="31" y="27"/>
                  </a:cubicBezTo>
                  <a:cubicBezTo>
                    <a:pt x="27" y="27"/>
                    <a:pt x="17" y="29"/>
                    <a:pt x="8" y="50"/>
                  </a:cubicBezTo>
                  <a:cubicBezTo>
                    <a:pt x="7" y="52"/>
                    <a:pt x="4" y="53"/>
                    <a:pt x="2" y="52"/>
                  </a:cubicBezTo>
                  <a:cubicBezTo>
                    <a:pt x="0" y="51"/>
                    <a:pt x="0" y="49"/>
                    <a:pt x="0" y="47"/>
                  </a:cubicBezTo>
                  <a:cubicBezTo>
                    <a:pt x="12" y="20"/>
                    <a:pt x="24" y="21"/>
                    <a:pt x="28" y="20"/>
                  </a:cubicBezTo>
                  <a:cubicBezTo>
                    <a:pt x="29" y="18"/>
                    <a:pt x="30" y="17"/>
                    <a:pt x="32" y="16"/>
                  </a:cubicBezTo>
                  <a:cubicBezTo>
                    <a:pt x="34" y="15"/>
                    <a:pt x="34" y="13"/>
                    <a:pt x="34" y="10"/>
                  </a:cubicBezTo>
                  <a:cubicBezTo>
                    <a:pt x="34" y="8"/>
                    <a:pt x="35" y="6"/>
                    <a:pt x="38" y="6"/>
                  </a:cubicBezTo>
                  <a:cubicBezTo>
                    <a:pt x="45" y="4"/>
                    <a:pt x="52" y="2"/>
                    <a:pt x="59" y="0"/>
                  </a:cubicBezTo>
                  <a:cubicBezTo>
                    <a:pt x="62" y="0"/>
                    <a:pt x="64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lose/>
                  <a:moveTo>
                    <a:pt x="88" y="15"/>
                  </a:moveTo>
                  <a:cubicBezTo>
                    <a:pt x="66" y="14"/>
                    <a:pt x="66" y="14"/>
                    <a:pt x="66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1" y="15"/>
                    <a:pt x="60" y="22"/>
                    <a:pt x="60" y="26"/>
                  </a:cubicBezTo>
                  <a:cubicBezTo>
                    <a:pt x="60" y="27"/>
                    <a:pt x="60" y="29"/>
                    <a:pt x="61" y="27"/>
                  </a:cubicBezTo>
                  <a:cubicBezTo>
                    <a:pt x="62" y="26"/>
                    <a:pt x="63" y="25"/>
                    <a:pt x="64" y="23"/>
                  </a:cubicBezTo>
                  <a:cubicBezTo>
                    <a:pt x="66" y="20"/>
                    <a:pt x="70" y="19"/>
                    <a:pt x="75" y="22"/>
                  </a:cubicBezTo>
                  <a:cubicBezTo>
                    <a:pt x="78" y="25"/>
                    <a:pt x="82" y="27"/>
                    <a:pt x="86" y="29"/>
                  </a:cubicBezTo>
                  <a:cubicBezTo>
                    <a:pt x="87" y="30"/>
                    <a:pt x="87" y="29"/>
                    <a:pt x="88" y="28"/>
                  </a:cubicBezTo>
                  <a:cubicBezTo>
                    <a:pt x="88" y="15"/>
                    <a:pt x="88" y="15"/>
                    <a:pt x="88" y="15"/>
                  </a:cubicBezTo>
                  <a:close/>
                  <a:moveTo>
                    <a:pt x="65" y="28"/>
                  </a:moveTo>
                  <a:cubicBezTo>
                    <a:pt x="65" y="29"/>
                    <a:pt x="65" y="29"/>
                    <a:pt x="66" y="30"/>
                  </a:cubicBezTo>
                  <a:cubicBezTo>
                    <a:pt x="70" y="31"/>
                    <a:pt x="74" y="32"/>
                    <a:pt x="78" y="32"/>
                  </a:cubicBezTo>
                  <a:cubicBezTo>
                    <a:pt x="79" y="32"/>
                    <a:pt x="88" y="33"/>
                    <a:pt x="84" y="30"/>
                  </a:cubicBezTo>
                  <a:cubicBezTo>
                    <a:pt x="79" y="27"/>
                    <a:pt x="68" y="20"/>
                    <a:pt x="65" y="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0" name="Google Shape;3500;p15"/>
          <p:cNvGrpSpPr/>
          <p:nvPr/>
        </p:nvGrpSpPr>
        <p:grpSpPr>
          <a:xfrm>
            <a:off x="6426200" y="3188065"/>
            <a:ext cx="530225" cy="625476"/>
            <a:chOff x="6426200" y="292100"/>
            <a:chExt cx="530225" cy="625476"/>
          </a:xfrm>
        </p:grpSpPr>
        <p:sp>
          <p:nvSpPr>
            <p:cNvPr id="3501" name="Google Shape;3501;p15"/>
            <p:cNvSpPr/>
            <p:nvPr/>
          </p:nvSpPr>
          <p:spPr>
            <a:xfrm>
              <a:off x="6426200" y="500063"/>
              <a:ext cx="333375" cy="417513"/>
            </a:xfrm>
            <a:custGeom>
              <a:rect b="b" l="l" r="r" t="t"/>
              <a:pathLst>
                <a:path extrusionOk="0" h="146" w="117">
                  <a:moveTo>
                    <a:pt x="70" y="31"/>
                  </a:moveTo>
                  <a:cubicBezTo>
                    <a:pt x="97" y="36"/>
                    <a:pt x="117" y="59"/>
                    <a:pt x="117" y="88"/>
                  </a:cubicBezTo>
                  <a:cubicBezTo>
                    <a:pt x="117" y="120"/>
                    <a:pt x="91" y="146"/>
                    <a:pt x="59" y="146"/>
                  </a:cubicBezTo>
                  <a:cubicBezTo>
                    <a:pt x="26" y="146"/>
                    <a:pt x="0" y="120"/>
                    <a:pt x="0" y="88"/>
                  </a:cubicBezTo>
                  <a:cubicBezTo>
                    <a:pt x="0" y="59"/>
                    <a:pt x="21" y="36"/>
                    <a:pt x="47" y="31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70" y="0"/>
                    <a:pt x="70" y="0"/>
                    <a:pt x="70" y="0"/>
                  </a:cubicBezTo>
                  <a:lnTo>
                    <a:pt x="70" y="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2" name="Google Shape;3502;p15"/>
            <p:cNvSpPr/>
            <p:nvPr/>
          </p:nvSpPr>
          <p:spPr>
            <a:xfrm>
              <a:off x="6591300" y="292100"/>
              <a:ext cx="365125" cy="239713"/>
            </a:xfrm>
            <a:custGeom>
              <a:rect b="b" l="l" r="r" t="t"/>
              <a:pathLst>
                <a:path extrusionOk="0" h="84" w="128">
                  <a:moveTo>
                    <a:pt x="88" y="0"/>
                  </a:moveTo>
                  <a:cubicBezTo>
                    <a:pt x="91" y="35"/>
                    <a:pt x="91" y="35"/>
                    <a:pt x="91" y="35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95" y="38"/>
                    <a:pt x="95" y="38"/>
                    <a:pt x="95" y="38"/>
                  </a:cubicBezTo>
                  <a:cubicBezTo>
                    <a:pt x="128" y="29"/>
                    <a:pt x="128" y="29"/>
                    <a:pt x="128" y="29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128" y="55"/>
                    <a:pt x="128" y="55"/>
                    <a:pt x="128" y="5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113" y="76"/>
                    <a:pt x="113" y="76"/>
                    <a:pt x="113" y="76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88" y="84"/>
                    <a:pt x="88" y="84"/>
                    <a:pt x="88" y="84"/>
                  </a:cubicBezTo>
                  <a:cubicBezTo>
                    <a:pt x="85" y="49"/>
                    <a:pt x="85" y="49"/>
                    <a:pt x="85" y="49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0" y="57"/>
                    <a:pt x="33" y="57"/>
                    <a:pt x="27" y="55"/>
                  </a:cubicBezTo>
                  <a:cubicBezTo>
                    <a:pt x="14" y="51"/>
                    <a:pt x="1" y="70"/>
                    <a:pt x="1" y="70"/>
                  </a:cubicBezTo>
                  <a:cubicBezTo>
                    <a:pt x="1" y="71"/>
                    <a:pt x="1" y="71"/>
                    <a:pt x="0" y="71"/>
                  </a:cubicBezTo>
                  <a:cubicBezTo>
                    <a:pt x="0" y="70"/>
                    <a:pt x="0" y="70"/>
                    <a:pt x="0" y="69"/>
                  </a:cubicBezTo>
                  <a:cubicBezTo>
                    <a:pt x="0" y="69"/>
                    <a:pt x="14" y="49"/>
                    <a:pt x="28" y="54"/>
                  </a:cubicBezTo>
                  <a:cubicBezTo>
                    <a:pt x="34" y="56"/>
                    <a:pt x="40" y="55"/>
                    <a:pt x="46" y="54"/>
                  </a:cubicBezTo>
                  <a:cubicBezTo>
                    <a:pt x="53" y="52"/>
                    <a:pt x="59" y="48"/>
                    <a:pt x="62" y="44"/>
                  </a:cubicBezTo>
                  <a:cubicBezTo>
                    <a:pt x="62" y="44"/>
                    <a:pt x="62" y="44"/>
                    <a:pt x="63" y="43"/>
                  </a:cubicBezTo>
                  <a:cubicBezTo>
                    <a:pt x="65" y="41"/>
                    <a:pt x="68" y="39"/>
                    <a:pt x="71" y="3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82" y="37"/>
                    <a:pt x="82" y="37"/>
                    <a:pt x="82" y="37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86" y="34"/>
                    <a:pt x="86" y="34"/>
                    <a:pt x="86" y="34"/>
                  </a:cubicBezTo>
                  <a:cubicBezTo>
                    <a:pt x="88" y="0"/>
                    <a:pt x="88" y="0"/>
                    <a:pt x="88" y="0"/>
                  </a:cubicBezTo>
                  <a:close/>
                  <a:moveTo>
                    <a:pt x="54" y="52"/>
                  </a:moveTo>
                  <a:cubicBezTo>
                    <a:pt x="80" y="42"/>
                    <a:pt x="80" y="42"/>
                    <a:pt x="80" y="42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69" y="40"/>
                    <a:pt x="66" y="42"/>
                    <a:pt x="64" y="44"/>
                  </a:cubicBezTo>
                  <a:cubicBezTo>
                    <a:pt x="64" y="45"/>
                    <a:pt x="63" y="45"/>
                    <a:pt x="63" y="45"/>
                  </a:cubicBezTo>
                  <a:cubicBezTo>
                    <a:pt x="61" y="48"/>
                    <a:pt x="58" y="50"/>
                    <a:pt x="54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3" name="Google Shape;3503;p15"/>
          <p:cNvGrpSpPr/>
          <p:nvPr/>
        </p:nvGrpSpPr>
        <p:grpSpPr>
          <a:xfrm>
            <a:off x="8099425" y="3273790"/>
            <a:ext cx="660400" cy="463550"/>
            <a:chOff x="8099425" y="377825"/>
            <a:chExt cx="660400" cy="463550"/>
          </a:xfrm>
        </p:grpSpPr>
        <p:sp>
          <p:nvSpPr>
            <p:cNvPr id="3504" name="Google Shape;3504;p15"/>
            <p:cNvSpPr/>
            <p:nvPr/>
          </p:nvSpPr>
          <p:spPr>
            <a:xfrm>
              <a:off x="8215313" y="798513"/>
              <a:ext cx="427038" cy="2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5" name="Google Shape;3505;p15"/>
            <p:cNvSpPr/>
            <p:nvPr/>
          </p:nvSpPr>
          <p:spPr>
            <a:xfrm>
              <a:off x="8215313" y="831850"/>
              <a:ext cx="427038" cy="95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6" name="Google Shape;3506;p15"/>
            <p:cNvSpPr/>
            <p:nvPr/>
          </p:nvSpPr>
          <p:spPr>
            <a:xfrm>
              <a:off x="8099425" y="377825"/>
              <a:ext cx="660400" cy="411163"/>
            </a:xfrm>
            <a:custGeom>
              <a:rect b="b" l="l" r="r" t="t"/>
              <a:pathLst>
                <a:path extrusionOk="0" h="144" w="232">
                  <a:moveTo>
                    <a:pt x="41" y="144"/>
                  </a:moveTo>
                  <a:cubicBezTo>
                    <a:pt x="191" y="144"/>
                    <a:pt x="191" y="144"/>
                    <a:pt x="191" y="144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6"/>
                    <a:pt x="227" y="96"/>
                    <a:pt x="228" y="96"/>
                  </a:cubicBezTo>
                  <a:cubicBezTo>
                    <a:pt x="230" y="96"/>
                    <a:pt x="232" y="95"/>
                    <a:pt x="232" y="92"/>
                  </a:cubicBezTo>
                  <a:cubicBezTo>
                    <a:pt x="232" y="90"/>
                    <a:pt x="230" y="88"/>
                    <a:pt x="228" y="88"/>
                  </a:cubicBezTo>
                  <a:cubicBezTo>
                    <a:pt x="225" y="88"/>
                    <a:pt x="224" y="90"/>
                    <a:pt x="224" y="92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86" y="63"/>
                    <a:pt x="186" y="63"/>
                    <a:pt x="186" y="63"/>
                  </a:cubicBezTo>
                  <a:cubicBezTo>
                    <a:pt x="188" y="62"/>
                    <a:pt x="190" y="61"/>
                    <a:pt x="190" y="59"/>
                  </a:cubicBezTo>
                  <a:cubicBezTo>
                    <a:pt x="190" y="57"/>
                    <a:pt x="188" y="55"/>
                    <a:pt x="186" y="55"/>
                  </a:cubicBezTo>
                  <a:cubicBezTo>
                    <a:pt x="183" y="55"/>
                    <a:pt x="182" y="57"/>
                    <a:pt x="182" y="59"/>
                  </a:cubicBezTo>
                  <a:cubicBezTo>
                    <a:pt x="182" y="60"/>
                    <a:pt x="183" y="62"/>
                    <a:pt x="184" y="62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21" y="11"/>
                    <a:pt x="122" y="9"/>
                    <a:pt x="122" y="7"/>
                  </a:cubicBezTo>
                  <a:cubicBezTo>
                    <a:pt x="122" y="3"/>
                    <a:pt x="119" y="0"/>
                    <a:pt x="116" y="0"/>
                  </a:cubicBezTo>
                  <a:cubicBezTo>
                    <a:pt x="112" y="0"/>
                    <a:pt x="110" y="3"/>
                    <a:pt x="110" y="7"/>
                  </a:cubicBezTo>
                  <a:cubicBezTo>
                    <a:pt x="110" y="9"/>
                    <a:pt x="111" y="11"/>
                    <a:pt x="114" y="12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5" y="61"/>
                    <a:pt x="55" y="60"/>
                    <a:pt x="55" y="59"/>
                  </a:cubicBezTo>
                  <a:cubicBezTo>
                    <a:pt x="55" y="57"/>
                    <a:pt x="54" y="55"/>
                    <a:pt x="51" y="55"/>
                  </a:cubicBezTo>
                  <a:cubicBezTo>
                    <a:pt x="49" y="55"/>
                    <a:pt x="47" y="57"/>
                    <a:pt x="47" y="59"/>
                  </a:cubicBezTo>
                  <a:cubicBezTo>
                    <a:pt x="47" y="61"/>
                    <a:pt x="49" y="62"/>
                    <a:pt x="51" y="63"/>
                  </a:cubicBezTo>
                  <a:cubicBezTo>
                    <a:pt x="43" y="119"/>
                    <a:pt x="43" y="119"/>
                    <a:pt x="43" y="119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4"/>
                    <a:pt x="7" y="83"/>
                    <a:pt x="4" y="83"/>
                  </a:cubicBezTo>
                  <a:cubicBezTo>
                    <a:pt x="2" y="83"/>
                    <a:pt x="0" y="84"/>
                    <a:pt x="0" y="87"/>
                  </a:cubicBezTo>
                  <a:cubicBezTo>
                    <a:pt x="0" y="89"/>
                    <a:pt x="2" y="90"/>
                    <a:pt x="4" y="90"/>
                  </a:cubicBezTo>
                  <a:cubicBezTo>
                    <a:pt x="5" y="90"/>
                    <a:pt x="5" y="90"/>
                    <a:pt x="6" y="90"/>
                  </a:cubicBezTo>
                  <a:cubicBezTo>
                    <a:pt x="41" y="144"/>
                    <a:pt x="41" y="144"/>
                    <a:pt x="41" y="144"/>
                  </a:cubicBezTo>
                  <a:close/>
                  <a:moveTo>
                    <a:pt x="117" y="104"/>
                  </a:moveTo>
                  <a:cubicBezTo>
                    <a:pt x="121" y="116"/>
                    <a:pt x="121" y="116"/>
                    <a:pt x="121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7" y="135"/>
                    <a:pt x="127" y="135"/>
                    <a:pt x="127" y="135"/>
                  </a:cubicBezTo>
                  <a:cubicBezTo>
                    <a:pt x="117" y="128"/>
                    <a:pt x="117" y="128"/>
                    <a:pt x="117" y="128"/>
                  </a:cubicBezTo>
                  <a:cubicBezTo>
                    <a:pt x="107" y="135"/>
                    <a:pt x="107" y="135"/>
                    <a:pt x="107" y="135"/>
                  </a:cubicBezTo>
                  <a:cubicBezTo>
                    <a:pt x="111" y="123"/>
                    <a:pt x="111" y="123"/>
                    <a:pt x="111" y="123"/>
                  </a:cubicBezTo>
                  <a:cubicBezTo>
                    <a:pt x="101" y="116"/>
                    <a:pt x="101" y="116"/>
                    <a:pt x="101" y="116"/>
                  </a:cubicBezTo>
                  <a:cubicBezTo>
                    <a:pt x="113" y="116"/>
                    <a:pt x="113" y="116"/>
                    <a:pt x="113" y="116"/>
                  </a:cubicBezTo>
                  <a:lnTo>
                    <a:pt x="117" y="1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7" name="Google Shape;3507;p15"/>
          <p:cNvGrpSpPr/>
          <p:nvPr/>
        </p:nvGrpSpPr>
        <p:grpSpPr>
          <a:xfrm>
            <a:off x="1282700" y="4105640"/>
            <a:ext cx="581026" cy="476251"/>
            <a:chOff x="1282700" y="1209675"/>
            <a:chExt cx="581026" cy="476251"/>
          </a:xfrm>
        </p:grpSpPr>
        <p:sp>
          <p:nvSpPr>
            <p:cNvPr id="3508" name="Google Shape;3508;p15"/>
            <p:cNvSpPr/>
            <p:nvPr/>
          </p:nvSpPr>
          <p:spPr>
            <a:xfrm>
              <a:off x="1282700" y="1309688"/>
              <a:ext cx="344488" cy="376238"/>
            </a:xfrm>
            <a:custGeom>
              <a:rect b="b" l="l" r="r" t="t"/>
              <a:pathLst>
                <a:path extrusionOk="0" h="131" w="121">
                  <a:moveTo>
                    <a:pt x="28" y="88"/>
                  </a:moveTo>
                  <a:cubicBezTo>
                    <a:pt x="21" y="88"/>
                    <a:pt x="14" y="90"/>
                    <a:pt x="9" y="94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5" y="19"/>
                    <a:pt x="90" y="26"/>
                    <a:pt x="97" y="27"/>
                  </a:cubicBezTo>
                  <a:cubicBezTo>
                    <a:pt x="100" y="27"/>
                    <a:pt x="101" y="28"/>
                    <a:pt x="101" y="30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7" y="115"/>
                    <a:pt x="77" y="115"/>
                    <a:pt x="77" y="115"/>
                  </a:cubicBezTo>
                  <a:cubicBezTo>
                    <a:pt x="76" y="123"/>
                    <a:pt x="82" y="130"/>
                    <a:pt x="92" y="131"/>
                  </a:cubicBezTo>
                  <a:cubicBezTo>
                    <a:pt x="104" y="131"/>
                    <a:pt x="115" y="124"/>
                    <a:pt x="118" y="115"/>
                  </a:cubicBezTo>
                  <a:cubicBezTo>
                    <a:pt x="121" y="105"/>
                    <a:pt x="115" y="97"/>
                    <a:pt x="104" y="97"/>
                  </a:cubicBezTo>
                  <a:cubicBezTo>
                    <a:pt x="97" y="96"/>
                    <a:pt x="90" y="99"/>
                    <a:pt x="84" y="103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6" y="27"/>
                    <a:pt x="108" y="18"/>
                    <a:pt x="109" y="14"/>
                  </a:cubicBezTo>
                  <a:cubicBezTo>
                    <a:pt x="110" y="9"/>
                    <a:pt x="105" y="9"/>
                    <a:pt x="105" y="9"/>
                  </a:cubicBezTo>
                  <a:cubicBezTo>
                    <a:pt x="105" y="9"/>
                    <a:pt x="42" y="2"/>
                    <a:pt x="36" y="1"/>
                  </a:cubicBezTo>
                  <a:cubicBezTo>
                    <a:pt x="30" y="0"/>
                    <a:pt x="30" y="5"/>
                    <a:pt x="30" y="5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0" y="115"/>
                    <a:pt x="7" y="121"/>
                    <a:pt x="17" y="122"/>
                  </a:cubicBezTo>
                  <a:cubicBezTo>
                    <a:pt x="28" y="122"/>
                    <a:pt x="40" y="115"/>
                    <a:pt x="43" y="106"/>
                  </a:cubicBezTo>
                  <a:cubicBezTo>
                    <a:pt x="46" y="97"/>
                    <a:pt x="39" y="89"/>
                    <a:pt x="28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9" name="Google Shape;3509;p15"/>
            <p:cNvSpPr/>
            <p:nvPr/>
          </p:nvSpPr>
          <p:spPr>
            <a:xfrm>
              <a:off x="1735138" y="1290638"/>
              <a:ext cx="128588" cy="374650"/>
            </a:xfrm>
            <a:custGeom>
              <a:rect b="b" l="l" r="r" t="t"/>
              <a:pathLst>
                <a:path extrusionOk="0" h="131" w="45">
                  <a:moveTo>
                    <a:pt x="21" y="96"/>
                  </a:moveTo>
                  <a:cubicBezTo>
                    <a:pt x="29" y="95"/>
                    <a:pt x="36" y="97"/>
                    <a:pt x="41" y="10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2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cubicBezTo>
                    <a:pt x="45" y="110"/>
                    <a:pt x="45" y="110"/>
                    <a:pt x="45" y="110"/>
                  </a:cubicBezTo>
                  <a:cubicBezTo>
                    <a:pt x="45" y="110"/>
                    <a:pt x="45" y="110"/>
                    <a:pt x="45" y="111"/>
                  </a:cubicBezTo>
                  <a:cubicBezTo>
                    <a:pt x="45" y="120"/>
                    <a:pt x="36" y="128"/>
                    <a:pt x="24" y="129"/>
                  </a:cubicBezTo>
                  <a:cubicBezTo>
                    <a:pt x="12" y="131"/>
                    <a:pt x="2" y="124"/>
                    <a:pt x="1" y="115"/>
                  </a:cubicBezTo>
                  <a:cubicBezTo>
                    <a:pt x="0" y="105"/>
                    <a:pt x="9" y="97"/>
                    <a:pt x="21" y="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0" name="Google Shape;3510;p15"/>
            <p:cNvSpPr/>
            <p:nvPr/>
          </p:nvSpPr>
          <p:spPr>
            <a:xfrm>
              <a:off x="1576388" y="1209675"/>
              <a:ext cx="212725" cy="349250"/>
            </a:xfrm>
            <a:custGeom>
              <a:rect b="b" l="l" r="r" t="t"/>
              <a:pathLst>
                <a:path extrusionOk="0" h="122" w="75">
                  <a:moveTo>
                    <a:pt x="44" y="4"/>
                  </a:moveTo>
                  <a:cubicBezTo>
                    <a:pt x="46" y="9"/>
                    <a:pt x="52" y="17"/>
                    <a:pt x="56" y="22"/>
                  </a:cubicBezTo>
                  <a:cubicBezTo>
                    <a:pt x="59" y="25"/>
                    <a:pt x="62" y="28"/>
                    <a:pt x="65" y="32"/>
                  </a:cubicBezTo>
                  <a:cubicBezTo>
                    <a:pt x="69" y="37"/>
                    <a:pt x="72" y="42"/>
                    <a:pt x="74" y="48"/>
                  </a:cubicBezTo>
                  <a:cubicBezTo>
                    <a:pt x="74" y="51"/>
                    <a:pt x="75" y="53"/>
                    <a:pt x="75" y="55"/>
                  </a:cubicBezTo>
                  <a:cubicBezTo>
                    <a:pt x="75" y="59"/>
                    <a:pt x="75" y="62"/>
                    <a:pt x="75" y="65"/>
                  </a:cubicBezTo>
                  <a:cubicBezTo>
                    <a:pt x="73" y="73"/>
                    <a:pt x="70" y="79"/>
                    <a:pt x="66" y="84"/>
                  </a:cubicBezTo>
                  <a:cubicBezTo>
                    <a:pt x="65" y="85"/>
                    <a:pt x="63" y="84"/>
                    <a:pt x="65" y="82"/>
                  </a:cubicBezTo>
                  <a:cubicBezTo>
                    <a:pt x="69" y="75"/>
                    <a:pt x="71" y="68"/>
                    <a:pt x="70" y="59"/>
                  </a:cubicBezTo>
                  <a:cubicBezTo>
                    <a:pt x="70" y="57"/>
                    <a:pt x="69" y="56"/>
                    <a:pt x="69" y="54"/>
                  </a:cubicBezTo>
                  <a:cubicBezTo>
                    <a:pt x="68" y="51"/>
                    <a:pt x="66" y="48"/>
                    <a:pt x="64" y="45"/>
                  </a:cubicBezTo>
                  <a:cubicBezTo>
                    <a:pt x="63" y="42"/>
                    <a:pt x="61" y="41"/>
                    <a:pt x="59" y="39"/>
                  </a:cubicBezTo>
                  <a:cubicBezTo>
                    <a:pt x="54" y="35"/>
                    <a:pt x="49" y="29"/>
                    <a:pt x="44" y="22"/>
                  </a:cubicBezTo>
                  <a:cubicBezTo>
                    <a:pt x="44" y="102"/>
                    <a:pt x="44" y="102"/>
                    <a:pt x="44" y="102"/>
                  </a:cubicBezTo>
                  <a:cubicBezTo>
                    <a:pt x="44" y="102"/>
                    <a:pt x="44" y="103"/>
                    <a:pt x="44" y="103"/>
                  </a:cubicBezTo>
                  <a:cubicBezTo>
                    <a:pt x="44" y="104"/>
                    <a:pt x="44" y="104"/>
                    <a:pt x="44" y="105"/>
                  </a:cubicBezTo>
                  <a:cubicBezTo>
                    <a:pt x="44" y="114"/>
                    <a:pt x="35" y="122"/>
                    <a:pt x="22" y="122"/>
                  </a:cubicBezTo>
                  <a:cubicBezTo>
                    <a:pt x="10" y="122"/>
                    <a:pt x="0" y="114"/>
                    <a:pt x="0" y="105"/>
                  </a:cubicBezTo>
                  <a:cubicBezTo>
                    <a:pt x="0" y="96"/>
                    <a:pt x="10" y="89"/>
                    <a:pt x="22" y="89"/>
                  </a:cubicBezTo>
                  <a:cubicBezTo>
                    <a:pt x="29" y="89"/>
                    <a:pt x="36" y="91"/>
                    <a:pt x="40" y="95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0"/>
                    <a:pt x="44" y="1"/>
                    <a:pt x="44" y="2"/>
                  </a:cubicBezTo>
                  <a:lnTo>
                    <a:pt x="44" y="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1" name="Google Shape;3511;p15"/>
          <p:cNvGrpSpPr/>
          <p:nvPr/>
        </p:nvGrpSpPr>
        <p:grpSpPr>
          <a:xfrm>
            <a:off x="6472238" y="4088178"/>
            <a:ext cx="506413" cy="573087"/>
            <a:chOff x="6472238" y="1192213"/>
            <a:chExt cx="506413" cy="573087"/>
          </a:xfrm>
        </p:grpSpPr>
        <p:sp>
          <p:nvSpPr>
            <p:cNvPr id="3512" name="Google Shape;3512;p15"/>
            <p:cNvSpPr/>
            <p:nvPr/>
          </p:nvSpPr>
          <p:spPr>
            <a:xfrm>
              <a:off x="6472238" y="1358900"/>
              <a:ext cx="506413" cy="406400"/>
            </a:xfrm>
            <a:custGeom>
              <a:rect b="b" l="l" r="r" t="t"/>
              <a:pathLst>
                <a:path extrusionOk="0" h="142" w="178">
                  <a:moveTo>
                    <a:pt x="0" y="0"/>
                  </a:moveTo>
                  <a:cubicBezTo>
                    <a:pt x="75" y="0"/>
                    <a:pt x="75" y="0"/>
                    <a:pt x="75" y="0"/>
                  </a:cubicBezTo>
                  <a:cubicBezTo>
                    <a:pt x="75" y="16"/>
                    <a:pt x="75" y="32"/>
                    <a:pt x="75" y="48"/>
                  </a:cubicBezTo>
                  <a:cubicBezTo>
                    <a:pt x="75" y="59"/>
                    <a:pt x="67" y="63"/>
                    <a:pt x="57" y="63"/>
                  </a:cubicBezTo>
                  <a:cubicBezTo>
                    <a:pt x="50" y="63"/>
                    <a:pt x="50" y="63"/>
                    <a:pt x="50" y="63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50" y="69"/>
                    <a:pt x="49" y="70"/>
                    <a:pt x="48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43" y="108"/>
                    <a:pt x="42" y="110"/>
                    <a:pt x="43" y="111"/>
                  </a:cubicBezTo>
                  <a:cubicBezTo>
                    <a:pt x="44" y="116"/>
                    <a:pt x="48" y="119"/>
                    <a:pt x="53" y="121"/>
                  </a:cubicBezTo>
                  <a:cubicBezTo>
                    <a:pt x="55" y="122"/>
                    <a:pt x="57" y="122"/>
                    <a:pt x="60" y="122"/>
                  </a:cubicBezTo>
                  <a:cubicBezTo>
                    <a:pt x="62" y="122"/>
                    <a:pt x="65" y="122"/>
                    <a:pt x="67" y="121"/>
                  </a:cubicBezTo>
                  <a:cubicBezTo>
                    <a:pt x="71" y="119"/>
                    <a:pt x="75" y="115"/>
                    <a:pt x="76" y="104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60"/>
                    <a:pt x="80" y="54"/>
                    <a:pt x="87" y="50"/>
                  </a:cubicBezTo>
                  <a:cubicBezTo>
                    <a:pt x="91" y="48"/>
                    <a:pt x="95" y="47"/>
                    <a:pt x="99" y="47"/>
                  </a:cubicBezTo>
                  <a:cubicBezTo>
                    <a:pt x="104" y="47"/>
                    <a:pt x="108" y="48"/>
                    <a:pt x="112" y="49"/>
                  </a:cubicBezTo>
                  <a:cubicBezTo>
                    <a:pt x="123" y="52"/>
                    <a:pt x="132" y="60"/>
                    <a:pt x="134" y="70"/>
                  </a:cubicBezTo>
                  <a:cubicBezTo>
                    <a:pt x="135" y="77"/>
                    <a:pt x="136" y="84"/>
                    <a:pt x="136" y="93"/>
                  </a:cubicBezTo>
                  <a:cubicBezTo>
                    <a:pt x="137" y="101"/>
                    <a:pt x="137" y="109"/>
                    <a:pt x="137" y="119"/>
                  </a:cubicBezTo>
                  <a:cubicBezTo>
                    <a:pt x="138" y="124"/>
                    <a:pt x="142" y="127"/>
                    <a:pt x="146" y="128"/>
                  </a:cubicBezTo>
                  <a:cubicBezTo>
                    <a:pt x="148" y="128"/>
                    <a:pt x="151" y="129"/>
                    <a:pt x="153" y="129"/>
                  </a:cubicBezTo>
                  <a:cubicBezTo>
                    <a:pt x="155" y="129"/>
                    <a:pt x="157" y="128"/>
                    <a:pt x="159" y="127"/>
                  </a:cubicBezTo>
                  <a:cubicBezTo>
                    <a:pt x="163" y="126"/>
                    <a:pt x="165" y="124"/>
                    <a:pt x="165" y="120"/>
                  </a:cubicBezTo>
                  <a:cubicBezTo>
                    <a:pt x="165" y="120"/>
                    <a:pt x="165" y="119"/>
                    <a:pt x="165" y="119"/>
                  </a:cubicBezTo>
                  <a:cubicBezTo>
                    <a:pt x="165" y="60"/>
                    <a:pt x="165" y="60"/>
                    <a:pt x="165" y="60"/>
                  </a:cubicBezTo>
                  <a:cubicBezTo>
                    <a:pt x="165" y="57"/>
                    <a:pt x="168" y="54"/>
                    <a:pt x="172" y="54"/>
                  </a:cubicBezTo>
                  <a:cubicBezTo>
                    <a:pt x="175" y="54"/>
                    <a:pt x="178" y="57"/>
                    <a:pt x="178" y="60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8" y="119"/>
                    <a:pt x="178" y="120"/>
                    <a:pt x="178" y="121"/>
                  </a:cubicBezTo>
                  <a:cubicBezTo>
                    <a:pt x="178" y="130"/>
                    <a:pt x="172" y="136"/>
                    <a:pt x="164" y="139"/>
                  </a:cubicBezTo>
                  <a:cubicBezTo>
                    <a:pt x="161" y="140"/>
                    <a:pt x="157" y="141"/>
                    <a:pt x="153" y="141"/>
                  </a:cubicBezTo>
                  <a:cubicBezTo>
                    <a:pt x="150" y="142"/>
                    <a:pt x="146" y="141"/>
                    <a:pt x="142" y="140"/>
                  </a:cubicBezTo>
                  <a:cubicBezTo>
                    <a:pt x="136" y="138"/>
                    <a:pt x="130" y="134"/>
                    <a:pt x="127" y="128"/>
                  </a:cubicBezTo>
                  <a:cubicBezTo>
                    <a:pt x="126" y="125"/>
                    <a:pt x="125" y="123"/>
                    <a:pt x="125" y="120"/>
                  </a:cubicBezTo>
                  <a:cubicBezTo>
                    <a:pt x="125" y="120"/>
                    <a:pt x="125" y="120"/>
                    <a:pt x="125" y="119"/>
                  </a:cubicBezTo>
                  <a:cubicBezTo>
                    <a:pt x="125" y="117"/>
                    <a:pt x="125" y="115"/>
                    <a:pt x="125" y="113"/>
                  </a:cubicBezTo>
                  <a:cubicBezTo>
                    <a:pt x="124" y="106"/>
                    <a:pt x="124" y="100"/>
                    <a:pt x="124" y="94"/>
                  </a:cubicBezTo>
                  <a:cubicBezTo>
                    <a:pt x="123" y="86"/>
                    <a:pt x="122" y="78"/>
                    <a:pt x="121" y="72"/>
                  </a:cubicBezTo>
                  <a:cubicBezTo>
                    <a:pt x="120" y="67"/>
                    <a:pt x="115" y="63"/>
                    <a:pt x="108" y="61"/>
                  </a:cubicBezTo>
                  <a:cubicBezTo>
                    <a:pt x="106" y="60"/>
                    <a:pt x="103" y="60"/>
                    <a:pt x="100" y="60"/>
                  </a:cubicBezTo>
                  <a:cubicBezTo>
                    <a:pt x="97" y="60"/>
                    <a:pt x="95" y="60"/>
                    <a:pt x="93" y="61"/>
                  </a:cubicBezTo>
                  <a:cubicBezTo>
                    <a:pt x="90" y="63"/>
                    <a:pt x="88" y="66"/>
                    <a:pt x="88" y="70"/>
                  </a:cubicBezTo>
                  <a:cubicBezTo>
                    <a:pt x="88" y="102"/>
                    <a:pt x="88" y="102"/>
                    <a:pt x="88" y="102"/>
                  </a:cubicBezTo>
                  <a:cubicBezTo>
                    <a:pt x="88" y="104"/>
                    <a:pt x="89" y="105"/>
                    <a:pt x="88" y="107"/>
                  </a:cubicBezTo>
                  <a:cubicBezTo>
                    <a:pt x="88" y="121"/>
                    <a:pt x="81" y="129"/>
                    <a:pt x="72" y="133"/>
                  </a:cubicBezTo>
                  <a:cubicBezTo>
                    <a:pt x="68" y="134"/>
                    <a:pt x="64" y="135"/>
                    <a:pt x="60" y="135"/>
                  </a:cubicBezTo>
                  <a:cubicBezTo>
                    <a:pt x="56" y="135"/>
                    <a:pt x="52" y="134"/>
                    <a:pt x="48" y="133"/>
                  </a:cubicBezTo>
                  <a:cubicBezTo>
                    <a:pt x="39" y="129"/>
                    <a:pt x="31" y="122"/>
                    <a:pt x="30" y="110"/>
                  </a:cubicBezTo>
                  <a:cubicBezTo>
                    <a:pt x="30" y="110"/>
                    <a:pt x="30" y="109"/>
                    <a:pt x="30" y="108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6" y="70"/>
                    <a:pt x="25" y="69"/>
                    <a:pt x="25" y="68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6" y="63"/>
                    <a:pt x="0" y="55"/>
                    <a:pt x="0" y="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3" name="Google Shape;3513;p15"/>
            <p:cNvSpPr/>
            <p:nvPr/>
          </p:nvSpPr>
          <p:spPr>
            <a:xfrm>
              <a:off x="6500813" y="1192213"/>
              <a:ext cx="30163" cy="160338"/>
            </a:xfrm>
            <a:custGeom>
              <a:rect b="b" l="l" r="r" t="t"/>
              <a:pathLst>
                <a:path extrusionOk="0" h="56" w="11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8" y="0"/>
                    <a:pt x="11" y="2"/>
                    <a:pt x="11" y="5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4" name="Google Shape;3514;p15"/>
            <p:cNvSpPr/>
            <p:nvPr/>
          </p:nvSpPr>
          <p:spPr>
            <a:xfrm>
              <a:off x="6627813" y="1192213"/>
              <a:ext cx="28575" cy="160338"/>
            </a:xfrm>
            <a:custGeom>
              <a:rect b="b" l="l" r="r" t="t"/>
              <a:pathLst>
                <a:path extrusionOk="0" h="56" w="10"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10" y="2"/>
                    <a:pt x="10" y="5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5" name="Google Shape;3515;p15"/>
          <p:cNvGrpSpPr/>
          <p:nvPr/>
        </p:nvGrpSpPr>
        <p:grpSpPr>
          <a:xfrm>
            <a:off x="4776788" y="4097703"/>
            <a:ext cx="503238" cy="527050"/>
            <a:chOff x="4776788" y="1201738"/>
            <a:chExt cx="503238" cy="527050"/>
          </a:xfrm>
        </p:grpSpPr>
        <p:sp>
          <p:nvSpPr>
            <p:cNvPr id="3516" name="Google Shape;3516;p15"/>
            <p:cNvSpPr/>
            <p:nvPr/>
          </p:nvSpPr>
          <p:spPr>
            <a:xfrm>
              <a:off x="4776788" y="1201738"/>
              <a:ext cx="312738" cy="527050"/>
            </a:xfrm>
            <a:custGeom>
              <a:rect b="b" l="l" r="r" t="t"/>
              <a:pathLst>
                <a:path extrusionOk="0" h="184" w="110">
                  <a:moveTo>
                    <a:pt x="55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80" y="0"/>
                    <a:pt x="101" y="20"/>
                    <a:pt x="101" y="46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5" y="25"/>
                    <a:pt x="77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32" y="7"/>
                    <a:pt x="14" y="25"/>
                    <a:pt x="14" y="47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20"/>
                    <a:pt x="29" y="0"/>
                    <a:pt x="55" y="0"/>
                  </a:cubicBezTo>
                  <a:close/>
                  <a:moveTo>
                    <a:pt x="6" y="173"/>
                  </a:moveTo>
                  <a:cubicBezTo>
                    <a:pt x="16" y="173"/>
                    <a:pt x="16" y="173"/>
                    <a:pt x="16" y="173"/>
                  </a:cubicBezTo>
                  <a:cubicBezTo>
                    <a:pt x="16" y="169"/>
                    <a:pt x="29" y="166"/>
                    <a:pt x="46" y="165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24" y="148"/>
                    <a:pt x="8" y="129"/>
                    <a:pt x="8" y="107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4" y="106"/>
                    <a:pt x="14" y="106"/>
                    <a:pt x="14" y="106"/>
                  </a:cubicBezTo>
                  <a:cubicBezTo>
                    <a:pt x="14" y="128"/>
                    <a:pt x="32" y="146"/>
                    <a:pt x="55" y="146"/>
                  </a:cubicBezTo>
                  <a:cubicBezTo>
                    <a:pt x="55" y="146"/>
                    <a:pt x="55" y="146"/>
                    <a:pt x="55" y="146"/>
                  </a:cubicBezTo>
                  <a:cubicBezTo>
                    <a:pt x="77" y="146"/>
                    <a:pt x="95" y="128"/>
                    <a:pt x="95" y="106"/>
                  </a:cubicBezTo>
                  <a:cubicBezTo>
                    <a:pt x="95" y="72"/>
                    <a:pt x="95" y="72"/>
                    <a:pt x="95" y="72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1" y="129"/>
                    <a:pt x="85" y="148"/>
                    <a:pt x="64" y="152"/>
                  </a:cubicBezTo>
                  <a:cubicBezTo>
                    <a:pt x="64" y="165"/>
                    <a:pt x="64" y="165"/>
                    <a:pt x="64" y="165"/>
                  </a:cubicBezTo>
                  <a:cubicBezTo>
                    <a:pt x="81" y="166"/>
                    <a:pt x="94" y="169"/>
                    <a:pt x="94" y="173"/>
                  </a:cubicBezTo>
                  <a:cubicBezTo>
                    <a:pt x="105" y="173"/>
                    <a:pt x="105" y="173"/>
                    <a:pt x="105" y="173"/>
                  </a:cubicBezTo>
                  <a:cubicBezTo>
                    <a:pt x="107" y="173"/>
                    <a:pt x="110" y="175"/>
                    <a:pt x="110" y="178"/>
                  </a:cubicBezTo>
                  <a:cubicBezTo>
                    <a:pt x="110" y="179"/>
                    <a:pt x="110" y="179"/>
                    <a:pt x="110" y="179"/>
                  </a:cubicBezTo>
                  <a:cubicBezTo>
                    <a:pt x="110" y="181"/>
                    <a:pt x="107" y="184"/>
                    <a:pt x="105" y="184"/>
                  </a:cubicBezTo>
                  <a:cubicBezTo>
                    <a:pt x="6" y="184"/>
                    <a:pt x="6" y="184"/>
                    <a:pt x="6" y="184"/>
                  </a:cubicBezTo>
                  <a:cubicBezTo>
                    <a:pt x="3" y="184"/>
                    <a:pt x="0" y="181"/>
                    <a:pt x="0" y="179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75"/>
                    <a:pt x="3" y="173"/>
                    <a:pt x="6" y="1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7" name="Google Shape;3517;p15"/>
            <p:cNvSpPr/>
            <p:nvPr/>
          </p:nvSpPr>
          <p:spPr>
            <a:xfrm>
              <a:off x="5124450" y="1355725"/>
              <a:ext cx="111125" cy="112713"/>
            </a:xfrm>
            <a:custGeom>
              <a:rect b="b" l="l" r="r" t="t"/>
              <a:pathLst>
                <a:path extrusionOk="0" h="39" w="39">
                  <a:moveTo>
                    <a:pt x="20" y="0"/>
                  </a:moveTo>
                  <a:cubicBezTo>
                    <a:pt x="29" y="0"/>
                    <a:pt x="37" y="7"/>
                    <a:pt x="39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7"/>
                    <a:pt x="10" y="0"/>
                    <a:pt x="20" y="0"/>
                  </a:cubicBezTo>
                  <a:close/>
                  <a:moveTo>
                    <a:pt x="39" y="23"/>
                  </a:moveTo>
                  <a:cubicBezTo>
                    <a:pt x="37" y="32"/>
                    <a:pt x="29" y="39"/>
                    <a:pt x="20" y="39"/>
                  </a:cubicBezTo>
                  <a:cubicBezTo>
                    <a:pt x="10" y="39"/>
                    <a:pt x="2" y="32"/>
                    <a:pt x="0" y="23"/>
                  </a:cubicBezTo>
                  <a:lnTo>
                    <a:pt x="39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8" name="Google Shape;3518;p15"/>
            <p:cNvSpPr/>
            <p:nvPr/>
          </p:nvSpPr>
          <p:spPr>
            <a:xfrm>
              <a:off x="5157788" y="1479550"/>
              <a:ext cx="42863" cy="193675"/>
            </a:xfrm>
            <a:custGeom>
              <a:rect b="b" l="l" r="r" t="t"/>
              <a:pathLst>
                <a:path extrusionOk="0" h="68" w="15">
                  <a:moveTo>
                    <a:pt x="15" y="0"/>
                  </a:moveTo>
                  <a:cubicBezTo>
                    <a:pt x="15" y="54"/>
                    <a:pt x="15" y="54"/>
                    <a:pt x="15" y="54"/>
                  </a:cubicBezTo>
                  <a:cubicBezTo>
                    <a:pt x="15" y="62"/>
                    <a:pt x="12" y="68"/>
                    <a:pt x="8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3" y="68"/>
                    <a:pt x="0" y="62"/>
                    <a:pt x="0" y="5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9" name="Google Shape;3519;p15"/>
            <p:cNvSpPr/>
            <p:nvPr/>
          </p:nvSpPr>
          <p:spPr>
            <a:xfrm>
              <a:off x="4852988" y="1252538"/>
              <a:ext cx="157163" cy="327025"/>
            </a:xfrm>
            <a:custGeom>
              <a:rect b="b" l="l" r="r" t="t"/>
              <a:pathLst>
                <a:path extrusionOk="0" h="114" w="55">
                  <a:moveTo>
                    <a:pt x="27" y="0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42" y="0"/>
                    <a:pt x="55" y="12"/>
                    <a:pt x="55" y="28"/>
                  </a:cubicBezTo>
                  <a:cubicBezTo>
                    <a:pt x="55" y="86"/>
                    <a:pt x="55" y="86"/>
                    <a:pt x="55" y="86"/>
                  </a:cubicBezTo>
                  <a:cubicBezTo>
                    <a:pt x="55" y="101"/>
                    <a:pt x="42" y="114"/>
                    <a:pt x="27" y="114"/>
                  </a:cubicBezTo>
                  <a:cubicBezTo>
                    <a:pt x="27" y="114"/>
                    <a:pt x="27" y="114"/>
                    <a:pt x="27" y="114"/>
                  </a:cubicBezTo>
                  <a:cubicBezTo>
                    <a:pt x="12" y="114"/>
                    <a:pt x="0" y="101"/>
                    <a:pt x="0" y="8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2" y="0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0" name="Google Shape;3520;p15"/>
            <p:cNvSpPr/>
            <p:nvPr/>
          </p:nvSpPr>
          <p:spPr>
            <a:xfrm>
              <a:off x="5078413" y="1241425"/>
              <a:ext cx="201613" cy="57150"/>
            </a:xfrm>
            <a:custGeom>
              <a:rect b="b" l="l" r="r" t="t"/>
              <a:pathLst>
                <a:path extrusionOk="0" h="20" w="71">
                  <a:moveTo>
                    <a:pt x="1" y="14"/>
                  </a:moveTo>
                  <a:cubicBezTo>
                    <a:pt x="0" y="15"/>
                    <a:pt x="0" y="17"/>
                    <a:pt x="1" y="18"/>
                  </a:cubicBezTo>
                  <a:cubicBezTo>
                    <a:pt x="2" y="19"/>
                    <a:pt x="4" y="20"/>
                    <a:pt x="5" y="19"/>
                  </a:cubicBezTo>
                  <a:cubicBezTo>
                    <a:pt x="14" y="10"/>
                    <a:pt x="25" y="6"/>
                    <a:pt x="35" y="6"/>
                  </a:cubicBezTo>
                  <a:cubicBezTo>
                    <a:pt x="46" y="6"/>
                    <a:pt x="57" y="10"/>
                    <a:pt x="66" y="18"/>
                  </a:cubicBezTo>
                  <a:cubicBezTo>
                    <a:pt x="68" y="19"/>
                    <a:pt x="69" y="19"/>
                    <a:pt x="70" y="17"/>
                  </a:cubicBezTo>
                  <a:cubicBezTo>
                    <a:pt x="71" y="16"/>
                    <a:pt x="71" y="14"/>
                    <a:pt x="70" y="13"/>
                  </a:cubicBezTo>
                  <a:cubicBezTo>
                    <a:pt x="59" y="5"/>
                    <a:pt x="47" y="0"/>
                    <a:pt x="35" y="0"/>
                  </a:cubicBezTo>
                  <a:cubicBezTo>
                    <a:pt x="23" y="1"/>
                    <a:pt x="11" y="5"/>
                    <a:pt x="1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1" name="Google Shape;3521;p15"/>
            <p:cNvSpPr/>
            <p:nvPr/>
          </p:nvSpPr>
          <p:spPr>
            <a:xfrm>
              <a:off x="5097463" y="1276350"/>
              <a:ext cx="163513" cy="47625"/>
            </a:xfrm>
            <a:custGeom>
              <a:rect b="b" l="l" r="r" t="t"/>
              <a:pathLst>
                <a:path extrusionOk="0" h="17" w="57">
                  <a:moveTo>
                    <a:pt x="1" y="11"/>
                  </a:moveTo>
                  <a:cubicBezTo>
                    <a:pt x="0" y="13"/>
                    <a:pt x="0" y="14"/>
                    <a:pt x="1" y="16"/>
                  </a:cubicBezTo>
                  <a:cubicBezTo>
                    <a:pt x="2" y="17"/>
                    <a:pt x="3" y="17"/>
                    <a:pt x="5" y="16"/>
                  </a:cubicBezTo>
                  <a:cubicBezTo>
                    <a:pt x="11" y="9"/>
                    <a:pt x="20" y="6"/>
                    <a:pt x="28" y="6"/>
                  </a:cubicBezTo>
                  <a:cubicBezTo>
                    <a:pt x="36" y="6"/>
                    <a:pt x="45" y="9"/>
                    <a:pt x="52" y="16"/>
                  </a:cubicBezTo>
                  <a:cubicBezTo>
                    <a:pt x="53" y="17"/>
                    <a:pt x="55" y="16"/>
                    <a:pt x="56" y="15"/>
                  </a:cubicBezTo>
                  <a:cubicBezTo>
                    <a:pt x="57" y="14"/>
                    <a:pt x="57" y="12"/>
                    <a:pt x="56" y="11"/>
                  </a:cubicBezTo>
                  <a:cubicBezTo>
                    <a:pt x="47" y="4"/>
                    <a:pt x="38" y="0"/>
                    <a:pt x="28" y="0"/>
                  </a:cubicBezTo>
                  <a:cubicBezTo>
                    <a:pt x="18" y="0"/>
                    <a:pt x="8" y="4"/>
                    <a:pt x="1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2" name="Google Shape;3522;p15"/>
            <p:cNvSpPr/>
            <p:nvPr/>
          </p:nvSpPr>
          <p:spPr>
            <a:xfrm>
              <a:off x="5114925" y="1309688"/>
              <a:ext cx="128588" cy="41275"/>
            </a:xfrm>
            <a:custGeom>
              <a:rect b="b" l="l" r="r" t="t"/>
              <a:pathLst>
                <a:path extrusionOk="0" h="14" w="45">
                  <a:moveTo>
                    <a:pt x="1" y="9"/>
                  </a:moveTo>
                  <a:cubicBezTo>
                    <a:pt x="0" y="10"/>
                    <a:pt x="0" y="12"/>
                    <a:pt x="1" y="13"/>
                  </a:cubicBezTo>
                  <a:cubicBezTo>
                    <a:pt x="2" y="14"/>
                    <a:pt x="4" y="14"/>
                    <a:pt x="5" y="13"/>
                  </a:cubicBezTo>
                  <a:cubicBezTo>
                    <a:pt x="10" y="8"/>
                    <a:pt x="16" y="6"/>
                    <a:pt x="22" y="6"/>
                  </a:cubicBezTo>
                  <a:cubicBezTo>
                    <a:pt x="28" y="5"/>
                    <a:pt x="34" y="7"/>
                    <a:pt x="40" y="12"/>
                  </a:cubicBezTo>
                  <a:cubicBezTo>
                    <a:pt x="41" y="13"/>
                    <a:pt x="43" y="13"/>
                    <a:pt x="44" y="12"/>
                  </a:cubicBezTo>
                  <a:cubicBezTo>
                    <a:pt x="45" y="10"/>
                    <a:pt x="45" y="9"/>
                    <a:pt x="43" y="8"/>
                  </a:cubicBezTo>
                  <a:cubicBezTo>
                    <a:pt x="37" y="2"/>
                    <a:pt x="29" y="0"/>
                    <a:pt x="22" y="0"/>
                  </a:cubicBezTo>
                  <a:cubicBezTo>
                    <a:pt x="14" y="0"/>
                    <a:pt x="7" y="3"/>
                    <a:pt x="1" y="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3" name="Google Shape;3523;p15"/>
          <p:cNvGrpSpPr/>
          <p:nvPr/>
        </p:nvGrpSpPr>
        <p:grpSpPr>
          <a:xfrm>
            <a:off x="3849688" y="4031028"/>
            <a:ext cx="615950" cy="604837"/>
            <a:chOff x="3849688" y="1135063"/>
            <a:chExt cx="615950" cy="604837"/>
          </a:xfrm>
        </p:grpSpPr>
        <p:sp>
          <p:nvSpPr>
            <p:cNvPr id="3524" name="Google Shape;3524;p15"/>
            <p:cNvSpPr/>
            <p:nvPr/>
          </p:nvSpPr>
          <p:spPr>
            <a:xfrm>
              <a:off x="4276725" y="1454150"/>
              <a:ext cx="66675" cy="285750"/>
            </a:xfrm>
            <a:custGeom>
              <a:rect b="b" l="l" r="r" t="t"/>
              <a:pathLst>
                <a:path extrusionOk="0" h="100" w="23">
                  <a:moveTo>
                    <a:pt x="20" y="4"/>
                  </a:moveTo>
                  <a:cubicBezTo>
                    <a:pt x="18" y="2"/>
                    <a:pt x="15" y="0"/>
                    <a:pt x="12" y="0"/>
                  </a:cubicBezTo>
                  <a:cubicBezTo>
                    <a:pt x="8" y="0"/>
                    <a:pt x="5" y="2"/>
                    <a:pt x="3" y="4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92"/>
                    <a:pt x="1" y="95"/>
                    <a:pt x="3" y="97"/>
                  </a:cubicBezTo>
                  <a:cubicBezTo>
                    <a:pt x="5" y="99"/>
                    <a:pt x="8" y="100"/>
                    <a:pt x="12" y="100"/>
                  </a:cubicBezTo>
                  <a:cubicBezTo>
                    <a:pt x="15" y="100"/>
                    <a:pt x="18" y="99"/>
                    <a:pt x="20" y="97"/>
                  </a:cubicBezTo>
                  <a:cubicBezTo>
                    <a:pt x="22" y="95"/>
                    <a:pt x="23" y="92"/>
                    <a:pt x="23" y="89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9"/>
                    <a:pt x="22" y="6"/>
                    <a:pt x="20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5" name="Google Shape;3525;p15"/>
            <p:cNvSpPr/>
            <p:nvPr/>
          </p:nvSpPr>
          <p:spPr>
            <a:xfrm>
              <a:off x="3963988" y="1450975"/>
              <a:ext cx="65088" cy="288925"/>
            </a:xfrm>
            <a:custGeom>
              <a:rect b="b" l="l" r="r" t="t"/>
              <a:pathLst>
                <a:path extrusionOk="0" h="101" w="23">
                  <a:moveTo>
                    <a:pt x="20" y="4"/>
                  </a:moveTo>
                  <a:cubicBezTo>
                    <a:pt x="18" y="2"/>
                    <a:pt x="15" y="0"/>
                    <a:pt x="11" y="0"/>
                  </a:cubicBezTo>
                  <a:cubicBezTo>
                    <a:pt x="8" y="0"/>
                    <a:pt x="5" y="2"/>
                    <a:pt x="3" y="4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0" y="92"/>
                    <a:pt x="1" y="95"/>
                    <a:pt x="3" y="97"/>
                  </a:cubicBezTo>
                  <a:cubicBezTo>
                    <a:pt x="5" y="99"/>
                    <a:pt x="8" y="101"/>
                    <a:pt x="11" y="101"/>
                  </a:cubicBezTo>
                  <a:cubicBezTo>
                    <a:pt x="15" y="101"/>
                    <a:pt x="18" y="99"/>
                    <a:pt x="20" y="97"/>
                  </a:cubicBezTo>
                  <a:cubicBezTo>
                    <a:pt x="22" y="95"/>
                    <a:pt x="23" y="92"/>
                    <a:pt x="23" y="89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9"/>
                    <a:pt x="22" y="6"/>
                    <a:pt x="20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6" name="Google Shape;3526;p15"/>
            <p:cNvSpPr/>
            <p:nvPr/>
          </p:nvSpPr>
          <p:spPr>
            <a:xfrm>
              <a:off x="3849688" y="1135063"/>
              <a:ext cx="615950" cy="401638"/>
            </a:xfrm>
            <a:custGeom>
              <a:rect b="b" l="l" r="r" t="t"/>
              <a:pathLst>
                <a:path extrusionOk="0" h="140" w="216">
                  <a:moveTo>
                    <a:pt x="212" y="140"/>
                  </a:moveTo>
                  <a:cubicBezTo>
                    <a:pt x="216" y="110"/>
                    <a:pt x="208" y="85"/>
                    <a:pt x="194" y="62"/>
                  </a:cubicBezTo>
                  <a:cubicBezTo>
                    <a:pt x="192" y="59"/>
                    <a:pt x="189" y="55"/>
                    <a:pt x="187" y="52"/>
                  </a:cubicBezTo>
                  <a:cubicBezTo>
                    <a:pt x="188" y="48"/>
                    <a:pt x="185" y="41"/>
                    <a:pt x="177" y="34"/>
                  </a:cubicBezTo>
                  <a:cubicBezTo>
                    <a:pt x="136" y="4"/>
                    <a:pt x="98" y="0"/>
                    <a:pt x="58" y="22"/>
                  </a:cubicBezTo>
                  <a:cubicBezTo>
                    <a:pt x="53" y="25"/>
                    <a:pt x="34" y="34"/>
                    <a:pt x="34" y="44"/>
                  </a:cubicBezTo>
                  <a:cubicBezTo>
                    <a:pt x="33" y="45"/>
                    <a:pt x="32" y="47"/>
                    <a:pt x="30" y="48"/>
                  </a:cubicBezTo>
                  <a:cubicBezTo>
                    <a:pt x="9" y="70"/>
                    <a:pt x="0" y="101"/>
                    <a:pt x="1" y="138"/>
                  </a:cubicBezTo>
                  <a:cubicBezTo>
                    <a:pt x="3" y="136"/>
                    <a:pt x="4" y="134"/>
                    <a:pt x="6" y="132"/>
                  </a:cubicBezTo>
                  <a:cubicBezTo>
                    <a:pt x="9" y="128"/>
                    <a:pt x="12" y="126"/>
                    <a:pt x="15" y="124"/>
                  </a:cubicBezTo>
                  <a:cubicBezTo>
                    <a:pt x="15" y="93"/>
                    <a:pt x="26" y="70"/>
                    <a:pt x="43" y="54"/>
                  </a:cubicBezTo>
                  <a:cubicBezTo>
                    <a:pt x="50" y="55"/>
                    <a:pt x="58" y="47"/>
                    <a:pt x="64" y="44"/>
                  </a:cubicBezTo>
                  <a:cubicBezTo>
                    <a:pt x="96" y="25"/>
                    <a:pt x="128" y="28"/>
                    <a:pt x="160" y="50"/>
                  </a:cubicBezTo>
                  <a:cubicBezTo>
                    <a:pt x="164" y="53"/>
                    <a:pt x="167" y="54"/>
                    <a:pt x="170" y="56"/>
                  </a:cubicBezTo>
                  <a:cubicBezTo>
                    <a:pt x="185" y="71"/>
                    <a:pt x="196" y="94"/>
                    <a:pt x="197" y="125"/>
                  </a:cubicBezTo>
                  <a:cubicBezTo>
                    <a:pt x="201" y="127"/>
                    <a:pt x="204" y="130"/>
                    <a:pt x="207" y="133"/>
                  </a:cubicBezTo>
                  <a:cubicBezTo>
                    <a:pt x="209" y="135"/>
                    <a:pt x="210" y="137"/>
                    <a:pt x="212" y="1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7" name="Google Shape;3527;p15"/>
            <p:cNvSpPr/>
            <p:nvPr/>
          </p:nvSpPr>
          <p:spPr>
            <a:xfrm>
              <a:off x="4354513" y="1493838"/>
              <a:ext cx="104775" cy="214313"/>
            </a:xfrm>
            <a:custGeom>
              <a:rect b="b" l="l" r="r" t="t"/>
              <a:pathLst>
                <a:path extrusionOk="0" h="75" w="37">
                  <a:moveTo>
                    <a:pt x="27" y="11"/>
                  </a:moveTo>
                  <a:cubicBezTo>
                    <a:pt x="22" y="4"/>
                    <a:pt x="14" y="0"/>
                    <a:pt x="6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" y="74"/>
                    <a:pt x="2" y="74"/>
                    <a:pt x="2" y="74"/>
                  </a:cubicBezTo>
                  <a:cubicBezTo>
                    <a:pt x="3" y="75"/>
                    <a:pt x="4" y="75"/>
                    <a:pt x="6" y="75"/>
                  </a:cubicBezTo>
                  <a:cubicBezTo>
                    <a:pt x="14" y="75"/>
                    <a:pt x="22" y="70"/>
                    <a:pt x="27" y="64"/>
                  </a:cubicBezTo>
                  <a:cubicBezTo>
                    <a:pt x="33" y="57"/>
                    <a:pt x="37" y="48"/>
                    <a:pt x="37" y="37"/>
                  </a:cubicBezTo>
                  <a:cubicBezTo>
                    <a:pt x="37" y="27"/>
                    <a:pt x="33" y="17"/>
                    <a:pt x="27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8" name="Google Shape;3528;p15"/>
            <p:cNvSpPr/>
            <p:nvPr/>
          </p:nvSpPr>
          <p:spPr>
            <a:xfrm>
              <a:off x="3849688" y="1487488"/>
              <a:ext cx="103188" cy="214313"/>
            </a:xfrm>
            <a:custGeom>
              <a:rect b="b" l="l" r="r" t="t"/>
              <a:pathLst>
                <a:path extrusionOk="0" h="75" w="36">
                  <a:moveTo>
                    <a:pt x="31" y="0"/>
                  </a:moveTo>
                  <a:cubicBezTo>
                    <a:pt x="22" y="0"/>
                    <a:pt x="14" y="4"/>
                    <a:pt x="9" y="11"/>
                  </a:cubicBezTo>
                  <a:cubicBezTo>
                    <a:pt x="3" y="18"/>
                    <a:pt x="0" y="27"/>
                    <a:pt x="0" y="38"/>
                  </a:cubicBezTo>
                  <a:cubicBezTo>
                    <a:pt x="0" y="48"/>
                    <a:pt x="3" y="58"/>
                    <a:pt x="9" y="64"/>
                  </a:cubicBezTo>
                  <a:cubicBezTo>
                    <a:pt x="14" y="71"/>
                    <a:pt x="22" y="75"/>
                    <a:pt x="31" y="75"/>
                  </a:cubicBezTo>
                  <a:cubicBezTo>
                    <a:pt x="32" y="75"/>
                    <a:pt x="33" y="75"/>
                    <a:pt x="34" y="75"/>
                  </a:cubicBezTo>
                  <a:cubicBezTo>
                    <a:pt x="34" y="75"/>
                    <a:pt x="35" y="75"/>
                    <a:pt x="36" y="75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4" y="1"/>
                    <a:pt x="34" y="1"/>
                  </a:cubicBezTo>
                  <a:cubicBezTo>
                    <a:pt x="33" y="0"/>
                    <a:pt x="32" y="0"/>
                    <a:pt x="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9" name="Google Shape;3529;p15"/>
          <p:cNvGrpSpPr/>
          <p:nvPr/>
        </p:nvGrpSpPr>
        <p:grpSpPr>
          <a:xfrm>
            <a:off x="311150" y="4043728"/>
            <a:ext cx="669925" cy="671513"/>
            <a:chOff x="311150" y="1147763"/>
            <a:chExt cx="669925" cy="671513"/>
          </a:xfrm>
        </p:grpSpPr>
        <p:sp>
          <p:nvSpPr>
            <p:cNvPr id="3530" name="Google Shape;3530;p15"/>
            <p:cNvSpPr/>
            <p:nvPr/>
          </p:nvSpPr>
          <p:spPr>
            <a:xfrm>
              <a:off x="311150" y="1350963"/>
              <a:ext cx="323850" cy="468313"/>
            </a:xfrm>
            <a:custGeom>
              <a:rect b="b" l="l" r="r" t="t"/>
              <a:pathLst>
                <a:path extrusionOk="0" h="164" w="114">
                  <a:moveTo>
                    <a:pt x="114" y="164"/>
                  </a:moveTo>
                  <a:cubicBezTo>
                    <a:pt x="51" y="162"/>
                    <a:pt x="0" y="110"/>
                    <a:pt x="0" y="46"/>
                  </a:cubicBezTo>
                  <a:cubicBezTo>
                    <a:pt x="0" y="30"/>
                    <a:pt x="4" y="14"/>
                    <a:pt x="10" y="0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29" y="20"/>
                    <a:pt x="26" y="33"/>
                    <a:pt x="26" y="46"/>
                  </a:cubicBezTo>
                  <a:cubicBezTo>
                    <a:pt x="26" y="96"/>
                    <a:pt x="65" y="136"/>
                    <a:pt x="114" y="138"/>
                  </a:cubicBezTo>
                  <a:lnTo>
                    <a:pt x="114" y="1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1" name="Google Shape;3531;p15"/>
            <p:cNvSpPr/>
            <p:nvPr/>
          </p:nvSpPr>
          <p:spPr>
            <a:xfrm>
              <a:off x="641350" y="1147763"/>
              <a:ext cx="339725" cy="436563"/>
            </a:xfrm>
            <a:custGeom>
              <a:rect b="b" l="l" r="r" t="t"/>
              <a:pathLst>
                <a:path extrusionOk="0" h="153" w="119">
                  <a:moveTo>
                    <a:pt x="1" y="0"/>
                  </a:moveTo>
                  <a:cubicBezTo>
                    <a:pt x="66" y="0"/>
                    <a:pt x="119" y="53"/>
                    <a:pt x="119" y="117"/>
                  </a:cubicBezTo>
                  <a:cubicBezTo>
                    <a:pt x="119" y="130"/>
                    <a:pt x="117" y="142"/>
                    <a:pt x="113" y="153"/>
                  </a:cubicBezTo>
                  <a:cubicBezTo>
                    <a:pt x="113" y="153"/>
                    <a:pt x="113" y="153"/>
                    <a:pt x="113" y="153"/>
                  </a:cubicBezTo>
                  <a:cubicBezTo>
                    <a:pt x="89" y="144"/>
                    <a:pt x="89" y="144"/>
                    <a:pt x="89" y="144"/>
                  </a:cubicBezTo>
                  <a:cubicBezTo>
                    <a:pt x="89" y="144"/>
                    <a:pt x="89" y="144"/>
                    <a:pt x="89" y="144"/>
                  </a:cubicBezTo>
                  <a:cubicBezTo>
                    <a:pt x="91" y="136"/>
                    <a:pt x="93" y="127"/>
                    <a:pt x="93" y="117"/>
                  </a:cubicBezTo>
                  <a:cubicBezTo>
                    <a:pt x="93" y="67"/>
                    <a:pt x="52" y="26"/>
                    <a:pt x="1" y="26"/>
                  </a:cubicBezTo>
                  <a:cubicBezTo>
                    <a:pt x="1" y="26"/>
                    <a:pt x="1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2" name="Google Shape;3532;p15"/>
            <p:cNvSpPr/>
            <p:nvPr/>
          </p:nvSpPr>
          <p:spPr>
            <a:xfrm>
              <a:off x="601663" y="1439863"/>
              <a:ext cx="85725" cy="8731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3" name="Google Shape;3533;p15"/>
            <p:cNvSpPr/>
            <p:nvPr/>
          </p:nvSpPr>
          <p:spPr>
            <a:xfrm>
              <a:off x="635000" y="1558925"/>
              <a:ext cx="328613" cy="260350"/>
            </a:xfrm>
            <a:custGeom>
              <a:rect b="b" l="l" r="r" t="t"/>
              <a:pathLst>
                <a:path extrusionOk="0" h="91" w="115">
                  <a:moveTo>
                    <a:pt x="115" y="9"/>
                  </a:moveTo>
                  <a:cubicBezTo>
                    <a:pt x="100" y="57"/>
                    <a:pt x="56" y="91"/>
                    <a:pt x="3" y="91"/>
                  </a:cubicBezTo>
                  <a:cubicBezTo>
                    <a:pt x="2" y="91"/>
                    <a:pt x="1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" y="65"/>
                    <a:pt x="2" y="65"/>
                    <a:pt x="3" y="65"/>
                  </a:cubicBezTo>
                  <a:cubicBezTo>
                    <a:pt x="45" y="65"/>
                    <a:pt x="79" y="38"/>
                    <a:pt x="91" y="0"/>
                  </a:cubicBezTo>
                  <a:lnTo>
                    <a:pt x="115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4" name="Google Shape;3534;p15"/>
            <p:cNvSpPr/>
            <p:nvPr/>
          </p:nvSpPr>
          <p:spPr>
            <a:xfrm>
              <a:off x="339725" y="1147763"/>
              <a:ext cx="304800" cy="228600"/>
            </a:xfrm>
            <a:custGeom>
              <a:rect b="b" l="l" r="r" t="t"/>
              <a:pathLst>
                <a:path extrusionOk="0" h="80" w="107">
                  <a:moveTo>
                    <a:pt x="106" y="26"/>
                  </a:moveTo>
                  <a:cubicBezTo>
                    <a:pt x="70" y="26"/>
                    <a:pt x="38" y="48"/>
                    <a:pt x="24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8" y="29"/>
                    <a:pt x="59" y="1"/>
                    <a:pt x="107" y="0"/>
                  </a:cubicBezTo>
                  <a:lnTo>
                    <a:pt x="106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5" name="Google Shape;3535;p15"/>
            <p:cNvSpPr/>
            <p:nvPr/>
          </p:nvSpPr>
          <p:spPr>
            <a:xfrm>
              <a:off x="647700" y="1241425"/>
              <a:ext cx="58738" cy="206375"/>
            </a:xfrm>
            <a:custGeom>
              <a:rect b="b" l="l" r="r" t="t"/>
              <a:pathLst>
                <a:path extrusionOk="0" h="72" w="21">
                  <a:moveTo>
                    <a:pt x="21" y="0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10" y="69"/>
                    <a:pt x="10" y="69"/>
                    <a:pt x="10" y="69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6" y="71"/>
                    <a:pt x="3" y="70"/>
                    <a:pt x="0" y="69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21"/>
                    <a:pt x="11" y="21"/>
                    <a:pt x="11" y="21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6" name="Google Shape;3536;p15"/>
            <p:cNvSpPr/>
            <p:nvPr/>
          </p:nvSpPr>
          <p:spPr>
            <a:xfrm>
              <a:off x="450850" y="1516063"/>
              <a:ext cx="176213" cy="127000"/>
            </a:xfrm>
            <a:custGeom>
              <a:rect b="b" l="l" r="r" t="t"/>
              <a:pathLst>
                <a:path extrusionOk="0" h="44" w="62">
                  <a:moveTo>
                    <a:pt x="0" y="44"/>
                  </a:moveTo>
                  <a:cubicBezTo>
                    <a:pt x="15" y="28"/>
                    <a:pt x="15" y="28"/>
                    <a:pt x="15" y="28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1"/>
                    <a:pt x="61" y="1"/>
                    <a:pt x="62" y="2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7" name="Google Shape;3537;p15"/>
          <p:cNvGrpSpPr/>
          <p:nvPr/>
        </p:nvGrpSpPr>
        <p:grpSpPr>
          <a:xfrm>
            <a:off x="5630863" y="4048490"/>
            <a:ext cx="576262" cy="619125"/>
            <a:chOff x="5630863" y="1152525"/>
            <a:chExt cx="576262" cy="619125"/>
          </a:xfrm>
        </p:grpSpPr>
        <p:sp>
          <p:nvSpPr>
            <p:cNvPr id="3538" name="Google Shape;3538;p15"/>
            <p:cNvSpPr/>
            <p:nvPr/>
          </p:nvSpPr>
          <p:spPr>
            <a:xfrm>
              <a:off x="5630863" y="1273175"/>
              <a:ext cx="300038" cy="498475"/>
            </a:xfrm>
            <a:custGeom>
              <a:rect b="b" l="l" r="r" t="t"/>
              <a:pathLst>
                <a:path extrusionOk="0" h="174" w="105">
                  <a:moveTo>
                    <a:pt x="53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90" y="1"/>
                    <a:pt x="99" y="48"/>
                    <a:pt x="104" y="94"/>
                  </a:cubicBezTo>
                  <a:cubicBezTo>
                    <a:pt x="105" y="106"/>
                    <a:pt x="102" y="104"/>
                    <a:pt x="99" y="95"/>
                  </a:cubicBezTo>
                  <a:cubicBezTo>
                    <a:pt x="93" y="76"/>
                    <a:pt x="88" y="59"/>
                    <a:pt x="82" y="41"/>
                  </a:cubicBezTo>
                  <a:cubicBezTo>
                    <a:pt x="78" y="28"/>
                    <a:pt x="78" y="31"/>
                    <a:pt x="78" y="40"/>
                  </a:cubicBezTo>
                  <a:cubicBezTo>
                    <a:pt x="79" y="82"/>
                    <a:pt x="78" y="124"/>
                    <a:pt x="78" y="165"/>
                  </a:cubicBezTo>
                  <a:cubicBezTo>
                    <a:pt x="78" y="174"/>
                    <a:pt x="75" y="171"/>
                    <a:pt x="73" y="164"/>
                  </a:cubicBezTo>
                  <a:cubicBezTo>
                    <a:pt x="66" y="142"/>
                    <a:pt x="60" y="119"/>
                    <a:pt x="53" y="96"/>
                  </a:cubicBezTo>
                  <a:cubicBezTo>
                    <a:pt x="53" y="96"/>
                    <a:pt x="52" y="95"/>
                    <a:pt x="52" y="96"/>
                  </a:cubicBezTo>
                  <a:cubicBezTo>
                    <a:pt x="46" y="119"/>
                    <a:pt x="39" y="142"/>
                    <a:pt x="32" y="164"/>
                  </a:cubicBezTo>
                  <a:cubicBezTo>
                    <a:pt x="31" y="171"/>
                    <a:pt x="27" y="174"/>
                    <a:pt x="27" y="165"/>
                  </a:cubicBezTo>
                  <a:cubicBezTo>
                    <a:pt x="27" y="124"/>
                    <a:pt x="27" y="82"/>
                    <a:pt x="27" y="40"/>
                  </a:cubicBezTo>
                  <a:cubicBezTo>
                    <a:pt x="28" y="31"/>
                    <a:pt x="27" y="28"/>
                    <a:pt x="23" y="41"/>
                  </a:cubicBezTo>
                  <a:cubicBezTo>
                    <a:pt x="18" y="58"/>
                    <a:pt x="12" y="75"/>
                    <a:pt x="7" y="93"/>
                  </a:cubicBezTo>
                  <a:cubicBezTo>
                    <a:pt x="3" y="104"/>
                    <a:pt x="0" y="108"/>
                    <a:pt x="1" y="91"/>
                  </a:cubicBezTo>
                  <a:cubicBezTo>
                    <a:pt x="6" y="46"/>
                    <a:pt x="15" y="1"/>
                    <a:pt x="31" y="0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9" name="Google Shape;3539;p15"/>
            <p:cNvSpPr/>
            <p:nvPr/>
          </p:nvSpPr>
          <p:spPr>
            <a:xfrm>
              <a:off x="5953125" y="1304925"/>
              <a:ext cx="254000" cy="446088"/>
            </a:xfrm>
            <a:custGeom>
              <a:rect b="b" l="l" r="r" t="t"/>
              <a:pathLst>
                <a:path extrusionOk="0" h="156" w="89">
                  <a:moveTo>
                    <a:pt x="55" y="1"/>
                  </a:moveTo>
                  <a:cubicBezTo>
                    <a:pt x="44" y="1"/>
                    <a:pt x="44" y="1"/>
                    <a:pt x="44" y="1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25" y="1"/>
                    <a:pt x="24" y="0"/>
                    <a:pt x="18" y="9"/>
                  </a:cubicBezTo>
                  <a:cubicBezTo>
                    <a:pt x="9" y="21"/>
                    <a:pt x="0" y="45"/>
                    <a:pt x="4" y="52"/>
                  </a:cubicBezTo>
                  <a:cubicBezTo>
                    <a:pt x="6" y="56"/>
                    <a:pt x="10" y="45"/>
                    <a:pt x="25" y="13"/>
                  </a:cubicBezTo>
                  <a:cubicBezTo>
                    <a:pt x="26" y="12"/>
                    <a:pt x="26" y="11"/>
                    <a:pt x="27" y="13"/>
                  </a:cubicBezTo>
                  <a:cubicBezTo>
                    <a:pt x="29" y="18"/>
                    <a:pt x="34" y="34"/>
                    <a:pt x="34" y="40"/>
                  </a:cubicBezTo>
                  <a:cubicBezTo>
                    <a:pt x="34" y="49"/>
                    <a:pt x="21" y="72"/>
                    <a:pt x="13" y="86"/>
                  </a:cubicBezTo>
                  <a:cubicBezTo>
                    <a:pt x="9" y="94"/>
                    <a:pt x="8" y="93"/>
                    <a:pt x="16" y="93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5" y="154"/>
                    <a:pt x="27" y="156"/>
                    <a:pt x="30" y="156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2" y="156"/>
                    <a:pt x="35" y="154"/>
                    <a:pt x="35" y="152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5" y="93"/>
                    <a:pt x="34" y="93"/>
                    <a:pt x="34" y="93"/>
                  </a:cubicBezTo>
                  <a:cubicBezTo>
                    <a:pt x="44" y="93"/>
                    <a:pt x="44" y="93"/>
                    <a:pt x="44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4"/>
                    <a:pt x="59" y="156"/>
                    <a:pt x="62" y="156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4" y="156"/>
                    <a:pt x="66" y="154"/>
                    <a:pt x="66" y="152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81" y="93"/>
                    <a:pt x="80" y="94"/>
                    <a:pt x="75" y="86"/>
                  </a:cubicBezTo>
                  <a:cubicBezTo>
                    <a:pt x="68" y="72"/>
                    <a:pt x="55" y="49"/>
                    <a:pt x="55" y="40"/>
                  </a:cubicBezTo>
                  <a:cubicBezTo>
                    <a:pt x="55" y="35"/>
                    <a:pt x="59" y="21"/>
                    <a:pt x="61" y="14"/>
                  </a:cubicBezTo>
                  <a:cubicBezTo>
                    <a:pt x="62" y="11"/>
                    <a:pt x="63" y="12"/>
                    <a:pt x="64" y="14"/>
                  </a:cubicBezTo>
                  <a:cubicBezTo>
                    <a:pt x="78" y="46"/>
                    <a:pt x="82" y="56"/>
                    <a:pt x="85" y="52"/>
                  </a:cubicBezTo>
                  <a:cubicBezTo>
                    <a:pt x="89" y="45"/>
                    <a:pt x="80" y="21"/>
                    <a:pt x="71" y="9"/>
                  </a:cubicBezTo>
                  <a:cubicBezTo>
                    <a:pt x="65" y="0"/>
                    <a:pt x="64" y="1"/>
                    <a:pt x="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0" name="Google Shape;3540;p15"/>
            <p:cNvSpPr/>
            <p:nvPr/>
          </p:nvSpPr>
          <p:spPr>
            <a:xfrm>
              <a:off x="5727700" y="1152525"/>
              <a:ext cx="106363" cy="10636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15"/>
            <p:cNvSpPr/>
            <p:nvPr/>
          </p:nvSpPr>
          <p:spPr>
            <a:xfrm>
              <a:off x="6038850" y="1212850"/>
              <a:ext cx="76200" cy="7778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2" name="Google Shape;3542;p15"/>
          <p:cNvSpPr/>
          <p:nvPr/>
        </p:nvSpPr>
        <p:spPr>
          <a:xfrm>
            <a:off x="7243763" y="3163888"/>
            <a:ext cx="620712" cy="677862"/>
          </a:xfrm>
          <a:custGeom>
            <a:rect b="b" l="l" r="r" t="t"/>
            <a:pathLst>
              <a:path extrusionOk="0" h="237" w="218">
                <a:moveTo>
                  <a:pt x="27" y="118"/>
                </a:moveTo>
                <a:cubicBezTo>
                  <a:pt x="17" y="81"/>
                  <a:pt x="23" y="47"/>
                  <a:pt x="61" y="20"/>
                </a:cubicBezTo>
                <a:cubicBezTo>
                  <a:pt x="95" y="0"/>
                  <a:pt x="128" y="1"/>
                  <a:pt x="163" y="26"/>
                </a:cubicBezTo>
                <a:cubicBezTo>
                  <a:pt x="186" y="47"/>
                  <a:pt x="195" y="77"/>
                  <a:pt x="188" y="118"/>
                </a:cubicBezTo>
                <a:cubicBezTo>
                  <a:pt x="218" y="158"/>
                  <a:pt x="182" y="186"/>
                  <a:pt x="154" y="184"/>
                </a:cubicBezTo>
                <a:cubicBezTo>
                  <a:pt x="154" y="198"/>
                  <a:pt x="153" y="211"/>
                  <a:pt x="153" y="224"/>
                </a:cubicBezTo>
                <a:cubicBezTo>
                  <a:pt x="152" y="224"/>
                  <a:pt x="151" y="224"/>
                  <a:pt x="151" y="224"/>
                </a:cubicBezTo>
                <a:cubicBezTo>
                  <a:pt x="151" y="225"/>
                  <a:pt x="151" y="225"/>
                  <a:pt x="151" y="226"/>
                </a:cubicBezTo>
                <a:cubicBezTo>
                  <a:pt x="151" y="233"/>
                  <a:pt x="151" y="233"/>
                  <a:pt x="151" y="233"/>
                </a:cubicBezTo>
                <a:cubicBezTo>
                  <a:pt x="151" y="235"/>
                  <a:pt x="149" y="237"/>
                  <a:pt x="147" y="237"/>
                </a:cubicBezTo>
                <a:cubicBezTo>
                  <a:pt x="143" y="237"/>
                  <a:pt x="143" y="237"/>
                  <a:pt x="143" y="237"/>
                </a:cubicBezTo>
                <a:cubicBezTo>
                  <a:pt x="141" y="237"/>
                  <a:pt x="139" y="235"/>
                  <a:pt x="139" y="233"/>
                </a:cubicBezTo>
                <a:cubicBezTo>
                  <a:pt x="139" y="226"/>
                  <a:pt x="139" y="226"/>
                  <a:pt x="139" y="226"/>
                </a:cubicBezTo>
                <a:cubicBezTo>
                  <a:pt x="139" y="226"/>
                  <a:pt x="139" y="226"/>
                  <a:pt x="140" y="225"/>
                </a:cubicBezTo>
                <a:cubicBezTo>
                  <a:pt x="138" y="225"/>
                  <a:pt x="137" y="225"/>
                  <a:pt x="136" y="226"/>
                </a:cubicBezTo>
                <a:cubicBezTo>
                  <a:pt x="136" y="226"/>
                  <a:pt x="136" y="226"/>
                  <a:pt x="136" y="226"/>
                </a:cubicBezTo>
                <a:cubicBezTo>
                  <a:pt x="136" y="233"/>
                  <a:pt x="136" y="233"/>
                  <a:pt x="136" y="233"/>
                </a:cubicBezTo>
                <a:cubicBezTo>
                  <a:pt x="136" y="235"/>
                  <a:pt x="135" y="237"/>
                  <a:pt x="133" y="237"/>
                </a:cubicBezTo>
                <a:cubicBezTo>
                  <a:pt x="129" y="237"/>
                  <a:pt x="129" y="237"/>
                  <a:pt x="129" y="237"/>
                </a:cubicBezTo>
                <a:cubicBezTo>
                  <a:pt x="126" y="237"/>
                  <a:pt x="125" y="235"/>
                  <a:pt x="125" y="233"/>
                </a:cubicBezTo>
                <a:cubicBezTo>
                  <a:pt x="125" y="226"/>
                  <a:pt x="125" y="226"/>
                  <a:pt x="125" y="226"/>
                </a:cubicBezTo>
                <a:cubicBezTo>
                  <a:pt x="124" y="226"/>
                  <a:pt x="123" y="226"/>
                  <a:pt x="122" y="226"/>
                </a:cubicBezTo>
                <a:cubicBezTo>
                  <a:pt x="122" y="233"/>
                  <a:pt x="122" y="233"/>
                  <a:pt x="122" y="233"/>
                </a:cubicBezTo>
                <a:cubicBezTo>
                  <a:pt x="122" y="235"/>
                  <a:pt x="120" y="237"/>
                  <a:pt x="118" y="237"/>
                </a:cubicBezTo>
                <a:cubicBezTo>
                  <a:pt x="114" y="237"/>
                  <a:pt x="114" y="237"/>
                  <a:pt x="114" y="237"/>
                </a:cubicBezTo>
                <a:cubicBezTo>
                  <a:pt x="112" y="237"/>
                  <a:pt x="110" y="235"/>
                  <a:pt x="110" y="233"/>
                </a:cubicBezTo>
                <a:cubicBezTo>
                  <a:pt x="110" y="227"/>
                  <a:pt x="110" y="227"/>
                  <a:pt x="110" y="227"/>
                </a:cubicBezTo>
                <a:cubicBezTo>
                  <a:pt x="109" y="227"/>
                  <a:pt x="108" y="227"/>
                  <a:pt x="107" y="227"/>
                </a:cubicBezTo>
                <a:cubicBezTo>
                  <a:pt x="107" y="234"/>
                  <a:pt x="107" y="234"/>
                  <a:pt x="107" y="234"/>
                </a:cubicBezTo>
                <a:cubicBezTo>
                  <a:pt x="107" y="236"/>
                  <a:pt x="106" y="237"/>
                  <a:pt x="105" y="237"/>
                </a:cubicBezTo>
                <a:cubicBezTo>
                  <a:pt x="98" y="237"/>
                  <a:pt x="98" y="237"/>
                  <a:pt x="98" y="237"/>
                </a:cubicBezTo>
                <a:cubicBezTo>
                  <a:pt x="97" y="237"/>
                  <a:pt x="96" y="236"/>
                  <a:pt x="96" y="234"/>
                </a:cubicBezTo>
                <a:cubicBezTo>
                  <a:pt x="96" y="227"/>
                  <a:pt x="96" y="227"/>
                  <a:pt x="96" y="227"/>
                </a:cubicBezTo>
                <a:cubicBezTo>
                  <a:pt x="95" y="227"/>
                  <a:pt x="94" y="227"/>
                  <a:pt x="93" y="227"/>
                </a:cubicBezTo>
                <a:cubicBezTo>
                  <a:pt x="93" y="234"/>
                  <a:pt x="93" y="234"/>
                  <a:pt x="93" y="234"/>
                </a:cubicBezTo>
                <a:cubicBezTo>
                  <a:pt x="93" y="235"/>
                  <a:pt x="91" y="237"/>
                  <a:pt x="89" y="237"/>
                </a:cubicBezTo>
                <a:cubicBezTo>
                  <a:pt x="84" y="237"/>
                  <a:pt x="84" y="237"/>
                  <a:pt x="84" y="237"/>
                </a:cubicBezTo>
                <a:cubicBezTo>
                  <a:pt x="82" y="237"/>
                  <a:pt x="81" y="235"/>
                  <a:pt x="81" y="234"/>
                </a:cubicBezTo>
                <a:cubicBezTo>
                  <a:pt x="81" y="226"/>
                  <a:pt x="81" y="226"/>
                  <a:pt x="81" y="226"/>
                </a:cubicBezTo>
                <a:cubicBezTo>
                  <a:pt x="80" y="226"/>
                  <a:pt x="79" y="226"/>
                  <a:pt x="78" y="226"/>
                </a:cubicBezTo>
                <a:cubicBezTo>
                  <a:pt x="78" y="234"/>
                  <a:pt x="78" y="234"/>
                  <a:pt x="78" y="234"/>
                </a:cubicBezTo>
                <a:cubicBezTo>
                  <a:pt x="78" y="235"/>
                  <a:pt x="77" y="237"/>
                  <a:pt x="75" y="237"/>
                </a:cubicBezTo>
                <a:cubicBezTo>
                  <a:pt x="69" y="237"/>
                  <a:pt x="69" y="237"/>
                  <a:pt x="69" y="237"/>
                </a:cubicBezTo>
                <a:cubicBezTo>
                  <a:pt x="68" y="237"/>
                  <a:pt x="66" y="235"/>
                  <a:pt x="66" y="234"/>
                </a:cubicBezTo>
                <a:cubicBezTo>
                  <a:pt x="66" y="225"/>
                  <a:pt x="66" y="225"/>
                  <a:pt x="66" y="225"/>
                </a:cubicBezTo>
                <a:cubicBezTo>
                  <a:pt x="66" y="225"/>
                  <a:pt x="66" y="225"/>
                  <a:pt x="66" y="225"/>
                </a:cubicBezTo>
                <a:cubicBezTo>
                  <a:pt x="65" y="225"/>
                  <a:pt x="64" y="225"/>
                  <a:pt x="63" y="225"/>
                </a:cubicBezTo>
                <a:cubicBezTo>
                  <a:pt x="62" y="211"/>
                  <a:pt x="61" y="198"/>
                  <a:pt x="60" y="184"/>
                </a:cubicBezTo>
                <a:cubicBezTo>
                  <a:pt x="21" y="185"/>
                  <a:pt x="0" y="147"/>
                  <a:pt x="27" y="118"/>
                </a:cubicBezTo>
                <a:close/>
                <a:moveTo>
                  <a:pt x="69" y="118"/>
                </a:moveTo>
                <a:cubicBezTo>
                  <a:pt x="52" y="118"/>
                  <a:pt x="38" y="128"/>
                  <a:pt x="38" y="139"/>
                </a:cubicBezTo>
                <a:cubicBezTo>
                  <a:pt x="38" y="151"/>
                  <a:pt x="52" y="161"/>
                  <a:pt x="69" y="161"/>
                </a:cubicBezTo>
                <a:cubicBezTo>
                  <a:pt x="86" y="161"/>
                  <a:pt x="100" y="151"/>
                  <a:pt x="100" y="139"/>
                </a:cubicBezTo>
                <a:cubicBezTo>
                  <a:pt x="100" y="128"/>
                  <a:pt x="86" y="118"/>
                  <a:pt x="69" y="118"/>
                </a:cubicBezTo>
                <a:close/>
                <a:moveTo>
                  <a:pt x="146" y="117"/>
                </a:moveTo>
                <a:cubicBezTo>
                  <a:pt x="129" y="117"/>
                  <a:pt x="115" y="127"/>
                  <a:pt x="115" y="139"/>
                </a:cubicBezTo>
                <a:cubicBezTo>
                  <a:pt x="115" y="150"/>
                  <a:pt x="129" y="160"/>
                  <a:pt x="146" y="160"/>
                </a:cubicBezTo>
                <a:cubicBezTo>
                  <a:pt x="163" y="160"/>
                  <a:pt x="177" y="150"/>
                  <a:pt x="177" y="139"/>
                </a:cubicBezTo>
                <a:cubicBezTo>
                  <a:pt x="177" y="127"/>
                  <a:pt x="163" y="117"/>
                  <a:pt x="146" y="117"/>
                </a:cubicBezTo>
                <a:close/>
                <a:moveTo>
                  <a:pt x="107" y="176"/>
                </a:moveTo>
                <a:cubicBezTo>
                  <a:pt x="103" y="187"/>
                  <a:pt x="103" y="187"/>
                  <a:pt x="103" y="187"/>
                </a:cubicBezTo>
                <a:cubicBezTo>
                  <a:pt x="96" y="203"/>
                  <a:pt x="96" y="203"/>
                  <a:pt x="96" y="203"/>
                </a:cubicBezTo>
                <a:cubicBezTo>
                  <a:pt x="107" y="203"/>
                  <a:pt x="107" y="203"/>
                  <a:pt x="107" y="203"/>
                </a:cubicBezTo>
                <a:cubicBezTo>
                  <a:pt x="118" y="203"/>
                  <a:pt x="118" y="203"/>
                  <a:pt x="118" y="203"/>
                </a:cubicBezTo>
                <a:cubicBezTo>
                  <a:pt x="112" y="187"/>
                  <a:pt x="112" y="187"/>
                  <a:pt x="112" y="187"/>
                </a:cubicBezTo>
                <a:lnTo>
                  <a:pt x="107" y="1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3" name="Google Shape;3543;p15"/>
          <p:cNvGrpSpPr/>
          <p:nvPr/>
        </p:nvGrpSpPr>
        <p:grpSpPr>
          <a:xfrm>
            <a:off x="5568950" y="3321415"/>
            <a:ext cx="631825" cy="401638"/>
            <a:chOff x="5568950" y="425450"/>
            <a:chExt cx="631825" cy="401638"/>
          </a:xfrm>
        </p:grpSpPr>
        <p:sp>
          <p:nvSpPr>
            <p:cNvPr id="3544" name="Google Shape;3544;p15"/>
            <p:cNvSpPr/>
            <p:nvPr/>
          </p:nvSpPr>
          <p:spPr>
            <a:xfrm>
              <a:off x="5568950" y="425450"/>
              <a:ext cx="631825" cy="401638"/>
            </a:xfrm>
            <a:custGeom>
              <a:rect b="b" l="l" r="r" t="t"/>
              <a:pathLst>
                <a:path extrusionOk="0" h="140" w="222">
                  <a:moveTo>
                    <a:pt x="29" y="36"/>
                  </a:moveTo>
                  <a:cubicBezTo>
                    <a:pt x="75" y="36"/>
                    <a:pt x="75" y="36"/>
                    <a:pt x="75" y="36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1"/>
                    <a:pt x="76" y="0"/>
                    <a:pt x="78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0" y="0"/>
                    <a:pt x="142" y="1"/>
                    <a:pt x="142" y="2"/>
                  </a:cubicBezTo>
                  <a:cubicBezTo>
                    <a:pt x="142" y="36"/>
                    <a:pt x="142" y="36"/>
                    <a:pt x="142" y="36"/>
                  </a:cubicBezTo>
                  <a:cubicBezTo>
                    <a:pt x="193" y="36"/>
                    <a:pt x="193" y="36"/>
                    <a:pt x="193" y="36"/>
                  </a:cubicBezTo>
                  <a:cubicBezTo>
                    <a:pt x="201" y="36"/>
                    <a:pt x="208" y="39"/>
                    <a:pt x="213" y="45"/>
                  </a:cubicBezTo>
                  <a:cubicBezTo>
                    <a:pt x="219" y="50"/>
                    <a:pt x="222" y="57"/>
                    <a:pt x="222" y="65"/>
                  </a:cubicBezTo>
                  <a:cubicBezTo>
                    <a:pt x="222" y="111"/>
                    <a:pt x="222" y="111"/>
                    <a:pt x="222" y="111"/>
                  </a:cubicBezTo>
                  <a:cubicBezTo>
                    <a:pt x="222" y="119"/>
                    <a:pt x="219" y="126"/>
                    <a:pt x="213" y="131"/>
                  </a:cubicBezTo>
                  <a:cubicBezTo>
                    <a:pt x="208" y="137"/>
                    <a:pt x="201" y="140"/>
                    <a:pt x="193" y="140"/>
                  </a:cubicBezTo>
                  <a:cubicBezTo>
                    <a:pt x="29" y="140"/>
                    <a:pt x="29" y="140"/>
                    <a:pt x="29" y="140"/>
                  </a:cubicBezTo>
                  <a:cubicBezTo>
                    <a:pt x="21" y="140"/>
                    <a:pt x="13" y="137"/>
                    <a:pt x="8" y="131"/>
                  </a:cubicBezTo>
                  <a:cubicBezTo>
                    <a:pt x="3" y="126"/>
                    <a:pt x="0" y="119"/>
                    <a:pt x="0" y="111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57"/>
                    <a:pt x="3" y="50"/>
                    <a:pt x="8" y="45"/>
                  </a:cubicBezTo>
                  <a:cubicBezTo>
                    <a:pt x="13" y="39"/>
                    <a:pt x="21" y="36"/>
                    <a:pt x="29" y="36"/>
                  </a:cubicBezTo>
                  <a:close/>
                  <a:moveTo>
                    <a:pt x="80" y="36"/>
                  </a:moveTo>
                  <a:cubicBezTo>
                    <a:pt x="137" y="36"/>
                    <a:pt x="137" y="36"/>
                    <a:pt x="137" y="36"/>
                  </a:cubicBezTo>
                  <a:cubicBezTo>
                    <a:pt x="137" y="5"/>
                    <a:pt x="137" y="5"/>
                    <a:pt x="137" y="5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36"/>
                    <a:pt x="80" y="36"/>
                    <a:pt x="80" y="36"/>
                  </a:cubicBezTo>
                  <a:close/>
                  <a:moveTo>
                    <a:pt x="193" y="46"/>
                  </a:moveTo>
                  <a:cubicBezTo>
                    <a:pt x="29" y="46"/>
                    <a:pt x="29" y="46"/>
                    <a:pt x="29" y="46"/>
                  </a:cubicBezTo>
                  <a:cubicBezTo>
                    <a:pt x="23" y="46"/>
                    <a:pt x="19" y="48"/>
                    <a:pt x="15" y="52"/>
                  </a:cubicBezTo>
                  <a:cubicBezTo>
                    <a:pt x="11" y="55"/>
                    <a:pt x="9" y="60"/>
                    <a:pt x="9" y="65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9" y="116"/>
                    <a:pt x="11" y="121"/>
                    <a:pt x="15" y="125"/>
                  </a:cubicBezTo>
                  <a:cubicBezTo>
                    <a:pt x="19" y="128"/>
                    <a:pt x="23" y="130"/>
                    <a:pt x="29" y="130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8" y="130"/>
                    <a:pt x="203" y="128"/>
                    <a:pt x="207" y="125"/>
                  </a:cubicBezTo>
                  <a:cubicBezTo>
                    <a:pt x="210" y="121"/>
                    <a:pt x="212" y="116"/>
                    <a:pt x="212" y="111"/>
                  </a:cubicBezTo>
                  <a:cubicBezTo>
                    <a:pt x="212" y="65"/>
                    <a:pt x="212" y="65"/>
                    <a:pt x="212" y="65"/>
                  </a:cubicBezTo>
                  <a:cubicBezTo>
                    <a:pt x="212" y="60"/>
                    <a:pt x="210" y="55"/>
                    <a:pt x="207" y="52"/>
                  </a:cubicBezTo>
                  <a:cubicBezTo>
                    <a:pt x="203" y="48"/>
                    <a:pt x="198" y="46"/>
                    <a:pt x="193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5" name="Google Shape;3545;p15"/>
            <p:cNvSpPr/>
            <p:nvPr/>
          </p:nvSpPr>
          <p:spPr>
            <a:xfrm>
              <a:off x="5795963" y="652463"/>
              <a:ext cx="177800" cy="50800"/>
            </a:xfrm>
            <a:custGeom>
              <a:rect b="b" l="l" r="r" t="t"/>
              <a:pathLst>
                <a:path extrusionOk="0" h="32" w="112">
                  <a:moveTo>
                    <a:pt x="0" y="0"/>
                  </a:moveTo>
                  <a:lnTo>
                    <a:pt x="112" y="0"/>
                  </a:lnTo>
                  <a:lnTo>
                    <a:pt x="112" y="32"/>
                  </a:ln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9" y="9"/>
                  </a:moveTo>
                  <a:lnTo>
                    <a:pt x="29" y="23"/>
                  </a:lnTo>
                  <a:lnTo>
                    <a:pt x="81" y="23"/>
                  </a:lnTo>
                  <a:lnTo>
                    <a:pt x="81" y="9"/>
                  </a:lnTo>
                  <a:lnTo>
                    <a:pt x="29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6" name="Google Shape;3546;p15"/>
            <p:cNvSpPr/>
            <p:nvPr/>
          </p:nvSpPr>
          <p:spPr>
            <a:xfrm>
              <a:off x="5627688" y="609600"/>
              <a:ext cx="142875" cy="146050"/>
            </a:xfrm>
            <a:custGeom>
              <a:rect b="b" l="l" r="r" t="t"/>
              <a:pathLst>
                <a:path extrusionOk="0" h="51" w="50">
                  <a:moveTo>
                    <a:pt x="25" y="0"/>
                  </a:moveTo>
                  <a:cubicBezTo>
                    <a:pt x="39" y="0"/>
                    <a:pt x="50" y="12"/>
                    <a:pt x="50" y="26"/>
                  </a:cubicBezTo>
                  <a:cubicBezTo>
                    <a:pt x="50" y="39"/>
                    <a:pt x="39" y="51"/>
                    <a:pt x="25" y="51"/>
                  </a:cubicBezTo>
                  <a:cubicBezTo>
                    <a:pt x="11" y="51"/>
                    <a:pt x="0" y="39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lose/>
                  <a:moveTo>
                    <a:pt x="25" y="3"/>
                  </a:moveTo>
                  <a:cubicBezTo>
                    <a:pt x="12" y="3"/>
                    <a:pt x="2" y="13"/>
                    <a:pt x="2" y="26"/>
                  </a:cubicBezTo>
                  <a:cubicBezTo>
                    <a:pt x="2" y="38"/>
                    <a:pt x="12" y="48"/>
                    <a:pt x="25" y="48"/>
                  </a:cubicBezTo>
                  <a:cubicBezTo>
                    <a:pt x="38" y="48"/>
                    <a:pt x="48" y="38"/>
                    <a:pt x="48" y="26"/>
                  </a:cubicBezTo>
                  <a:cubicBezTo>
                    <a:pt x="48" y="13"/>
                    <a:pt x="38" y="3"/>
                    <a:pt x="25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7" name="Google Shape;3547;p15"/>
            <p:cNvSpPr/>
            <p:nvPr/>
          </p:nvSpPr>
          <p:spPr>
            <a:xfrm>
              <a:off x="5634038" y="617538"/>
              <a:ext cx="131763" cy="128588"/>
            </a:xfrm>
            <a:custGeom>
              <a:rect b="b" l="l" r="r" t="t"/>
              <a:pathLst>
                <a:path extrusionOk="0" h="45" w="46">
                  <a:moveTo>
                    <a:pt x="23" y="0"/>
                  </a:moveTo>
                  <a:cubicBezTo>
                    <a:pt x="36" y="0"/>
                    <a:pt x="46" y="10"/>
                    <a:pt x="46" y="23"/>
                  </a:cubicBezTo>
                  <a:cubicBezTo>
                    <a:pt x="46" y="35"/>
                    <a:pt x="36" y="45"/>
                    <a:pt x="23" y="45"/>
                  </a:cubicBezTo>
                  <a:cubicBezTo>
                    <a:pt x="10" y="45"/>
                    <a:pt x="0" y="35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lose/>
                  <a:moveTo>
                    <a:pt x="23" y="4"/>
                  </a:moveTo>
                  <a:cubicBezTo>
                    <a:pt x="13" y="4"/>
                    <a:pt x="5" y="12"/>
                    <a:pt x="5" y="23"/>
                  </a:cubicBezTo>
                  <a:cubicBezTo>
                    <a:pt x="5" y="33"/>
                    <a:pt x="13" y="41"/>
                    <a:pt x="23" y="41"/>
                  </a:cubicBezTo>
                  <a:cubicBezTo>
                    <a:pt x="33" y="41"/>
                    <a:pt x="41" y="33"/>
                    <a:pt x="41" y="23"/>
                  </a:cubicBezTo>
                  <a:cubicBezTo>
                    <a:pt x="41" y="12"/>
                    <a:pt x="33" y="4"/>
                    <a:pt x="23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8" name="Google Shape;3548;p15"/>
            <p:cNvSpPr/>
            <p:nvPr/>
          </p:nvSpPr>
          <p:spPr>
            <a:xfrm>
              <a:off x="5648325" y="628650"/>
              <a:ext cx="103188" cy="106363"/>
            </a:xfrm>
            <a:custGeom>
              <a:rect b="b" l="l" r="r" t="t"/>
              <a:pathLst>
                <a:path extrusionOk="0" h="37" w="36">
                  <a:moveTo>
                    <a:pt x="18" y="0"/>
                  </a:moveTo>
                  <a:cubicBezTo>
                    <a:pt x="28" y="0"/>
                    <a:pt x="36" y="8"/>
                    <a:pt x="36" y="19"/>
                  </a:cubicBezTo>
                  <a:cubicBezTo>
                    <a:pt x="36" y="29"/>
                    <a:pt x="28" y="37"/>
                    <a:pt x="18" y="37"/>
                  </a:cubicBez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18" y="14"/>
                  </a:moveTo>
                  <a:cubicBezTo>
                    <a:pt x="15" y="14"/>
                    <a:pt x="13" y="16"/>
                    <a:pt x="13" y="19"/>
                  </a:cubicBezTo>
                  <a:cubicBezTo>
                    <a:pt x="13" y="21"/>
                    <a:pt x="15" y="23"/>
                    <a:pt x="18" y="23"/>
                  </a:cubicBezTo>
                  <a:cubicBezTo>
                    <a:pt x="21" y="23"/>
                    <a:pt x="23" y="21"/>
                    <a:pt x="23" y="19"/>
                  </a:cubicBezTo>
                  <a:cubicBezTo>
                    <a:pt x="23" y="16"/>
                    <a:pt x="21" y="14"/>
                    <a:pt x="18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9" name="Google Shape;3549;p15"/>
            <p:cNvSpPr/>
            <p:nvPr/>
          </p:nvSpPr>
          <p:spPr>
            <a:xfrm>
              <a:off x="5999163" y="609600"/>
              <a:ext cx="144463" cy="146050"/>
            </a:xfrm>
            <a:custGeom>
              <a:rect b="b" l="l" r="r" t="t"/>
              <a:pathLst>
                <a:path extrusionOk="0" h="51" w="51">
                  <a:moveTo>
                    <a:pt x="25" y="0"/>
                  </a:moveTo>
                  <a:cubicBezTo>
                    <a:pt x="39" y="0"/>
                    <a:pt x="51" y="12"/>
                    <a:pt x="51" y="26"/>
                  </a:cubicBezTo>
                  <a:cubicBezTo>
                    <a:pt x="51" y="39"/>
                    <a:pt x="39" y="51"/>
                    <a:pt x="25" y="51"/>
                  </a:cubicBezTo>
                  <a:cubicBezTo>
                    <a:pt x="12" y="51"/>
                    <a:pt x="0" y="39"/>
                    <a:pt x="0" y="26"/>
                  </a:cubicBezTo>
                  <a:cubicBezTo>
                    <a:pt x="0" y="12"/>
                    <a:pt x="12" y="0"/>
                    <a:pt x="25" y="0"/>
                  </a:cubicBezTo>
                  <a:close/>
                  <a:moveTo>
                    <a:pt x="25" y="3"/>
                  </a:moveTo>
                  <a:cubicBezTo>
                    <a:pt x="13" y="3"/>
                    <a:pt x="3" y="13"/>
                    <a:pt x="3" y="26"/>
                  </a:cubicBezTo>
                  <a:cubicBezTo>
                    <a:pt x="3" y="38"/>
                    <a:pt x="13" y="48"/>
                    <a:pt x="25" y="48"/>
                  </a:cubicBezTo>
                  <a:cubicBezTo>
                    <a:pt x="38" y="48"/>
                    <a:pt x="48" y="38"/>
                    <a:pt x="48" y="26"/>
                  </a:cubicBezTo>
                  <a:cubicBezTo>
                    <a:pt x="48" y="13"/>
                    <a:pt x="38" y="3"/>
                    <a:pt x="25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0" name="Google Shape;3550;p15"/>
            <p:cNvSpPr/>
            <p:nvPr/>
          </p:nvSpPr>
          <p:spPr>
            <a:xfrm>
              <a:off x="6007100" y="617538"/>
              <a:ext cx="128588" cy="128588"/>
            </a:xfrm>
            <a:custGeom>
              <a:rect b="b" l="l" r="r" t="t"/>
              <a:pathLst>
                <a:path extrusionOk="0" h="45" w="45">
                  <a:moveTo>
                    <a:pt x="22" y="0"/>
                  </a:moveTo>
                  <a:cubicBezTo>
                    <a:pt x="35" y="0"/>
                    <a:pt x="45" y="10"/>
                    <a:pt x="45" y="23"/>
                  </a:cubicBezTo>
                  <a:cubicBezTo>
                    <a:pt x="45" y="35"/>
                    <a:pt x="35" y="45"/>
                    <a:pt x="22" y="45"/>
                  </a:cubicBezTo>
                  <a:cubicBezTo>
                    <a:pt x="10" y="45"/>
                    <a:pt x="0" y="35"/>
                    <a:pt x="0" y="23"/>
                  </a:cubicBezTo>
                  <a:cubicBezTo>
                    <a:pt x="0" y="10"/>
                    <a:pt x="10" y="0"/>
                    <a:pt x="22" y="0"/>
                  </a:cubicBezTo>
                  <a:close/>
                  <a:moveTo>
                    <a:pt x="22" y="4"/>
                  </a:moveTo>
                  <a:cubicBezTo>
                    <a:pt x="12" y="4"/>
                    <a:pt x="4" y="12"/>
                    <a:pt x="4" y="23"/>
                  </a:cubicBezTo>
                  <a:cubicBezTo>
                    <a:pt x="4" y="33"/>
                    <a:pt x="12" y="41"/>
                    <a:pt x="22" y="41"/>
                  </a:cubicBezTo>
                  <a:cubicBezTo>
                    <a:pt x="33" y="41"/>
                    <a:pt x="41" y="33"/>
                    <a:pt x="41" y="23"/>
                  </a:cubicBezTo>
                  <a:cubicBezTo>
                    <a:pt x="41" y="12"/>
                    <a:pt x="33" y="4"/>
                    <a:pt x="22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1" name="Google Shape;3551;p15"/>
            <p:cNvSpPr/>
            <p:nvPr/>
          </p:nvSpPr>
          <p:spPr>
            <a:xfrm>
              <a:off x="6018213" y="628650"/>
              <a:ext cx="106363" cy="106363"/>
            </a:xfrm>
            <a:custGeom>
              <a:rect b="b" l="l" r="r" t="t"/>
              <a:pathLst>
                <a:path extrusionOk="0" h="37" w="37">
                  <a:moveTo>
                    <a:pt x="18" y="0"/>
                  </a:moveTo>
                  <a:cubicBezTo>
                    <a:pt x="29" y="0"/>
                    <a:pt x="37" y="8"/>
                    <a:pt x="37" y="19"/>
                  </a:cubicBezTo>
                  <a:cubicBezTo>
                    <a:pt x="37" y="29"/>
                    <a:pt x="29" y="37"/>
                    <a:pt x="18" y="37"/>
                  </a:cubicBezTo>
                  <a:cubicBezTo>
                    <a:pt x="8" y="37"/>
                    <a:pt x="0" y="2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lose/>
                  <a:moveTo>
                    <a:pt x="18" y="14"/>
                  </a:moveTo>
                  <a:cubicBezTo>
                    <a:pt x="16" y="14"/>
                    <a:pt x="14" y="16"/>
                    <a:pt x="14" y="19"/>
                  </a:cubicBezTo>
                  <a:cubicBezTo>
                    <a:pt x="14" y="21"/>
                    <a:pt x="16" y="23"/>
                    <a:pt x="18" y="23"/>
                  </a:cubicBezTo>
                  <a:cubicBezTo>
                    <a:pt x="21" y="23"/>
                    <a:pt x="23" y="21"/>
                    <a:pt x="23" y="19"/>
                  </a:cubicBezTo>
                  <a:cubicBezTo>
                    <a:pt x="23" y="16"/>
                    <a:pt x="21" y="14"/>
                    <a:pt x="18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15"/>
            <p:cNvSpPr/>
            <p:nvPr/>
          </p:nvSpPr>
          <p:spPr>
            <a:xfrm>
              <a:off x="5835650" y="660400"/>
              <a:ext cx="95250" cy="34925"/>
            </a:xfrm>
            <a:custGeom>
              <a:rect b="b" l="l" r="r" t="t"/>
              <a:pathLst>
                <a:path extrusionOk="0" h="22" w="60">
                  <a:moveTo>
                    <a:pt x="4" y="0"/>
                  </a:moveTo>
                  <a:lnTo>
                    <a:pt x="56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0" y="18"/>
                  </a:lnTo>
                  <a:lnTo>
                    <a:pt x="60" y="22"/>
                  </a:lnTo>
                  <a:lnTo>
                    <a:pt x="56" y="2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54" y="7"/>
                  </a:moveTo>
                  <a:lnTo>
                    <a:pt x="8" y="7"/>
                  </a:lnTo>
                  <a:lnTo>
                    <a:pt x="8" y="15"/>
                  </a:lnTo>
                  <a:lnTo>
                    <a:pt x="54" y="15"/>
                  </a:lnTo>
                  <a:lnTo>
                    <a:pt x="54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3" name="Google Shape;3553;p15"/>
            <p:cNvSpPr/>
            <p:nvPr/>
          </p:nvSpPr>
          <p:spPr>
            <a:xfrm>
              <a:off x="5781675" y="592138"/>
              <a:ext cx="206375" cy="14288"/>
            </a:xfrm>
            <a:custGeom>
              <a:rect b="b" l="l" r="r" t="t"/>
              <a:pathLst>
                <a:path extrusionOk="0" h="9" w="130">
                  <a:moveTo>
                    <a:pt x="9" y="0"/>
                  </a:moveTo>
                  <a:lnTo>
                    <a:pt x="9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9" y="0"/>
                  </a:lnTo>
                  <a:close/>
                  <a:moveTo>
                    <a:pt x="130" y="0"/>
                  </a:moveTo>
                  <a:lnTo>
                    <a:pt x="122" y="0"/>
                  </a:lnTo>
                  <a:lnTo>
                    <a:pt x="122" y="9"/>
                  </a:lnTo>
                  <a:lnTo>
                    <a:pt x="130" y="9"/>
                  </a:lnTo>
                  <a:lnTo>
                    <a:pt x="130" y="0"/>
                  </a:lnTo>
                  <a:lnTo>
                    <a:pt x="130" y="0"/>
                  </a:lnTo>
                  <a:close/>
                  <a:moveTo>
                    <a:pt x="113" y="0"/>
                  </a:moveTo>
                  <a:lnTo>
                    <a:pt x="113" y="9"/>
                  </a:lnTo>
                  <a:lnTo>
                    <a:pt x="104" y="9"/>
                  </a:lnTo>
                  <a:lnTo>
                    <a:pt x="104" y="0"/>
                  </a:lnTo>
                  <a:lnTo>
                    <a:pt x="113" y="0"/>
                  </a:lnTo>
                  <a:lnTo>
                    <a:pt x="113" y="0"/>
                  </a:lnTo>
                  <a:close/>
                  <a:moveTo>
                    <a:pt x="95" y="0"/>
                  </a:moveTo>
                  <a:lnTo>
                    <a:pt x="95" y="9"/>
                  </a:lnTo>
                  <a:lnTo>
                    <a:pt x="86" y="9"/>
                  </a:lnTo>
                  <a:lnTo>
                    <a:pt x="86" y="0"/>
                  </a:lnTo>
                  <a:lnTo>
                    <a:pt x="95" y="0"/>
                  </a:lnTo>
                  <a:lnTo>
                    <a:pt x="95" y="0"/>
                  </a:lnTo>
                  <a:close/>
                  <a:moveTo>
                    <a:pt x="77" y="0"/>
                  </a:moveTo>
                  <a:lnTo>
                    <a:pt x="77" y="9"/>
                  </a:lnTo>
                  <a:lnTo>
                    <a:pt x="70" y="9"/>
                  </a:lnTo>
                  <a:lnTo>
                    <a:pt x="70" y="0"/>
                  </a:lnTo>
                  <a:lnTo>
                    <a:pt x="77" y="0"/>
                  </a:lnTo>
                  <a:lnTo>
                    <a:pt x="77" y="0"/>
                  </a:lnTo>
                  <a:close/>
                  <a:moveTo>
                    <a:pt x="61" y="0"/>
                  </a:moveTo>
                  <a:lnTo>
                    <a:pt x="61" y="9"/>
                  </a:lnTo>
                  <a:lnTo>
                    <a:pt x="52" y="9"/>
                  </a:lnTo>
                  <a:lnTo>
                    <a:pt x="52" y="0"/>
                  </a:lnTo>
                  <a:lnTo>
                    <a:pt x="61" y="0"/>
                  </a:lnTo>
                  <a:lnTo>
                    <a:pt x="61" y="0"/>
                  </a:lnTo>
                  <a:close/>
                  <a:moveTo>
                    <a:pt x="43" y="0"/>
                  </a:moveTo>
                  <a:lnTo>
                    <a:pt x="43" y="9"/>
                  </a:lnTo>
                  <a:lnTo>
                    <a:pt x="34" y="9"/>
                  </a:lnTo>
                  <a:lnTo>
                    <a:pt x="34" y="0"/>
                  </a:lnTo>
                  <a:lnTo>
                    <a:pt x="43" y="0"/>
                  </a:lnTo>
                  <a:lnTo>
                    <a:pt x="43" y="0"/>
                  </a:lnTo>
                  <a:close/>
                  <a:moveTo>
                    <a:pt x="25" y="0"/>
                  </a:moveTo>
                  <a:lnTo>
                    <a:pt x="25" y="9"/>
                  </a:lnTo>
                  <a:lnTo>
                    <a:pt x="16" y="9"/>
                  </a:lnTo>
                  <a:lnTo>
                    <a:pt x="16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4" name="Google Shape;3554;p15"/>
          <p:cNvSpPr/>
          <p:nvPr/>
        </p:nvSpPr>
        <p:spPr>
          <a:xfrm>
            <a:off x="3835400" y="3313113"/>
            <a:ext cx="641350" cy="417512"/>
          </a:xfrm>
          <a:custGeom>
            <a:rect b="b" l="l" r="r" t="t"/>
            <a:pathLst>
              <a:path extrusionOk="0" h="146" w="225">
                <a:moveTo>
                  <a:pt x="48" y="49"/>
                </a:moveTo>
                <a:cubicBezTo>
                  <a:pt x="56" y="49"/>
                  <a:pt x="63" y="51"/>
                  <a:pt x="69" y="54"/>
                </a:cubicBezTo>
                <a:cubicBezTo>
                  <a:pt x="79" y="36"/>
                  <a:pt x="79" y="36"/>
                  <a:pt x="79" y="36"/>
                </a:cubicBezTo>
                <a:cubicBezTo>
                  <a:pt x="74" y="17"/>
                  <a:pt x="74" y="17"/>
                  <a:pt x="74" y="17"/>
                </a:cubicBezTo>
                <a:cubicBezTo>
                  <a:pt x="69" y="18"/>
                  <a:pt x="63" y="18"/>
                  <a:pt x="60" y="16"/>
                </a:cubicBezTo>
                <a:cubicBezTo>
                  <a:pt x="56" y="13"/>
                  <a:pt x="57" y="6"/>
                  <a:pt x="63" y="7"/>
                </a:cubicBezTo>
                <a:cubicBezTo>
                  <a:pt x="77" y="6"/>
                  <a:pt x="93" y="8"/>
                  <a:pt x="93" y="8"/>
                </a:cubicBezTo>
                <a:cubicBezTo>
                  <a:pt x="93" y="8"/>
                  <a:pt x="87" y="14"/>
                  <a:pt x="81" y="15"/>
                </a:cubicBezTo>
                <a:cubicBezTo>
                  <a:pt x="81" y="16"/>
                  <a:pt x="79" y="16"/>
                  <a:pt x="78" y="16"/>
                </a:cubicBezTo>
                <a:cubicBezTo>
                  <a:pt x="83" y="33"/>
                  <a:pt x="83" y="33"/>
                  <a:pt x="83" y="33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0" y="22"/>
                  <a:pt x="148" y="14"/>
                  <a:pt x="146" y="7"/>
                </a:cubicBezTo>
                <a:cubicBezTo>
                  <a:pt x="143" y="7"/>
                  <a:pt x="141" y="7"/>
                  <a:pt x="138" y="8"/>
                </a:cubicBezTo>
                <a:cubicBezTo>
                  <a:pt x="135" y="8"/>
                  <a:pt x="132" y="9"/>
                  <a:pt x="129" y="11"/>
                </a:cubicBezTo>
                <a:cubicBezTo>
                  <a:pt x="127" y="12"/>
                  <a:pt x="125" y="11"/>
                  <a:pt x="125" y="9"/>
                </a:cubicBezTo>
                <a:cubicBezTo>
                  <a:pt x="124" y="7"/>
                  <a:pt x="124" y="5"/>
                  <a:pt x="126" y="4"/>
                </a:cubicBezTo>
                <a:cubicBezTo>
                  <a:pt x="129" y="3"/>
                  <a:pt x="133" y="1"/>
                  <a:pt x="137" y="1"/>
                </a:cubicBezTo>
                <a:cubicBezTo>
                  <a:pt x="140" y="0"/>
                  <a:pt x="144" y="0"/>
                  <a:pt x="148" y="0"/>
                </a:cubicBezTo>
                <a:cubicBezTo>
                  <a:pt x="150" y="1"/>
                  <a:pt x="151" y="2"/>
                  <a:pt x="151" y="4"/>
                </a:cubicBezTo>
                <a:cubicBezTo>
                  <a:pt x="151" y="5"/>
                  <a:pt x="151" y="5"/>
                  <a:pt x="151" y="6"/>
                </a:cubicBezTo>
                <a:cubicBezTo>
                  <a:pt x="153" y="16"/>
                  <a:pt x="157" y="32"/>
                  <a:pt x="161" y="45"/>
                </a:cubicBezTo>
                <a:cubicBezTo>
                  <a:pt x="161" y="45"/>
                  <a:pt x="161" y="45"/>
                  <a:pt x="161" y="45"/>
                </a:cubicBezTo>
                <a:cubicBezTo>
                  <a:pt x="161" y="46"/>
                  <a:pt x="161" y="46"/>
                  <a:pt x="161" y="46"/>
                </a:cubicBezTo>
                <a:cubicBezTo>
                  <a:pt x="162" y="48"/>
                  <a:pt x="162" y="50"/>
                  <a:pt x="163" y="52"/>
                </a:cubicBezTo>
                <a:cubicBezTo>
                  <a:pt x="167" y="50"/>
                  <a:pt x="172" y="49"/>
                  <a:pt x="177" y="49"/>
                </a:cubicBezTo>
                <a:cubicBezTo>
                  <a:pt x="190" y="49"/>
                  <a:pt x="202" y="55"/>
                  <a:pt x="211" y="64"/>
                </a:cubicBezTo>
                <a:cubicBezTo>
                  <a:pt x="220" y="72"/>
                  <a:pt x="225" y="84"/>
                  <a:pt x="225" y="98"/>
                </a:cubicBezTo>
                <a:cubicBezTo>
                  <a:pt x="225" y="111"/>
                  <a:pt x="220" y="123"/>
                  <a:pt x="211" y="132"/>
                </a:cubicBezTo>
                <a:cubicBezTo>
                  <a:pt x="202" y="140"/>
                  <a:pt x="190" y="146"/>
                  <a:pt x="177" y="146"/>
                </a:cubicBezTo>
                <a:cubicBezTo>
                  <a:pt x="164" y="146"/>
                  <a:pt x="152" y="140"/>
                  <a:pt x="143" y="132"/>
                </a:cubicBezTo>
                <a:cubicBezTo>
                  <a:pt x="134" y="123"/>
                  <a:pt x="129" y="111"/>
                  <a:pt x="129" y="98"/>
                </a:cubicBezTo>
                <a:cubicBezTo>
                  <a:pt x="129" y="88"/>
                  <a:pt x="132" y="79"/>
                  <a:pt x="136" y="71"/>
                </a:cubicBezTo>
                <a:cubicBezTo>
                  <a:pt x="115" y="94"/>
                  <a:pt x="115" y="94"/>
                  <a:pt x="115" y="94"/>
                </a:cubicBezTo>
                <a:cubicBezTo>
                  <a:pt x="117" y="96"/>
                  <a:pt x="118" y="99"/>
                  <a:pt x="118" y="102"/>
                </a:cubicBezTo>
                <a:cubicBezTo>
                  <a:pt x="118" y="106"/>
                  <a:pt x="116" y="110"/>
                  <a:pt x="113" y="113"/>
                </a:cubicBezTo>
                <a:cubicBezTo>
                  <a:pt x="113" y="113"/>
                  <a:pt x="113" y="113"/>
                  <a:pt x="113" y="113"/>
                </a:cubicBezTo>
                <a:cubicBezTo>
                  <a:pt x="111" y="115"/>
                  <a:pt x="107" y="117"/>
                  <a:pt x="103" y="117"/>
                </a:cubicBezTo>
                <a:cubicBezTo>
                  <a:pt x="103" y="124"/>
                  <a:pt x="103" y="124"/>
                  <a:pt x="103" y="124"/>
                </a:cubicBezTo>
                <a:cubicBezTo>
                  <a:pt x="106" y="124"/>
                  <a:pt x="106" y="124"/>
                  <a:pt x="106" y="124"/>
                </a:cubicBezTo>
                <a:cubicBezTo>
                  <a:pt x="106" y="128"/>
                  <a:pt x="106" y="128"/>
                  <a:pt x="106" y="128"/>
                </a:cubicBezTo>
                <a:cubicBezTo>
                  <a:pt x="97" y="128"/>
                  <a:pt x="97" y="128"/>
                  <a:pt x="97" y="128"/>
                </a:cubicBezTo>
                <a:cubicBezTo>
                  <a:pt x="97" y="124"/>
                  <a:pt x="97" y="124"/>
                  <a:pt x="97" y="124"/>
                </a:cubicBezTo>
                <a:cubicBezTo>
                  <a:pt x="101" y="124"/>
                  <a:pt x="101" y="124"/>
                  <a:pt x="101" y="124"/>
                </a:cubicBezTo>
                <a:cubicBezTo>
                  <a:pt x="101" y="117"/>
                  <a:pt x="101" y="117"/>
                  <a:pt x="101" y="117"/>
                </a:cubicBezTo>
                <a:cubicBezTo>
                  <a:pt x="98" y="117"/>
                  <a:pt x="96" y="116"/>
                  <a:pt x="94" y="114"/>
                </a:cubicBezTo>
                <a:cubicBezTo>
                  <a:pt x="91" y="121"/>
                  <a:pt x="87" y="127"/>
                  <a:pt x="82" y="132"/>
                </a:cubicBezTo>
                <a:cubicBezTo>
                  <a:pt x="74" y="140"/>
                  <a:pt x="62" y="146"/>
                  <a:pt x="48" y="146"/>
                </a:cubicBezTo>
                <a:cubicBezTo>
                  <a:pt x="35" y="146"/>
                  <a:pt x="23" y="140"/>
                  <a:pt x="14" y="132"/>
                </a:cubicBezTo>
                <a:cubicBezTo>
                  <a:pt x="6" y="123"/>
                  <a:pt x="0" y="111"/>
                  <a:pt x="0" y="98"/>
                </a:cubicBezTo>
                <a:cubicBezTo>
                  <a:pt x="0" y="84"/>
                  <a:pt x="6" y="72"/>
                  <a:pt x="14" y="64"/>
                </a:cubicBezTo>
                <a:cubicBezTo>
                  <a:pt x="23" y="55"/>
                  <a:pt x="35" y="49"/>
                  <a:pt x="48" y="49"/>
                </a:cubicBezTo>
                <a:close/>
                <a:moveTo>
                  <a:pt x="96" y="99"/>
                </a:moveTo>
                <a:cubicBezTo>
                  <a:pt x="98" y="100"/>
                  <a:pt x="98" y="100"/>
                  <a:pt x="98" y="100"/>
                </a:cubicBezTo>
                <a:cubicBezTo>
                  <a:pt x="97" y="97"/>
                  <a:pt x="97" y="97"/>
                  <a:pt x="97" y="97"/>
                </a:cubicBezTo>
                <a:cubicBezTo>
                  <a:pt x="97" y="97"/>
                  <a:pt x="97" y="98"/>
                  <a:pt x="96" y="98"/>
                </a:cubicBezTo>
                <a:cubicBezTo>
                  <a:pt x="96" y="99"/>
                  <a:pt x="96" y="99"/>
                  <a:pt x="96" y="99"/>
                </a:cubicBezTo>
                <a:close/>
                <a:moveTo>
                  <a:pt x="102" y="97"/>
                </a:moveTo>
                <a:cubicBezTo>
                  <a:pt x="102" y="97"/>
                  <a:pt x="102" y="97"/>
                  <a:pt x="102" y="97"/>
                </a:cubicBezTo>
                <a:cubicBezTo>
                  <a:pt x="103" y="97"/>
                  <a:pt x="104" y="98"/>
                  <a:pt x="105" y="98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5"/>
                  <a:pt x="104" y="95"/>
                  <a:pt x="102" y="95"/>
                </a:cubicBezTo>
                <a:cubicBezTo>
                  <a:pt x="102" y="95"/>
                  <a:pt x="102" y="95"/>
                  <a:pt x="101" y="95"/>
                </a:cubicBezTo>
                <a:cubicBezTo>
                  <a:pt x="102" y="97"/>
                  <a:pt x="102" y="97"/>
                  <a:pt x="102" y="97"/>
                </a:cubicBezTo>
                <a:close/>
                <a:moveTo>
                  <a:pt x="107" y="102"/>
                </a:moveTo>
                <a:cubicBezTo>
                  <a:pt x="107" y="105"/>
                  <a:pt x="105" y="106"/>
                  <a:pt x="103" y="107"/>
                </a:cubicBezTo>
                <a:cubicBezTo>
                  <a:pt x="103" y="109"/>
                  <a:pt x="103" y="109"/>
                  <a:pt x="103" y="109"/>
                </a:cubicBezTo>
                <a:cubicBezTo>
                  <a:pt x="105" y="109"/>
                  <a:pt x="106" y="108"/>
                  <a:pt x="108" y="107"/>
                </a:cubicBezTo>
                <a:cubicBezTo>
                  <a:pt x="109" y="106"/>
                  <a:pt x="110" y="104"/>
                  <a:pt x="110" y="102"/>
                </a:cubicBezTo>
                <a:cubicBezTo>
                  <a:pt x="110" y="101"/>
                  <a:pt x="110" y="101"/>
                  <a:pt x="109" y="100"/>
                </a:cubicBezTo>
                <a:cubicBezTo>
                  <a:pt x="107" y="102"/>
                  <a:pt x="107" y="102"/>
                  <a:pt x="107" y="102"/>
                </a:cubicBezTo>
                <a:close/>
                <a:moveTo>
                  <a:pt x="101" y="106"/>
                </a:moveTo>
                <a:cubicBezTo>
                  <a:pt x="100" y="106"/>
                  <a:pt x="100" y="106"/>
                  <a:pt x="100" y="106"/>
                </a:cubicBezTo>
                <a:cubicBezTo>
                  <a:pt x="100" y="106"/>
                  <a:pt x="100" y="106"/>
                  <a:pt x="100" y="106"/>
                </a:cubicBezTo>
                <a:cubicBezTo>
                  <a:pt x="100" y="106"/>
                  <a:pt x="100" y="106"/>
                  <a:pt x="100" y="106"/>
                </a:cubicBezTo>
                <a:cubicBezTo>
                  <a:pt x="99" y="105"/>
                  <a:pt x="99" y="105"/>
                  <a:pt x="98" y="104"/>
                </a:cubicBezTo>
                <a:cubicBezTo>
                  <a:pt x="96" y="104"/>
                  <a:pt x="96" y="104"/>
                  <a:pt x="96" y="104"/>
                </a:cubicBezTo>
                <a:cubicBezTo>
                  <a:pt x="96" y="104"/>
                  <a:pt x="96" y="105"/>
                  <a:pt x="96" y="105"/>
                </a:cubicBezTo>
                <a:cubicBezTo>
                  <a:pt x="96" y="106"/>
                  <a:pt x="97" y="107"/>
                  <a:pt x="97" y="107"/>
                </a:cubicBezTo>
                <a:cubicBezTo>
                  <a:pt x="98" y="108"/>
                  <a:pt x="99" y="109"/>
                  <a:pt x="101" y="109"/>
                </a:cubicBezTo>
                <a:cubicBezTo>
                  <a:pt x="101" y="106"/>
                  <a:pt x="101" y="106"/>
                  <a:pt x="101" y="106"/>
                </a:cubicBezTo>
                <a:close/>
                <a:moveTo>
                  <a:pt x="88" y="103"/>
                </a:moveTo>
                <a:cubicBezTo>
                  <a:pt x="66" y="102"/>
                  <a:pt x="66" y="102"/>
                  <a:pt x="66" y="102"/>
                </a:cubicBezTo>
                <a:cubicBezTo>
                  <a:pt x="88" y="108"/>
                  <a:pt x="88" y="108"/>
                  <a:pt x="88" y="108"/>
                </a:cubicBezTo>
                <a:cubicBezTo>
                  <a:pt x="88" y="107"/>
                  <a:pt x="88" y="107"/>
                  <a:pt x="88" y="107"/>
                </a:cubicBezTo>
                <a:cubicBezTo>
                  <a:pt x="88" y="106"/>
                  <a:pt x="88" y="105"/>
                  <a:pt x="88" y="103"/>
                </a:cubicBezTo>
                <a:close/>
                <a:moveTo>
                  <a:pt x="71" y="55"/>
                </a:moveTo>
                <a:cubicBezTo>
                  <a:pt x="75" y="57"/>
                  <a:pt x="79" y="60"/>
                  <a:pt x="82" y="64"/>
                </a:cubicBezTo>
                <a:cubicBezTo>
                  <a:pt x="86" y="67"/>
                  <a:pt x="88" y="70"/>
                  <a:pt x="91" y="74"/>
                </a:cubicBezTo>
                <a:cubicBezTo>
                  <a:pt x="80" y="39"/>
                  <a:pt x="80" y="39"/>
                  <a:pt x="80" y="39"/>
                </a:cubicBezTo>
                <a:cubicBezTo>
                  <a:pt x="71" y="55"/>
                  <a:pt x="71" y="55"/>
                  <a:pt x="71" y="55"/>
                </a:cubicBezTo>
                <a:close/>
                <a:moveTo>
                  <a:pt x="68" y="61"/>
                </a:moveTo>
                <a:cubicBezTo>
                  <a:pt x="61" y="73"/>
                  <a:pt x="61" y="73"/>
                  <a:pt x="61" y="73"/>
                </a:cubicBezTo>
                <a:cubicBezTo>
                  <a:pt x="68" y="61"/>
                  <a:pt x="68" y="61"/>
                  <a:pt x="68" y="61"/>
                </a:cubicBezTo>
                <a:cubicBezTo>
                  <a:pt x="68" y="61"/>
                  <a:pt x="68" y="61"/>
                  <a:pt x="68" y="61"/>
                </a:cubicBezTo>
                <a:close/>
                <a:moveTo>
                  <a:pt x="54" y="82"/>
                </a:moveTo>
                <a:cubicBezTo>
                  <a:pt x="66" y="60"/>
                  <a:pt x="66" y="60"/>
                  <a:pt x="66" y="60"/>
                </a:cubicBezTo>
                <a:cubicBezTo>
                  <a:pt x="64" y="59"/>
                  <a:pt x="62" y="59"/>
                  <a:pt x="60" y="58"/>
                </a:cubicBezTo>
                <a:cubicBezTo>
                  <a:pt x="54" y="82"/>
                  <a:pt x="54" y="82"/>
                  <a:pt x="54" y="82"/>
                </a:cubicBezTo>
                <a:close/>
                <a:moveTo>
                  <a:pt x="217" y="88"/>
                </a:moveTo>
                <a:cubicBezTo>
                  <a:pt x="186" y="96"/>
                  <a:pt x="186" y="96"/>
                  <a:pt x="186" y="96"/>
                </a:cubicBezTo>
                <a:cubicBezTo>
                  <a:pt x="218" y="96"/>
                  <a:pt x="218" y="96"/>
                  <a:pt x="218" y="96"/>
                </a:cubicBezTo>
                <a:cubicBezTo>
                  <a:pt x="218" y="94"/>
                  <a:pt x="218" y="91"/>
                  <a:pt x="217" y="88"/>
                </a:cubicBezTo>
                <a:close/>
                <a:moveTo>
                  <a:pt x="185" y="101"/>
                </a:moveTo>
                <a:cubicBezTo>
                  <a:pt x="213" y="117"/>
                  <a:pt x="213" y="117"/>
                  <a:pt x="213" y="117"/>
                </a:cubicBezTo>
                <a:cubicBezTo>
                  <a:pt x="214" y="115"/>
                  <a:pt x="215" y="112"/>
                  <a:pt x="216" y="109"/>
                </a:cubicBezTo>
                <a:cubicBezTo>
                  <a:pt x="185" y="101"/>
                  <a:pt x="185" y="101"/>
                  <a:pt x="185" y="101"/>
                </a:cubicBezTo>
                <a:close/>
                <a:moveTo>
                  <a:pt x="212" y="119"/>
                </a:moveTo>
                <a:cubicBezTo>
                  <a:pt x="184" y="103"/>
                  <a:pt x="184" y="103"/>
                  <a:pt x="184" y="103"/>
                </a:cubicBezTo>
                <a:cubicBezTo>
                  <a:pt x="207" y="126"/>
                  <a:pt x="207" y="126"/>
                  <a:pt x="207" y="126"/>
                </a:cubicBezTo>
                <a:cubicBezTo>
                  <a:pt x="209" y="124"/>
                  <a:pt x="210" y="122"/>
                  <a:pt x="212" y="119"/>
                </a:cubicBezTo>
                <a:close/>
                <a:moveTo>
                  <a:pt x="180" y="106"/>
                </a:moveTo>
                <a:cubicBezTo>
                  <a:pt x="189" y="137"/>
                  <a:pt x="189" y="137"/>
                  <a:pt x="189" y="137"/>
                </a:cubicBezTo>
                <a:cubicBezTo>
                  <a:pt x="191" y="136"/>
                  <a:pt x="194" y="135"/>
                  <a:pt x="196" y="134"/>
                </a:cubicBezTo>
                <a:cubicBezTo>
                  <a:pt x="180" y="106"/>
                  <a:pt x="180" y="106"/>
                  <a:pt x="180" y="106"/>
                </a:cubicBezTo>
                <a:close/>
                <a:moveTo>
                  <a:pt x="186" y="138"/>
                </a:moveTo>
                <a:cubicBezTo>
                  <a:pt x="178" y="106"/>
                  <a:pt x="178" y="106"/>
                  <a:pt x="178" y="106"/>
                </a:cubicBezTo>
                <a:cubicBezTo>
                  <a:pt x="178" y="139"/>
                  <a:pt x="178" y="139"/>
                  <a:pt x="178" y="139"/>
                </a:cubicBezTo>
                <a:cubicBezTo>
                  <a:pt x="181" y="139"/>
                  <a:pt x="184" y="138"/>
                  <a:pt x="186" y="138"/>
                </a:cubicBezTo>
                <a:close/>
                <a:moveTo>
                  <a:pt x="173" y="106"/>
                </a:moveTo>
                <a:cubicBezTo>
                  <a:pt x="157" y="134"/>
                  <a:pt x="157" y="134"/>
                  <a:pt x="157" y="134"/>
                </a:cubicBezTo>
                <a:cubicBezTo>
                  <a:pt x="160" y="135"/>
                  <a:pt x="162" y="136"/>
                  <a:pt x="165" y="137"/>
                </a:cubicBezTo>
                <a:cubicBezTo>
                  <a:pt x="173" y="106"/>
                  <a:pt x="173" y="106"/>
                  <a:pt x="173" y="106"/>
                </a:cubicBezTo>
                <a:close/>
                <a:moveTo>
                  <a:pt x="155" y="133"/>
                </a:moveTo>
                <a:cubicBezTo>
                  <a:pt x="171" y="105"/>
                  <a:pt x="171" y="105"/>
                  <a:pt x="171" y="105"/>
                </a:cubicBezTo>
                <a:cubicBezTo>
                  <a:pt x="149" y="127"/>
                  <a:pt x="149" y="127"/>
                  <a:pt x="149" y="127"/>
                </a:cubicBezTo>
                <a:cubicBezTo>
                  <a:pt x="151" y="129"/>
                  <a:pt x="153" y="131"/>
                  <a:pt x="155" y="133"/>
                </a:cubicBezTo>
                <a:close/>
                <a:moveTo>
                  <a:pt x="169" y="101"/>
                </a:moveTo>
                <a:cubicBezTo>
                  <a:pt x="137" y="109"/>
                  <a:pt x="137" y="109"/>
                  <a:pt x="137" y="109"/>
                </a:cubicBezTo>
                <a:cubicBezTo>
                  <a:pt x="138" y="112"/>
                  <a:pt x="139" y="115"/>
                  <a:pt x="141" y="117"/>
                </a:cubicBezTo>
                <a:cubicBezTo>
                  <a:pt x="169" y="101"/>
                  <a:pt x="169" y="101"/>
                  <a:pt x="169" y="101"/>
                </a:cubicBezTo>
                <a:close/>
                <a:moveTo>
                  <a:pt x="137" y="107"/>
                </a:moveTo>
                <a:cubicBezTo>
                  <a:pt x="168" y="99"/>
                  <a:pt x="168" y="99"/>
                  <a:pt x="168" y="99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136" y="102"/>
                  <a:pt x="136" y="104"/>
                  <a:pt x="137" y="107"/>
                </a:cubicBezTo>
                <a:close/>
                <a:moveTo>
                  <a:pt x="169" y="94"/>
                </a:moveTo>
                <a:cubicBezTo>
                  <a:pt x="141" y="78"/>
                  <a:pt x="141" y="78"/>
                  <a:pt x="141" y="78"/>
                </a:cubicBezTo>
                <a:cubicBezTo>
                  <a:pt x="139" y="80"/>
                  <a:pt x="138" y="83"/>
                  <a:pt x="137" y="86"/>
                </a:cubicBezTo>
                <a:cubicBezTo>
                  <a:pt x="169" y="94"/>
                  <a:pt x="169" y="94"/>
                  <a:pt x="169" y="94"/>
                </a:cubicBezTo>
                <a:close/>
                <a:moveTo>
                  <a:pt x="142" y="76"/>
                </a:moveTo>
                <a:cubicBezTo>
                  <a:pt x="170" y="92"/>
                  <a:pt x="170" y="92"/>
                  <a:pt x="170" y="92"/>
                </a:cubicBezTo>
                <a:cubicBezTo>
                  <a:pt x="147" y="69"/>
                  <a:pt x="147" y="69"/>
                  <a:pt x="147" y="69"/>
                </a:cubicBezTo>
                <a:cubicBezTo>
                  <a:pt x="145" y="71"/>
                  <a:pt x="143" y="74"/>
                  <a:pt x="142" y="76"/>
                </a:cubicBezTo>
                <a:close/>
                <a:moveTo>
                  <a:pt x="168" y="70"/>
                </a:moveTo>
                <a:cubicBezTo>
                  <a:pt x="165" y="58"/>
                  <a:pt x="165" y="58"/>
                  <a:pt x="165" y="58"/>
                </a:cubicBezTo>
                <a:cubicBezTo>
                  <a:pt x="165" y="58"/>
                  <a:pt x="165" y="58"/>
                  <a:pt x="165" y="58"/>
                </a:cubicBezTo>
                <a:cubicBezTo>
                  <a:pt x="165" y="60"/>
                  <a:pt x="165" y="60"/>
                  <a:pt x="165" y="60"/>
                </a:cubicBezTo>
                <a:cubicBezTo>
                  <a:pt x="166" y="63"/>
                  <a:pt x="167" y="66"/>
                  <a:pt x="168" y="70"/>
                </a:cubicBezTo>
                <a:close/>
                <a:moveTo>
                  <a:pt x="167" y="58"/>
                </a:moveTo>
                <a:cubicBezTo>
                  <a:pt x="176" y="89"/>
                  <a:pt x="176" y="89"/>
                  <a:pt x="176" y="89"/>
                </a:cubicBezTo>
                <a:cubicBezTo>
                  <a:pt x="176" y="56"/>
                  <a:pt x="176" y="56"/>
                  <a:pt x="176" y="56"/>
                </a:cubicBezTo>
                <a:cubicBezTo>
                  <a:pt x="173" y="57"/>
                  <a:pt x="170" y="57"/>
                  <a:pt x="167" y="58"/>
                </a:cubicBezTo>
                <a:close/>
                <a:moveTo>
                  <a:pt x="180" y="89"/>
                </a:moveTo>
                <a:cubicBezTo>
                  <a:pt x="196" y="61"/>
                  <a:pt x="196" y="61"/>
                  <a:pt x="196" y="61"/>
                </a:cubicBezTo>
                <a:cubicBezTo>
                  <a:pt x="194" y="60"/>
                  <a:pt x="191" y="59"/>
                  <a:pt x="189" y="58"/>
                </a:cubicBezTo>
                <a:cubicBezTo>
                  <a:pt x="180" y="89"/>
                  <a:pt x="180" y="89"/>
                  <a:pt x="180" y="89"/>
                </a:cubicBezTo>
                <a:close/>
                <a:moveTo>
                  <a:pt x="198" y="63"/>
                </a:moveTo>
                <a:cubicBezTo>
                  <a:pt x="182" y="90"/>
                  <a:pt x="182" y="90"/>
                  <a:pt x="182" y="90"/>
                </a:cubicBezTo>
                <a:cubicBezTo>
                  <a:pt x="205" y="68"/>
                  <a:pt x="205" y="68"/>
                  <a:pt x="205" y="68"/>
                </a:cubicBezTo>
                <a:cubicBezTo>
                  <a:pt x="203" y="66"/>
                  <a:pt x="201" y="64"/>
                  <a:pt x="198" y="63"/>
                </a:cubicBezTo>
                <a:close/>
                <a:moveTo>
                  <a:pt x="185" y="94"/>
                </a:moveTo>
                <a:cubicBezTo>
                  <a:pt x="216" y="86"/>
                  <a:pt x="216" y="86"/>
                  <a:pt x="216" y="86"/>
                </a:cubicBezTo>
                <a:cubicBezTo>
                  <a:pt x="215" y="83"/>
                  <a:pt x="214" y="80"/>
                  <a:pt x="213" y="78"/>
                </a:cubicBezTo>
                <a:cubicBezTo>
                  <a:pt x="185" y="94"/>
                  <a:pt x="185" y="94"/>
                  <a:pt x="185" y="94"/>
                </a:cubicBezTo>
                <a:close/>
                <a:moveTo>
                  <a:pt x="166" y="76"/>
                </a:moveTo>
                <a:cubicBezTo>
                  <a:pt x="164" y="72"/>
                  <a:pt x="162" y="67"/>
                  <a:pt x="161" y="62"/>
                </a:cubicBezTo>
                <a:cubicBezTo>
                  <a:pt x="160" y="60"/>
                  <a:pt x="160" y="60"/>
                  <a:pt x="160" y="60"/>
                </a:cubicBezTo>
                <a:cubicBezTo>
                  <a:pt x="159" y="60"/>
                  <a:pt x="158" y="61"/>
                  <a:pt x="157" y="61"/>
                </a:cubicBezTo>
                <a:cubicBezTo>
                  <a:pt x="166" y="76"/>
                  <a:pt x="166" y="76"/>
                  <a:pt x="166" y="76"/>
                </a:cubicBezTo>
                <a:close/>
                <a:moveTo>
                  <a:pt x="158" y="53"/>
                </a:moveTo>
                <a:cubicBezTo>
                  <a:pt x="158" y="52"/>
                  <a:pt x="158" y="51"/>
                  <a:pt x="157" y="49"/>
                </a:cubicBezTo>
                <a:cubicBezTo>
                  <a:pt x="149" y="59"/>
                  <a:pt x="149" y="59"/>
                  <a:pt x="149" y="59"/>
                </a:cubicBezTo>
                <a:cubicBezTo>
                  <a:pt x="152" y="56"/>
                  <a:pt x="155" y="55"/>
                  <a:pt x="158" y="53"/>
                </a:cubicBezTo>
                <a:close/>
                <a:moveTo>
                  <a:pt x="207" y="69"/>
                </a:moveTo>
                <a:cubicBezTo>
                  <a:pt x="184" y="92"/>
                  <a:pt x="184" y="92"/>
                  <a:pt x="184" y="92"/>
                </a:cubicBezTo>
                <a:cubicBezTo>
                  <a:pt x="212" y="76"/>
                  <a:pt x="212" y="76"/>
                  <a:pt x="212" y="76"/>
                </a:cubicBezTo>
                <a:cubicBezTo>
                  <a:pt x="210" y="74"/>
                  <a:pt x="209" y="71"/>
                  <a:pt x="207" y="69"/>
                </a:cubicBezTo>
                <a:close/>
                <a:moveTo>
                  <a:pt x="218" y="99"/>
                </a:moveTo>
                <a:cubicBezTo>
                  <a:pt x="186" y="99"/>
                  <a:pt x="186" y="99"/>
                  <a:pt x="186" y="99"/>
                </a:cubicBezTo>
                <a:cubicBezTo>
                  <a:pt x="217" y="107"/>
                  <a:pt x="217" y="107"/>
                  <a:pt x="217" y="107"/>
                </a:cubicBezTo>
                <a:cubicBezTo>
                  <a:pt x="218" y="104"/>
                  <a:pt x="218" y="102"/>
                  <a:pt x="218" y="99"/>
                </a:cubicBezTo>
                <a:close/>
                <a:moveTo>
                  <a:pt x="205" y="127"/>
                </a:moveTo>
                <a:cubicBezTo>
                  <a:pt x="182" y="105"/>
                  <a:pt x="182" y="105"/>
                  <a:pt x="182" y="105"/>
                </a:cubicBezTo>
                <a:cubicBezTo>
                  <a:pt x="198" y="133"/>
                  <a:pt x="198" y="133"/>
                  <a:pt x="198" y="133"/>
                </a:cubicBezTo>
                <a:cubicBezTo>
                  <a:pt x="201" y="131"/>
                  <a:pt x="203" y="129"/>
                  <a:pt x="205" y="127"/>
                </a:cubicBezTo>
                <a:close/>
                <a:moveTo>
                  <a:pt x="176" y="139"/>
                </a:moveTo>
                <a:cubicBezTo>
                  <a:pt x="176" y="106"/>
                  <a:pt x="176" y="106"/>
                  <a:pt x="176" y="106"/>
                </a:cubicBezTo>
                <a:cubicBezTo>
                  <a:pt x="167" y="138"/>
                  <a:pt x="167" y="138"/>
                  <a:pt x="167" y="138"/>
                </a:cubicBezTo>
                <a:cubicBezTo>
                  <a:pt x="170" y="138"/>
                  <a:pt x="173" y="139"/>
                  <a:pt x="176" y="139"/>
                </a:cubicBezTo>
                <a:close/>
                <a:moveTo>
                  <a:pt x="147" y="126"/>
                </a:moveTo>
                <a:cubicBezTo>
                  <a:pt x="170" y="103"/>
                  <a:pt x="170" y="103"/>
                  <a:pt x="170" y="103"/>
                </a:cubicBezTo>
                <a:cubicBezTo>
                  <a:pt x="142" y="119"/>
                  <a:pt x="142" y="119"/>
                  <a:pt x="142" y="119"/>
                </a:cubicBezTo>
                <a:cubicBezTo>
                  <a:pt x="143" y="122"/>
                  <a:pt x="145" y="124"/>
                  <a:pt x="147" y="126"/>
                </a:cubicBezTo>
                <a:close/>
                <a:moveTo>
                  <a:pt x="136" y="96"/>
                </a:moveTo>
                <a:cubicBezTo>
                  <a:pt x="168" y="96"/>
                  <a:pt x="168" y="96"/>
                  <a:pt x="168" y="96"/>
                </a:cubicBezTo>
                <a:cubicBezTo>
                  <a:pt x="137" y="88"/>
                  <a:pt x="137" y="88"/>
                  <a:pt x="137" y="88"/>
                </a:cubicBezTo>
                <a:cubicBezTo>
                  <a:pt x="136" y="91"/>
                  <a:pt x="136" y="94"/>
                  <a:pt x="136" y="96"/>
                </a:cubicBezTo>
                <a:close/>
                <a:moveTo>
                  <a:pt x="149" y="68"/>
                </a:moveTo>
                <a:cubicBezTo>
                  <a:pt x="171" y="90"/>
                  <a:pt x="171" y="90"/>
                  <a:pt x="171" y="90"/>
                </a:cubicBezTo>
                <a:cubicBezTo>
                  <a:pt x="155" y="63"/>
                  <a:pt x="155" y="63"/>
                  <a:pt x="155" y="63"/>
                </a:cubicBezTo>
                <a:cubicBezTo>
                  <a:pt x="153" y="64"/>
                  <a:pt x="151" y="66"/>
                  <a:pt x="149" y="68"/>
                </a:cubicBezTo>
                <a:close/>
                <a:moveTo>
                  <a:pt x="178" y="56"/>
                </a:moveTo>
                <a:cubicBezTo>
                  <a:pt x="178" y="89"/>
                  <a:pt x="178" y="89"/>
                  <a:pt x="178" y="89"/>
                </a:cubicBezTo>
                <a:cubicBezTo>
                  <a:pt x="186" y="58"/>
                  <a:pt x="186" y="58"/>
                  <a:pt x="186" y="58"/>
                </a:cubicBezTo>
                <a:cubicBezTo>
                  <a:pt x="184" y="57"/>
                  <a:pt x="181" y="57"/>
                  <a:pt x="178" y="56"/>
                </a:cubicBezTo>
                <a:close/>
                <a:moveTo>
                  <a:pt x="88" y="89"/>
                </a:moveTo>
                <a:cubicBezTo>
                  <a:pt x="60" y="96"/>
                  <a:pt x="60" y="96"/>
                  <a:pt x="60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9" y="96"/>
                  <a:pt x="89" y="95"/>
                  <a:pt x="89" y="95"/>
                </a:cubicBezTo>
                <a:cubicBezTo>
                  <a:pt x="89" y="93"/>
                  <a:pt x="89" y="91"/>
                  <a:pt x="88" y="89"/>
                </a:cubicBezTo>
                <a:close/>
                <a:moveTo>
                  <a:pt x="56" y="101"/>
                </a:moveTo>
                <a:cubicBezTo>
                  <a:pt x="84" y="118"/>
                  <a:pt x="84" y="118"/>
                  <a:pt x="84" y="118"/>
                </a:cubicBezTo>
                <a:cubicBezTo>
                  <a:pt x="86" y="115"/>
                  <a:pt x="87" y="113"/>
                  <a:pt x="88" y="110"/>
                </a:cubicBezTo>
                <a:cubicBezTo>
                  <a:pt x="56" y="101"/>
                  <a:pt x="56" y="101"/>
                  <a:pt x="56" y="101"/>
                </a:cubicBezTo>
                <a:close/>
                <a:moveTo>
                  <a:pt x="83" y="120"/>
                </a:moveTo>
                <a:cubicBezTo>
                  <a:pt x="57" y="105"/>
                  <a:pt x="57" y="105"/>
                  <a:pt x="57" y="105"/>
                </a:cubicBezTo>
                <a:cubicBezTo>
                  <a:pt x="78" y="126"/>
                  <a:pt x="78" y="126"/>
                  <a:pt x="78" y="126"/>
                </a:cubicBezTo>
                <a:cubicBezTo>
                  <a:pt x="80" y="124"/>
                  <a:pt x="82" y="122"/>
                  <a:pt x="83" y="120"/>
                </a:cubicBezTo>
                <a:close/>
                <a:moveTo>
                  <a:pt x="51" y="106"/>
                </a:moveTo>
                <a:cubicBezTo>
                  <a:pt x="60" y="137"/>
                  <a:pt x="60" y="137"/>
                  <a:pt x="60" y="137"/>
                </a:cubicBezTo>
                <a:cubicBezTo>
                  <a:pt x="63" y="136"/>
                  <a:pt x="65" y="135"/>
                  <a:pt x="68" y="134"/>
                </a:cubicBezTo>
                <a:cubicBezTo>
                  <a:pt x="51" y="106"/>
                  <a:pt x="51" y="106"/>
                  <a:pt x="51" y="106"/>
                </a:cubicBezTo>
                <a:close/>
                <a:moveTo>
                  <a:pt x="58" y="138"/>
                </a:moveTo>
                <a:cubicBezTo>
                  <a:pt x="49" y="107"/>
                  <a:pt x="49" y="107"/>
                  <a:pt x="49" y="107"/>
                </a:cubicBezTo>
                <a:cubicBezTo>
                  <a:pt x="49" y="139"/>
                  <a:pt x="49" y="139"/>
                  <a:pt x="49" y="139"/>
                </a:cubicBezTo>
                <a:cubicBezTo>
                  <a:pt x="52" y="139"/>
                  <a:pt x="55" y="138"/>
                  <a:pt x="58" y="138"/>
                </a:cubicBezTo>
                <a:close/>
                <a:moveTo>
                  <a:pt x="45" y="107"/>
                </a:moveTo>
                <a:cubicBezTo>
                  <a:pt x="29" y="134"/>
                  <a:pt x="29" y="134"/>
                  <a:pt x="29" y="134"/>
                </a:cubicBezTo>
                <a:cubicBezTo>
                  <a:pt x="31" y="135"/>
                  <a:pt x="34" y="136"/>
                  <a:pt x="37" y="137"/>
                </a:cubicBezTo>
                <a:cubicBezTo>
                  <a:pt x="45" y="107"/>
                  <a:pt x="45" y="107"/>
                  <a:pt x="45" y="107"/>
                </a:cubicBezTo>
                <a:close/>
                <a:moveTo>
                  <a:pt x="27" y="133"/>
                </a:moveTo>
                <a:cubicBezTo>
                  <a:pt x="44" y="104"/>
                  <a:pt x="44" y="104"/>
                  <a:pt x="44" y="104"/>
                </a:cubicBezTo>
                <a:cubicBezTo>
                  <a:pt x="20" y="127"/>
                  <a:pt x="20" y="127"/>
                  <a:pt x="20" y="127"/>
                </a:cubicBezTo>
                <a:cubicBezTo>
                  <a:pt x="22" y="129"/>
                  <a:pt x="24" y="131"/>
                  <a:pt x="27" y="133"/>
                </a:cubicBezTo>
                <a:close/>
                <a:moveTo>
                  <a:pt x="39" y="102"/>
                </a:moveTo>
                <a:cubicBezTo>
                  <a:pt x="9" y="110"/>
                  <a:pt x="9" y="110"/>
                  <a:pt x="9" y="110"/>
                </a:cubicBezTo>
                <a:cubicBezTo>
                  <a:pt x="10" y="113"/>
                  <a:pt x="11" y="115"/>
                  <a:pt x="12" y="117"/>
                </a:cubicBezTo>
                <a:cubicBezTo>
                  <a:pt x="39" y="102"/>
                  <a:pt x="39" y="102"/>
                  <a:pt x="39" y="102"/>
                </a:cubicBezTo>
                <a:close/>
                <a:moveTo>
                  <a:pt x="8" y="108"/>
                </a:moveTo>
                <a:cubicBezTo>
                  <a:pt x="42" y="99"/>
                  <a:pt x="42" y="99"/>
                  <a:pt x="42" y="99"/>
                </a:cubicBezTo>
                <a:cubicBezTo>
                  <a:pt x="7" y="99"/>
                  <a:pt x="7" y="99"/>
                  <a:pt x="7" y="99"/>
                </a:cubicBezTo>
                <a:cubicBezTo>
                  <a:pt x="7" y="102"/>
                  <a:pt x="8" y="105"/>
                  <a:pt x="8" y="108"/>
                </a:cubicBezTo>
                <a:close/>
                <a:moveTo>
                  <a:pt x="39" y="94"/>
                </a:moveTo>
                <a:cubicBezTo>
                  <a:pt x="12" y="79"/>
                  <a:pt x="12" y="79"/>
                  <a:pt x="12" y="79"/>
                </a:cubicBezTo>
                <a:cubicBezTo>
                  <a:pt x="11" y="81"/>
                  <a:pt x="10" y="83"/>
                  <a:pt x="9" y="86"/>
                </a:cubicBezTo>
                <a:cubicBezTo>
                  <a:pt x="39" y="94"/>
                  <a:pt x="39" y="94"/>
                  <a:pt x="39" y="94"/>
                </a:cubicBezTo>
                <a:close/>
                <a:moveTo>
                  <a:pt x="13" y="77"/>
                </a:moveTo>
                <a:cubicBezTo>
                  <a:pt x="43" y="94"/>
                  <a:pt x="43" y="94"/>
                  <a:pt x="43" y="94"/>
                </a:cubicBezTo>
                <a:cubicBezTo>
                  <a:pt x="18" y="69"/>
                  <a:pt x="18" y="69"/>
                  <a:pt x="18" y="69"/>
                </a:cubicBezTo>
                <a:cubicBezTo>
                  <a:pt x="16" y="71"/>
                  <a:pt x="14" y="74"/>
                  <a:pt x="13" y="77"/>
                </a:cubicBezTo>
                <a:close/>
                <a:moveTo>
                  <a:pt x="45" y="89"/>
                </a:moveTo>
                <a:cubicBezTo>
                  <a:pt x="36" y="58"/>
                  <a:pt x="36" y="58"/>
                  <a:pt x="36" y="58"/>
                </a:cubicBezTo>
                <a:cubicBezTo>
                  <a:pt x="34" y="59"/>
                  <a:pt x="31" y="60"/>
                  <a:pt x="29" y="61"/>
                </a:cubicBezTo>
                <a:cubicBezTo>
                  <a:pt x="45" y="89"/>
                  <a:pt x="45" y="89"/>
                  <a:pt x="45" y="89"/>
                </a:cubicBezTo>
                <a:close/>
                <a:moveTo>
                  <a:pt x="39" y="58"/>
                </a:moveTo>
                <a:cubicBezTo>
                  <a:pt x="47" y="90"/>
                  <a:pt x="47" y="90"/>
                  <a:pt x="47" y="90"/>
                </a:cubicBezTo>
                <a:cubicBezTo>
                  <a:pt x="47" y="56"/>
                  <a:pt x="47" y="56"/>
                  <a:pt x="47" y="56"/>
                </a:cubicBezTo>
                <a:cubicBezTo>
                  <a:pt x="44" y="57"/>
                  <a:pt x="41" y="57"/>
                  <a:pt x="39" y="58"/>
                </a:cubicBezTo>
                <a:close/>
                <a:moveTo>
                  <a:pt x="70" y="63"/>
                </a:moveTo>
                <a:cubicBezTo>
                  <a:pt x="54" y="90"/>
                  <a:pt x="54" y="90"/>
                  <a:pt x="54" y="90"/>
                </a:cubicBezTo>
                <a:cubicBezTo>
                  <a:pt x="77" y="68"/>
                  <a:pt x="77" y="68"/>
                  <a:pt x="77" y="68"/>
                </a:cubicBezTo>
                <a:cubicBezTo>
                  <a:pt x="75" y="66"/>
                  <a:pt x="72" y="64"/>
                  <a:pt x="70" y="63"/>
                </a:cubicBezTo>
                <a:close/>
                <a:moveTo>
                  <a:pt x="55" y="95"/>
                </a:moveTo>
                <a:cubicBezTo>
                  <a:pt x="88" y="86"/>
                  <a:pt x="88" y="86"/>
                  <a:pt x="88" y="86"/>
                </a:cubicBezTo>
                <a:cubicBezTo>
                  <a:pt x="87" y="84"/>
                  <a:pt x="86" y="81"/>
                  <a:pt x="85" y="78"/>
                </a:cubicBezTo>
                <a:cubicBezTo>
                  <a:pt x="55" y="95"/>
                  <a:pt x="55" y="95"/>
                  <a:pt x="55" y="95"/>
                </a:cubicBezTo>
                <a:close/>
                <a:moveTo>
                  <a:pt x="78" y="69"/>
                </a:moveTo>
                <a:cubicBezTo>
                  <a:pt x="55" y="93"/>
                  <a:pt x="55" y="93"/>
                  <a:pt x="55" y="93"/>
                </a:cubicBezTo>
                <a:cubicBezTo>
                  <a:pt x="83" y="76"/>
                  <a:pt x="83" y="76"/>
                  <a:pt x="83" y="76"/>
                </a:cubicBezTo>
                <a:cubicBezTo>
                  <a:pt x="82" y="74"/>
                  <a:pt x="80" y="71"/>
                  <a:pt x="78" y="69"/>
                </a:cubicBezTo>
                <a:close/>
                <a:moveTo>
                  <a:pt x="77" y="127"/>
                </a:moveTo>
                <a:cubicBezTo>
                  <a:pt x="53" y="104"/>
                  <a:pt x="53" y="104"/>
                  <a:pt x="53" y="104"/>
                </a:cubicBezTo>
                <a:cubicBezTo>
                  <a:pt x="70" y="133"/>
                  <a:pt x="70" y="133"/>
                  <a:pt x="70" y="133"/>
                </a:cubicBezTo>
                <a:cubicBezTo>
                  <a:pt x="72" y="131"/>
                  <a:pt x="74" y="129"/>
                  <a:pt x="77" y="127"/>
                </a:cubicBezTo>
                <a:close/>
                <a:moveTo>
                  <a:pt x="47" y="139"/>
                </a:moveTo>
                <a:cubicBezTo>
                  <a:pt x="47" y="107"/>
                  <a:pt x="47" y="107"/>
                  <a:pt x="47" y="107"/>
                </a:cubicBezTo>
                <a:cubicBezTo>
                  <a:pt x="39" y="138"/>
                  <a:pt x="39" y="138"/>
                  <a:pt x="39" y="138"/>
                </a:cubicBezTo>
                <a:cubicBezTo>
                  <a:pt x="41" y="138"/>
                  <a:pt x="44" y="139"/>
                  <a:pt x="47" y="139"/>
                </a:cubicBezTo>
                <a:close/>
                <a:moveTo>
                  <a:pt x="18" y="126"/>
                </a:moveTo>
                <a:cubicBezTo>
                  <a:pt x="40" y="104"/>
                  <a:pt x="40" y="104"/>
                  <a:pt x="40" y="104"/>
                </a:cubicBezTo>
                <a:cubicBezTo>
                  <a:pt x="13" y="119"/>
                  <a:pt x="13" y="119"/>
                  <a:pt x="13" y="119"/>
                </a:cubicBezTo>
                <a:cubicBezTo>
                  <a:pt x="15" y="122"/>
                  <a:pt x="17" y="124"/>
                  <a:pt x="18" y="126"/>
                </a:cubicBezTo>
                <a:close/>
                <a:moveTo>
                  <a:pt x="7" y="96"/>
                </a:moveTo>
                <a:cubicBezTo>
                  <a:pt x="38" y="96"/>
                  <a:pt x="38" y="96"/>
                  <a:pt x="38" y="96"/>
                </a:cubicBezTo>
                <a:cubicBezTo>
                  <a:pt x="8" y="88"/>
                  <a:pt x="8" y="88"/>
                  <a:pt x="8" y="88"/>
                </a:cubicBezTo>
                <a:cubicBezTo>
                  <a:pt x="8" y="91"/>
                  <a:pt x="7" y="94"/>
                  <a:pt x="7" y="96"/>
                </a:cubicBezTo>
                <a:close/>
                <a:moveTo>
                  <a:pt x="20" y="68"/>
                </a:moveTo>
                <a:cubicBezTo>
                  <a:pt x="42" y="90"/>
                  <a:pt x="42" y="90"/>
                  <a:pt x="42" y="90"/>
                </a:cubicBezTo>
                <a:cubicBezTo>
                  <a:pt x="27" y="63"/>
                  <a:pt x="27" y="63"/>
                  <a:pt x="27" y="63"/>
                </a:cubicBezTo>
                <a:cubicBezTo>
                  <a:pt x="24" y="64"/>
                  <a:pt x="22" y="66"/>
                  <a:pt x="20" y="68"/>
                </a:cubicBezTo>
                <a:close/>
                <a:moveTo>
                  <a:pt x="49" y="56"/>
                </a:moveTo>
                <a:cubicBezTo>
                  <a:pt x="49" y="89"/>
                  <a:pt x="49" y="89"/>
                  <a:pt x="49" y="89"/>
                </a:cubicBezTo>
                <a:cubicBezTo>
                  <a:pt x="58" y="58"/>
                  <a:pt x="58" y="58"/>
                  <a:pt x="58" y="58"/>
                </a:cubicBezTo>
                <a:cubicBezTo>
                  <a:pt x="55" y="57"/>
                  <a:pt x="52" y="57"/>
                  <a:pt x="49" y="56"/>
                </a:cubicBezTo>
                <a:close/>
                <a:moveTo>
                  <a:pt x="156" y="44"/>
                </a:moveTo>
                <a:cubicBezTo>
                  <a:pt x="155" y="41"/>
                  <a:pt x="154" y="38"/>
                  <a:pt x="153" y="35"/>
                </a:cubicBezTo>
                <a:cubicBezTo>
                  <a:pt x="85" y="38"/>
                  <a:pt x="85" y="38"/>
                  <a:pt x="85" y="38"/>
                </a:cubicBezTo>
                <a:cubicBezTo>
                  <a:pt x="99" y="87"/>
                  <a:pt x="99" y="87"/>
                  <a:pt x="99" y="87"/>
                </a:cubicBezTo>
                <a:cubicBezTo>
                  <a:pt x="100" y="87"/>
                  <a:pt x="101" y="87"/>
                  <a:pt x="102" y="87"/>
                </a:cubicBezTo>
                <a:cubicBezTo>
                  <a:pt x="106" y="87"/>
                  <a:pt x="109" y="88"/>
                  <a:pt x="112" y="90"/>
                </a:cubicBezTo>
                <a:cubicBezTo>
                  <a:pt x="156" y="44"/>
                  <a:pt x="156" y="44"/>
                  <a:pt x="156" y="44"/>
                </a:cubicBezTo>
                <a:close/>
                <a:moveTo>
                  <a:pt x="100" y="90"/>
                </a:moveTo>
                <a:cubicBezTo>
                  <a:pt x="101" y="93"/>
                  <a:pt x="101" y="93"/>
                  <a:pt x="101" y="93"/>
                </a:cubicBezTo>
                <a:cubicBezTo>
                  <a:pt x="101" y="93"/>
                  <a:pt x="102" y="92"/>
                  <a:pt x="102" y="92"/>
                </a:cubicBezTo>
                <a:cubicBezTo>
                  <a:pt x="105" y="92"/>
                  <a:pt x="107" y="93"/>
                  <a:pt x="108" y="94"/>
                </a:cubicBezTo>
                <a:cubicBezTo>
                  <a:pt x="110" y="92"/>
                  <a:pt x="110" y="92"/>
                  <a:pt x="110" y="92"/>
                </a:cubicBezTo>
                <a:cubicBezTo>
                  <a:pt x="108" y="90"/>
                  <a:pt x="105" y="89"/>
                  <a:pt x="102" y="89"/>
                </a:cubicBezTo>
                <a:cubicBezTo>
                  <a:pt x="102" y="89"/>
                  <a:pt x="101" y="89"/>
                  <a:pt x="100" y="90"/>
                </a:cubicBezTo>
                <a:close/>
                <a:moveTo>
                  <a:pt x="95" y="108"/>
                </a:moveTo>
                <a:cubicBezTo>
                  <a:pt x="95" y="109"/>
                  <a:pt x="95" y="111"/>
                  <a:pt x="94" y="112"/>
                </a:cubicBezTo>
                <a:cubicBezTo>
                  <a:pt x="96" y="113"/>
                  <a:pt x="98" y="114"/>
                  <a:pt x="101" y="115"/>
                </a:cubicBezTo>
                <a:cubicBezTo>
                  <a:pt x="101" y="111"/>
                  <a:pt x="101" y="111"/>
                  <a:pt x="101" y="111"/>
                </a:cubicBezTo>
                <a:cubicBezTo>
                  <a:pt x="99" y="111"/>
                  <a:pt x="97" y="110"/>
                  <a:pt x="96" y="109"/>
                </a:cubicBezTo>
                <a:cubicBezTo>
                  <a:pt x="96" y="109"/>
                  <a:pt x="96" y="109"/>
                  <a:pt x="96" y="109"/>
                </a:cubicBezTo>
                <a:cubicBezTo>
                  <a:pt x="96" y="109"/>
                  <a:pt x="95" y="108"/>
                  <a:pt x="95" y="108"/>
                </a:cubicBezTo>
                <a:close/>
                <a:moveTo>
                  <a:pt x="113" y="96"/>
                </a:moveTo>
                <a:cubicBezTo>
                  <a:pt x="111" y="98"/>
                  <a:pt x="111" y="98"/>
                  <a:pt x="111" y="98"/>
                </a:cubicBezTo>
                <a:cubicBezTo>
                  <a:pt x="112" y="99"/>
                  <a:pt x="112" y="101"/>
                  <a:pt x="112" y="102"/>
                </a:cubicBezTo>
                <a:cubicBezTo>
                  <a:pt x="112" y="105"/>
                  <a:pt x="111" y="107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108" y="110"/>
                  <a:pt x="105" y="111"/>
                  <a:pt x="103" y="112"/>
                </a:cubicBezTo>
                <a:cubicBezTo>
                  <a:pt x="103" y="115"/>
                  <a:pt x="103" y="115"/>
                  <a:pt x="103" y="115"/>
                </a:cubicBezTo>
                <a:cubicBezTo>
                  <a:pt x="106" y="115"/>
                  <a:pt x="109" y="113"/>
                  <a:pt x="111" y="111"/>
                </a:cubicBezTo>
                <a:cubicBezTo>
                  <a:pt x="114" y="109"/>
                  <a:pt x="115" y="106"/>
                  <a:pt x="115" y="102"/>
                </a:cubicBezTo>
                <a:cubicBezTo>
                  <a:pt x="115" y="100"/>
                  <a:pt x="115" y="97"/>
                  <a:pt x="113" y="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5" name="Google Shape;3555;p15"/>
          <p:cNvGrpSpPr/>
          <p:nvPr/>
        </p:nvGrpSpPr>
        <p:grpSpPr>
          <a:xfrm>
            <a:off x="4749800" y="3296015"/>
            <a:ext cx="550863" cy="398463"/>
            <a:chOff x="4749800" y="400050"/>
            <a:chExt cx="550863" cy="398463"/>
          </a:xfrm>
        </p:grpSpPr>
        <p:sp>
          <p:nvSpPr>
            <p:cNvPr id="3556" name="Google Shape;3556;p15"/>
            <p:cNvSpPr/>
            <p:nvPr/>
          </p:nvSpPr>
          <p:spPr>
            <a:xfrm>
              <a:off x="4749800" y="457200"/>
              <a:ext cx="163513" cy="314325"/>
            </a:xfrm>
            <a:custGeom>
              <a:rect b="b" l="l" r="r" t="t"/>
              <a:pathLst>
                <a:path extrusionOk="0" h="110" w="57">
                  <a:moveTo>
                    <a:pt x="9" y="0"/>
                  </a:moveTo>
                  <a:cubicBezTo>
                    <a:pt x="3" y="4"/>
                    <a:pt x="0" y="9"/>
                    <a:pt x="0" y="16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3"/>
                    <a:pt x="1" y="107"/>
                    <a:pt x="4" y="110"/>
                  </a:cubicBezTo>
                  <a:cubicBezTo>
                    <a:pt x="57" y="42"/>
                    <a:pt x="57" y="42"/>
                    <a:pt x="57" y="42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7" name="Google Shape;3557;p15"/>
            <p:cNvSpPr/>
            <p:nvPr/>
          </p:nvSpPr>
          <p:spPr>
            <a:xfrm>
              <a:off x="5138738" y="457200"/>
              <a:ext cx="161925" cy="314325"/>
            </a:xfrm>
            <a:custGeom>
              <a:rect b="b" l="l" r="r" t="t"/>
              <a:pathLst>
                <a:path extrusionOk="0" h="110" w="57">
                  <a:moveTo>
                    <a:pt x="48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53" y="110"/>
                    <a:pt x="53" y="110"/>
                    <a:pt x="53" y="110"/>
                  </a:cubicBezTo>
                  <a:cubicBezTo>
                    <a:pt x="55" y="107"/>
                    <a:pt x="57" y="103"/>
                    <a:pt x="57" y="100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7" y="9"/>
                    <a:pt x="53" y="4"/>
                    <a:pt x="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8" name="Google Shape;3558;p15"/>
            <p:cNvSpPr/>
            <p:nvPr/>
          </p:nvSpPr>
          <p:spPr>
            <a:xfrm>
              <a:off x="4776788" y="592138"/>
              <a:ext cx="498475" cy="206375"/>
            </a:xfrm>
            <a:custGeom>
              <a:rect b="b" l="l" r="r" t="t"/>
              <a:pathLst>
                <a:path extrusionOk="0" h="72" w="175">
                  <a:moveTo>
                    <a:pt x="87" y="3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" y="71"/>
                    <a:pt x="7" y="72"/>
                    <a:pt x="11" y="72"/>
                  </a:cubicBezTo>
                  <a:cubicBezTo>
                    <a:pt x="164" y="72"/>
                    <a:pt x="164" y="72"/>
                    <a:pt x="164" y="72"/>
                  </a:cubicBezTo>
                  <a:cubicBezTo>
                    <a:pt x="168" y="72"/>
                    <a:pt x="172" y="71"/>
                    <a:pt x="175" y="68"/>
                  </a:cubicBezTo>
                  <a:cubicBezTo>
                    <a:pt x="122" y="0"/>
                    <a:pt x="122" y="0"/>
                    <a:pt x="122" y="0"/>
                  </a:cubicBezTo>
                  <a:lnTo>
                    <a:pt x="87" y="3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9" name="Google Shape;3559;p15"/>
            <p:cNvSpPr/>
            <p:nvPr/>
          </p:nvSpPr>
          <p:spPr>
            <a:xfrm>
              <a:off x="4773613" y="400050"/>
              <a:ext cx="504825" cy="239713"/>
            </a:xfrm>
            <a:custGeom>
              <a:rect b="b" l="l" r="r" t="t"/>
              <a:pathLst>
                <a:path extrusionOk="0" h="84" w="177">
                  <a:moveTo>
                    <a:pt x="171" y="12"/>
                  </a:moveTo>
                  <a:cubicBezTo>
                    <a:pt x="177" y="6"/>
                    <a:pt x="175" y="1"/>
                    <a:pt x="166" y="0"/>
                  </a:cubicBezTo>
                  <a:cubicBezTo>
                    <a:pt x="114" y="0"/>
                    <a:pt x="62" y="0"/>
                    <a:pt x="10" y="0"/>
                  </a:cubicBezTo>
                  <a:cubicBezTo>
                    <a:pt x="2" y="1"/>
                    <a:pt x="0" y="6"/>
                    <a:pt x="6" y="12"/>
                  </a:cubicBezTo>
                  <a:cubicBezTo>
                    <a:pt x="88" y="84"/>
                    <a:pt x="88" y="84"/>
                    <a:pt x="88" y="84"/>
                  </a:cubicBezTo>
                  <a:lnTo>
                    <a:pt x="171" y="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0" name="Google Shape;3560;p15"/>
          <p:cNvGrpSpPr/>
          <p:nvPr/>
        </p:nvGrpSpPr>
        <p:grpSpPr>
          <a:xfrm>
            <a:off x="2974975" y="4073890"/>
            <a:ext cx="581025" cy="622300"/>
            <a:chOff x="2974975" y="1177925"/>
            <a:chExt cx="581025" cy="622300"/>
          </a:xfrm>
        </p:grpSpPr>
        <p:sp>
          <p:nvSpPr>
            <p:cNvPr id="3561" name="Google Shape;3561;p15"/>
            <p:cNvSpPr/>
            <p:nvPr/>
          </p:nvSpPr>
          <p:spPr>
            <a:xfrm>
              <a:off x="3114675" y="1338263"/>
              <a:ext cx="301625" cy="304800"/>
            </a:xfrm>
            <a:custGeom>
              <a:rect b="b" l="l" r="r" t="t"/>
              <a:pathLst>
                <a:path extrusionOk="0" h="106" w="106">
                  <a:moveTo>
                    <a:pt x="53" y="0"/>
                  </a:moveTo>
                  <a:cubicBezTo>
                    <a:pt x="24" y="0"/>
                    <a:pt x="0" y="24"/>
                    <a:pt x="0" y="53"/>
                  </a:cubicBezTo>
                  <a:cubicBezTo>
                    <a:pt x="0" y="82"/>
                    <a:pt x="24" y="106"/>
                    <a:pt x="53" y="106"/>
                  </a:cubicBezTo>
                  <a:cubicBezTo>
                    <a:pt x="82" y="106"/>
                    <a:pt x="106" y="82"/>
                    <a:pt x="106" y="53"/>
                  </a:cubicBezTo>
                  <a:cubicBezTo>
                    <a:pt x="106" y="24"/>
                    <a:pt x="82" y="0"/>
                    <a:pt x="53" y="0"/>
                  </a:cubicBezTo>
                  <a:close/>
                  <a:moveTo>
                    <a:pt x="53" y="92"/>
                  </a:moveTo>
                  <a:cubicBezTo>
                    <a:pt x="32" y="92"/>
                    <a:pt x="14" y="74"/>
                    <a:pt x="14" y="53"/>
                  </a:cubicBezTo>
                  <a:cubicBezTo>
                    <a:pt x="14" y="31"/>
                    <a:pt x="32" y="14"/>
                    <a:pt x="53" y="14"/>
                  </a:cubicBezTo>
                  <a:cubicBezTo>
                    <a:pt x="75" y="14"/>
                    <a:pt x="92" y="31"/>
                    <a:pt x="92" y="53"/>
                  </a:cubicBezTo>
                  <a:cubicBezTo>
                    <a:pt x="92" y="74"/>
                    <a:pt x="75" y="92"/>
                    <a:pt x="53" y="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15"/>
            <p:cNvSpPr/>
            <p:nvPr/>
          </p:nvSpPr>
          <p:spPr>
            <a:xfrm>
              <a:off x="3200400" y="1771650"/>
              <a:ext cx="128588" cy="28575"/>
            </a:xfrm>
            <a:custGeom>
              <a:rect b="b" l="l" r="r" t="t"/>
              <a:pathLst>
                <a:path extrusionOk="0" h="10" w="45">
                  <a:moveTo>
                    <a:pt x="45" y="1"/>
                  </a:moveTo>
                  <a:cubicBezTo>
                    <a:pt x="43" y="6"/>
                    <a:pt x="39" y="10"/>
                    <a:pt x="34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7" y="10"/>
                    <a:pt x="2" y="6"/>
                    <a:pt x="0" y="0"/>
                  </a:cubicBezTo>
                  <a:cubicBezTo>
                    <a:pt x="7" y="2"/>
                    <a:pt x="15" y="2"/>
                    <a:pt x="24" y="2"/>
                  </a:cubicBezTo>
                  <a:cubicBezTo>
                    <a:pt x="32" y="2"/>
                    <a:pt x="39" y="2"/>
                    <a:pt x="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3" name="Google Shape;3563;p15"/>
            <p:cNvSpPr/>
            <p:nvPr/>
          </p:nvSpPr>
          <p:spPr>
            <a:xfrm>
              <a:off x="3194050" y="1733550"/>
              <a:ext cx="142875" cy="25400"/>
            </a:xfrm>
            <a:custGeom>
              <a:rect b="b" l="l" r="r" t="t"/>
              <a:pathLst>
                <a:path extrusionOk="0" h="9" w="50">
                  <a:moveTo>
                    <a:pt x="50" y="1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4"/>
                    <a:pt x="50" y="6"/>
                    <a:pt x="49" y="7"/>
                  </a:cubicBezTo>
                  <a:cubicBezTo>
                    <a:pt x="43" y="8"/>
                    <a:pt x="35" y="9"/>
                    <a:pt x="26" y="9"/>
                  </a:cubicBezTo>
                  <a:cubicBezTo>
                    <a:pt x="16" y="9"/>
                    <a:pt x="8" y="8"/>
                    <a:pt x="0" y="7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2"/>
                    <a:pt x="16" y="2"/>
                    <a:pt x="26" y="2"/>
                  </a:cubicBezTo>
                  <a:cubicBezTo>
                    <a:pt x="35" y="2"/>
                    <a:pt x="43" y="2"/>
                    <a:pt x="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4" name="Google Shape;3564;p15"/>
            <p:cNvSpPr/>
            <p:nvPr/>
          </p:nvSpPr>
          <p:spPr>
            <a:xfrm>
              <a:off x="3194050" y="1697038"/>
              <a:ext cx="142875" cy="25400"/>
            </a:xfrm>
            <a:custGeom>
              <a:rect b="b" l="l" r="r" t="t"/>
              <a:pathLst>
                <a:path extrusionOk="0" h="9" w="50">
                  <a:moveTo>
                    <a:pt x="50" y="1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3" y="8"/>
                    <a:pt x="35" y="9"/>
                    <a:pt x="26" y="9"/>
                  </a:cubicBezTo>
                  <a:cubicBezTo>
                    <a:pt x="16" y="9"/>
                    <a:pt x="7" y="8"/>
                    <a:pt x="0" y="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2"/>
                    <a:pt x="16" y="2"/>
                    <a:pt x="26" y="2"/>
                  </a:cubicBezTo>
                  <a:cubicBezTo>
                    <a:pt x="35" y="2"/>
                    <a:pt x="43" y="2"/>
                    <a:pt x="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5" name="Google Shape;3565;p15"/>
            <p:cNvSpPr/>
            <p:nvPr/>
          </p:nvSpPr>
          <p:spPr>
            <a:xfrm>
              <a:off x="3194050" y="1647825"/>
              <a:ext cx="142875" cy="38100"/>
            </a:xfrm>
            <a:custGeom>
              <a:rect b="b" l="l" r="r" t="t"/>
              <a:pathLst>
                <a:path extrusionOk="0" h="13" w="50">
                  <a:moveTo>
                    <a:pt x="50" y="0"/>
                  </a:moveTo>
                  <a:cubicBezTo>
                    <a:pt x="50" y="6"/>
                    <a:pt x="50" y="6"/>
                    <a:pt x="50" y="6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4" y="12"/>
                    <a:pt x="37" y="13"/>
                    <a:pt x="30" y="13"/>
                  </a:cubicBezTo>
                  <a:cubicBezTo>
                    <a:pt x="29" y="13"/>
                    <a:pt x="27" y="13"/>
                    <a:pt x="26" y="13"/>
                  </a:cubicBezTo>
                  <a:cubicBezTo>
                    <a:pt x="25" y="13"/>
                    <a:pt x="25" y="13"/>
                    <a:pt x="24" y="13"/>
                  </a:cubicBezTo>
                  <a:cubicBezTo>
                    <a:pt x="15" y="13"/>
                    <a:pt x="7" y="12"/>
                    <a:pt x="0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4"/>
                    <a:pt x="16" y="6"/>
                    <a:pt x="25" y="6"/>
                  </a:cubicBezTo>
                  <a:cubicBezTo>
                    <a:pt x="34" y="6"/>
                    <a:pt x="42" y="4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15"/>
            <p:cNvSpPr/>
            <p:nvPr/>
          </p:nvSpPr>
          <p:spPr>
            <a:xfrm>
              <a:off x="2974975" y="1573213"/>
              <a:ext cx="77788" cy="114300"/>
            </a:xfrm>
            <a:custGeom>
              <a:rect b="b" l="l" r="r" t="t"/>
              <a:pathLst>
                <a:path extrusionOk="0" h="40" w="27">
                  <a:moveTo>
                    <a:pt x="27" y="39"/>
                  </a:moveTo>
                  <a:cubicBezTo>
                    <a:pt x="21" y="40"/>
                    <a:pt x="16" y="38"/>
                    <a:pt x="14" y="3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0" y="10"/>
                    <a:pt x="1" y="5"/>
                    <a:pt x="5" y="0"/>
                  </a:cubicBezTo>
                  <a:cubicBezTo>
                    <a:pt x="7" y="6"/>
                    <a:pt x="11" y="14"/>
                    <a:pt x="15" y="21"/>
                  </a:cubicBezTo>
                  <a:cubicBezTo>
                    <a:pt x="19" y="28"/>
                    <a:pt x="23" y="34"/>
                    <a:pt x="27" y="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15"/>
            <p:cNvSpPr/>
            <p:nvPr/>
          </p:nvSpPr>
          <p:spPr>
            <a:xfrm>
              <a:off x="3003550" y="1547813"/>
              <a:ext cx="85725" cy="134938"/>
            </a:xfrm>
            <a:custGeom>
              <a:rect b="b" l="l" r="r" t="t"/>
              <a:pathLst>
                <a:path extrusionOk="0" h="47" w="30">
                  <a:moveTo>
                    <a:pt x="30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6"/>
                    <a:pt x="25" y="46"/>
                    <a:pt x="24" y="47"/>
                  </a:cubicBezTo>
                  <a:cubicBezTo>
                    <a:pt x="20" y="41"/>
                    <a:pt x="15" y="35"/>
                    <a:pt x="11" y="27"/>
                  </a:cubicBezTo>
                  <a:cubicBezTo>
                    <a:pt x="6" y="19"/>
                    <a:pt x="2" y="11"/>
                    <a:pt x="0" y="4"/>
                  </a:cubicBezTo>
                  <a:cubicBezTo>
                    <a:pt x="1" y="3"/>
                    <a:pt x="2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7"/>
                    <a:pt x="12" y="15"/>
                    <a:pt x="16" y="24"/>
                  </a:cubicBezTo>
                  <a:cubicBezTo>
                    <a:pt x="21" y="31"/>
                    <a:pt x="25" y="38"/>
                    <a:pt x="30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8" name="Google Shape;3568;p15"/>
            <p:cNvSpPr/>
            <p:nvPr/>
          </p:nvSpPr>
          <p:spPr>
            <a:xfrm>
              <a:off x="3035300" y="1530350"/>
              <a:ext cx="85725" cy="131763"/>
            </a:xfrm>
            <a:custGeom>
              <a:rect b="b" l="l" r="r" t="t"/>
              <a:pathLst>
                <a:path extrusionOk="0" h="46" w="30">
                  <a:moveTo>
                    <a:pt x="30" y="43"/>
                  </a:moveTo>
                  <a:cubicBezTo>
                    <a:pt x="29" y="44"/>
                    <a:pt x="29" y="44"/>
                    <a:pt x="29" y="44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0" y="41"/>
                    <a:pt x="15" y="34"/>
                    <a:pt x="11" y="27"/>
                  </a:cubicBezTo>
                  <a:cubicBezTo>
                    <a:pt x="6" y="18"/>
                    <a:pt x="2" y="10"/>
                    <a:pt x="0" y="3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7"/>
                    <a:pt x="12" y="15"/>
                    <a:pt x="17" y="23"/>
                  </a:cubicBezTo>
                  <a:cubicBezTo>
                    <a:pt x="21" y="31"/>
                    <a:pt x="26" y="38"/>
                    <a:pt x="30" y="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15"/>
            <p:cNvSpPr/>
            <p:nvPr/>
          </p:nvSpPr>
          <p:spPr>
            <a:xfrm>
              <a:off x="3067050" y="1504950"/>
              <a:ext cx="96838" cy="139700"/>
            </a:xfrm>
            <a:custGeom>
              <a:rect b="b" l="l" r="r" t="t"/>
              <a:pathLst>
                <a:path extrusionOk="0" h="49" w="34">
                  <a:moveTo>
                    <a:pt x="34" y="44"/>
                  </a:moveTo>
                  <a:cubicBezTo>
                    <a:pt x="29" y="46"/>
                    <a:pt x="29" y="46"/>
                    <a:pt x="29" y="46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1" y="44"/>
                    <a:pt x="17" y="39"/>
                    <a:pt x="13" y="33"/>
                  </a:cubicBezTo>
                  <a:cubicBezTo>
                    <a:pt x="13" y="32"/>
                    <a:pt x="12" y="30"/>
                    <a:pt x="11" y="29"/>
                  </a:cubicBezTo>
                  <a:cubicBezTo>
                    <a:pt x="11" y="29"/>
                    <a:pt x="11" y="28"/>
                    <a:pt x="10" y="27"/>
                  </a:cubicBezTo>
                  <a:cubicBezTo>
                    <a:pt x="6" y="20"/>
                    <a:pt x="2" y="12"/>
                    <a:pt x="0" y="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9"/>
                    <a:pt x="12" y="17"/>
                    <a:pt x="17" y="25"/>
                  </a:cubicBezTo>
                  <a:cubicBezTo>
                    <a:pt x="21" y="32"/>
                    <a:pt x="27" y="39"/>
                    <a:pt x="34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15"/>
            <p:cNvSpPr/>
            <p:nvPr/>
          </p:nvSpPr>
          <p:spPr>
            <a:xfrm>
              <a:off x="2978150" y="1287463"/>
              <a:ext cx="76200" cy="114300"/>
            </a:xfrm>
            <a:custGeom>
              <a:rect b="b" l="l" r="r" t="t"/>
              <a:pathLst>
                <a:path extrusionOk="0" h="40" w="27">
                  <a:moveTo>
                    <a:pt x="4" y="40"/>
                  </a:moveTo>
                  <a:cubicBezTo>
                    <a:pt x="1" y="35"/>
                    <a:pt x="0" y="30"/>
                    <a:pt x="2" y="2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6" y="2"/>
                    <a:pt x="21" y="0"/>
                    <a:pt x="27" y="1"/>
                  </a:cubicBezTo>
                  <a:cubicBezTo>
                    <a:pt x="23" y="6"/>
                    <a:pt x="18" y="13"/>
                    <a:pt x="14" y="20"/>
                  </a:cubicBezTo>
                  <a:cubicBezTo>
                    <a:pt x="10" y="27"/>
                    <a:pt x="7" y="34"/>
                    <a:pt x="4" y="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15"/>
            <p:cNvSpPr/>
            <p:nvPr/>
          </p:nvSpPr>
          <p:spPr>
            <a:xfrm>
              <a:off x="3003550" y="1293813"/>
              <a:ext cx="88900" cy="131763"/>
            </a:xfrm>
            <a:custGeom>
              <a:rect b="b" l="l" r="r" t="t"/>
              <a:pathLst>
                <a:path extrusionOk="0" h="46" w="31">
                  <a:moveTo>
                    <a:pt x="6" y="46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" y="44"/>
                    <a:pt x="1" y="44"/>
                    <a:pt x="0" y="43"/>
                  </a:cubicBezTo>
                  <a:cubicBezTo>
                    <a:pt x="2" y="36"/>
                    <a:pt x="6" y="29"/>
                    <a:pt x="10" y="22"/>
                  </a:cubicBezTo>
                  <a:cubicBezTo>
                    <a:pt x="15" y="13"/>
                    <a:pt x="20" y="6"/>
                    <a:pt x="25" y="0"/>
                  </a:cubicBezTo>
                  <a:cubicBezTo>
                    <a:pt x="26" y="1"/>
                    <a:pt x="27" y="1"/>
                    <a:pt x="28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6" y="9"/>
                    <a:pt x="21" y="16"/>
                    <a:pt x="16" y="25"/>
                  </a:cubicBezTo>
                  <a:cubicBezTo>
                    <a:pt x="11" y="32"/>
                    <a:pt x="8" y="40"/>
                    <a:pt x="6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15"/>
            <p:cNvSpPr/>
            <p:nvPr/>
          </p:nvSpPr>
          <p:spPr>
            <a:xfrm>
              <a:off x="3035300" y="1312863"/>
              <a:ext cx="88900" cy="131763"/>
            </a:xfrm>
            <a:custGeom>
              <a:rect b="b" l="l" r="r" t="t"/>
              <a:pathLst>
                <a:path extrusionOk="0" h="46" w="31">
                  <a:moveTo>
                    <a:pt x="6" y="46"/>
                  </a:moveTo>
                  <a:cubicBezTo>
                    <a:pt x="4" y="45"/>
                    <a:pt x="4" y="45"/>
                    <a:pt x="4" y="45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3" y="36"/>
                    <a:pt x="6" y="29"/>
                    <a:pt x="10" y="21"/>
                  </a:cubicBezTo>
                  <a:cubicBezTo>
                    <a:pt x="15" y="13"/>
                    <a:pt x="20" y="5"/>
                    <a:pt x="25" y="0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6" y="9"/>
                    <a:pt x="21" y="16"/>
                    <a:pt x="16" y="24"/>
                  </a:cubicBezTo>
                  <a:cubicBezTo>
                    <a:pt x="12" y="32"/>
                    <a:pt x="8" y="39"/>
                    <a:pt x="6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15"/>
            <p:cNvSpPr/>
            <p:nvPr/>
          </p:nvSpPr>
          <p:spPr>
            <a:xfrm>
              <a:off x="3067050" y="1330325"/>
              <a:ext cx="96838" cy="138113"/>
            </a:xfrm>
            <a:custGeom>
              <a:rect b="b" l="l" r="r" t="t"/>
              <a:pathLst>
                <a:path extrusionOk="0" h="48" w="34">
                  <a:moveTo>
                    <a:pt x="10" y="48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" y="38"/>
                    <a:pt x="5" y="31"/>
                    <a:pt x="9" y="25"/>
                  </a:cubicBezTo>
                  <a:cubicBezTo>
                    <a:pt x="9" y="24"/>
                    <a:pt x="10" y="23"/>
                    <a:pt x="11" y="22"/>
                  </a:cubicBezTo>
                  <a:cubicBezTo>
                    <a:pt x="11" y="21"/>
                    <a:pt x="11" y="20"/>
                    <a:pt x="12" y="20"/>
                  </a:cubicBezTo>
                  <a:cubicBezTo>
                    <a:pt x="16" y="12"/>
                    <a:pt x="21" y="5"/>
                    <a:pt x="26" y="0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8" y="10"/>
                    <a:pt x="22" y="16"/>
                    <a:pt x="17" y="24"/>
                  </a:cubicBezTo>
                  <a:cubicBezTo>
                    <a:pt x="13" y="32"/>
                    <a:pt x="10" y="40"/>
                    <a:pt x="10" y="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15"/>
            <p:cNvSpPr/>
            <p:nvPr/>
          </p:nvSpPr>
          <p:spPr>
            <a:xfrm>
              <a:off x="3203575" y="1177925"/>
              <a:ext cx="130175" cy="26988"/>
            </a:xfrm>
            <a:custGeom>
              <a:rect b="b" l="l" r="r" t="t"/>
              <a:pathLst>
                <a:path extrusionOk="0" h="9" w="46">
                  <a:moveTo>
                    <a:pt x="46" y="9"/>
                  </a:moveTo>
                  <a:cubicBezTo>
                    <a:pt x="43" y="4"/>
                    <a:pt x="39" y="0"/>
                    <a:pt x="3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7" y="0"/>
                    <a:pt x="3" y="4"/>
                    <a:pt x="0" y="9"/>
                  </a:cubicBezTo>
                  <a:cubicBezTo>
                    <a:pt x="7" y="8"/>
                    <a:pt x="14" y="7"/>
                    <a:pt x="22" y="7"/>
                  </a:cubicBezTo>
                  <a:cubicBezTo>
                    <a:pt x="31" y="7"/>
                    <a:pt x="39" y="8"/>
                    <a:pt x="46" y="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15"/>
            <p:cNvSpPr/>
            <p:nvPr/>
          </p:nvSpPr>
          <p:spPr>
            <a:xfrm>
              <a:off x="3197225" y="1219200"/>
              <a:ext cx="142875" cy="25400"/>
            </a:xfrm>
            <a:custGeom>
              <a:rect b="b" l="l" r="r" t="t"/>
              <a:pathLst>
                <a:path extrusionOk="0" h="9" w="50">
                  <a:moveTo>
                    <a:pt x="50" y="2"/>
                  </a:moveTo>
                  <a:cubicBezTo>
                    <a:pt x="42" y="1"/>
                    <a:pt x="33" y="0"/>
                    <a:pt x="24" y="0"/>
                  </a:cubicBezTo>
                  <a:cubicBezTo>
                    <a:pt x="15" y="0"/>
                    <a:pt x="7" y="0"/>
                    <a:pt x="0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7"/>
                    <a:pt x="15" y="6"/>
                    <a:pt x="24" y="6"/>
                  </a:cubicBezTo>
                  <a:cubicBezTo>
                    <a:pt x="33" y="6"/>
                    <a:pt x="42" y="7"/>
                    <a:pt x="50" y="9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4"/>
                    <a:pt x="50" y="3"/>
                    <a:pt x="50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15"/>
            <p:cNvSpPr/>
            <p:nvPr/>
          </p:nvSpPr>
          <p:spPr>
            <a:xfrm>
              <a:off x="3197225" y="1255713"/>
              <a:ext cx="142875" cy="23813"/>
            </a:xfrm>
            <a:custGeom>
              <a:rect b="b" l="l" r="r" t="t"/>
              <a:pathLst>
                <a:path extrusionOk="0" h="8" w="50">
                  <a:moveTo>
                    <a:pt x="0" y="2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7"/>
                    <a:pt x="15" y="6"/>
                    <a:pt x="24" y="6"/>
                  </a:cubicBezTo>
                  <a:cubicBezTo>
                    <a:pt x="33" y="6"/>
                    <a:pt x="42" y="7"/>
                    <a:pt x="50" y="8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2" y="1"/>
                    <a:pt x="33" y="0"/>
                    <a:pt x="24" y="0"/>
                  </a:cubicBezTo>
                  <a:cubicBezTo>
                    <a:pt x="15" y="0"/>
                    <a:pt x="7" y="0"/>
                    <a:pt x="0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5"/>
            <p:cNvSpPr/>
            <p:nvPr/>
          </p:nvSpPr>
          <p:spPr>
            <a:xfrm>
              <a:off x="3197225" y="1293813"/>
              <a:ext cx="142875" cy="33338"/>
            </a:xfrm>
            <a:custGeom>
              <a:rect b="b" l="l" r="r" t="t"/>
              <a:pathLst>
                <a:path extrusionOk="0" h="12" w="50">
                  <a:moveTo>
                    <a:pt x="24" y="0"/>
                  </a:moveTo>
                  <a:cubicBezTo>
                    <a:pt x="22" y="0"/>
                    <a:pt x="21" y="0"/>
                    <a:pt x="20" y="0"/>
                  </a:cubicBezTo>
                  <a:cubicBezTo>
                    <a:pt x="12" y="0"/>
                    <a:pt x="6" y="1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8" y="9"/>
                    <a:pt x="16" y="7"/>
                    <a:pt x="25" y="7"/>
                  </a:cubicBezTo>
                  <a:cubicBezTo>
                    <a:pt x="34" y="7"/>
                    <a:pt x="42" y="9"/>
                    <a:pt x="50" y="12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3" y="1"/>
                    <a:pt x="35" y="0"/>
                    <a:pt x="26" y="0"/>
                  </a:cubicBezTo>
                  <a:cubicBezTo>
                    <a:pt x="25" y="0"/>
                    <a:pt x="24" y="0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15"/>
            <p:cNvSpPr/>
            <p:nvPr/>
          </p:nvSpPr>
          <p:spPr>
            <a:xfrm>
              <a:off x="3479800" y="1290638"/>
              <a:ext cx="76200" cy="114300"/>
            </a:xfrm>
            <a:custGeom>
              <a:rect b="b" l="l" r="r" t="t"/>
              <a:pathLst>
                <a:path extrusionOk="0" h="40" w="27">
                  <a:moveTo>
                    <a:pt x="0" y="0"/>
                  </a:moveTo>
                  <a:cubicBezTo>
                    <a:pt x="6" y="0"/>
                    <a:pt x="11" y="2"/>
                    <a:pt x="14" y="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7" y="30"/>
                    <a:pt x="26" y="35"/>
                    <a:pt x="23" y="40"/>
                  </a:cubicBezTo>
                  <a:cubicBezTo>
                    <a:pt x="20" y="33"/>
                    <a:pt x="17" y="26"/>
                    <a:pt x="13" y="18"/>
                  </a:cubicBezTo>
                  <a:cubicBezTo>
                    <a:pt x="9" y="12"/>
                    <a:pt x="4" y="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15"/>
            <p:cNvSpPr/>
            <p:nvPr/>
          </p:nvSpPr>
          <p:spPr>
            <a:xfrm>
              <a:off x="3444875" y="1295400"/>
              <a:ext cx="85725" cy="131763"/>
            </a:xfrm>
            <a:custGeom>
              <a:rect b="b" l="l" r="r" t="t"/>
              <a:pathLst>
                <a:path extrusionOk="0" h="46" w="30">
                  <a:moveTo>
                    <a:pt x="0" y="3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4" y="1"/>
                    <a:pt x="6" y="0"/>
                  </a:cubicBezTo>
                  <a:cubicBezTo>
                    <a:pt x="10" y="5"/>
                    <a:pt x="15" y="12"/>
                    <a:pt x="19" y="20"/>
                  </a:cubicBezTo>
                  <a:cubicBezTo>
                    <a:pt x="24" y="28"/>
                    <a:pt x="27" y="36"/>
                    <a:pt x="30" y="43"/>
                  </a:cubicBezTo>
                  <a:cubicBezTo>
                    <a:pt x="29" y="44"/>
                    <a:pt x="28" y="44"/>
                    <a:pt x="27" y="45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2" y="39"/>
                    <a:pt x="18" y="31"/>
                    <a:pt x="13" y="23"/>
                  </a:cubicBezTo>
                  <a:cubicBezTo>
                    <a:pt x="9" y="15"/>
                    <a:pt x="4" y="9"/>
                    <a:pt x="0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15"/>
            <p:cNvSpPr/>
            <p:nvPr/>
          </p:nvSpPr>
          <p:spPr>
            <a:xfrm>
              <a:off x="3414713" y="1312863"/>
              <a:ext cx="84138" cy="134938"/>
            </a:xfrm>
            <a:custGeom>
              <a:rect b="b" l="l" r="r" t="t"/>
              <a:pathLst>
                <a:path extrusionOk="0" h="47" w="30">
                  <a:moveTo>
                    <a:pt x="0" y="4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0" y="6"/>
                    <a:pt x="14" y="13"/>
                    <a:pt x="19" y="20"/>
                  </a:cubicBezTo>
                  <a:cubicBezTo>
                    <a:pt x="24" y="28"/>
                    <a:pt x="27" y="37"/>
                    <a:pt x="30" y="44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2" y="40"/>
                    <a:pt x="18" y="32"/>
                    <a:pt x="13" y="23"/>
                  </a:cubicBezTo>
                  <a:cubicBezTo>
                    <a:pt x="9" y="16"/>
                    <a:pt x="4" y="9"/>
                    <a:pt x="0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15"/>
            <p:cNvSpPr/>
            <p:nvPr/>
          </p:nvSpPr>
          <p:spPr>
            <a:xfrm>
              <a:off x="3371850" y="1333500"/>
              <a:ext cx="96838" cy="136525"/>
            </a:xfrm>
            <a:custGeom>
              <a:rect b="b" l="l" r="r" t="t"/>
              <a:pathLst>
                <a:path extrusionOk="0" h="48" w="34">
                  <a:moveTo>
                    <a:pt x="0" y="5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3" y="4"/>
                    <a:pt x="17" y="10"/>
                    <a:pt x="20" y="16"/>
                  </a:cubicBezTo>
                  <a:cubicBezTo>
                    <a:pt x="21" y="17"/>
                    <a:pt x="22" y="18"/>
                    <a:pt x="22" y="20"/>
                  </a:cubicBezTo>
                  <a:cubicBezTo>
                    <a:pt x="23" y="20"/>
                    <a:pt x="23" y="21"/>
                    <a:pt x="23" y="21"/>
                  </a:cubicBezTo>
                  <a:cubicBezTo>
                    <a:pt x="28" y="29"/>
                    <a:pt x="31" y="37"/>
                    <a:pt x="34" y="43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4" y="40"/>
                    <a:pt x="21" y="32"/>
                    <a:pt x="17" y="24"/>
                  </a:cubicBezTo>
                  <a:cubicBezTo>
                    <a:pt x="13" y="16"/>
                    <a:pt x="7" y="10"/>
                    <a:pt x="0" y="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15"/>
            <p:cNvSpPr/>
            <p:nvPr/>
          </p:nvSpPr>
          <p:spPr>
            <a:xfrm>
              <a:off x="3479800" y="1576388"/>
              <a:ext cx="76200" cy="114300"/>
            </a:xfrm>
            <a:custGeom>
              <a:rect b="b" l="l" r="r" t="t"/>
              <a:pathLst>
                <a:path extrusionOk="0" h="40" w="27">
                  <a:moveTo>
                    <a:pt x="23" y="0"/>
                  </a:moveTo>
                  <a:cubicBezTo>
                    <a:pt x="26" y="5"/>
                    <a:pt x="27" y="10"/>
                    <a:pt x="24" y="1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1" y="38"/>
                    <a:pt x="6" y="40"/>
                    <a:pt x="0" y="39"/>
                  </a:cubicBezTo>
                  <a:cubicBezTo>
                    <a:pt x="4" y="34"/>
                    <a:pt x="9" y="27"/>
                    <a:pt x="13" y="19"/>
                  </a:cubicBezTo>
                  <a:cubicBezTo>
                    <a:pt x="17" y="13"/>
                    <a:pt x="20" y="6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15"/>
            <p:cNvSpPr/>
            <p:nvPr/>
          </p:nvSpPr>
          <p:spPr>
            <a:xfrm>
              <a:off x="3443288" y="1550988"/>
              <a:ext cx="87313" cy="131763"/>
            </a:xfrm>
            <a:custGeom>
              <a:rect b="b" l="l" r="r" t="t"/>
              <a:pathLst>
                <a:path extrusionOk="0" h="46" w="31">
                  <a:moveTo>
                    <a:pt x="25" y="0"/>
                  </a:moveTo>
                  <a:cubicBezTo>
                    <a:pt x="27" y="1"/>
                    <a:pt x="27" y="1"/>
                    <a:pt x="27" y="1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9" y="2"/>
                    <a:pt x="30" y="3"/>
                    <a:pt x="31" y="4"/>
                  </a:cubicBezTo>
                  <a:cubicBezTo>
                    <a:pt x="28" y="10"/>
                    <a:pt x="25" y="18"/>
                    <a:pt x="20" y="25"/>
                  </a:cubicBezTo>
                  <a:cubicBezTo>
                    <a:pt x="16" y="33"/>
                    <a:pt x="11" y="41"/>
                    <a:pt x="6" y="46"/>
                  </a:cubicBezTo>
                  <a:cubicBezTo>
                    <a:pt x="5" y="46"/>
                    <a:pt x="4" y="45"/>
                    <a:pt x="2" y="45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5" y="38"/>
                    <a:pt x="10" y="30"/>
                    <a:pt x="15" y="22"/>
                  </a:cubicBezTo>
                  <a:cubicBezTo>
                    <a:pt x="19" y="14"/>
                    <a:pt x="23" y="7"/>
                    <a:pt x="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15"/>
            <p:cNvSpPr/>
            <p:nvPr/>
          </p:nvSpPr>
          <p:spPr>
            <a:xfrm>
              <a:off x="3411538" y="1533525"/>
              <a:ext cx="87313" cy="131763"/>
            </a:xfrm>
            <a:custGeom>
              <a:rect b="b" l="l" r="r" t="t"/>
              <a:pathLst>
                <a:path extrusionOk="0" h="46" w="31">
                  <a:moveTo>
                    <a:pt x="25" y="0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10"/>
                    <a:pt x="25" y="17"/>
                    <a:pt x="20" y="25"/>
                  </a:cubicBezTo>
                  <a:cubicBezTo>
                    <a:pt x="15" y="33"/>
                    <a:pt x="10" y="40"/>
                    <a:pt x="5" y="46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5" y="37"/>
                    <a:pt x="10" y="30"/>
                    <a:pt x="15" y="21"/>
                  </a:cubicBezTo>
                  <a:cubicBezTo>
                    <a:pt x="19" y="14"/>
                    <a:pt x="23" y="6"/>
                    <a:pt x="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15"/>
            <p:cNvSpPr/>
            <p:nvPr/>
          </p:nvSpPr>
          <p:spPr>
            <a:xfrm>
              <a:off x="3368675" y="1508125"/>
              <a:ext cx="96838" cy="139700"/>
            </a:xfrm>
            <a:custGeom>
              <a:rect b="b" l="l" r="r" t="t"/>
              <a:pathLst>
                <a:path extrusionOk="0" h="49" w="34">
                  <a:moveTo>
                    <a:pt x="25" y="0"/>
                  </a:moveTo>
                  <a:cubicBezTo>
                    <a:pt x="30" y="3"/>
                    <a:pt x="30" y="3"/>
                    <a:pt x="30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2" y="11"/>
                    <a:pt x="30" y="17"/>
                    <a:pt x="26" y="23"/>
                  </a:cubicBezTo>
                  <a:cubicBezTo>
                    <a:pt x="25" y="25"/>
                    <a:pt x="25" y="26"/>
                    <a:pt x="24" y="27"/>
                  </a:cubicBezTo>
                  <a:cubicBezTo>
                    <a:pt x="24" y="28"/>
                    <a:pt x="23" y="28"/>
                    <a:pt x="23" y="29"/>
                  </a:cubicBezTo>
                  <a:cubicBezTo>
                    <a:pt x="18" y="37"/>
                    <a:pt x="14" y="43"/>
                    <a:pt x="9" y="49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7" y="39"/>
                    <a:pt x="13" y="32"/>
                    <a:pt x="18" y="25"/>
                  </a:cubicBezTo>
                  <a:cubicBezTo>
                    <a:pt x="22" y="17"/>
                    <a:pt x="24" y="9"/>
                    <a:pt x="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9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0" name="Google Shape;3590;p16"/>
          <p:cNvGrpSpPr/>
          <p:nvPr/>
        </p:nvGrpSpPr>
        <p:grpSpPr>
          <a:xfrm>
            <a:off x="7989888" y="614554"/>
            <a:ext cx="296863" cy="298450"/>
            <a:chOff x="7989888" y="755650"/>
            <a:chExt cx="296863" cy="298450"/>
          </a:xfrm>
        </p:grpSpPr>
        <p:sp>
          <p:nvSpPr>
            <p:cNvPr id="3591" name="Google Shape;3591;p16"/>
            <p:cNvSpPr/>
            <p:nvPr/>
          </p:nvSpPr>
          <p:spPr>
            <a:xfrm>
              <a:off x="7989888" y="755650"/>
              <a:ext cx="296863" cy="29845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16"/>
            <p:cNvSpPr/>
            <p:nvPr/>
          </p:nvSpPr>
          <p:spPr>
            <a:xfrm>
              <a:off x="8043863" y="812800"/>
              <a:ext cx="138113" cy="138113"/>
            </a:xfrm>
            <a:custGeom>
              <a:rect b="b" l="l" r="r" t="t"/>
              <a:pathLst>
                <a:path extrusionOk="0" h="54" w="54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42"/>
                    <a:pt x="2" y="48"/>
                    <a:pt x="5" y="5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49" y="2"/>
                    <a:pt x="43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16"/>
            <p:cNvSpPr/>
            <p:nvPr/>
          </p:nvSpPr>
          <p:spPr>
            <a:xfrm>
              <a:off x="8091488" y="862013"/>
              <a:ext cx="138113" cy="134938"/>
            </a:xfrm>
            <a:custGeom>
              <a:rect b="b" l="l" r="r" t="t"/>
              <a:pathLst>
                <a:path extrusionOk="0" h="53" w="54">
                  <a:moveTo>
                    <a:pt x="49" y="0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6" y="52"/>
                    <a:pt x="11" y="53"/>
                    <a:pt x="18" y="53"/>
                  </a:cubicBezTo>
                  <a:cubicBezTo>
                    <a:pt x="38" y="53"/>
                    <a:pt x="54" y="37"/>
                    <a:pt x="54" y="17"/>
                  </a:cubicBezTo>
                  <a:cubicBezTo>
                    <a:pt x="54" y="11"/>
                    <a:pt x="52" y="5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4" name="Google Shape;3594;p16"/>
          <p:cNvSpPr/>
          <p:nvPr/>
        </p:nvSpPr>
        <p:spPr>
          <a:xfrm>
            <a:off x="6794500" y="608013"/>
            <a:ext cx="307975" cy="304800"/>
          </a:xfrm>
          <a:custGeom>
            <a:rect b="b" l="l" r="r" t="t"/>
            <a:pathLst>
              <a:path extrusionOk="0" h="119" w="120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5" name="Google Shape;3595;p16"/>
          <p:cNvGrpSpPr/>
          <p:nvPr/>
        </p:nvGrpSpPr>
        <p:grpSpPr>
          <a:xfrm>
            <a:off x="5630863" y="614554"/>
            <a:ext cx="279400" cy="298451"/>
            <a:chOff x="5630863" y="755650"/>
            <a:chExt cx="279400" cy="298451"/>
          </a:xfrm>
        </p:grpSpPr>
        <p:sp>
          <p:nvSpPr>
            <p:cNvPr id="3596" name="Google Shape;3596;p16"/>
            <p:cNvSpPr/>
            <p:nvPr/>
          </p:nvSpPr>
          <p:spPr>
            <a:xfrm>
              <a:off x="5667375" y="868363"/>
              <a:ext cx="204788" cy="185738"/>
            </a:xfrm>
            <a:custGeom>
              <a:rect b="b" l="l" r="r" t="t"/>
              <a:pathLst>
                <a:path extrusionOk="0" h="72" w="80">
                  <a:moveTo>
                    <a:pt x="66" y="58"/>
                  </a:moveTo>
                  <a:cubicBezTo>
                    <a:pt x="58" y="58"/>
                    <a:pt x="58" y="58"/>
                    <a:pt x="58" y="58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2" y="72"/>
                    <a:pt x="4" y="72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9" y="72"/>
                    <a:pt x="80" y="71"/>
                    <a:pt x="80" y="69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16"/>
            <p:cNvSpPr/>
            <p:nvPr/>
          </p:nvSpPr>
          <p:spPr>
            <a:xfrm>
              <a:off x="5630863" y="755650"/>
              <a:ext cx="279400" cy="92075"/>
            </a:xfrm>
            <a:custGeom>
              <a:rect b="b" l="l" r="r" t="t"/>
              <a:pathLst>
                <a:path extrusionOk="0" h="36" w="109">
                  <a:moveTo>
                    <a:pt x="101" y="15"/>
                  </a:moveTo>
                  <a:cubicBezTo>
                    <a:pt x="72" y="15"/>
                    <a:pt x="72" y="15"/>
                    <a:pt x="72" y="15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2"/>
                    <a:pt x="71" y="0"/>
                    <a:pt x="6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6" y="2"/>
                    <a:pt x="36" y="4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8"/>
                    <a:pt x="0" y="2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3"/>
                    <a:pt x="3" y="36"/>
                    <a:pt x="7" y="36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5" y="36"/>
                    <a:pt x="109" y="33"/>
                    <a:pt x="109" y="29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18"/>
                    <a:pt x="105" y="15"/>
                    <a:pt x="101" y="15"/>
                  </a:cubicBezTo>
                  <a:close/>
                  <a:moveTo>
                    <a:pt x="43" y="15"/>
                  </a:moveTo>
                  <a:cubicBezTo>
                    <a:pt x="43" y="7"/>
                    <a:pt x="43" y="7"/>
                    <a:pt x="43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15"/>
                    <a:pt x="65" y="15"/>
                    <a:pt x="65" y="15"/>
                  </a:cubicBezTo>
                  <a:lnTo>
                    <a:pt x="43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8" name="Google Shape;3598;p16"/>
          <p:cNvSpPr/>
          <p:nvPr/>
        </p:nvSpPr>
        <p:spPr>
          <a:xfrm>
            <a:off x="5016500" y="614363"/>
            <a:ext cx="204788" cy="261937"/>
          </a:xfrm>
          <a:custGeom>
            <a:rect b="b" l="l" r="r" t="t"/>
            <a:pathLst>
              <a:path extrusionOk="0" h="102" w="80">
                <a:moveTo>
                  <a:pt x="73" y="44"/>
                </a:moveTo>
                <a:cubicBezTo>
                  <a:pt x="69" y="44"/>
                  <a:pt x="66" y="47"/>
                  <a:pt x="66" y="50"/>
                </a:cubicBezTo>
                <a:cubicBezTo>
                  <a:pt x="66" y="50"/>
                  <a:pt x="66" y="50"/>
                  <a:pt x="66" y="50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0"/>
                  <a:pt x="62" y="36"/>
                  <a:pt x="58" y="36"/>
                </a:cubicBezTo>
                <a:cubicBezTo>
                  <a:pt x="54" y="36"/>
                  <a:pt x="51" y="40"/>
                  <a:pt x="51" y="44"/>
                </a:cubicBezTo>
                <a:cubicBezTo>
                  <a:pt x="51" y="36"/>
                  <a:pt x="51" y="36"/>
                  <a:pt x="51" y="36"/>
                </a:cubicBezTo>
                <a:cubicBezTo>
                  <a:pt x="51" y="32"/>
                  <a:pt x="48" y="29"/>
                  <a:pt x="44" y="29"/>
                </a:cubicBezTo>
                <a:cubicBezTo>
                  <a:pt x="40" y="29"/>
                  <a:pt x="37" y="32"/>
                  <a:pt x="37" y="36"/>
                </a:cubicBezTo>
                <a:cubicBezTo>
                  <a:pt x="37" y="7"/>
                  <a:pt x="37" y="7"/>
                  <a:pt x="37" y="7"/>
                </a:cubicBezTo>
                <a:cubicBezTo>
                  <a:pt x="37" y="3"/>
                  <a:pt x="33" y="0"/>
                  <a:pt x="29" y="0"/>
                </a:cubicBezTo>
                <a:cubicBezTo>
                  <a:pt x="25" y="0"/>
                  <a:pt x="22" y="3"/>
                  <a:pt x="22" y="7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51"/>
                  <a:pt x="22" y="51"/>
                  <a:pt x="22" y="51"/>
                </a:cubicBezTo>
                <a:cubicBezTo>
                  <a:pt x="22" y="56"/>
                  <a:pt x="22" y="56"/>
                  <a:pt x="22" y="56"/>
                </a:cubicBezTo>
                <a:cubicBezTo>
                  <a:pt x="22" y="57"/>
                  <a:pt x="21" y="58"/>
                  <a:pt x="20" y="58"/>
                </a:cubicBezTo>
                <a:cubicBezTo>
                  <a:pt x="19" y="58"/>
                  <a:pt x="18" y="58"/>
                  <a:pt x="18" y="57"/>
                </a:cubicBezTo>
                <a:cubicBezTo>
                  <a:pt x="13" y="50"/>
                  <a:pt x="13" y="43"/>
                  <a:pt x="5" y="43"/>
                </a:cubicBezTo>
                <a:cubicBezTo>
                  <a:pt x="3" y="43"/>
                  <a:pt x="2" y="44"/>
                  <a:pt x="1" y="46"/>
                </a:cubicBezTo>
                <a:cubicBezTo>
                  <a:pt x="0" y="47"/>
                  <a:pt x="0" y="49"/>
                  <a:pt x="1" y="51"/>
                </a:cubicBezTo>
                <a:cubicBezTo>
                  <a:pt x="24" y="100"/>
                  <a:pt x="24" y="100"/>
                  <a:pt x="24" y="100"/>
                </a:cubicBezTo>
                <a:cubicBezTo>
                  <a:pt x="24" y="101"/>
                  <a:pt x="25" y="102"/>
                  <a:pt x="27" y="102"/>
                </a:cubicBezTo>
                <a:cubicBezTo>
                  <a:pt x="33" y="102"/>
                  <a:pt x="56" y="102"/>
                  <a:pt x="69" y="102"/>
                </a:cubicBezTo>
                <a:cubicBezTo>
                  <a:pt x="75" y="102"/>
                  <a:pt x="80" y="97"/>
                  <a:pt x="80" y="91"/>
                </a:cubicBezTo>
                <a:cubicBezTo>
                  <a:pt x="80" y="71"/>
                  <a:pt x="80" y="51"/>
                  <a:pt x="80" y="51"/>
                </a:cubicBezTo>
                <a:cubicBezTo>
                  <a:pt x="80" y="47"/>
                  <a:pt x="77" y="44"/>
                  <a:pt x="73" y="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9" name="Google Shape;3599;p16"/>
          <p:cNvGrpSpPr/>
          <p:nvPr/>
        </p:nvGrpSpPr>
        <p:grpSpPr>
          <a:xfrm>
            <a:off x="1450975" y="697104"/>
            <a:ext cx="300038" cy="249238"/>
            <a:chOff x="1450975" y="838200"/>
            <a:chExt cx="300038" cy="249238"/>
          </a:xfrm>
        </p:grpSpPr>
        <p:sp>
          <p:nvSpPr>
            <p:cNvPr id="3600" name="Google Shape;3600;p16"/>
            <p:cNvSpPr/>
            <p:nvPr/>
          </p:nvSpPr>
          <p:spPr>
            <a:xfrm>
              <a:off x="1450975" y="838200"/>
              <a:ext cx="300038" cy="249238"/>
            </a:xfrm>
            <a:custGeom>
              <a:rect b="b" l="l" r="r" t="t"/>
              <a:pathLst>
                <a:path extrusionOk="0" h="97" w="117">
                  <a:moveTo>
                    <a:pt x="1" y="42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23" y="92"/>
                    <a:pt x="87" y="97"/>
                    <a:pt x="117" y="56"/>
                  </a:cubicBezTo>
                  <a:cubicBezTo>
                    <a:pt x="117" y="51"/>
                    <a:pt x="117" y="51"/>
                    <a:pt x="117" y="51"/>
                  </a:cubicBezTo>
                  <a:cubicBezTo>
                    <a:pt x="94" y="5"/>
                    <a:pt x="31" y="0"/>
                    <a:pt x="1" y="42"/>
                  </a:cubicBezTo>
                  <a:close/>
                  <a:moveTo>
                    <a:pt x="58" y="75"/>
                  </a:moveTo>
                  <a:cubicBezTo>
                    <a:pt x="43" y="74"/>
                    <a:pt x="32" y="61"/>
                    <a:pt x="33" y="47"/>
                  </a:cubicBezTo>
                  <a:cubicBezTo>
                    <a:pt x="35" y="32"/>
                    <a:pt x="47" y="21"/>
                    <a:pt x="62" y="23"/>
                  </a:cubicBezTo>
                  <a:cubicBezTo>
                    <a:pt x="76" y="24"/>
                    <a:pt x="87" y="36"/>
                    <a:pt x="86" y="51"/>
                  </a:cubicBezTo>
                  <a:cubicBezTo>
                    <a:pt x="85" y="66"/>
                    <a:pt x="72" y="76"/>
                    <a:pt x="58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16"/>
            <p:cNvSpPr/>
            <p:nvPr/>
          </p:nvSpPr>
          <p:spPr>
            <a:xfrm>
              <a:off x="1571625" y="930275"/>
              <a:ext cx="66675" cy="666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2" name="Google Shape;3602;p16"/>
          <p:cNvGrpSpPr/>
          <p:nvPr/>
        </p:nvGrpSpPr>
        <p:grpSpPr>
          <a:xfrm>
            <a:off x="4424363" y="612967"/>
            <a:ext cx="280987" cy="280987"/>
            <a:chOff x="4424363" y="754063"/>
            <a:chExt cx="280987" cy="280987"/>
          </a:xfrm>
        </p:grpSpPr>
        <p:sp>
          <p:nvSpPr>
            <p:cNvPr id="3603" name="Google Shape;3603;p16"/>
            <p:cNvSpPr/>
            <p:nvPr/>
          </p:nvSpPr>
          <p:spPr>
            <a:xfrm>
              <a:off x="4424363" y="942975"/>
              <a:ext cx="92075" cy="92075"/>
            </a:xfrm>
            <a:custGeom>
              <a:rect b="b" l="l" r="r" t="t"/>
              <a:pathLst>
                <a:path extrusionOk="0" h="58" w="58">
                  <a:moveTo>
                    <a:pt x="8" y="0"/>
                  </a:moveTo>
                  <a:lnTo>
                    <a:pt x="3" y="29"/>
                  </a:lnTo>
                  <a:lnTo>
                    <a:pt x="0" y="58"/>
                  </a:lnTo>
                  <a:lnTo>
                    <a:pt x="29" y="53"/>
                  </a:lnTo>
                  <a:lnTo>
                    <a:pt x="58" y="50"/>
                  </a:lnTo>
                  <a:lnTo>
                    <a:pt x="32" y="2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16"/>
            <p:cNvSpPr/>
            <p:nvPr/>
          </p:nvSpPr>
          <p:spPr>
            <a:xfrm>
              <a:off x="4449763" y="800100"/>
              <a:ext cx="206375" cy="209550"/>
            </a:xfrm>
            <a:custGeom>
              <a:rect b="b" l="l" r="r" t="t"/>
              <a:pathLst>
                <a:path extrusionOk="0" h="132" w="130">
                  <a:moveTo>
                    <a:pt x="50" y="114"/>
                  </a:moveTo>
                  <a:lnTo>
                    <a:pt x="40" y="106"/>
                  </a:lnTo>
                  <a:lnTo>
                    <a:pt x="114" y="32"/>
                  </a:lnTo>
                  <a:lnTo>
                    <a:pt x="98" y="16"/>
                  </a:lnTo>
                  <a:lnTo>
                    <a:pt x="24" y="90"/>
                  </a:lnTo>
                  <a:lnTo>
                    <a:pt x="16" y="82"/>
                  </a:lnTo>
                  <a:lnTo>
                    <a:pt x="90" y="8"/>
                  </a:lnTo>
                  <a:lnTo>
                    <a:pt x="82" y="0"/>
                  </a:lnTo>
                  <a:lnTo>
                    <a:pt x="0" y="82"/>
                  </a:lnTo>
                  <a:lnTo>
                    <a:pt x="50" y="132"/>
                  </a:lnTo>
                  <a:lnTo>
                    <a:pt x="130" y="50"/>
                  </a:lnTo>
                  <a:lnTo>
                    <a:pt x="122" y="42"/>
                  </a:lnTo>
                  <a:lnTo>
                    <a:pt x="50" y="1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16"/>
            <p:cNvSpPr/>
            <p:nvPr/>
          </p:nvSpPr>
          <p:spPr>
            <a:xfrm>
              <a:off x="4594225" y="754063"/>
              <a:ext cx="111125" cy="112713"/>
            </a:xfrm>
            <a:custGeom>
              <a:rect b="b" l="l" r="r" t="t"/>
              <a:pathLst>
                <a:path extrusionOk="0" h="44" w="43">
                  <a:moveTo>
                    <a:pt x="40" y="24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17" y="0"/>
                    <a:pt x="13" y="0"/>
                    <a:pt x="10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3" y="31"/>
                    <a:pt x="43" y="26"/>
                    <a:pt x="4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6" name="Google Shape;3606;p16"/>
          <p:cNvSpPr/>
          <p:nvPr/>
        </p:nvSpPr>
        <p:spPr>
          <a:xfrm>
            <a:off x="3798888" y="604838"/>
            <a:ext cx="333375" cy="284162"/>
          </a:xfrm>
          <a:custGeom>
            <a:rect b="b" l="l" r="r" t="t"/>
            <a:pathLst>
              <a:path extrusionOk="0" h="111" w="130">
                <a:moveTo>
                  <a:pt x="36" y="111"/>
                </a:moveTo>
                <a:cubicBezTo>
                  <a:pt x="31" y="111"/>
                  <a:pt x="27" y="109"/>
                  <a:pt x="23" y="104"/>
                </a:cubicBezTo>
                <a:cubicBezTo>
                  <a:pt x="22" y="104"/>
                  <a:pt x="22" y="104"/>
                  <a:pt x="22" y="104"/>
                </a:cubicBezTo>
                <a:cubicBezTo>
                  <a:pt x="18" y="100"/>
                  <a:pt x="0" y="85"/>
                  <a:pt x="22" y="65"/>
                </a:cubicBezTo>
                <a:cubicBezTo>
                  <a:pt x="31" y="56"/>
                  <a:pt x="43" y="44"/>
                  <a:pt x="55" y="32"/>
                </a:cubicBezTo>
                <a:cubicBezTo>
                  <a:pt x="61" y="26"/>
                  <a:pt x="68" y="19"/>
                  <a:pt x="75" y="12"/>
                </a:cubicBezTo>
                <a:cubicBezTo>
                  <a:pt x="88" y="0"/>
                  <a:pt x="97" y="2"/>
                  <a:pt x="111" y="16"/>
                </a:cubicBezTo>
                <a:cubicBezTo>
                  <a:pt x="127" y="32"/>
                  <a:pt x="130" y="47"/>
                  <a:pt x="123" y="55"/>
                </a:cubicBezTo>
                <a:cubicBezTo>
                  <a:pt x="114" y="66"/>
                  <a:pt x="78" y="103"/>
                  <a:pt x="76" y="104"/>
                </a:cubicBezTo>
                <a:cubicBezTo>
                  <a:pt x="74" y="106"/>
                  <a:pt x="71" y="106"/>
                  <a:pt x="69" y="104"/>
                </a:cubicBezTo>
                <a:cubicBezTo>
                  <a:pt x="67" y="102"/>
                  <a:pt x="67" y="99"/>
                  <a:pt x="69" y="97"/>
                </a:cubicBezTo>
                <a:cubicBezTo>
                  <a:pt x="69" y="96"/>
                  <a:pt x="106" y="59"/>
                  <a:pt x="115" y="49"/>
                </a:cubicBezTo>
                <a:cubicBezTo>
                  <a:pt x="118" y="46"/>
                  <a:pt x="118" y="37"/>
                  <a:pt x="104" y="23"/>
                </a:cubicBezTo>
                <a:cubicBezTo>
                  <a:pt x="95" y="15"/>
                  <a:pt x="93" y="9"/>
                  <a:pt x="83" y="19"/>
                </a:cubicBezTo>
                <a:cubicBezTo>
                  <a:pt x="76" y="26"/>
                  <a:pt x="69" y="33"/>
                  <a:pt x="62" y="40"/>
                </a:cubicBezTo>
                <a:cubicBezTo>
                  <a:pt x="50" y="52"/>
                  <a:pt x="38" y="63"/>
                  <a:pt x="30" y="72"/>
                </a:cubicBezTo>
                <a:cubicBezTo>
                  <a:pt x="16" y="85"/>
                  <a:pt x="25" y="92"/>
                  <a:pt x="30" y="97"/>
                </a:cubicBezTo>
                <a:cubicBezTo>
                  <a:pt x="30" y="97"/>
                  <a:pt x="30" y="97"/>
                  <a:pt x="30" y="97"/>
                </a:cubicBezTo>
                <a:cubicBezTo>
                  <a:pt x="34" y="101"/>
                  <a:pt x="37" y="102"/>
                  <a:pt x="43" y="96"/>
                </a:cubicBezTo>
                <a:cubicBezTo>
                  <a:pt x="44" y="95"/>
                  <a:pt x="47" y="92"/>
                  <a:pt x="52" y="88"/>
                </a:cubicBezTo>
                <a:cubicBezTo>
                  <a:pt x="63" y="77"/>
                  <a:pt x="84" y="57"/>
                  <a:pt x="88" y="51"/>
                </a:cubicBezTo>
                <a:cubicBezTo>
                  <a:pt x="89" y="50"/>
                  <a:pt x="91" y="46"/>
                  <a:pt x="89" y="44"/>
                </a:cubicBezTo>
                <a:cubicBezTo>
                  <a:pt x="87" y="42"/>
                  <a:pt x="82" y="46"/>
                  <a:pt x="81" y="48"/>
                </a:cubicBezTo>
                <a:cubicBezTo>
                  <a:pt x="66" y="63"/>
                  <a:pt x="47" y="82"/>
                  <a:pt x="47" y="82"/>
                </a:cubicBezTo>
                <a:cubicBezTo>
                  <a:pt x="45" y="84"/>
                  <a:pt x="41" y="84"/>
                  <a:pt x="39" y="82"/>
                </a:cubicBezTo>
                <a:cubicBezTo>
                  <a:pt x="37" y="80"/>
                  <a:pt x="37" y="76"/>
                  <a:pt x="40" y="74"/>
                </a:cubicBezTo>
                <a:cubicBezTo>
                  <a:pt x="40" y="74"/>
                  <a:pt x="59" y="56"/>
                  <a:pt x="73" y="41"/>
                </a:cubicBezTo>
                <a:cubicBezTo>
                  <a:pt x="82" y="31"/>
                  <a:pt x="91" y="32"/>
                  <a:pt x="96" y="36"/>
                </a:cubicBezTo>
                <a:cubicBezTo>
                  <a:pt x="102" y="42"/>
                  <a:pt x="101" y="52"/>
                  <a:pt x="96" y="58"/>
                </a:cubicBezTo>
                <a:cubicBezTo>
                  <a:pt x="92" y="63"/>
                  <a:pt x="75" y="79"/>
                  <a:pt x="59" y="95"/>
                </a:cubicBezTo>
                <a:cubicBezTo>
                  <a:pt x="55" y="99"/>
                  <a:pt x="52" y="102"/>
                  <a:pt x="50" y="104"/>
                </a:cubicBezTo>
                <a:cubicBezTo>
                  <a:pt x="45" y="108"/>
                  <a:pt x="41" y="111"/>
                  <a:pt x="36" y="1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7" name="Google Shape;3607;p16"/>
          <p:cNvSpPr/>
          <p:nvPr/>
        </p:nvSpPr>
        <p:spPr>
          <a:xfrm>
            <a:off x="6299200" y="635000"/>
            <a:ext cx="204788" cy="277813"/>
          </a:xfrm>
          <a:custGeom>
            <a:rect b="b" l="l" r="r" t="t"/>
            <a:pathLst>
              <a:path extrusionOk="0" h="108" w="80">
                <a:moveTo>
                  <a:pt x="73" y="43"/>
                </a:moveTo>
                <a:cubicBezTo>
                  <a:pt x="73" y="33"/>
                  <a:pt x="73" y="33"/>
                  <a:pt x="73" y="33"/>
                </a:cubicBezTo>
                <a:cubicBezTo>
                  <a:pt x="73" y="15"/>
                  <a:pt x="58" y="0"/>
                  <a:pt x="40" y="0"/>
                </a:cubicBezTo>
                <a:cubicBezTo>
                  <a:pt x="22" y="0"/>
                  <a:pt x="7" y="15"/>
                  <a:pt x="7" y="33"/>
                </a:cubicBezTo>
                <a:cubicBezTo>
                  <a:pt x="7" y="43"/>
                  <a:pt x="7" y="43"/>
                  <a:pt x="7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108"/>
                  <a:pt x="0" y="108"/>
                  <a:pt x="0" y="108"/>
                </a:cubicBezTo>
                <a:cubicBezTo>
                  <a:pt x="80" y="108"/>
                  <a:pt x="80" y="108"/>
                  <a:pt x="80" y="108"/>
                </a:cubicBezTo>
                <a:cubicBezTo>
                  <a:pt x="80" y="43"/>
                  <a:pt x="80" y="43"/>
                  <a:pt x="80" y="43"/>
                </a:cubicBezTo>
                <a:lnTo>
                  <a:pt x="73" y="43"/>
                </a:lnTo>
                <a:close/>
                <a:moveTo>
                  <a:pt x="45" y="94"/>
                </a:moveTo>
                <a:cubicBezTo>
                  <a:pt x="33" y="94"/>
                  <a:pt x="33" y="94"/>
                  <a:pt x="33" y="94"/>
                </a:cubicBezTo>
                <a:cubicBezTo>
                  <a:pt x="36" y="77"/>
                  <a:pt x="36" y="77"/>
                  <a:pt x="36" y="77"/>
                </a:cubicBezTo>
                <a:cubicBezTo>
                  <a:pt x="34" y="76"/>
                  <a:pt x="33" y="74"/>
                  <a:pt x="33" y="72"/>
                </a:cubicBezTo>
                <a:cubicBezTo>
                  <a:pt x="33" y="69"/>
                  <a:pt x="36" y="66"/>
                  <a:pt x="39" y="66"/>
                </a:cubicBezTo>
                <a:cubicBezTo>
                  <a:pt x="42" y="66"/>
                  <a:pt x="45" y="69"/>
                  <a:pt x="45" y="72"/>
                </a:cubicBezTo>
                <a:cubicBezTo>
                  <a:pt x="45" y="74"/>
                  <a:pt x="44" y="76"/>
                  <a:pt x="42" y="77"/>
                </a:cubicBezTo>
                <a:lnTo>
                  <a:pt x="45" y="94"/>
                </a:lnTo>
                <a:close/>
                <a:moveTo>
                  <a:pt x="58" y="43"/>
                </a:moveTo>
                <a:cubicBezTo>
                  <a:pt x="22" y="43"/>
                  <a:pt x="22" y="43"/>
                  <a:pt x="22" y="43"/>
                </a:cubicBezTo>
                <a:cubicBezTo>
                  <a:pt x="22" y="33"/>
                  <a:pt x="22" y="33"/>
                  <a:pt x="22" y="33"/>
                </a:cubicBezTo>
                <a:cubicBezTo>
                  <a:pt x="22" y="23"/>
                  <a:pt x="30" y="15"/>
                  <a:pt x="40" y="15"/>
                </a:cubicBezTo>
                <a:cubicBezTo>
                  <a:pt x="50" y="15"/>
                  <a:pt x="58" y="23"/>
                  <a:pt x="58" y="33"/>
                </a:cubicBezTo>
                <a:lnTo>
                  <a:pt x="58" y="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8" name="Google Shape;3608;p16"/>
          <p:cNvSpPr/>
          <p:nvPr/>
        </p:nvSpPr>
        <p:spPr>
          <a:xfrm>
            <a:off x="7392988" y="614363"/>
            <a:ext cx="300037" cy="279400"/>
          </a:xfrm>
          <a:custGeom>
            <a:rect b="b" l="l" r="r" t="t"/>
            <a:pathLst>
              <a:path extrusionOk="0" h="109" w="117">
                <a:moveTo>
                  <a:pt x="84" y="0"/>
                </a:moveTo>
                <a:cubicBezTo>
                  <a:pt x="66" y="0"/>
                  <a:pt x="51" y="15"/>
                  <a:pt x="51" y="33"/>
                </a:cubicBezTo>
                <a:cubicBezTo>
                  <a:pt x="51" y="44"/>
                  <a:pt x="51" y="44"/>
                  <a:pt x="51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109"/>
                  <a:pt x="0" y="109"/>
                  <a:pt x="0" y="109"/>
                </a:cubicBezTo>
                <a:cubicBezTo>
                  <a:pt x="80" y="109"/>
                  <a:pt x="80" y="109"/>
                  <a:pt x="80" y="109"/>
                </a:cubicBezTo>
                <a:cubicBezTo>
                  <a:pt x="80" y="44"/>
                  <a:pt x="80" y="44"/>
                  <a:pt x="80" y="44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23"/>
                  <a:pt x="74" y="15"/>
                  <a:pt x="84" y="15"/>
                </a:cubicBezTo>
                <a:cubicBezTo>
                  <a:pt x="94" y="15"/>
                  <a:pt x="102" y="23"/>
                  <a:pt x="102" y="33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7" y="33"/>
                  <a:pt x="117" y="33"/>
                  <a:pt x="117" y="33"/>
                </a:cubicBezTo>
                <a:cubicBezTo>
                  <a:pt x="117" y="15"/>
                  <a:pt x="102" y="0"/>
                  <a:pt x="84" y="0"/>
                </a:cubicBezTo>
                <a:close/>
                <a:moveTo>
                  <a:pt x="46" y="95"/>
                </a:moveTo>
                <a:cubicBezTo>
                  <a:pt x="34" y="95"/>
                  <a:pt x="34" y="95"/>
                  <a:pt x="34" y="95"/>
                </a:cubicBezTo>
                <a:cubicBezTo>
                  <a:pt x="37" y="78"/>
                  <a:pt x="37" y="78"/>
                  <a:pt x="37" y="78"/>
                </a:cubicBezTo>
                <a:cubicBezTo>
                  <a:pt x="35" y="76"/>
                  <a:pt x="34" y="75"/>
                  <a:pt x="34" y="72"/>
                </a:cubicBezTo>
                <a:cubicBezTo>
                  <a:pt x="34" y="69"/>
                  <a:pt x="37" y="66"/>
                  <a:pt x="40" y="66"/>
                </a:cubicBezTo>
                <a:cubicBezTo>
                  <a:pt x="43" y="66"/>
                  <a:pt x="46" y="69"/>
                  <a:pt x="46" y="72"/>
                </a:cubicBezTo>
                <a:cubicBezTo>
                  <a:pt x="46" y="75"/>
                  <a:pt x="45" y="76"/>
                  <a:pt x="43" y="78"/>
                </a:cubicBezTo>
                <a:lnTo>
                  <a:pt x="46" y="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9" name="Google Shape;3609;p16"/>
          <p:cNvSpPr/>
          <p:nvPr/>
        </p:nvSpPr>
        <p:spPr>
          <a:xfrm>
            <a:off x="263525" y="655638"/>
            <a:ext cx="255588" cy="257175"/>
          </a:xfrm>
          <a:custGeom>
            <a:rect b="b" l="l" r="r" t="t"/>
            <a:pathLst>
              <a:path extrusionOk="0" h="162" w="161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10" name="Google Shape;3610;p16"/>
          <p:cNvGrpSpPr/>
          <p:nvPr/>
        </p:nvGrpSpPr>
        <p:grpSpPr>
          <a:xfrm>
            <a:off x="2640013" y="614554"/>
            <a:ext cx="295275" cy="295275"/>
            <a:chOff x="2640013" y="755650"/>
            <a:chExt cx="295275" cy="295275"/>
          </a:xfrm>
        </p:grpSpPr>
        <p:sp>
          <p:nvSpPr>
            <p:cNvPr id="3611" name="Google Shape;3611;p16"/>
            <p:cNvSpPr/>
            <p:nvPr/>
          </p:nvSpPr>
          <p:spPr>
            <a:xfrm>
              <a:off x="2714625" y="868363"/>
              <a:ext cx="112713" cy="365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16"/>
            <p:cNvSpPr/>
            <p:nvPr/>
          </p:nvSpPr>
          <p:spPr>
            <a:xfrm>
              <a:off x="2640013" y="755650"/>
              <a:ext cx="295275" cy="295275"/>
            </a:xfrm>
            <a:custGeom>
              <a:rect b="b" l="l" r="r" t="t"/>
              <a:pathLst>
                <a:path extrusionOk="0" h="115" w="115">
                  <a:moveTo>
                    <a:pt x="114" y="98"/>
                  </a:moveTo>
                  <a:cubicBezTo>
                    <a:pt x="94" y="78"/>
                    <a:pt x="94" y="78"/>
                    <a:pt x="94" y="78"/>
                  </a:cubicBezTo>
                  <a:cubicBezTo>
                    <a:pt x="99" y="70"/>
                    <a:pt x="102" y="61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cubicBezTo>
                    <a:pt x="61" y="102"/>
                    <a:pt x="70" y="99"/>
                    <a:pt x="78" y="94"/>
                  </a:cubicBezTo>
                  <a:cubicBezTo>
                    <a:pt x="98" y="114"/>
                    <a:pt x="98" y="114"/>
                    <a:pt x="98" y="114"/>
                  </a:cubicBezTo>
                  <a:cubicBezTo>
                    <a:pt x="100" y="115"/>
                    <a:pt x="102" y="115"/>
                    <a:pt x="103" y="114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2"/>
                    <a:pt x="115" y="100"/>
                    <a:pt x="114" y="98"/>
                  </a:cubicBezTo>
                  <a:close/>
                  <a:moveTo>
                    <a:pt x="51" y="87"/>
                  </a:moveTo>
                  <a:cubicBezTo>
                    <a:pt x="31" y="87"/>
                    <a:pt x="15" y="71"/>
                    <a:pt x="15" y="51"/>
                  </a:cubicBezTo>
                  <a:cubicBezTo>
                    <a:pt x="15" y="31"/>
                    <a:pt x="31" y="15"/>
                    <a:pt x="51" y="15"/>
                  </a:cubicBezTo>
                  <a:cubicBezTo>
                    <a:pt x="71" y="15"/>
                    <a:pt x="87" y="31"/>
                    <a:pt x="87" y="51"/>
                  </a:cubicBezTo>
                  <a:cubicBezTo>
                    <a:pt x="87" y="71"/>
                    <a:pt x="71" y="87"/>
                    <a:pt x="51" y="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3" name="Google Shape;3613;p16"/>
          <p:cNvGrpSpPr/>
          <p:nvPr/>
        </p:nvGrpSpPr>
        <p:grpSpPr>
          <a:xfrm>
            <a:off x="3238500" y="614554"/>
            <a:ext cx="295275" cy="295275"/>
            <a:chOff x="3238500" y="755650"/>
            <a:chExt cx="295275" cy="295275"/>
          </a:xfrm>
        </p:grpSpPr>
        <p:sp>
          <p:nvSpPr>
            <p:cNvPr id="3614" name="Google Shape;3614;p16"/>
            <p:cNvSpPr/>
            <p:nvPr/>
          </p:nvSpPr>
          <p:spPr>
            <a:xfrm>
              <a:off x="3313113" y="830263"/>
              <a:ext cx="109538" cy="112713"/>
            </a:xfrm>
            <a:custGeom>
              <a:rect b="b" l="l" r="r" t="t"/>
              <a:pathLst>
                <a:path extrusionOk="0" h="71" w="69">
                  <a:moveTo>
                    <a:pt x="47" y="0"/>
                  </a:moveTo>
                  <a:lnTo>
                    <a:pt x="23" y="0"/>
                  </a:lnTo>
                  <a:lnTo>
                    <a:pt x="23" y="24"/>
                  </a:lnTo>
                  <a:lnTo>
                    <a:pt x="0" y="24"/>
                  </a:lnTo>
                  <a:lnTo>
                    <a:pt x="0" y="47"/>
                  </a:lnTo>
                  <a:lnTo>
                    <a:pt x="23" y="47"/>
                  </a:lnTo>
                  <a:lnTo>
                    <a:pt x="23" y="71"/>
                  </a:lnTo>
                  <a:lnTo>
                    <a:pt x="47" y="71"/>
                  </a:lnTo>
                  <a:lnTo>
                    <a:pt x="47" y="47"/>
                  </a:lnTo>
                  <a:lnTo>
                    <a:pt x="69" y="47"/>
                  </a:lnTo>
                  <a:lnTo>
                    <a:pt x="69" y="24"/>
                  </a:lnTo>
                  <a:lnTo>
                    <a:pt x="47" y="24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16"/>
            <p:cNvSpPr/>
            <p:nvPr/>
          </p:nvSpPr>
          <p:spPr>
            <a:xfrm>
              <a:off x="3238500" y="755650"/>
              <a:ext cx="295275" cy="295275"/>
            </a:xfrm>
            <a:custGeom>
              <a:rect b="b" l="l" r="r" t="t"/>
              <a:pathLst>
                <a:path extrusionOk="0" h="115" w="115">
                  <a:moveTo>
                    <a:pt x="113" y="98"/>
                  </a:moveTo>
                  <a:cubicBezTo>
                    <a:pt x="93" y="78"/>
                    <a:pt x="93" y="78"/>
                    <a:pt x="93" y="78"/>
                  </a:cubicBezTo>
                  <a:cubicBezTo>
                    <a:pt x="98" y="70"/>
                    <a:pt x="101" y="61"/>
                    <a:pt x="101" y="51"/>
                  </a:cubicBezTo>
                  <a:cubicBezTo>
                    <a:pt x="101" y="23"/>
                    <a:pt x="79" y="0"/>
                    <a:pt x="51" y="0"/>
                  </a:cubicBez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cubicBezTo>
                    <a:pt x="61" y="102"/>
                    <a:pt x="70" y="99"/>
                    <a:pt x="78" y="94"/>
                  </a:cubicBezTo>
                  <a:cubicBezTo>
                    <a:pt x="98" y="114"/>
                    <a:pt x="98" y="114"/>
                    <a:pt x="98" y="114"/>
                  </a:cubicBezTo>
                  <a:cubicBezTo>
                    <a:pt x="99" y="115"/>
                    <a:pt x="102" y="115"/>
                    <a:pt x="103" y="114"/>
                  </a:cubicBezTo>
                  <a:cubicBezTo>
                    <a:pt x="113" y="103"/>
                    <a:pt x="113" y="103"/>
                    <a:pt x="113" y="103"/>
                  </a:cubicBezTo>
                  <a:cubicBezTo>
                    <a:pt x="115" y="102"/>
                    <a:pt x="115" y="100"/>
                    <a:pt x="113" y="98"/>
                  </a:cubicBezTo>
                  <a:close/>
                  <a:moveTo>
                    <a:pt x="51" y="87"/>
                  </a:moveTo>
                  <a:cubicBezTo>
                    <a:pt x="31" y="87"/>
                    <a:pt x="14" y="71"/>
                    <a:pt x="14" y="51"/>
                  </a:cubicBezTo>
                  <a:cubicBezTo>
                    <a:pt x="14" y="31"/>
                    <a:pt x="31" y="15"/>
                    <a:pt x="51" y="15"/>
                  </a:cubicBezTo>
                  <a:cubicBezTo>
                    <a:pt x="71" y="15"/>
                    <a:pt x="87" y="31"/>
                    <a:pt x="87" y="51"/>
                  </a:cubicBezTo>
                  <a:cubicBezTo>
                    <a:pt x="87" y="71"/>
                    <a:pt x="71" y="87"/>
                    <a:pt x="51" y="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6" name="Google Shape;3616;p16"/>
          <p:cNvSpPr/>
          <p:nvPr/>
        </p:nvSpPr>
        <p:spPr>
          <a:xfrm>
            <a:off x="2049463" y="620713"/>
            <a:ext cx="293687" cy="293687"/>
          </a:xfrm>
          <a:custGeom>
            <a:rect b="b" l="l" r="r" t="t"/>
            <a:pathLst>
              <a:path extrusionOk="0" h="115" w="115">
                <a:moveTo>
                  <a:pt x="114" y="98"/>
                </a:moveTo>
                <a:cubicBezTo>
                  <a:pt x="94" y="78"/>
                  <a:pt x="94" y="78"/>
                  <a:pt x="94" y="78"/>
                </a:cubicBezTo>
                <a:cubicBezTo>
                  <a:pt x="99" y="70"/>
                  <a:pt x="102" y="60"/>
                  <a:pt x="102" y="50"/>
                </a:cubicBezTo>
                <a:cubicBezTo>
                  <a:pt x="102" y="22"/>
                  <a:pt x="79" y="0"/>
                  <a:pt x="51" y="0"/>
                </a:cubicBezTo>
                <a:cubicBezTo>
                  <a:pt x="23" y="0"/>
                  <a:pt x="0" y="22"/>
                  <a:pt x="0" y="50"/>
                </a:cubicBezTo>
                <a:cubicBezTo>
                  <a:pt x="0" y="78"/>
                  <a:pt x="23" y="101"/>
                  <a:pt x="51" y="101"/>
                </a:cubicBezTo>
                <a:cubicBezTo>
                  <a:pt x="61" y="101"/>
                  <a:pt x="71" y="98"/>
                  <a:pt x="78" y="93"/>
                </a:cubicBezTo>
                <a:cubicBezTo>
                  <a:pt x="98" y="113"/>
                  <a:pt x="98" y="113"/>
                  <a:pt x="98" y="113"/>
                </a:cubicBezTo>
                <a:cubicBezTo>
                  <a:pt x="100" y="115"/>
                  <a:pt x="102" y="115"/>
                  <a:pt x="104" y="113"/>
                </a:cubicBezTo>
                <a:cubicBezTo>
                  <a:pt x="114" y="103"/>
                  <a:pt x="114" y="103"/>
                  <a:pt x="114" y="103"/>
                </a:cubicBezTo>
                <a:cubicBezTo>
                  <a:pt x="115" y="101"/>
                  <a:pt x="115" y="99"/>
                  <a:pt x="114" y="98"/>
                </a:cubicBezTo>
                <a:close/>
                <a:moveTo>
                  <a:pt x="51" y="87"/>
                </a:moveTo>
                <a:cubicBezTo>
                  <a:pt x="31" y="87"/>
                  <a:pt x="15" y="70"/>
                  <a:pt x="15" y="50"/>
                </a:cubicBezTo>
                <a:cubicBezTo>
                  <a:pt x="15" y="30"/>
                  <a:pt x="31" y="14"/>
                  <a:pt x="51" y="14"/>
                </a:cubicBezTo>
                <a:cubicBezTo>
                  <a:pt x="71" y="14"/>
                  <a:pt x="87" y="30"/>
                  <a:pt x="87" y="50"/>
                </a:cubicBezTo>
                <a:cubicBezTo>
                  <a:pt x="87" y="70"/>
                  <a:pt x="71" y="87"/>
                  <a:pt x="51" y="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7" name="Google Shape;3617;p16"/>
          <p:cNvSpPr/>
          <p:nvPr/>
        </p:nvSpPr>
        <p:spPr>
          <a:xfrm>
            <a:off x="857250" y="614363"/>
            <a:ext cx="296863" cy="298450"/>
          </a:xfrm>
          <a:custGeom>
            <a:rect b="b" l="l" r="r" t="t"/>
            <a:pathLst>
              <a:path extrusionOk="0" h="188" w="187">
                <a:moveTo>
                  <a:pt x="187" y="94"/>
                </a:moveTo>
                <a:lnTo>
                  <a:pt x="140" y="58"/>
                </a:lnTo>
                <a:lnTo>
                  <a:pt x="140" y="83"/>
                </a:lnTo>
                <a:lnTo>
                  <a:pt x="105" y="83"/>
                </a:lnTo>
                <a:lnTo>
                  <a:pt x="105" y="47"/>
                </a:lnTo>
                <a:lnTo>
                  <a:pt x="129" y="47"/>
                </a:lnTo>
                <a:lnTo>
                  <a:pt x="94" y="0"/>
                </a:lnTo>
                <a:lnTo>
                  <a:pt x="60" y="47"/>
                </a:lnTo>
                <a:lnTo>
                  <a:pt x="82" y="47"/>
                </a:lnTo>
                <a:lnTo>
                  <a:pt x="82" y="83"/>
                </a:lnTo>
                <a:lnTo>
                  <a:pt x="47" y="83"/>
                </a:lnTo>
                <a:lnTo>
                  <a:pt x="47" y="58"/>
                </a:lnTo>
                <a:lnTo>
                  <a:pt x="0" y="94"/>
                </a:lnTo>
                <a:lnTo>
                  <a:pt x="47" y="129"/>
                </a:lnTo>
                <a:lnTo>
                  <a:pt x="47" y="105"/>
                </a:lnTo>
                <a:lnTo>
                  <a:pt x="82" y="105"/>
                </a:lnTo>
                <a:lnTo>
                  <a:pt x="82" y="141"/>
                </a:lnTo>
                <a:lnTo>
                  <a:pt x="60" y="141"/>
                </a:lnTo>
                <a:lnTo>
                  <a:pt x="94" y="188"/>
                </a:lnTo>
                <a:lnTo>
                  <a:pt x="129" y="141"/>
                </a:lnTo>
                <a:lnTo>
                  <a:pt x="105" y="141"/>
                </a:lnTo>
                <a:lnTo>
                  <a:pt x="105" y="105"/>
                </a:lnTo>
                <a:lnTo>
                  <a:pt x="140" y="105"/>
                </a:lnTo>
                <a:lnTo>
                  <a:pt x="140" y="129"/>
                </a:lnTo>
                <a:lnTo>
                  <a:pt x="187" y="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16"/>
          <p:cNvSpPr/>
          <p:nvPr/>
        </p:nvSpPr>
        <p:spPr>
          <a:xfrm>
            <a:off x="8583613" y="614363"/>
            <a:ext cx="296862" cy="298450"/>
          </a:xfrm>
          <a:custGeom>
            <a:rect b="b" l="l" r="r" t="t"/>
            <a:pathLst>
              <a:path extrusionOk="0" h="188" w="187">
                <a:moveTo>
                  <a:pt x="187" y="58"/>
                </a:moveTo>
                <a:lnTo>
                  <a:pt x="58" y="188"/>
                </a:lnTo>
                <a:lnTo>
                  <a:pt x="58" y="129"/>
                </a:lnTo>
                <a:lnTo>
                  <a:pt x="0" y="129"/>
                </a:lnTo>
                <a:lnTo>
                  <a:pt x="129" y="0"/>
                </a:lnTo>
                <a:lnTo>
                  <a:pt x="187" y="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9" name="Google Shape;3619;p16"/>
          <p:cNvSpPr/>
          <p:nvPr/>
        </p:nvSpPr>
        <p:spPr>
          <a:xfrm>
            <a:off x="263525" y="1209675"/>
            <a:ext cx="296863" cy="296863"/>
          </a:xfrm>
          <a:custGeom>
            <a:rect b="b" l="l" r="r" t="t"/>
            <a:pathLst>
              <a:path extrusionOk="0" h="116" w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90" y="116"/>
                  <a:pt x="116" y="90"/>
                  <a:pt x="116" y="58"/>
                </a:cubicBezTo>
                <a:cubicBezTo>
                  <a:pt x="116" y="26"/>
                  <a:pt x="90" y="0"/>
                  <a:pt x="58" y="0"/>
                </a:cubicBezTo>
                <a:close/>
                <a:moveTo>
                  <a:pt x="85" y="96"/>
                </a:moveTo>
                <a:cubicBezTo>
                  <a:pt x="58" y="76"/>
                  <a:pt x="58" y="76"/>
                  <a:pt x="58" y="76"/>
                </a:cubicBezTo>
                <a:cubicBezTo>
                  <a:pt x="31" y="96"/>
                  <a:pt x="31" y="96"/>
                  <a:pt x="31" y="96"/>
                </a:cubicBezTo>
                <a:cubicBezTo>
                  <a:pt x="41" y="64"/>
                  <a:pt x="41" y="64"/>
                  <a:pt x="41" y="64"/>
                </a:cubicBezTo>
                <a:cubicBezTo>
                  <a:pt x="14" y="45"/>
                  <a:pt x="14" y="45"/>
                  <a:pt x="14" y="45"/>
                </a:cubicBezTo>
                <a:cubicBezTo>
                  <a:pt x="48" y="45"/>
                  <a:pt x="48" y="45"/>
                  <a:pt x="48" y="45"/>
                </a:cubicBezTo>
                <a:cubicBezTo>
                  <a:pt x="58" y="13"/>
                  <a:pt x="58" y="13"/>
                  <a:pt x="58" y="13"/>
                </a:cubicBezTo>
                <a:cubicBezTo>
                  <a:pt x="68" y="45"/>
                  <a:pt x="68" y="45"/>
                  <a:pt x="68" y="45"/>
                </a:cubicBezTo>
                <a:cubicBezTo>
                  <a:pt x="101" y="45"/>
                  <a:pt x="101" y="45"/>
                  <a:pt x="101" y="45"/>
                </a:cubicBezTo>
                <a:cubicBezTo>
                  <a:pt x="75" y="64"/>
                  <a:pt x="75" y="64"/>
                  <a:pt x="75" y="64"/>
                </a:cubicBezTo>
                <a:lnTo>
                  <a:pt x="85" y="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0" name="Google Shape;3620;p16"/>
          <p:cNvGrpSpPr/>
          <p:nvPr/>
        </p:nvGrpSpPr>
        <p:grpSpPr>
          <a:xfrm>
            <a:off x="4441825" y="1247967"/>
            <a:ext cx="277813" cy="258763"/>
            <a:chOff x="4441825" y="1389063"/>
            <a:chExt cx="277813" cy="258763"/>
          </a:xfrm>
        </p:grpSpPr>
        <p:sp>
          <p:nvSpPr>
            <p:cNvPr id="3621" name="Google Shape;3621;p16"/>
            <p:cNvSpPr/>
            <p:nvPr/>
          </p:nvSpPr>
          <p:spPr>
            <a:xfrm>
              <a:off x="4479925" y="1611313"/>
              <a:ext cx="204788" cy="36513"/>
            </a:xfrm>
            <a:custGeom>
              <a:rect b="b" l="l" r="r" t="t"/>
              <a:pathLst>
                <a:path extrusionOk="0" h="14" w="80">
                  <a:moveTo>
                    <a:pt x="7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1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9" y="14"/>
                    <a:pt x="80" y="14"/>
                    <a:pt x="80" y="13"/>
                  </a:cubicBezTo>
                  <a:cubicBezTo>
                    <a:pt x="80" y="1"/>
                    <a:pt x="80" y="1"/>
                    <a:pt x="80" y="1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16"/>
            <p:cNvSpPr/>
            <p:nvPr/>
          </p:nvSpPr>
          <p:spPr>
            <a:xfrm>
              <a:off x="4441825" y="1389063"/>
              <a:ext cx="277813" cy="204788"/>
            </a:xfrm>
            <a:custGeom>
              <a:rect b="b" l="l" r="r" t="t"/>
              <a:pathLst>
                <a:path extrusionOk="0" h="80" w="109">
                  <a:moveTo>
                    <a:pt x="109" y="11"/>
                  </a:moveTo>
                  <a:cubicBezTo>
                    <a:pt x="109" y="5"/>
                    <a:pt x="104" y="0"/>
                    <a:pt x="98" y="0"/>
                  </a:cubicBezTo>
                  <a:cubicBezTo>
                    <a:pt x="92" y="0"/>
                    <a:pt x="87" y="5"/>
                    <a:pt x="87" y="11"/>
                  </a:cubicBezTo>
                  <a:cubicBezTo>
                    <a:pt x="87" y="14"/>
                    <a:pt x="89" y="18"/>
                    <a:pt x="92" y="20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3" y="18"/>
                    <a:pt x="66" y="15"/>
                    <a:pt x="66" y="11"/>
                  </a:cubicBezTo>
                  <a:cubicBezTo>
                    <a:pt x="66" y="5"/>
                    <a:pt x="61" y="0"/>
                    <a:pt x="55" y="0"/>
                  </a:cubicBezTo>
                  <a:cubicBezTo>
                    <a:pt x="49" y="0"/>
                    <a:pt x="44" y="5"/>
                    <a:pt x="44" y="11"/>
                  </a:cubicBezTo>
                  <a:cubicBezTo>
                    <a:pt x="44" y="15"/>
                    <a:pt x="46" y="18"/>
                    <a:pt x="49" y="20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0" y="18"/>
                    <a:pt x="22" y="14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4" y="20"/>
                    <a:pt x="8" y="2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6" y="20"/>
                    <a:pt x="109" y="16"/>
                    <a:pt x="109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3" name="Google Shape;3623;p16"/>
          <p:cNvGrpSpPr/>
          <p:nvPr/>
        </p:nvGrpSpPr>
        <p:grpSpPr>
          <a:xfrm>
            <a:off x="5613400" y="1230504"/>
            <a:ext cx="296863" cy="276226"/>
            <a:chOff x="5613400" y="1371600"/>
            <a:chExt cx="296863" cy="276226"/>
          </a:xfrm>
        </p:grpSpPr>
        <p:sp>
          <p:nvSpPr>
            <p:cNvPr id="3624" name="Google Shape;3624;p16"/>
            <p:cNvSpPr/>
            <p:nvPr/>
          </p:nvSpPr>
          <p:spPr>
            <a:xfrm>
              <a:off x="5613400" y="1371600"/>
              <a:ext cx="74613" cy="34925"/>
            </a:xfrm>
            <a:custGeom>
              <a:rect b="b" l="l" r="r" t="t"/>
              <a:pathLst>
                <a:path extrusionOk="0" h="14" w="29">
                  <a:moveTo>
                    <a:pt x="2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9" y="14"/>
                    <a:pt x="29" y="14"/>
                    <a:pt x="29" y="14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16"/>
            <p:cNvSpPr/>
            <p:nvPr/>
          </p:nvSpPr>
          <p:spPr>
            <a:xfrm>
              <a:off x="5705475" y="1371600"/>
              <a:ext cx="92075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16"/>
            <p:cNvSpPr/>
            <p:nvPr/>
          </p:nvSpPr>
          <p:spPr>
            <a:xfrm>
              <a:off x="5815013" y="1371600"/>
              <a:ext cx="95250" cy="34925"/>
            </a:xfrm>
            <a:custGeom>
              <a:rect b="b" l="l" r="r" t="t"/>
              <a:pathLst>
                <a:path extrusionOk="0" h="14" w="37">
                  <a:moveTo>
                    <a:pt x="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3"/>
                    <a:pt x="33" y="0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16"/>
            <p:cNvSpPr/>
            <p:nvPr/>
          </p:nvSpPr>
          <p:spPr>
            <a:xfrm>
              <a:off x="5613400" y="1423988"/>
              <a:ext cx="296863" cy="223838"/>
            </a:xfrm>
            <a:custGeom>
              <a:rect b="b" l="l" r="r" t="t"/>
              <a:pathLst>
                <a:path extrusionOk="0" h="87" w="116">
                  <a:moveTo>
                    <a:pt x="0" y="80"/>
                  </a:moveTo>
                  <a:cubicBezTo>
                    <a:pt x="0" y="84"/>
                    <a:pt x="3" y="87"/>
                    <a:pt x="7" y="87"/>
                  </a:cubicBezTo>
                  <a:cubicBezTo>
                    <a:pt x="108" y="87"/>
                    <a:pt x="108" y="87"/>
                    <a:pt x="108" y="87"/>
                  </a:cubicBezTo>
                  <a:cubicBezTo>
                    <a:pt x="112" y="87"/>
                    <a:pt x="116" y="84"/>
                    <a:pt x="116" y="8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0"/>
                  </a:lnTo>
                  <a:close/>
                  <a:moveTo>
                    <a:pt x="58" y="22"/>
                  </a:moveTo>
                  <a:cubicBezTo>
                    <a:pt x="87" y="15"/>
                    <a:pt x="87" y="15"/>
                    <a:pt x="87" y="15"/>
                  </a:cubicBezTo>
                  <a:cubicBezTo>
                    <a:pt x="94" y="15"/>
                    <a:pt x="94" y="15"/>
                    <a:pt x="94" y="15"/>
                  </a:cubicBezTo>
                  <a:cubicBezTo>
                    <a:pt x="79" y="73"/>
                    <a:pt x="79" y="73"/>
                    <a:pt x="79" y="73"/>
                  </a:cubicBezTo>
                  <a:cubicBezTo>
                    <a:pt x="65" y="73"/>
                    <a:pt x="65" y="73"/>
                    <a:pt x="65" y="73"/>
                  </a:cubicBezTo>
                  <a:cubicBezTo>
                    <a:pt x="75" y="32"/>
                    <a:pt x="75" y="32"/>
                    <a:pt x="75" y="32"/>
                  </a:cubicBezTo>
                  <a:cubicBezTo>
                    <a:pt x="58" y="37"/>
                    <a:pt x="58" y="37"/>
                    <a:pt x="58" y="37"/>
                  </a:cubicBezTo>
                  <a:lnTo>
                    <a:pt x="58" y="22"/>
                  </a:lnTo>
                  <a:close/>
                  <a:moveTo>
                    <a:pt x="14" y="37"/>
                  </a:moveTo>
                  <a:cubicBezTo>
                    <a:pt x="29" y="37"/>
                    <a:pt x="29" y="37"/>
                    <a:pt x="29" y="37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14" y="44"/>
                    <a:pt x="14" y="44"/>
                    <a:pt x="14" y="44"/>
                  </a:cubicBezTo>
                  <a:lnTo>
                    <a:pt x="14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8" name="Google Shape;3628;p16"/>
          <p:cNvGrpSpPr/>
          <p:nvPr/>
        </p:nvGrpSpPr>
        <p:grpSpPr>
          <a:xfrm>
            <a:off x="857250" y="1209867"/>
            <a:ext cx="296863" cy="296863"/>
            <a:chOff x="857250" y="1350963"/>
            <a:chExt cx="296863" cy="296863"/>
          </a:xfrm>
        </p:grpSpPr>
        <p:sp>
          <p:nvSpPr>
            <p:cNvPr id="3629" name="Google Shape;3629;p16"/>
            <p:cNvSpPr/>
            <p:nvPr/>
          </p:nvSpPr>
          <p:spPr>
            <a:xfrm>
              <a:off x="857250" y="1350963"/>
              <a:ext cx="296863" cy="296863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8"/>
                    <a:pt x="58" y="8"/>
                  </a:cubicBezTo>
                  <a:cubicBezTo>
                    <a:pt x="86" y="8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16"/>
            <p:cNvSpPr/>
            <p:nvPr/>
          </p:nvSpPr>
          <p:spPr>
            <a:xfrm>
              <a:off x="895350" y="1381125"/>
              <a:ext cx="223838" cy="212725"/>
            </a:xfrm>
            <a:custGeom>
              <a:rect b="b" l="l" r="r" t="t"/>
              <a:pathLst>
                <a:path extrusionOk="0" h="134" w="141">
                  <a:moveTo>
                    <a:pt x="87" y="50"/>
                  </a:moveTo>
                  <a:lnTo>
                    <a:pt x="70" y="0"/>
                  </a:lnTo>
                  <a:lnTo>
                    <a:pt x="54" y="50"/>
                  </a:lnTo>
                  <a:lnTo>
                    <a:pt x="0" y="50"/>
                  </a:lnTo>
                  <a:lnTo>
                    <a:pt x="44" y="82"/>
                  </a:lnTo>
                  <a:lnTo>
                    <a:pt x="26" y="134"/>
                  </a:lnTo>
                  <a:lnTo>
                    <a:pt x="70" y="102"/>
                  </a:lnTo>
                  <a:lnTo>
                    <a:pt x="113" y="134"/>
                  </a:lnTo>
                  <a:lnTo>
                    <a:pt x="97" y="82"/>
                  </a:lnTo>
                  <a:lnTo>
                    <a:pt x="141" y="50"/>
                  </a:lnTo>
                  <a:lnTo>
                    <a:pt x="87" y="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1" name="Google Shape;3631;p16"/>
          <p:cNvSpPr/>
          <p:nvPr/>
        </p:nvSpPr>
        <p:spPr>
          <a:xfrm>
            <a:off x="3836988" y="1201738"/>
            <a:ext cx="290512" cy="263525"/>
          </a:xfrm>
          <a:custGeom>
            <a:rect b="b" l="l" r="r" t="t"/>
            <a:pathLst>
              <a:path extrusionOk="0" h="103" w="113">
                <a:moveTo>
                  <a:pt x="83" y="5"/>
                </a:moveTo>
                <a:cubicBezTo>
                  <a:pt x="83" y="5"/>
                  <a:pt x="65" y="14"/>
                  <a:pt x="46" y="7"/>
                </a:cubicBezTo>
                <a:cubicBezTo>
                  <a:pt x="26" y="0"/>
                  <a:pt x="16" y="3"/>
                  <a:pt x="8" y="14"/>
                </a:cubicBezTo>
                <a:cubicBezTo>
                  <a:pt x="6" y="13"/>
                  <a:pt x="4" y="13"/>
                  <a:pt x="3" y="14"/>
                </a:cubicBezTo>
                <a:cubicBezTo>
                  <a:pt x="1" y="15"/>
                  <a:pt x="0" y="18"/>
                  <a:pt x="1" y="20"/>
                </a:cubicBezTo>
                <a:cubicBezTo>
                  <a:pt x="51" y="101"/>
                  <a:pt x="51" y="101"/>
                  <a:pt x="51" y="101"/>
                </a:cubicBezTo>
                <a:cubicBezTo>
                  <a:pt x="52" y="102"/>
                  <a:pt x="53" y="103"/>
                  <a:pt x="55" y="103"/>
                </a:cubicBezTo>
                <a:cubicBezTo>
                  <a:pt x="56" y="103"/>
                  <a:pt x="57" y="103"/>
                  <a:pt x="58" y="102"/>
                </a:cubicBezTo>
                <a:cubicBezTo>
                  <a:pt x="60" y="101"/>
                  <a:pt x="61" y="98"/>
                  <a:pt x="59" y="96"/>
                </a:cubicBezTo>
                <a:cubicBezTo>
                  <a:pt x="37" y="60"/>
                  <a:pt x="37" y="60"/>
                  <a:pt x="37" y="60"/>
                </a:cubicBezTo>
                <a:cubicBezTo>
                  <a:pt x="46" y="49"/>
                  <a:pt x="55" y="46"/>
                  <a:pt x="75" y="54"/>
                </a:cubicBezTo>
                <a:cubicBezTo>
                  <a:pt x="94" y="60"/>
                  <a:pt x="113" y="51"/>
                  <a:pt x="113" y="51"/>
                </a:cubicBezTo>
                <a:lnTo>
                  <a:pt x="83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16"/>
          <p:cNvSpPr/>
          <p:nvPr/>
        </p:nvSpPr>
        <p:spPr>
          <a:xfrm>
            <a:off x="2633663" y="1209675"/>
            <a:ext cx="252412" cy="296863"/>
          </a:xfrm>
          <a:custGeom>
            <a:rect b="b" l="l" r="r" t="t"/>
            <a:pathLst>
              <a:path extrusionOk="0" h="116" w="99">
                <a:moveTo>
                  <a:pt x="83" y="44"/>
                </a:moveTo>
                <a:cubicBezTo>
                  <a:pt x="83" y="44"/>
                  <a:pt x="78" y="44"/>
                  <a:pt x="65" y="51"/>
                </a:cubicBezTo>
                <a:cubicBezTo>
                  <a:pt x="64" y="50"/>
                  <a:pt x="64" y="50"/>
                  <a:pt x="64" y="50"/>
                </a:cubicBezTo>
                <a:cubicBezTo>
                  <a:pt x="65" y="41"/>
                  <a:pt x="66" y="29"/>
                  <a:pt x="68" y="22"/>
                </a:cubicBezTo>
                <a:cubicBezTo>
                  <a:pt x="67" y="23"/>
                  <a:pt x="61" y="28"/>
                  <a:pt x="54" y="33"/>
                </a:cubicBezTo>
                <a:cubicBezTo>
                  <a:pt x="51" y="25"/>
                  <a:pt x="50" y="9"/>
                  <a:pt x="54" y="0"/>
                </a:cubicBezTo>
                <a:cubicBezTo>
                  <a:pt x="22" y="23"/>
                  <a:pt x="3" y="56"/>
                  <a:pt x="3" y="76"/>
                </a:cubicBezTo>
                <a:cubicBezTo>
                  <a:pt x="3" y="92"/>
                  <a:pt x="1" y="116"/>
                  <a:pt x="39" y="116"/>
                </a:cubicBezTo>
                <a:cubicBezTo>
                  <a:pt x="99" y="116"/>
                  <a:pt x="68" y="73"/>
                  <a:pt x="83" y="44"/>
                </a:cubicBezTo>
                <a:close/>
                <a:moveTo>
                  <a:pt x="44" y="105"/>
                </a:moveTo>
                <a:cubicBezTo>
                  <a:pt x="0" y="106"/>
                  <a:pt x="28" y="64"/>
                  <a:pt x="23" y="72"/>
                </a:cubicBezTo>
                <a:cubicBezTo>
                  <a:pt x="23" y="73"/>
                  <a:pt x="20" y="83"/>
                  <a:pt x="35" y="92"/>
                </a:cubicBezTo>
                <a:cubicBezTo>
                  <a:pt x="27" y="82"/>
                  <a:pt x="41" y="71"/>
                  <a:pt x="46" y="66"/>
                </a:cubicBezTo>
                <a:cubicBezTo>
                  <a:pt x="46" y="79"/>
                  <a:pt x="52" y="92"/>
                  <a:pt x="52" y="92"/>
                </a:cubicBezTo>
                <a:cubicBezTo>
                  <a:pt x="52" y="92"/>
                  <a:pt x="60" y="86"/>
                  <a:pt x="67" y="68"/>
                </a:cubicBezTo>
                <a:cubicBezTo>
                  <a:pt x="72" y="92"/>
                  <a:pt x="68" y="104"/>
                  <a:pt x="44" y="10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16"/>
          <p:cNvSpPr/>
          <p:nvPr/>
        </p:nvSpPr>
        <p:spPr>
          <a:xfrm>
            <a:off x="5016500" y="1231900"/>
            <a:ext cx="296863" cy="274638"/>
          </a:xfrm>
          <a:custGeom>
            <a:rect b="b" l="l" r="r" t="t"/>
            <a:pathLst>
              <a:path extrusionOk="0" h="173" w="187">
                <a:moveTo>
                  <a:pt x="92" y="0"/>
                </a:moveTo>
                <a:lnTo>
                  <a:pt x="118" y="68"/>
                </a:lnTo>
                <a:lnTo>
                  <a:pt x="187" y="68"/>
                </a:lnTo>
                <a:lnTo>
                  <a:pt x="128" y="108"/>
                </a:lnTo>
                <a:lnTo>
                  <a:pt x="153" y="173"/>
                </a:lnTo>
                <a:lnTo>
                  <a:pt x="92" y="134"/>
                </a:lnTo>
                <a:lnTo>
                  <a:pt x="36" y="173"/>
                </a:lnTo>
                <a:lnTo>
                  <a:pt x="55" y="108"/>
                </a:lnTo>
                <a:lnTo>
                  <a:pt x="0" y="68"/>
                </a:lnTo>
                <a:lnTo>
                  <a:pt x="71" y="68"/>
                </a:lnTo>
                <a:lnTo>
                  <a:pt x="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16"/>
          <p:cNvSpPr/>
          <p:nvPr/>
        </p:nvSpPr>
        <p:spPr>
          <a:xfrm>
            <a:off x="1450975" y="1190625"/>
            <a:ext cx="230188" cy="287338"/>
          </a:xfrm>
          <a:custGeom>
            <a:rect b="b" l="l" r="r" t="t"/>
            <a:pathLst>
              <a:path extrusionOk="0" h="112" w="90">
                <a:moveTo>
                  <a:pt x="0" y="68"/>
                </a:moveTo>
                <a:cubicBezTo>
                  <a:pt x="1" y="64"/>
                  <a:pt x="5" y="61"/>
                  <a:pt x="9" y="61"/>
                </a:cubicBezTo>
                <a:cubicBezTo>
                  <a:pt x="21" y="62"/>
                  <a:pt x="21" y="62"/>
                  <a:pt x="21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11" y="61"/>
                  <a:pt x="11" y="61"/>
                  <a:pt x="11" y="61"/>
                </a:cubicBezTo>
                <a:cubicBezTo>
                  <a:pt x="8" y="61"/>
                  <a:pt x="5" y="57"/>
                  <a:pt x="5" y="53"/>
                </a:cubicBezTo>
                <a:cubicBezTo>
                  <a:pt x="6" y="48"/>
                  <a:pt x="9" y="45"/>
                  <a:pt x="13" y="46"/>
                </a:cubicBezTo>
                <a:cubicBezTo>
                  <a:pt x="44" y="49"/>
                  <a:pt x="44" y="49"/>
                  <a:pt x="44" y="49"/>
                </a:cubicBezTo>
                <a:cubicBezTo>
                  <a:pt x="48" y="49"/>
                  <a:pt x="48" y="49"/>
                  <a:pt x="48" y="49"/>
                </a:cubicBezTo>
                <a:cubicBezTo>
                  <a:pt x="48" y="49"/>
                  <a:pt x="42" y="46"/>
                  <a:pt x="47" y="23"/>
                </a:cubicBezTo>
                <a:cubicBezTo>
                  <a:pt x="52" y="0"/>
                  <a:pt x="64" y="9"/>
                  <a:pt x="64" y="9"/>
                </a:cubicBezTo>
                <a:cubicBezTo>
                  <a:pt x="64" y="9"/>
                  <a:pt x="65" y="28"/>
                  <a:pt x="65" y="31"/>
                </a:cubicBezTo>
                <a:cubicBezTo>
                  <a:pt x="66" y="34"/>
                  <a:pt x="81" y="63"/>
                  <a:pt x="81" y="63"/>
                </a:cubicBezTo>
                <a:cubicBezTo>
                  <a:pt x="81" y="65"/>
                  <a:pt x="90" y="66"/>
                  <a:pt x="90" y="68"/>
                </a:cubicBezTo>
                <a:cubicBezTo>
                  <a:pt x="90" y="81"/>
                  <a:pt x="90" y="93"/>
                  <a:pt x="90" y="107"/>
                </a:cubicBezTo>
                <a:cubicBezTo>
                  <a:pt x="80" y="104"/>
                  <a:pt x="75" y="112"/>
                  <a:pt x="54" y="112"/>
                </a:cubicBezTo>
                <a:cubicBezTo>
                  <a:pt x="47" y="112"/>
                  <a:pt x="38" y="111"/>
                  <a:pt x="31" y="110"/>
                </a:cubicBezTo>
                <a:cubicBezTo>
                  <a:pt x="11" y="108"/>
                  <a:pt x="11" y="108"/>
                  <a:pt x="11" y="108"/>
                </a:cubicBezTo>
                <a:cubicBezTo>
                  <a:pt x="8" y="107"/>
                  <a:pt x="6" y="104"/>
                  <a:pt x="6" y="99"/>
                </a:cubicBezTo>
                <a:cubicBezTo>
                  <a:pt x="7" y="96"/>
                  <a:pt x="8" y="93"/>
                  <a:pt x="11" y="92"/>
                </a:cubicBezTo>
                <a:cubicBezTo>
                  <a:pt x="8" y="92"/>
                  <a:pt x="8" y="92"/>
                  <a:pt x="8" y="92"/>
                </a:cubicBezTo>
                <a:cubicBezTo>
                  <a:pt x="5" y="92"/>
                  <a:pt x="2" y="88"/>
                  <a:pt x="2" y="84"/>
                </a:cubicBezTo>
                <a:cubicBezTo>
                  <a:pt x="3" y="80"/>
                  <a:pt x="5" y="77"/>
                  <a:pt x="8" y="77"/>
                </a:cubicBezTo>
                <a:cubicBezTo>
                  <a:pt x="7" y="77"/>
                  <a:pt x="7" y="77"/>
                  <a:pt x="7" y="77"/>
                </a:cubicBezTo>
                <a:cubicBezTo>
                  <a:pt x="3" y="76"/>
                  <a:pt x="0" y="73"/>
                  <a:pt x="0" y="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16"/>
          <p:cNvSpPr/>
          <p:nvPr/>
        </p:nvSpPr>
        <p:spPr>
          <a:xfrm>
            <a:off x="2046288" y="1222375"/>
            <a:ext cx="250825" cy="293688"/>
          </a:xfrm>
          <a:custGeom>
            <a:rect b="b" l="l" r="r" t="t"/>
            <a:pathLst>
              <a:path extrusionOk="0" h="115" w="98">
                <a:moveTo>
                  <a:pt x="97" y="51"/>
                </a:moveTo>
                <a:cubicBezTo>
                  <a:pt x="96" y="46"/>
                  <a:pt x="93" y="44"/>
                  <a:pt x="89" y="45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46"/>
                  <a:pt x="80" y="46"/>
                  <a:pt x="80" y="46"/>
                </a:cubicBezTo>
                <a:cubicBezTo>
                  <a:pt x="91" y="44"/>
                  <a:pt x="91" y="44"/>
                  <a:pt x="91" y="44"/>
                </a:cubicBezTo>
                <a:cubicBezTo>
                  <a:pt x="95" y="43"/>
                  <a:pt x="98" y="39"/>
                  <a:pt x="97" y="34"/>
                </a:cubicBezTo>
                <a:cubicBezTo>
                  <a:pt x="96" y="30"/>
                  <a:pt x="92" y="28"/>
                  <a:pt x="88" y="28"/>
                </a:cubicBezTo>
                <a:cubicBezTo>
                  <a:pt x="87" y="29"/>
                  <a:pt x="87" y="29"/>
                  <a:pt x="87" y="29"/>
                </a:cubicBezTo>
                <a:cubicBezTo>
                  <a:pt x="90" y="27"/>
                  <a:pt x="91" y="24"/>
                  <a:pt x="90" y="20"/>
                </a:cubicBezTo>
                <a:cubicBezTo>
                  <a:pt x="89" y="16"/>
                  <a:pt x="86" y="13"/>
                  <a:pt x="82" y="14"/>
                </a:cubicBezTo>
                <a:cubicBezTo>
                  <a:pt x="80" y="15"/>
                  <a:pt x="80" y="15"/>
                  <a:pt x="80" y="15"/>
                </a:cubicBezTo>
                <a:cubicBezTo>
                  <a:pt x="81" y="13"/>
                  <a:pt x="82" y="10"/>
                  <a:pt x="82" y="7"/>
                </a:cubicBezTo>
                <a:cubicBezTo>
                  <a:pt x="81" y="3"/>
                  <a:pt x="77" y="0"/>
                  <a:pt x="74" y="1"/>
                </a:cubicBezTo>
                <a:cubicBezTo>
                  <a:pt x="55" y="5"/>
                  <a:pt x="55" y="5"/>
                  <a:pt x="55" y="5"/>
                </a:cubicBezTo>
                <a:cubicBezTo>
                  <a:pt x="48" y="6"/>
                  <a:pt x="39" y="8"/>
                  <a:pt x="33" y="10"/>
                </a:cubicBezTo>
                <a:cubicBezTo>
                  <a:pt x="13" y="17"/>
                  <a:pt x="10" y="26"/>
                  <a:pt x="0" y="27"/>
                </a:cubicBezTo>
                <a:cubicBezTo>
                  <a:pt x="0" y="43"/>
                  <a:pt x="0" y="49"/>
                  <a:pt x="1" y="64"/>
                </a:cubicBezTo>
                <a:cubicBezTo>
                  <a:pt x="1" y="65"/>
                  <a:pt x="22" y="64"/>
                  <a:pt x="23" y="65"/>
                </a:cubicBezTo>
                <a:cubicBezTo>
                  <a:pt x="23" y="65"/>
                  <a:pt x="46" y="88"/>
                  <a:pt x="48" y="90"/>
                </a:cubicBezTo>
                <a:cubicBezTo>
                  <a:pt x="49" y="93"/>
                  <a:pt x="56" y="111"/>
                  <a:pt x="56" y="111"/>
                </a:cubicBezTo>
                <a:cubicBezTo>
                  <a:pt x="56" y="111"/>
                  <a:pt x="71" y="115"/>
                  <a:pt x="68" y="92"/>
                </a:cubicBezTo>
                <a:cubicBezTo>
                  <a:pt x="65" y="69"/>
                  <a:pt x="58" y="68"/>
                  <a:pt x="58" y="68"/>
                </a:cubicBezTo>
                <a:cubicBezTo>
                  <a:pt x="62" y="67"/>
                  <a:pt x="62" y="67"/>
                  <a:pt x="62" y="67"/>
                </a:cubicBezTo>
                <a:cubicBezTo>
                  <a:pt x="93" y="60"/>
                  <a:pt x="93" y="60"/>
                  <a:pt x="93" y="60"/>
                </a:cubicBezTo>
                <a:cubicBezTo>
                  <a:pt x="96" y="59"/>
                  <a:pt x="98" y="55"/>
                  <a:pt x="97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16"/>
          <p:cNvSpPr/>
          <p:nvPr/>
        </p:nvSpPr>
        <p:spPr>
          <a:xfrm>
            <a:off x="3233738" y="1209675"/>
            <a:ext cx="263525" cy="250825"/>
          </a:xfrm>
          <a:custGeom>
            <a:rect b="b" l="l" r="r" t="t"/>
            <a:pathLst>
              <a:path extrusionOk="0" h="98" w="103">
                <a:moveTo>
                  <a:pt x="80" y="1"/>
                </a:moveTo>
                <a:cubicBezTo>
                  <a:pt x="78" y="0"/>
                  <a:pt x="77" y="0"/>
                  <a:pt x="75" y="0"/>
                </a:cubicBezTo>
                <a:cubicBezTo>
                  <a:pt x="64" y="0"/>
                  <a:pt x="58" y="5"/>
                  <a:pt x="52" y="13"/>
                </a:cubicBezTo>
                <a:cubicBezTo>
                  <a:pt x="45" y="5"/>
                  <a:pt x="40" y="0"/>
                  <a:pt x="28" y="0"/>
                </a:cubicBezTo>
                <a:cubicBezTo>
                  <a:pt x="27" y="0"/>
                  <a:pt x="25" y="0"/>
                  <a:pt x="23" y="1"/>
                </a:cubicBezTo>
                <a:cubicBezTo>
                  <a:pt x="13" y="2"/>
                  <a:pt x="2" y="11"/>
                  <a:pt x="0" y="28"/>
                </a:cubicBezTo>
                <a:cubicBezTo>
                  <a:pt x="0" y="34"/>
                  <a:pt x="0" y="34"/>
                  <a:pt x="0" y="34"/>
                </a:cubicBezTo>
                <a:cubicBezTo>
                  <a:pt x="2" y="51"/>
                  <a:pt x="14" y="72"/>
                  <a:pt x="52" y="98"/>
                </a:cubicBezTo>
                <a:cubicBezTo>
                  <a:pt x="89" y="72"/>
                  <a:pt x="102" y="51"/>
                  <a:pt x="103" y="34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2" y="11"/>
                  <a:pt x="90" y="2"/>
                  <a:pt x="80" y="1"/>
                </a:cubicBezTo>
                <a:close/>
                <a:moveTo>
                  <a:pt x="92" y="34"/>
                </a:moveTo>
                <a:cubicBezTo>
                  <a:pt x="90" y="49"/>
                  <a:pt x="77" y="65"/>
                  <a:pt x="52" y="84"/>
                </a:cubicBezTo>
                <a:cubicBezTo>
                  <a:pt x="26" y="65"/>
                  <a:pt x="13" y="49"/>
                  <a:pt x="12" y="34"/>
                </a:cubicBezTo>
                <a:cubicBezTo>
                  <a:pt x="12" y="29"/>
                  <a:pt x="12" y="29"/>
                  <a:pt x="12" y="29"/>
                </a:cubicBezTo>
                <a:cubicBezTo>
                  <a:pt x="13" y="17"/>
                  <a:pt x="20" y="12"/>
                  <a:pt x="25" y="12"/>
                </a:cubicBezTo>
                <a:cubicBezTo>
                  <a:pt x="26" y="12"/>
                  <a:pt x="27" y="12"/>
                  <a:pt x="28" y="12"/>
                </a:cubicBezTo>
                <a:cubicBezTo>
                  <a:pt x="35" y="12"/>
                  <a:pt x="38" y="14"/>
                  <a:pt x="43" y="20"/>
                </a:cubicBezTo>
                <a:cubicBezTo>
                  <a:pt x="52" y="30"/>
                  <a:pt x="52" y="30"/>
                  <a:pt x="52" y="30"/>
                </a:cubicBezTo>
                <a:cubicBezTo>
                  <a:pt x="60" y="20"/>
                  <a:pt x="60" y="20"/>
                  <a:pt x="60" y="20"/>
                </a:cubicBezTo>
                <a:cubicBezTo>
                  <a:pt x="66" y="14"/>
                  <a:pt x="69" y="12"/>
                  <a:pt x="75" y="12"/>
                </a:cubicBezTo>
                <a:cubicBezTo>
                  <a:pt x="76" y="12"/>
                  <a:pt x="78" y="12"/>
                  <a:pt x="79" y="12"/>
                </a:cubicBezTo>
                <a:cubicBezTo>
                  <a:pt x="83" y="12"/>
                  <a:pt x="91" y="17"/>
                  <a:pt x="92" y="29"/>
                </a:cubicBezTo>
                <a:lnTo>
                  <a:pt x="92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7" name="Google Shape;3637;p16"/>
          <p:cNvGrpSpPr/>
          <p:nvPr/>
        </p:nvGrpSpPr>
        <p:grpSpPr>
          <a:xfrm>
            <a:off x="2640013" y="1786129"/>
            <a:ext cx="296862" cy="317500"/>
            <a:chOff x="2640013" y="1927225"/>
            <a:chExt cx="296862" cy="317500"/>
          </a:xfrm>
        </p:grpSpPr>
        <p:sp>
          <p:nvSpPr>
            <p:cNvPr id="3638" name="Google Shape;3638;p16"/>
            <p:cNvSpPr/>
            <p:nvPr/>
          </p:nvSpPr>
          <p:spPr>
            <a:xfrm>
              <a:off x="2660650" y="1927225"/>
              <a:ext cx="276225" cy="206375"/>
            </a:xfrm>
            <a:custGeom>
              <a:rect b="b" l="l" r="r" t="t"/>
              <a:pathLst>
                <a:path extrusionOk="0" h="81" w="108">
                  <a:moveTo>
                    <a:pt x="19" y="64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58" y="66"/>
                    <a:pt x="78" y="53"/>
                    <a:pt x="78" y="53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66" y="44"/>
                    <a:pt x="87" y="42"/>
                    <a:pt x="92" y="44"/>
                  </a:cubicBezTo>
                  <a:cubicBezTo>
                    <a:pt x="97" y="42"/>
                    <a:pt x="106" y="34"/>
                    <a:pt x="108" y="9"/>
                  </a:cubicBezTo>
                  <a:cubicBezTo>
                    <a:pt x="49" y="0"/>
                    <a:pt x="34" y="33"/>
                    <a:pt x="19" y="64"/>
                  </a:cubicBezTo>
                  <a:close/>
                  <a:moveTo>
                    <a:pt x="28" y="60"/>
                  </a:moveTo>
                  <a:cubicBezTo>
                    <a:pt x="28" y="60"/>
                    <a:pt x="28" y="60"/>
                    <a:pt x="28" y="60"/>
                  </a:cubicBezTo>
                  <a:cubicBezTo>
                    <a:pt x="33" y="54"/>
                    <a:pt x="66" y="21"/>
                    <a:pt x="100" y="14"/>
                  </a:cubicBezTo>
                  <a:cubicBezTo>
                    <a:pt x="81" y="20"/>
                    <a:pt x="37" y="54"/>
                    <a:pt x="28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16"/>
            <p:cNvSpPr/>
            <p:nvPr/>
          </p:nvSpPr>
          <p:spPr>
            <a:xfrm>
              <a:off x="2640013" y="2149475"/>
              <a:ext cx="131763" cy="95250"/>
            </a:xfrm>
            <a:custGeom>
              <a:rect b="b" l="l" r="r" t="t"/>
              <a:pathLst>
                <a:path extrusionOk="0" h="37" w="51">
                  <a:moveTo>
                    <a:pt x="44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4"/>
                    <a:pt x="33" y="0"/>
                    <a:pt x="2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5" y="4"/>
                    <a:pt x="15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3" y="8"/>
                    <a:pt x="0" y="11"/>
                    <a:pt x="0" y="1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3"/>
                    <a:pt x="3" y="37"/>
                    <a:pt x="7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8" y="37"/>
                    <a:pt x="51" y="33"/>
                    <a:pt x="51" y="29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1" y="11"/>
                    <a:pt x="48" y="8"/>
                    <a:pt x="4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0" name="Google Shape;3640;p16"/>
          <p:cNvSpPr/>
          <p:nvPr/>
        </p:nvSpPr>
        <p:spPr>
          <a:xfrm>
            <a:off x="3830638" y="1841500"/>
            <a:ext cx="296862" cy="261938"/>
          </a:xfrm>
          <a:custGeom>
            <a:rect b="b" l="l" r="r" t="t"/>
            <a:pathLst>
              <a:path extrusionOk="0" h="165" w="187">
                <a:moveTo>
                  <a:pt x="187" y="36"/>
                </a:moveTo>
                <a:lnTo>
                  <a:pt x="187" y="0"/>
                </a:lnTo>
                <a:lnTo>
                  <a:pt x="151" y="0"/>
                </a:lnTo>
                <a:lnTo>
                  <a:pt x="151" y="12"/>
                </a:lnTo>
                <a:lnTo>
                  <a:pt x="34" y="12"/>
                </a:lnTo>
                <a:lnTo>
                  <a:pt x="34" y="0"/>
                </a:lnTo>
                <a:lnTo>
                  <a:pt x="0" y="0"/>
                </a:lnTo>
                <a:lnTo>
                  <a:pt x="0" y="36"/>
                </a:lnTo>
                <a:lnTo>
                  <a:pt x="11" y="36"/>
                </a:lnTo>
                <a:lnTo>
                  <a:pt x="11" y="129"/>
                </a:lnTo>
                <a:lnTo>
                  <a:pt x="0" y="129"/>
                </a:lnTo>
                <a:lnTo>
                  <a:pt x="0" y="165"/>
                </a:lnTo>
                <a:lnTo>
                  <a:pt x="34" y="165"/>
                </a:lnTo>
                <a:lnTo>
                  <a:pt x="34" y="152"/>
                </a:lnTo>
                <a:lnTo>
                  <a:pt x="151" y="152"/>
                </a:lnTo>
                <a:lnTo>
                  <a:pt x="151" y="165"/>
                </a:lnTo>
                <a:lnTo>
                  <a:pt x="187" y="165"/>
                </a:lnTo>
                <a:lnTo>
                  <a:pt x="187" y="129"/>
                </a:lnTo>
                <a:lnTo>
                  <a:pt x="175" y="129"/>
                </a:lnTo>
                <a:lnTo>
                  <a:pt x="175" y="36"/>
                </a:lnTo>
                <a:lnTo>
                  <a:pt x="187" y="36"/>
                </a:lnTo>
                <a:close/>
                <a:moveTo>
                  <a:pt x="162" y="12"/>
                </a:moveTo>
                <a:lnTo>
                  <a:pt x="175" y="12"/>
                </a:lnTo>
                <a:lnTo>
                  <a:pt x="175" y="24"/>
                </a:lnTo>
                <a:lnTo>
                  <a:pt x="162" y="24"/>
                </a:lnTo>
                <a:lnTo>
                  <a:pt x="162" y="12"/>
                </a:lnTo>
                <a:close/>
                <a:moveTo>
                  <a:pt x="11" y="12"/>
                </a:moveTo>
                <a:lnTo>
                  <a:pt x="22" y="12"/>
                </a:lnTo>
                <a:lnTo>
                  <a:pt x="22" y="24"/>
                </a:lnTo>
                <a:lnTo>
                  <a:pt x="11" y="24"/>
                </a:lnTo>
                <a:lnTo>
                  <a:pt x="11" y="12"/>
                </a:lnTo>
                <a:close/>
                <a:moveTo>
                  <a:pt x="11" y="152"/>
                </a:moveTo>
                <a:lnTo>
                  <a:pt x="11" y="141"/>
                </a:lnTo>
                <a:lnTo>
                  <a:pt x="22" y="141"/>
                </a:lnTo>
                <a:lnTo>
                  <a:pt x="22" y="152"/>
                </a:lnTo>
                <a:lnTo>
                  <a:pt x="11" y="152"/>
                </a:lnTo>
                <a:close/>
                <a:moveTo>
                  <a:pt x="175" y="152"/>
                </a:moveTo>
                <a:lnTo>
                  <a:pt x="162" y="152"/>
                </a:lnTo>
                <a:lnTo>
                  <a:pt x="162" y="141"/>
                </a:lnTo>
                <a:lnTo>
                  <a:pt x="175" y="141"/>
                </a:lnTo>
                <a:lnTo>
                  <a:pt x="175" y="152"/>
                </a:lnTo>
                <a:close/>
                <a:moveTo>
                  <a:pt x="162" y="129"/>
                </a:moveTo>
                <a:lnTo>
                  <a:pt x="151" y="129"/>
                </a:lnTo>
                <a:lnTo>
                  <a:pt x="151" y="141"/>
                </a:lnTo>
                <a:lnTo>
                  <a:pt x="34" y="141"/>
                </a:lnTo>
                <a:lnTo>
                  <a:pt x="34" y="129"/>
                </a:lnTo>
                <a:lnTo>
                  <a:pt x="22" y="129"/>
                </a:lnTo>
                <a:lnTo>
                  <a:pt x="22" y="36"/>
                </a:lnTo>
                <a:lnTo>
                  <a:pt x="34" y="36"/>
                </a:lnTo>
                <a:lnTo>
                  <a:pt x="34" y="24"/>
                </a:lnTo>
                <a:lnTo>
                  <a:pt x="151" y="24"/>
                </a:lnTo>
                <a:lnTo>
                  <a:pt x="151" y="36"/>
                </a:lnTo>
                <a:lnTo>
                  <a:pt x="162" y="36"/>
                </a:lnTo>
                <a:lnTo>
                  <a:pt x="162" y="1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1" name="Google Shape;3641;p16"/>
          <p:cNvGrpSpPr/>
          <p:nvPr/>
        </p:nvGrpSpPr>
        <p:grpSpPr>
          <a:xfrm>
            <a:off x="4424363" y="1841692"/>
            <a:ext cx="295275" cy="261937"/>
            <a:chOff x="4424363" y="1982788"/>
            <a:chExt cx="295275" cy="261937"/>
          </a:xfrm>
        </p:grpSpPr>
        <p:sp>
          <p:nvSpPr>
            <p:cNvPr id="3642" name="Google Shape;3642;p16"/>
            <p:cNvSpPr/>
            <p:nvPr/>
          </p:nvSpPr>
          <p:spPr>
            <a:xfrm>
              <a:off x="4497388" y="2001838"/>
              <a:ext cx="149225" cy="19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16"/>
            <p:cNvSpPr/>
            <p:nvPr/>
          </p:nvSpPr>
          <p:spPr>
            <a:xfrm>
              <a:off x="4497388" y="2206625"/>
              <a:ext cx="149225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16"/>
            <p:cNvSpPr/>
            <p:nvPr/>
          </p:nvSpPr>
          <p:spPr>
            <a:xfrm>
              <a:off x="4441825" y="2057400"/>
              <a:ext cx="17463" cy="112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16"/>
            <p:cNvSpPr/>
            <p:nvPr/>
          </p:nvSpPr>
          <p:spPr>
            <a:xfrm>
              <a:off x="4684713" y="2057400"/>
              <a:ext cx="17463" cy="1127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16"/>
            <p:cNvSpPr/>
            <p:nvPr/>
          </p:nvSpPr>
          <p:spPr>
            <a:xfrm>
              <a:off x="4424363" y="1982788"/>
              <a:ext cx="55563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16"/>
            <p:cNvSpPr/>
            <p:nvPr/>
          </p:nvSpPr>
          <p:spPr>
            <a:xfrm>
              <a:off x="4664075" y="1982788"/>
              <a:ext cx="55563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16"/>
            <p:cNvSpPr/>
            <p:nvPr/>
          </p:nvSpPr>
          <p:spPr>
            <a:xfrm>
              <a:off x="4664075" y="2187575"/>
              <a:ext cx="55563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16"/>
            <p:cNvSpPr/>
            <p:nvPr/>
          </p:nvSpPr>
          <p:spPr>
            <a:xfrm>
              <a:off x="4424363" y="2187575"/>
              <a:ext cx="55563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0" name="Google Shape;3650;p16"/>
          <p:cNvSpPr/>
          <p:nvPr/>
        </p:nvSpPr>
        <p:spPr>
          <a:xfrm>
            <a:off x="5613400" y="1806575"/>
            <a:ext cx="258763" cy="276225"/>
          </a:xfrm>
          <a:custGeom>
            <a:rect b="b" l="l" r="r" t="t"/>
            <a:pathLst>
              <a:path extrusionOk="0" h="174" w="163">
                <a:moveTo>
                  <a:pt x="116" y="58"/>
                </a:moveTo>
                <a:lnTo>
                  <a:pt x="116" y="0"/>
                </a:lnTo>
                <a:lnTo>
                  <a:pt x="0" y="0"/>
                </a:lnTo>
                <a:lnTo>
                  <a:pt x="0" y="116"/>
                </a:lnTo>
                <a:lnTo>
                  <a:pt x="47" y="116"/>
                </a:lnTo>
                <a:lnTo>
                  <a:pt x="47" y="174"/>
                </a:lnTo>
                <a:lnTo>
                  <a:pt x="163" y="174"/>
                </a:lnTo>
                <a:lnTo>
                  <a:pt x="163" y="58"/>
                </a:lnTo>
                <a:lnTo>
                  <a:pt x="116" y="58"/>
                </a:lnTo>
                <a:close/>
                <a:moveTo>
                  <a:pt x="151" y="163"/>
                </a:moveTo>
                <a:lnTo>
                  <a:pt x="58" y="163"/>
                </a:lnTo>
                <a:lnTo>
                  <a:pt x="58" y="116"/>
                </a:lnTo>
                <a:lnTo>
                  <a:pt x="116" y="116"/>
                </a:lnTo>
                <a:lnTo>
                  <a:pt x="116" y="69"/>
                </a:lnTo>
                <a:lnTo>
                  <a:pt x="151" y="69"/>
                </a:lnTo>
                <a:lnTo>
                  <a:pt x="151" y="1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16"/>
          <p:cNvSpPr/>
          <p:nvPr/>
        </p:nvSpPr>
        <p:spPr>
          <a:xfrm>
            <a:off x="5016500" y="1806575"/>
            <a:ext cx="261938" cy="258763"/>
          </a:xfrm>
          <a:custGeom>
            <a:rect b="b" l="l" r="r" t="t"/>
            <a:pathLst>
              <a:path extrusionOk="0" h="163" w="165">
                <a:moveTo>
                  <a:pt x="118" y="46"/>
                </a:moveTo>
                <a:lnTo>
                  <a:pt x="118" y="0"/>
                </a:lnTo>
                <a:lnTo>
                  <a:pt x="0" y="0"/>
                </a:lnTo>
                <a:lnTo>
                  <a:pt x="0" y="116"/>
                </a:lnTo>
                <a:lnTo>
                  <a:pt x="47" y="116"/>
                </a:lnTo>
                <a:lnTo>
                  <a:pt x="47" y="163"/>
                </a:lnTo>
                <a:lnTo>
                  <a:pt x="165" y="163"/>
                </a:lnTo>
                <a:lnTo>
                  <a:pt x="165" y="46"/>
                </a:lnTo>
                <a:lnTo>
                  <a:pt x="118" y="46"/>
                </a:lnTo>
                <a:close/>
                <a:moveTo>
                  <a:pt x="153" y="151"/>
                </a:moveTo>
                <a:lnTo>
                  <a:pt x="60" y="151"/>
                </a:lnTo>
                <a:lnTo>
                  <a:pt x="60" y="58"/>
                </a:lnTo>
                <a:lnTo>
                  <a:pt x="153" y="58"/>
                </a:lnTo>
                <a:lnTo>
                  <a:pt x="153" y="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2" name="Google Shape;3652;p16"/>
          <p:cNvGrpSpPr/>
          <p:nvPr/>
        </p:nvGrpSpPr>
        <p:grpSpPr>
          <a:xfrm>
            <a:off x="3233738" y="1806767"/>
            <a:ext cx="261938" cy="296862"/>
            <a:chOff x="3233738" y="1947863"/>
            <a:chExt cx="261938" cy="296862"/>
          </a:xfrm>
        </p:grpSpPr>
        <p:sp>
          <p:nvSpPr>
            <p:cNvPr id="3653" name="Google Shape;3653;p16"/>
            <p:cNvSpPr/>
            <p:nvPr/>
          </p:nvSpPr>
          <p:spPr>
            <a:xfrm>
              <a:off x="3233738" y="1947863"/>
              <a:ext cx="261938" cy="147638"/>
            </a:xfrm>
            <a:custGeom>
              <a:rect b="b" l="l" r="r" t="t"/>
              <a:pathLst>
                <a:path extrusionOk="0" h="58" w="102">
                  <a:moveTo>
                    <a:pt x="8" y="58"/>
                  </a:moveTo>
                  <a:cubicBezTo>
                    <a:pt x="95" y="58"/>
                    <a:pt x="95" y="58"/>
                    <a:pt x="95" y="58"/>
                  </a:cubicBezTo>
                  <a:cubicBezTo>
                    <a:pt x="99" y="58"/>
                    <a:pt x="102" y="54"/>
                    <a:pt x="102" y="50"/>
                  </a:cubicBezTo>
                  <a:cubicBezTo>
                    <a:pt x="102" y="46"/>
                    <a:pt x="99" y="43"/>
                    <a:pt x="95" y="43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69" y="43"/>
                    <a:pt x="66" y="40"/>
                    <a:pt x="66" y="36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3"/>
                    <a:pt x="62" y="0"/>
                    <a:pt x="5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37" y="3"/>
                    <a:pt x="37" y="7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40"/>
                    <a:pt x="33" y="43"/>
                    <a:pt x="29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4" y="43"/>
                    <a:pt x="0" y="46"/>
                    <a:pt x="0" y="50"/>
                  </a:cubicBezTo>
                  <a:cubicBezTo>
                    <a:pt x="0" y="54"/>
                    <a:pt x="4" y="58"/>
                    <a:pt x="8" y="58"/>
                  </a:cubicBezTo>
                  <a:close/>
                  <a:moveTo>
                    <a:pt x="48" y="7"/>
                  </a:moveTo>
                  <a:cubicBezTo>
                    <a:pt x="55" y="7"/>
                    <a:pt x="55" y="7"/>
                    <a:pt x="55" y="7"/>
                  </a:cubicBezTo>
                  <a:cubicBezTo>
                    <a:pt x="57" y="7"/>
                    <a:pt x="58" y="8"/>
                    <a:pt x="58" y="10"/>
                  </a:cubicBezTo>
                  <a:cubicBezTo>
                    <a:pt x="58" y="12"/>
                    <a:pt x="57" y="14"/>
                    <a:pt x="55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6" y="14"/>
                    <a:pt x="44" y="12"/>
                    <a:pt x="44" y="10"/>
                  </a:cubicBezTo>
                  <a:cubicBezTo>
                    <a:pt x="44" y="8"/>
                    <a:pt x="46" y="7"/>
                    <a:pt x="4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16"/>
            <p:cNvSpPr/>
            <p:nvPr/>
          </p:nvSpPr>
          <p:spPr>
            <a:xfrm>
              <a:off x="3233738" y="2114550"/>
              <a:ext cx="261938" cy="130175"/>
            </a:xfrm>
            <a:custGeom>
              <a:rect b="b" l="l" r="r" t="t"/>
              <a:pathLst>
                <a:path extrusionOk="0" h="51" w="102">
                  <a:moveTo>
                    <a:pt x="9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9" y="0"/>
                    <a:pt x="7" y="1"/>
                    <a:pt x="7" y="3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73" y="51"/>
                    <a:pt x="73" y="51"/>
                    <a:pt x="73" y="51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102" y="51"/>
                    <a:pt x="102" y="51"/>
                    <a:pt x="102" y="51"/>
                  </a:cubicBezTo>
                  <a:cubicBezTo>
                    <a:pt x="95" y="3"/>
                    <a:pt x="95" y="3"/>
                    <a:pt x="95" y="3"/>
                  </a:cubicBezTo>
                  <a:cubicBezTo>
                    <a:pt x="95" y="1"/>
                    <a:pt x="93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5" name="Google Shape;3655;p16"/>
          <p:cNvGrpSpPr/>
          <p:nvPr/>
        </p:nvGrpSpPr>
        <p:grpSpPr>
          <a:xfrm>
            <a:off x="2046288" y="1824229"/>
            <a:ext cx="295275" cy="300038"/>
            <a:chOff x="2046288" y="1965325"/>
            <a:chExt cx="295275" cy="300038"/>
          </a:xfrm>
        </p:grpSpPr>
        <p:sp>
          <p:nvSpPr>
            <p:cNvPr id="3656" name="Google Shape;3656;p16"/>
            <p:cNvSpPr/>
            <p:nvPr/>
          </p:nvSpPr>
          <p:spPr>
            <a:xfrm>
              <a:off x="2157413" y="1965325"/>
              <a:ext cx="184150" cy="182563"/>
            </a:xfrm>
            <a:custGeom>
              <a:rect b="b" l="l" r="r" t="t"/>
              <a:pathLst>
                <a:path extrusionOk="0" h="71" w="72">
                  <a:moveTo>
                    <a:pt x="67" y="4"/>
                  </a:moveTo>
                  <a:cubicBezTo>
                    <a:pt x="62" y="0"/>
                    <a:pt x="57" y="5"/>
                    <a:pt x="57" y="5"/>
                  </a:cubicBezTo>
                  <a:cubicBezTo>
                    <a:pt x="57" y="5"/>
                    <a:pt x="28" y="34"/>
                    <a:pt x="22" y="40"/>
                  </a:cubicBezTo>
                  <a:cubicBezTo>
                    <a:pt x="16" y="45"/>
                    <a:pt x="0" y="52"/>
                    <a:pt x="0" y="52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19" y="71"/>
                    <a:pt x="26" y="55"/>
                    <a:pt x="32" y="49"/>
                  </a:cubicBezTo>
                  <a:cubicBezTo>
                    <a:pt x="37" y="43"/>
                    <a:pt x="66" y="15"/>
                    <a:pt x="66" y="15"/>
                  </a:cubicBezTo>
                  <a:cubicBezTo>
                    <a:pt x="66" y="15"/>
                    <a:pt x="72" y="9"/>
                    <a:pt x="67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7" name="Google Shape;3657;p16"/>
            <p:cNvSpPr/>
            <p:nvPr/>
          </p:nvSpPr>
          <p:spPr>
            <a:xfrm>
              <a:off x="2046288" y="2114550"/>
              <a:ext cx="144463" cy="150813"/>
            </a:xfrm>
            <a:custGeom>
              <a:rect b="b" l="l" r="r" t="t"/>
              <a:pathLst>
                <a:path extrusionOk="0" h="59" w="56">
                  <a:moveTo>
                    <a:pt x="22" y="13"/>
                  </a:moveTo>
                  <a:cubicBezTo>
                    <a:pt x="13" y="34"/>
                    <a:pt x="14" y="46"/>
                    <a:pt x="0" y="49"/>
                  </a:cubicBezTo>
                  <a:cubicBezTo>
                    <a:pt x="56" y="59"/>
                    <a:pt x="56" y="19"/>
                    <a:pt x="56" y="1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26" y="3"/>
                    <a:pt x="22" y="13"/>
                  </a:cubicBezTo>
                  <a:close/>
                  <a:moveTo>
                    <a:pt x="16" y="43"/>
                  </a:moveTo>
                  <a:cubicBezTo>
                    <a:pt x="21" y="38"/>
                    <a:pt x="27" y="14"/>
                    <a:pt x="36" y="8"/>
                  </a:cubicBezTo>
                  <a:cubicBezTo>
                    <a:pt x="42" y="12"/>
                    <a:pt x="36" y="31"/>
                    <a:pt x="16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8" name="Google Shape;3658;p16"/>
          <p:cNvSpPr/>
          <p:nvPr/>
        </p:nvSpPr>
        <p:spPr>
          <a:xfrm>
            <a:off x="7392988" y="1806575"/>
            <a:ext cx="300037" cy="296863"/>
          </a:xfrm>
          <a:custGeom>
            <a:rect b="b" l="l" r="r" t="t"/>
            <a:pathLst>
              <a:path extrusionOk="0" h="116" w="117">
                <a:moveTo>
                  <a:pt x="101" y="47"/>
                </a:moveTo>
                <a:cubicBezTo>
                  <a:pt x="65" y="83"/>
                  <a:pt x="65" y="83"/>
                  <a:pt x="65" y="83"/>
                </a:cubicBezTo>
                <a:cubicBezTo>
                  <a:pt x="56" y="91"/>
                  <a:pt x="42" y="91"/>
                  <a:pt x="34" y="83"/>
                </a:cubicBezTo>
                <a:cubicBezTo>
                  <a:pt x="25" y="74"/>
                  <a:pt x="25" y="60"/>
                  <a:pt x="34" y="51"/>
                </a:cubicBezTo>
                <a:cubicBezTo>
                  <a:pt x="69" y="15"/>
                  <a:pt x="69" y="15"/>
                  <a:pt x="69" y="15"/>
                </a:cubicBezTo>
                <a:cubicBezTo>
                  <a:pt x="53" y="0"/>
                  <a:pt x="53" y="0"/>
                  <a:pt x="53" y="0"/>
                </a:cubicBezTo>
                <a:cubicBezTo>
                  <a:pt x="18" y="35"/>
                  <a:pt x="18" y="35"/>
                  <a:pt x="18" y="35"/>
                </a:cubicBezTo>
                <a:cubicBezTo>
                  <a:pt x="0" y="53"/>
                  <a:pt x="0" y="81"/>
                  <a:pt x="18" y="98"/>
                </a:cubicBezTo>
                <a:cubicBezTo>
                  <a:pt x="35" y="116"/>
                  <a:pt x="64" y="116"/>
                  <a:pt x="81" y="98"/>
                </a:cubicBezTo>
                <a:cubicBezTo>
                  <a:pt x="117" y="63"/>
                  <a:pt x="117" y="63"/>
                  <a:pt x="117" y="63"/>
                </a:cubicBezTo>
                <a:lnTo>
                  <a:pt x="101" y="47"/>
                </a:lnTo>
                <a:close/>
                <a:moveTo>
                  <a:pt x="53" y="8"/>
                </a:moveTo>
                <a:cubicBezTo>
                  <a:pt x="61" y="15"/>
                  <a:pt x="61" y="15"/>
                  <a:pt x="61" y="15"/>
                </a:cubicBezTo>
                <a:cubicBezTo>
                  <a:pt x="49" y="27"/>
                  <a:pt x="49" y="27"/>
                  <a:pt x="49" y="27"/>
                </a:cubicBezTo>
                <a:cubicBezTo>
                  <a:pt x="41" y="19"/>
                  <a:pt x="41" y="19"/>
                  <a:pt x="41" y="19"/>
                </a:cubicBezTo>
                <a:lnTo>
                  <a:pt x="53" y="8"/>
                </a:lnTo>
                <a:close/>
                <a:moveTo>
                  <a:pt x="89" y="67"/>
                </a:moveTo>
                <a:cubicBezTo>
                  <a:pt x="101" y="55"/>
                  <a:pt x="101" y="55"/>
                  <a:pt x="101" y="55"/>
                </a:cubicBezTo>
                <a:cubicBezTo>
                  <a:pt x="109" y="63"/>
                  <a:pt x="109" y="63"/>
                  <a:pt x="109" y="63"/>
                </a:cubicBezTo>
                <a:cubicBezTo>
                  <a:pt x="97" y="75"/>
                  <a:pt x="97" y="75"/>
                  <a:pt x="97" y="75"/>
                </a:cubicBezTo>
                <a:lnTo>
                  <a:pt x="89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9" name="Google Shape;3659;p16"/>
          <p:cNvGrpSpPr/>
          <p:nvPr/>
        </p:nvGrpSpPr>
        <p:grpSpPr>
          <a:xfrm>
            <a:off x="6207125" y="1860742"/>
            <a:ext cx="296863" cy="242887"/>
            <a:chOff x="6207125" y="2001838"/>
            <a:chExt cx="296863" cy="242887"/>
          </a:xfrm>
        </p:grpSpPr>
        <p:sp>
          <p:nvSpPr>
            <p:cNvPr id="3660" name="Google Shape;3660;p16"/>
            <p:cNvSpPr/>
            <p:nvPr/>
          </p:nvSpPr>
          <p:spPr>
            <a:xfrm>
              <a:off x="6316663" y="2001838"/>
              <a:ext cx="187325" cy="130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1" name="Google Shape;3661;p16"/>
            <p:cNvSpPr/>
            <p:nvPr/>
          </p:nvSpPr>
          <p:spPr>
            <a:xfrm>
              <a:off x="6262688" y="2057400"/>
              <a:ext cx="184150" cy="130175"/>
            </a:xfrm>
            <a:custGeom>
              <a:rect b="b" l="l" r="r" t="t"/>
              <a:pathLst>
                <a:path extrusionOk="0" h="82" w="116">
                  <a:moveTo>
                    <a:pt x="23" y="0"/>
                  </a:moveTo>
                  <a:lnTo>
                    <a:pt x="0" y="0"/>
                  </a:lnTo>
                  <a:lnTo>
                    <a:pt x="0" y="82"/>
                  </a:lnTo>
                  <a:lnTo>
                    <a:pt x="116" y="82"/>
                  </a:lnTo>
                  <a:lnTo>
                    <a:pt x="116" y="58"/>
                  </a:lnTo>
                  <a:lnTo>
                    <a:pt x="23" y="58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16"/>
            <p:cNvSpPr/>
            <p:nvPr/>
          </p:nvSpPr>
          <p:spPr>
            <a:xfrm>
              <a:off x="6207125" y="2114550"/>
              <a:ext cx="184150" cy="130175"/>
            </a:xfrm>
            <a:custGeom>
              <a:rect b="b" l="l" r="r" t="t"/>
              <a:pathLst>
                <a:path extrusionOk="0" h="82" w="116">
                  <a:moveTo>
                    <a:pt x="22" y="0"/>
                  </a:moveTo>
                  <a:lnTo>
                    <a:pt x="0" y="0"/>
                  </a:lnTo>
                  <a:lnTo>
                    <a:pt x="0" y="82"/>
                  </a:lnTo>
                  <a:lnTo>
                    <a:pt x="116" y="82"/>
                  </a:lnTo>
                  <a:lnTo>
                    <a:pt x="116" y="58"/>
                  </a:lnTo>
                  <a:lnTo>
                    <a:pt x="22" y="5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3" name="Google Shape;3663;p16"/>
          <p:cNvSpPr/>
          <p:nvPr/>
        </p:nvSpPr>
        <p:spPr>
          <a:xfrm>
            <a:off x="6800850" y="1824038"/>
            <a:ext cx="295275" cy="279400"/>
          </a:xfrm>
          <a:custGeom>
            <a:rect b="b" l="l" r="r" t="t"/>
            <a:pathLst>
              <a:path extrusionOk="0" h="109" w="116">
                <a:moveTo>
                  <a:pt x="65" y="0"/>
                </a:moveTo>
                <a:cubicBezTo>
                  <a:pt x="22" y="0"/>
                  <a:pt x="0" y="43"/>
                  <a:pt x="0" y="72"/>
                </a:cubicBezTo>
                <a:cubicBezTo>
                  <a:pt x="0" y="80"/>
                  <a:pt x="15" y="94"/>
                  <a:pt x="22" y="72"/>
                </a:cubicBezTo>
                <a:cubicBezTo>
                  <a:pt x="25" y="63"/>
                  <a:pt x="44" y="65"/>
                  <a:pt x="44" y="80"/>
                </a:cubicBezTo>
                <a:cubicBezTo>
                  <a:pt x="44" y="96"/>
                  <a:pt x="51" y="109"/>
                  <a:pt x="65" y="109"/>
                </a:cubicBezTo>
                <a:cubicBezTo>
                  <a:pt x="109" y="109"/>
                  <a:pt x="116" y="72"/>
                  <a:pt x="116" y="51"/>
                </a:cubicBezTo>
                <a:cubicBezTo>
                  <a:pt x="116" y="29"/>
                  <a:pt x="109" y="0"/>
                  <a:pt x="65" y="0"/>
                </a:cubicBezTo>
                <a:close/>
                <a:moveTo>
                  <a:pt x="29" y="52"/>
                </a:moveTo>
                <a:cubicBezTo>
                  <a:pt x="24" y="52"/>
                  <a:pt x="20" y="48"/>
                  <a:pt x="20" y="43"/>
                </a:cubicBezTo>
                <a:cubicBezTo>
                  <a:pt x="20" y="38"/>
                  <a:pt x="24" y="34"/>
                  <a:pt x="29" y="34"/>
                </a:cubicBezTo>
                <a:cubicBezTo>
                  <a:pt x="34" y="34"/>
                  <a:pt x="38" y="38"/>
                  <a:pt x="38" y="43"/>
                </a:cubicBezTo>
                <a:cubicBezTo>
                  <a:pt x="38" y="48"/>
                  <a:pt x="34" y="52"/>
                  <a:pt x="29" y="52"/>
                </a:cubicBezTo>
                <a:close/>
                <a:moveTo>
                  <a:pt x="45" y="25"/>
                </a:moveTo>
                <a:cubicBezTo>
                  <a:pt x="45" y="20"/>
                  <a:pt x="50" y="16"/>
                  <a:pt x="55" y="16"/>
                </a:cubicBezTo>
                <a:cubicBezTo>
                  <a:pt x="60" y="16"/>
                  <a:pt x="64" y="20"/>
                  <a:pt x="64" y="25"/>
                </a:cubicBezTo>
                <a:cubicBezTo>
                  <a:pt x="64" y="30"/>
                  <a:pt x="60" y="34"/>
                  <a:pt x="55" y="34"/>
                </a:cubicBezTo>
                <a:cubicBezTo>
                  <a:pt x="50" y="34"/>
                  <a:pt x="45" y="30"/>
                  <a:pt x="45" y="25"/>
                </a:cubicBezTo>
                <a:close/>
                <a:moveTo>
                  <a:pt x="69" y="89"/>
                </a:moveTo>
                <a:cubicBezTo>
                  <a:pt x="62" y="89"/>
                  <a:pt x="56" y="83"/>
                  <a:pt x="56" y="76"/>
                </a:cubicBezTo>
                <a:cubicBezTo>
                  <a:pt x="56" y="69"/>
                  <a:pt x="62" y="63"/>
                  <a:pt x="69" y="63"/>
                </a:cubicBezTo>
                <a:cubicBezTo>
                  <a:pt x="76" y="63"/>
                  <a:pt x="82" y="69"/>
                  <a:pt x="82" y="76"/>
                </a:cubicBezTo>
                <a:cubicBezTo>
                  <a:pt x="82" y="83"/>
                  <a:pt x="76" y="89"/>
                  <a:pt x="69" y="89"/>
                </a:cubicBezTo>
                <a:close/>
                <a:moveTo>
                  <a:pt x="91" y="67"/>
                </a:moveTo>
                <a:cubicBezTo>
                  <a:pt x="88" y="67"/>
                  <a:pt x="85" y="65"/>
                  <a:pt x="85" y="62"/>
                </a:cubicBezTo>
                <a:cubicBezTo>
                  <a:pt x="85" y="59"/>
                  <a:pt x="88" y="56"/>
                  <a:pt x="91" y="56"/>
                </a:cubicBezTo>
                <a:cubicBezTo>
                  <a:pt x="94" y="56"/>
                  <a:pt x="96" y="59"/>
                  <a:pt x="96" y="62"/>
                </a:cubicBezTo>
                <a:cubicBezTo>
                  <a:pt x="96" y="65"/>
                  <a:pt x="94" y="67"/>
                  <a:pt x="91" y="67"/>
                </a:cubicBezTo>
                <a:close/>
                <a:moveTo>
                  <a:pt x="84" y="45"/>
                </a:moveTo>
                <a:cubicBezTo>
                  <a:pt x="77" y="45"/>
                  <a:pt x="71" y="40"/>
                  <a:pt x="71" y="33"/>
                </a:cubicBezTo>
                <a:cubicBezTo>
                  <a:pt x="71" y="26"/>
                  <a:pt x="77" y="20"/>
                  <a:pt x="84" y="20"/>
                </a:cubicBezTo>
                <a:cubicBezTo>
                  <a:pt x="91" y="20"/>
                  <a:pt x="96" y="26"/>
                  <a:pt x="96" y="33"/>
                </a:cubicBezTo>
                <a:cubicBezTo>
                  <a:pt x="96" y="40"/>
                  <a:pt x="91" y="45"/>
                  <a:pt x="84" y="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4" name="Google Shape;3664;p16"/>
          <p:cNvGrpSpPr/>
          <p:nvPr/>
        </p:nvGrpSpPr>
        <p:grpSpPr>
          <a:xfrm>
            <a:off x="8583613" y="1824229"/>
            <a:ext cx="296863" cy="279401"/>
            <a:chOff x="8583613" y="1965325"/>
            <a:chExt cx="296863" cy="279401"/>
          </a:xfrm>
        </p:grpSpPr>
        <p:sp>
          <p:nvSpPr>
            <p:cNvPr id="3665" name="Google Shape;3665;p16"/>
            <p:cNvSpPr/>
            <p:nvPr/>
          </p:nvSpPr>
          <p:spPr>
            <a:xfrm>
              <a:off x="8583613" y="1965325"/>
              <a:ext cx="296863" cy="109538"/>
            </a:xfrm>
            <a:custGeom>
              <a:rect b="b" l="l" r="r" t="t"/>
              <a:pathLst>
                <a:path extrusionOk="0" h="43" w="116">
                  <a:moveTo>
                    <a:pt x="108" y="15"/>
                  </a:moveTo>
                  <a:cubicBezTo>
                    <a:pt x="99" y="7"/>
                    <a:pt x="87" y="0"/>
                    <a:pt x="58" y="0"/>
                  </a:cubicBezTo>
                  <a:cubicBezTo>
                    <a:pt x="29" y="0"/>
                    <a:pt x="17" y="7"/>
                    <a:pt x="8" y="15"/>
                  </a:cubicBezTo>
                  <a:cubicBezTo>
                    <a:pt x="3" y="19"/>
                    <a:pt x="0" y="22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0"/>
                    <a:pt x="3" y="43"/>
                    <a:pt x="7" y="43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6" y="43"/>
                    <a:pt x="29" y="40"/>
                    <a:pt x="29" y="36"/>
                  </a:cubicBezTo>
                  <a:cubicBezTo>
                    <a:pt x="29" y="32"/>
                    <a:pt x="30" y="29"/>
                    <a:pt x="33" y="24"/>
                  </a:cubicBezTo>
                  <a:cubicBezTo>
                    <a:pt x="37" y="20"/>
                    <a:pt x="44" y="14"/>
                    <a:pt x="58" y="15"/>
                  </a:cubicBezTo>
                  <a:cubicBezTo>
                    <a:pt x="73" y="14"/>
                    <a:pt x="80" y="20"/>
                    <a:pt x="83" y="24"/>
                  </a:cubicBezTo>
                  <a:cubicBezTo>
                    <a:pt x="87" y="29"/>
                    <a:pt x="87" y="32"/>
                    <a:pt x="87" y="36"/>
                  </a:cubicBezTo>
                  <a:cubicBezTo>
                    <a:pt x="87" y="40"/>
                    <a:pt x="91" y="43"/>
                    <a:pt x="95" y="43"/>
                  </a:cubicBezTo>
                  <a:cubicBezTo>
                    <a:pt x="109" y="43"/>
                    <a:pt x="109" y="43"/>
                    <a:pt x="109" y="43"/>
                  </a:cubicBezTo>
                  <a:cubicBezTo>
                    <a:pt x="113" y="43"/>
                    <a:pt x="116" y="40"/>
                    <a:pt x="116" y="36"/>
                  </a:cubicBezTo>
                  <a:cubicBezTo>
                    <a:pt x="116" y="28"/>
                    <a:pt x="116" y="28"/>
                    <a:pt x="116" y="28"/>
                  </a:cubicBezTo>
                  <a:cubicBezTo>
                    <a:pt x="116" y="22"/>
                    <a:pt x="113" y="19"/>
                    <a:pt x="10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6" name="Google Shape;3666;p16"/>
            <p:cNvSpPr/>
            <p:nvPr/>
          </p:nvSpPr>
          <p:spPr>
            <a:xfrm>
              <a:off x="8696325" y="2132013"/>
              <a:ext cx="73025" cy="746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7" name="Google Shape;3667;p16"/>
            <p:cNvSpPr/>
            <p:nvPr/>
          </p:nvSpPr>
          <p:spPr>
            <a:xfrm>
              <a:off x="8601075" y="2039938"/>
              <a:ext cx="260350" cy="204788"/>
            </a:xfrm>
            <a:custGeom>
              <a:rect b="b" l="l" r="r" t="t"/>
              <a:pathLst>
                <a:path extrusionOk="0" h="80" w="102">
                  <a:moveTo>
                    <a:pt x="76" y="14"/>
                  </a:moveTo>
                  <a:cubicBezTo>
                    <a:pt x="73" y="14"/>
                    <a:pt x="73" y="14"/>
                    <a:pt x="73" y="14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3" y="2"/>
                    <a:pt x="70" y="0"/>
                    <a:pt x="66" y="0"/>
                  </a:cubicBezTo>
                  <a:cubicBezTo>
                    <a:pt x="62" y="0"/>
                    <a:pt x="58" y="2"/>
                    <a:pt x="58" y="5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2"/>
                    <a:pt x="41" y="0"/>
                    <a:pt x="37" y="0"/>
                  </a:cubicBezTo>
                  <a:cubicBezTo>
                    <a:pt x="33" y="0"/>
                    <a:pt x="29" y="2"/>
                    <a:pt x="29" y="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3" y="14"/>
                    <a:pt x="21" y="16"/>
                    <a:pt x="20" y="18"/>
                  </a:cubicBezTo>
                  <a:cubicBezTo>
                    <a:pt x="14" y="26"/>
                    <a:pt x="0" y="48"/>
                    <a:pt x="0" y="5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99" y="80"/>
                    <a:pt x="102" y="76"/>
                    <a:pt x="102" y="72"/>
                  </a:cubicBezTo>
                  <a:cubicBezTo>
                    <a:pt x="102" y="66"/>
                    <a:pt x="102" y="59"/>
                    <a:pt x="102" y="59"/>
                  </a:cubicBezTo>
                  <a:cubicBezTo>
                    <a:pt x="102" y="46"/>
                    <a:pt x="88" y="25"/>
                    <a:pt x="82" y="17"/>
                  </a:cubicBezTo>
                  <a:cubicBezTo>
                    <a:pt x="81" y="16"/>
                    <a:pt x="79" y="14"/>
                    <a:pt x="76" y="14"/>
                  </a:cubicBezTo>
                  <a:close/>
                  <a:moveTo>
                    <a:pt x="51" y="72"/>
                  </a:moveTo>
                  <a:cubicBezTo>
                    <a:pt x="39" y="72"/>
                    <a:pt x="29" y="63"/>
                    <a:pt x="29" y="51"/>
                  </a:cubicBezTo>
                  <a:cubicBezTo>
                    <a:pt x="29" y="39"/>
                    <a:pt x="39" y="29"/>
                    <a:pt x="51" y="29"/>
                  </a:cubicBezTo>
                  <a:cubicBezTo>
                    <a:pt x="63" y="29"/>
                    <a:pt x="73" y="39"/>
                    <a:pt x="73" y="51"/>
                  </a:cubicBezTo>
                  <a:cubicBezTo>
                    <a:pt x="73" y="63"/>
                    <a:pt x="63" y="72"/>
                    <a:pt x="51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8" name="Google Shape;3668;p16"/>
          <p:cNvGrpSpPr/>
          <p:nvPr/>
        </p:nvGrpSpPr>
        <p:grpSpPr>
          <a:xfrm>
            <a:off x="2640013" y="2400492"/>
            <a:ext cx="254000" cy="296862"/>
            <a:chOff x="2640013" y="2541588"/>
            <a:chExt cx="254000" cy="296862"/>
          </a:xfrm>
        </p:grpSpPr>
        <p:sp>
          <p:nvSpPr>
            <p:cNvPr id="3669" name="Google Shape;3669;p16"/>
            <p:cNvSpPr/>
            <p:nvPr/>
          </p:nvSpPr>
          <p:spPr>
            <a:xfrm>
              <a:off x="2651125" y="2541588"/>
              <a:ext cx="242888" cy="233363"/>
            </a:xfrm>
            <a:custGeom>
              <a:rect b="b" l="l" r="r" t="t"/>
              <a:pathLst>
                <a:path extrusionOk="0" h="91" w="95">
                  <a:moveTo>
                    <a:pt x="88" y="14"/>
                  </a:moveTo>
                  <a:cubicBezTo>
                    <a:pt x="92" y="14"/>
                    <a:pt x="95" y="11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ubicBezTo>
                    <a:pt x="84" y="0"/>
                    <a:pt x="81" y="3"/>
                    <a:pt x="81" y="7"/>
                  </a:cubicBezTo>
                  <a:cubicBezTo>
                    <a:pt x="81" y="9"/>
                    <a:pt x="81" y="10"/>
                    <a:pt x="82" y="1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1" y="0"/>
                    <a:pt x="8" y="0"/>
                    <a:pt x="5" y="1"/>
                  </a:cubicBezTo>
                  <a:cubicBezTo>
                    <a:pt x="2" y="2"/>
                    <a:pt x="0" y="5"/>
                    <a:pt x="0" y="8"/>
                  </a:cubicBezTo>
                  <a:cubicBezTo>
                    <a:pt x="0" y="30"/>
                    <a:pt x="8" y="51"/>
                    <a:pt x="24" y="67"/>
                  </a:cubicBezTo>
                  <a:cubicBezTo>
                    <a:pt x="40" y="83"/>
                    <a:pt x="62" y="91"/>
                    <a:pt x="83" y="91"/>
                  </a:cubicBezTo>
                  <a:cubicBezTo>
                    <a:pt x="86" y="91"/>
                    <a:pt x="89" y="89"/>
                    <a:pt x="90" y="87"/>
                  </a:cubicBezTo>
                  <a:cubicBezTo>
                    <a:pt x="92" y="84"/>
                    <a:pt x="91" y="81"/>
                    <a:pt x="89" y="78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5" y="14"/>
                    <a:pt x="86" y="14"/>
                    <a:pt x="88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0" name="Google Shape;3670;p16"/>
            <p:cNvSpPr/>
            <p:nvPr/>
          </p:nvSpPr>
          <p:spPr>
            <a:xfrm>
              <a:off x="2640013" y="2730500"/>
              <a:ext cx="120650" cy="107950"/>
            </a:xfrm>
            <a:custGeom>
              <a:rect b="b" l="l" r="r" t="t"/>
              <a:pathLst>
                <a:path extrusionOk="0" h="42" w="47">
                  <a:moveTo>
                    <a:pt x="41" y="16"/>
                  </a:moveTo>
                  <a:cubicBezTo>
                    <a:pt x="41" y="15"/>
                    <a:pt x="40" y="15"/>
                    <a:pt x="39" y="14"/>
                  </a:cubicBezTo>
                  <a:cubicBezTo>
                    <a:pt x="33" y="11"/>
                    <a:pt x="27" y="6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8"/>
                    <a:pt x="0" y="39"/>
                    <a:pt x="1" y="40"/>
                  </a:cubicBezTo>
                  <a:cubicBezTo>
                    <a:pt x="1" y="41"/>
                    <a:pt x="2" y="42"/>
                    <a:pt x="4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5" y="42"/>
                    <a:pt x="46" y="42"/>
                    <a:pt x="46" y="41"/>
                  </a:cubicBezTo>
                  <a:cubicBezTo>
                    <a:pt x="47" y="40"/>
                    <a:pt x="47" y="39"/>
                    <a:pt x="47" y="37"/>
                  </a:cubicBezTo>
                  <a:lnTo>
                    <a:pt x="41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1" name="Google Shape;3671;p16"/>
          <p:cNvSpPr/>
          <p:nvPr/>
        </p:nvSpPr>
        <p:spPr>
          <a:xfrm>
            <a:off x="263525" y="2400300"/>
            <a:ext cx="279400" cy="292100"/>
          </a:xfrm>
          <a:custGeom>
            <a:rect b="b" l="l" r="r" t="t"/>
            <a:pathLst>
              <a:path extrusionOk="0" h="114" w="109">
                <a:moveTo>
                  <a:pt x="53" y="114"/>
                </a:moveTo>
                <a:cubicBezTo>
                  <a:pt x="45" y="114"/>
                  <a:pt x="37" y="113"/>
                  <a:pt x="30" y="110"/>
                </a:cubicBezTo>
                <a:cubicBezTo>
                  <a:pt x="24" y="108"/>
                  <a:pt x="18" y="104"/>
                  <a:pt x="14" y="100"/>
                </a:cubicBezTo>
                <a:cubicBezTo>
                  <a:pt x="9" y="96"/>
                  <a:pt x="6" y="90"/>
                  <a:pt x="3" y="84"/>
                </a:cubicBezTo>
                <a:cubicBezTo>
                  <a:pt x="1" y="77"/>
                  <a:pt x="0" y="70"/>
                  <a:pt x="0" y="61"/>
                </a:cubicBezTo>
                <a:cubicBezTo>
                  <a:pt x="0" y="56"/>
                  <a:pt x="0" y="50"/>
                  <a:pt x="2" y="45"/>
                </a:cubicBezTo>
                <a:cubicBezTo>
                  <a:pt x="3" y="39"/>
                  <a:pt x="5" y="34"/>
                  <a:pt x="7" y="30"/>
                </a:cubicBezTo>
                <a:cubicBezTo>
                  <a:pt x="10" y="25"/>
                  <a:pt x="12" y="21"/>
                  <a:pt x="16" y="18"/>
                </a:cubicBezTo>
                <a:cubicBezTo>
                  <a:pt x="19" y="14"/>
                  <a:pt x="23" y="11"/>
                  <a:pt x="28" y="8"/>
                </a:cubicBezTo>
                <a:cubicBezTo>
                  <a:pt x="32" y="5"/>
                  <a:pt x="37" y="3"/>
                  <a:pt x="42" y="2"/>
                </a:cubicBezTo>
                <a:cubicBezTo>
                  <a:pt x="47" y="1"/>
                  <a:pt x="53" y="0"/>
                  <a:pt x="59" y="0"/>
                </a:cubicBezTo>
                <a:cubicBezTo>
                  <a:pt x="66" y="0"/>
                  <a:pt x="73" y="1"/>
                  <a:pt x="79" y="3"/>
                </a:cubicBezTo>
                <a:cubicBezTo>
                  <a:pt x="85" y="6"/>
                  <a:pt x="91" y="9"/>
                  <a:pt x="95" y="13"/>
                </a:cubicBezTo>
                <a:cubicBezTo>
                  <a:pt x="99" y="18"/>
                  <a:pt x="103" y="23"/>
                  <a:pt x="105" y="29"/>
                </a:cubicBezTo>
                <a:cubicBezTo>
                  <a:pt x="108" y="35"/>
                  <a:pt x="109" y="43"/>
                  <a:pt x="109" y="50"/>
                </a:cubicBezTo>
                <a:cubicBezTo>
                  <a:pt x="109" y="55"/>
                  <a:pt x="109" y="59"/>
                  <a:pt x="108" y="64"/>
                </a:cubicBezTo>
                <a:cubicBezTo>
                  <a:pt x="107" y="68"/>
                  <a:pt x="105" y="72"/>
                  <a:pt x="103" y="75"/>
                </a:cubicBezTo>
                <a:cubicBezTo>
                  <a:pt x="101" y="78"/>
                  <a:pt x="98" y="81"/>
                  <a:pt x="95" y="83"/>
                </a:cubicBezTo>
                <a:cubicBezTo>
                  <a:pt x="92" y="85"/>
                  <a:pt x="89" y="86"/>
                  <a:pt x="85" y="86"/>
                </a:cubicBezTo>
                <a:cubicBezTo>
                  <a:pt x="83" y="86"/>
                  <a:pt x="82" y="86"/>
                  <a:pt x="80" y="85"/>
                </a:cubicBezTo>
                <a:cubicBezTo>
                  <a:pt x="79" y="85"/>
                  <a:pt x="77" y="84"/>
                  <a:pt x="76" y="83"/>
                </a:cubicBezTo>
                <a:cubicBezTo>
                  <a:pt x="75" y="83"/>
                  <a:pt x="74" y="82"/>
                  <a:pt x="73" y="81"/>
                </a:cubicBezTo>
                <a:cubicBezTo>
                  <a:pt x="72" y="80"/>
                  <a:pt x="72" y="79"/>
                  <a:pt x="71" y="78"/>
                </a:cubicBezTo>
                <a:cubicBezTo>
                  <a:pt x="71" y="76"/>
                  <a:pt x="71" y="76"/>
                  <a:pt x="71" y="76"/>
                </a:cubicBezTo>
                <a:cubicBezTo>
                  <a:pt x="68" y="76"/>
                  <a:pt x="68" y="76"/>
                  <a:pt x="68" y="76"/>
                </a:cubicBezTo>
                <a:cubicBezTo>
                  <a:pt x="66" y="77"/>
                  <a:pt x="66" y="77"/>
                  <a:pt x="66" y="77"/>
                </a:cubicBezTo>
                <a:cubicBezTo>
                  <a:pt x="65" y="78"/>
                  <a:pt x="64" y="80"/>
                  <a:pt x="63" y="81"/>
                </a:cubicBezTo>
                <a:cubicBezTo>
                  <a:pt x="62" y="82"/>
                  <a:pt x="61" y="82"/>
                  <a:pt x="60" y="83"/>
                </a:cubicBezTo>
                <a:cubicBezTo>
                  <a:pt x="58" y="84"/>
                  <a:pt x="57" y="85"/>
                  <a:pt x="55" y="85"/>
                </a:cubicBezTo>
                <a:cubicBezTo>
                  <a:pt x="54" y="86"/>
                  <a:pt x="52" y="86"/>
                  <a:pt x="50" y="86"/>
                </a:cubicBezTo>
                <a:cubicBezTo>
                  <a:pt x="46" y="86"/>
                  <a:pt x="43" y="85"/>
                  <a:pt x="40" y="84"/>
                </a:cubicBezTo>
                <a:cubicBezTo>
                  <a:pt x="37" y="83"/>
                  <a:pt x="35" y="81"/>
                  <a:pt x="33" y="79"/>
                </a:cubicBezTo>
                <a:cubicBezTo>
                  <a:pt x="31" y="76"/>
                  <a:pt x="30" y="74"/>
                  <a:pt x="29" y="70"/>
                </a:cubicBezTo>
                <a:cubicBezTo>
                  <a:pt x="28" y="67"/>
                  <a:pt x="27" y="63"/>
                  <a:pt x="27" y="59"/>
                </a:cubicBezTo>
                <a:cubicBezTo>
                  <a:pt x="27" y="55"/>
                  <a:pt x="28" y="50"/>
                  <a:pt x="29" y="46"/>
                </a:cubicBezTo>
                <a:cubicBezTo>
                  <a:pt x="31" y="42"/>
                  <a:pt x="33" y="39"/>
                  <a:pt x="35" y="36"/>
                </a:cubicBezTo>
                <a:cubicBezTo>
                  <a:pt x="38" y="34"/>
                  <a:pt x="41" y="31"/>
                  <a:pt x="45" y="30"/>
                </a:cubicBezTo>
                <a:cubicBezTo>
                  <a:pt x="48" y="28"/>
                  <a:pt x="53" y="28"/>
                  <a:pt x="57" y="28"/>
                </a:cubicBezTo>
                <a:cubicBezTo>
                  <a:pt x="59" y="28"/>
                  <a:pt x="62" y="28"/>
                  <a:pt x="64" y="28"/>
                </a:cubicBezTo>
                <a:cubicBezTo>
                  <a:pt x="66" y="28"/>
                  <a:pt x="68" y="28"/>
                  <a:pt x="70" y="29"/>
                </a:cubicBezTo>
                <a:cubicBezTo>
                  <a:pt x="72" y="29"/>
                  <a:pt x="74" y="30"/>
                  <a:pt x="76" y="30"/>
                </a:cubicBezTo>
                <a:cubicBezTo>
                  <a:pt x="77" y="30"/>
                  <a:pt x="78" y="31"/>
                  <a:pt x="79" y="31"/>
                </a:cubicBezTo>
                <a:cubicBezTo>
                  <a:pt x="78" y="60"/>
                  <a:pt x="78" y="60"/>
                  <a:pt x="78" y="60"/>
                </a:cubicBezTo>
                <a:cubicBezTo>
                  <a:pt x="78" y="61"/>
                  <a:pt x="78" y="62"/>
                  <a:pt x="78" y="63"/>
                </a:cubicBezTo>
                <a:cubicBezTo>
                  <a:pt x="78" y="65"/>
                  <a:pt x="78" y="65"/>
                  <a:pt x="78" y="65"/>
                </a:cubicBezTo>
                <a:cubicBezTo>
                  <a:pt x="78" y="67"/>
                  <a:pt x="78" y="69"/>
                  <a:pt x="78" y="70"/>
                </a:cubicBezTo>
                <a:cubicBezTo>
                  <a:pt x="79" y="72"/>
                  <a:pt x="79" y="73"/>
                  <a:pt x="80" y="74"/>
                </a:cubicBezTo>
                <a:cubicBezTo>
                  <a:pt x="80" y="75"/>
                  <a:pt x="81" y="76"/>
                  <a:pt x="83" y="77"/>
                </a:cubicBezTo>
                <a:cubicBezTo>
                  <a:pt x="83" y="77"/>
                  <a:pt x="84" y="77"/>
                  <a:pt x="86" y="77"/>
                </a:cubicBezTo>
                <a:cubicBezTo>
                  <a:pt x="88" y="77"/>
                  <a:pt x="90" y="76"/>
                  <a:pt x="92" y="75"/>
                </a:cubicBezTo>
                <a:cubicBezTo>
                  <a:pt x="93" y="73"/>
                  <a:pt x="94" y="71"/>
                  <a:pt x="95" y="68"/>
                </a:cubicBezTo>
                <a:cubicBezTo>
                  <a:pt x="96" y="66"/>
                  <a:pt x="97" y="63"/>
                  <a:pt x="97" y="60"/>
                </a:cubicBezTo>
                <a:cubicBezTo>
                  <a:pt x="98" y="57"/>
                  <a:pt x="98" y="54"/>
                  <a:pt x="98" y="50"/>
                </a:cubicBezTo>
                <a:cubicBezTo>
                  <a:pt x="98" y="44"/>
                  <a:pt x="97" y="38"/>
                  <a:pt x="95" y="33"/>
                </a:cubicBezTo>
                <a:cubicBezTo>
                  <a:pt x="93" y="28"/>
                  <a:pt x="90" y="23"/>
                  <a:pt x="87" y="20"/>
                </a:cubicBezTo>
                <a:cubicBezTo>
                  <a:pt x="83" y="16"/>
                  <a:pt x="79" y="13"/>
                  <a:pt x="74" y="12"/>
                </a:cubicBezTo>
                <a:cubicBezTo>
                  <a:pt x="70" y="10"/>
                  <a:pt x="64" y="9"/>
                  <a:pt x="59" y="9"/>
                </a:cubicBezTo>
                <a:cubicBezTo>
                  <a:pt x="51" y="9"/>
                  <a:pt x="44" y="10"/>
                  <a:pt x="38" y="13"/>
                </a:cubicBezTo>
                <a:cubicBezTo>
                  <a:pt x="32" y="15"/>
                  <a:pt x="27" y="19"/>
                  <a:pt x="23" y="24"/>
                </a:cubicBezTo>
                <a:cubicBezTo>
                  <a:pt x="19" y="28"/>
                  <a:pt x="16" y="34"/>
                  <a:pt x="14" y="40"/>
                </a:cubicBezTo>
                <a:cubicBezTo>
                  <a:pt x="12" y="46"/>
                  <a:pt x="11" y="53"/>
                  <a:pt x="11" y="61"/>
                </a:cubicBezTo>
                <a:cubicBezTo>
                  <a:pt x="11" y="68"/>
                  <a:pt x="12" y="74"/>
                  <a:pt x="14" y="79"/>
                </a:cubicBezTo>
                <a:cubicBezTo>
                  <a:pt x="16" y="85"/>
                  <a:pt x="18" y="90"/>
                  <a:pt x="22" y="93"/>
                </a:cubicBezTo>
                <a:cubicBezTo>
                  <a:pt x="26" y="97"/>
                  <a:pt x="30" y="100"/>
                  <a:pt x="35" y="102"/>
                </a:cubicBezTo>
                <a:cubicBezTo>
                  <a:pt x="40" y="104"/>
                  <a:pt x="46" y="105"/>
                  <a:pt x="53" y="105"/>
                </a:cubicBezTo>
                <a:cubicBezTo>
                  <a:pt x="56" y="105"/>
                  <a:pt x="59" y="105"/>
                  <a:pt x="62" y="104"/>
                </a:cubicBezTo>
                <a:cubicBezTo>
                  <a:pt x="64" y="104"/>
                  <a:pt x="67" y="103"/>
                  <a:pt x="70" y="103"/>
                </a:cubicBezTo>
                <a:cubicBezTo>
                  <a:pt x="73" y="102"/>
                  <a:pt x="76" y="101"/>
                  <a:pt x="79" y="101"/>
                </a:cubicBezTo>
                <a:cubicBezTo>
                  <a:pt x="80" y="100"/>
                  <a:pt x="82" y="100"/>
                  <a:pt x="84" y="99"/>
                </a:cubicBezTo>
                <a:cubicBezTo>
                  <a:pt x="84" y="108"/>
                  <a:pt x="84" y="108"/>
                  <a:pt x="84" y="108"/>
                </a:cubicBezTo>
                <a:cubicBezTo>
                  <a:pt x="80" y="110"/>
                  <a:pt x="75" y="111"/>
                  <a:pt x="70" y="112"/>
                </a:cubicBezTo>
                <a:cubicBezTo>
                  <a:pt x="65" y="113"/>
                  <a:pt x="59" y="114"/>
                  <a:pt x="53" y="114"/>
                </a:cubicBezTo>
                <a:close/>
                <a:moveTo>
                  <a:pt x="57" y="36"/>
                </a:moveTo>
                <a:cubicBezTo>
                  <a:pt x="54" y="36"/>
                  <a:pt x="51" y="37"/>
                  <a:pt x="49" y="38"/>
                </a:cubicBezTo>
                <a:cubicBezTo>
                  <a:pt x="47" y="40"/>
                  <a:pt x="45" y="41"/>
                  <a:pt x="43" y="44"/>
                </a:cubicBezTo>
                <a:cubicBezTo>
                  <a:pt x="42" y="46"/>
                  <a:pt x="41" y="48"/>
                  <a:pt x="40" y="51"/>
                </a:cubicBezTo>
                <a:cubicBezTo>
                  <a:pt x="40" y="54"/>
                  <a:pt x="39" y="57"/>
                  <a:pt x="39" y="60"/>
                </a:cubicBezTo>
                <a:cubicBezTo>
                  <a:pt x="39" y="66"/>
                  <a:pt x="40" y="70"/>
                  <a:pt x="43" y="73"/>
                </a:cubicBezTo>
                <a:cubicBezTo>
                  <a:pt x="45" y="76"/>
                  <a:pt x="48" y="77"/>
                  <a:pt x="52" y="77"/>
                </a:cubicBezTo>
                <a:cubicBezTo>
                  <a:pt x="54" y="77"/>
                  <a:pt x="56" y="77"/>
                  <a:pt x="58" y="75"/>
                </a:cubicBezTo>
                <a:cubicBezTo>
                  <a:pt x="60" y="74"/>
                  <a:pt x="62" y="73"/>
                  <a:pt x="63" y="71"/>
                </a:cubicBezTo>
                <a:cubicBezTo>
                  <a:pt x="64" y="69"/>
                  <a:pt x="65" y="66"/>
                  <a:pt x="65" y="64"/>
                </a:cubicBezTo>
                <a:cubicBezTo>
                  <a:pt x="66" y="61"/>
                  <a:pt x="66" y="58"/>
                  <a:pt x="66" y="55"/>
                </a:cubicBezTo>
                <a:cubicBezTo>
                  <a:pt x="67" y="37"/>
                  <a:pt x="67" y="37"/>
                  <a:pt x="67" y="37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7"/>
                  <a:pt x="63" y="36"/>
                  <a:pt x="62" y="36"/>
                </a:cubicBezTo>
                <a:cubicBezTo>
                  <a:pt x="60" y="36"/>
                  <a:pt x="59" y="36"/>
                  <a:pt x="57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p16"/>
          <p:cNvSpPr/>
          <p:nvPr/>
        </p:nvSpPr>
        <p:spPr>
          <a:xfrm>
            <a:off x="2065338" y="2400300"/>
            <a:ext cx="277812" cy="296863"/>
          </a:xfrm>
          <a:custGeom>
            <a:rect b="b" l="l" r="r" t="t"/>
            <a:pathLst>
              <a:path extrusionOk="0" h="116" w="109">
                <a:moveTo>
                  <a:pt x="102" y="29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2"/>
                  <a:pt x="44" y="22"/>
                  <a:pt x="44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60" y="22"/>
                  <a:pt x="65" y="17"/>
                  <a:pt x="65" y="11"/>
                </a:cubicBezTo>
                <a:cubicBezTo>
                  <a:pt x="65" y="5"/>
                  <a:pt x="60" y="0"/>
                  <a:pt x="54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2" y="0"/>
                  <a:pt x="29" y="3"/>
                  <a:pt x="29" y="7"/>
                </a:cubicBezTo>
                <a:cubicBezTo>
                  <a:pt x="29" y="29"/>
                  <a:pt x="29" y="29"/>
                  <a:pt x="29" y="29"/>
                </a:cubicBezTo>
                <a:cubicBezTo>
                  <a:pt x="7" y="29"/>
                  <a:pt x="7" y="29"/>
                  <a:pt x="7" y="29"/>
                </a:cubicBezTo>
                <a:cubicBezTo>
                  <a:pt x="3" y="29"/>
                  <a:pt x="0" y="32"/>
                  <a:pt x="0" y="3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4"/>
                  <a:pt x="3" y="87"/>
                  <a:pt x="7" y="87"/>
                </a:cubicBezTo>
                <a:cubicBezTo>
                  <a:pt x="44" y="87"/>
                  <a:pt x="44" y="87"/>
                  <a:pt x="44" y="87"/>
                </a:cubicBezTo>
                <a:cubicBezTo>
                  <a:pt x="44" y="116"/>
                  <a:pt x="44" y="116"/>
                  <a:pt x="44" y="116"/>
                </a:cubicBezTo>
                <a:cubicBezTo>
                  <a:pt x="73" y="116"/>
                  <a:pt x="73" y="116"/>
                  <a:pt x="73" y="116"/>
                </a:cubicBezTo>
                <a:cubicBezTo>
                  <a:pt x="73" y="87"/>
                  <a:pt x="73" y="87"/>
                  <a:pt x="73" y="87"/>
                </a:cubicBezTo>
                <a:cubicBezTo>
                  <a:pt x="102" y="87"/>
                  <a:pt x="102" y="87"/>
                  <a:pt x="102" y="87"/>
                </a:cubicBezTo>
                <a:cubicBezTo>
                  <a:pt x="106" y="87"/>
                  <a:pt x="109" y="84"/>
                  <a:pt x="109" y="80"/>
                </a:cubicBezTo>
                <a:cubicBezTo>
                  <a:pt x="109" y="36"/>
                  <a:pt x="109" y="36"/>
                  <a:pt x="109" y="36"/>
                </a:cubicBezTo>
                <a:cubicBezTo>
                  <a:pt x="109" y="32"/>
                  <a:pt x="106" y="29"/>
                  <a:pt x="102" y="29"/>
                </a:cubicBezTo>
                <a:close/>
                <a:moveTo>
                  <a:pt x="58" y="109"/>
                </a:moveTo>
                <a:cubicBezTo>
                  <a:pt x="51" y="109"/>
                  <a:pt x="51" y="109"/>
                  <a:pt x="51" y="109"/>
                </a:cubicBezTo>
                <a:cubicBezTo>
                  <a:pt x="51" y="87"/>
                  <a:pt x="51" y="87"/>
                  <a:pt x="51" y="87"/>
                </a:cubicBezTo>
                <a:cubicBezTo>
                  <a:pt x="58" y="87"/>
                  <a:pt x="58" y="87"/>
                  <a:pt x="58" y="87"/>
                </a:cubicBezTo>
                <a:lnTo>
                  <a:pt x="58" y="109"/>
                </a:lnTo>
                <a:close/>
                <a:moveTo>
                  <a:pt x="102" y="80"/>
                </a:moveTo>
                <a:cubicBezTo>
                  <a:pt x="7" y="80"/>
                  <a:pt x="7" y="80"/>
                  <a:pt x="7" y="80"/>
                </a:cubicBezTo>
                <a:cubicBezTo>
                  <a:pt x="7" y="36"/>
                  <a:pt x="7" y="36"/>
                  <a:pt x="7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58"/>
                  <a:pt x="29" y="58"/>
                  <a:pt x="29" y="58"/>
                </a:cubicBezTo>
                <a:cubicBezTo>
                  <a:pt x="29" y="62"/>
                  <a:pt x="32" y="65"/>
                  <a:pt x="36" y="65"/>
                </a:cubicBezTo>
                <a:cubicBezTo>
                  <a:pt x="40" y="65"/>
                  <a:pt x="44" y="62"/>
                  <a:pt x="44" y="58"/>
                </a:cubicBezTo>
                <a:cubicBezTo>
                  <a:pt x="44" y="36"/>
                  <a:pt x="44" y="36"/>
                  <a:pt x="44" y="36"/>
                </a:cubicBezTo>
                <a:cubicBezTo>
                  <a:pt x="102" y="36"/>
                  <a:pt x="102" y="36"/>
                  <a:pt x="102" y="36"/>
                </a:cubicBezTo>
                <a:lnTo>
                  <a:pt x="102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3" name="Google Shape;3673;p16"/>
          <p:cNvGrpSpPr/>
          <p:nvPr/>
        </p:nvGrpSpPr>
        <p:grpSpPr>
          <a:xfrm>
            <a:off x="3922713" y="2400492"/>
            <a:ext cx="204788" cy="296863"/>
            <a:chOff x="3922713" y="2541588"/>
            <a:chExt cx="204788" cy="296863"/>
          </a:xfrm>
        </p:grpSpPr>
        <p:sp>
          <p:nvSpPr>
            <p:cNvPr id="3674" name="Google Shape;3674;p16"/>
            <p:cNvSpPr/>
            <p:nvPr/>
          </p:nvSpPr>
          <p:spPr>
            <a:xfrm>
              <a:off x="3957638" y="2616200"/>
              <a:ext cx="130175" cy="1095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16"/>
            <p:cNvSpPr/>
            <p:nvPr/>
          </p:nvSpPr>
          <p:spPr>
            <a:xfrm>
              <a:off x="3995738" y="2578100"/>
              <a:ext cx="57150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16"/>
            <p:cNvSpPr/>
            <p:nvPr/>
          </p:nvSpPr>
          <p:spPr>
            <a:xfrm>
              <a:off x="3922713" y="2541588"/>
              <a:ext cx="204788" cy="296863"/>
            </a:xfrm>
            <a:custGeom>
              <a:rect b="b" l="l" r="r" t="t"/>
              <a:pathLst>
                <a:path extrusionOk="0" h="116" w="80">
                  <a:moveTo>
                    <a:pt x="65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0"/>
                    <a:pt x="6" y="116"/>
                    <a:pt x="14" y="116"/>
                  </a:cubicBezTo>
                  <a:cubicBezTo>
                    <a:pt x="65" y="116"/>
                    <a:pt x="65" y="116"/>
                    <a:pt x="65" y="116"/>
                  </a:cubicBezTo>
                  <a:cubicBezTo>
                    <a:pt x="73" y="116"/>
                    <a:pt x="80" y="110"/>
                    <a:pt x="80" y="102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80" y="6"/>
                    <a:pt x="73" y="0"/>
                    <a:pt x="65" y="0"/>
                  </a:cubicBezTo>
                  <a:close/>
                  <a:moveTo>
                    <a:pt x="73" y="102"/>
                  </a:moveTo>
                  <a:cubicBezTo>
                    <a:pt x="73" y="106"/>
                    <a:pt x="69" y="109"/>
                    <a:pt x="65" y="109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10" y="109"/>
                    <a:pt x="7" y="106"/>
                    <a:pt x="7" y="102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0"/>
                    <a:pt x="10" y="7"/>
                    <a:pt x="14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9" y="7"/>
                    <a:pt x="73" y="10"/>
                    <a:pt x="73" y="14"/>
                  </a:cubicBezTo>
                  <a:lnTo>
                    <a:pt x="73" y="1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7" name="Google Shape;3677;p16"/>
            <p:cNvSpPr/>
            <p:nvPr/>
          </p:nvSpPr>
          <p:spPr>
            <a:xfrm>
              <a:off x="3957638" y="2782888"/>
              <a:ext cx="20638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8" name="Google Shape;3678;p16"/>
            <p:cNvSpPr/>
            <p:nvPr/>
          </p:nvSpPr>
          <p:spPr>
            <a:xfrm>
              <a:off x="3995738" y="2782888"/>
              <a:ext cx="19050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16"/>
            <p:cNvSpPr/>
            <p:nvPr/>
          </p:nvSpPr>
          <p:spPr>
            <a:xfrm>
              <a:off x="4032250" y="2782888"/>
              <a:ext cx="20638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16"/>
            <p:cNvSpPr/>
            <p:nvPr/>
          </p:nvSpPr>
          <p:spPr>
            <a:xfrm>
              <a:off x="4070350" y="2782888"/>
              <a:ext cx="17463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1" name="Google Shape;3681;p16"/>
            <p:cNvSpPr/>
            <p:nvPr/>
          </p:nvSpPr>
          <p:spPr>
            <a:xfrm>
              <a:off x="3957638" y="2746375"/>
              <a:ext cx="20638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16"/>
            <p:cNvSpPr/>
            <p:nvPr/>
          </p:nvSpPr>
          <p:spPr>
            <a:xfrm>
              <a:off x="3995738" y="2746375"/>
              <a:ext cx="19050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16"/>
            <p:cNvSpPr/>
            <p:nvPr/>
          </p:nvSpPr>
          <p:spPr>
            <a:xfrm>
              <a:off x="4032250" y="2746375"/>
              <a:ext cx="20638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16"/>
            <p:cNvSpPr/>
            <p:nvPr/>
          </p:nvSpPr>
          <p:spPr>
            <a:xfrm>
              <a:off x="4070350" y="2746375"/>
              <a:ext cx="17463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5" name="Google Shape;3685;p16"/>
          <p:cNvGrpSpPr/>
          <p:nvPr/>
        </p:nvGrpSpPr>
        <p:grpSpPr>
          <a:xfrm>
            <a:off x="7989888" y="2400492"/>
            <a:ext cx="296863" cy="296863"/>
            <a:chOff x="7989888" y="2541588"/>
            <a:chExt cx="296863" cy="296863"/>
          </a:xfrm>
        </p:grpSpPr>
        <p:sp>
          <p:nvSpPr>
            <p:cNvPr id="3686" name="Google Shape;3686;p16"/>
            <p:cNvSpPr/>
            <p:nvPr/>
          </p:nvSpPr>
          <p:spPr>
            <a:xfrm>
              <a:off x="7989888" y="2541588"/>
              <a:ext cx="296863" cy="296863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16"/>
            <p:cNvSpPr/>
            <p:nvPr/>
          </p:nvSpPr>
          <p:spPr>
            <a:xfrm>
              <a:off x="8081963" y="2616200"/>
              <a:ext cx="38100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16"/>
            <p:cNvSpPr/>
            <p:nvPr/>
          </p:nvSpPr>
          <p:spPr>
            <a:xfrm>
              <a:off x="8156575" y="2616200"/>
              <a:ext cx="38100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16"/>
            <p:cNvSpPr/>
            <p:nvPr/>
          </p:nvSpPr>
          <p:spPr>
            <a:xfrm>
              <a:off x="8048625" y="2708275"/>
              <a:ext cx="179388" cy="74613"/>
            </a:xfrm>
            <a:custGeom>
              <a:rect b="b" l="l" r="r" t="t"/>
              <a:pathLst>
                <a:path extrusionOk="0" h="29" w="70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0" name="Google Shape;3690;p16"/>
          <p:cNvGrpSpPr/>
          <p:nvPr/>
        </p:nvGrpSpPr>
        <p:grpSpPr>
          <a:xfrm>
            <a:off x="8564563" y="2400492"/>
            <a:ext cx="296863" cy="296863"/>
            <a:chOff x="8564563" y="2541588"/>
            <a:chExt cx="296863" cy="296863"/>
          </a:xfrm>
        </p:grpSpPr>
        <p:sp>
          <p:nvSpPr>
            <p:cNvPr id="3691" name="Google Shape;3691;p16"/>
            <p:cNvSpPr/>
            <p:nvPr/>
          </p:nvSpPr>
          <p:spPr>
            <a:xfrm>
              <a:off x="8564563" y="2541588"/>
              <a:ext cx="296863" cy="296863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16"/>
            <p:cNvSpPr/>
            <p:nvPr/>
          </p:nvSpPr>
          <p:spPr>
            <a:xfrm>
              <a:off x="8656638" y="2616200"/>
              <a:ext cx="39688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16"/>
            <p:cNvSpPr/>
            <p:nvPr/>
          </p:nvSpPr>
          <p:spPr>
            <a:xfrm>
              <a:off x="8639175" y="2708275"/>
              <a:ext cx="149225" cy="74613"/>
            </a:xfrm>
            <a:custGeom>
              <a:rect b="b" l="l" r="r" t="t"/>
              <a:pathLst>
                <a:path extrusionOk="0" h="29" w="58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16"/>
            <p:cNvSpPr/>
            <p:nvPr/>
          </p:nvSpPr>
          <p:spPr>
            <a:xfrm>
              <a:off x="8731250" y="2633663"/>
              <a:ext cx="57150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5" name="Google Shape;3695;p16"/>
          <p:cNvGrpSpPr/>
          <p:nvPr/>
        </p:nvGrpSpPr>
        <p:grpSpPr>
          <a:xfrm>
            <a:off x="263525" y="2994217"/>
            <a:ext cx="296863" cy="298450"/>
            <a:chOff x="263525" y="3135313"/>
            <a:chExt cx="296863" cy="298450"/>
          </a:xfrm>
        </p:grpSpPr>
        <p:sp>
          <p:nvSpPr>
            <p:cNvPr id="3696" name="Google Shape;3696;p16"/>
            <p:cNvSpPr/>
            <p:nvPr/>
          </p:nvSpPr>
          <p:spPr>
            <a:xfrm>
              <a:off x="263525" y="3135313"/>
              <a:ext cx="296863" cy="29845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16"/>
            <p:cNvSpPr/>
            <p:nvPr/>
          </p:nvSpPr>
          <p:spPr>
            <a:xfrm>
              <a:off x="355600" y="3209925"/>
              <a:ext cx="39688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16"/>
            <p:cNvSpPr/>
            <p:nvPr/>
          </p:nvSpPr>
          <p:spPr>
            <a:xfrm>
              <a:off x="430213" y="3209925"/>
              <a:ext cx="3810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16"/>
            <p:cNvSpPr/>
            <p:nvPr/>
          </p:nvSpPr>
          <p:spPr>
            <a:xfrm>
              <a:off x="374650" y="3305175"/>
              <a:ext cx="73025" cy="746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0" name="Google Shape;3700;p16"/>
          <p:cNvGrpSpPr/>
          <p:nvPr/>
        </p:nvGrpSpPr>
        <p:grpSpPr>
          <a:xfrm>
            <a:off x="6207125" y="2400492"/>
            <a:ext cx="296863" cy="296863"/>
            <a:chOff x="6207125" y="2541588"/>
            <a:chExt cx="296863" cy="296863"/>
          </a:xfrm>
        </p:grpSpPr>
        <p:sp>
          <p:nvSpPr>
            <p:cNvPr id="3701" name="Google Shape;3701;p16"/>
            <p:cNvSpPr/>
            <p:nvPr/>
          </p:nvSpPr>
          <p:spPr>
            <a:xfrm>
              <a:off x="6207125" y="2541588"/>
              <a:ext cx="296863" cy="296863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16"/>
            <p:cNvSpPr/>
            <p:nvPr/>
          </p:nvSpPr>
          <p:spPr>
            <a:xfrm>
              <a:off x="6262688" y="2708275"/>
              <a:ext cx="184150" cy="55563"/>
            </a:xfrm>
            <a:custGeom>
              <a:rect b="b" l="l" r="r" t="t"/>
              <a:pathLst>
                <a:path extrusionOk="0" h="22" w="72">
                  <a:moveTo>
                    <a:pt x="71" y="0"/>
                  </a:moveTo>
                  <a:cubicBezTo>
                    <a:pt x="62" y="9"/>
                    <a:pt x="50" y="15"/>
                    <a:pt x="36" y="15"/>
                  </a:cubicBezTo>
                  <a:cubicBezTo>
                    <a:pt x="22" y="15"/>
                    <a:pt x="10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13"/>
                    <a:pt x="18" y="22"/>
                    <a:pt x="36" y="22"/>
                  </a:cubicBezTo>
                  <a:cubicBezTo>
                    <a:pt x="54" y="22"/>
                    <a:pt x="62" y="13"/>
                    <a:pt x="72" y="0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16"/>
            <p:cNvSpPr/>
            <p:nvPr/>
          </p:nvSpPr>
          <p:spPr>
            <a:xfrm>
              <a:off x="6299200" y="2616200"/>
              <a:ext cx="38100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16"/>
            <p:cNvSpPr/>
            <p:nvPr/>
          </p:nvSpPr>
          <p:spPr>
            <a:xfrm>
              <a:off x="6372225" y="2616200"/>
              <a:ext cx="39688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5" name="Google Shape;3705;p16"/>
          <p:cNvGrpSpPr/>
          <p:nvPr/>
        </p:nvGrpSpPr>
        <p:grpSpPr>
          <a:xfrm>
            <a:off x="6800850" y="2400492"/>
            <a:ext cx="295275" cy="296863"/>
            <a:chOff x="6800850" y="2541588"/>
            <a:chExt cx="295275" cy="296863"/>
          </a:xfrm>
        </p:grpSpPr>
        <p:sp>
          <p:nvSpPr>
            <p:cNvPr id="3706" name="Google Shape;3706;p16"/>
            <p:cNvSpPr/>
            <p:nvPr/>
          </p:nvSpPr>
          <p:spPr>
            <a:xfrm>
              <a:off x="6800850" y="2541588"/>
              <a:ext cx="295275" cy="296863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16"/>
            <p:cNvSpPr/>
            <p:nvPr/>
          </p:nvSpPr>
          <p:spPr>
            <a:xfrm>
              <a:off x="6856413" y="2708275"/>
              <a:ext cx="184150" cy="55563"/>
            </a:xfrm>
            <a:custGeom>
              <a:rect b="b" l="l" r="r" t="t"/>
              <a:pathLst>
                <a:path extrusionOk="0" h="22" w="72">
                  <a:moveTo>
                    <a:pt x="36" y="0"/>
                  </a:moveTo>
                  <a:cubicBezTo>
                    <a:pt x="18" y="0"/>
                    <a:pt x="11" y="9"/>
                    <a:pt x="0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0" y="13"/>
                    <a:pt x="22" y="7"/>
                    <a:pt x="36" y="7"/>
                  </a:cubicBezTo>
                  <a:cubicBezTo>
                    <a:pt x="50" y="7"/>
                    <a:pt x="63" y="13"/>
                    <a:pt x="72" y="22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62" y="9"/>
                    <a:pt x="55" y="0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16"/>
            <p:cNvSpPr/>
            <p:nvPr/>
          </p:nvSpPr>
          <p:spPr>
            <a:xfrm>
              <a:off x="6892925" y="2616200"/>
              <a:ext cx="38100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16"/>
            <p:cNvSpPr/>
            <p:nvPr/>
          </p:nvSpPr>
          <p:spPr>
            <a:xfrm>
              <a:off x="6965950" y="2616200"/>
              <a:ext cx="38100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0" name="Google Shape;3710;p16"/>
          <p:cNvGrpSpPr/>
          <p:nvPr/>
        </p:nvGrpSpPr>
        <p:grpSpPr>
          <a:xfrm>
            <a:off x="7392988" y="2400492"/>
            <a:ext cx="300038" cy="296863"/>
            <a:chOff x="7392988" y="2541588"/>
            <a:chExt cx="300038" cy="296863"/>
          </a:xfrm>
        </p:grpSpPr>
        <p:sp>
          <p:nvSpPr>
            <p:cNvPr id="3711" name="Google Shape;3711;p16"/>
            <p:cNvSpPr/>
            <p:nvPr/>
          </p:nvSpPr>
          <p:spPr>
            <a:xfrm>
              <a:off x="7392988" y="2541588"/>
              <a:ext cx="300038" cy="296863"/>
            </a:xfrm>
            <a:custGeom>
              <a:rect b="b" l="l" r="r" t="t"/>
              <a:pathLst>
                <a:path extrusionOk="0" h="116" w="117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16"/>
            <p:cNvSpPr/>
            <p:nvPr/>
          </p:nvSpPr>
          <p:spPr>
            <a:xfrm>
              <a:off x="7488238" y="2616200"/>
              <a:ext cx="36513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16"/>
            <p:cNvSpPr/>
            <p:nvPr/>
          </p:nvSpPr>
          <p:spPr>
            <a:xfrm>
              <a:off x="7562850" y="2616200"/>
              <a:ext cx="34925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16"/>
            <p:cNvSpPr/>
            <p:nvPr/>
          </p:nvSpPr>
          <p:spPr>
            <a:xfrm>
              <a:off x="7467600" y="2725738"/>
              <a:ext cx="150813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5" name="Google Shape;3715;p16"/>
          <p:cNvSpPr/>
          <p:nvPr/>
        </p:nvSpPr>
        <p:spPr>
          <a:xfrm>
            <a:off x="8015288" y="1814513"/>
            <a:ext cx="276225" cy="290512"/>
          </a:xfrm>
          <a:custGeom>
            <a:rect b="b" l="l" r="r" t="t"/>
            <a:pathLst>
              <a:path extrusionOk="0" h="114" w="108">
                <a:moveTo>
                  <a:pt x="104" y="88"/>
                </a:moveTo>
                <a:cubicBezTo>
                  <a:pt x="103" y="87"/>
                  <a:pt x="103" y="87"/>
                  <a:pt x="103" y="87"/>
                </a:cubicBezTo>
                <a:cubicBezTo>
                  <a:pt x="101" y="83"/>
                  <a:pt x="80" y="76"/>
                  <a:pt x="78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4" y="77"/>
                  <a:pt x="70" y="80"/>
                  <a:pt x="64" y="86"/>
                </a:cubicBezTo>
                <a:cubicBezTo>
                  <a:pt x="56" y="82"/>
                  <a:pt x="46" y="73"/>
                  <a:pt x="41" y="67"/>
                </a:cubicBezTo>
                <a:cubicBezTo>
                  <a:pt x="35" y="61"/>
                  <a:pt x="29" y="51"/>
                  <a:pt x="26" y="44"/>
                </a:cubicBezTo>
                <a:cubicBezTo>
                  <a:pt x="34" y="37"/>
                  <a:pt x="37" y="34"/>
                  <a:pt x="37" y="30"/>
                </a:cubicBezTo>
                <a:cubicBezTo>
                  <a:pt x="38" y="29"/>
                  <a:pt x="34" y="7"/>
                  <a:pt x="30" y="4"/>
                </a:cubicBezTo>
                <a:cubicBezTo>
                  <a:pt x="29" y="4"/>
                  <a:pt x="29" y="4"/>
                  <a:pt x="29" y="4"/>
                </a:cubicBezTo>
                <a:cubicBezTo>
                  <a:pt x="26" y="2"/>
                  <a:pt x="23" y="0"/>
                  <a:pt x="18" y="0"/>
                </a:cubicBezTo>
                <a:cubicBezTo>
                  <a:pt x="17" y="1"/>
                  <a:pt x="16" y="1"/>
                  <a:pt x="16" y="2"/>
                </a:cubicBezTo>
                <a:cubicBezTo>
                  <a:pt x="13" y="3"/>
                  <a:pt x="6" y="8"/>
                  <a:pt x="3" y="14"/>
                </a:cubicBezTo>
                <a:cubicBezTo>
                  <a:pt x="1" y="18"/>
                  <a:pt x="0" y="53"/>
                  <a:pt x="26" y="83"/>
                </a:cubicBezTo>
                <a:cubicBezTo>
                  <a:pt x="52" y="112"/>
                  <a:pt x="84" y="114"/>
                  <a:pt x="89" y="113"/>
                </a:cubicBezTo>
                <a:cubicBezTo>
                  <a:pt x="89" y="113"/>
                  <a:pt x="89" y="113"/>
                  <a:pt x="89" y="113"/>
                </a:cubicBezTo>
                <a:cubicBezTo>
                  <a:pt x="90" y="112"/>
                  <a:pt x="90" y="112"/>
                  <a:pt x="90" y="112"/>
                </a:cubicBezTo>
                <a:cubicBezTo>
                  <a:pt x="96" y="110"/>
                  <a:pt x="102" y="104"/>
                  <a:pt x="104" y="101"/>
                </a:cubicBezTo>
                <a:cubicBezTo>
                  <a:pt x="108" y="97"/>
                  <a:pt x="105" y="91"/>
                  <a:pt x="104" y="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6" name="Google Shape;3716;p16"/>
          <p:cNvGrpSpPr/>
          <p:nvPr/>
        </p:nvGrpSpPr>
        <p:grpSpPr>
          <a:xfrm>
            <a:off x="4424363" y="2400492"/>
            <a:ext cx="295275" cy="184150"/>
            <a:chOff x="4424363" y="2541588"/>
            <a:chExt cx="295275" cy="184150"/>
          </a:xfrm>
        </p:grpSpPr>
        <p:sp>
          <p:nvSpPr>
            <p:cNvPr id="3717" name="Google Shape;3717;p16"/>
            <p:cNvSpPr/>
            <p:nvPr/>
          </p:nvSpPr>
          <p:spPr>
            <a:xfrm>
              <a:off x="4441825" y="2541588"/>
              <a:ext cx="263525" cy="117475"/>
            </a:xfrm>
            <a:custGeom>
              <a:rect b="b" l="l" r="r" t="t"/>
              <a:pathLst>
                <a:path extrusionOk="0" h="74" w="166">
                  <a:moveTo>
                    <a:pt x="166" y="0"/>
                  </a:moveTo>
                  <a:lnTo>
                    <a:pt x="16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2" y="7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16"/>
            <p:cNvSpPr/>
            <p:nvPr/>
          </p:nvSpPr>
          <p:spPr>
            <a:xfrm>
              <a:off x="4625975" y="2554288"/>
              <a:ext cx="93663" cy="163513"/>
            </a:xfrm>
            <a:custGeom>
              <a:rect b="b" l="l" r="r" t="t"/>
              <a:pathLst>
                <a:path extrusionOk="0" h="64" w="37">
                  <a:moveTo>
                    <a:pt x="37" y="0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7" y="63"/>
                    <a:pt x="37" y="61"/>
                    <a:pt x="37" y="6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1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16"/>
            <p:cNvSpPr/>
            <p:nvPr/>
          </p:nvSpPr>
          <p:spPr>
            <a:xfrm>
              <a:off x="4424363" y="2551113"/>
              <a:ext cx="93663" cy="165100"/>
            </a:xfrm>
            <a:custGeom>
              <a:rect b="b" l="l" r="r" t="t"/>
              <a:pathLst>
                <a:path extrusionOk="0" h="64" w="37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2"/>
                    <a:pt x="0" y="63"/>
                    <a:pt x="1" y="64"/>
                  </a:cubicBezTo>
                  <a:cubicBezTo>
                    <a:pt x="37" y="33"/>
                    <a:pt x="37" y="33"/>
                    <a:pt x="37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16"/>
            <p:cNvSpPr/>
            <p:nvPr/>
          </p:nvSpPr>
          <p:spPr>
            <a:xfrm>
              <a:off x="4441825" y="2649538"/>
              <a:ext cx="258763" cy="76200"/>
            </a:xfrm>
            <a:custGeom>
              <a:rect b="b" l="l" r="r" t="t"/>
              <a:pathLst>
                <a:path extrusionOk="0" h="48" w="163">
                  <a:moveTo>
                    <a:pt x="82" y="22"/>
                  </a:moveTo>
                  <a:lnTo>
                    <a:pt x="58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63" y="48"/>
                  </a:lnTo>
                  <a:lnTo>
                    <a:pt x="106" y="0"/>
                  </a:lnTo>
                  <a:lnTo>
                    <a:pt x="8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1" name="Google Shape;3721;p16"/>
          <p:cNvGrpSpPr/>
          <p:nvPr/>
        </p:nvGrpSpPr>
        <p:grpSpPr>
          <a:xfrm>
            <a:off x="857250" y="2400492"/>
            <a:ext cx="296863" cy="204788"/>
            <a:chOff x="857250" y="2541588"/>
            <a:chExt cx="296863" cy="204788"/>
          </a:xfrm>
        </p:grpSpPr>
        <p:sp>
          <p:nvSpPr>
            <p:cNvPr id="3722" name="Google Shape;3722;p16"/>
            <p:cNvSpPr/>
            <p:nvPr/>
          </p:nvSpPr>
          <p:spPr>
            <a:xfrm>
              <a:off x="857250" y="2541588"/>
              <a:ext cx="204788" cy="204788"/>
            </a:xfrm>
            <a:custGeom>
              <a:rect b="b" l="l" r="r" t="t"/>
              <a:pathLst>
                <a:path extrusionOk="0" h="80" w="80">
                  <a:moveTo>
                    <a:pt x="7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3" y="80"/>
                    <a:pt x="7" y="80"/>
                  </a:cubicBezTo>
                  <a:cubicBezTo>
                    <a:pt x="73" y="80"/>
                    <a:pt x="73" y="80"/>
                    <a:pt x="73" y="80"/>
                  </a:cubicBezTo>
                  <a:cubicBezTo>
                    <a:pt x="77" y="80"/>
                    <a:pt x="80" y="76"/>
                    <a:pt x="80" y="72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80" y="3"/>
                    <a:pt x="77" y="0"/>
                    <a:pt x="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16"/>
            <p:cNvSpPr/>
            <p:nvPr/>
          </p:nvSpPr>
          <p:spPr>
            <a:xfrm>
              <a:off x="1079500" y="2566988"/>
              <a:ext cx="74613" cy="150813"/>
            </a:xfrm>
            <a:custGeom>
              <a:rect b="b" l="l" r="r" t="t"/>
              <a:pathLst>
                <a:path extrusionOk="0" h="59" w="29">
                  <a:moveTo>
                    <a:pt x="23" y="2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7" y="12"/>
                    <a:pt x="3" y="14"/>
                    <a:pt x="0" y="1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3" y="45"/>
                    <a:pt x="7" y="47"/>
                    <a:pt x="10" y="49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6" y="59"/>
                    <a:pt x="29" y="57"/>
                    <a:pt x="29" y="53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2"/>
                    <a:pt x="26" y="0"/>
                    <a:pt x="2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4" name="Google Shape;3724;p16"/>
          <p:cNvGrpSpPr/>
          <p:nvPr/>
        </p:nvGrpSpPr>
        <p:grpSpPr>
          <a:xfrm>
            <a:off x="5613400" y="2400492"/>
            <a:ext cx="296863" cy="296863"/>
            <a:chOff x="5613400" y="2541588"/>
            <a:chExt cx="296863" cy="296863"/>
          </a:xfrm>
        </p:grpSpPr>
        <p:sp>
          <p:nvSpPr>
            <p:cNvPr id="3725" name="Google Shape;3725;p16"/>
            <p:cNvSpPr/>
            <p:nvPr/>
          </p:nvSpPr>
          <p:spPr>
            <a:xfrm>
              <a:off x="5688013" y="2633663"/>
              <a:ext cx="222250" cy="204788"/>
            </a:xfrm>
            <a:custGeom>
              <a:rect b="b" l="l" r="r" t="t"/>
              <a:pathLst>
                <a:path extrusionOk="0" h="80" w="87">
                  <a:moveTo>
                    <a:pt x="72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19"/>
                    <a:pt x="54" y="29"/>
                    <a:pt x="43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1"/>
                    <a:pt x="7" y="58"/>
                    <a:pt x="14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9" y="58"/>
                    <a:pt x="87" y="51"/>
                    <a:pt x="87" y="44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7"/>
                    <a:pt x="79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16"/>
            <p:cNvSpPr/>
            <p:nvPr/>
          </p:nvSpPr>
          <p:spPr>
            <a:xfrm>
              <a:off x="5613400" y="2541588"/>
              <a:ext cx="222250" cy="204788"/>
            </a:xfrm>
            <a:custGeom>
              <a:rect b="b" l="l" r="r" t="t"/>
              <a:pathLst>
                <a:path extrusionOk="0" h="80" w="87">
                  <a:moveTo>
                    <a:pt x="36" y="58"/>
                  </a:moveTo>
                  <a:cubicBezTo>
                    <a:pt x="72" y="58"/>
                    <a:pt x="72" y="58"/>
                    <a:pt x="72" y="58"/>
                  </a:cubicBezTo>
                  <a:cubicBezTo>
                    <a:pt x="79" y="58"/>
                    <a:pt x="87" y="51"/>
                    <a:pt x="87" y="43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7"/>
                    <a:pt x="79" y="0"/>
                    <a:pt x="7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0"/>
                    <a:pt x="0" y="7"/>
                    <a:pt x="0" y="1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51"/>
                    <a:pt x="7" y="58"/>
                    <a:pt x="14" y="58"/>
                  </a:cubicBezTo>
                  <a:cubicBezTo>
                    <a:pt x="14" y="80"/>
                    <a:pt x="14" y="80"/>
                    <a:pt x="14" y="80"/>
                  </a:cubicBezTo>
                  <a:lnTo>
                    <a:pt x="36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7" name="Google Shape;3727;p16"/>
          <p:cNvGrpSpPr/>
          <p:nvPr/>
        </p:nvGrpSpPr>
        <p:grpSpPr>
          <a:xfrm>
            <a:off x="3233738" y="2400492"/>
            <a:ext cx="296863" cy="296862"/>
            <a:chOff x="3233738" y="2541588"/>
            <a:chExt cx="296863" cy="296862"/>
          </a:xfrm>
        </p:grpSpPr>
        <p:sp>
          <p:nvSpPr>
            <p:cNvPr id="3728" name="Google Shape;3728;p16"/>
            <p:cNvSpPr/>
            <p:nvPr/>
          </p:nvSpPr>
          <p:spPr>
            <a:xfrm>
              <a:off x="3233738" y="2759075"/>
              <a:ext cx="79375" cy="793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16"/>
            <p:cNvSpPr/>
            <p:nvPr/>
          </p:nvSpPr>
          <p:spPr>
            <a:xfrm>
              <a:off x="3236913" y="2644775"/>
              <a:ext cx="193675" cy="192088"/>
            </a:xfrm>
            <a:custGeom>
              <a:rect b="b" l="l" r="r" t="t"/>
              <a:pathLst>
                <a:path extrusionOk="0" h="75" w="76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15" y="20"/>
                    <a:pt x="29" y="26"/>
                    <a:pt x="39" y="37"/>
                  </a:cubicBezTo>
                  <a:cubicBezTo>
                    <a:pt x="49" y="47"/>
                    <a:pt x="55" y="61"/>
                    <a:pt x="55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5" y="34"/>
                    <a:pt x="42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16"/>
            <p:cNvSpPr/>
            <p:nvPr/>
          </p:nvSpPr>
          <p:spPr>
            <a:xfrm>
              <a:off x="3236913" y="2541588"/>
              <a:ext cx="293688" cy="295275"/>
            </a:xfrm>
            <a:custGeom>
              <a:rect b="b" l="l" r="r" t="t"/>
              <a:pathLst>
                <a:path extrusionOk="0" h="115" w="115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52" y="21"/>
                    <a:pt x="94" y="63"/>
                    <a:pt x="95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5" y="52"/>
                    <a:pt x="6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1" name="Google Shape;3731;p16"/>
          <p:cNvSpPr/>
          <p:nvPr/>
        </p:nvSpPr>
        <p:spPr>
          <a:xfrm>
            <a:off x="5016500" y="2400300"/>
            <a:ext cx="296863" cy="296863"/>
          </a:xfrm>
          <a:custGeom>
            <a:rect b="b" l="l" r="r" t="t"/>
            <a:pathLst>
              <a:path extrusionOk="0" h="187" w="187">
                <a:moveTo>
                  <a:pt x="0" y="0"/>
                </a:moveTo>
                <a:lnTo>
                  <a:pt x="0" y="140"/>
                </a:lnTo>
                <a:lnTo>
                  <a:pt x="47" y="140"/>
                </a:lnTo>
                <a:lnTo>
                  <a:pt x="47" y="187"/>
                </a:lnTo>
                <a:lnTo>
                  <a:pt x="113" y="140"/>
                </a:lnTo>
                <a:lnTo>
                  <a:pt x="187" y="140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165" y="116"/>
                </a:moveTo>
                <a:lnTo>
                  <a:pt x="118" y="116"/>
                </a:lnTo>
                <a:lnTo>
                  <a:pt x="71" y="152"/>
                </a:lnTo>
                <a:lnTo>
                  <a:pt x="71" y="116"/>
                </a:lnTo>
                <a:lnTo>
                  <a:pt x="25" y="116"/>
                </a:lnTo>
                <a:lnTo>
                  <a:pt x="25" y="23"/>
                </a:lnTo>
                <a:lnTo>
                  <a:pt x="165" y="23"/>
                </a:lnTo>
                <a:lnTo>
                  <a:pt x="165" y="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2" name="Google Shape;3732;p16"/>
          <p:cNvSpPr/>
          <p:nvPr/>
        </p:nvSpPr>
        <p:spPr>
          <a:xfrm>
            <a:off x="1450975" y="2438400"/>
            <a:ext cx="300038" cy="258763"/>
          </a:xfrm>
          <a:custGeom>
            <a:rect b="b" l="l" r="r" t="t"/>
            <a:pathLst>
              <a:path extrusionOk="0" h="101" w="117">
                <a:moveTo>
                  <a:pt x="95" y="7"/>
                </a:moveTo>
                <a:cubicBezTo>
                  <a:pt x="95" y="14"/>
                  <a:pt x="95" y="14"/>
                  <a:pt x="95" y="14"/>
                </a:cubicBezTo>
                <a:cubicBezTo>
                  <a:pt x="15" y="36"/>
                  <a:pt x="15" y="36"/>
                  <a:pt x="15" y="36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72"/>
                  <a:pt x="0" y="72"/>
                  <a:pt x="0" y="72"/>
                </a:cubicBezTo>
                <a:cubicBezTo>
                  <a:pt x="15" y="65"/>
                  <a:pt x="15" y="65"/>
                  <a:pt x="15" y="65"/>
                </a:cubicBezTo>
                <a:cubicBezTo>
                  <a:pt x="24" y="67"/>
                  <a:pt x="24" y="67"/>
                  <a:pt x="24" y="67"/>
                </a:cubicBezTo>
                <a:cubicBezTo>
                  <a:pt x="21" y="76"/>
                  <a:pt x="21" y="76"/>
                  <a:pt x="21" y="76"/>
                </a:cubicBezTo>
                <a:cubicBezTo>
                  <a:pt x="20" y="82"/>
                  <a:pt x="23" y="88"/>
                  <a:pt x="29" y="89"/>
                </a:cubicBezTo>
                <a:cubicBezTo>
                  <a:pt x="50" y="95"/>
                  <a:pt x="50" y="95"/>
                  <a:pt x="50" y="95"/>
                </a:cubicBezTo>
                <a:cubicBezTo>
                  <a:pt x="51" y="95"/>
                  <a:pt x="52" y="95"/>
                  <a:pt x="53" y="95"/>
                </a:cubicBezTo>
                <a:cubicBezTo>
                  <a:pt x="58" y="95"/>
                  <a:pt x="62" y="92"/>
                  <a:pt x="64" y="87"/>
                </a:cubicBezTo>
                <a:cubicBezTo>
                  <a:pt x="66" y="78"/>
                  <a:pt x="66" y="78"/>
                  <a:pt x="66" y="78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94"/>
                  <a:pt x="95" y="94"/>
                  <a:pt x="95" y="94"/>
                </a:cubicBezTo>
                <a:cubicBezTo>
                  <a:pt x="117" y="101"/>
                  <a:pt x="117" y="101"/>
                  <a:pt x="117" y="101"/>
                </a:cubicBezTo>
                <a:cubicBezTo>
                  <a:pt x="117" y="0"/>
                  <a:pt x="117" y="0"/>
                  <a:pt x="117" y="0"/>
                </a:cubicBezTo>
                <a:lnTo>
                  <a:pt x="95" y="7"/>
                </a:lnTo>
                <a:close/>
                <a:moveTo>
                  <a:pt x="57" y="85"/>
                </a:moveTo>
                <a:cubicBezTo>
                  <a:pt x="56" y="87"/>
                  <a:pt x="54" y="88"/>
                  <a:pt x="52" y="88"/>
                </a:cubicBezTo>
                <a:cubicBezTo>
                  <a:pt x="31" y="82"/>
                  <a:pt x="31" y="82"/>
                  <a:pt x="31" y="82"/>
                </a:cubicBezTo>
                <a:cubicBezTo>
                  <a:pt x="29" y="82"/>
                  <a:pt x="28" y="80"/>
                  <a:pt x="28" y="78"/>
                </a:cubicBezTo>
                <a:cubicBezTo>
                  <a:pt x="31" y="69"/>
                  <a:pt x="31" y="69"/>
                  <a:pt x="31" y="69"/>
                </a:cubicBezTo>
                <a:cubicBezTo>
                  <a:pt x="59" y="77"/>
                  <a:pt x="59" y="77"/>
                  <a:pt x="59" y="77"/>
                </a:cubicBezTo>
                <a:lnTo>
                  <a:pt x="57" y="85"/>
                </a:lnTo>
                <a:close/>
                <a:moveTo>
                  <a:pt x="95" y="50"/>
                </a:moveTo>
                <a:cubicBezTo>
                  <a:pt x="15" y="50"/>
                  <a:pt x="15" y="50"/>
                  <a:pt x="15" y="50"/>
                </a:cubicBezTo>
                <a:cubicBezTo>
                  <a:pt x="15" y="43"/>
                  <a:pt x="15" y="43"/>
                  <a:pt x="15" y="43"/>
                </a:cubicBezTo>
                <a:cubicBezTo>
                  <a:pt x="95" y="21"/>
                  <a:pt x="95" y="21"/>
                  <a:pt x="95" y="21"/>
                </a:cubicBezTo>
                <a:lnTo>
                  <a:pt x="95" y="50"/>
                </a:lnTo>
                <a:close/>
                <a:moveTo>
                  <a:pt x="109" y="50"/>
                </a:moveTo>
                <a:cubicBezTo>
                  <a:pt x="102" y="50"/>
                  <a:pt x="102" y="50"/>
                  <a:pt x="102" y="50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9" y="14"/>
                  <a:pt x="109" y="14"/>
                  <a:pt x="109" y="14"/>
                </a:cubicBezTo>
                <a:lnTo>
                  <a:pt x="109" y="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16"/>
          <p:cNvSpPr/>
          <p:nvPr/>
        </p:nvSpPr>
        <p:spPr>
          <a:xfrm>
            <a:off x="1638300" y="3068638"/>
            <a:ext cx="112713" cy="223837"/>
          </a:xfrm>
          <a:custGeom>
            <a:rect b="b" l="l" r="r" t="t"/>
            <a:pathLst>
              <a:path extrusionOk="0" h="87" w="44">
                <a:moveTo>
                  <a:pt x="2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7"/>
                  <a:pt x="0" y="15"/>
                </a:cubicBezTo>
                <a:cubicBezTo>
                  <a:pt x="0" y="44"/>
                  <a:pt x="0" y="44"/>
                  <a:pt x="0" y="44"/>
                </a:cubicBezTo>
                <a:cubicBezTo>
                  <a:pt x="7" y="44"/>
                  <a:pt x="7" y="44"/>
                  <a:pt x="7" y="44"/>
                </a:cubicBezTo>
                <a:cubicBezTo>
                  <a:pt x="7" y="87"/>
                  <a:pt x="7" y="87"/>
                  <a:pt x="7" y="87"/>
                </a:cubicBezTo>
                <a:cubicBezTo>
                  <a:pt x="36" y="87"/>
                  <a:pt x="36" y="87"/>
                  <a:pt x="36" y="87"/>
                </a:cubicBezTo>
                <a:cubicBezTo>
                  <a:pt x="36" y="44"/>
                  <a:pt x="36" y="44"/>
                  <a:pt x="36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4" y="15"/>
                  <a:pt x="44" y="15"/>
                  <a:pt x="44" y="15"/>
                </a:cubicBezTo>
                <a:cubicBezTo>
                  <a:pt x="44" y="7"/>
                  <a:pt x="37" y="0"/>
                  <a:pt x="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4" name="Google Shape;3734;p16"/>
          <p:cNvSpPr/>
          <p:nvPr/>
        </p:nvSpPr>
        <p:spPr>
          <a:xfrm>
            <a:off x="1665288" y="2994025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35" name="Google Shape;3735;p16"/>
          <p:cNvGrpSpPr/>
          <p:nvPr/>
        </p:nvGrpSpPr>
        <p:grpSpPr>
          <a:xfrm>
            <a:off x="3233738" y="2994217"/>
            <a:ext cx="296863" cy="298450"/>
            <a:chOff x="3233738" y="3135313"/>
            <a:chExt cx="296863" cy="298450"/>
          </a:xfrm>
        </p:grpSpPr>
        <p:sp>
          <p:nvSpPr>
            <p:cNvPr id="3736" name="Google Shape;3736;p16"/>
            <p:cNvSpPr/>
            <p:nvPr/>
          </p:nvSpPr>
          <p:spPr>
            <a:xfrm>
              <a:off x="3233738" y="3135313"/>
              <a:ext cx="296863" cy="298450"/>
            </a:xfrm>
            <a:custGeom>
              <a:rect b="b" l="l" r="r" t="t"/>
              <a:pathLst>
                <a:path extrusionOk="0" h="116" w="116">
                  <a:moveTo>
                    <a:pt x="93" y="70"/>
                  </a:moveTo>
                  <a:cubicBezTo>
                    <a:pt x="99" y="63"/>
                    <a:pt x="102" y="54"/>
                    <a:pt x="102" y="44"/>
                  </a:cubicBezTo>
                  <a:cubicBezTo>
                    <a:pt x="102" y="20"/>
                    <a:pt x="82" y="0"/>
                    <a:pt x="58" y="0"/>
                  </a:cubicBezTo>
                  <a:cubicBezTo>
                    <a:pt x="46" y="0"/>
                    <a:pt x="35" y="5"/>
                    <a:pt x="27" y="14"/>
                  </a:cubicBezTo>
                  <a:cubicBezTo>
                    <a:pt x="27" y="14"/>
                    <a:pt x="26" y="14"/>
                    <a:pt x="26" y="15"/>
                  </a:cubicBezTo>
                  <a:cubicBezTo>
                    <a:pt x="26" y="15"/>
                    <a:pt x="25" y="16"/>
                    <a:pt x="25" y="16"/>
                  </a:cubicBezTo>
                  <a:cubicBezTo>
                    <a:pt x="20" y="22"/>
                    <a:pt x="15" y="36"/>
                    <a:pt x="16" y="36"/>
                  </a:cubicBezTo>
                  <a:cubicBezTo>
                    <a:pt x="15" y="39"/>
                    <a:pt x="15" y="41"/>
                    <a:pt x="15" y="44"/>
                  </a:cubicBezTo>
                  <a:cubicBezTo>
                    <a:pt x="15" y="54"/>
                    <a:pt x="18" y="63"/>
                    <a:pt x="24" y="70"/>
                  </a:cubicBezTo>
                  <a:cubicBezTo>
                    <a:pt x="10" y="80"/>
                    <a:pt x="0" y="97"/>
                    <a:pt x="0" y="116"/>
                  </a:cubicBezTo>
                  <a:cubicBezTo>
                    <a:pt x="44" y="116"/>
                    <a:pt x="44" y="116"/>
                    <a:pt x="44" y="11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116" y="97"/>
                    <a:pt x="107" y="80"/>
                    <a:pt x="93" y="70"/>
                  </a:cubicBezTo>
                  <a:close/>
                  <a:moveTo>
                    <a:pt x="58" y="80"/>
                  </a:moveTo>
                  <a:cubicBezTo>
                    <a:pt x="38" y="80"/>
                    <a:pt x="22" y="64"/>
                    <a:pt x="22" y="44"/>
                  </a:cubicBezTo>
                  <a:cubicBezTo>
                    <a:pt x="22" y="40"/>
                    <a:pt x="23" y="37"/>
                    <a:pt x="24" y="34"/>
                  </a:cubicBezTo>
                  <a:cubicBezTo>
                    <a:pt x="33" y="30"/>
                    <a:pt x="41" y="23"/>
                    <a:pt x="45" y="14"/>
                  </a:cubicBezTo>
                  <a:cubicBezTo>
                    <a:pt x="53" y="24"/>
                    <a:pt x="66" y="30"/>
                    <a:pt x="79" y="30"/>
                  </a:cubicBezTo>
                  <a:cubicBezTo>
                    <a:pt x="83" y="30"/>
                    <a:pt x="87" y="29"/>
                    <a:pt x="91" y="28"/>
                  </a:cubicBezTo>
                  <a:cubicBezTo>
                    <a:pt x="93" y="33"/>
                    <a:pt x="95" y="38"/>
                    <a:pt x="95" y="44"/>
                  </a:cubicBezTo>
                  <a:cubicBezTo>
                    <a:pt x="95" y="64"/>
                    <a:pt x="78" y="80"/>
                    <a:pt x="58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16"/>
            <p:cNvSpPr/>
            <p:nvPr/>
          </p:nvSpPr>
          <p:spPr>
            <a:xfrm>
              <a:off x="3330575" y="3233738"/>
              <a:ext cx="31750" cy="333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16"/>
            <p:cNvSpPr/>
            <p:nvPr/>
          </p:nvSpPr>
          <p:spPr>
            <a:xfrm>
              <a:off x="3403600" y="3233738"/>
              <a:ext cx="30163" cy="333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9" name="Google Shape;3739;p16"/>
          <p:cNvGrpSpPr/>
          <p:nvPr/>
        </p:nvGrpSpPr>
        <p:grpSpPr>
          <a:xfrm>
            <a:off x="3840163" y="2994217"/>
            <a:ext cx="312738" cy="298450"/>
            <a:chOff x="3840163" y="3135313"/>
            <a:chExt cx="312738" cy="298450"/>
          </a:xfrm>
        </p:grpSpPr>
        <p:sp>
          <p:nvSpPr>
            <p:cNvPr id="3740" name="Google Shape;3740;p16"/>
            <p:cNvSpPr/>
            <p:nvPr/>
          </p:nvSpPr>
          <p:spPr>
            <a:xfrm>
              <a:off x="4011613" y="3340100"/>
              <a:ext cx="133350" cy="93663"/>
            </a:xfrm>
            <a:custGeom>
              <a:rect b="b" l="l" r="r" t="t"/>
              <a:pathLst>
                <a:path extrusionOk="0" h="36" w="52">
                  <a:moveTo>
                    <a:pt x="39" y="0"/>
                  </a:moveTo>
                  <a:cubicBezTo>
                    <a:pt x="21" y="6"/>
                    <a:pt x="7" y="19"/>
                    <a:pt x="0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22"/>
                    <a:pt x="47" y="10"/>
                    <a:pt x="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16"/>
            <p:cNvSpPr/>
            <p:nvPr/>
          </p:nvSpPr>
          <p:spPr>
            <a:xfrm>
              <a:off x="3848100" y="3340100"/>
              <a:ext cx="133350" cy="93663"/>
            </a:xfrm>
            <a:custGeom>
              <a:rect b="b" l="l" r="r" t="t"/>
              <a:pathLst>
                <a:path extrusionOk="0" h="36" w="52">
                  <a:moveTo>
                    <a:pt x="13" y="0"/>
                  </a:moveTo>
                  <a:cubicBezTo>
                    <a:pt x="5" y="10"/>
                    <a:pt x="0" y="22"/>
                    <a:pt x="0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45" y="19"/>
                    <a:pt x="31" y="6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16"/>
            <p:cNvSpPr/>
            <p:nvPr/>
          </p:nvSpPr>
          <p:spPr>
            <a:xfrm>
              <a:off x="3840163" y="3135313"/>
              <a:ext cx="312738" cy="223838"/>
            </a:xfrm>
            <a:custGeom>
              <a:rect b="b" l="l" r="r" t="t"/>
              <a:pathLst>
                <a:path extrusionOk="0" h="87" w="122">
                  <a:moveTo>
                    <a:pt x="103" y="55"/>
                  </a:moveTo>
                  <a:cubicBezTo>
                    <a:pt x="105" y="59"/>
                    <a:pt x="108" y="61"/>
                    <a:pt x="112" y="63"/>
                  </a:cubicBezTo>
                  <a:cubicBezTo>
                    <a:pt x="114" y="65"/>
                    <a:pt x="116" y="65"/>
                    <a:pt x="118" y="66"/>
                  </a:cubicBezTo>
                  <a:cubicBezTo>
                    <a:pt x="122" y="53"/>
                    <a:pt x="116" y="39"/>
                    <a:pt x="104" y="32"/>
                  </a:cubicBezTo>
                  <a:cubicBezTo>
                    <a:pt x="103" y="32"/>
                    <a:pt x="102" y="30"/>
                    <a:pt x="102" y="28"/>
                  </a:cubicBezTo>
                  <a:cubicBezTo>
                    <a:pt x="101" y="28"/>
                    <a:pt x="101" y="28"/>
                    <a:pt x="101" y="27"/>
                  </a:cubicBezTo>
                  <a:cubicBezTo>
                    <a:pt x="101" y="25"/>
                    <a:pt x="100" y="23"/>
                    <a:pt x="98" y="22"/>
                  </a:cubicBezTo>
                  <a:cubicBezTo>
                    <a:pt x="98" y="21"/>
                    <a:pt x="98" y="21"/>
                    <a:pt x="98" y="21"/>
                  </a:cubicBezTo>
                  <a:cubicBezTo>
                    <a:pt x="97" y="19"/>
                    <a:pt x="95" y="17"/>
                    <a:pt x="94" y="15"/>
                  </a:cubicBezTo>
                  <a:cubicBezTo>
                    <a:pt x="94" y="15"/>
                    <a:pt x="94" y="15"/>
                    <a:pt x="94" y="15"/>
                  </a:cubicBezTo>
                  <a:cubicBezTo>
                    <a:pt x="91" y="12"/>
                    <a:pt x="87" y="9"/>
                    <a:pt x="83" y="6"/>
                  </a:cubicBezTo>
                  <a:cubicBezTo>
                    <a:pt x="83" y="6"/>
                    <a:pt x="83" y="6"/>
                    <a:pt x="83" y="6"/>
                  </a:cubicBezTo>
                  <a:cubicBezTo>
                    <a:pt x="81" y="5"/>
                    <a:pt x="79" y="4"/>
                    <a:pt x="77" y="3"/>
                  </a:cubicBezTo>
                  <a:cubicBezTo>
                    <a:pt x="76" y="3"/>
                    <a:pt x="76" y="3"/>
                    <a:pt x="76" y="3"/>
                  </a:cubicBezTo>
                  <a:cubicBezTo>
                    <a:pt x="74" y="2"/>
                    <a:pt x="71" y="1"/>
                    <a:pt x="69" y="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6" y="0"/>
                    <a:pt x="64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8" y="0"/>
                    <a:pt x="56" y="0"/>
                    <a:pt x="53" y="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1" y="1"/>
                    <a:pt x="48" y="2"/>
                    <a:pt x="46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3" y="4"/>
                    <a:pt x="41" y="5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5" y="9"/>
                    <a:pt x="31" y="12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6" y="17"/>
                    <a:pt x="25" y="19"/>
                    <a:pt x="24" y="21"/>
                  </a:cubicBezTo>
                  <a:cubicBezTo>
                    <a:pt x="24" y="21"/>
                    <a:pt x="24" y="21"/>
                    <a:pt x="24" y="22"/>
                  </a:cubicBezTo>
                  <a:cubicBezTo>
                    <a:pt x="22" y="23"/>
                    <a:pt x="21" y="25"/>
                    <a:pt x="21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30"/>
                    <a:pt x="18" y="32"/>
                    <a:pt x="18" y="32"/>
                  </a:cubicBezTo>
                  <a:cubicBezTo>
                    <a:pt x="6" y="39"/>
                    <a:pt x="0" y="53"/>
                    <a:pt x="4" y="66"/>
                  </a:cubicBezTo>
                  <a:cubicBezTo>
                    <a:pt x="6" y="65"/>
                    <a:pt x="8" y="65"/>
                    <a:pt x="10" y="63"/>
                  </a:cubicBezTo>
                  <a:cubicBezTo>
                    <a:pt x="14" y="61"/>
                    <a:pt x="17" y="59"/>
                    <a:pt x="19" y="55"/>
                  </a:cubicBezTo>
                  <a:cubicBezTo>
                    <a:pt x="24" y="74"/>
                    <a:pt x="41" y="87"/>
                    <a:pt x="61" y="87"/>
                  </a:cubicBezTo>
                  <a:cubicBezTo>
                    <a:pt x="81" y="87"/>
                    <a:pt x="98" y="74"/>
                    <a:pt x="103" y="55"/>
                  </a:cubicBezTo>
                  <a:close/>
                  <a:moveTo>
                    <a:pt x="61" y="80"/>
                  </a:moveTo>
                  <a:cubicBezTo>
                    <a:pt x="41" y="80"/>
                    <a:pt x="25" y="64"/>
                    <a:pt x="25" y="44"/>
                  </a:cubicBezTo>
                  <a:cubicBezTo>
                    <a:pt x="25" y="41"/>
                    <a:pt x="25" y="39"/>
                    <a:pt x="25" y="36"/>
                  </a:cubicBezTo>
                  <a:cubicBezTo>
                    <a:pt x="26" y="36"/>
                    <a:pt x="27" y="36"/>
                    <a:pt x="28" y="36"/>
                  </a:cubicBezTo>
                  <a:cubicBezTo>
                    <a:pt x="45" y="36"/>
                    <a:pt x="59" y="24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3" y="24"/>
                    <a:pt x="77" y="36"/>
                    <a:pt x="94" y="36"/>
                  </a:cubicBezTo>
                  <a:cubicBezTo>
                    <a:pt x="95" y="36"/>
                    <a:pt x="96" y="36"/>
                    <a:pt x="96" y="36"/>
                  </a:cubicBezTo>
                  <a:cubicBezTo>
                    <a:pt x="97" y="39"/>
                    <a:pt x="97" y="41"/>
                    <a:pt x="97" y="44"/>
                  </a:cubicBezTo>
                  <a:cubicBezTo>
                    <a:pt x="97" y="64"/>
                    <a:pt x="81" y="80"/>
                    <a:pt x="61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16"/>
            <p:cNvSpPr/>
            <p:nvPr/>
          </p:nvSpPr>
          <p:spPr>
            <a:xfrm>
              <a:off x="3943350" y="3233738"/>
              <a:ext cx="33338" cy="333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16"/>
            <p:cNvSpPr/>
            <p:nvPr/>
          </p:nvSpPr>
          <p:spPr>
            <a:xfrm>
              <a:off x="4014788" y="3233738"/>
              <a:ext cx="33338" cy="333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5" name="Google Shape;3745;p16"/>
          <p:cNvSpPr/>
          <p:nvPr/>
        </p:nvSpPr>
        <p:spPr>
          <a:xfrm>
            <a:off x="2259013" y="2994025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6" name="Google Shape;3746;p16"/>
          <p:cNvSpPr/>
          <p:nvPr/>
        </p:nvSpPr>
        <p:spPr>
          <a:xfrm>
            <a:off x="2232025" y="3071813"/>
            <a:ext cx="111125" cy="220662"/>
          </a:xfrm>
          <a:custGeom>
            <a:rect b="b" l="l" r="r" t="t"/>
            <a:pathLst>
              <a:path extrusionOk="0" h="86" w="44">
                <a:moveTo>
                  <a:pt x="32" y="0"/>
                </a:moveTo>
                <a:cubicBezTo>
                  <a:pt x="22" y="21"/>
                  <a:pt x="22" y="21"/>
                  <a:pt x="22" y="21"/>
                </a:cubicBezTo>
                <a:cubicBezTo>
                  <a:pt x="12" y="0"/>
                  <a:pt x="12" y="0"/>
                  <a:pt x="12" y="0"/>
                </a:cubicBezTo>
                <a:cubicBezTo>
                  <a:pt x="7" y="1"/>
                  <a:pt x="3" y="2"/>
                  <a:pt x="0" y="4"/>
                </a:cubicBezTo>
                <a:cubicBezTo>
                  <a:pt x="0" y="43"/>
                  <a:pt x="0" y="43"/>
                  <a:pt x="0" y="43"/>
                </a:cubicBezTo>
                <a:cubicBezTo>
                  <a:pt x="11" y="43"/>
                  <a:pt x="11" y="43"/>
                  <a:pt x="11" y="43"/>
                </a:cubicBezTo>
                <a:cubicBezTo>
                  <a:pt x="15" y="86"/>
                  <a:pt x="15" y="86"/>
                  <a:pt x="15" y="86"/>
                </a:cubicBezTo>
                <a:cubicBezTo>
                  <a:pt x="29" y="86"/>
                  <a:pt x="29" y="86"/>
                  <a:pt x="29" y="86"/>
                </a:cubicBezTo>
                <a:cubicBezTo>
                  <a:pt x="34" y="43"/>
                  <a:pt x="34" y="43"/>
                  <a:pt x="34" y="43"/>
                </a:cubicBezTo>
                <a:cubicBezTo>
                  <a:pt x="44" y="43"/>
                  <a:pt x="44" y="43"/>
                  <a:pt x="44" y="43"/>
                </a:cubicBezTo>
                <a:cubicBezTo>
                  <a:pt x="44" y="4"/>
                  <a:pt x="44" y="4"/>
                  <a:pt x="44" y="4"/>
                </a:cubicBezTo>
                <a:cubicBezTo>
                  <a:pt x="41" y="2"/>
                  <a:pt x="37" y="1"/>
                  <a:pt x="3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7" name="Google Shape;3747;p16"/>
          <p:cNvSpPr/>
          <p:nvPr/>
        </p:nvSpPr>
        <p:spPr>
          <a:xfrm>
            <a:off x="862013" y="2994025"/>
            <a:ext cx="295275" cy="298450"/>
          </a:xfrm>
          <a:custGeom>
            <a:rect b="b" l="l" r="r" t="t"/>
            <a:pathLst>
              <a:path extrusionOk="0" h="116" w="115">
                <a:moveTo>
                  <a:pt x="112" y="89"/>
                </a:moveTo>
                <a:cubicBezTo>
                  <a:pt x="109" y="83"/>
                  <a:pt x="97" y="80"/>
                  <a:pt x="86" y="75"/>
                </a:cubicBezTo>
                <a:cubicBezTo>
                  <a:pt x="75" y="71"/>
                  <a:pt x="72" y="69"/>
                  <a:pt x="72" y="69"/>
                </a:cubicBezTo>
                <a:cubicBezTo>
                  <a:pt x="72" y="58"/>
                  <a:pt x="72" y="58"/>
                  <a:pt x="72" y="58"/>
                </a:cubicBezTo>
                <a:cubicBezTo>
                  <a:pt x="72" y="58"/>
                  <a:pt x="76" y="55"/>
                  <a:pt x="77" y="45"/>
                </a:cubicBezTo>
                <a:cubicBezTo>
                  <a:pt x="80" y="45"/>
                  <a:pt x="83" y="41"/>
                  <a:pt x="83" y="38"/>
                </a:cubicBezTo>
                <a:cubicBezTo>
                  <a:pt x="83" y="36"/>
                  <a:pt x="83" y="29"/>
                  <a:pt x="79" y="30"/>
                </a:cubicBezTo>
                <a:cubicBezTo>
                  <a:pt x="80" y="25"/>
                  <a:pt x="81" y="20"/>
                  <a:pt x="80" y="18"/>
                </a:cubicBezTo>
                <a:cubicBezTo>
                  <a:pt x="80" y="9"/>
                  <a:pt x="71" y="0"/>
                  <a:pt x="58" y="0"/>
                </a:cubicBezTo>
                <a:cubicBezTo>
                  <a:pt x="45" y="0"/>
                  <a:pt x="36" y="9"/>
                  <a:pt x="35" y="18"/>
                </a:cubicBezTo>
                <a:cubicBezTo>
                  <a:pt x="35" y="20"/>
                  <a:pt x="35" y="25"/>
                  <a:pt x="36" y="30"/>
                </a:cubicBezTo>
                <a:cubicBezTo>
                  <a:pt x="33" y="29"/>
                  <a:pt x="32" y="36"/>
                  <a:pt x="33" y="38"/>
                </a:cubicBezTo>
                <a:cubicBezTo>
                  <a:pt x="33" y="41"/>
                  <a:pt x="35" y="45"/>
                  <a:pt x="38" y="45"/>
                </a:cubicBezTo>
                <a:cubicBezTo>
                  <a:pt x="39" y="55"/>
                  <a:pt x="44" y="58"/>
                  <a:pt x="44" y="58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69"/>
                  <a:pt x="41" y="71"/>
                  <a:pt x="30" y="75"/>
                </a:cubicBezTo>
                <a:cubicBezTo>
                  <a:pt x="18" y="80"/>
                  <a:pt x="7" y="83"/>
                  <a:pt x="4" y="89"/>
                </a:cubicBezTo>
                <a:cubicBezTo>
                  <a:pt x="0" y="93"/>
                  <a:pt x="1" y="116"/>
                  <a:pt x="1" y="116"/>
                </a:cubicBezTo>
                <a:cubicBezTo>
                  <a:pt x="114" y="116"/>
                  <a:pt x="114" y="116"/>
                  <a:pt x="114" y="116"/>
                </a:cubicBezTo>
                <a:cubicBezTo>
                  <a:pt x="114" y="116"/>
                  <a:pt x="115" y="93"/>
                  <a:pt x="112" y="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8" name="Google Shape;3748;p16"/>
          <p:cNvGrpSpPr/>
          <p:nvPr/>
        </p:nvGrpSpPr>
        <p:grpSpPr>
          <a:xfrm>
            <a:off x="2640013" y="3086292"/>
            <a:ext cx="296863" cy="206375"/>
            <a:chOff x="2640013" y="3227388"/>
            <a:chExt cx="296863" cy="206375"/>
          </a:xfrm>
        </p:grpSpPr>
        <p:sp>
          <p:nvSpPr>
            <p:cNvPr id="3749" name="Google Shape;3749;p16"/>
            <p:cNvSpPr/>
            <p:nvPr/>
          </p:nvSpPr>
          <p:spPr>
            <a:xfrm>
              <a:off x="2676525" y="3267075"/>
              <a:ext cx="87313" cy="79375"/>
            </a:xfrm>
            <a:custGeom>
              <a:rect b="b" l="l" r="r" t="t"/>
              <a:pathLst>
                <a:path extrusionOk="0" h="31" w="34">
                  <a:moveTo>
                    <a:pt x="34" y="31"/>
                  </a:moveTo>
                  <a:cubicBezTo>
                    <a:pt x="34" y="31"/>
                    <a:pt x="34" y="28"/>
                    <a:pt x="33" y="26"/>
                  </a:cubicBezTo>
                  <a:cubicBezTo>
                    <a:pt x="32" y="25"/>
                    <a:pt x="29" y="24"/>
                    <a:pt x="26" y="22"/>
                  </a:cubicBezTo>
                  <a:cubicBezTo>
                    <a:pt x="22" y="21"/>
                    <a:pt x="22" y="20"/>
                    <a:pt x="22" y="20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3" y="16"/>
                    <a:pt x="23" y="13"/>
                  </a:cubicBezTo>
                  <a:cubicBezTo>
                    <a:pt x="24" y="13"/>
                    <a:pt x="25" y="12"/>
                    <a:pt x="25" y="11"/>
                  </a:cubicBezTo>
                  <a:cubicBezTo>
                    <a:pt x="25" y="11"/>
                    <a:pt x="25" y="9"/>
                    <a:pt x="24" y="9"/>
                  </a:cubicBezTo>
                  <a:cubicBezTo>
                    <a:pt x="24" y="7"/>
                    <a:pt x="24" y="6"/>
                    <a:pt x="24" y="5"/>
                  </a:cubicBezTo>
                  <a:cubicBezTo>
                    <a:pt x="24" y="3"/>
                    <a:pt x="21" y="0"/>
                    <a:pt x="17" y="0"/>
                  </a:cubicBezTo>
                  <a:cubicBezTo>
                    <a:pt x="13" y="0"/>
                    <a:pt x="11" y="3"/>
                    <a:pt x="11" y="5"/>
                  </a:cubicBezTo>
                  <a:cubicBezTo>
                    <a:pt x="11" y="6"/>
                    <a:pt x="11" y="7"/>
                    <a:pt x="11" y="9"/>
                  </a:cubicBezTo>
                  <a:cubicBezTo>
                    <a:pt x="10" y="9"/>
                    <a:pt x="10" y="11"/>
                    <a:pt x="10" y="11"/>
                  </a:cubicBezTo>
                  <a:cubicBezTo>
                    <a:pt x="10" y="12"/>
                    <a:pt x="11" y="13"/>
                    <a:pt x="11" y="13"/>
                  </a:cubicBezTo>
                  <a:cubicBezTo>
                    <a:pt x="12" y="16"/>
                    <a:pt x="13" y="17"/>
                    <a:pt x="13" y="17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2" y="21"/>
                    <a:pt x="9" y="22"/>
                  </a:cubicBezTo>
                  <a:cubicBezTo>
                    <a:pt x="6" y="24"/>
                    <a:pt x="2" y="25"/>
                    <a:pt x="1" y="26"/>
                  </a:cubicBezTo>
                  <a:cubicBezTo>
                    <a:pt x="0" y="28"/>
                    <a:pt x="1" y="31"/>
                    <a:pt x="1" y="31"/>
                  </a:cubicBezTo>
                  <a:lnTo>
                    <a:pt x="34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16"/>
            <p:cNvSpPr/>
            <p:nvPr/>
          </p:nvSpPr>
          <p:spPr>
            <a:xfrm>
              <a:off x="2789238" y="3267075"/>
              <a:ext cx="74613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16"/>
            <p:cNvSpPr/>
            <p:nvPr/>
          </p:nvSpPr>
          <p:spPr>
            <a:xfrm>
              <a:off x="2789238" y="3305175"/>
              <a:ext cx="112713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16"/>
            <p:cNvSpPr/>
            <p:nvPr/>
          </p:nvSpPr>
          <p:spPr>
            <a:xfrm>
              <a:off x="2789238" y="3340100"/>
              <a:ext cx="92075" cy="19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16"/>
            <p:cNvSpPr/>
            <p:nvPr/>
          </p:nvSpPr>
          <p:spPr>
            <a:xfrm>
              <a:off x="2640013" y="3227388"/>
              <a:ext cx="296863" cy="206375"/>
            </a:xfrm>
            <a:custGeom>
              <a:rect b="b" l="l" r="r" t="t"/>
              <a:pathLst>
                <a:path extrusionOk="0" h="80" w="116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116" y="0"/>
                    <a:pt x="116" y="0"/>
                    <a:pt x="116" y="0"/>
                  </a:cubicBezTo>
                  <a:lnTo>
                    <a:pt x="0" y="0"/>
                  </a:lnTo>
                  <a:close/>
                  <a:moveTo>
                    <a:pt x="109" y="73"/>
                  </a:moveTo>
                  <a:cubicBezTo>
                    <a:pt x="94" y="73"/>
                    <a:pt x="94" y="73"/>
                    <a:pt x="94" y="73"/>
                  </a:cubicBezTo>
                  <a:cubicBezTo>
                    <a:pt x="94" y="72"/>
                    <a:pt x="94" y="71"/>
                    <a:pt x="94" y="69"/>
                  </a:cubicBezTo>
                  <a:cubicBezTo>
                    <a:pt x="94" y="63"/>
                    <a:pt x="90" y="59"/>
                    <a:pt x="84" y="59"/>
                  </a:cubicBezTo>
                  <a:cubicBezTo>
                    <a:pt x="78" y="59"/>
                    <a:pt x="73" y="63"/>
                    <a:pt x="73" y="69"/>
                  </a:cubicBezTo>
                  <a:cubicBezTo>
                    <a:pt x="73" y="71"/>
                    <a:pt x="73" y="72"/>
                    <a:pt x="7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2"/>
                    <a:pt x="44" y="71"/>
                    <a:pt x="44" y="69"/>
                  </a:cubicBezTo>
                  <a:cubicBezTo>
                    <a:pt x="44" y="63"/>
                    <a:pt x="39" y="59"/>
                    <a:pt x="33" y="59"/>
                  </a:cubicBezTo>
                  <a:cubicBezTo>
                    <a:pt x="27" y="59"/>
                    <a:pt x="22" y="63"/>
                    <a:pt x="22" y="69"/>
                  </a:cubicBezTo>
                  <a:cubicBezTo>
                    <a:pt x="22" y="71"/>
                    <a:pt x="22" y="72"/>
                    <a:pt x="22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09" y="8"/>
                    <a:pt x="109" y="8"/>
                    <a:pt x="109" y="8"/>
                  </a:cubicBezTo>
                  <a:lnTo>
                    <a:pt x="109" y="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4" name="Google Shape;3754;p16"/>
          <p:cNvSpPr/>
          <p:nvPr/>
        </p:nvSpPr>
        <p:spPr>
          <a:xfrm>
            <a:off x="4424363" y="2994025"/>
            <a:ext cx="185737" cy="298450"/>
          </a:xfrm>
          <a:custGeom>
            <a:rect b="b" l="l" r="r" t="t"/>
            <a:pathLst>
              <a:path extrusionOk="0" h="116" w="73">
                <a:moveTo>
                  <a:pt x="73" y="36"/>
                </a:moveTo>
                <a:cubicBezTo>
                  <a:pt x="73" y="16"/>
                  <a:pt x="5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54"/>
                  <a:pt x="12" y="69"/>
                  <a:pt x="29" y="72"/>
                </a:cubicBezTo>
                <a:cubicBezTo>
                  <a:pt x="29" y="87"/>
                  <a:pt x="29" y="87"/>
                  <a:pt x="29" y="87"/>
                </a:cubicBezTo>
                <a:cubicBezTo>
                  <a:pt x="14" y="87"/>
                  <a:pt x="14" y="87"/>
                  <a:pt x="14" y="87"/>
                </a:cubicBezTo>
                <a:cubicBezTo>
                  <a:pt x="14" y="102"/>
                  <a:pt x="14" y="102"/>
                  <a:pt x="14" y="102"/>
                </a:cubicBezTo>
                <a:cubicBezTo>
                  <a:pt x="29" y="102"/>
                  <a:pt x="29" y="102"/>
                  <a:pt x="29" y="102"/>
                </a:cubicBezTo>
                <a:cubicBezTo>
                  <a:pt x="29" y="116"/>
                  <a:pt x="29" y="116"/>
                  <a:pt x="29" y="116"/>
                </a:cubicBezTo>
                <a:cubicBezTo>
                  <a:pt x="43" y="116"/>
                  <a:pt x="43" y="116"/>
                  <a:pt x="43" y="116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58" y="102"/>
                  <a:pt x="58" y="102"/>
                  <a:pt x="58" y="102"/>
                </a:cubicBezTo>
                <a:cubicBezTo>
                  <a:pt x="58" y="87"/>
                  <a:pt x="58" y="87"/>
                  <a:pt x="58" y="87"/>
                </a:cubicBezTo>
                <a:cubicBezTo>
                  <a:pt x="43" y="87"/>
                  <a:pt x="43" y="87"/>
                  <a:pt x="43" y="87"/>
                </a:cubicBezTo>
                <a:cubicBezTo>
                  <a:pt x="43" y="72"/>
                  <a:pt x="43" y="72"/>
                  <a:pt x="43" y="72"/>
                </a:cubicBezTo>
                <a:cubicBezTo>
                  <a:pt x="60" y="69"/>
                  <a:pt x="73" y="54"/>
                  <a:pt x="73" y="36"/>
                </a:cubicBezTo>
                <a:close/>
                <a:moveTo>
                  <a:pt x="36" y="58"/>
                </a:moveTo>
                <a:cubicBezTo>
                  <a:pt x="24" y="58"/>
                  <a:pt x="14" y="48"/>
                  <a:pt x="14" y="36"/>
                </a:cubicBezTo>
                <a:cubicBezTo>
                  <a:pt x="14" y="24"/>
                  <a:pt x="24" y="15"/>
                  <a:pt x="36" y="15"/>
                </a:cubicBezTo>
                <a:cubicBezTo>
                  <a:pt x="48" y="15"/>
                  <a:pt x="58" y="24"/>
                  <a:pt x="58" y="36"/>
                </a:cubicBezTo>
                <a:cubicBezTo>
                  <a:pt x="58" y="48"/>
                  <a:pt x="48" y="58"/>
                  <a:pt x="3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16"/>
          <p:cNvSpPr/>
          <p:nvPr/>
        </p:nvSpPr>
        <p:spPr>
          <a:xfrm>
            <a:off x="5035550" y="3013075"/>
            <a:ext cx="277813" cy="279400"/>
          </a:xfrm>
          <a:custGeom>
            <a:rect b="b" l="l" r="r" t="t"/>
            <a:pathLst>
              <a:path extrusionOk="0" h="109" w="109">
                <a:moveTo>
                  <a:pt x="59" y="0"/>
                </a:moveTo>
                <a:cubicBezTo>
                  <a:pt x="59" y="15"/>
                  <a:pt x="59" y="15"/>
                  <a:pt x="59" y="15"/>
                </a:cubicBezTo>
                <a:cubicBezTo>
                  <a:pt x="85" y="15"/>
                  <a:pt x="85" y="15"/>
                  <a:pt x="85" y="15"/>
                </a:cubicBezTo>
                <a:cubicBezTo>
                  <a:pt x="57" y="43"/>
                  <a:pt x="57" y="43"/>
                  <a:pt x="57" y="43"/>
                </a:cubicBezTo>
                <a:cubicBezTo>
                  <a:pt x="51" y="39"/>
                  <a:pt x="44" y="37"/>
                  <a:pt x="37" y="37"/>
                </a:cubicBezTo>
                <a:cubicBezTo>
                  <a:pt x="17" y="37"/>
                  <a:pt x="0" y="53"/>
                  <a:pt x="0" y="73"/>
                </a:cubicBezTo>
                <a:cubicBezTo>
                  <a:pt x="0" y="93"/>
                  <a:pt x="17" y="109"/>
                  <a:pt x="37" y="109"/>
                </a:cubicBezTo>
                <a:cubicBezTo>
                  <a:pt x="57" y="109"/>
                  <a:pt x="73" y="93"/>
                  <a:pt x="73" y="73"/>
                </a:cubicBezTo>
                <a:cubicBezTo>
                  <a:pt x="73" y="66"/>
                  <a:pt x="71" y="59"/>
                  <a:pt x="67" y="53"/>
                </a:cubicBezTo>
                <a:cubicBezTo>
                  <a:pt x="95" y="25"/>
                  <a:pt x="95" y="25"/>
                  <a:pt x="95" y="25"/>
                </a:cubicBezTo>
                <a:cubicBezTo>
                  <a:pt x="95" y="51"/>
                  <a:pt x="95" y="51"/>
                  <a:pt x="95" y="51"/>
                </a:cubicBezTo>
                <a:cubicBezTo>
                  <a:pt x="109" y="51"/>
                  <a:pt x="109" y="51"/>
                  <a:pt x="109" y="51"/>
                </a:cubicBezTo>
                <a:cubicBezTo>
                  <a:pt x="109" y="0"/>
                  <a:pt x="109" y="0"/>
                  <a:pt x="109" y="0"/>
                </a:cubicBezTo>
                <a:lnTo>
                  <a:pt x="59" y="0"/>
                </a:lnTo>
                <a:close/>
                <a:moveTo>
                  <a:pt x="37" y="95"/>
                </a:moveTo>
                <a:cubicBezTo>
                  <a:pt x="25" y="95"/>
                  <a:pt x="15" y="85"/>
                  <a:pt x="15" y="73"/>
                </a:cubicBezTo>
                <a:cubicBezTo>
                  <a:pt x="15" y="61"/>
                  <a:pt x="25" y="51"/>
                  <a:pt x="37" y="51"/>
                </a:cubicBezTo>
                <a:cubicBezTo>
                  <a:pt x="49" y="51"/>
                  <a:pt x="59" y="61"/>
                  <a:pt x="59" y="73"/>
                </a:cubicBezTo>
                <a:cubicBezTo>
                  <a:pt x="59" y="85"/>
                  <a:pt x="49" y="95"/>
                  <a:pt x="37" y="9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6" name="Google Shape;3756;p16"/>
          <p:cNvGrpSpPr/>
          <p:nvPr/>
        </p:nvGrpSpPr>
        <p:grpSpPr>
          <a:xfrm>
            <a:off x="6224588" y="2994217"/>
            <a:ext cx="279400" cy="292100"/>
            <a:chOff x="6224588" y="3135313"/>
            <a:chExt cx="279400" cy="292100"/>
          </a:xfrm>
        </p:grpSpPr>
        <p:sp>
          <p:nvSpPr>
            <p:cNvPr id="3757" name="Google Shape;3757;p16"/>
            <p:cNvSpPr/>
            <p:nvPr/>
          </p:nvSpPr>
          <p:spPr>
            <a:xfrm>
              <a:off x="6265863" y="3135313"/>
              <a:ext cx="238125" cy="204788"/>
            </a:xfrm>
            <a:custGeom>
              <a:rect b="b" l="l" r="r" t="t"/>
              <a:pathLst>
                <a:path extrusionOk="0" h="80" w="93">
                  <a:moveTo>
                    <a:pt x="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44" y="22"/>
                    <a:pt x="44" y="22"/>
                    <a:pt x="44" y="22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7" y="29"/>
                    <a:pt x="60" y="32"/>
                    <a:pt x="62" y="36"/>
                  </a:cubicBezTo>
                  <a:cubicBezTo>
                    <a:pt x="78" y="36"/>
                    <a:pt x="78" y="36"/>
                    <a:pt x="78" y="36"/>
                  </a:cubicBezTo>
                  <a:cubicBezTo>
                    <a:pt x="78" y="44"/>
                    <a:pt x="78" y="44"/>
                    <a:pt x="78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86" y="80"/>
                    <a:pt x="86" y="80"/>
                    <a:pt x="86" y="80"/>
                  </a:cubicBezTo>
                  <a:cubicBezTo>
                    <a:pt x="90" y="80"/>
                    <a:pt x="93" y="77"/>
                    <a:pt x="93" y="73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3"/>
                    <a:pt x="90" y="0"/>
                    <a:pt x="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16"/>
            <p:cNvSpPr/>
            <p:nvPr/>
          </p:nvSpPr>
          <p:spPr>
            <a:xfrm>
              <a:off x="6224588" y="3143250"/>
              <a:ext cx="187325" cy="284163"/>
            </a:xfrm>
            <a:custGeom>
              <a:rect b="b" l="l" r="r" t="t"/>
              <a:pathLst>
                <a:path extrusionOk="0" h="111" w="73">
                  <a:moveTo>
                    <a:pt x="66" y="3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5" y="0"/>
                    <a:pt x="4" y="0"/>
                  </a:cubicBezTo>
                  <a:cubicBezTo>
                    <a:pt x="2" y="0"/>
                    <a:pt x="0" y="1"/>
                    <a:pt x="0" y="4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74"/>
                    <a:pt x="3" y="79"/>
                    <a:pt x="7" y="80"/>
                  </a:cubicBezTo>
                  <a:cubicBezTo>
                    <a:pt x="66" y="110"/>
                    <a:pt x="66" y="110"/>
                    <a:pt x="66" y="110"/>
                  </a:cubicBezTo>
                  <a:cubicBezTo>
                    <a:pt x="67" y="111"/>
                    <a:pt x="68" y="111"/>
                    <a:pt x="69" y="111"/>
                  </a:cubicBezTo>
                  <a:cubicBezTo>
                    <a:pt x="71" y="111"/>
                    <a:pt x="73" y="109"/>
                    <a:pt x="73" y="106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3" y="37"/>
                    <a:pt x="70" y="32"/>
                    <a:pt x="66" y="30"/>
                  </a:cubicBezTo>
                  <a:close/>
                  <a:moveTo>
                    <a:pt x="51" y="77"/>
                  </a:moveTo>
                  <a:cubicBezTo>
                    <a:pt x="47" y="77"/>
                    <a:pt x="44" y="72"/>
                    <a:pt x="44" y="66"/>
                  </a:cubicBezTo>
                  <a:cubicBezTo>
                    <a:pt x="44" y="60"/>
                    <a:pt x="47" y="55"/>
                    <a:pt x="51" y="55"/>
                  </a:cubicBezTo>
                  <a:cubicBezTo>
                    <a:pt x="55" y="55"/>
                    <a:pt x="58" y="60"/>
                    <a:pt x="58" y="66"/>
                  </a:cubicBezTo>
                  <a:cubicBezTo>
                    <a:pt x="58" y="72"/>
                    <a:pt x="55" y="77"/>
                    <a:pt x="51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9" name="Google Shape;3759;p16"/>
          <p:cNvGrpSpPr/>
          <p:nvPr/>
        </p:nvGrpSpPr>
        <p:grpSpPr>
          <a:xfrm>
            <a:off x="7989888" y="2994217"/>
            <a:ext cx="296863" cy="169863"/>
            <a:chOff x="7989888" y="3135313"/>
            <a:chExt cx="296863" cy="169863"/>
          </a:xfrm>
        </p:grpSpPr>
        <p:sp>
          <p:nvSpPr>
            <p:cNvPr id="3760" name="Google Shape;3760;p16"/>
            <p:cNvSpPr/>
            <p:nvPr/>
          </p:nvSpPr>
          <p:spPr>
            <a:xfrm>
              <a:off x="8043863" y="3192463"/>
              <a:ext cx="38100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16"/>
            <p:cNvSpPr/>
            <p:nvPr/>
          </p:nvSpPr>
          <p:spPr>
            <a:xfrm>
              <a:off x="8043863" y="3227388"/>
              <a:ext cx="38100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16"/>
            <p:cNvSpPr/>
            <p:nvPr/>
          </p:nvSpPr>
          <p:spPr>
            <a:xfrm>
              <a:off x="7989888" y="3135313"/>
              <a:ext cx="296863" cy="169863"/>
            </a:xfrm>
            <a:custGeom>
              <a:rect b="b" l="l" r="r" t="t"/>
              <a:pathLst>
                <a:path extrusionOk="0" h="66" w="116">
                  <a:moveTo>
                    <a:pt x="10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3" y="66"/>
                    <a:pt x="7" y="66"/>
                  </a:cubicBezTo>
                  <a:cubicBezTo>
                    <a:pt x="109" y="66"/>
                    <a:pt x="109" y="66"/>
                    <a:pt x="109" y="66"/>
                  </a:cubicBezTo>
                  <a:cubicBezTo>
                    <a:pt x="113" y="66"/>
                    <a:pt x="116" y="62"/>
                    <a:pt x="116" y="58"/>
                  </a:cubicBezTo>
                  <a:cubicBezTo>
                    <a:pt x="116" y="7"/>
                    <a:pt x="116" y="7"/>
                    <a:pt x="116" y="7"/>
                  </a:cubicBezTo>
                  <a:cubicBezTo>
                    <a:pt x="116" y="3"/>
                    <a:pt x="113" y="0"/>
                    <a:pt x="109" y="0"/>
                  </a:cubicBezTo>
                  <a:close/>
                  <a:moveTo>
                    <a:pt x="43" y="51"/>
                  </a:moveTo>
                  <a:cubicBezTo>
                    <a:pt x="14" y="51"/>
                    <a:pt x="14" y="51"/>
                    <a:pt x="14" y="51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43" y="15"/>
                    <a:pt x="43" y="15"/>
                    <a:pt x="43" y="15"/>
                  </a:cubicBezTo>
                  <a:lnTo>
                    <a:pt x="43" y="51"/>
                  </a:lnTo>
                  <a:close/>
                  <a:moveTo>
                    <a:pt x="72" y="51"/>
                  </a:moveTo>
                  <a:cubicBezTo>
                    <a:pt x="51" y="51"/>
                    <a:pt x="51" y="51"/>
                    <a:pt x="51" y="51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72" y="15"/>
                    <a:pt x="72" y="15"/>
                    <a:pt x="72" y="15"/>
                  </a:cubicBezTo>
                  <a:lnTo>
                    <a:pt x="72" y="51"/>
                  </a:lnTo>
                  <a:close/>
                  <a:moveTo>
                    <a:pt x="101" y="36"/>
                  </a:moveTo>
                  <a:cubicBezTo>
                    <a:pt x="94" y="36"/>
                    <a:pt x="94" y="36"/>
                    <a:pt x="94" y="36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94" y="29"/>
                    <a:pt x="94" y="29"/>
                    <a:pt x="94" y="29"/>
                  </a:cubicBezTo>
                  <a:cubicBezTo>
                    <a:pt x="94" y="15"/>
                    <a:pt x="94" y="15"/>
                    <a:pt x="94" y="15"/>
                  </a:cubicBezTo>
                  <a:cubicBezTo>
                    <a:pt x="101" y="15"/>
                    <a:pt x="101" y="15"/>
                    <a:pt x="101" y="15"/>
                  </a:cubicBezTo>
                  <a:lnTo>
                    <a:pt x="101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3" name="Google Shape;3763;p16"/>
          <p:cNvSpPr/>
          <p:nvPr/>
        </p:nvSpPr>
        <p:spPr>
          <a:xfrm>
            <a:off x="8583613" y="2994025"/>
            <a:ext cx="296862" cy="169863"/>
          </a:xfrm>
          <a:custGeom>
            <a:rect b="b" l="l" r="r" t="t"/>
            <a:pathLst>
              <a:path extrusionOk="0" h="66" w="116">
                <a:moveTo>
                  <a:pt x="109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6"/>
                  <a:pt x="7" y="66"/>
                </a:cubicBezTo>
                <a:cubicBezTo>
                  <a:pt x="109" y="66"/>
                  <a:pt x="109" y="66"/>
                  <a:pt x="109" y="66"/>
                </a:cubicBezTo>
                <a:cubicBezTo>
                  <a:pt x="113" y="66"/>
                  <a:pt x="116" y="62"/>
                  <a:pt x="116" y="58"/>
                </a:cubicBezTo>
                <a:cubicBezTo>
                  <a:pt x="116" y="7"/>
                  <a:pt x="116" y="7"/>
                  <a:pt x="116" y="7"/>
                </a:cubicBezTo>
                <a:cubicBezTo>
                  <a:pt x="116" y="3"/>
                  <a:pt x="113" y="0"/>
                  <a:pt x="109" y="0"/>
                </a:cubicBezTo>
                <a:close/>
                <a:moveTo>
                  <a:pt x="36" y="22"/>
                </a:moveTo>
                <a:cubicBezTo>
                  <a:pt x="22" y="22"/>
                  <a:pt x="22" y="22"/>
                  <a:pt x="22" y="22"/>
                </a:cubicBezTo>
                <a:cubicBezTo>
                  <a:pt x="22" y="29"/>
                  <a:pt x="22" y="29"/>
                  <a:pt x="22" y="29"/>
                </a:cubicBezTo>
                <a:cubicBezTo>
                  <a:pt x="36" y="29"/>
                  <a:pt x="36" y="29"/>
                  <a:pt x="36" y="29"/>
                </a:cubicBezTo>
                <a:cubicBezTo>
                  <a:pt x="36" y="51"/>
                  <a:pt x="36" y="51"/>
                  <a:pt x="36" y="51"/>
                </a:cubicBezTo>
                <a:cubicBezTo>
                  <a:pt x="15" y="51"/>
                  <a:pt x="15" y="51"/>
                  <a:pt x="15" y="51"/>
                </a:cubicBezTo>
                <a:cubicBezTo>
                  <a:pt x="15" y="44"/>
                  <a:pt x="15" y="44"/>
                  <a:pt x="15" y="44"/>
                </a:cubicBezTo>
                <a:cubicBezTo>
                  <a:pt x="29" y="44"/>
                  <a:pt x="29" y="44"/>
                  <a:pt x="29" y="44"/>
                </a:cubicBezTo>
                <a:cubicBezTo>
                  <a:pt x="29" y="36"/>
                  <a:pt x="29" y="36"/>
                  <a:pt x="29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15"/>
                  <a:pt x="15" y="15"/>
                  <a:pt x="15" y="15"/>
                </a:cubicBezTo>
                <a:cubicBezTo>
                  <a:pt x="36" y="15"/>
                  <a:pt x="36" y="15"/>
                  <a:pt x="36" y="15"/>
                </a:cubicBezTo>
                <a:lnTo>
                  <a:pt x="36" y="22"/>
                </a:lnTo>
                <a:close/>
                <a:moveTo>
                  <a:pt x="65" y="22"/>
                </a:moveTo>
                <a:cubicBezTo>
                  <a:pt x="51" y="22"/>
                  <a:pt x="51" y="22"/>
                  <a:pt x="51" y="22"/>
                </a:cubicBezTo>
                <a:cubicBezTo>
                  <a:pt x="51" y="29"/>
                  <a:pt x="51" y="29"/>
                  <a:pt x="51" y="29"/>
                </a:cubicBezTo>
                <a:cubicBezTo>
                  <a:pt x="65" y="29"/>
                  <a:pt x="65" y="29"/>
                  <a:pt x="65" y="29"/>
                </a:cubicBezTo>
                <a:cubicBezTo>
                  <a:pt x="65" y="36"/>
                  <a:pt x="65" y="36"/>
                  <a:pt x="65" y="36"/>
                </a:cubicBezTo>
                <a:cubicBezTo>
                  <a:pt x="51" y="36"/>
                  <a:pt x="51" y="36"/>
                  <a:pt x="51" y="36"/>
                </a:cubicBezTo>
                <a:cubicBezTo>
                  <a:pt x="51" y="44"/>
                  <a:pt x="51" y="44"/>
                  <a:pt x="51" y="44"/>
                </a:cubicBezTo>
                <a:cubicBezTo>
                  <a:pt x="65" y="44"/>
                  <a:pt x="65" y="44"/>
                  <a:pt x="65" y="44"/>
                </a:cubicBezTo>
                <a:cubicBezTo>
                  <a:pt x="65" y="51"/>
                  <a:pt x="65" y="51"/>
                  <a:pt x="65" y="51"/>
                </a:cubicBezTo>
                <a:cubicBezTo>
                  <a:pt x="44" y="51"/>
                  <a:pt x="44" y="51"/>
                  <a:pt x="44" y="51"/>
                </a:cubicBezTo>
                <a:cubicBezTo>
                  <a:pt x="44" y="15"/>
                  <a:pt x="44" y="15"/>
                  <a:pt x="44" y="15"/>
                </a:cubicBezTo>
                <a:cubicBezTo>
                  <a:pt x="65" y="15"/>
                  <a:pt x="65" y="15"/>
                  <a:pt x="65" y="15"/>
                </a:cubicBezTo>
                <a:lnTo>
                  <a:pt x="65" y="22"/>
                </a:lnTo>
                <a:close/>
                <a:moveTo>
                  <a:pt x="87" y="51"/>
                </a:moveTo>
                <a:cubicBezTo>
                  <a:pt x="73" y="51"/>
                  <a:pt x="73" y="51"/>
                  <a:pt x="73" y="51"/>
                </a:cubicBezTo>
                <a:cubicBezTo>
                  <a:pt x="73" y="15"/>
                  <a:pt x="73" y="15"/>
                  <a:pt x="73" y="15"/>
                </a:cubicBezTo>
                <a:cubicBezTo>
                  <a:pt x="80" y="15"/>
                  <a:pt x="80" y="15"/>
                  <a:pt x="80" y="15"/>
                </a:cubicBezTo>
                <a:cubicBezTo>
                  <a:pt x="80" y="44"/>
                  <a:pt x="80" y="44"/>
                  <a:pt x="80" y="44"/>
                </a:cubicBezTo>
                <a:cubicBezTo>
                  <a:pt x="87" y="44"/>
                  <a:pt x="87" y="44"/>
                  <a:pt x="87" y="44"/>
                </a:cubicBezTo>
                <a:lnTo>
                  <a:pt x="87" y="51"/>
                </a:lnTo>
                <a:close/>
                <a:moveTo>
                  <a:pt x="109" y="51"/>
                </a:moveTo>
                <a:cubicBezTo>
                  <a:pt x="94" y="51"/>
                  <a:pt x="94" y="51"/>
                  <a:pt x="94" y="51"/>
                </a:cubicBezTo>
                <a:cubicBezTo>
                  <a:pt x="94" y="15"/>
                  <a:pt x="94" y="15"/>
                  <a:pt x="94" y="15"/>
                </a:cubicBezTo>
                <a:cubicBezTo>
                  <a:pt x="102" y="15"/>
                  <a:pt x="102" y="15"/>
                  <a:pt x="102" y="15"/>
                </a:cubicBezTo>
                <a:cubicBezTo>
                  <a:pt x="102" y="44"/>
                  <a:pt x="102" y="44"/>
                  <a:pt x="102" y="44"/>
                </a:cubicBezTo>
                <a:cubicBezTo>
                  <a:pt x="109" y="44"/>
                  <a:pt x="109" y="44"/>
                  <a:pt x="109" y="44"/>
                </a:cubicBezTo>
                <a:lnTo>
                  <a:pt x="109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4" name="Google Shape;3764;p16"/>
          <p:cNvSpPr/>
          <p:nvPr/>
        </p:nvSpPr>
        <p:spPr>
          <a:xfrm>
            <a:off x="263525" y="3589338"/>
            <a:ext cx="296863" cy="168275"/>
          </a:xfrm>
          <a:custGeom>
            <a:rect b="b" l="l" r="r" t="t"/>
            <a:pathLst>
              <a:path extrusionOk="0" h="66" w="116">
                <a:moveTo>
                  <a:pt x="109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4"/>
                  <a:pt x="0" y="8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63"/>
                  <a:pt x="3" y="66"/>
                  <a:pt x="7" y="66"/>
                </a:cubicBezTo>
                <a:cubicBezTo>
                  <a:pt x="109" y="66"/>
                  <a:pt x="109" y="66"/>
                  <a:pt x="109" y="66"/>
                </a:cubicBezTo>
                <a:cubicBezTo>
                  <a:pt x="113" y="66"/>
                  <a:pt x="116" y="63"/>
                  <a:pt x="116" y="59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4"/>
                  <a:pt x="113" y="0"/>
                  <a:pt x="109" y="0"/>
                </a:cubicBezTo>
                <a:close/>
                <a:moveTo>
                  <a:pt x="43" y="51"/>
                </a:moveTo>
                <a:cubicBezTo>
                  <a:pt x="36" y="51"/>
                  <a:pt x="36" y="51"/>
                  <a:pt x="36" y="51"/>
                </a:cubicBezTo>
                <a:cubicBezTo>
                  <a:pt x="22" y="27"/>
                  <a:pt x="22" y="27"/>
                  <a:pt x="22" y="27"/>
                </a:cubicBezTo>
                <a:cubicBezTo>
                  <a:pt x="22" y="51"/>
                  <a:pt x="22" y="51"/>
                  <a:pt x="22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15"/>
                  <a:pt x="14" y="15"/>
                  <a:pt x="14" y="15"/>
                </a:cubicBezTo>
                <a:cubicBezTo>
                  <a:pt x="22" y="15"/>
                  <a:pt x="22" y="15"/>
                  <a:pt x="22" y="15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15"/>
                  <a:pt x="36" y="15"/>
                  <a:pt x="36" y="15"/>
                </a:cubicBezTo>
                <a:cubicBezTo>
                  <a:pt x="43" y="15"/>
                  <a:pt x="43" y="15"/>
                  <a:pt x="43" y="15"/>
                </a:cubicBezTo>
                <a:lnTo>
                  <a:pt x="43" y="51"/>
                </a:lnTo>
                <a:close/>
                <a:moveTo>
                  <a:pt x="65" y="22"/>
                </a:moveTo>
                <a:cubicBezTo>
                  <a:pt x="58" y="22"/>
                  <a:pt x="58" y="22"/>
                  <a:pt x="58" y="22"/>
                </a:cubicBezTo>
                <a:cubicBezTo>
                  <a:pt x="58" y="30"/>
                  <a:pt x="58" y="30"/>
                  <a:pt x="58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37"/>
                  <a:pt x="65" y="37"/>
                  <a:pt x="65" y="37"/>
                </a:cubicBezTo>
                <a:cubicBezTo>
                  <a:pt x="58" y="37"/>
                  <a:pt x="58" y="37"/>
                  <a:pt x="58" y="37"/>
                </a:cubicBezTo>
                <a:cubicBezTo>
                  <a:pt x="58" y="44"/>
                  <a:pt x="58" y="44"/>
                  <a:pt x="58" y="44"/>
                </a:cubicBezTo>
                <a:cubicBezTo>
                  <a:pt x="65" y="44"/>
                  <a:pt x="65" y="44"/>
                  <a:pt x="65" y="44"/>
                </a:cubicBezTo>
                <a:cubicBezTo>
                  <a:pt x="65" y="51"/>
                  <a:pt x="65" y="51"/>
                  <a:pt x="65" y="51"/>
                </a:cubicBezTo>
                <a:cubicBezTo>
                  <a:pt x="51" y="51"/>
                  <a:pt x="51" y="51"/>
                  <a:pt x="51" y="51"/>
                </a:cubicBezTo>
                <a:cubicBezTo>
                  <a:pt x="51" y="15"/>
                  <a:pt x="51" y="15"/>
                  <a:pt x="51" y="15"/>
                </a:cubicBezTo>
                <a:cubicBezTo>
                  <a:pt x="65" y="15"/>
                  <a:pt x="65" y="15"/>
                  <a:pt x="65" y="15"/>
                </a:cubicBezTo>
                <a:lnTo>
                  <a:pt x="65" y="22"/>
                </a:lnTo>
                <a:close/>
                <a:moveTo>
                  <a:pt x="101" y="51"/>
                </a:moveTo>
                <a:cubicBezTo>
                  <a:pt x="94" y="51"/>
                  <a:pt x="94" y="51"/>
                  <a:pt x="94" y="51"/>
                </a:cubicBezTo>
                <a:cubicBezTo>
                  <a:pt x="87" y="37"/>
                  <a:pt x="87" y="37"/>
                  <a:pt x="87" y="37"/>
                </a:cubicBezTo>
                <a:cubicBezTo>
                  <a:pt x="80" y="51"/>
                  <a:pt x="80" y="51"/>
                  <a:pt x="80" y="51"/>
                </a:cubicBezTo>
                <a:cubicBezTo>
                  <a:pt x="72" y="51"/>
                  <a:pt x="72" y="51"/>
                  <a:pt x="72" y="51"/>
                </a:cubicBezTo>
                <a:cubicBezTo>
                  <a:pt x="72" y="15"/>
                  <a:pt x="72" y="15"/>
                  <a:pt x="72" y="15"/>
                </a:cubicBezTo>
                <a:cubicBezTo>
                  <a:pt x="80" y="15"/>
                  <a:pt x="80" y="15"/>
                  <a:pt x="80" y="15"/>
                </a:cubicBezTo>
                <a:cubicBezTo>
                  <a:pt x="80" y="37"/>
                  <a:pt x="80" y="37"/>
                  <a:pt x="80" y="37"/>
                </a:cubicBezTo>
                <a:cubicBezTo>
                  <a:pt x="87" y="22"/>
                  <a:pt x="87" y="22"/>
                  <a:pt x="87" y="22"/>
                </a:cubicBezTo>
                <a:cubicBezTo>
                  <a:pt x="94" y="37"/>
                  <a:pt x="94" y="37"/>
                  <a:pt x="94" y="37"/>
                </a:cubicBezTo>
                <a:cubicBezTo>
                  <a:pt x="94" y="15"/>
                  <a:pt x="94" y="15"/>
                  <a:pt x="94" y="15"/>
                </a:cubicBezTo>
                <a:cubicBezTo>
                  <a:pt x="101" y="15"/>
                  <a:pt x="101" y="15"/>
                  <a:pt x="101" y="15"/>
                </a:cubicBezTo>
                <a:lnTo>
                  <a:pt x="101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5" name="Google Shape;3765;p16"/>
          <p:cNvGrpSpPr/>
          <p:nvPr/>
        </p:nvGrpSpPr>
        <p:grpSpPr>
          <a:xfrm>
            <a:off x="857250" y="3665729"/>
            <a:ext cx="296863" cy="223838"/>
            <a:chOff x="857250" y="3806825"/>
            <a:chExt cx="296863" cy="223838"/>
          </a:xfrm>
        </p:grpSpPr>
        <p:sp>
          <p:nvSpPr>
            <p:cNvPr id="3766" name="Google Shape;3766;p16"/>
            <p:cNvSpPr/>
            <p:nvPr/>
          </p:nvSpPr>
          <p:spPr>
            <a:xfrm>
              <a:off x="857250" y="3806825"/>
              <a:ext cx="296863" cy="223838"/>
            </a:xfrm>
            <a:custGeom>
              <a:rect b="b" l="l" r="r" t="t"/>
              <a:pathLst>
                <a:path extrusionOk="0" h="87" w="116">
                  <a:moveTo>
                    <a:pt x="10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7" y="87"/>
                    <a:pt x="15" y="87"/>
                  </a:cubicBezTo>
                  <a:cubicBezTo>
                    <a:pt x="102" y="87"/>
                    <a:pt x="102" y="87"/>
                    <a:pt x="102" y="87"/>
                  </a:cubicBezTo>
                  <a:cubicBezTo>
                    <a:pt x="110" y="87"/>
                    <a:pt x="116" y="80"/>
                    <a:pt x="116" y="72"/>
                  </a:cubicBezTo>
                  <a:cubicBezTo>
                    <a:pt x="116" y="14"/>
                    <a:pt x="116" y="14"/>
                    <a:pt x="116" y="14"/>
                  </a:cubicBezTo>
                  <a:cubicBezTo>
                    <a:pt x="116" y="6"/>
                    <a:pt x="110" y="0"/>
                    <a:pt x="102" y="0"/>
                  </a:cubicBezTo>
                  <a:close/>
                  <a:moveTo>
                    <a:pt x="109" y="72"/>
                  </a:moveTo>
                  <a:cubicBezTo>
                    <a:pt x="109" y="76"/>
                    <a:pt x="106" y="79"/>
                    <a:pt x="102" y="79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1" y="79"/>
                    <a:pt x="7" y="76"/>
                    <a:pt x="7" y="72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09" y="36"/>
                    <a:pt x="109" y="36"/>
                    <a:pt x="109" y="36"/>
                  </a:cubicBezTo>
                  <a:lnTo>
                    <a:pt x="109" y="72"/>
                  </a:lnTo>
                  <a:close/>
                  <a:moveTo>
                    <a:pt x="109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0"/>
                    <a:pt x="11" y="7"/>
                    <a:pt x="15" y="7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6" y="7"/>
                    <a:pt x="109" y="10"/>
                    <a:pt x="109" y="14"/>
                  </a:cubicBezTo>
                  <a:lnTo>
                    <a:pt x="109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16"/>
            <p:cNvSpPr/>
            <p:nvPr/>
          </p:nvSpPr>
          <p:spPr>
            <a:xfrm>
              <a:off x="895350" y="3917950"/>
              <a:ext cx="111125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16"/>
            <p:cNvSpPr/>
            <p:nvPr/>
          </p:nvSpPr>
          <p:spPr>
            <a:xfrm>
              <a:off x="895350" y="3956050"/>
              <a:ext cx="36513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16"/>
            <p:cNvSpPr/>
            <p:nvPr/>
          </p:nvSpPr>
          <p:spPr>
            <a:xfrm>
              <a:off x="1062038" y="3917950"/>
              <a:ext cx="5715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0" name="Google Shape;3770;p16"/>
          <p:cNvSpPr/>
          <p:nvPr/>
        </p:nvSpPr>
        <p:spPr>
          <a:xfrm>
            <a:off x="7392988" y="2994025"/>
            <a:ext cx="300037" cy="298450"/>
          </a:xfrm>
          <a:custGeom>
            <a:rect b="b" l="l" r="r" t="t"/>
            <a:pathLst>
              <a:path extrusionOk="0" h="116" w="117">
                <a:moveTo>
                  <a:pt x="108" y="87"/>
                </a:moveTo>
                <a:cubicBezTo>
                  <a:pt x="103" y="36"/>
                  <a:pt x="103" y="36"/>
                  <a:pt x="103" y="36"/>
                </a:cubicBezTo>
                <a:cubicBezTo>
                  <a:pt x="102" y="32"/>
                  <a:pt x="99" y="29"/>
                  <a:pt x="95" y="29"/>
                </a:cubicBezTo>
                <a:cubicBezTo>
                  <a:pt x="79" y="29"/>
                  <a:pt x="79" y="29"/>
                  <a:pt x="79" y="29"/>
                </a:cubicBezTo>
                <a:cubicBezTo>
                  <a:pt x="79" y="22"/>
                  <a:pt x="79" y="22"/>
                  <a:pt x="79" y="22"/>
                </a:cubicBezTo>
                <a:cubicBezTo>
                  <a:pt x="95" y="22"/>
                  <a:pt x="95" y="22"/>
                  <a:pt x="95" y="22"/>
                </a:cubicBezTo>
                <a:cubicBezTo>
                  <a:pt x="95" y="0"/>
                  <a:pt x="95" y="0"/>
                  <a:pt x="95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1" y="22"/>
                  <a:pt x="51" y="22"/>
                  <a:pt x="5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7" y="29"/>
                  <a:pt x="67" y="29"/>
                  <a:pt x="67" y="29"/>
                </a:cubicBezTo>
                <a:cubicBezTo>
                  <a:pt x="22" y="29"/>
                  <a:pt x="22" y="29"/>
                  <a:pt x="22" y="29"/>
                </a:cubicBezTo>
                <a:cubicBezTo>
                  <a:pt x="18" y="29"/>
                  <a:pt x="15" y="32"/>
                  <a:pt x="14" y="36"/>
                </a:cubicBezTo>
                <a:cubicBezTo>
                  <a:pt x="8" y="87"/>
                  <a:pt x="8" y="87"/>
                  <a:pt x="8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16"/>
                  <a:pt x="0" y="116"/>
                  <a:pt x="0" y="116"/>
                </a:cubicBezTo>
                <a:cubicBezTo>
                  <a:pt x="117" y="116"/>
                  <a:pt x="117" y="116"/>
                  <a:pt x="117" y="116"/>
                </a:cubicBezTo>
                <a:cubicBezTo>
                  <a:pt x="117" y="87"/>
                  <a:pt x="117" y="87"/>
                  <a:pt x="117" y="87"/>
                </a:cubicBezTo>
                <a:lnTo>
                  <a:pt x="108" y="87"/>
                </a:lnTo>
                <a:close/>
                <a:moveTo>
                  <a:pt x="80" y="44"/>
                </a:moveTo>
                <a:cubicBezTo>
                  <a:pt x="88" y="44"/>
                  <a:pt x="88" y="44"/>
                  <a:pt x="88" y="44"/>
                </a:cubicBezTo>
                <a:cubicBezTo>
                  <a:pt x="88" y="51"/>
                  <a:pt x="88" y="51"/>
                  <a:pt x="88" y="51"/>
                </a:cubicBezTo>
                <a:cubicBezTo>
                  <a:pt x="80" y="51"/>
                  <a:pt x="80" y="51"/>
                  <a:pt x="80" y="51"/>
                </a:cubicBezTo>
                <a:lnTo>
                  <a:pt x="80" y="44"/>
                </a:lnTo>
                <a:close/>
                <a:moveTo>
                  <a:pt x="80" y="58"/>
                </a:moveTo>
                <a:cubicBezTo>
                  <a:pt x="88" y="58"/>
                  <a:pt x="88" y="58"/>
                  <a:pt x="88" y="58"/>
                </a:cubicBezTo>
                <a:cubicBezTo>
                  <a:pt x="88" y="66"/>
                  <a:pt x="88" y="66"/>
                  <a:pt x="88" y="66"/>
                </a:cubicBezTo>
                <a:cubicBezTo>
                  <a:pt x="80" y="66"/>
                  <a:pt x="80" y="66"/>
                  <a:pt x="80" y="66"/>
                </a:cubicBezTo>
                <a:lnTo>
                  <a:pt x="80" y="58"/>
                </a:lnTo>
                <a:close/>
                <a:moveTo>
                  <a:pt x="80" y="73"/>
                </a:moveTo>
                <a:cubicBezTo>
                  <a:pt x="88" y="73"/>
                  <a:pt x="88" y="73"/>
                  <a:pt x="88" y="73"/>
                </a:cubicBezTo>
                <a:cubicBezTo>
                  <a:pt x="88" y="80"/>
                  <a:pt x="88" y="80"/>
                  <a:pt x="88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73"/>
                </a:lnTo>
                <a:close/>
                <a:moveTo>
                  <a:pt x="58" y="15"/>
                </a:moveTo>
                <a:cubicBezTo>
                  <a:pt x="58" y="7"/>
                  <a:pt x="58" y="7"/>
                  <a:pt x="58" y="7"/>
                </a:cubicBezTo>
                <a:cubicBezTo>
                  <a:pt x="88" y="7"/>
                  <a:pt x="88" y="7"/>
                  <a:pt x="88" y="7"/>
                </a:cubicBezTo>
                <a:cubicBezTo>
                  <a:pt x="88" y="15"/>
                  <a:pt x="88" y="15"/>
                  <a:pt x="88" y="15"/>
                </a:cubicBezTo>
                <a:lnTo>
                  <a:pt x="58" y="15"/>
                </a:lnTo>
                <a:close/>
                <a:moveTo>
                  <a:pt x="66" y="44"/>
                </a:moveTo>
                <a:cubicBezTo>
                  <a:pt x="73" y="44"/>
                  <a:pt x="73" y="44"/>
                  <a:pt x="73" y="44"/>
                </a:cubicBezTo>
                <a:cubicBezTo>
                  <a:pt x="73" y="51"/>
                  <a:pt x="73" y="51"/>
                  <a:pt x="73" y="51"/>
                </a:cubicBezTo>
                <a:cubicBezTo>
                  <a:pt x="66" y="51"/>
                  <a:pt x="66" y="51"/>
                  <a:pt x="66" y="51"/>
                </a:cubicBezTo>
                <a:lnTo>
                  <a:pt x="66" y="44"/>
                </a:lnTo>
                <a:close/>
                <a:moveTo>
                  <a:pt x="66" y="58"/>
                </a:moveTo>
                <a:cubicBezTo>
                  <a:pt x="73" y="58"/>
                  <a:pt x="73" y="58"/>
                  <a:pt x="73" y="58"/>
                </a:cubicBezTo>
                <a:cubicBezTo>
                  <a:pt x="73" y="66"/>
                  <a:pt x="73" y="66"/>
                  <a:pt x="73" y="66"/>
                </a:cubicBezTo>
                <a:cubicBezTo>
                  <a:pt x="66" y="66"/>
                  <a:pt x="66" y="66"/>
                  <a:pt x="66" y="66"/>
                </a:cubicBezTo>
                <a:lnTo>
                  <a:pt x="66" y="58"/>
                </a:lnTo>
                <a:close/>
                <a:moveTo>
                  <a:pt x="66" y="73"/>
                </a:moveTo>
                <a:cubicBezTo>
                  <a:pt x="73" y="73"/>
                  <a:pt x="73" y="73"/>
                  <a:pt x="73" y="73"/>
                </a:cubicBezTo>
                <a:cubicBezTo>
                  <a:pt x="73" y="80"/>
                  <a:pt x="73" y="80"/>
                  <a:pt x="73" y="80"/>
                </a:cubicBezTo>
                <a:cubicBezTo>
                  <a:pt x="66" y="80"/>
                  <a:pt x="66" y="80"/>
                  <a:pt x="66" y="80"/>
                </a:cubicBezTo>
                <a:lnTo>
                  <a:pt x="66" y="73"/>
                </a:lnTo>
                <a:close/>
                <a:moveTo>
                  <a:pt x="22" y="44"/>
                </a:moveTo>
                <a:cubicBezTo>
                  <a:pt x="51" y="44"/>
                  <a:pt x="51" y="44"/>
                  <a:pt x="51" y="44"/>
                </a:cubicBezTo>
                <a:cubicBezTo>
                  <a:pt x="51" y="58"/>
                  <a:pt x="51" y="58"/>
                  <a:pt x="51" y="58"/>
                </a:cubicBezTo>
                <a:cubicBezTo>
                  <a:pt x="22" y="58"/>
                  <a:pt x="22" y="58"/>
                  <a:pt x="22" y="58"/>
                </a:cubicBezTo>
                <a:lnTo>
                  <a:pt x="22" y="44"/>
                </a:lnTo>
                <a:close/>
                <a:moveTo>
                  <a:pt x="109" y="102"/>
                </a:moveTo>
                <a:cubicBezTo>
                  <a:pt x="8" y="102"/>
                  <a:pt x="8" y="102"/>
                  <a:pt x="8" y="102"/>
                </a:cubicBezTo>
                <a:cubicBezTo>
                  <a:pt x="8" y="95"/>
                  <a:pt x="8" y="95"/>
                  <a:pt x="8" y="95"/>
                </a:cubicBezTo>
                <a:cubicBezTo>
                  <a:pt x="109" y="95"/>
                  <a:pt x="109" y="95"/>
                  <a:pt x="109" y="95"/>
                </a:cubicBezTo>
                <a:lnTo>
                  <a:pt x="109" y="1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1" name="Google Shape;3771;p16"/>
          <p:cNvSpPr/>
          <p:nvPr/>
        </p:nvSpPr>
        <p:spPr>
          <a:xfrm>
            <a:off x="5621338" y="3005138"/>
            <a:ext cx="288925" cy="287337"/>
          </a:xfrm>
          <a:custGeom>
            <a:rect b="b" l="l" r="r" t="t"/>
            <a:pathLst>
              <a:path extrusionOk="0" h="112" w="113">
                <a:moveTo>
                  <a:pt x="91" y="89"/>
                </a:moveTo>
                <a:cubicBezTo>
                  <a:pt x="86" y="89"/>
                  <a:pt x="81" y="93"/>
                  <a:pt x="80" y="98"/>
                </a:cubicBezTo>
                <a:cubicBezTo>
                  <a:pt x="43" y="98"/>
                  <a:pt x="43" y="98"/>
                  <a:pt x="43" y="98"/>
                </a:cubicBezTo>
                <a:cubicBezTo>
                  <a:pt x="42" y="95"/>
                  <a:pt x="41" y="92"/>
                  <a:pt x="38" y="91"/>
                </a:cubicBezTo>
                <a:cubicBezTo>
                  <a:pt x="43" y="76"/>
                  <a:pt x="43" y="76"/>
                  <a:pt x="43" y="76"/>
                </a:cubicBezTo>
                <a:cubicBezTo>
                  <a:pt x="101" y="76"/>
                  <a:pt x="101" y="76"/>
                  <a:pt x="101" y="76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21" y="13"/>
                  <a:pt x="21" y="13"/>
                  <a:pt x="21" y="13"/>
                </a:cubicBezTo>
                <a:cubicBezTo>
                  <a:pt x="13" y="8"/>
                  <a:pt x="13" y="8"/>
                  <a:pt x="13" y="8"/>
                </a:cubicBezTo>
                <a:cubicBezTo>
                  <a:pt x="14" y="7"/>
                  <a:pt x="14" y="7"/>
                  <a:pt x="14" y="7"/>
                </a:cubicBezTo>
                <a:cubicBezTo>
                  <a:pt x="14" y="3"/>
                  <a:pt x="10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1"/>
                  <a:pt x="3" y="14"/>
                  <a:pt x="7" y="14"/>
                </a:cubicBezTo>
                <a:cubicBezTo>
                  <a:pt x="8" y="14"/>
                  <a:pt x="8" y="14"/>
                  <a:pt x="8" y="14"/>
                </a:cubicBezTo>
                <a:cubicBezTo>
                  <a:pt x="17" y="19"/>
                  <a:pt x="17" y="19"/>
                  <a:pt x="17" y="19"/>
                </a:cubicBezTo>
                <a:cubicBezTo>
                  <a:pt x="31" y="76"/>
                  <a:pt x="31" y="76"/>
                  <a:pt x="31" y="76"/>
                </a:cubicBezTo>
                <a:cubicBezTo>
                  <a:pt x="35" y="76"/>
                  <a:pt x="35" y="76"/>
                  <a:pt x="35" y="76"/>
                </a:cubicBezTo>
                <a:cubicBezTo>
                  <a:pt x="31" y="88"/>
                  <a:pt x="31" y="88"/>
                  <a:pt x="31" y="88"/>
                </a:cubicBezTo>
                <a:cubicBezTo>
                  <a:pt x="31" y="88"/>
                  <a:pt x="31" y="88"/>
                  <a:pt x="31" y="88"/>
                </a:cubicBezTo>
                <a:cubicBezTo>
                  <a:pt x="24" y="88"/>
                  <a:pt x="19" y="94"/>
                  <a:pt x="19" y="100"/>
                </a:cubicBezTo>
                <a:cubicBezTo>
                  <a:pt x="19" y="107"/>
                  <a:pt x="24" y="112"/>
                  <a:pt x="31" y="112"/>
                </a:cubicBezTo>
                <a:cubicBezTo>
                  <a:pt x="36" y="112"/>
                  <a:pt x="40" y="109"/>
                  <a:pt x="42" y="105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2" y="109"/>
                  <a:pt x="86" y="112"/>
                  <a:pt x="91" y="112"/>
                </a:cubicBezTo>
                <a:cubicBezTo>
                  <a:pt x="98" y="112"/>
                  <a:pt x="103" y="107"/>
                  <a:pt x="103" y="101"/>
                </a:cubicBezTo>
                <a:cubicBezTo>
                  <a:pt x="103" y="94"/>
                  <a:pt x="98" y="89"/>
                  <a:pt x="91" y="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2" name="Google Shape;3772;p16"/>
          <p:cNvGrpSpPr/>
          <p:nvPr/>
        </p:nvGrpSpPr>
        <p:grpSpPr>
          <a:xfrm>
            <a:off x="1450975" y="3627629"/>
            <a:ext cx="300038" cy="261938"/>
            <a:chOff x="1450975" y="3768725"/>
            <a:chExt cx="300038" cy="261938"/>
          </a:xfrm>
        </p:grpSpPr>
        <p:sp>
          <p:nvSpPr>
            <p:cNvPr id="3773" name="Google Shape;3773;p16"/>
            <p:cNvSpPr/>
            <p:nvPr/>
          </p:nvSpPr>
          <p:spPr>
            <a:xfrm>
              <a:off x="1489075" y="3956050"/>
              <a:ext cx="74613" cy="746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16"/>
            <p:cNvSpPr/>
            <p:nvPr/>
          </p:nvSpPr>
          <p:spPr>
            <a:xfrm>
              <a:off x="1655763" y="3956050"/>
              <a:ext cx="74613" cy="746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16"/>
            <p:cNvSpPr/>
            <p:nvPr/>
          </p:nvSpPr>
          <p:spPr>
            <a:xfrm>
              <a:off x="1450975" y="3768725"/>
              <a:ext cx="300038" cy="204788"/>
            </a:xfrm>
            <a:custGeom>
              <a:rect b="b" l="l" r="r" t="t"/>
              <a:pathLst>
                <a:path extrusionOk="0" h="80" w="117">
                  <a:moveTo>
                    <a:pt x="113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7" y="2"/>
                    <a:pt x="37" y="4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7" y="15"/>
                    <a:pt x="14" y="16"/>
                    <a:pt x="13" y="18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2"/>
                    <a:pt x="0" y="45"/>
                    <a:pt x="0" y="47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1"/>
                    <a:pt x="2" y="74"/>
                    <a:pt x="3" y="75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6" y="78"/>
                    <a:pt x="8" y="79"/>
                    <a:pt x="9" y="79"/>
                  </a:cubicBezTo>
                  <a:cubicBezTo>
                    <a:pt x="12" y="71"/>
                    <a:pt x="20" y="65"/>
                    <a:pt x="29" y="65"/>
                  </a:cubicBezTo>
                  <a:cubicBezTo>
                    <a:pt x="39" y="65"/>
                    <a:pt x="47" y="71"/>
                    <a:pt x="50" y="80"/>
                  </a:cubicBezTo>
                  <a:cubicBezTo>
                    <a:pt x="74" y="80"/>
                    <a:pt x="74" y="80"/>
                    <a:pt x="74" y="80"/>
                  </a:cubicBezTo>
                  <a:cubicBezTo>
                    <a:pt x="77" y="71"/>
                    <a:pt x="85" y="65"/>
                    <a:pt x="95" y="65"/>
                  </a:cubicBezTo>
                  <a:cubicBezTo>
                    <a:pt x="104" y="65"/>
                    <a:pt x="112" y="71"/>
                    <a:pt x="115" y="79"/>
                  </a:cubicBezTo>
                  <a:cubicBezTo>
                    <a:pt x="116" y="78"/>
                    <a:pt x="117" y="77"/>
                    <a:pt x="117" y="76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2"/>
                    <a:pt x="115" y="0"/>
                    <a:pt x="113" y="0"/>
                  </a:cubicBezTo>
                  <a:close/>
                  <a:moveTo>
                    <a:pt x="37" y="44"/>
                  </a:moveTo>
                  <a:cubicBezTo>
                    <a:pt x="15" y="44"/>
                    <a:pt x="15" y="44"/>
                    <a:pt x="15" y="44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37" y="22"/>
                    <a:pt x="37" y="22"/>
                    <a:pt x="37" y="22"/>
                  </a:cubicBezTo>
                  <a:lnTo>
                    <a:pt x="37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6" name="Google Shape;3776;p16"/>
          <p:cNvGrpSpPr/>
          <p:nvPr/>
        </p:nvGrpSpPr>
        <p:grpSpPr>
          <a:xfrm>
            <a:off x="6800850" y="2994217"/>
            <a:ext cx="295275" cy="298450"/>
            <a:chOff x="6800850" y="3135313"/>
            <a:chExt cx="295275" cy="298450"/>
          </a:xfrm>
        </p:grpSpPr>
        <p:sp>
          <p:nvSpPr>
            <p:cNvPr id="3777" name="Google Shape;3777;p16"/>
            <p:cNvSpPr/>
            <p:nvPr/>
          </p:nvSpPr>
          <p:spPr>
            <a:xfrm>
              <a:off x="6800850" y="3135313"/>
              <a:ext cx="295275" cy="298450"/>
            </a:xfrm>
            <a:custGeom>
              <a:rect b="b" l="l" r="r" t="t"/>
              <a:pathLst>
                <a:path extrusionOk="0" h="116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16"/>
            <p:cNvSpPr/>
            <p:nvPr/>
          </p:nvSpPr>
          <p:spPr>
            <a:xfrm>
              <a:off x="6838950" y="3175000"/>
              <a:ext cx="222250" cy="222250"/>
            </a:xfrm>
            <a:custGeom>
              <a:rect b="b" l="l" r="r" t="t"/>
              <a:pathLst>
                <a:path extrusionOk="0" h="87" w="87">
                  <a:moveTo>
                    <a:pt x="43" y="0"/>
                  </a:moveTo>
                  <a:cubicBezTo>
                    <a:pt x="19" y="0"/>
                    <a:pt x="0" y="19"/>
                    <a:pt x="0" y="43"/>
                  </a:cubicBezTo>
                  <a:cubicBezTo>
                    <a:pt x="0" y="67"/>
                    <a:pt x="19" y="87"/>
                    <a:pt x="43" y="87"/>
                  </a:cubicBezTo>
                  <a:cubicBezTo>
                    <a:pt x="67" y="87"/>
                    <a:pt x="87" y="67"/>
                    <a:pt x="87" y="43"/>
                  </a:cubicBezTo>
                  <a:cubicBezTo>
                    <a:pt x="87" y="19"/>
                    <a:pt x="67" y="0"/>
                    <a:pt x="43" y="0"/>
                  </a:cubicBezTo>
                  <a:close/>
                  <a:moveTo>
                    <a:pt x="49" y="49"/>
                  </a:moveTo>
                  <a:cubicBezTo>
                    <a:pt x="41" y="49"/>
                    <a:pt x="41" y="49"/>
                    <a:pt x="41" y="49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59" y="16"/>
                    <a:pt x="66" y="21"/>
                    <a:pt x="66" y="32"/>
                  </a:cubicBezTo>
                  <a:cubicBezTo>
                    <a:pt x="66" y="44"/>
                    <a:pt x="60" y="49"/>
                    <a:pt x="49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16"/>
            <p:cNvSpPr/>
            <p:nvPr/>
          </p:nvSpPr>
          <p:spPr>
            <a:xfrm>
              <a:off x="6943725" y="3241675"/>
              <a:ext cx="30163" cy="30163"/>
            </a:xfrm>
            <a:custGeom>
              <a:rect b="b" l="l" r="r" t="t"/>
              <a:pathLst>
                <a:path extrusionOk="0" h="12" w="12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7" y="12"/>
                    <a:pt x="12" y="12"/>
                    <a:pt x="12" y="6"/>
                  </a:cubicBezTo>
                  <a:cubicBezTo>
                    <a:pt x="12" y="0"/>
                    <a:pt x="8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0" name="Google Shape;3780;p16"/>
          <p:cNvGrpSpPr/>
          <p:nvPr/>
        </p:nvGrpSpPr>
        <p:grpSpPr>
          <a:xfrm>
            <a:off x="2046288" y="3618104"/>
            <a:ext cx="296863" cy="271463"/>
            <a:chOff x="2046288" y="3759200"/>
            <a:chExt cx="296863" cy="271463"/>
          </a:xfrm>
        </p:grpSpPr>
        <p:sp>
          <p:nvSpPr>
            <p:cNvPr id="3781" name="Google Shape;3781;p16"/>
            <p:cNvSpPr/>
            <p:nvPr/>
          </p:nvSpPr>
          <p:spPr>
            <a:xfrm>
              <a:off x="2065338" y="3973513"/>
              <a:ext cx="55563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16"/>
            <p:cNvSpPr/>
            <p:nvPr/>
          </p:nvSpPr>
          <p:spPr>
            <a:xfrm>
              <a:off x="2139950" y="3935413"/>
              <a:ext cx="55563" cy="95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16"/>
            <p:cNvSpPr/>
            <p:nvPr/>
          </p:nvSpPr>
          <p:spPr>
            <a:xfrm>
              <a:off x="2212975" y="3898900"/>
              <a:ext cx="57150" cy="1317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16"/>
            <p:cNvSpPr/>
            <p:nvPr/>
          </p:nvSpPr>
          <p:spPr>
            <a:xfrm>
              <a:off x="2287588" y="3860800"/>
              <a:ext cx="55563" cy="1698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16"/>
            <p:cNvSpPr/>
            <p:nvPr/>
          </p:nvSpPr>
          <p:spPr>
            <a:xfrm>
              <a:off x="2046288" y="3759200"/>
              <a:ext cx="296863" cy="176213"/>
            </a:xfrm>
            <a:custGeom>
              <a:rect b="b" l="l" r="r" t="t"/>
              <a:pathLst>
                <a:path extrusionOk="0" h="111" w="187">
                  <a:moveTo>
                    <a:pt x="162" y="25"/>
                  </a:moveTo>
                  <a:lnTo>
                    <a:pt x="126" y="25"/>
                  </a:lnTo>
                  <a:lnTo>
                    <a:pt x="81" y="59"/>
                  </a:lnTo>
                  <a:lnTo>
                    <a:pt x="59" y="48"/>
                  </a:lnTo>
                  <a:lnTo>
                    <a:pt x="0" y="96"/>
                  </a:lnTo>
                  <a:lnTo>
                    <a:pt x="0" y="111"/>
                  </a:lnTo>
                  <a:lnTo>
                    <a:pt x="60" y="62"/>
                  </a:lnTo>
                  <a:lnTo>
                    <a:pt x="83" y="74"/>
                  </a:lnTo>
                  <a:lnTo>
                    <a:pt x="131" y="37"/>
                  </a:lnTo>
                  <a:lnTo>
                    <a:pt x="166" y="37"/>
                  </a:lnTo>
                  <a:lnTo>
                    <a:pt x="187" y="16"/>
                  </a:lnTo>
                  <a:lnTo>
                    <a:pt x="187" y="0"/>
                  </a:lnTo>
                  <a:lnTo>
                    <a:pt x="162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6" name="Google Shape;3786;p16"/>
          <p:cNvSpPr/>
          <p:nvPr/>
        </p:nvSpPr>
        <p:spPr>
          <a:xfrm>
            <a:off x="2640013" y="3589338"/>
            <a:ext cx="296862" cy="300037"/>
          </a:xfrm>
          <a:custGeom>
            <a:rect b="b" l="l" r="r" t="t"/>
            <a:pathLst>
              <a:path extrusionOk="0" h="189" w="187">
                <a:moveTo>
                  <a:pt x="94" y="48"/>
                </a:moveTo>
                <a:lnTo>
                  <a:pt x="94" y="0"/>
                </a:lnTo>
                <a:lnTo>
                  <a:pt x="12" y="0"/>
                </a:lnTo>
                <a:lnTo>
                  <a:pt x="12" y="176"/>
                </a:lnTo>
                <a:lnTo>
                  <a:pt x="0" y="176"/>
                </a:lnTo>
                <a:lnTo>
                  <a:pt x="0" y="189"/>
                </a:lnTo>
                <a:lnTo>
                  <a:pt x="187" y="189"/>
                </a:lnTo>
                <a:lnTo>
                  <a:pt x="187" y="48"/>
                </a:lnTo>
                <a:lnTo>
                  <a:pt x="94" y="48"/>
                </a:lnTo>
                <a:close/>
                <a:moveTo>
                  <a:pt x="71" y="176"/>
                </a:moveTo>
                <a:lnTo>
                  <a:pt x="36" y="176"/>
                </a:lnTo>
                <a:lnTo>
                  <a:pt x="36" y="153"/>
                </a:lnTo>
                <a:lnTo>
                  <a:pt x="71" y="153"/>
                </a:lnTo>
                <a:lnTo>
                  <a:pt x="71" y="176"/>
                </a:lnTo>
                <a:close/>
                <a:moveTo>
                  <a:pt x="83" y="129"/>
                </a:moveTo>
                <a:lnTo>
                  <a:pt x="25" y="129"/>
                </a:lnTo>
                <a:lnTo>
                  <a:pt x="25" y="118"/>
                </a:lnTo>
                <a:lnTo>
                  <a:pt x="83" y="118"/>
                </a:lnTo>
                <a:lnTo>
                  <a:pt x="83" y="129"/>
                </a:lnTo>
                <a:close/>
                <a:moveTo>
                  <a:pt x="83" y="106"/>
                </a:moveTo>
                <a:lnTo>
                  <a:pt x="25" y="106"/>
                </a:lnTo>
                <a:lnTo>
                  <a:pt x="25" y="95"/>
                </a:lnTo>
                <a:lnTo>
                  <a:pt x="83" y="95"/>
                </a:lnTo>
                <a:lnTo>
                  <a:pt x="83" y="106"/>
                </a:lnTo>
                <a:close/>
                <a:moveTo>
                  <a:pt x="83" y="82"/>
                </a:moveTo>
                <a:lnTo>
                  <a:pt x="25" y="82"/>
                </a:lnTo>
                <a:lnTo>
                  <a:pt x="25" y="71"/>
                </a:lnTo>
                <a:lnTo>
                  <a:pt x="83" y="71"/>
                </a:lnTo>
                <a:lnTo>
                  <a:pt x="83" y="82"/>
                </a:lnTo>
                <a:close/>
                <a:moveTo>
                  <a:pt x="83" y="59"/>
                </a:moveTo>
                <a:lnTo>
                  <a:pt x="25" y="59"/>
                </a:lnTo>
                <a:lnTo>
                  <a:pt x="25" y="48"/>
                </a:lnTo>
                <a:lnTo>
                  <a:pt x="83" y="48"/>
                </a:lnTo>
                <a:lnTo>
                  <a:pt x="83" y="59"/>
                </a:lnTo>
                <a:close/>
                <a:moveTo>
                  <a:pt x="83" y="35"/>
                </a:moveTo>
                <a:lnTo>
                  <a:pt x="25" y="35"/>
                </a:lnTo>
                <a:lnTo>
                  <a:pt x="25" y="24"/>
                </a:lnTo>
                <a:lnTo>
                  <a:pt x="83" y="24"/>
                </a:lnTo>
                <a:lnTo>
                  <a:pt x="83" y="35"/>
                </a:lnTo>
                <a:close/>
                <a:moveTo>
                  <a:pt x="141" y="164"/>
                </a:moveTo>
                <a:lnTo>
                  <a:pt x="118" y="164"/>
                </a:lnTo>
                <a:lnTo>
                  <a:pt x="118" y="142"/>
                </a:lnTo>
                <a:lnTo>
                  <a:pt x="141" y="142"/>
                </a:lnTo>
                <a:lnTo>
                  <a:pt x="141" y="164"/>
                </a:lnTo>
                <a:close/>
                <a:moveTo>
                  <a:pt x="141" y="129"/>
                </a:moveTo>
                <a:lnTo>
                  <a:pt x="118" y="129"/>
                </a:lnTo>
                <a:lnTo>
                  <a:pt x="118" y="106"/>
                </a:lnTo>
                <a:lnTo>
                  <a:pt x="141" y="106"/>
                </a:lnTo>
                <a:lnTo>
                  <a:pt x="141" y="129"/>
                </a:lnTo>
                <a:close/>
                <a:moveTo>
                  <a:pt x="141" y="95"/>
                </a:moveTo>
                <a:lnTo>
                  <a:pt x="118" y="95"/>
                </a:lnTo>
                <a:lnTo>
                  <a:pt x="118" y="71"/>
                </a:lnTo>
                <a:lnTo>
                  <a:pt x="141" y="71"/>
                </a:lnTo>
                <a:lnTo>
                  <a:pt x="141" y="95"/>
                </a:lnTo>
                <a:close/>
                <a:moveTo>
                  <a:pt x="176" y="164"/>
                </a:moveTo>
                <a:lnTo>
                  <a:pt x="152" y="164"/>
                </a:lnTo>
                <a:lnTo>
                  <a:pt x="152" y="142"/>
                </a:lnTo>
                <a:lnTo>
                  <a:pt x="176" y="142"/>
                </a:lnTo>
                <a:lnTo>
                  <a:pt x="176" y="164"/>
                </a:lnTo>
                <a:close/>
                <a:moveTo>
                  <a:pt x="176" y="129"/>
                </a:moveTo>
                <a:lnTo>
                  <a:pt x="152" y="129"/>
                </a:lnTo>
                <a:lnTo>
                  <a:pt x="152" y="106"/>
                </a:lnTo>
                <a:lnTo>
                  <a:pt x="176" y="106"/>
                </a:lnTo>
                <a:lnTo>
                  <a:pt x="176" y="129"/>
                </a:lnTo>
                <a:close/>
                <a:moveTo>
                  <a:pt x="176" y="95"/>
                </a:moveTo>
                <a:lnTo>
                  <a:pt x="152" y="95"/>
                </a:lnTo>
                <a:lnTo>
                  <a:pt x="152" y="71"/>
                </a:lnTo>
                <a:lnTo>
                  <a:pt x="176" y="71"/>
                </a:lnTo>
                <a:lnTo>
                  <a:pt x="176" y="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7" name="Google Shape;3787;p16"/>
          <p:cNvSpPr/>
          <p:nvPr/>
        </p:nvSpPr>
        <p:spPr>
          <a:xfrm>
            <a:off x="5722938" y="3589338"/>
            <a:ext cx="204787" cy="300037"/>
          </a:xfrm>
          <a:custGeom>
            <a:rect b="b" l="l" r="r" t="t"/>
            <a:pathLst>
              <a:path extrusionOk="0" h="117" w="80">
                <a:moveTo>
                  <a:pt x="40" y="0"/>
                </a:moveTo>
                <a:cubicBezTo>
                  <a:pt x="18" y="0"/>
                  <a:pt x="0" y="18"/>
                  <a:pt x="0" y="40"/>
                </a:cubicBezTo>
                <a:cubicBezTo>
                  <a:pt x="0" y="66"/>
                  <a:pt x="27" y="85"/>
                  <a:pt x="40" y="117"/>
                </a:cubicBezTo>
                <a:cubicBezTo>
                  <a:pt x="53" y="85"/>
                  <a:pt x="80" y="66"/>
                  <a:pt x="80" y="40"/>
                </a:cubicBezTo>
                <a:cubicBezTo>
                  <a:pt x="80" y="18"/>
                  <a:pt x="62" y="0"/>
                  <a:pt x="40" y="0"/>
                </a:cubicBezTo>
                <a:close/>
                <a:moveTo>
                  <a:pt x="7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40" y="8"/>
                  <a:pt x="40" y="8"/>
                  <a:pt x="40" y="8"/>
                </a:cubicBezTo>
                <a:cubicBezTo>
                  <a:pt x="48" y="32"/>
                  <a:pt x="48" y="32"/>
                  <a:pt x="48" y="32"/>
                </a:cubicBezTo>
                <a:cubicBezTo>
                  <a:pt x="73" y="32"/>
                  <a:pt x="73" y="32"/>
                  <a:pt x="73" y="32"/>
                </a:cubicBezTo>
                <a:cubicBezTo>
                  <a:pt x="52" y="46"/>
                  <a:pt x="52" y="46"/>
                  <a:pt x="52" y="46"/>
                </a:cubicBezTo>
                <a:cubicBezTo>
                  <a:pt x="63" y="69"/>
                  <a:pt x="63" y="69"/>
                  <a:pt x="63" y="69"/>
                </a:cubicBezTo>
                <a:cubicBezTo>
                  <a:pt x="40" y="54"/>
                  <a:pt x="40" y="54"/>
                  <a:pt x="40" y="54"/>
                </a:cubicBezTo>
                <a:cubicBezTo>
                  <a:pt x="17" y="69"/>
                  <a:pt x="17" y="69"/>
                  <a:pt x="17" y="69"/>
                </a:cubicBezTo>
                <a:cubicBezTo>
                  <a:pt x="28" y="46"/>
                  <a:pt x="28" y="46"/>
                  <a:pt x="28" y="46"/>
                </a:cubicBezTo>
                <a:lnTo>
                  <a:pt x="7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8" name="Google Shape;3788;p16"/>
          <p:cNvGrpSpPr/>
          <p:nvPr/>
        </p:nvGrpSpPr>
        <p:grpSpPr>
          <a:xfrm>
            <a:off x="3824288" y="3584767"/>
            <a:ext cx="303212" cy="304800"/>
            <a:chOff x="3824288" y="3725863"/>
            <a:chExt cx="303212" cy="304800"/>
          </a:xfrm>
        </p:grpSpPr>
        <p:sp>
          <p:nvSpPr>
            <p:cNvPr id="3789" name="Google Shape;3789;p16"/>
            <p:cNvSpPr/>
            <p:nvPr/>
          </p:nvSpPr>
          <p:spPr>
            <a:xfrm>
              <a:off x="3857625" y="3871913"/>
              <a:ext cx="269875" cy="158750"/>
            </a:xfrm>
            <a:custGeom>
              <a:rect b="b" l="l" r="r" t="t"/>
              <a:pathLst>
                <a:path extrusionOk="0" h="62" w="105">
                  <a:moveTo>
                    <a:pt x="71" y="41"/>
                  </a:moveTo>
                  <a:cubicBezTo>
                    <a:pt x="66" y="32"/>
                    <a:pt x="56" y="14"/>
                    <a:pt x="45" y="1"/>
                  </a:cubicBezTo>
                  <a:cubicBezTo>
                    <a:pt x="45" y="1"/>
                    <a:pt x="31" y="0"/>
                    <a:pt x="30" y="0"/>
                  </a:cubicBezTo>
                  <a:cubicBezTo>
                    <a:pt x="39" y="12"/>
                    <a:pt x="49" y="27"/>
                    <a:pt x="51" y="40"/>
                  </a:cubicBezTo>
                  <a:cubicBezTo>
                    <a:pt x="28" y="41"/>
                    <a:pt x="9" y="50"/>
                    <a:pt x="0" y="62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97" y="52"/>
                    <a:pt x="87" y="44"/>
                    <a:pt x="71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16"/>
            <p:cNvSpPr/>
            <p:nvPr/>
          </p:nvSpPr>
          <p:spPr>
            <a:xfrm>
              <a:off x="3824288" y="3725863"/>
              <a:ext cx="204788" cy="209550"/>
            </a:xfrm>
            <a:custGeom>
              <a:rect b="b" l="l" r="r" t="t"/>
              <a:pathLst>
                <a:path extrusionOk="0" h="82" w="80">
                  <a:moveTo>
                    <a:pt x="20" y="39"/>
                  </a:moveTo>
                  <a:cubicBezTo>
                    <a:pt x="15" y="48"/>
                    <a:pt x="12" y="59"/>
                    <a:pt x="22" y="82"/>
                  </a:cubicBezTo>
                  <a:cubicBezTo>
                    <a:pt x="22" y="70"/>
                    <a:pt x="30" y="52"/>
                    <a:pt x="36" y="46"/>
                  </a:cubicBezTo>
                  <a:cubicBezTo>
                    <a:pt x="43" y="46"/>
                    <a:pt x="51" y="53"/>
                    <a:pt x="51" y="53"/>
                  </a:cubicBezTo>
                  <a:cubicBezTo>
                    <a:pt x="51" y="46"/>
                    <a:pt x="49" y="42"/>
                    <a:pt x="46" y="38"/>
                  </a:cubicBezTo>
                  <a:cubicBezTo>
                    <a:pt x="57" y="37"/>
                    <a:pt x="75" y="39"/>
                    <a:pt x="80" y="53"/>
                  </a:cubicBezTo>
                  <a:cubicBezTo>
                    <a:pt x="73" y="32"/>
                    <a:pt x="58" y="24"/>
                    <a:pt x="51" y="24"/>
                  </a:cubicBezTo>
                  <a:cubicBezTo>
                    <a:pt x="58" y="17"/>
                    <a:pt x="58" y="17"/>
                    <a:pt x="73" y="17"/>
                  </a:cubicBezTo>
                  <a:cubicBezTo>
                    <a:pt x="50" y="0"/>
                    <a:pt x="37" y="13"/>
                    <a:pt x="31" y="21"/>
                  </a:cubicBezTo>
                  <a:cubicBezTo>
                    <a:pt x="29" y="16"/>
                    <a:pt x="29" y="7"/>
                    <a:pt x="29" y="2"/>
                  </a:cubicBezTo>
                  <a:cubicBezTo>
                    <a:pt x="29" y="2"/>
                    <a:pt x="21" y="10"/>
                    <a:pt x="20" y="20"/>
                  </a:cubicBezTo>
                  <a:cubicBezTo>
                    <a:pt x="11" y="17"/>
                    <a:pt x="2" y="10"/>
                    <a:pt x="2" y="10"/>
                  </a:cubicBezTo>
                  <a:cubicBezTo>
                    <a:pt x="5" y="13"/>
                    <a:pt x="9" y="24"/>
                    <a:pt x="12" y="26"/>
                  </a:cubicBezTo>
                  <a:cubicBezTo>
                    <a:pt x="0" y="35"/>
                    <a:pt x="2" y="61"/>
                    <a:pt x="2" y="61"/>
                  </a:cubicBezTo>
                  <a:cubicBezTo>
                    <a:pt x="8" y="47"/>
                    <a:pt x="13" y="40"/>
                    <a:pt x="2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1" name="Google Shape;3791;p16"/>
          <p:cNvSpPr/>
          <p:nvPr/>
        </p:nvSpPr>
        <p:spPr>
          <a:xfrm>
            <a:off x="4424363" y="3589338"/>
            <a:ext cx="295275" cy="300037"/>
          </a:xfrm>
          <a:custGeom>
            <a:rect b="b" l="l" r="r" t="t"/>
            <a:pathLst>
              <a:path extrusionOk="0" h="189" w="186">
                <a:moveTo>
                  <a:pt x="186" y="153"/>
                </a:moveTo>
                <a:lnTo>
                  <a:pt x="128" y="95"/>
                </a:lnTo>
                <a:lnTo>
                  <a:pt x="164" y="95"/>
                </a:lnTo>
                <a:lnTo>
                  <a:pt x="117" y="48"/>
                </a:lnTo>
                <a:lnTo>
                  <a:pt x="140" y="48"/>
                </a:lnTo>
                <a:lnTo>
                  <a:pt x="93" y="0"/>
                </a:lnTo>
                <a:lnTo>
                  <a:pt x="46" y="48"/>
                </a:lnTo>
                <a:lnTo>
                  <a:pt x="69" y="48"/>
                </a:lnTo>
                <a:lnTo>
                  <a:pt x="22" y="95"/>
                </a:lnTo>
                <a:lnTo>
                  <a:pt x="58" y="95"/>
                </a:lnTo>
                <a:lnTo>
                  <a:pt x="0" y="153"/>
                </a:lnTo>
                <a:lnTo>
                  <a:pt x="69" y="153"/>
                </a:lnTo>
                <a:lnTo>
                  <a:pt x="69" y="189"/>
                </a:lnTo>
                <a:lnTo>
                  <a:pt x="117" y="189"/>
                </a:lnTo>
                <a:lnTo>
                  <a:pt x="117" y="153"/>
                </a:lnTo>
                <a:lnTo>
                  <a:pt x="186" y="1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16"/>
          <p:cNvSpPr/>
          <p:nvPr/>
        </p:nvSpPr>
        <p:spPr>
          <a:xfrm>
            <a:off x="5016500" y="3589338"/>
            <a:ext cx="296863" cy="300037"/>
          </a:xfrm>
          <a:custGeom>
            <a:rect b="b" l="l" r="r" t="t"/>
            <a:pathLst>
              <a:path extrusionOk="0" h="117" w="116">
                <a:moveTo>
                  <a:pt x="102" y="31"/>
                </a:moveTo>
                <a:cubicBezTo>
                  <a:pt x="102" y="30"/>
                  <a:pt x="102" y="30"/>
                  <a:pt x="102" y="30"/>
                </a:cubicBezTo>
                <a:cubicBezTo>
                  <a:pt x="102" y="18"/>
                  <a:pt x="93" y="9"/>
                  <a:pt x="82" y="8"/>
                </a:cubicBezTo>
                <a:cubicBezTo>
                  <a:pt x="78" y="3"/>
                  <a:pt x="72" y="0"/>
                  <a:pt x="66" y="0"/>
                </a:cubicBezTo>
                <a:cubicBezTo>
                  <a:pt x="58" y="0"/>
                  <a:pt x="51" y="5"/>
                  <a:pt x="47" y="11"/>
                </a:cubicBezTo>
                <a:cubicBezTo>
                  <a:pt x="44" y="9"/>
                  <a:pt x="40" y="8"/>
                  <a:pt x="37" y="8"/>
                </a:cubicBezTo>
                <a:cubicBezTo>
                  <a:pt x="24" y="8"/>
                  <a:pt x="15" y="17"/>
                  <a:pt x="15" y="30"/>
                </a:cubicBezTo>
                <a:cubicBezTo>
                  <a:pt x="15" y="30"/>
                  <a:pt x="15" y="30"/>
                  <a:pt x="15" y="31"/>
                </a:cubicBezTo>
                <a:cubicBezTo>
                  <a:pt x="6" y="34"/>
                  <a:pt x="0" y="42"/>
                  <a:pt x="0" y="51"/>
                </a:cubicBezTo>
                <a:cubicBezTo>
                  <a:pt x="0" y="63"/>
                  <a:pt x="10" y="73"/>
                  <a:pt x="22" y="73"/>
                </a:cubicBezTo>
                <a:cubicBezTo>
                  <a:pt x="26" y="73"/>
                  <a:pt x="30" y="72"/>
                  <a:pt x="33" y="70"/>
                </a:cubicBezTo>
                <a:cubicBezTo>
                  <a:pt x="36" y="72"/>
                  <a:pt x="40" y="73"/>
                  <a:pt x="44" y="73"/>
                </a:cubicBezTo>
                <a:cubicBezTo>
                  <a:pt x="46" y="73"/>
                  <a:pt x="49" y="73"/>
                  <a:pt x="51" y="72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44" y="109"/>
                  <a:pt x="44" y="109"/>
                  <a:pt x="44" y="109"/>
                </a:cubicBezTo>
                <a:cubicBezTo>
                  <a:pt x="44" y="117"/>
                  <a:pt x="44" y="117"/>
                  <a:pt x="44" y="117"/>
                </a:cubicBezTo>
                <a:cubicBezTo>
                  <a:pt x="73" y="117"/>
                  <a:pt x="73" y="117"/>
                  <a:pt x="73" y="117"/>
                </a:cubicBezTo>
                <a:cubicBezTo>
                  <a:pt x="73" y="109"/>
                  <a:pt x="73" y="109"/>
                  <a:pt x="73" y="109"/>
                </a:cubicBezTo>
                <a:cubicBezTo>
                  <a:pt x="66" y="109"/>
                  <a:pt x="66" y="109"/>
                  <a:pt x="66" y="109"/>
                </a:cubicBezTo>
                <a:cubicBezTo>
                  <a:pt x="66" y="73"/>
                  <a:pt x="66" y="73"/>
                  <a:pt x="66" y="73"/>
                </a:cubicBezTo>
                <a:cubicBezTo>
                  <a:pt x="67" y="73"/>
                  <a:pt x="68" y="73"/>
                  <a:pt x="69" y="73"/>
                </a:cubicBezTo>
                <a:cubicBezTo>
                  <a:pt x="70" y="73"/>
                  <a:pt x="72" y="73"/>
                  <a:pt x="73" y="73"/>
                </a:cubicBezTo>
                <a:cubicBezTo>
                  <a:pt x="77" y="73"/>
                  <a:pt x="80" y="72"/>
                  <a:pt x="84" y="70"/>
                </a:cubicBezTo>
                <a:cubicBezTo>
                  <a:pt x="87" y="72"/>
                  <a:pt x="91" y="73"/>
                  <a:pt x="95" y="73"/>
                </a:cubicBezTo>
                <a:cubicBezTo>
                  <a:pt x="107" y="73"/>
                  <a:pt x="116" y="63"/>
                  <a:pt x="116" y="51"/>
                </a:cubicBezTo>
                <a:cubicBezTo>
                  <a:pt x="116" y="42"/>
                  <a:pt x="110" y="34"/>
                  <a:pt x="102" y="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3" name="Google Shape;3793;p16"/>
          <p:cNvSpPr/>
          <p:nvPr/>
        </p:nvSpPr>
        <p:spPr>
          <a:xfrm>
            <a:off x="3233738" y="3624263"/>
            <a:ext cx="288925" cy="265112"/>
          </a:xfrm>
          <a:custGeom>
            <a:rect b="b" l="l" r="r" t="t"/>
            <a:pathLst>
              <a:path extrusionOk="0" h="167" w="182">
                <a:moveTo>
                  <a:pt x="148" y="44"/>
                </a:moveTo>
                <a:lnTo>
                  <a:pt x="148" y="2"/>
                </a:lnTo>
                <a:lnTo>
                  <a:pt x="126" y="2"/>
                </a:lnTo>
                <a:lnTo>
                  <a:pt x="126" y="26"/>
                </a:lnTo>
                <a:lnTo>
                  <a:pt x="90" y="0"/>
                </a:lnTo>
                <a:lnTo>
                  <a:pt x="0" y="70"/>
                </a:lnTo>
                <a:lnTo>
                  <a:pt x="15" y="87"/>
                </a:lnTo>
                <a:lnTo>
                  <a:pt x="24" y="81"/>
                </a:lnTo>
                <a:lnTo>
                  <a:pt x="24" y="167"/>
                </a:lnTo>
                <a:lnTo>
                  <a:pt x="158" y="167"/>
                </a:lnTo>
                <a:lnTo>
                  <a:pt x="158" y="81"/>
                </a:lnTo>
                <a:lnTo>
                  <a:pt x="168" y="87"/>
                </a:lnTo>
                <a:lnTo>
                  <a:pt x="182" y="70"/>
                </a:lnTo>
                <a:lnTo>
                  <a:pt x="148" y="44"/>
                </a:lnTo>
                <a:close/>
                <a:moveTo>
                  <a:pt x="145" y="154"/>
                </a:moveTo>
                <a:lnTo>
                  <a:pt x="115" y="154"/>
                </a:lnTo>
                <a:lnTo>
                  <a:pt x="115" y="104"/>
                </a:lnTo>
                <a:lnTo>
                  <a:pt x="68" y="104"/>
                </a:lnTo>
                <a:lnTo>
                  <a:pt x="68" y="154"/>
                </a:lnTo>
                <a:lnTo>
                  <a:pt x="37" y="154"/>
                </a:lnTo>
                <a:lnTo>
                  <a:pt x="37" y="71"/>
                </a:lnTo>
                <a:lnTo>
                  <a:pt x="90" y="31"/>
                </a:lnTo>
                <a:lnTo>
                  <a:pt x="145" y="71"/>
                </a:lnTo>
                <a:lnTo>
                  <a:pt x="145" y="1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16"/>
          <p:cNvSpPr/>
          <p:nvPr/>
        </p:nvSpPr>
        <p:spPr>
          <a:xfrm>
            <a:off x="6299200" y="3589338"/>
            <a:ext cx="204788" cy="300037"/>
          </a:xfrm>
          <a:custGeom>
            <a:rect b="b" l="l" r="r" t="t"/>
            <a:pathLst>
              <a:path extrusionOk="0" h="117" w="80">
                <a:moveTo>
                  <a:pt x="40" y="0"/>
                </a:moveTo>
                <a:cubicBezTo>
                  <a:pt x="24" y="0"/>
                  <a:pt x="0" y="8"/>
                  <a:pt x="0" y="37"/>
                </a:cubicBezTo>
                <a:cubicBezTo>
                  <a:pt x="0" y="51"/>
                  <a:pt x="32" y="102"/>
                  <a:pt x="40" y="117"/>
                </a:cubicBezTo>
                <a:cubicBezTo>
                  <a:pt x="48" y="102"/>
                  <a:pt x="80" y="51"/>
                  <a:pt x="80" y="37"/>
                </a:cubicBezTo>
                <a:cubicBezTo>
                  <a:pt x="80" y="8"/>
                  <a:pt x="56" y="0"/>
                  <a:pt x="40" y="0"/>
                </a:cubicBezTo>
                <a:close/>
                <a:moveTo>
                  <a:pt x="40" y="49"/>
                </a:moveTo>
                <a:cubicBezTo>
                  <a:pt x="33" y="49"/>
                  <a:pt x="27" y="44"/>
                  <a:pt x="27" y="37"/>
                </a:cubicBezTo>
                <a:cubicBezTo>
                  <a:pt x="27" y="30"/>
                  <a:pt x="33" y="24"/>
                  <a:pt x="40" y="24"/>
                </a:cubicBezTo>
                <a:cubicBezTo>
                  <a:pt x="47" y="24"/>
                  <a:pt x="53" y="30"/>
                  <a:pt x="53" y="37"/>
                </a:cubicBezTo>
                <a:cubicBezTo>
                  <a:pt x="53" y="44"/>
                  <a:pt x="47" y="49"/>
                  <a:pt x="40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16"/>
          <p:cNvSpPr/>
          <p:nvPr/>
        </p:nvSpPr>
        <p:spPr>
          <a:xfrm>
            <a:off x="6207125" y="1301750"/>
            <a:ext cx="296863" cy="247650"/>
          </a:xfrm>
          <a:custGeom>
            <a:rect b="b" l="l" r="r" t="t"/>
            <a:pathLst>
              <a:path extrusionOk="0" h="97" w="116">
                <a:moveTo>
                  <a:pt x="103" y="36"/>
                </a:moveTo>
                <a:cubicBezTo>
                  <a:pt x="109" y="35"/>
                  <a:pt x="114" y="33"/>
                  <a:pt x="115" y="28"/>
                </a:cubicBezTo>
                <a:cubicBezTo>
                  <a:pt x="113" y="30"/>
                  <a:pt x="106" y="32"/>
                  <a:pt x="102" y="30"/>
                </a:cubicBezTo>
                <a:cubicBezTo>
                  <a:pt x="102" y="29"/>
                  <a:pt x="101" y="28"/>
                  <a:pt x="101" y="27"/>
                </a:cubicBezTo>
                <a:cubicBezTo>
                  <a:pt x="98" y="16"/>
                  <a:pt x="88" y="7"/>
                  <a:pt x="76" y="8"/>
                </a:cubicBezTo>
                <a:cubicBezTo>
                  <a:pt x="77" y="8"/>
                  <a:pt x="78" y="7"/>
                  <a:pt x="79" y="7"/>
                </a:cubicBezTo>
                <a:cubicBezTo>
                  <a:pt x="80" y="7"/>
                  <a:pt x="88" y="5"/>
                  <a:pt x="86" y="3"/>
                </a:cubicBezTo>
                <a:cubicBezTo>
                  <a:pt x="85" y="1"/>
                  <a:pt x="77" y="5"/>
                  <a:pt x="75" y="5"/>
                </a:cubicBezTo>
                <a:cubicBezTo>
                  <a:pt x="77" y="4"/>
                  <a:pt x="81" y="3"/>
                  <a:pt x="81" y="0"/>
                </a:cubicBezTo>
                <a:cubicBezTo>
                  <a:pt x="78" y="1"/>
                  <a:pt x="75" y="2"/>
                  <a:pt x="72" y="5"/>
                </a:cubicBezTo>
                <a:cubicBezTo>
                  <a:pt x="73" y="4"/>
                  <a:pt x="74" y="3"/>
                  <a:pt x="74" y="1"/>
                </a:cubicBezTo>
                <a:cubicBezTo>
                  <a:pt x="65" y="7"/>
                  <a:pt x="60" y="18"/>
                  <a:pt x="56" y="29"/>
                </a:cubicBezTo>
                <a:cubicBezTo>
                  <a:pt x="52" y="26"/>
                  <a:pt x="50" y="24"/>
                  <a:pt x="47" y="22"/>
                </a:cubicBezTo>
                <a:cubicBezTo>
                  <a:pt x="40" y="18"/>
                  <a:pt x="31" y="14"/>
                  <a:pt x="17" y="9"/>
                </a:cubicBezTo>
                <a:cubicBezTo>
                  <a:pt x="17" y="14"/>
                  <a:pt x="19" y="20"/>
                  <a:pt x="27" y="24"/>
                </a:cubicBezTo>
                <a:cubicBezTo>
                  <a:pt x="25" y="24"/>
                  <a:pt x="22" y="24"/>
                  <a:pt x="20" y="25"/>
                </a:cubicBezTo>
                <a:cubicBezTo>
                  <a:pt x="21" y="30"/>
                  <a:pt x="24" y="34"/>
                  <a:pt x="33" y="36"/>
                </a:cubicBezTo>
                <a:cubicBezTo>
                  <a:pt x="29" y="36"/>
                  <a:pt x="27" y="37"/>
                  <a:pt x="25" y="39"/>
                </a:cubicBezTo>
                <a:cubicBezTo>
                  <a:pt x="27" y="43"/>
                  <a:pt x="31" y="47"/>
                  <a:pt x="39" y="46"/>
                </a:cubicBezTo>
                <a:cubicBezTo>
                  <a:pt x="30" y="50"/>
                  <a:pt x="36" y="57"/>
                  <a:pt x="43" y="56"/>
                </a:cubicBezTo>
                <a:cubicBezTo>
                  <a:pt x="31" y="69"/>
                  <a:pt x="11" y="68"/>
                  <a:pt x="0" y="57"/>
                </a:cubicBezTo>
                <a:cubicBezTo>
                  <a:pt x="29" y="97"/>
                  <a:pt x="93" y="81"/>
                  <a:pt x="102" y="43"/>
                </a:cubicBezTo>
                <a:cubicBezTo>
                  <a:pt x="109" y="43"/>
                  <a:pt x="113" y="40"/>
                  <a:pt x="116" y="37"/>
                </a:cubicBezTo>
                <a:cubicBezTo>
                  <a:pt x="112" y="38"/>
                  <a:pt x="106" y="37"/>
                  <a:pt x="103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16"/>
          <p:cNvSpPr/>
          <p:nvPr/>
        </p:nvSpPr>
        <p:spPr>
          <a:xfrm>
            <a:off x="6877050" y="1209675"/>
            <a:ext cx="219075" cy="296863"/>
          </a:xfrm>
          <a:custGeom>
            <a:rect b="b" l="l" r="r" t="t"/>
            <a:pathLst>
              <a:path extrusionOk="0" h="116" w="86">
                <a:moveTo>
                  <a:pt x="72" y="87"/>
                </a:moveTo>
                <a:cubicBezTo>
                  <a:pt x="43" y="87"/>
                  <a:pt x="43" y="87"/>
                  <a:pt x="43" y="87"/>
                </a:cubicBezTo>
                <a:cubicBezTo>
                  <a:pt x="39" y="87"/>
                  <a:pt x="36" y="86"/>
                  <a:pt x="33" y="83"/>
                </a:cubicBezTo>
                <a:cubicBezTo>
                  <a:pt x="30" y="80"/>
                  <a:pt x="29" y="77"/>
                  <a:pt x="29" y="73"/>
                </a:cubicBezTo>
                <a:cubicBezTo>
                  <a:pt x="29" y="63"/>
                  <a:pt x="29" y="63"/>
                  <a:pt x="29" y="63"/>
                </a:cubicBezTo>
                <a:cubicBezTo>
                  <a:pt x="70" y="63"/>
                  <a:pt x="70" y="63"/>
                  <a:pt x="70" y="63"/>
                </a:cubicBezTo>
                <a:cubicBezTo>
                  <a:pt x="73" y="63"/>
                  <a:pt x="76" y="61"/>
                  <a:pt x="79" y="59"/>
                </a:cubicBezTo>
                <a:cubicBezTo>
                  <a:pt x="82" y="56"/>
                  <a:pt x="83" y="53"/>
                  <a:pt x="83" y="49"/>
                </a:cubicBezTo>
                <a:cubicBezTo>
                  <a:pt x="83" y="46"/>
                  <a:pt x="82" y="42"/>
                  <a:pt x="79" y="40"/>
                </a:cubicBezTo>
                <a:cubicBezTo>
                  <a:pt x="76" y="37"/>
                  <a:pt x="73" y="36"/>
                  <a:pt x="70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1"/>
                  <a:pt x="27" y="7"/>
                  <a:pt x="25" y="5"/>
                </a:cubicBezTo>
                <a:cubicBezTo>
                  <a:pt x="22" y="2"/>
                  <a:pt x="18" y="0"/>
                  <a:pt x="14" y="0"/>
                </a:cubicBezTo>
                <a:cubicBezTo>
                  <a:pt x="10" y="0"/>
                  <a:pt x="7" y="2"/>
                  <a:pt x="4" y="4"/>
                </a:cubicBezTo>
                <a:cubicBezTo>
                  <a:pt x="1" y="7"/>
                  <a:pt x="0" y="11"/>
                  <a:pt x="0" y="15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85"/>
                  <a:pt x="4" y="95"/>
                  <a:pt x="12" y="104"/>
                </a:cubicBezTo>
                <a:cubicBezTo>
                  <a:pt x="21" y="112"/>
                  <a:pt x="31" y="116"/>
                  <a:pt x="43" y="116"/>
                </a:cubicBezTo>
                <a:cubicBezTo>
                  <a:pt x="72" y="116"/>
                  <a:pt x="72" y="116"/>
                  <a:pt x="72" y="116"/>
                </a:cubicBezTo>
                <a:cubicBezTo>
                  <a:pt x="76" y="116"/>
                  <a:pt x="79" y="115"/>
                  <a:pt x="82" y="112"/>
                </a:cubicBezTo>
                <a:cubicBezTo>
                  <a:pt x="85" y="109"/>
                  <a:pt x="86" y="106"/>
                  <a:pt x="86" y="102"/>
                </a:cubicBezTo>
                <a:cubicBezTo>
                  <a:pt x="86" y="98"/>
                  <a:pt x="85" y="95"/>
                  <a:pt x="82" y="92"/>
                </a:cubicBezTo>
                <a:cubicBezTo>
                  <a:pt x="79" y="89"/>
                  <a:pt x="76" y="87"/>
                  <a:pt x="72" y="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16"/>
          <p:cNvSpPr/>
          <p:nvPr/>
        </p:nvSpPr>
        <p:spPr>
          <a:xfrm>
            <a:off x="1450975" y="1806575"/>
            <a:ext cx="300038" cy="296863"/>
          </a:xfrm>
          <a:custGeom>
            <a:rect b="b" l="l" r="r" t="t"/>
            <a:pathLst>
              <a:path extrusionOk="0" h="116" w="117">
                <a:moveTo>
                  <a:pt x="112" y="66"/>
                </a:moveTo>
                <a:cubicBezTo>
                  <a:pt x="112" y="63"/>
                  <a:pt x="112" y="61"/>
                  <a:pt x="112" y="58"/>
                </a:cubicBezTo>
                <a:cubicBezTo>
                  <a:pt x="112" y="28"/>
                  <a:pt x="88" y="4"/>
                  <a:pt x="59" y="4"/>
                </a:cubicBezTo>
                <a:cubicBezTo>
                  <a:pt x="56" y="4"/>
                  <a:pt x="53" y="4"/>
                  <a:pt x="50" y="4"/>
                </a:cubicBezTo>
                <a:cubicBezTo>
                  <a:pt x="45" y="1"/>
                  <a:pt x="39" y="0"/>
                  <a:pt x="33" y="0"/>
                </a:cubicBezTo>
                <a:cubicBezTo>
                  <a:pt x="15" y="0"/>
                  <a:pt x="0" y="14"/>
                  <a:pt x="0" y="32"/>
                </a:cubicBezTo>
                <a:cubicBezTo>
                  <a:pt x="0" y="38"/>
                  <a:pt x="2" y="44"/>
                  <a:pt x="5" y="49"/>
                </a:cubicBezTo>
                <a:cubicBezTo>
                  <a:pt x="5" y="52"/>
                  <a:pt x="5" y="55"/>
                  <a:pt x="5" y="58"/>
                </a:cubicBezTo>
                <a:cubicBezTo>
                  <a:pt x="5" y="87"/>
                  <a:pt x="29" y="112"/>
                  <a:pt x="59" y="112"/>
                </a:cubicBezTo>
                <a:cubicBezTo>
                  <a:pt x="61" y="112"/>
                  <a:pt x="64" y="111"/>
                  <a:pt x="67" y="111"/>
                </a:cubicBezTo>
                <a:cubicBezTo>
                  <a:pt x="72" y="114"/>
                  <a:pt x="78" y="116"/>
                  <a:pt x="84" y="116"/>
                </a:cubicBezTo>
                <a:cubicBezTo>
                  <a:pt x="102" y="116"/>
                  <a:pt x="117" y="101"/>
                  <a:pt x="117" y="83"/>
                </a:cubicBezTo>
                <a:cubicBezTo>
                  <a:pt x="117" y="77"/>
                  <a:pt x="115" y="71"/>
                  <a:pt x="112" y="66"/>
                </a:cubicBezTo>
                <a:close/>
                <a:moveTo>
                  <a:pt x="84" y="82"/>
                </a:moveTo>
                <a:cubicBezTo>
                  <a:pt x="82" y="85"/>
                  <a:pt x="78" y="88"/>
                  <a:pt x="74" y="90"/>
                </a:cubicBezTo>
                <a:cubicBezTo>
                  <a:pt x="70" y="92"/>
                  <a:pt x="65" y="93"/>
                  <a:pt x="59" y="93"/>
                </a:cubicBezTo>
                <a:cubicBezTo>
                  <a:pt x="51" y="93"/>
                  <a:pt x="45" y="91"/>
                  <a:pt x="41" y="89"/>
                </a:cubicBezTo>
                <a:cubicBezTo>
                  <a:pt x="37" y="87"/>
                  <a:pt x="35" y="85"/>
                  <a:pt x="33" y="82"/>
                </a:cubicBezTo>
                <a:cubicBezTo>
                  <a:pt x="31" y="79"/>
                  <a:pt x="30" y="76"/>
                  <a:pt x="30" y="73"/>
                </a:cubicBezTo>
                <a:cubicBezTo>
                  <a:pt x="30" y="71"/>
                  <a:pt x="30" y="69"/>
                  <a:pt x="31" y="68"/>
                </a:cubicBezTo>
                <a:cubicBezTo>
                  <a:pt x="33" y="67"/>
                  <a:pt x="34" y="66"/>
                  <a:pt x="36" y="66"/>
                </a:cubicBezTo>
                <a:cubicBezTo>
                  <a:pt x="38" y="66"/>
                  <a:pt x="39" y="67"/>
                  <a:pt x="40" y="68"/>
                </a:cubicBezTo>
                <a:cubicBezTo>
                  <a:pt x="42" y="69"/>
                  <a:pt x="42" y="70"/>
                  <a:pt x="43" y="72"/>
                </a:cubicBezTo>
                <a:cubicBezTo>
                  <a:pt x="44" y="74"/>
                  <a:pt x="45" y="76"/>
                  <a:pt x="46" y="77"/>
                </a:cubicBezTo>
                <a:cubicBezTo>
                  <a:pt x="47" y="79"/>
                  <a:pt x="49" y="80"/>
                  <a:pt x="51" y="81"/>
                </a:cubicBezTo>
                <a:cubicBezTo>
                  <a:pt x="52" y="82"/>
                  <a:pt x="55" y="82"/>
                  <a:pt x="58" y="82"/>
                </a:cubicBezTo>
                <a:cubicBezTo>
                  <a:pt x="62" y="82"/>
                  <a:pt x="66" y="81"/>
                  <a:pt x="69" y="79"/>
                </a:cubicBezTo>
                <a:cubicBezTo>
                  <a:pt x="71" y="78"/>
                  <a:pt x="73" y="75"/>
                  <a:pt x="73" y="73"/>
                </a:cubicBezTo>
                <a:cubicBezTo>
                  <a:pt x="73" y="70"/>
                  <a:pt x="72" y="69"/>
                  <a:pt x="70" y="67"/>
                </a:cubicBezTo>
                <a:cubicBezTo>
                  <a:pt x="69" y="66"/>
                  <a:pt x="67" y="65"/>
                  <a:pt x="65" y="64"/>
                </a:cubicBezTo>
                <a:cubicBezTo>
                  <a:pt x="63" y="63"/>
                  <a:pt x="59" y="63"/>
                  <a:pt x="56" y="62"/>
                </a:cubicBezTo>
                <a:cubicBezTo>
                  <a:pt x="50" y="61"/>
                  <a:pt x="46" y="59"/>
                  <a:pt x="42" y="58"/>
                </a:cubicBezTo>
                <a:cubicBezTo>
                  <a:pt x="39" y="56"/>
                  <a:pt x="36" y="54"/>
                  <a:pt x="34" y="52"/>
                </a:cubicBezTo>
                <a:cubicBezTo>
                  <a:pt x="32" y="49"/>
                  <a:pt x="31" y="46"/>
                  <a:pt x="31" y="42"/>
                </a:cubicBezTo>
                <a:cubicBezTo>
                  <a:pt x="31" y="38"/>
                  <a:pt x="32" y="35"/>
                  <a:pt x="34" y="32"/>
                </a:cubicBezTo>
                <a:cubicBezTo>
                  <a:pt x="36" y="29"/>
                  <a:pt x="40" y="27"/>
                  <a:pt x="44" y="25"/>
                </a:cubicBezTo>
                <a:cubicBezTo>
                  <a:pt x="48" y="23"/>
                  <a:pt x="53" y="23"/>
                  <a:pt x="58" y="23"/>
                </a:cubicBezTo>
                <a:cubicBezTo>
                  <a:pt x="63" y="23"/>
                  <a:pt x="67" y="23"/>
                  <a:pt x="70" y="24"/>
                </a:cubicBezTo>
                <a:cubicBezTo>
                  <a:pt x="73" y="25"/>
                  <a:pt x="76" y="27"/>
                  <a:pt x="78" y="28"/>
                </a:cubicBezTo>
                <a:cubicBezTo>
                  <a:pt x="80" y="30"/>
                  <a:pt x="82" y="32"/>
                  <a:pt x="83" y="34"/>
                </a:cubicBezTo>
                <a:cubicBezTo>
                  <a:pt x="84" y="36"/>
                  <a:pt x="84" y="38"/>
                  <a:pt x="84" y="39"/>
                </a:cubicBezTo>
                <a:cubicBezTo>
                  <a:pt x="84" y="41"/>
                  <a:pt x="84" y="43"/>
                  <a:pt x="82" y="44"/>
                </a:cubicBezTo>
                <a:cubicBezTo>
                  <a:pt x="81" y="45"/>
                  <a:pt x="80" y="46"/>
                  <a:pt x="78" y="46"/>
                </a:cubicBezTo>
                <a:cubicBezTo>
                  <a:pt x="76" y="46"/>
                  <a:pt x="75" y="46"/>
                  <a:pt x="74" y="45"/>
                </a:cubicBezTo>
                <a:cubicBezTo>
                  <a:pt x="73" y="44"/>
                  <a:pt x="72" y="43"/>
                  <a:pt x="71" y="41"/>
                </a:cubicBezTo>
                <a:cubicBezTo>
                  <a:pt x="69" y="38"/>
                  <a:pt x="68" y="36"/>
                  <a:pt x="66" y="35"/>
                </a:cubicBezTo>
                <a:cubicBezTo>
                  <a:pt x="64" y="34"/>
                  <a:pt x="61" y="33"/>
                  <a:pt x="57" y="33"/>
                </a:cubicBezTo>
                <a:cubicBezTo>
                  <a:pt x="54" y="33"/>
                  <a:pt x="51" y="34"/>
                  <a:pt x="48" y="35"/>
                </a:cubicBezTo>
                <a:cubicBezTo>
                  <a:pt x="46" y="37"/>
                  <a:pt x="45" y="38"/>
                  <a:pt x="45" y="40"/>
                </a:cubicBezTo>
                <a:cubicBezTo>
                  <a:pt x="45" y="42"/>
                  <a:pt x="45" y="43"/>
                  <a:pt x="46" y="44"/>
                </a:cubicBezTo>
                <a:cubicBezTo>
                  <a:pt x="47" y="45"/>
                  <a:pt x="48" y="46"/>
                  <a:pt x="49" y="46"/>
                </a:cubicBezTo>
                <a:cubicBezTo>
                  <a:pt x="51" y="47"/>
                  <a:pt x="52" y="48"/>
                  <a:pt x="53" y="48"/>
                </a:cubicBezTo>
                <a:cubicBezTo>
                  <a:pt x="55" y="48"/>
                  <a:pt x="57" y="49"/>
                  <a:pt x="60" y="50"/>
                </a:cubicBezTo>
                <a:cubicBezTo>
                  <a:pt x="65" y="51"/>
                  <a:pt x="68" y="52"/>
                  <a:pt x="72" y="53"/>
                </a:cubicBezTo>
                <a:cubicBezTo>
                  <a:pt x="75" y="54"/>
                  <a:pt x="78" y="55"/>
                  <a:pt x="80" y="57"/>
                </a:cubicBezTo>
                <a:cubicBezTo>
                  <a:pt x="82" y="58"/>
                  <a:pt x="84" y="60"/>
                  <a:pt x="86" y="62"/>
                </a:cubicBezTo>
                <a:cubicBezTo>
                  <a:pt x="87" y="65"/>
                  <a:pt x="88" y="68"/>
                  <a:pt x="88" y="71"/>
                </a:cubicBezTo>
                <a:cubicBezTo>
                  <a:pt x="88" y="75"/>
                  <a:pt x="86" y="79"/>
                  <a:pt x="84" y="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16"/>
          <p:cNvSpPr/>
          <p:nvPr/>
        </p:nvSpPr>
        <p:spPr>
          <a:xfrm>
            <a:off x="271463" y="1806575"/>
            <a:ext cx="292100" cy="296863"/>
          </a:xfrm>
          <a:custGeom>
            <a:rect b="b" l="l" r="r" t="t"/>
            <a:pathLst>
              <a:path extrusionOk="0" h="116" w="114">
                <a:moveTo>
                  <a:pt x="73" y="0"/>
                </a:moveTo>
                <a:cubicBezTo>
                  <a:pt x="22" y="0"/>
                  <a:pt x="22" y="0"/>
                  <a:pt x="22" y="0"/>
                </a:cubicBezTo>
                <a:cubicBezTo>
                  <a:pt x="0" y="103"/>
                  <a:pt x="0" y="103"/>
                  <a:pt x="0" y="103"/>
                </a:cubicBezTo>
                <a:cubicBezTo>
                  <a:pt x="30" y="103"/>
                  <a:pt x="30" y="103"/>
                  <a:pt x="30" y="103"/>
                </a:cubicBezTo>
                <a:cubicBezTo>
                  <a:pt x="37" y="69"/>
                  <a:pt x="37" y="69"/>
                  <a:pt x="37" y="69"/>
                </a:cubicBezTo>
                <a:cubicBezTo>
                  <a:pt x="58" y="69"/>
                  <a:pt x="58" y="69"/>
                  <a:pt x="58" y="69"/>
                </a:cubicBezTo>
                <a:cubicBezTo>
                  <a:pt x="79" y="69"/>
                  <a:pt x="96" y="56"/>
                  <a:pt x="100" y="35"/>
                </a:cubicBezTo>
                <a:cubicBezTo>
                  <a:pt x="106" y="11"/>
                  <a:pt x="88" y="0"/>
                  <a:pt x="73" y="0"/>
                </a:cubicBezTo>
                <a:close/>
                <a:moveTo>
                  <a:pt x="51" y="49"/>
                </a:moveTo>
                <a:cubicBezTo>
                  <a:pt x="41" y="49"/>
                  <a:pt x="41" y="49"/>
                  <a:pt x="41" y="49"/>
                </a:cubicBezTo>
                <a:cubicBezTo>
                  <a:pt x="48" y="21"/>
                  <a:pt x="48" y="21"/>
                  <a:pt x="48" y="21"/>
                </a:cubicBezTo>
                <a:cubicBezTo>
                  <a:pt x="62" y="21"/>
                  <a:pt x="62" y="21"/>
                  <a:pt x="62" y="21"/>
                </a:cubicBezTo>
                <a:cubicBezTo>
                  <a:pt x="67" y="21"/>
                  <a:pt x="71" y="24"/>
                  <a:pt x="72" y="28"/>
                </a:cubicBezTo>
                <a:cubicBezTo>
                  <a:pt x="72" y="28"/>
                  <a:pt x="71" y="28"/>
                  <a:pt x="70" y="28"/>
                </a:cubicBezTo>
                <a:cubicBezTo>
                  <a:pt x="56" y="28"/>
                  <a:pt x="56" y="28"/>
                  <a:pt x="56" y="28"/>
                </a:cubicBezTo>
                <a:lnTo>
                  <a:pt x="51" y="49"/>
                </a:lnTo>
                <a:close/>
                <a:moveTo>
                  <a:pt x="72" y="35"/>
                </a:moveTo>
                <a:cubicBezTo>
                  <a:pt x="71" y="42"/>
                  <a:pt x="63" y="49"/>
                  <a:pt x="56" y="49"/>
                </a:cubicBezTo>
                <a:cubicBezTo>
                  <a:pt x="59" y="33"/>
                  <a:pt x="59" y="33"/>
                  <a:pt x="59" y="33"/>
                </a:cubicBezTo>
                <a:cubicBezTo>
                  <a:pt x="73" y="33"/>
                  <a:pt x="73" y="33"/>
                  <a:pt x="73" y="33"/>
                </a:cubicBezTo>
                <a:cubicBezTo>
                  <a:pt x="73" y="34"/>
                  <a:pt x="73" y="34"/>
                  <a:pt x="72" y="35"/>
                </a:cubicBezTo>
                <a:close/>
                <a:moveTo>
                  <a:pt x="109" y="42"/>
                </a:moveTo>
                <a:cubicBezTo>
                  <a:pt x="110" y="34"/>
                  <a:pt x="109" y="27"/>
                  <a:pt x="107" y="22"/>
                </a:cubicBezTo>
                <a:cubicBezTo>
                  <a:pt x="112" y="28"/>
                  <a:pt x="114" y="36"/>
                  <a:pt x="112" y="48"/>
                </a:cubicBezTo>
                <a:cubicBezTo>
                  <a:pt x="108" y="69"/>
                  <a:pt x="90" y="81"/>
                  <a:pt x="70" y="81"/>
                </a:cubicBezTo>
                <a:cubicBezTo>
                  <a:pt x="49" y="81"/>
                  <a:pt x="49" y="81"/>
                  <a:pt x="49" y="81"/>
                </a:cubicBezTo>
                <a:cubicBezTo>
                  <a:pt x="41" y="116"/>
                  <a:pt x="41" y="116"/>
                  <a:pt x="41" y="116"/>
                </a:cubicBezTo>
                <a:cubicBezTo>
                  <a:pt x="12" y="116"/>
                  <a:pt x="12" y="116"/>
                  <a:pt x="12" y="116"/>
                </a:cubicBezTo>
                <a:cubicBezTo>
                  <a:pt x="13" y="110"/>
                  <a:pt x="13" y="110"/>
                  <a:pt x="13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45" y="76"/>
                  <a:pt x="45" y="76"/>
                  <a:pt x="45" y="76"/>
                </a:cubicBezTo>
                <a:cubicBezTo>
                  <a:pt x="67" y="76"/>
                  <a:pt x="67" y="76"/>
                  <a:pt x="67" y="76"/>
                </a:cubicBezTo>
                <a:cubicBezTo>
                  <a:pt x="87" y="76"/>
                  <a:pt x="104" y="63"/>
                  <a:pt x="109" y="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9" name="Google Shape;3799;p16"/>
          <p:cNvSpPr/>
          <p:nvPr/>
        </p:nvSpPr>
        <p:spPr>
          <a:xfrm>
            <a:off x="7989888" y="1209675"/>
            <a:ext cx="296862" cy="296863"/>
          </a:xfrm>
          <a:custGeom>
            <a:rect b="b" l="l" r="r" t="t"/>
            <a:pathLst>
              <a:path extrusionOk="0" h="116" w="116">
                <a:moveTo>
                  <a:pt x="107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3"/>
                  <a:pt x="4" y="116"/>
                  <a:pt x="8" y="116"/>
                </a:cubicBezTo>
                <a:cubicBezTo>
                  <a:pt x="107" y="116"/>
                  <a:pt x="107" y="116"/>
                  <a:pt x="107" y="116"/>
                </a:cubicBezTo>
                <a:cubicBezTo>
                  <a:pt x="112" y="116"/>
                  <a:pt x="116" y="113"/>
                  <a:pt x="116" y="10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6" y="4"/>
                  <a:pt x="112" y="0"/>
                  <a:pt x="107" y="0"/>
                </a:cubicBezTo>
                <a:close/>
                <a:moveTo>
                  <a:pt x="35" y="98"/>
                </a:moveTo>
                <a:cubicBezTo>
                  <a:pt x="17" y="98"/>
                  <a:pt x="17" y="98"/>
                  <a:pt x="17" y="98"/>
                </a:cubicBezTo>
                <a:cubicBezTo>
                  <a:pt x="17" y="45"/>
                  <a:pt x="17" y="45"/>
                  <a:pt x="17" y="45"/>
                </a:cubicBezTo>
                <a:cubicBezTo>
                  <a:pt x="35" y="45"/>
                  <a:pt x="35" y="45"/>
                  <a:pt x="35" y="45"/>
                </a:cubicBezTo>
                <a:lnTo>
                  <a:pt x="35" y="98"/>
                </a:lnTo>
                <a:close/>
                <a:moveTo>
                  <a:pt x="26" y="38"/>
                </a:moveTo>
                <a:cubicBezTo>
                  <a:pt x="26" y="38"/>
                  <a:pt x="26" y="38"/>
                  <a:pt x="26" y="38"/>
                </a:cubicBezTo>
                <a:cubicBezTo>
                  <a:pt x="20" y="38"/>
                  <a:pt x="16" y="34"/>
                  <a:pt x="16" y="29"/>
                </a:cubicBezTo>
                <a:cubicBezTo>
                  <a:pt x="16" y="24"/>
                  <a:pt x="20" y="20"/>
                  <a:pt x="26" y="20"/>
                </a:cubicBezTo>
                <a:cubicBezTo>
                  <a:pt x="32" y="20"/>
                  <a:pt x="36" y="24"/>
                  <a:pt x="36" y="29"/>
                </a:cubicBezTo>
                <a:cubicBezTo>
                  <a:pt x="36" y="34"/>
                  <a:pt x="32" y="38"/>
                  <a:pt x="26" y="38"/>
                </a:cubicBezTo>
                <a:close/>
                <a:moveTo>
                  <a:pt x="98" y="98"/>
                </a:moveTo>
                <a:cubicBezTo>
                  <a:pt x="81" y="98"/>
                  <a:pt x="81" y="98"/>
                  <a:pt x="81" y="98"/>
                </a:cubicBezTo>
                <a:cubicBezTo>
                  <a:pt x="81" y="69"/>
                  <a:pt x="81" y="69"/>
                  <a:pt x="81" y="69"/>
                </a:cubicBezTo>
                <a:cubicBezTo>
                  <a:pt x="81" y="62"/>
                  <a:pt x="78" y="58"/>
                  <a:pt x="72" y="58"/>
                </a:cubicBezTo>
                <a:cubicBezTo>
                  <a:pt x="67" y="58"/>
                  <a:pt x="64" y="61"/>
                  <a:pt x="63" y="64"/>
                </a:cubicBezTo>
                <a:cubicBezTo>
                  <a:pt x="62" y="65"/>
                  <a:pt x="62" y="67"/>
                  <a:pt x="62" y="68"/>
                </a:cubicBezTo>
                <a:cubicBezTo>
                  <a:pt x="62" y="98"/>
                  <a:pt x="62" y="98"/>
                  <a:pt x="62" y="98"/>
                </a:cubicBezTo>
                <a:cubicBezTo>
                  <a:pt x="45" y="98"/>
                  <a:pt x="45" y="98"/>
                  <a:pt x="45" y="98"/>
                </a:cubicBezTo>
                <a:cubicBezTo>
                  <a:pt x="45" y="98"/>
                  <a:pt x="45" y="50"/>
                  <a:pt x="45" y="45"/>
                </a:cubicBezTo>
                <a:cubicBezTo>
                  <a:pt x="62" y="45"/>
                  <a:pt x="62" y="45"/>
                  <a:pt x="62" y="45"/>
                </a:cubicBezTo>
                <a:cubicBezTo>
                  <a:pt x="62" y="53"/>
                  <a:pt x="62" y="53"/>
                  <a:pt x="62" y="53"/>
                </a:cubicBezTo>
                <a:cubicBezTo>
                  <a:pt x="64" y="49"/>
                  <a:pt x="69" y="44"/>
                  <a:pt x="78" y="44"/>
                </a:cubicBezTo>
                <a:cubicBezTo>
                  <a:pt x="90" y="44"/>
                  <a:pt x="98" y="51"/>
                  <a:pt x="98" y="67"/>
                </a:cubicBezTo>
                <a:lnTo>
                  <a:pt x="98" y="98"/>
                </a:lnTo>
                <a:close/>
                <a:moveTo>
                  <a:pt x="62" y="53"/>
                </a:moveTo>
                <a:cubicBezTo>
                  <a:pt x="62" y="53"/>
                  <a:pt x="62" y="53"/>
                  <a:pt x="62" y="53"/>
                </a:cubicBezTo>
                <a:cubicBezTo>
                  <a:pt x="62" y="53"/>
                  <a:pt x="62" y="53"/>
                  <a:pt x="62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16"/>
          <p:cNvSpPr/>
          <p:nvPr/>
        </p:nvSpPr>
        <p:spPr>
          <a:xfrm>
            <a:off x="7392988" y="1209675"/>
            <a:ext cx="300037" cy="296863"/>
          </a:xfrm>
          <a:custGeom>
            <a:rect b="b" l="l" r="r" t="t"/>
            <a:pathLst>
              <a:path extrusionOk="0" h="116" w="117">
                <a:moveTo>
                  <a:pt x="117" y="20"/>
                </a:moveTo>
                <a:cubicBezTo>
                  <a:pt x="117" y="9"/>
                  <a:pt x="107" y="0"/>
                  <a:pt x="97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0" y="0"/>
                  <a:pt x="0" y="9"/>
                  <a:pt x="0" y="20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7"/>
                  <a:pt x="10" y="116"/>
                  <a:pt x="20" y="116"/>
                </a:cubicBezTo>
                <a:cubicBezTo>
                  <a:pt x="58" y="116"/>
                  <a:pt x="58" y="116"/>
                  <a:pt x="58" y="116"/>
                </a:cubicBezTo>
                <a:cubicBezTo>
                  <a:pt x="58" y="73"/>
                  <a:pt x="58" y="73"/>
                  <a:pt x="58" y="73"/>
                </a:cubicBezTo>
                <a:cubicBezTo>
                  <a:pt x="44" y="73"/>
                  <a:pt x="44" y="73"/>
                  <a:pt x="44" y="73"/>
                </a:cubicBezTo>
                <a:cubicBezTo>
                  <a:pt x="44" y="53"/>
                  <a:pt x="44" y="53"/>
                  <a:pt x="44" y="53"/>
                </a:cubicBezTo>
                <a:cubicBezTo>
                  <a:pt x="58" y="53"/>
                  <a:pt x="58" y="53"/>
                  <a:pt x="58" y="53"/>
                </a:cubicBezTo>
                <a:cubicBezTo>
                  <a:pt x="58" y="46"/>
                  <a:pt x="58" y="46"/>
                  <a:pt x="58" y="46"/>
                </a:cubicBezTo>
                <a:cubicBezTo>
                  <a:pt x="58" y="33"/>
                  <a:pt x="68" y="21"/>
                  <a:pt x="80" y="21"/>
                </a:cubicBezTo>
                <a:cubicBezTo>
                  <a:pt x="96" y="21"/>
                  <a:pt x="96" y="21"/>
                  <a:pt x="96" y="21"/>
                </a:cubicBezTo>
                <a:cubicBezTo>
                  <a:pt x="96" y="40"/>
                  <a:pt x="96" y="40"/>
                  <a:pt x="96" y="40"/>
                </a:cubicBezTo>
                <a:cubicBezTo>
                  <a:pt x="80" y="40"/>
                  <a:pt x="80" y="40"/>
                  <a:pt x="80" y="40"/>
                </a:cubicBezTo>
                <a:cubicBezTo>
                  <a:pt x="79" y="40"/>
                  <a:pt x="77" y="42"/>
                  <a:pt x="77" y="46"/>
                </a:cubicBezTo>
                <a:cubicBezTo>
                  <a:pt x="77" y="53"/>
                  <a:pt x="77" y="53"/>
                  <a:pt x="77" y="53"/>
                </a:cubicBezTo>
                <a:cubicBezTo>
                  <a:pt x="96" y="53"/>
                  <a:pt x="96" y="53"/>
                  <a:pt x="96" y="53"/>
                </a:cubicBezTo>
                <a:cubicBezTo>
                  <a:pt x="96" y="73"/>
                  <a:pt x="96" y="73"/>
                  <a:pt x="96" y="7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116"/>
                  <a:pt x="77" y="116"/>
                  <a:pt x="77" y="116"/>
                </a:cubicBezTo>
                <a:cubicBezTo>
                  <a:pt x="97" y="116"/>
                  <a:pt x="97" y="116"/>
                  <a:pt x="97" y="116"/>
                </a:cubicBezTo>
                <a:cubicBezTo>
                  <a:pt x="107" y="116"/>
                  <a:pt x="117" y="107"/>
                  <a:pt x="117" y="97"/>
                </a:cubicBezTo>
                <a:lnTo>
                  <a:pt x="117" y="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16"/>
          <p:cNvSpPr/>
          <p:nvPr/>
        </p:nvSpPr>
        <p:spPr>
          <a:xfrm>
            <a:off x="857250" y="1836738"/>
            <a:ext cx="296863" cy="266700"/>
          </a:xfrm>
          <a:custGeom>
            <a:rect b="b" l="l" r="r" t="t"/>
            <a:pathLst>
              <a:path extrusionOk="0" h="168" w="187">
                <a:moveTo>
                  <a:pt x="152" y="65"/>
                </a:moveTo>
                <a:lnTo>
                  <a:pt x="97" y="31"/>
                </a:lnTo>
                <a:lnTo>
                  <a:pt x="132" y="0"/>
                </a:lnTo>
                <a:lnTo>
                  <a:pt x="187" y="36"/>
                </a:lnTo>
                <a:lnTo>
                  <a:pt x="152" y="65"/>
                </a:lnTo>
                <a:close/>
                <a:moveTo>
                  <a:pt x="131" y="129"/>
                </a:moveTo>
                <a:lnTo>
                  <a:pt x="185" y="97"/>
                </a:lnTo>
                <a:lnTo>
                  <a:pt x="153" y="69"/>
                </a:lnTo>
                <a:lnTo>
                  <a:pt x="100" y="102"/>
                </a:lnTo>
                <a:lnTo>
                  <a:pt x="131" y="129"/>
                </a:lnTo>
                <a:close/>
                <a:moveTo>
                  <a:pt x="89" y="102"/>
                </a:moveTo>
                <a:lnTo>
                  <a:pt x="36" y="69"/>
                </a:lnTo>
                <a:lnTo>
                  <a:pt x="3" y="97"/>
                </a:lnTo>
                <a:lnTo>
                  <a:pt x="57" y="129"/>
                </a:lnTo>
                <a:lnTo>
                  <a:pt x="89" y="102"/>
                </a:lnTo>
                <a:close/>
                <a:moveTo>
                  <a:pt x="37" y="124"/>
                </a:moveTo>
                <a:lnTo>
                  <a:pt x="37" y="134"/>
                </a:lnTo>
                <a:lnTo>
                  <a:pt x="92" y="168"/>
                </a:lnTo>
                <a:lnTo>
                  <a:pt x="92" y="105"/>
                </a:lnTo>
                <a:lnTo>
                  <a:pt x="57" y="134"/>
                </a:lnTo>
                <a:lnTo>
                  <a:pt x="37" y="124"/>
                </a:lnTo>
                <a:close/>
                <a:moveTo>
                  <a:pt x="150" y="124"/>
                </a:moveTo>
                <a:lnTo>
                  <a:pt x="132" y="134"/>
                </a:lnTo>
                <a:lnTo>
                  <a:pt x="97" y="105"/>
                </a:lnTo>
                <a:lnTo>
                  <a:pt x="97" y="168"/>
                </a:lnTo>
                <a:lnTo>
                  <a:pt x="150" y="134"/>
                </a:lnTo>
                <a:lnTo>
                  <a:pt x="150" y="124"/>
                </a:lnTo>
                <a:close/>
                <a:moveTo>
                  <a:pt x="92" y="31"/>
                </a:moveTo>
                <a:lnTo>
                  <a:pt x="57" y="0"/>
                </a:lnTo>
                <a:lnTo>
                  <a:pt x="0" y="36"/>
                </a:lnTo>
                <a:lnTo>
                  <a:pt x="36" y="65"/>
                </a:lnTo>
                <a:lnTo>
                  <a:pt x="92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16"/>
          <p:cNvSpPr/>
          <p:nvPr/>
        </p:nvSpPr>
        <p:spPr>
          <a:xfrm>
            <a:off x="8583613" y="1209675"/>
            <a:ext cx="296862" cy="296863"/>
          </a:xfrm>
          <a:custGeom>
            <a:rect b="b" l="l" r="r" t="t"/>
            <a:pathLst>
              <a:path extrusionOk="0" h="116" w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90" y="116"/>
                  <a:pt x="116" y="90"/>
                  <a:pt x="116" y="58"/>
                </a:cubicBezTo>
                <a:cubicBezTo>
                  <a:pt x="116" y="26"/>
                  <a:pt x="90" y="0"/>
                  <a:pt x="58" y="0"/>
                </a:cubicBezTo>
                <a:close/>
                <a:moveTo>
                  <a:pt x="94" y="30"/>
                </a:moveTo>
                <a:cubicBezTo>
                  <a:pt x="99" y="38"/>
                  <a:pt x="103" y="47"/>
                  <a:pt x="103" y="56"/>
                </a:cubicBezTo>
                <a:cubicBezTo>
                  <a:pt x="97" y="55"/>
                  <a:pt x="91" y="54"/>
                  <a:pt x="85" y="54"/>
                </a:cubicBezTo>
                <a:cubicBezTo>
                  <a:pt x="85" y="54"/>
                  <a:pt x="85" y="54"/>
                  <a:pt x="85" y="54"/>
                </a:cubicBezTo>
                <a:cubicBezTo>
                  <a:pt x="85" y="54"/>
                  <a:pt x="85" y="54"/>
                  <a:pt x="85" y="54"/>
                </a:cubicBezTo>
                <a:cubicBezTo>
                  <a:pt x="80" y="54"/>
                  <a:pt x="76" y="55"/>
                  <a:pt x="72" y="55"/>
                </a:cubicBezTo>
                <a:cubicBezTo>
                  <a:pt x="71" y="53"/>
                  <a:pt x="70" y="51"/>
                  <a:pt x="69" y="48"/>
                </a:cubicBezTo>
                <a:cubicBezTo>
                  <a:pt x="78" y="44"/>
                  <a:pt x="87" y="39"/>
                  <a:pt x="94" y="30"/>
                </a:cubicBezTo>
                <a:close/>
                <a:moveTo>
                  <a:pt x="58" y="13"/>
                </a:moveTo>
                <a:cubicBezTo>
                  <a:pt x="69" y="13"/>
                  <a:pt x="79" y="17"/>
                  <a:pt x="86" y="23"/>
                </a:cubicBezTo>
                <a:cubicBezTo>
                  <a:pt x="80" y="30"/>
                  <a:pt x="73" y="35"/>
                  <a:pt x="64" y="39"/>
                </a:cubicBezTo>
                <a:cubicBezTo>
                  <a:pt x="58" y="27"/>
                  <a:pt x="52" y="19"/>
                  <a:pt x="48" y="14"/>
                </a:cubicBezTo>
                <a:cubicBezTo>
                  <a:pt x="52" y="13"/>
                  <a:pt x="55" y="13"/>
                  <a:pt x="58" y="13"/>
                </a:cubicBezTo>
                <a:close/>
                <a:moveTo>
                  <a:pt x="38" y="18"/>
                </a:moveTo>
                <a:cubicBezTo>
                  <a:pt x="41" y="22"/>
                  <a:pt x="47" y="30"/>
                  <a:pt x="54" y="42"/>
                </a:cubicBezTo>
                <a:cubicBezTo>
                  <a:pt x="41" y="47"/>
                  <a:pt x="27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5" y="47"/>
                  <a:pt x="14" y="47"/>
                </a:cubicBezTo>
                <a:cubicBezTo>
                  <a:pt x="17" y="34"/>
                  <a:pt x="26" y="24"/>
                  <a:pt x="38" y="18"/>
                </a:cubicBezTo>
                <a:close/>
                <a:moveTo>
                  <a:pt x="13" y="58"/>
                </a:moveTo>
                <a:cubicBezTo>
                  <a:pt x="13" y="58"/>
                  <a:pt x="13" y="58"/>
                  <a:pt x="13" y="58"/>
                </a:cubicBezTo>
                <a:cubicBezTo>
                  <a:pt x="14" y="58"/>
                  <a:pt x="16" y="58"/>
                  <a:pt x="18" y="58"/>
                </a:cubicBezTo>
                <a:cubicBezTo>
                  <a:pt x="18" y="58"/>
                  <a:pt x="18" y="58"/>
                  <a:pt x="18" y="58"/>
                </a:cubicBezTo>
                <a:cubicBezTo>
                  <a:pt x="27" y="58"/>
                  <a:pt x="43" y="57"/>
                  <a:pt x="59" y="52"/>
                </a:cubicBezTo>
                <a:cubicBezTo>
                  <a:pt x="60" y="54"/>
                  <a:pt x="61" y="56"/>
                  <a:pt x="61" y="58"/>
                </a:cubicBezTo>
                <a:cubicBezTo>
                  <a:pt x="51" y="61"/>
                  <a:pt x="42" y="67"/>
                  <a:pt x="36" y="73"/>
                </a:cubicBezTo>
                <a:cubicBezTo>
                  <a:pt x="30" y="78"/>
                  <a:pt x="26" y="84"/>
                  <a:pt x="23" y="88"/>
                </a:cubicBezTo>
                <a:cubicBezTo>
                  <a:pt x="17" y="80"/>
                  <a:pt x="13" y="69"/>
                  <a:pt x="13" y="58"/>
                </a:cubicBezTo>
                <a:close/>
                <a:moveTo>
                  <a:pt x="58" y="104"/>
                </a:moveTo>
                <a:cubicBezTo>
                  <a:pt x="48" y="104"/>
                  <a:pt x="39" y="100"/>
                  <a:pt x="31" y="95"/>
                </a:cubicBezTo>
                <a:cubicBezTo>
                  <a:pt x="33" y="92"/>
                  <a:pt x="36" y="87"/>
                  <a:pt x="42" y="82"/>
                </a:cubicBezTo>
                <a:cubicBezTo>
                  <a:pt x="47" y="76"/>
                  <a:pt x="55" y="71"/>
                  <a:pt x="65" y="68"/>
                </a:cubicBezTo>
                <a:cubicBezTo>
                  <a:pt x="69" y="77"/>
                  <a:pt x="72" y="88"/>
                  <a:pt x="74" y="101"/>
                </a:cubicBezTo>
                <a:cubicBezTo>
                  <a:pt x="69" y="103"/>
                  <a:pt x="64" y="104"/>
                  <a:pt x="58" y="104"/>
                </a:cubicBezTo>
                <a:close/>
                <a:moveTo>
                  <a:pt x="84" y="96"/>
                </a:moveTo>
                <a:cubicBezTo>
                  <a:pt x="81" y="84"/>
                  <a:pt x="79" y="74"/>
                  <a:pt x="75" y="65"/>
                </a:cubicBezTo>
                <a:cubicBezTo>
                  <a:pt x="78" y="65"/>
                  <a:pt x="81" y="65"/>
                  <a:pt x="85" y="65"/>
                </a:cubicBezTo>
                <a:cubicBezTo>
                  <a:pt x="85" y="65"/>
                  <a:pt x="85" y="65"/>
                  <a:pt x="85" y="65"/>
                </a:cubicBezTo>
                <a:cubicBezTo>
                  <a:pt x="85" y="65"/>
                  <a:pt x="85" y="65"/>
                  <a:pt x="85" y="65"/>
                </a:cubicBezTo>
                <a:cubicBezTo>
                  <a:pt x="85" y="65"/>
                  <a:pt x="85" y="65"/>
                  <a:pt x="85" y="65"/>
                </a:cubicBezTo>
                <a:cubicBezTo>
                  <a:pt x="90" y="65"/>
                  <a:pt x="96" y="65"/>
                  <a:pt x="103" y="67"/>
                </a:cubicBezTo>
                <a:cubicBezTo>
                  <a:pt x="100" y="79"/>
                  <a:pt x="93" y="89"/>
                  <a:pt x="84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16"/>
          <p:cNvSpPr/>
          <p:nvPr/>
        </p:nvSpPr>
        <p:spPr>
          <a:xfrm>
            <a:off x="7392988" y="3589338"/>
            <a:ext cx="300037" cy="300037"/>
          </a:xfrm>
          <a:custGeom>
            <a:rect b="b" l="l" r="r" t="t"/>
            <a:pathLst>
              <a:path extrusionOk="0" h="189" w="189">
                <a:moveTo>
                  <a:pt x="0" y="0"/>
                </a:moveTo>
                <a:lnTo>
                  <a:pt x="25" y="164"/>
                </a:lnTo>
                <a:lnTo>
                  <a:pt x="94" y="189"/>
                </a:lnTo>
                <a:lnTo>
                  <a:pt x="165" y="164"/>
                </a:lnTo>
                <a:lnTo>
                  <a:pt x="189" y="0"/>
                </a:lnTo>
                <a:lnTo>
                  <a:pt x="0" y="0"/>
                </a:lnTo>
                <a:close/>
                <a:moveTo>
                  <a:pt x="150" y="48"/>
                </a:moveTo>
                <a:lnTo>
                  <a:pt x="70" y="48"/>
                </a:lnTo>
                <a:lnTo>
                  <a:pt x="71" y="71"/>
                </a:lnTo>
                <a:lnTo>
                  <a:pt x="149" y="71"/>
                </a:lnTo>
                <a:lnTo>
                  <a:pt x="142" y="142"/>
                </a:lnTo>
                <a:lnTo>
                  <a:pt x="94" y="153"/>
                </a:lnTo>
                <a:lnTo>
                  <a:pt x="47" y="142"/>
                </a:lnTo>
                <a:lnTo>
                  <a:pt x="44" y="106"/>
                </a:lnTo>
                <a:lnTo>
                  <a:pt x="71" y="106"/>
                </a:lnTo>
                <a:lnTo>
                  <a:pt x="73" y="124"/>
                </a:lnTo>
                <a:lnTo>
                  <a:pt x="94" y="129"/>
                </a:lnTo>
                <a:lnTo>
                  <a:pt x="118" y="124"/>
                </a:lnTo>
                <a:lnTo>
                  <a:pt x="121" y="95"/>
                </a:lnTo>
                <a:lnTo>
                  <a:pt x="44" y="95"/>
                </a:lnTo>
                <a:lnTo>
                  <a:pt x="36" y="24"/>
                </a:lnTo>
                <a:lnTo>
                  <a:pt x="153" y="24"/>
                </a:lnTo>
                <a:lnTo>
                  <a:pt x="150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04" name="Google Shape;3804;p16"/>
          <p:cNvGrpSpPr/>
          <p:nvPr/>
        </p:nvGrpSpPr>
        <p:grpSpPr>
          <a:xfrm>
            <a:off x="263525" y="4186429"/>
            <a:ext cx="296863" cy="296863"/>
            <a:chOff x="263525" y="4327525"/>
            <a:chExt cx="296863" cy="296863"/>
          </a:xfrm>
        </p:grpSpPr>
        <p:sp>
          <p:nvSpPr>
            <p:cNvPr id="3805" name="Google Shape;3805;p16"/>
            <p:cNvSpPr/>
            <p:nvPr/>
          </p:nvSpPr>
          <p:spPr>
            <a:xfrm>
              <a:off x="263525" y="4327525"/>
              <a:ext cx="296863" cy="296863"/>
            </a:xfrm>
            <a:custGeom>
              <a:rect b="b" l="l" r="r" t="t"/>
              <a:pathLst>
                <a:path extrusionOk="0" h="187" w="187">
                  <a:moveTo>
                    <a:pt x="163" y="0"/>
                  </a:moveTo>
                  <a:lnTo>
                    <a:pt x="0" y="0"/>
                  </a:lnTo>
                  <a:lnTo>
                    <a:pt x="0" y="187"/>
                  </a:lnTo>
                  <a:lnTo>
                    <a:pt x="187" y="187"/>
                  </a:lnTo>
                  <a:lnTo>
                    <a:pt x="187" y="22"/>
                  </a:lnTo>
                  <a:lnTo>
                    <a:pt x="163" y="0"/>
                  </a:lnTo>
                  <a:close/>
                  <a:moveTo>
                    <a:pt x="47" y="0"/>
                  </a:moveTo>
                  <a:lnTo>
                    <a:pt x="141" y="0"/>
                  </a:lnTo>
                  <a:lnTo>
                    <a:pt x="141" y="58"/>
                  </a:lnTo>
                  <a:lnTo>
                    <a:pt x="47" y="58"/>
                  </a:lnTo>
                  <a:lnTo>
                    <a:pt x="47" y="0"/>
                  </a:lnTo>
                  <a:close/>
                  <a:moveTo>
                    <a:pt x="23" y="176"/>
                  </a:moveTo>
                  <a:lnTo>
                    <a:pt x="23" y="105"/>
                  </a:lnTo>
                  <a:lnTo>
                    <a:pt x="152" y="105"/>
                  </a:lnTo>
                  <a:lnTo>
                    <a:pt x="152" y="176"/>
                  </a:lnTo>
                  <a:lnTo>
                    <a:pt x="23" y="176"/>
                  </a:lnTo>
                  <a:close/>
                  <a:moveTo>
                    <a:pt x="176" y="163"/>
                  </a:moveTo>
                  <a:lnTo>
                    <a:pt x="163" y="163"/>
                  </a:lnTo>
                  <a:lnTo>
                    <a:pt x="163" y="151"/>
                  </a:lnTo>
                  <a:lnTo>
                    <a:pt x="176" y="151"/>
                  </a:lnTo>
                  <a:lnTo>
                    <a:pt x="176" y="1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16"/>
            <p:cNvSpPr/>
            <p:nvPr/>
          </p:nvSpPr>
          <p:spPr>
            <a:xfrm>
              <a:off x="430213" y="4344988"/>
              <a:ext cx="381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16"/>
            <p:cNvSpPr/>
            <p:nvPr/>
          </p:nvSpPr>
          <p:spPr>
            <a:xfrm>
              <a:off x="338138" y="4567238"/>
              <a:ext cx="130175" cy="19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16"/>
            <p:cNvSpPr/>
            <p:nvPr/>
          </p:nvSpPr>
          <p:spPr>
            <a:xfrm>
              <a:off x="338138" y="4532313"/>
              <a:ext cx="92075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9" name="Google Shape;3809;p16"/>
          <p:cNvGrpSpPr/>
          <p:nvPr/>
        </p:nvGrpSpPr>
        <p:grpSpPr>
          <a:xfrm>
            <a:off x="8583613" y="3589529"/>
            <a:ext cx="296863" cy="300038"/>
            <a:chOff x="8583613" y="3730625"/>
            <a:chExt cx="296863" cy="300038"/>
          </a:xfrm>
        </p:grpSpPr>
        <p:sp>
          <p:nvSpPr>
            <p:cNvPr id="3810" name="Google Shape;3810;p16"/>
            <p:cNvSpPr/>
            <p:nvPr/>
          </p:nvSpPr>
          <p:spPr>
            <a:xfrm>
              <a:off x="8629650" y="3763963"/>
              <a:ext cx="26988" cy="26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16"/>
            <p:cNvSpPr/>
            <p:nvPr/>
          </p:nvSpPr>
          <p:spPr>
            <a:xfrm>
              <a:off x="8667750" y="3763963"/>
              <a:ext cx="28575" cy="26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16"/>
            <p:cNvSpPr/>
            <p:nvPr/>
          </p:nvSpPr>
          <p:spPr>
            <a:xfrm>
              <a:off x="8702675" y="3763963"/>
              <a:ext cx="28575" cy="26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16"/>
            <p:cNvSpPr/>
            <p:nvPr/>
          </p:nvSpPr>
          <p:spPr>
            <a:xfrm>
              <a:off x="8583613" y="3730625"/>
              <a:ext cx="296863" cy="300038"/>
            </a:xfrm>
            <a:custGeom>
              <a:rect b="b" l="l" r="r" t="t"/>
              <a:pathLst>
                <a:path extrusionOk="0" h="117" w="116">
                  <a:moveTo>
                    <a:pt x="102" y="22"/>
                  </a:moveTo>
                  <a:cubicBezTo>
                    <a:pt x="94" y="22"/>
                    <a:pt x="94" y="22"/>
                    <a:pt x="94" y="22"/>
                  </a:cubicBezTo>
                  <a:cubicBezTo>
                    <a:pt x="94" y="15"/>
                    <a:pt x="94" y="15"/>
                    <a:pt x="94" y="15"/>
                  </a:cubicBezTo>
                  <a:cubicBezTo>
                    <a:pt x="94" y="7"/>
                    <a:pt x="88" y="0"/>
                    <a:pt x="80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8"/>
                    <a:pt x="7" y="95"/>
                    <a:pt x="15" y="9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22" y="110"/>
                    <a:pt x="28" y="117"/>
                    <a:pt x="36" y="117"/>
                  </a:cubicBezTo>
                  <a:cubicBezTo>
                    <a:pt x="102" y="117"/>
                    <a:pt x="102" y="117"/>
                    <a:pt x="102" y="117"/>
                  </a:cubicBezTo>
                  <a:cubicBezTo>
                    <a:pt x="110" y="117"/>
                    <a:pt x="116" y="110"/>
                    <a:pt x="116" y="102"/>
                  </a:cubicBezTo>
                  <a:cubicBezTo>
                    <a:pt x="116" y="37"/>
                    <a:pt x="116" y="37"/>
                    <a:pt x="116" y="37"/>
                  </a:cubicBezTo>
                  <a:cubicBezTo>
                    <a:pt x="116" y="29"/>
                    <a:pt x="110" y="22"/>
                    <a:pt x="102" y="22"/>
                  </a:cubicBezTo>
                  <a:close/>
                  <a:moveTo>
                    <a:pt x="7" y="15"/>
                  </a:moveTo>
                  <a:cubicBezTo>
                    <a:pt x="7" y="11"/>
                    <a:pt x="11" y="8"/>
                    <a:pt x="15" y="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4" y="8"/>
                    <a:pt x="87" y="11"/>
                    <a:pt x="87" y="15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7" y="30"/>
                    <a:pt x="7" y="30"/>
                    <a:pt x="7" y="30"/>
                  </a:cubicBezTo>
                  <a:lnTo>
                    <a:pt x="7" y="15"/>
                  </a:lnTo>
                  <a:close/>
                  <a:moveTo>
                    <a:pt x="15" y="88"/>
                  </a:moveTo>
                  <a:cubicBezTo>
                    <a:pt x="11" y="88"/>
                    <a:pt x="7" y="84"/>
                    <a:pt x="7" y="80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7" y="80"/>
                    <a:pt x="87" y="80"/>
                    <a:pt x="87" y="80"/>
                  </a:cubicBezTo>
                  <a:cubicBezTo>
                    <a:pt x="87" y="84"/>
                    <a:pt x="84" y="88"/>
                    <a:pt x="80" y="88"/>
                  </a:cubicBezTo>
                  <a:lnTo>
                    <a:pt x="15" y="88"/>
                  </a:lnTo>
                  <a:close/>
                  <a:moveTo>
                    <a:pt x="109" y="102"/>
                  </a:moveTo>
                  <a:cubicBezTo>
                    <a:pt x="109" y="106"/>
                    <a:pt x="106" y="109"/>
                    <a:pt x="102" y="109"/>
                  </a:cubicBezTo>
                  <a:cubicBezTo>
                    <a:pt x="36" y="109"/>
                    <a:pt x="36" y="109"/>
                    <a:pt x="36" y="109"/>
                  </a:cubicBezTo>
                  <a:cubicBezTo>
                    <a:pt x="32" y="109"/>
                    <a:pt x="29" y="106"/>
                    <a:pt x="29" y="102"/>
                  </a:cubicBezTo>
                  <a:cubicBezTo>
                    <a:pt x="29" y="95"/>
                    <a:pt x="29" y="95"/>
                    <a:pt x="29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8" y="95"/>
                    <a:pt x="94" y="88"/>
                    <a:pt x="94" y="80"/>
                  </a:cubicBezTo>
                  <a:cubicBezTo>
                    <a:pt x="94" y="51"/>
                    <a:pt x="94" y="51"/>
                    <a:pt x="94" y="51"/>
                  </a:cubicBezTo>
                  <a:cubicBezTo>
                    <a:pt x="109" y="51"/>
                    <a:pt x="109" y="51"/>
                    <a:pt x="109" y="51"/>
                  </a:cubicBezTo>
                  <a:lnTo>
                    <a:pt x="109" y="102"/>
                  </a:lnTo>
                  <a:close/>
                  <a:moveTo>
                    <a:pt x="109" y="44"/>
                  </a:moveTo>
                  <a:cubicBezTo>
                    <a:pt x="94" y="44"/>
                    <a:pt x="94" y="44"/>
                    <a:pt x="94" y="44"/>
                  </a:cubicBezTo>
                  <a:cubicBezTo>
                    <a:pt x="94" y="30"/>
                    <a:pt x="94" y="30"/>
                    <a:pt x="94" y="30"/>
                  </a:cubicBezTo>
                  <a:cubicBezTo>
                    <a:pt x="102" y="30"/>
                    <a:pt x="102" y="30"/>
                    <a:pt x="102" y="30"/>
                  </a:cubicBezTo>
                  <a:cubicBezTo>
                    <a:pt x="106" y="30"/>
                    <a:pt x="109" y="33"/>
                    <a:pt x="109" y="37"/>
                  </a:cubicBezTo>
                  <a:lnTo>
                    <a:pt x="109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4" name="Google Shape;3814;p16"/>
          <p:cNvSpPr/>
          <p:nvPr/>
        </p:nvSpPr>
        <p:spPr>
          <a:xfrm>
            <a:off x="7989888" y="3589338"/>
            <a:ext cx="296862" cy="300037"/>
          </a:xfrm>
          <a:custGeom>
            <a:rect b="b" l="l" r="r" t="t"/>
            <a:pathLst>
              <a:path extrusionOk="0" h="189" w="187">
                <a:moveTo>
                  <a:pt x="0" y="0"/>
                </a:moveTo>
                <a:lnTo>
                  <a:pt x="22" y="164"/>
                </a:lnTo>
                <a:lnTo>
                  <a:pt x="93" y="189"/>
                </a:lnTo>
                <a:lnTo>
                  <a:pt x="163" y="164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151" y="48"/>
                </a:moveTo>
                <a:lnTo>
                  <a:pt x="105" y="71"/>
                </a:lnTo>
                <a:lnTo>
                  <a:pt x="146" y="71"/>
                </a:lnTo>
                <a:lnTo>
                  <a:pt x="140" y="142"/>
                </a:lnTo>
                <a:lnTo>
                  <a:pt x="93" y="153"/>
                </a:lnTo>
                <a:lnTo>
                  <a:pt x="47" y="142"/>
                </a:lnTo>
                <a:lnTo>
                  <a:pt x="43" y="106"/>
                </a:lnTo>
                <a:lnTo>
                  <a:pt x="69" y="106"/>
                </a:lnTo>
                <a:lnTo>
                  <a:pt x="72" y="124"/>
                </a:lnTo>
                <a:lnTo>
                  <a:pt x="93" y="129"/>
                </a:lnTo>
                <a:lnTo>
                  <a:pt x="116" y="124"/>
                </a:lnTo>
                <a:lnTo>
                  <a:pt x="119" y="95"/>
                </a:lnTo>
                <a:lnTo>
                  <a:pt x="42" y="95"/>
                </a:lnTo>
                <a:lnTo>
                  <a:pt x="40" y="77"/>
                </a:lnTo>
                <a:lnTo>
                  <a:pt x="53" y="71"/>
                </a:lnTo>
                <a:lnTo>
                  <a:pt x="101" y="48"/>
                </a:lnTo>
                <a:lnTo>
                  <a:pt x="37" y="48"/>
                </a:lnTo>
                <a:lnTo>
                  <a:pt x="34" y="24"/>
                </a:lnTo>
                <a:lnTo>
                  <a:pt x="151" y="24"/>
                </a:lnTo>
                <a:lnTo>
                  <a:pt x="151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5" name="Google Shape;3815;p16"/>
          <p:cNvSpPr/>
          <p:nvPr/>
        </p:nvSpPr>
        <p:spPr>
          <a:xfrm>
            <a:off x="2640013" y="4186238"/>
            <a:ext cx="296862" cy="296862"/>
          </a:xfrm>
          <a:custGeom>
            <a:rect b="b" l="l" r="r" t="t"/>
            <a:pathLst>
              <a:path extrusionOk="0" h="116" w="116">
                <a:moveTo>
                  <a:pt x="109" y="9"/>
                </a:moveTo>
                <a:cubicBezTo>
                  <a:pt x="99" y="4"/>
                  <a:pt x="80" y="0"/>
                  <a:pt x="58" y="0"/>
                </a:cubicBezTo>
                <a:cubicBezTo>
                  <a:pt x="36" y="0"/>
                  <a:pt x="17" y="4"/>
                  <a:pt x="7" y="9"/>
                </a:cubicBezTo>
                <a:cubicBezTo>
                  <a:pt x="3" y="12"/>
                  <a:pt x="0" y="15"/>
                  <a:pt x="0" y="1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01"/>
                  <a:pt x="3" y="104"/>
                  <a:pt x="7" y="107"/>
                </a:cubicBezTo>
                <a:cubicBezTo>
                  <a:pt x="17" y="112"/>
                  <a:pt x="36" y="116"/>
                  <a:pt x="58" y="116"/>
                </a:cubicBezTo>
                <a:cubicBezTo>
                  <a:pt x="80" y="116"/>
                  <a:pt x="99" y="112"/>
                  <a:pt x="109" y="107"/>
                </a:cubicBezTo>
                <a:cubicBezTo>
                  <a:pt x="114" y="104"/>
                  <a:pt x="116" y="101"/>
                  <a:pt x="116" y="98"/>
                </a:cubicBezTo>
                <a:cubicBezTo>
                  <a:pt x="116" y="18"/>
                  <a:pt x="116" y="18"/>
                  <a:pt x="116" y="18"/>
                </a:cubicBezTo>
                <a:cubicBezTo>
                  <a:pt x="116" y="15"/>
                  <a:pt x="114" y="12"/>
                  <a:pt x="109" y="9"/>
                </a:cubicBezTo>
                <a:close/>
                <a:moveTo>
                  <a:pt x="58" y="7"/>
                </a:moveTo>
                <a:cubicBezTo>
                  <a:pt x="89" y="7"/>
                  <a:pt x="106" y="14"/>
                  <a:pt x="109" y="18"/>
                </a:cubicBezTo>
                <a:cubicBezTo>
                  <a:pt x="106" y="21"/>
                  <a:pt x="89" y="29"/>
                  <a:pt x="58" y="29"/>
                </a:cubicBezTo>
                <a:cubicBezTo>
                  <a:pt x="27" y="29"/>
                  <a:pt x="10" y="21"/>
                  <a:pt x="7" y="18"/>
                </a:cubicBezTo>
                <a:cubicBezTo>
                  <a:pt x="10" y="14"/>
                  <a:pt x="27" y="7"/>
                  <a:pt x="58" y="7"/>
                </a:cubicBezTo>
                <a:close/>
                <a:moveTo>
                  <a:pt x="58" y="36"/>
                </a:moveTo>
                <a:cubicBezTo>
                  <a:pt x="80" y="36"/>
                  <a:pt x="99" y="32"/>
                  <a:pt x="109" y="27"/>
                </a:cubicBezTo>
                <a:cubicBezTo>
                  <a:pt x="109" y="43"/>
                  <a:pt x="109" y="43"/>
                  <a:pt x="109" y="43"/>
                </a:cubicBezTo>
                <a:cubicBezTo>
                  <a:pt x="109" y="43"/>
                  <a:pt x="109" y="43"/>
                  <a:pt x="109" y="43"/>
                </a:cubicBezTo>
                <a:cubicBezTo>
                  <a:pt x="106" y="47"/>
                  <a:pt x="89" y="54"/>
                  <a:pt x="58" y="54"/>
                </a:cubicBezTo>
                <a:cubicBezTo>
                  <a:pt x="27" y="54"/>
                  <a:pt x="10" y="47"/>
                  <a:pt x="7" y="43"/>
                </a:cubicBezTo>
                <a:cubicBezTo>
                  <a:pt x="7" y="43"/>
                  <a:pt x="7" y="43"/>
                  <a:pt x="7" y="43"/>
                </a:cubicBezTo>
                <a:cubicBezTo>
                  <a:pt x="7" y="27"/>
                  <a:pt x="7" y="27"/>
                  <a:pt x="7" y="27"/>
                </a:cubicBezTo>
                <a:cubicBezTo>
                  <a:pt x="17" y="32"/>
                  <a:pt x="36" y="36"/>
                  <a:pt x="58" y="36"/>
                </a:cubicBezTo>
                <a:close/>
                <a:moveTo>
                  <a:pt x="109" y="98"/>
                </a:moveTo>
                <a:cubicBezTo>
                  <a:pt x="109" y="98"/>
                  <a:pt x="109" y="98"/>
                  <a:pt x="109" y="98"/>
                </a:cubicBezTo>
                <a:cubicBezTo>
                  <a:pt x="106" y="101"/>
                  <a:pt x="89" y="109"/>
                  <a:pt x="58" y="109"/>
                </a:cubicBezTo>
                <a:cubicBezTo>
                  <a:pt x="27" y="109"/>
                  <a:pt x="10" y="101"/>
                  <a:pt x="7" y="98"/>
                </a:cubicBezTo>
                <a:cubicBezTo>
                  <a:pt x="7" y="98"/>
                  <a:pt x="7" y="98"/>
                  <a:pt x="7" y="98"/>
                </a:cubicBezTo>
                <a:cubicBezTo>
                  <a:pt x="7" y="78"/>
                  <a:pt x="7" y="78"/>
                  <a:pt x="7" y="78"/>
                </a:cubicBezTo>
                <a:cubicBezTo>
                  <a:pt x="17" y="83"/>
                  <a:pt x="36" y="87"/>
                  <a:pt x="58" y="87"/>
                </a:cubicBezTo>
                <a:cubicBezTo>
                  <a:pt x="80" y="87"/>
                  <a:pt x="99" y="83"/>
                  <a:pt x="109" y="78"/>
                </a:cubicBezTo>
                <a:lnTo>
                  <a:pt x="109" y="98"/>
                </a:lnTo>
                <a:close/>
                <a:moveTo>
                  <a:pt x="109" y="69"/>
                </a:moveTo>
                <a:cubicBezTo>
                  <a:pt x="109" y="69"/>
                  <a:pt x="109" y="69"/>
                  <a:pt x="109" y="69"/>
                </a:cubicBezTo>
                <a:cubicBezTo>
                  <a:pt x="106" y="72"/>
                  <a:pt x="89" y="80"/>
                  <a:pt x="58" y="80"/>
                </a:cubicBezTo>
                <a:cubicBezTo>
                  <a:pt x="27" y="80"/>
                  <a:pt x="10" y="72"/>
                  <a:pt x="7" y="69"/>
                </a:cubicBezTo>
                <a:cubicBezTo>
                  <a:pt x="7" y="69"/>
                  <a:pt x="7" y="69"/>
                  <a:pt x="7" y="69"/>
                </a:cubicBezTo>
                <a:cubicBezTo>
                  <a:pt x="7" y="52"/>
                  <a:pt x="7" y="52"/>
                  <a:pt x="7" y="52"/>
                </a:cubicBezTo>
                <a:cubicBezTo>
                  <a:pt x="17" y="58"/>
                  <a:pt x="36" y="61"/>
                  <a:pt x="58" y="61"/>
                </a:cubicBezTo>
                <a:cubicBezTo>
                  <a:pt x="80" y="61"/>
                  <a:pt x="99" y="58"/>
                  <a:pt x="109" y="52"/>
                </a:cubicBezTo>
                <a:lnTo>
                  <a:pt x="109" y="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16"/>
          <p:cNvSpPr/>
          <p:nvPr/>
        </p:nvSpPr>
        <p:spPr>
          <a:xfrm>
            <a:off x="857250" y="4186238"/>
            <a:ext cx="296863" cy="296862"/>
          </a:xfrm>
          <a:custGeom>
            <a:rect b="b" l="l" r="r" t="t"/>
            <a:pathLst>
              <a:path extrusionOk="0" h="187" w="187">
                <a:moveTo>
                  <a:pt x="0" y="0"/>
                </a:moveTo>
                <a:lnTo>
                  <a:pt x="0" y="187"/>
                </a:lnTo>
                <a:lnTo>
                  <a:pt x="187" y="187"/>
                </a:lnTo>
                <a:lnTo>
                  <a:pt x="187" y="0"/>
                </a:lnTo>
                <a:lnTo>
                  <a:pt x="0" y="0"/>
                </a:lnTo>
                <a:close/>
                <a:moveTo>
                  <a:pt x="71" y="22"/>
                </a:moveTo>
                <a:lnTo>
                  <a:pt x="82" y="22"/>
                </a:lnTo>
                <a:lnTo>
                  <a:pt x="82" y="35"/>
                </a:lnTo>
                <a:lnTo>
                  <a:pt x="71" y="35"/>
                </a:lnTo>
                <a:lnTo>
                  <a:pt x="71" y="22"/>
                </a:lnTo>
                <a:close/>
                <a:moveTo>
                  <a:pt x="47" y="22"/>
                </a:moveTo>
                <a:lnTo>
                  <a:pt x="58" y="22"/>
                </a:lnTo>
                <a:lnTo>
                  <a:pt x="58" y="35"/>
                </a:lnTo>
                <a:lnTo>
                  <a:pt x="47" y="35"/>
                </a:lnTo>
                <a:lnTo>
                  <a:pt x="47" y="22"/>
                </a:lnTo>
                <a:close/>
                <a:moveTo>
                  <a:pt x="24" y="22"/>
                </a:moveTo>
                <a:lnTo>
                  <a:pt x="36" y="22"/>
                </a:lnTo>
                <a:lnTo>
                  <a:pt x="36" y="35"/>
                </a:lnTo>
                <a:lnTo>
                  <a:pt x="24" y="35"/>
                </a:lnTo>
                <a:lnTo>
                  <a:pt x="24" y="22"/>
                </a:lnTo>
                <a:close/>
                <a:moveTo>
                  <a:pt x="165" y="163"/>
                </a:moveTo>
                <a:lnTo>
                  <a:pt x="24" y="163"/>
                </a:lnTo>
                <a:lnTo>
                  <a:pt x="24" y="47"/>
                </a:lnTo>
                <a:lnTo>
                  <a:pt x="165" y="47"/>
                </a:lnTo>
                <a:lnTo>
                  <a:pt x="165" y="1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7" name="Google Shape;3817;p16"/>
          <p:cNvGrpSpPr/>
          <p:nvPr/>
        </p:nvGrpSpPr>
        <p:grpSpPr>
          <a:xfrm>
            <a:off x="1450975" y="4186429"/>
            <a:ext cx="300038" cy="296863"/>
            <a:chOff x="1450975" y="4327525"/>
            <a:chExt cx="300038" cy="296863"/>
          </a:xfrm>
        </p:grpSpPr>
        <p:sp>
          <p:nvSpPr>
            <p:cNvPr id="3818" name="Google Shape;3818;p16"/>
            <p:cNvSpPr/>
            <p:nvPr/>
          </p:nvSpPr>
          <p:spPr>
            <a:xfrm>
              <a:off x="1450975" y="4327525"/>
              <a:ext cx="300038" cy="296863"/>
            </a:xfrm>
            <a:custGeom>
              <a:rect b="b" l="l" r="r" t="t"/>
              <a:pathLst>
                <a:path extrusionOk="0" h="187" w="189">
                  <a:moveTo>
                    <a:pt x="0" y="0"/>
                  </a:moveTo>
                  <a:lnTo>
                    <a:pt x="0" y="187"/>
                  </a:lnTo>
                  <a:lnTo>
                    <a:pt x="189" y="187"/>
                  </a:lnTo>
                  <a:lnTo>
                    <a:pt x="189" y="0"/>
                  </a:lnTo>
                  <a:lnTo>
                    <a:pt x="0" y="0"/>
                  </a:lnTo>
                  <a:close/>
                  <a:moveTo>
                    <a:pt x="71" y="22"/>
                  </a:moveTo>
                  <a:lnTo>
                    <a:pt x="82" y="22"/>
                  </a:lnTo>
                  <a:lnTo>
                    <a:pt x="82" y="35"/>
                  </a:lnTo>
                  <a:lnTo>
                    <a:pt x="71" y="35"/>
                  </a:lnTo>
                  <a:lnTo>
                    <a:pt x="71" y="22"/>
                  </a:lnTo>
                  <a:close/>
                  <a:moveTo>
                    <a:pt x="47" y="22"/>
                  </a:moveTo>
                  <a:lnTo>
                    <a:pt x="60" y="22"/>
                  </a:lnTo>
                  <a:lnTo>
                    <a:pt x="60" y="35"/>
                  </a:lnTo>
                  <a:lnTo>
                    <a:pt x="47" y="35"/>
                  </a:lnTo>
                  <a:lnTo>
                    <a:pt x="47" y="22"/>
                  </a:lnTo>
                  <a:close/>
                  <a:moveTo>
                    <a:pt x="24" y="22"/>
                  </a:moveTo>
                  <a:lnTo>
                    <a:pt x="35" y="22"/>
                  </a:lnTo>
                  <a:lnTo>
                    <a:pt x="35" y="35"/>
                  </a:lnTo>
                  <a:lnTo>
                    <a:pt x="24" y="35"/>
                  </a:lnTo>
                  <a:lnTo>
                    <a:pt x="24" y="22"/>
                  </a:lnTo>
                  <a:close/>
                  <a:moveTo>
                    <a:pt x="164" y="163"/>
                  </a:moveTo>
                  <a:lnTo>
                    <a:pt x="24" y="163"/>
                  </a:lnTo>
                  <a:lnTo>
                    <a:pt x="24" y="47"/>
                  </a:lnTo>
                  <a:lnTo>
                    <a:pt x="164" y="47"/>
                  </a:lnTo>
                  <a:lnTo>
                    <a:pt x="164" y="1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16"/>
            <p:cNvSpPr/>
            <p:nvPr/>
          </p:nvSpPr>
          <p:spPr>
            <a:xfrm>
              <a:off x="1525588" y="4437063"/>
              <a:ext cx="150813" cy="130175"/>
            </a:xfrm>
            <a:custGeom>
              <a:rect b="b" l="l" r="r" t="t"/>
              <a:pathLst>
                <a:path extrusionOk="0" h="82" w="95">
                  <a:moveTo>
                    <a:pt x="95" y="36"/>
                  </a:moveTo>
                  <a:lnTo>
                    <a:pt x="71" y="36"/>
                  </a:lnTo>
                  <a:lnTo>
                    <a:pt x="71" y="0"/>
                  </a:lnTo>
                  <a:lnTo>
                    <a:pt x="24" y="0"/>
                  </a:lnTo>
                  <a:lnTo>
                    <a:pt x="24" y="36"/>
                  </a:lnTo>
                  <a:lnTo>
                    <a:pt x="0" y="36"/>
                  </a:lnTo>
                  <a:lnTo>
                    <a:pt x="48" y="82"/>
                  </a:lnTo>
                  <a:lnTo>
                    <a:pt x="9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0" name="Google Shape;3820;p16"/>
          <p:cNvGrpSpPr/>
          <p:nvPr/>
        </p:nvGrpSpPr>
        <p:grpSpPr>
          <a:xfrm>
            <a:off x="2046288" y="4186429"/>
            <a:ext cx="296863" cy="296863"/>
            <a:chOff x="2046288" y="4327525"/>
            <a:chExt cx="296863" cy="296863"/>
          </a:xfrm>
        </p:grpSpPr>
        <p:sp>
          <p:nvSpPr>
            <p:cNvPr id="3821" name="Google Shape;3821;p16"/>
            <p:cNvSpPr/>
            <p:nvPr/>
          </p:nvSpPr>
          <p:spPr>
            <a:xfrm>
              <a:off x="2046288" y="4327525"/>
              <a:ext cx="296863" cy="296863"/>
            </a:xfrm>
            <a:custGeom>
              <a:rect b="b" l="l" r="r" t="t"/>
              <a:pathLst>
                <a:path extrusionOk="0" h="187" w="187">
                  <a:moveTo>
                    <a:pt x="0" y="0"/>
                  </a:moveTo>
                  <a:lnTo>
                    <a:pt x="0" y="187"/>
                  </a:lnTo>
                  <a:lnTo>
                    <a:pt x="187" y="187"/>
                  </a:lnTo>
                  <a:lnTo>
                    <a:pt x="187" y="0"/>
                  </a:lnTo>
                  <a:lnTo>
                    <a:pt x="0" y="0"/>
                  </a:lnTo>
                  <a:close/>
                  <a:moveTo>
                    <a:pt x="70" y="22"/>
                  </a:moveTo>
                  <a:lnTo>
                    <a:pt x="83" y="22"/>
                  </a:lnTo>
                  <a:lnTo>
                    <a:pt x="83" y="35"/>
                  </a:lnTo>
                  <a:lnTo>
                    <a:pt x="70" y="35"/>
                  </a:lnTo>
                  <a:lnTo>
                    <a:pt x="70" y="22"/>
                  </a:lnTo>
                  <a:close/>
                  <a:moveTo>
                    <a:pt x="47" y="22"/>
                  </a:moveTo>
                  <a:lnTo>
                    <a:pt x="59" y="22"/>
                  </a:lnTo>
                  <a:lnTo>
                    <a:pt x="59" y="35"/>
                  </a:lnTo>
                  <a:lnTo>
                    <a:pt x="47" y="35"/>
                  </a:lnTo>
                  <a:lnTo>
                    <a:pt x="47" y="22"/>
                  </a:lnTo>
                  <a:close/>
                  <a:moveTo>
                    <a:pt x="23" y="22"/>
                  </a:moveTo>
                  <a:lnTo>
                    <a:pt x="36" y="22"/>
                  </a:lnTo>
                  <a:lnTo>
                    <a:pt x="36" y="35"/>
                  </a:lnTo>
                  <a:lnTo>
                    <a:pt x="23" y="35"/>
                  </a:lnTo>
                  <a:lnTo>
                    <a:pt x="23" y="22"/>
                  </a:lnTo>
                  <a:close/>
                  <a:moveTo>
                    <a:pt x="163" y="163"/>
                  </a:moveTo>
                  <a:lnTo>
                    <a:pt x="23" y="163"/>
                  </a:lnTo>
                  <a:lnTo>
                    <a:pt x="23" y="47"/>
                  </a:lnTo>
                  <a:lnTo>
                    <a:pt x="163" y="47"/>
                  </a:lnTo>
                  <a:lnTo>
                    <a:pt x="163" y="1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16"/>
            <p:cNvSpPr/>
            <p:nvPr/>
          </p:nvSpPr>
          <p:spPr>
            <a:xfrm>
              <a:off x="2120900" y="4437063"/>
              <a:ext cx="149225" cy="130175"/>
            </a:xfrm>
            <a:custGeom>
              <a:rect b="b" l="l" r="r" t="t"/>
              <a:pathLst>
                <a:path extrusionOk="0" h="82" w="94">
                  <a:moveTo>
                    <a:pt x="23" y="82"/>
                  </a:moveTo>
                  <a:lnTo>
                    <a:pt x="70" y="82"/>
                  </a:lnTo>
                  <a:lnTo>
                    <a:pt x="70" y="47"/>
                  </a:lnTo>
                  <a:lnTo>
                    <a:pt x="94" y="47"/>
                  </a:lnTo>
                  <a:lnTo>
                    <a:pt x="47" y="0"/>
                  </a:lnTo>
                  <a:lnTo>
                    <a:pt x="0" y="47"/>
                  </a:lnTo>
                  <a:lnTo>
                    <a:pt x="23" y="47"/>
                  </a:lnTo>
                  <a:lnTo>
                    <a:pt x="23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3" name="Google Shape;3823;p16"/>
          <p:cNvSpPr/>
          <p:nvPr/>
        </p:nvSpPr>
        <p:spPr>
          <a:xfrm>
            <a:off x="6800850" y="3589338"/>
            <a:ext cx="280988" cy="279400"/>
          </a:xfrm>
          <a:custGeom>
            <a:rect b="b" l="l" r="r" t="t"/>
            <a:pathLst>
              <a:path extrusionOk="0" h="109" w="110">
                <a:moveTo>
                  <a:pt x="106" y="5"/>
                </a:moveTo>
                <a:cubicBezTo>
                  <a:pt x="104" y="3"/>
                  <a:pt x="101" y="0"/>
                  <a:pt x="9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29" y="0"/>
                  <a:pt x="18" y="13"/>
                  <a:pt x="18" y="22"/>
                </a:cubicBezTo>
                <a:cubicBezTo>
                  <a:pt x="18" y="73"/>
                  <a:pt x="18" y="73"/>
                  <a:pt x="18" y="73"/>
                </a:cubicBezTo>
                <a:cubicBezTo>
                  <a:pt x="18" y="75"/>
                  <a:pt x="17" y="77"/>
                  <a:pt x="16" y="80"/>
                </a:cubicBezTo>
                <a:cubicBezTo>
                  <a:pt x="15" y="80"/>
                  <a:pt x="15" y="80"/>
                  <a:pt x="15" y="80"/>
                </a:cubicBezTo>
                <a:cubicBezTo>
                  <a:pt x="5" y="80"/>
                  <a:pt x="0" y="88"/>
                  <a:pt x="0" y="95"/>
                </a:cubicBezTo>
                <a:cubicBezTo>
                  <a:pt x="0" y="102"/>
                  <a:pt x="5" y="109"/>
                  <a:pt x="15" y="109"/>
                </a:cubicBezTo>
                <a:cubicBezTo>
                  <a:pt x="69" y="109"/>
                  <a:pt x="69" y="109"/>
                  <a:pt x="69" y="109"/>
                </a:cubicBezTo>
                <a:cubicBezTo>
                  <a:pt x="82" y="109"/>
                  <a:pt x="84" y="73"/>
                  <a:pt x="84" y="73"/>
                </a:cubicBezTo>
                <a:cubicBezTo>
                  <a:pt x="84" y="30"/>
                  <a:pt x="84" y="30"/>
                  <a:pt x="84" y="30"/>
                </a:cubicBezTo>
                <a:cubicBezTo>
                  <a:pt x="94" y="30"/>
                  <a:pt x="94" y="30"/>
                  <a:pt x="94" y="30"/>
                </a:cubicBezTo>
                <a:cubicBezTo>
                  <a:pt x="104" y="30"/>
                  <a:pt x="110" y="22"/>
                  <a:pt x="110" y="14"/>
                </a:cubicBezTo>
                <a:cubicBezTo>
                  <a:pt x="110" y="10"/>
                  <a:pt x="109" y="7"/>
                  <a:pt x="106" y="5"/>
                </a:cubicBezTo>
                <a:close/>
                <a:moveTo>
                  <a:pt x="76" y="20"/>
                </a:moveTo>
                <a:cubicBezTo>
                  <a:pt x="76" y="21"/>
                  <a:pt x="76" y="21"/>
                  <a:pt x="76" y="22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83"/>
                  <a:pt x="72" y="101"/>
                  <a:pt x="69" y="102"/>
                </a:cubicBezTo>
                <a:cubicBezTo>
                  <a:pt x="15" y="102"/>
                  <a:pt x="15" y="102"/>
                  <a:pt x="15" y="102"/>
                </a:cubicBezTo>
                <a:cubicBezTo>
                  <a:pt x="13" y="102"/>
                  <a:pt x="11" y="101"/>
                  <a:pt x="10" y="101"/>
                </a:cubicBezTo>
                <a:cubicBezTo>
                  <a:pt x="8" y="99"/>
                  <a:pt x="7" y="97"/>
                  <a:pt x="7" y="95"/>
                </a:cubicBezTo>
                <a:cubicBezTo>
                  <a:pt x="7" y="92"/>
                  <a:pt x="9" y="89"/>
                  <a:pt x="12" y="88"/>
                </a:cubicBezTo>
                <a:cubicBezTo>
                  <a:pt x="13" y="88"/>
                  <a:pt x="14" y="88"/>
                  <a:pt x="15" y="88"/>
                </a:cubicBezTo>
                <a:cubicBezTo>
                  <a:pt x="62" y="88"/>
                  <a:pt x="62" y="88"/>
                  <a:pt x="62" y="88"/>
                </a:cubicBezTo>
                <a:cubicBezTo>
                  <a:pt x="64" y="88"/>
                  <a:pt x="65" y="86"/>
                  <a:pt x="65" y="84"/>
                </a:cubicBezTo>
                <a:cubicBezTo>
                  <a:pt x="65" y="82"/>
                  <a:pt x="64" y="80"/>
                  <a:pt x="62" y="80"/>
                </a:cubicBezTo>
                <a:cubicBezTo>
                  <a:pt x="24" y="80"/>
                  <a:pt x="24" y="80"/>
                  <a:pt x="24" y="80"/>
                </a:cubicBezTo>
                <a:cubicBezTo>
                  <a:pt x="25" y="78"/>
                  <a:pt x="26" y="75"/>
                  <a:pt x="26" y="73"/>
                </a:cubicBezTo>
                <a:cubicBezTo>
                  <a:pt x="26" y="22"/>
                  <a:pt x="26" y="22"/>
                  <a:pt x="26" y="22"/>
                </a:cubicBezTo>
                <a:cubicBezTo>
                  <a:pt x="26" y="17"/>
                  <a:pt x="33" y="8"/>
                  <a:pt x="45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6" y="12"/>
                  <a:pt x="76" y="16"/>
                  <a:pt x="76" y="20"/>
                </a:cubicBezTo>
                <a:close/>
                <a:moveTo>
                  <a:pt x="101" y="20"/>
                </a:moveTo>
                <a:cubicBezTo>
                  <a:pt x="100" y="21"/>
                  <a:pt x="98" y="22"/>
                  <a:pt x="94" y="22"/>
                </a:cubicBezTo>
                <a:cubicBezTo>
                  <a:pt x="84" y="22"/>
                  <a:pt x="84" y="22"/>
                  <a:pt x="84" y="22"/>
                </a:cubicBezTo>
                <a:cubicBezTo>
                  <a:pt x="84" y="21"/>
                  <a:pt x="84" y="20"/>
                  <a:pt x="84" y="20"/>
                </a:cubicBezTo>
                <a:cubicBezTo>
                  <a:pt x="83" y="16"/>
                  <a:pt x="83" y="12"/>
                  <a:pt x="85" y="10"/>
                </a:cubicBezTo>
                <a:cubicBezTo>
                  <a:pt x="87" y="8"/>
                  <a:pt x="89" y="8"/>
                  <a:pt x="92" y="8"/>
                </a:cubicBezTo>
                <a:cubicBezTo>
                  <a:pt x="94" y="8"/>
                  <a:pt x="94" y="8"/>
                  <a:pt x="94" y="8"/>
                </a:cubicBezTo>
                <a:cubicBezTo>
                  <a:pt x="100" y="8"/>
                  <a:pt x="103" y="10"/>
                  <a:pt x="103" y="14"/>
                </a:cubicBezTo>
                <a:cubicBezTo>
                  <a:pt x="103" y="16"/>
                  <a:pt x="102" y="18"/>
                  <a:pt x="101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4" name="Google Shape;3824;p16"/>
          <p:cNvGrpSpPr/>
          <p:nvPr/>
        </p:nvGrpSpPr>
        <p:grpSpPr>
          <a:xfrm>
            <a:off x="4424363" y="4186429"/>
            <a:ext cx="295275" cy="296863"/>
            <a:chOff x="4424363" y="4327525"/>
            <a:chExt cx="295275" cy="296863"/>
          </a:xfrm>
        </p:grpSpPr>
        <p:sp>
          <p:nvSpPr>
            <p:cNvPr id="3825" name="Google Shape;3825;p16"/>
            <p:cNvSpPr/>
            <p:nvPr/>
          </p:nvSpPr>
          <p:spPr>
            <a:xfrm>
              <a:off x="4424363" y="4327525"/>
              <a:ext cx="295275" cy="296863"/>
            </a:xfrm>
            <a:custGeom>
              <a:rect b="b" l="l" r="r" t="t"/>
              <a:pathLst>
                <a:path extrusionOk="0" h="187" w="186">
                  <a:moveTo>
                    <a:pt x="0" y="0"/>
                  </a:moveTo>
                  <a:lnTo>
                    <a:pt x="0" y="187"/>
                  </a:lnTo>
                  <a:lnTo>
                    <a:pt x="186" y="187"/>
                  </a:lnTo>
                  <a:lnTo>
                    <a:pt x="186" y="0"/>
                  </a:lnTo>
                  <a:lnTo>
                    <a:pt x="0" y="0"/>
                  </a:lnTo>
                  <a:close/>
                  <a:moveTo>
                    <a:pt x="175" y="176"/>
                  </a:moveTo>
                  <a:lnTo>
                    <a:pt x="11" y="176"/>
                  </a:lnTo>
                  <a:lnTo>
                    <a:pt x="11" y="11"/>
                  </a:lnTo>
                  <a:lnTo>
                    <a:pt x="175" y="11"/>
                  </a:lnTo>
                  <a:lnTo>
                    <a:pt x="175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16"/>
            <p:cNvSpPr/>
            <p:nvPr/>
          </p:nvSpPr>
          <p:spPr>
            <a:xfrm>
              <a:off x="4459288" y="4362450"/>
              <a:ext cx="225425" cy="1873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7" name="Google Shape;3827;p16"/>
          <p:cNvGrpSpPr/>
          <p:nvPr/>
        </p:nvGrpSpPr>
        <p:grpSpPr>
          <a:xfrm>
            <a:off x="5016500" y="4221354"/>
            <a:ext cx="296863" cy="261938"/>
            <a:chOff x="5016500" y="4362450"/>
            <a:chExt cx="296863" cy="261938"/>
          </a:xfrm>
        </p:grpSpPr>
        <p:sp>
          <p:nvSpPr>
            <p:cNvPr id="3828" name="Google Shape;3828;p16"/>
            <p:cNvSpPr/>
            <p:nvPr/>
          </p:nvSpPr>
          <p:spPr>
            <a:xfrm>
              <a:off x="5016500" y="4362450"/>
              <a:ext cx="296863" cy="261938"/>
            </a:xfrm>
            <a:custGeom>
              <a:rect b="b" l="l" r="r" t="t"/>
              <a:pathLst>
                <a:path extrusionOk="0" h="165" w="187">
                  <a:moveTo>
                    <a:pt x="0" y="0"/>
                  </a:moveTo>
                  <a:lnTo>
                    <a:pt x="0" y="165"/>
                  </a:lnTo>
                  <a:lnTo>
                    <a:pt x="187" y="165"/>
                  </a:lnTo>
                  <a:lnTo>
                    <a:pt x="187" y="0"/>
                  </a:lnTo>
                  <a:lnTo>
                    <a:pt x="0" y="0"/>
                  </a:lnTo>
                  <a:close/>
                  <a:moveTo>
                    <a:pt x="176" y="154"/>
                  </a:moveTo>
                  <a:lnTo>
                    <a:pt x="36" y="154"/>
                  </a:lnTo>
                  <a:lnTo>
                    <a:pt x="36" y="13"/>
                  </a:lnTo>
                  <a:lnTo>
                    <a:pt x="176" y="13"/>
                  </a:lnTo>
                  <a:lnTo>
                    <a:pt x="176" y="1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16"/>
            <p:cNvSpPr/>
            <p:nvPr/>
          </p:nvSpPr>
          <p:spPr>
            <a:xfrm>
              <a:off x="5103813" y="4398963"/>
              <a:ext cx="155575" cy="187325"/>
            </a:xfrm>
            <a:custGeom>
              <a:rect b="b" l="l" r="r" t="t"/>
              <a:pathLst>
                <a:path extrusionOk="0" h="73" w="61">
                  <a:moveTo>
                    <a:pt x="13" y="73"/>
                  </a:moveTo>
                  <a:cubicBezTo>
                    <a:pt x="18" y="73"/>
                    <a:pt x="23" y="71"/>
                    <a:pt x="24" y="67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2" y="39"/>
                    <a:pt x="51" y="39"/>
                    <a:pt x="50" y="39"/>
                  </a:cubicBezTo>
                  <a:cubicBezTo>
                    <a:pt x="43" y="39"/>
                    <a:pt x="37" y="43"/>
                    <a:pt x="37" y="49"/>
                  </a:cubicBezTo>
                  <a:cubicBezTo>
                    <a:pt x="37" y="54"/>
                    <a:pt x="43" y="58"/>
                    <a:pt x="50" y="58"/>
                  </a:cubicBezTo>
                  <a:cubicBezTo>
                    <a:pt x="54" y="58"/>
                    <a:pt x="58" y="56"/>
                    <a:pt x="61" y="53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6" y="55"/>
                    <a:pt x="14" y="54"/>
                    <a:pt x="13" y="54"/>
                  </a:cubicBezTo>
                  <a:cubicBezTo>
                    <a:pt x="6" y="54"/>
                    <a:pt x="0" y="59"/>
                    <a:pt x="0" y="64"/>
                  </a:cubicBezTo>
                  <a:cubicBezTo>
                    <a:pt x="0" y="69"/>
                    <a:pt x="6" y="73"/>
                    <a:pt x="13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0" name="Google Shape;3830;p16"/>
          <p:cNvGrpSpPr/>
          <p:nvPr/>
        </p:nvGrpSpPr>
        <p:grpSpPr>
          <a:xfrm>
            <a:off x="3233738" y="4186429"/>
            <a:ext cx="261938" cy="204788"/>
            <a:chOff x="3233738" y="4327525"/>
            <a:chExt cx="261938" cy="204788"/>
          </a:xfrm>
        </p:grpSpPr>
        <p:sp>
          <p:nvSpPr>
            <p:cNvPr id="3831" name="Google Shape;3831;p16"/>
            <p:cNvSpPr/>
            <p:nvPr/>
          </p:nvSpPr>
          <p:spPr>
            <a:xfrm>
              <a:off x="3341688" y="4394200"/>
              <a:ext cx="92075" cy="92075"/>
            </a:xfrm>
            <a:custGeom>
              <a:rect b="b" l="l" r="r" t="t"/>
              <a:pathLst>
                <a:path extrusionOk="0" h="36" w="36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  <a:moveTo>
                    <a:pt x="13" y="28"/>
                  </a:moveTo>
                  <a:cubicBezTo>
                    <a:pt x="11" y="26"/>
                    <a:pt x="10" y="23"/>
                    <a:pt x="10" y="20"/>
                  </a:cubicBezTo>
                  <a:cubicBezTo>
                    <a:pt x="10" y="14"/>
                    <a:pt x="15" y="9"/>
                    <a:pt x="21" y="9"/>
                  </a:cubicBezTo>
                  <a:cubicBezTo>
                    <a:pt x="24" y="9"/>
                    <a:pt x="27" y="10"/>
                    <a:pt x="29" y="13"/>
                  </a:cubicBezTo>
                  <a:cubicBezTo>
                    <a:pt x="21" y="14"/>
                    <a:pt x="14" y="20"/>
                    <a:pt x="13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16"/>
            <p:cNvSpPr/>
            <p:nvPr/>
          </p:nvSpPr>
          <p:spPr>
            <a:xfrm>
              <a:off x="3233738" y="4327525"/>
              <a:ext cx="261938" cy="204788"/>
            </a:xfrm>
            <a:custGeom>
              <a:rect b="b" l="l" r="r" t="t"/>
              <a:pathLst>
                <a:path extrusionOk="0" h="80" w="102">
                  <a:moveTo>
                    <a:pt x="95" y="7"/>
                  </a:moveTo>
                  <a:cubicBezTo>
                    <a:pt x="87" y="7"/>
                    <a:pt x="87" y="7"/>
                    <a:pt x="87" y="7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4"/>
                    <a:pt x="41" y="0"/>
                    <a:pt x="37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5" y="4"/>
                    <a:pt x="15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4" y="7"/>
                    <a:pt x="0" y="10"/>
                    <a:pt x="0" y="1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99" y="80"/>
                    <a:pt x="102" y="76"/>
                    <a:pt x="102" y="72"/>
                  </a:cubicBezTo>
                  <a:cubicBezTo>
                    <a:pt x="102" y="14"/>
                    <a:pt x="102" y="14"/>
                    <a:pt x="102" y="14"/>
                  </a:cubicBezTo>
                  <a:cubicBezTo>
                    <a:pt x="102" y="10"/>
                    <a:pt x="99" y="7"/>
                    <a:pt x="95" y="7"/>
                  </a:cubicBezTo>
                  <a:close/>
                  <a:moveTo>
                    <a:pt x="18" y="32"/>
                  </a:moveTo>
                  <a:cubicBezTo>
                    <a:pt x="15" y="32"/>
                    <a:pt x="12" y="29"/>
                    <a:pt x="12" y="26"/>
                  </a:cubicBezTo>
                  <a:cubicBezTo>
                    <a:pt x="12" y="23"/>
                    <a:pt x="15" y="21"/>
                    <a:pt x="18" y="21"/>
                  </a:cubicBezTo>
                  <a:cubicBezTo>
                    <a:pt x="21" y="21"/>
                    <a:pt x="23" y="23"/>
                    <a:pt x="23" y="26"/>
                  </a:cubicBezTo>
                  <a:cubicBezTo>
                    <a:pt x="23" y="29"/>
                    <a:pt x="21" y="32"/>
                    <a:pt x="18" y="32"/>
                  </a:cubicBezTo>
                  <a:close/>
                  <a:moveTo>
                    <a:pt x="60" y="72"/>
                  </a:moveTo>
                  <a:cubicBezTo>
                    <a:pt x="45" y="72"/>
                    <a:pt x="33" y="59"/>
                    <a:pt x="33" y="44"/>
                  </a:cubicBezTo>
                  <a:cubicBezTo>
                    <a:pt x="33" y="29"/>
                    <a:pt x="45" y="16"/>
                    <a:pt x="60" y="16"/>
                  </a:cubicBezTo>
                  <a:cubicBezTo>
                    <a:pt x="76" y="16"/>
                    <a:pt x="88" y="29"/>
                    <a:pt x="88" y="44"/>
                  </a:cubicBezTo>
                  <a:cubicBezTo>
                    <a:pt x="88" y="59"/>
                    <a:pt x="76" y="72"/>
                    <a:pt x="60" y="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3" name="Google Shape;3833;p16"/>
          <p:cNvSpPr/>
          <p:nvPr/>
        </p:nvSpPr>
        <p:spPr>
          <a:xfrm>
            <a:off x="5613400" y="4183063"/>
            <a:ext cx="296863" cy="263525"/>
          </a:xfrm>
          <a:custGeom>
            <a:rect b="b" l="l" r="r" t="t"/>
            <a:pathLst>
              <a:path extrusionOk="0" h="103" w="116">
                <a:moveTo>
                  <a:pt x="108" y="23"/>
                </a:moveTo>
                <a:cubicBezTo>
                  <a:pt x="68" y="23"/>
                  <a:pt x="68" y="23"/>
                  <a:pt x="68" y="23"/>
                </a:cubicBezTo>
                <a:cubicBezTo>
                  <a:pt x="84" y="7"/>
                  <a:pt x="84" y="7"/>
                  <a:pt x="84" y="7"/>
                </a:cubicBezTo>
                <a:cubicBezTo>
                  <a:pt x="85" y="6"/>
                  <a:pt x="85" y="3"/>
                  <a:pt x="84" y="2"/>
                </a:cubicBezTo>
                <a:cubicBezTo>
                  <a:pt x="83" y="0"/>
                  <a:pt x="80" y="0"/>
                  <a:pt x="79" y="2"/>
                </a:cubicBezTo>
                <a:cubicBezTo>
                  <a:pt x="58" y="23"/>
                  <a:pt x="58" y="23"/>
                  <a:pt x="58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33" y="2"/>
                  <a:pt x="33" y="2"/>
                  <a:pt x="33" y="2"/>
                </a:cubicBezTo>
                <a:cubicBezTo>
                  <a:pt x="31" y="0"/>
                  <a:pt x="29" y="0"/>
                  <a:pt x="28" y="2"/>
                </a:cubicBezTo>
                <a:cubicBezTo>
                  <a:pt x="26" y="3"/>
                  <a:pt x="26" y="6"/>
                  <a:pt x="28" y="7"/>
                </a:cubicBezTo>
                <a:cubicBezTo>
                  <a:pt x="43" y="23"/>
                  <a:pt x="43" y="23"/>
                  <a:pt x="43" y="23"/>
                </a:cubicBezTo>
                <a:cubicBezTo>
                  <a:pt x="7" y="23"/>
                  <a:pt x="7" y="23"/>
                  <a:pt x="7" y="23"/>
                </a:cubicBezTo>
                <a:cubicBezTo>
                  <a:pt x="3" y="23"/>
                  <a:pt x="0" y="26"/>
                  <a:pt x="0" y="30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9"/>
                  <a:pt x="3" y="103"/>
                  <a:pt x="7" y="103"/>
                </a:cubicBezTo>
                <a:cubicBezTo>
                  <a:pt x="108" y="103"/>
                  <a:pt x="108" y="103"/>
                  <a:pt x="108" y="103"/>
                </a:cubicBezTo>
                <a:cubicBezTo>
                  <a:pt x="112" y="103"/>
                  <a:pt x="116" y="99"/>
                  <a:pt x="116" y="95"/>
                </a:cubicBezTo>
                <a:cubicBezTo>
                  <a:pt x="116" y="30"/>
                  <a:pt x="116" y="30"/>
                  <a:pt x="116" y="30"/>
                </a:cubicBezTo>
                <a:cubicBezTo>
                  <a:pt x="116" y="26"/>
                  <a:pt x="112" y="23"/>
                  <a:pt x="108" y="23"/>
                </a:cubicBezTo>
                <a:close/>
                <a:moveTo>
                  <a:pt x="79" y="88"/>
                </a:moveTo>
                <a:cubicBezTo>
                  <a:pt x="14" y="88"/>
                  <a:pt x="14" y="88"/>
                  <a:pt x="14" y="88"/>
                </a:cubicBezTo>
                <a:cubicBezTo>
                  <a:pt x="14" y="37"/>
                  <a:pt x="14" y="37"/>
                  <a:pt x="14" y="37"/>
                </a:cubicBezTo>
                <a:cubicBezTo>
                  <a:pt x="79" y="37"/>
                  <a:pt x="79" y="37"/>
                  <a:pt x="79" y="37"/>
                </a:cubicBezTo>
                <a:lnTo>
                  <a:pt x="79" y="88"/>
                </a:lnTo>
                <a:close/>
                <a:moveTo>
                  <a:pt x="101" y="66"/>
                </a:moveTo>
                <a:cubicBezTo>
                  <a:pt x="94" y="66"/>
                  <a:pt x="94" y="66"/>
                  <a:pt x="94" y="66"/>
                </a:cubicBezTo>
                <a:cubicBezTo>
                  <a:pt x="94" y="59"/>
                  <a:pt x="94" y="59"/>
                  <a:pt x="94" y="59"/>
                </a:cubicBezTo>
                <a:cubicBezTo>
                  <a:pt x="101" y="59"/>
                  <a:pt x="101" y="59"/>
                  <a:pt x="101" y="59"/>
                </a:cubicBezTo>
                <a:lnTo>
                  <a:pt x="101" y="66"/>
                </a:lnTo>
                <a:close/>
                <a:moveTo>
                  <a:pt x="101" y="52"/>
                </a:moveTo>
                <a:cubicBezTo>
                  <a:pt x="94" y="52"/>
                  <a:pt x="94" y="52"/>
                  <a:pt x="94" y="52"/>
                </a:cubicBezTo>
                <a:cubicBezTo>
                  <a:pt x="94" y="45"/>
                  <a:pt x="94" y="45"/>
                  <a:pt x="94" y="45"/>
                </a:cubicBezTo>
                <a:cubicBezTo>
                  <a:pt x="101" y="45"/>
                  <a:pt x="101" y="45"/>
                  <a:pt x="101" y="45"/>
                </a:cubicBezTo>
                <a:lnTo>
                  <a:pt x="101" y="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34" name="Google Shape;3834;p16"/>
          <p:cNvGrpSpPr/>
          <p:nvPr/>
        </p:nvGrpSpPr>
        <p:grpSpPr>
          <a:xfrm>
            <a:off x="6207125" y="4262629"/>
            <a:ext cx="296863" cy="220663"/>
            <a:chOff x="6207125" y="4403725"/>
            <a:chExt cx="296863" cy="220663"/>
          </a:xfrm>
        </p:grpSpPr>
        <p:sp>
          <p:nvSpPr>
            <p:cNvPr id="3835" name="Google Shape;3835;p16"/>
            <p:cNvSpPr/>
            <p:nvPr/>
          </p:nvSpPr>
          <p:spPr>
            <a:xfrm>
              <a:off x="6299200" y="4514850"/>
              <a:ext cx="92075" cy="55563"/>
            </a:xfrm>
            <a:custGeom>
              <a:rect b="b" l="l" r="r" t="t"/>
              <a:pathLst>
                <a:path extrusionOk="0" h="35" w="58">
                  <a:moveTo>
                    <a:pt x="58" y="0"/>
                  </a:moveTo>
                  <a:lnTo>
                    <a:pt x="0" y="0"/>
                  </a:lnTo>
                  <a:lnTo>
                    <a:pt x="0" y="35"/>
                  </a:lnTo>
                  <a:lnTo>
                    <a:pt x="58" y="35"/>
                  </a:lnTo>
                  <a:lnTo>
                    <a:pt x="58" y="0"/>
                  </a:lnTo>
                  <a:close/>
                  <a:moveTo>
                    <a:pt x="24" y="24"/>
                  </a:moveTo>
                  <a:lnTo>
                    <a:pt x="11" y="24"/>
                  </a:lnTo>
                  <a:lnTo>
                    <a:pt x="11" y="12"/>
                  </a:lnTo>
                  <a:lnTo>
                    <a:pt x="24" y="12"/>
                  </a:lnTo>
                  <a:lnTo>
                    <a:pt x="24" y="24"/>
                  </a:lnTo>
                  <a:close/>
                  <a:moveTo>
                    <a:pt x="46" y="24"/>
                  </a:moveTo>
                  <a:lnTo>
                    <a:pt x="35" y="24"/>
                  </a:lnTo>
                  <a:lnTo>
                    <a:pt x="35" y="12"/>
                  </a:lnTo>
                  <a:lnTo>
                    <a:pt x="46" y="12"/>
                  </a:lnTo>
                  <a:lnTo>
                    <a:pt x="46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16"/>
            <p:cNvSpPr/>
            <p:nvPr/>
          </p:nvSpPr>
          <p:spPr>
            <a:xfrm>
              <a:off x="6207125" y="4403725"/>
              <a:ext cx="296863" cy="220663"/>
            </a:xfrm>
            <a:custGeom>
              <a:rect b="b" l="l" r="r" t="t"/>
              <a:pathLst>
                <a:path extrusionOk="0" h="86" w="116">
                  <a:moveTo>
                    <a:pt x="114" y="39"/>
                  </a:moveTo>
                  <a:cubicBezTo>
                    <a:pt x="113" y="38"/>
                    <a:pt x="112" y="38"/>
                    <a:pt x="111" y="39"/>
                  </a:cubicBezTo>
                  <a:cubicBezTo>
                    <a:pt x="101" y="43"/>
                    <a:pt x="101" y="43"/>
                    <a:pt x="101" y="43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25"/>
                    <a:pt x="98" y="22"/>
                    <a:pt x="94" y="22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5" y="29"/>
                    <a:pt x="7" y="27"/>
                    <a:pt x="7" y="25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8" y="22"/>
                    <a:pt x="14" y="25"/>
                    <a:pt x="14" y="29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2"/>
                    <a:pt x="16" y="85"/>
                    <a:pt x="18" y="86"/>
                  </a:cubicBezTo>
                  <a:cubicBezTo>
                    <a:pt x="98" y="86"/>
                    <a:pt x="98" y="86"/>
                    <a:pt x="98" y="86"/>
                  </a:cubicBezTo>
                  <a:cubicBezTo>
                    <a:pt x="100" y="85"/>
                    <a:pt x="101" y="82"/>
                    <a:pt x="101" y="80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2" y="70"/>
                    <a:pt x="113" y="70"/>
                    <a:pt x="114" y="70"/>
                  </a:cubicBezTo>
                  <a:cubicBezTo>
                    <a:pt x="115" y="69"/>
                    <a:pt x="116" y="68"/>
                    <a:pt x="116" y="66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16" y="41"/>
                    <a:pt x="115" y="39"/>
                    <a:pt x="114" y="39"/>
                  </a:cubicBezTo>
                  <a:close/>
                  <a:moveTo>
                    <a:pt x="80" y="72"/>
                  </a:moveTo>
                  <a:cubicBezTo>
                    <a:pt x="29" y="72"/>
                    <a:pt x="29" y="72"/>
                    <a:pt x="29" y="72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80" y="36"/>
                    <a:pt x="80" y="36"/>
                    <a:pt x="80" y="36"/>
                  </a:cubicBezTo>
                  <a:lnTo>
                    <a:pt x="80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7" name="Google Shape;3837;p16"/>
          <p:cNvGrpSpPr/>
          <p:nvPr/>
        </p:nvGrpSpPr>
        <p:grpSpPr>
          <a:xfrm>
            <a:off x="3830638" y="4186429"/>
            <a:ext cx="296863" cy="296863"/>
            <a:chOff x="3830638" y="4327525"/>
            <a:chExt cx="296863" cy="296863"/>
          </a:xfrm>
        </p:grpSpPr>
        <p:sp>
          <p:nvSpPr>
            <p:cNvPr id="3838" name="Google Shape;3838;p16"/>
            <p:cNvSpPr/>
            <p:nvPr/>
          </p:nvSpPr>
          <p:spPr>
            <a:xfrm>
              <a:off x="3922713" y="4441825"/>
              <a:ext cx="122238" cy="123825"/>
            </a:xfrm>
            <a:custGeom>
              <a:rect b="b" l="l" r="r" t="t"/>
              <a:pathLst>
                <a:path extrusionOk="0" h="48" w="48">
                  <a:moveTo>
                    <a:pt x="6" y="46"/>
                  </a:moveTo>
                  <a:cubicBezTo>
                    <a:pt x="44" y="27"/>
                    <a:pt x="44" y="27"/>
                    <a:pt x="44" y="27"/>
                  </a:cubicBezTo>
                  <a:cubicBezTo>
                    <a:pt x="48" y="25"/>
                    <a:pt x="48" y="22"/>
                    <a:pt x="44" y="20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6"/>
                    <a:pt x="3" y="48"/>
                    <a:pt x="6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16"/>
            <p:cNvSpPr/>
            <p:nvPr/>
          </p:nvSpPr>
          <p:spPr>
            <a:xfrm>
              <a:off x="3830638" y="4327525"/>
              <a:ext cx="296863" cy="296863"/>
            </a:xfrm>
            <a:custGeom>
              <a:rect b="b" l="l" r="r" t="t"/>
              <a:pathLst>
                <a:path extrusionOk="0" h="116" w="116">
                  <a:moveTo>
                    <a:pt x="105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11"/>
                    <a:pt x="5" y="116"/>
                    <a:pt x="11" y="116"/>
                  </a:cubicBezTo>
                  <a:cubicBezTo>
                    <a:pt x="105" y="116"/>
                    <a:pt x="105" y="116"/>
                    <a:pt x="105" y="116"/>
                  </a:cubicBezTo>
                  <a:cubicBezTo>
                    <a:pt x="111" y="116"/>
                    <a:pt x="116" y="111"/>
                    <a:pt x="116" y="105"/>
                  </a:cubicBezTo>
                  <a:cubicBezTo>
                    <a:pt x="116" y="11"/>
                    <a:pt x="116" y="11"/>
                    <a:pt x="116" y="11"/>
                  </a:cubicBezTo>
                  <a:cubicBezTo>
                    <a:pt x="116" y="5"/>
                    <a:pt x="111" y="0"/>
                    <a:pt x="105" y="0"/>
                  </a:cubicBezTo>
                  <a:close/>
                  <a:moveTo>
                    <a:pt x="72" y="7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58" y="7"/>
                    <a:pt x="58" y="7"/>
                    <a:pt x="58" y="7"/>
                  </a:cubicBezTo>
                  <a:lnTo>
                    <a:pt x="72" y="7"/>
                  </a:lnTo>
                  <a:close/>
                  <a:moveTo>
                    <a:pt x="43" y="7"/>
                  </a:moveTo>
                  <a:cubicBezTo>
                    <a:pt x="50" y="22"/>
                    <a:pt x="50" y="22"/>
                    <a:pt x="50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29" y="7"/>
                    <a:pt x="29" y="7"/>
                    <a:pt x="29" y="7"/>
                  </a:cubicBezTo>
                  <a:lnTo>
                    <a:pt x="43" y="7"/>
                  </a:lnTo>
                  <a:close/>
                  <a:moveTo>
                    <a:pt x="7" y="11"/>
                  </a:moveTo>
                  <a:cubicBezTo>
                    <a:pt x="7" y="9"/>
                    <a:pt x="9" y="7"/>
                    <a:pt x="11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7" y="22"/>
                    <a:pt x="7" y="22"/>
                    <a:pt x="7" y="22"/>
                  </a:cubicBezTo>
                  <a:lnTo>
                    <a:pt x="7" y="11"/>
                  </a:lnTo>
                  <a:close/>
                  <a:moveTo>
                    <a:pt x="109" y="105"/>
                  </a:moveTo>
                  <a:cubicBezTo>
                    <a:pt x="109" y="107"/>
                    <a:pt x="107" y="109"/>
                    <a:pt x="105" y="109"/>
                  </a:cubicBezTo>
                  <a:cubicBezTo>
                    <a:pt x="11" y="109"/>
                    <a:pt x="11" y="109"/>
                    <a:pt x="11" y="109"/>
                  </a:cubicBezTo>
                  <a:cubicBezTo>
                    <a:pt x="9" y="109"/>
                    <a:pt x="7" y="107"/>
                    <a:pt x="7" y="105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09" y="29"/>
                    <a:pt x="109" y="29"/>
                    <a:pt x="109" y="29"/>
                  </a:cubicBezTo>
                  <a:lnTo>
                    <a:pt x="109" y="105"/>
                  </a:lnTo>
                  <a:close/>
                  <a:moveTo>
                    <a:pt x="94" y="22"/>
                  </a:moveTo>
                  <a:cubicBezTo>
                    <a:pt x="87" y="7"/>
                    <a:pt x="87" y="7"/>
                    <a:pt x="87" y="7"/>
                  </a:cubicBezTo>
                  <a:cubicBezTo>
                    <a:pt x="101" y="7"/>
                    <a:pt x="101" y="7"/>
                    <a:pt x="101" y="7"/>
                  </a:cubicBezTo>
                  <a:cubicBezTo>
                    <a:pt x="109" y="22"/>
                    <a:pt x="109" y="22"/>
                    <a:pt x="109" y="22"/>
                  </a:cubicBezTo>
                  <a:lnTo>
                    <a:pt x="94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0" name="Google Shape;3840;p16"/>
          <p:cNvGrpSpPr/>
          <p:nvPr/>
        </p:nvGrpSpPr>
        <p:grpSpPr>
          <a:xfrm>
            <a:off x="7989888" y="4186429"/>
            <a:ext cx="258763" cy="296863"/>
            <a:chOff x="7989888" y="4327525"/>
            <a:chExt cx="258763" cy="296863"/>
          </a:xfrm>
        </p:grpSpPr>
        <p:sp>
          <p:nvSpPr>
            <p:cNvPr id="3841" name="Google Shape;3841;p16"/>
            <p:cNvSpPr/>
            <p:nvPr/>
          </p:nvSpPr>
          <p:spPr>
            <a:xfrm>
              <a:off x="7989888" y="4327525"/>
              <a:ext cx="258763" cy="296863"/>
            </a:xfrm>
            <a:custGeom>
              <a:rect b="b" l="l" r="r" t="t"/>
              <a:pathLst>
                <a:path extrusionOk="0" h="116" w="101">
                  <a:moveTo>
                    <a:pt x="94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3"/>
                    <a:pt x="3" y="116"/>
                    <a:pt x="7" y="116"/>
                  </a:cubicBezTo>
                  <a:cubicBezTo>
                    <a:pt x="94" y="116"/>
                    <a:pt x="94" y="116"/>
                    <a:pt x="94" y="116"/>
                  </a:cubicBezTo>
                  <a:cubicBezTo>
                    <a:pt x="98" y="116"/>
                    <a:pt x="101" y="113"/>
                    <a:pt x="101" y="109"/>
                  </a:cubicBezTo>
                  <a:cubicBezTo>
                    <a:pt x="101" y="7"/>
                    <a:pt x="101" y="7"/>
                    <a:pt x="101" y="7"/>
                  </a:cubicBezTo>
                  <a:cubicBezTo>
                    <a:pt x="101" y="3"/>
                    <a:pt x="98" y="0"/>
                    <a:pt x="94" y="0"/>
                  </a:cubicBezTo>
                  <a:close/>
                  <a:moveTo>
                    <a:pt x="11" y="7"/>
                  </a:moveTo>
                  <a:cubicBezTo>
                    <a:pt x="13" y="7"/>
                    <a:pt x="14" y="9"/>
                    <a:pt x="14" y="11"/>
                  </a:cubicBezTo>
                  <a:cubicBezTo>
                    <a:pt x="14" y="13"/>
                    <a:pt x="13" y="14"/>
                    <a:pt x="11" y="14"/>
                  </a:cubicBezTo>
                  <a:cubicBezTo>
                    <a:pt x="9" y="14"/>
                    <a:pt x="7" y="13"/>
                    <a:pt x="7" y="11"/>
                  </a:cubicBezTo>
                  <a:cubicBezTo>
                    <a:pt x="7" y="9"/>
                    <a:pt x="9" y="7"/>
                    <a:pt x="11" y="7"/>
                  </a:cubicBezTo>
                  <a:close/>
                  <a:moveTo>
                    <a:pt x="51" y="87"/>
                  </a:moveTo>
                  <a:cubicBezTo>
                    <a:pt x="50" y="87"/>
                    <a:pt x="50" y="87"/>
                    <a:pt x="49" y="87"/>
                  </a:cubicBezTo>
                  <a:cubicBezTo>
                    <a:pt x="42" y="100"/>
                    <a:pt x="40" y="103"/>
                    <a:pt x="39" y="104"/>
                  </a:cubicBezTo>
                  <a:cubicBezTo>
                    <a:pt x="35" y="107"/>
                    <a:pt x="30" y="110"/>
                    <a:pt x="24" y="110"/>
                  </a:cubicBezTo>
                  <a:cubicBezTo>
                    <a:pt x="20" y="110"/>
                    <a:pt x="15" y="108"/>
                    <a:pt x="12" y="105"/>
                  </a:cubicBezTo>
                  <a:cubicBezTo>
                    <a:pt x="9" y="102"/>
                    <a:pt x="7" y="97"/>
                    <a:pt x="7" y="92"/>
                  </a:cubicBezTo>
                  <a:cubicBezTo>
                    <a:pt x="7" y="87"/>
                    <a:pt x="9" y="82"/>
                    <a:pt x="13" y="78"/>
                  </a:cubicBezTo>
                  <a:cubicBezTo>
                    <a:pt x="15" y="76"/>
                    <a:pt x="17" y="74"/>
                    <a:pt x="21" y="72"/>
                  </a:cubicBezTo>
                  <a:cubicBezTo>
                    <a:pt x="17" y="66"/>
                    <a:pt x="14" y="59"/>
                    <a:pt x="14" y="51"/>
                  </a:cubicBezTo>
                  <a:cubicBezTo>
                    <a:pt x="14" y="31"/>
                    <a:pt x="30" y="14"/>
                    <a:pt x="51" y="14"/>
                  </a:cubicBezTo>
                  <a:cubicBezTo>
                    <a:pt x="71" y="14"/>
                    <a:pt x="87" y="31"/>
                    <a:pt x="87" y="51"/>
                  </a:cubicBezTo>
                  <a:cubicBezTo>
                    <a:pt x="87" y="71"/>
                    <a:pt x="71" y="87"/>
                    <a:pt x="51" y="87"/>
                  </a:cubicBezTo>
                  <a:close/>
                  <a:moveTo>
                    <a:pt x="94" y="105"/>
                  </a:moveTo>
                  <a:cubicBezTo>
                    <a:pt x="94" y="107"/>
                    <a:pt x="92" y="109"/>
                    <a:pt x="90" y="109"/>
                  </a:cubicBezTo>
                  <a:cubicBezTo>
                    <a:pt x="88" y="109"/>
                    <a:pt x="87" y="107"/>
                    <a:pt x="87" y="105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87" y="96"/>
                    <a:pt x="88" y="94"/>
                    <a:pt x="90" y="94"/>
                  </a:cubicBezTo>
                  <a:cubicBezTo>
                    <a:pt x="92" y="94"/>
                    <a:pt x="94" y="96"/>
                    <a:pt x="94" y="98"/>
                  </a:cubicBezTo>
                  <a:lnTo>
                    <a:pt x="94" y="105"/>
                  </a:lnTo>
                  <a:close/>
                  <a:moveTo>
                    <a:pt x="90" y="14"/>
                  </a:moveTo>
                  <a:cubicBezTo>
                    <a:pt x="88" y="14"/>
                    <a:pt x="87" y="13"/>
                    <a:pt x="87" y="11"/>
                  </a:cubicBezTo>
                  <a:cubicBezTo>
                    <a:pt x="87" y="9"/>
                    <a:pt x="88" y="7"/>
                    <a:pt x="90" y="7"/>
                  </a:cubicBezTo>
                  <a:cubicBezTo>
                    <a:pt x="92" y="7"/>
                    <a:pt x="94" y="9"/>
                    <a:pt x="94" y="11"/>
                  </a:cubicBezTo>
                  <a:cubicBezTo>
                    <a:pt x="94" y="13"/>
                    <a:pt x="92" y="14"/>
                    <a:pt x="9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16"/>
            <p:cNvSpPr/>
            <p:nvPr/>
          </p:nvSpPr>
          <p:spPr>
            <a:xfrm>
              <a:off x="8099425" y="4437063"/>
              <a:ext cx="38100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16"/>
            <p:cNvSpPr/>
            <p:nvPr/>
          </p:nvSpPr>
          <p:spPr>
            <a:xfrm>
              <a:off x="8031163" y="4506913"/>
              <a:ext cx="76200" cy="76200"/>
            </a:xfrm>
            <a:custGeom>
              <a:rect b="b" l="l" r="r" t="t"/>
              <a:pathLst>
                <a:path extrusionOk="0" h="30" w="30">
                  <a:moveTo>
                    <a:pt x="28" y="1"/>
                  </a:moveTo>
                  <a:cubicBezTo>
                    <a:pt x="17" y="6"/>
                    <a:pt x="6" y="12"/>
                    <a:pt x="4" y="15"/>
                  </a:cubicBezTo>
                  <a:cubicBezTo>
                    <a:pt x="2" y="17"/>
                    <a:pt x="0" y="20"/>
                    <a:pt x="0" y="22"/>
                  </a:cubicBezTo>
                  <a:cubicBezTo>
                    <a:pt x="0" y="25"/>
                    <a:pt x="1" y="27"/>
                    <a:pt x="3" y="28"/>
                  </a:cubicBezTo>
                  <a:cubicBezTo>
                    <a:pt x="4" y="30"/>
                    <a:pt x="6" y="30"/>
                    <a:pt x="8" y="30"/>
                  </a:cubicBezTo>
                  <a:cubicBezTo>
                    <a:pt x="11" y="30"/>
                    <a:pt x="14" y="29"/>
                    <a:pt x="16" y="27"/>
                  </a:cubicBezTo>
                  <a:cubicBezTo>
                    <a:pt x="18" y="25"/>
                    <a:pt x="23" y="16"/>
                    <a:pt x="30" y="3"/>
                  </a:cubicBezTo>
                  <a:cubicBezTo>
                    <a:pt x="30" y="2"/>
                    <a:pt x="30" y="1"/>
                    <a:pt x="30" y="1"/>
                  </a:cubicBezTo>
                  <a:cubicBezTo>
                    <a:pt x="29" y="0"/>
                    <a:pt x="29" y="0"/>
                    <a:pt x="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4" name="Google Shape;3844;p16"/>
          <p:cNvSpPr/>
          <p:nvPr/>
        </p:nvSpPr>
        <p:spPr>
          <a:xfrm>
            <a:off x="6800850" y="4186238"/>
            <a:ext cx="295275" cy="279400"/>
          </a:xfrm>
          <a:custGeom>
            <a:rect b="b" l="l" r="r" t="t"/>
            <a:pathLst>
              <a:path extrusionOk="0" h="176" w="186">
                <a:moveTo>
                  <a:pt x="186" y="140"/>
                </a:moveTo>
                <a:lnTo>
                  <a:pt x="186" y="0"/>
                </a:lnTo>
                <a:lnTo>
                  <a:pt x="0" y="0"/>
                </a:lnTo>
                <a:lnTo>
                  <a:pt x="0" y="140"/>
                </a:lnTo>
                <a:lnTo>
                  <a:pt x="70" y="140"/>
                </a:lnTo>
                <a:lnTo>
                  <a:pt x="70" y="163"/>
                </a:lnTo>
                <a:lnTo>
                  <a:pt x="24" y="163"/>
                </a:lnTo>
                <a:lnTo>
                  <a:pt x="24" y="176"/>
                </a:lnTo>
                <a:lnTo>
                  <a:pt x="164" y="176"/>
                </a:lnTo>
                <a:lnTo>
                  <a:pt x="164" y="163"/>
                </a:lnTo>
                <a:lnTo>
                  <a:pt x="117" y="163"/>
                </a:lnTo>
                <a:lnTo>
                  <a:pt x="117" y="140"/>
                </a:lnTo>
                <a:lnTo>
                  <a:pt x="186" y="140"/>
                </a:lnTo>
                <a:close/>
                <a:moveTo>
                  <a:pt x="11" y="129"/>
                </a:moveTo>
                <a:lnTo>
                  <a:pt x="11" y="11"/>
                </a:lnTo>
                <a:lnTo>
                  <a:pt x="175" y="11"/>
                </a:lnTo>
                <a:lnTo>
                  <a:pt x="175" y="129"/>
                </a:lnTo>
                <a:lnTo>
                  <a:pt x="11" y="1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5" name="Google Shape;3845;p16"/>
          <p:cNvGrpSpPr/>
          <p:nvPr/>
        </p:nvGrpSpPr>
        <p:grpSpPr>
          <a:xfrm>
            <a:off x="7392988" y="4186429"/>
            <a:ext cx="187325" cy="296863"/>
            <a:chOff x="7392988" y="4327525"/>
            <a:chExt cx="187325" cy="296863"/>
          </a:xfrm>
        </p:grpSpPr>
        <p:sp>
          <p:nvSpPr>
            <p:cNvPr id="3846" name="Google Shape;3846;p16"/>
            <p:cNvSpPr/>
            <p:nvPr/>
          </p:nvSpPr>
          <p:spPr>
            <a:xfrm>
              <a:off x="7392988" y="4327525"/>
              <a:ext cx="187325" cy="296863"/>
            </a:xfrm>
            <a:custGeom>
              <a:rect b="b" l="l" r="r" t="t"/>
              <a:pathLst>
                <a:path extrusionOk="0" h="116" w="73">
                  <a:moveTo>
                    <a:pt x="58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9"/>
                    <a:pt x="7" y="116"/>
                    <a:pt x="15" y="116"/>
                  </a:cubicBezTo>
                  <a:cubicBezTo>
                    <a:pt x="58" y="116"/>
                    <a:pt x="58" y="116"/>
                    <a:pt x="58" y="116"/>
                  </a:cubicBezTo>
                  <a:cubicBezTo>
                    <a:pt x="66" y="116"/>
                    <a:pt x="73" y="109"/>
                    <a:pt x="73" y="101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73" y="6"/>
                    <a:pt x="66" y="0"/>
                    <a:pt x="58" y="0"/>
                  </a:cubicBezTo>
                  <a:close/>
                  <a:moveTo>
                    <a:pt x="37" y="100"/>
                  </a:moveTo>
                  <a:cubicBezTo>
                    <a:pt x="25" y="100"/>
                    <a:pt x="16" y="91"/>
                    <a:pt x="16" y="80"/>
                  </a:cubicBezTo>
                  <a:cubicBezTo>
                    <a:pt x="16" y="68"/>
                    <a:pt x="25" y="59"/>
                    <a:pt x="37" y="59"/>
                  </a:cubicBezTo>
                  <a:cubicBezTo>
                    <a:pt x="48" y="59"/>
                    <a:pt x="58" y="68"/>
                    <a:pt x="58" y="80"/>
                  </a:cubicBezTo>
                  <a:cubicBezTo>
                    <a:pt x="58" y="91"/>
                    <a:pt x="48" y="100"/>
                    <a:pt x="37" y="100"/>
                  </a:cubicBezTo>
                  <a:close/>
                  <a:moveTo>
                    <a:pt x="58" y="51"/>
                  </a:moveTo>
                  <a:cubicBezTo>
                    <a:pt x="15" y="51"/>
                    <a:pt x="15" y="51"/>
                    <a:pt x="15" y="5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58" y="14"/>
                    <a:pt x="58" y="14"/>
                    <a:pt x="58" y="14"/>
                  </a:cubicBezTo>
                  <a:lnTo>
                    <a:pt x="58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16"/>
            <p:cNvSpPr/>
            <p:nvPr/>
          </p:nvSpPr>
          <p:spPr>
            <a:xfrm>
              <a:off x="7458075" y="45005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8" name="Google Shape;3848;p16"/>
          <p:cNvGrpSpPr/>
          <p:nvPr/>
        </p:nvGrpSpPr>
        <p:grpSpPr>
          <a:xfrm>
            <a:off x="8583613" y="4261042"/>
            <a:ext cx="296863" cy="222250"/>
            <a:chOff x="8583613" y="4402138"/>
            <a:chExt cx="296863" cy="222250"/>
          </a:xfrm>
        </p:grpSpPr>
        <p:sp>
          <p:nvSpPr>
            <p:cNvPr id="3849" name="Google Shape;3849;p16"/>
            <p:cNvSpPr/>
            <p:nvPr/>
          </p:nvSpPr>
          <p:spPr>
            <a:xfrm>
              <a:off x="8583613" y="4402138"/>
              <a:ext cx="296863" cy="222250"/>
            </a:xfrm>
            <a:custGeom>
              <a:rect b="b" l="l" r="r" t="t"/>
              <a:pathLst>
                <a:path extrusionOk="0" h="140" w="187">
                  <a:moveTo>
                    <a:pt x="151" y="0"/>
                  </a:moveTo>
                  <a:lnTo>
                    <a:pt x="35" y="0"/>
                  </a:lnTo>
                  <a:lnTo>
                    <a:pt x="0" y="82"/>
                  </a:lnTo>
                  <a:lnTo>
                    <a:pt x="0" y="140"/>
                  </a:lnTo>
                  <a:lnTo>
                    <a:pt x="187" y="140"/>
                  </a:lnTo>
                  <a:lnTo>
                    <a:pt x="187" y="82"/>
                  </a:lnTo>
                  <a:lnTo>
                    <a:pt x="151" y="0"/>
                  </a:lnTo>
                  <a:close/>
                  <a:moveTo>
                    <a:pt x="175" y="129"/>
                  </a:moveTo>
                  <a:lnTo>
                    <a:pt x="11" y="129"/>
                  </a:lnTo>
                  <a:lnTo>
                    <a:pt x="11" y="93"/>
                  </a:lnTo>
                  <a:lnTo>
                    <a:pt x="175" y="93"/>
                  </a:lnTo>
                  <a:lnTo>
                    <a:pt x="175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16"/>
            <p:cNvSpPr/>
            <p:nvPr/>
          </p:nvSpPr>
          <p:spPr>
            <a:xfrm>
              <a:off x="8823325" y="4567238"/>
              <a:ext cx="20638" cy="190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4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5" name="Google Shape;3855;p17"/>
          <p:cNvGrpSpPr/>
          <p:nvPr/>
        </p:nvGrpSpPr>
        <p:grpSpPr>
          <a:xfrm>
            <a:off x="8526463" y="1254125"/>
            <a:ext cx="292100" cy="257176"/>
            <a:chOff x="8526463" y="1254125"/>
            <a:chExt cx="292100" cy="257176"/>
          </a:xfrm>
        </p:grpSpPr>
        <p:sp>
          <p:nvSpPr>
            <p:cNvPr id="3856" name="Google Shape;3856;p17"/>
            <p:cNvSpPr/>
            <p:nvPr/>
          </p:nvSpPr>
          <p:spPr>
            <a:xfrm>
              <a:off x="8526463" y="1254125"/>
              <a:ext cx="292100" cy="220663"/>
            </a:xfrm>
            <a:custGeom>
              <a:rect b="b" l="l" r="r" t="t"/>
              <a:pathLst>
                <a:path extrusionOk="0" h="87" w="116">
                  <a:moveTo>
                    <a:pt x="102" y="33"/>
                  </a:moveTo>
                  <a:cubicBezTo>
                    <a:pt x="102" y="33"/>
                    <a:pt x="102" y="33"/>
                    <a:pt x="102" y="33"/>
                  </a:cubicBezTo>
                  <a:cubicBezTo>
                    <a:pt x="102" y="15"/>
                    <a:pt x="87" y="0"/>
                    <a:pt x="69" y="0"/>
                  </a:cubicBezTo>
                  <a:cubicBezTo>
                    <a:pt x="57" y="0"/>
                    <a:pt x="46" y="7"/>
                    <a:pt x="41" y="17"/>
                  </a:cubicBezTo>
                  <a:cubicBezTo>
                    <a:pt x="38" y="16"/>
                    <a:pt x="36" y="15"/>
                    <a:pt x="33" y="15"/>
                  </a:cubicBezTo>
                  <a:cubicBezTo>
                    <a:pt x="23" y="15"/>
                    <a:pt x="15" y="23"/>
                    <a:pt x="15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6" y="38"/>
                    <a:pt x="0" y="48"/>
                    <a:pt x="0" y="58"/>
                  </a:cubicBezTo>
                  <a:cubicBezTo>
                    <a:pt x="0" y="74"/>
                    <a:pt x="13" y="87"/>
                    <a:pt x="29" y="87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17" y="80"/>
                    <a:pt x="7" y="70"/>
                    <a:pt x="7" y="58"/>
                  </a:cubicBezTo>
                  <a:cubicBezTo>
                    <a:pt x="7" y="51"/>
                    <a:pt x="11" y="44"/>
                    <a:pt x="18" y="40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27"/>
                    <a:pt x="27" y="22"/>
                    <a:pt x="33" y="22"/>
                  </a:cubicBezTo>
                  <a:cubicBezTo>
                    <a:pt x="34" y="22"/>
                    <a:pt x="36" y="23"/>
                    <a:pt x="37" y="23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52" y="12"/>
                    <a:pt x="60" y="8"/>
                    <a:pt x="69" y="8"/>
                  </a:cubicBezTo>
                  <a:cubicBezTo>
                    <a:pt x="83" y="8"/>
                    <a:pt x="94" y="19"/>
                    <a:pt x="94" y="33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105" y="44"/>
                    <a:pt x="109" y="51"/>
                    <a:pt x="109" y="58"/>
                  </a:cubicBezTo>
                  <a:cubicBezTo>
                    <a:pt x="109" y="70"/>
                    <a:pt x="99" y="80"/>
                    <a:pt x="87" y="80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80" y="87"/>
                    <a:pt x="80" y="87"/>
                    <a:pt x="80" y="87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103" y="87"/>
                    <a:pt x="116" y="74"/>
                    <a:pt x="116" y="58"/>
                  </a:cubicBezTo>
                  <a:cubicBezTo>
                    <a:pt x="116" y="48"/>
                    <a:pt x="110" y="38"/>
                    <a:pt x="102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17"/>
            <p:cNvSpPr/>
            <p:nvPr/>
          </p:nvSpPr>
          <p:spPr>
            <a:xfrm>
              <a:off x="8616951" y="1347788"/>
              <a:ext cx="111125" cy="163513"/>
            </a:xfrm>
            <a:custGeom>
              <a:rect b="b" l="l" r="r" t="t"/>
              <a:pathLst>
                <a:path extrusionOk="0" h="103" w="70">
                  <a:moveTo>
                    <a:pt x="35" y="0"/>
                  </a:moveTo>
                  <a:lnTo>
                    <a:pt x="0" y="46"/>
                  </a:lnTo>
                  <a:lnTo>
                    <a:pt x="24" y="46"/>
                  </a:lnTo>
                  <a:lnTo>
                    <a:pt x="24" y="103"/>
                  </a:lnTo>
                  <a:lnTo>
                    <a:pt x="46" y="103"/>
                  </a:lnTo>
                  <a:lnTo>
                    <a:pt x="46" y="46"/>
                  </a:lnTo>
                  <a:lnTo>
                    <a:pt x="70" y="46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8" name="Google Shape;3858;p17"/>
          <p:cNvGrpSpPr/>
          <p:nvPr/>
        </p:nvGrpSpPr>
        <p:grpSpPr>
          <a:xfrm>
            <a:off x="7940676" y="1254125"/>
            <a:ext cx="293688" cy="257176"/>
            <a:chOff x="7940676" y="1254125"/>
            <a:chExt cx="293688" cy="257176"/>
          </a:xfrm>
        </p:grpSpPr>
        <p:sp>
          <p:nvSpPr>
            <p:cNvPr id="3859" name="Google Shape;3859;p17"/>
            <p:cNvSpPr/>
            <p:nvPr/>
          </p:nvSpPr>
          <p:spPr>
            <a:xfrm>
              <a:off x="8032751" y="1347788"/>
              <a:ext cx="109538" cy="163513"/>
            </a:xfrm>
            <a:custGeom>
              <a:rect b="b" l="l" r="r" t="t"/>
              <a:pathLst>
                <a:path extrusionOk="0" h="103" w="69">
                  <a:moveTo>
                    <a:pt x="46" y="0"/>
                  </a:moveTo>
                  <a:lnTo>
                    <a:pt x="23" y="0"/>
                  </a:lnTo>
                  <a:lnTo>
                    <a:pt x="23" y="57"/>
                  </a:lnTo>
                  <a:lnTo>
                    <a:pt x="0" y="57"/>
                  </a:lnTo>
                  <a:lnTo>
                    <a:pt x="35" y="103"/>
                  </a:lnTo>
                  <a:lnTo>
                    <a:pt x="69" y="57"/>
                  </a:lnTo>
                  <a:lnTo>
                    <a:pt x="46" y="57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17"/>
            <p:cNvSpPr/>
            <p:nvPr/>
          </p:nvSpPr>
          <p:spPr>
            <a:xfrm>
              <a:off x="7940676" y="1254125"/>
              <a:ext cx="293688" cy="220663"/>
            </a:xfrm>
            <a:custGeom>
              <a:rect b="b" l="l" r="r" t="t"/>
              <a:pathLst>
                <a:path extrusionOk="0" h="87" w="116">
                  <a:moveTo>
                    <a:pt x="101" y="33"/>
                  </a:moveTo>
                  <a:cubicBezTo>
                    <a:pt x="101" y="33"/>
                    <a:pt x="101" y="33"/>
                    <a:pt x="101" y="33"/>
                  </a:cubicBezTo>
                  <a:cubicBezTo>
                    <a:pt x="101" y="15"/>
                    <a:pt x="87" y="0"/>
                    <a:pt x="69" y="0"/>
                  </a:cubicBezTo>
                  <a:cubicBezTo>
                    <a:pt x="57" y="0"/>
                    <a:pt x="46" y="7"/>
                    <a:pt x="40" y="17"/>
                  </a:cubicBezTo>
                  <a:cubicBezTo>
                    <a:pt x="38" y="16"/>
                    <a:pt x="35" y="15"/>
                    <a:pt x="32" y="15"/>
                  </a:cubicBezTo>
                  <a:cubicBezTo>
                    <a:pt x="22" y="15"/>
                    <a:pt x="14" y="2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6" y="38"/>
                    <a:pt x="0" y="48"/>
                    <a:pt x="0" y="58"/>
                  </a:cubicBezTo>
                  <a:cubicBezTo>
                    <a:pt x="0" y="74"/>
                    <a:pt x="13" y="87"/>
                    <a:pt x="29" y="87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17" y="80"/>
                    <a:pt x="7" y="70"/>
                    <a:pt x="7" y="58"/>
                  </a:cubicBezTo>
                  <a:cubicBezTo>
                    <a:pt x="7" y="51"/>
                    <a:pt x="11" y="44"/>
                    <a:pt x="18" y="40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27"/>
                    <a:pt x="26" y="22"/>
                    <a:pt x="32" y="22"/>
                  </a:cubicBezTo>
                  <a:cubicBezTo>
                    <a:pt x="34" y="22"/>
                    <a:pt x="36" y="23"/>
                    <a:pt x="37" y="23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51" y="12"/>
                    <a:pt x="60" y="8"/>
                    <a:pt x="69" y="8"/>
                  </a:cubicBezTo>
                  <a:cubicBezTo>
                    <a:pt x="83" y="8"/>
                    <a:pt x="94" y="19"/>
                    <a:pt x="94" y="33"/>
                  </a:cubicBezTo>
                  <a:cubicBezTo>
                    <a:pt x="94" y="33"/>
                    <a:pt x="94" y="33"/>
                    <a:pt x="94" y="33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8" y="40"/>
                    <a:pt x="98" y="40"/>
                    <a:pt x="98" y="40"/>
                  </a:cubicBezTo>
                  <a:cubicBezTo>
                    <a:pt x="104" y="44"/>
                    <a:pt x="109" y="51"/>
                    <a:pt x="109" y="58"/>
                  </a:cubicBezTo>
                  <a:cubicBezTo>
                    <a:pt x="109" y="70"/>
                    <a:pt x="99" y="80"/>
                    <a:pt x="87" y="80"/>
                  </a:cubicBezTo>
                  <a:cubicBezTo>
                    <a:pt x="87" y="87"/>
                    <a:pt x="87" y="87"/>
                    <a:pt x="87" y="87"/>
                  </a:cubicBezTo>
                  <a:cubicBezTo>
                    <a:pt x="103" y="87"/>
                    <a:pt x="116" y="74"/>
                    <a:pt x="116" y="58"/>
                  </a:cubicBezTo>
                  <a:cubicBezTo>
                    <a:pt x="116" y="48"/>
                    <a:pt x="110" y="38"/>
                    <a:pt x="101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1" name="Google Shape;3861;p17"/>
          <p:cNvSpPr/>
          <p:nvPr/>
        </p:nvSpPr>
        <p:spPr>
          <a:xfrm>
            <a:off x="328613" y="1878013"/>
            <a:ext cx="292100" cy="257175"/>
          </a:xfrm>
          <a:custGeom>
            <a:rect b="b" l="l" r="r" t="t"/>
            <a:pathLst>
              <a:path extrusionOk="0" h="102" w="116">
                <a:moveTo>
                  <a:pt x="65" y="0"/>
                </a:moveTo>
                <a:cubicBezTo>
                  <a:pt x="40" y="0"/>
                  <a:pt x="18" y="19"/>
                  <a:pt x="15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22" y="73"/>
                  <a:pt x="22" y="73"/>
                  <a:pt x="22" y="73"/>
                </a:cubicBezTo>
                <a:cubicBezTo>
                  <a:pt x="43" y="44"/>
                  <a:pt x="43" y="44"/>
                  <a:pt x="43" y="44"/>
                </a:cubicBezTo>
                <a:cubicBezTo>
                  <a:pt x="30" y="44"/>
                  <a:pt x="30" y="44"/>
                  <a:pt x="30" y="44"/>
                </a:cubicBezTo>
                <a:cubicBezTo>
                  <a:pt x="33" y="27"/>
                  <a:pt x="48" y="15"/>
                  <a:pt x="65" y="15"/>
                </a:cubicBezTo>
                <a:cubicBezTo>
                  <a:pt x="85" y="15"/>
                  <a:pt x="101" y="31"/>
                  <a:pt x="101" y="51"/>
                </a:cubicBezTo>
                <a:cubicBezTo>
                  <a:pt x="101" y="71"/>
                  <a:pt x="85" y="87"/>
                  <a:pt x="65" y="87"/>
                </a:cubicBezTo>
                <a:cubicBezTo>
                  <a:pt x="65" y="102"/>
                  <a:pt x="65" y="102"/>
                  <a:pt x="65" y="102"/>
                </a:cubicBezTo>
                <a:cubicBezTo>
                  <a:pt x="93" y="102"/>
                  <a:pt x="116" y="79"/>
                  <a:pt x="116" y="51"/>
                </a:cubicBezTo>
                <a:cubicBezTo>
                  <a:pt x="116" y="23"/>
                  <a:pt x="93" y="0"/>
                  <a:pt x="6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2" name="Google Shape;3862;p17"/>
          <p:cNvGrpSpPr/>
          <p:nvPr/>
        </p:nvGrpSpPr>
        <p:grpSpPr>
          <a:xfrm>
            <a:off x="6769101" y="1254125"/>
            <a:ext cx="292100" cy="295275"/>
            <a:chOff x="6769101" y="1254125"/>
            <a:chExt cx="292100" cy="295275"/>
          </a:xfrm>
        </p:grpSpPr>
        <p:sp>
          <p:nvSpPr>
            <p:cNvPr id="3863" name="Google Shape;3863;p17"/>
            <p:cNvSpPr/>
            <p:nvPr/>
          </p:nvSpPr>
          <p:spPr>
            <a:xfrm>
              <a:off x="6842126" y="1347788"/>
              <a:ext cx="146050" cy="127000"/>
            </a:xfrm>
            <a:custGeom>
              <a:rect b="b" l="l" r="r" t="t"/>
              <a:pathLst>
                <a:path extrusionOk="0" h="80" w="92">
                  <a:moveTo>
                    <a:pt x="70" y="0"/>
                  </a:moveTo>
                  <a:lnTo>
                    <a:pt x="24" y="0"/>
                  </a:lnTo>
                  <a:lnTo>
                    <a:pt x="24" y="34"/>
                  </a:lnTo>
                  <a:lnTo>
                    <a:pt x="0" y="34"/>
                  </a:lnTo>
                  <a:lnTo>
                    <a:pt x="46" y="80"/>
                  </a:lnTo>
                  <a:lnTo>
                    <a:pt x="92" y="34"/>
                  </a:lnTo>
                  <a:lnTo>
                    <a:pt x="70" y="3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17"/>
            <p:cNvSpPr/>
            <p:nvPr/>
          </p:nvSpPr>
          <p:spPr>
            <a:xfrm>
              <a:off x="6769101" y="1254125"/>
              <a:ext cx="292100" cy="295275"/>
            </a:xfrm>
            <a:custGeom>
              <a:rect b="b" l="l" r="r" t="t"/>
              <a:pathLst>
                <a:path extrusionOk="0" h="117" w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1"/>
                    <a:pt x="26" y="117"/>
                    <a:pt x="58" y="117"/>
                  </a:cubicBezTo>
                  <a:cubicBezTo>
                    <a:pt x="90" y="117"/>
                    <a:pt x="116" y="91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2"/>
                  </a:moveTo>
                  <a:cubicBezTo>
                    <a:pt x="34" y="102"/>
                    <a:pt x="15" y="82"/>
                    <a:pt x="15" y="58"/>
                  </a:cubicBezTo>
                  <a:cubicBezTo>
                    <a:pt x="15" y="34"/>
                    <a:pt x="34" y="15"/>
                    <a:pt x="58" y="15"/>
                  </a:cubicBezTo>
                  <a:cubicBezTo>
                    <a:pt x="82" y="15"/>
                    <a:pt x="102" y="34"/>
                    <a:pt x="102" y="58"/>
                  </a:cubicBezTo>
                  <a:cubicBezTo>
                    <a:pt x="102" y="82"/>
                    <a:pt x="82" y="102"/>
                    <a:pt x="58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5" name="Google Shape;3865;p17"/>
          <p:cNvGrpSpPr/>
          <p:nvPr/>
        </p:nvGrpSpPr>
        <p:grpSpPr>
          <a:xfrm>
            <a:off x="7353301" y="1254125"/>
            <a:ext cx="295275" cy="295275"/>
            <a:chOff x="7353301" y="1254125"/>
            <a:chExt cx="295275" cy="295275"/>
          </a:xfrm>
        </p:grpSpPr>
        <p:sp>
          <p:nvSpPr>
            <p:cNvPr id="3866" name="Google Shape;3866;p17"/>
            <p:cNvSpPr/>
            <p:nvPr/>
          </p:nvSpPr>
          <p:spPr>
            <a:xfrm>
              <a:off x="7426326" y="1327150"/>
              <a:ext cx="149225" cy="128588"/>
            </a:xfrm>
            <a:custGeom>
              <a:rect b="b" l="l" r="r" t="t"/>
              <a:pathLst>
                <a:path extrusionOk="0" h="81" w="94">
                  <a:moveTo>
                    <a:pt x="0" y="47"/>
                  </a:moveTo>
                  <a:lnTo>
                    <a:pt x="24" y="47"/>
                  </a:lnTo>
                  <a:lnTo>
                    <a:pt x="24" y="81"/>
                  </a:lnTo>
                  <a:lnTo>
                    <a:pt x="70" y="81"/>
                  </a:lnTo>
                  <a:lnTo>
                    <a:pt x="70" y="47"/>
                  </a:lnTo>
                  <a:lnTo>
                    <a:pt x="94" y="47"/>
                  </a:lnTo>
                  <a:lnTo>
                    <a:pt x="46" y="0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7" name="Google Shape;3867;p17"/>
            <p:cNvSpPr/>
            <p:nvPr/>
          </p:nvSpPr>
          <p:spPr>
            <a:xfrm>
              <a:off x="7353301" y="1254125"/>
              <a:ext cx="295275" cy="295275"/>
            </a:xfrm>
            <a:custGeom>
              <a:rect b="b" l="l" r="r" t="t"/>
              <a:pathLst>
                <a:path extrusionOk="0" h="117" w="117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1"/>
                    <a:pt x="26" y="117"/>
                    <a:pt x="58" y="117"/>
                  </a:cubicBezTo>
                  <a:cubicBezTo>
                    <a:pt x="91" y="117"/>
                    <a:pt x="117" y="91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2"/>
                  </a:moveTo>
                  <a:cubicBezTo>
                    <a:pt x="34" y="102"/>
                    <a:pt x="15" y="82"/>
                    <a:pt x="15" y="58"/>
                  </a:cubicBezTo>
                  <a:cubicBezTo>
                    <a:pt x="15" y="34"/>
                    <a:pt x="34" y="15"/>
                    <a:pt x="58" y="15"/>
                  </a:cubicBezTo>
                  <a:cubicBezTo>
                    <a:pt x="83" y="15"/>
                    <a:pt x="102" y="34"/>
                    <a:pt x="102" y="58"/>
                  </a:cubicBezTo>
                  <a:cubicBezTo>
                    <a:pt x="102" y="82"/>
                    <a:pt x="83" y="102"/>
                    <a:pt x="58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8" name="Google Shape;3868;p17"/>
          <p:cNvGrpSpPr/>
          <p:nvPr/>
        </p:nvGrpSpPr>
        <p:grpSpPr>
          <a:xfrm>
            <a:off x="7353301" y="1843088"/>
            <a:ext cx="257175" cy="292100"/>
            <a:chOff x="7353301" y="1843088"/>
            <a:chExt cx="257175" cy="292100"/>
          </a:xfrm>
        </p:grpSpPr>
        <p:sp>
          <p:nvSpPr>
            <p:cNvPr id="3869" name="Google Shape;3869;p17"/>
            <p:cNvSpPr/>
            <p:nvPr/>
          </p:nvSpPr>
          <p:spPr>
            <a:xfrm>
              <a:off x="7353301" y="1843088"/>
              <a:ext cx="257175" cy="292100"/>
            </a:xfrm>
            <a:custGeom>
              <a:rect b="b" l="l" r="r" t="t"/>
              <a:pathLst>
                <a:path extrusionOk="0" h="184" w="162">
                  <a:moveTo>
                    <a:pt x="110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10" y="0"/>
                  </a:lnTo>
                  <a:close/>
                  <a:moveTo>
                    <a:pt x="140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100" y="22"/>
                  </a:lnTo>
                  <a:lnTo>
                    <a:pt x="140" y="62"/>
                  </a:lnTo>
                  <a:lnTo>
                    <a:pt x="140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17"/>
            <p:cNvSpPr/>
            <p:nvPr/>
          </p:nvSpPr>
          <p:spPr>
            <a:xfrm>
              <a:off x="7408863" y="1895475"/>
              <a:ext cx="128588" cy="184150"/>
            </a:xfrm>
            <a:custGeom>
              <a:rect b="b" l="l" r="r" t="t"/>
              <a:pathLst>
                <a:path extrusionOk="0" h="73" w="51">
                  <a:moveTo>
                    <a:pt x="29" y="0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0" y="52"/>
                    <a:pt x="17" y="51"/>
                    <a:pt x="15" y="51"/>
                  </a:cubicBezTo>
                  <a:cubicBezTo>
                    <a:pt x="7" y="51"/>
                    <a:pt x="0" y="56"/>
                    <a:pt x="0" y="62"/>
                  </a:cubicBezTo>
                  <a:cubicBezTo>
                    <a:pt x="0" y="68"/>
                    <a:pt x="7" y="73"/>
                    <a:pt x="15" y="73"/>
                  </a:cubicBezTo>
                  <a:cubicBezTo>
                    <a:pt x="17" y="73"/>
                    <a:pt x="20" y="72"/>
                    <a:pt x="22" y="72"/>
                  </a:cubicBezTo>
                  <a:cubicBezTo>
                    <a:pt x="26" y="70"/>
                    <a:pt x="29" y="66"/>
                    <a:pt x="29" y="6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44" y="22"/>
                    <a:pt x="51" y="37"/>
                    <a:pt x="51" y="44"/>
                  </a:cubicBezTo>
                  <a:cubicBezTo>
                    <a:pt x="51" y="15"/>
                    <a:pt x="36" y="7"/>
                    <a:pt x="29" y="7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1" name="Google Shape;3871;p17"/>
          <p:cNvSpPr/>
          <p:nvPr/>
        </p:nvSpPr>
        <p:spPr>
          <a:xfrm>
            <a:off x="328613" y="2500313"/>
            <a:ext cx="292100" cy="220662"/>
          </a:xfrm>
          <a:custGeom>
            <a:rect b="b" l="l" r="r" t="t"/>
            <a:pathLst>
              <a:path extrusionOk="0" h="139" w="184">
                <a:moveTo>
                  <a:pt x="81" y="24"/>
                </a:moveTo>
                <a:lnTo>
                  <a:pt x="60" y="0"/>
                </a:lnTo>
                <a:lnTo>
                  <a:pt x="0" y="0"/>
                </a:lnTo>
                <a:lnTo>
                  <a:pt x="0" y="139"/>
                </a:lnTo>
                <a:lnTo>
                  <a:pt x="184" y="139"/>
                </a:lnTo>
                <a:lnTo>
                  <a:pt x="184" y="24"/>
                </a:lnTo>
                <a:lnTo>
                  <a:pt x="81" y="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2" name="Google Shape;3872;p17"/>
          <p:cNvSpPr/>
          <p:nvPr/>
        </p:nvSpPr>
        <p:spPr>
          <a:xfrm>
            <a:off x="912813" y="1843088"/>
            <a:ext cx="239712" cy="292100"/>
          </a:xfrm>
          <a:custGeom>
            <a:rect b="b" l="l" r="r" t="t"/>
            <a:pathLst>
              <a:path extrusionOk="0" h="184" w="151">
                <a:moveTo>
                  <a:pt x="97" y="0"/>
                </a:moveTo>
                <a:lnTo>
                  <a:pt x="0" y="0"/>
                </a:lnTo>
                <a:lnTo>
                  <a:pt x="0" y="184"/>
                </a:lnTo>
                <a:lnTo>
                  <a:pt x="151" y="184"/>
                </a:lnTo>
                <a:lnTo>
                  <a:pt x="151" y="52"/>
                </a:lnTo>
                <a:lnTo>
                  <a:pt x="97" y="0"/>
                </a:lnTo>
                <a:close/>
                <a:moveTo>
                  <a:pt x="127" y="160"/>
                </a:moveTo>
                <a:lnTo>
                  <a:pt x="24" y="160"/>
                </a:lnTo>
                <a:lnTo>
                  <a:pt x="24" y="22"/>
                </a:lnTo>
                <a:lnTo>
                  <a:pt x="87" y="22"/>
                </a:lnTo>
                <a:lnTo>
                  <a:pt x="92" y="27"/>
                </a:lnTo>
                <a:lnTo>
                  <a:pt x="92" y="57"/>
                </a:lnTo>
                <a:lnTo>
                  <a:pt x="122" y="57"/>
                </a:lnTo>
                <a:lnTo>
                  <a:pt x="127" y="62"/>
                </a:lnTo>
                <a:lnTo>
                  <a:pt x="127" y="1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3" name="Google Shape;3873;p17"/>
          <p:cNvGrpSpPr/>
          <p:nvPr/>
        </p:nvGrpSpPr>
        <p:grpSpPr>
          <a:xfrm>
            <a:off x="3254376" y="1843088"/>
            <a:ext cx="257175" cy="292100"/>
            <a:chOff x="3254376" y="1843088"/>
            <a:chExt cx="257175" cy="292100"/>
          </a:xfrm>
        </p:grpSpPr>
        <p:sp>
          <p:nvSpPr>
            <p:cNvPr id="3874" name="Google Shape;3874;p17"/>
            <p:cNvSpPr/>
            <p:nvPr/>
          </p:nvSpPr>
          <p:spPr>
            <a:xfrm>
              <a:off x="3254376" y="1843088"/>
              <a:ext cx="257175" cy="292100"/>
            </a:xfrm>
            <a:custGeom>
              <a:rect b="b" l="l" r="r" t="t"/>
              <a:pathLst>
                <a:path extrusionOk="0" h="184" w="162">
                  <a:moveTo>
                    <a:pt x="110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10" y="0"/>
                  </a:lnTo>
                  <a:close/>
                  <a:moveTo>
                    <a:pt x="13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100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17"/>
            <p:cNvSpPr/>
            <p:nvPr/>
          </p:nvSpPr>
          <p:spPr>
            <a:xfrm>
              <a:off x="3327401" y="1968500"/>
              <a:ext cx="111125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6" name="Google Shape;3876;p17"/>
            <p:cNvSpPr/>
            <p:nvPr/>
          </p:nvSpPr>
          <p:spPr>
            <a:xfrm>
              <a:off x="3327401" y="1933575"/>
              <a:ext cx="73025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7" name="Google Shape;3877;p17"/>
            <p:cNvSpPr/>
            <p:nvPr/>
          </p:nvSpPr>
          <p:spPr>
            <a:xfrm>
              <a:off x="3327401" y="2006600"/>
              <a:ext cx="111125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8" name="Google Shape;3878;p17"/>
            <p:cNvSpPr/>
            <p:nvPr/>
          </p:nvSpPr>
          <p:spPr>
            <a:xfrm>
              <a:off x="3327401" y="2044700"/>
              <a:ext cx="111125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9" name="Google Shape;3879;p17"/>
          <p:cNvGrpSpPr/>
          <p:nvPr/>
        </p:nvGrpSpPr>
        <p:grpSpPr>
          <a:xfrm>
            <a:off x="1497013" y="1843088"/>
            <a:ext cx="276226" cy="292100"/>
            <a:chOff x="1497013" y="1843088"/>
            <a:chExt cx="276226" cy="292100"/>
          </a:xfrm>
        </p:grpSpPr>
        <p:sp>
          <p:nvSpPr>
            <p:cNvPr id="3880" name="Google Shape;3880;p17"/>
            <p:cNvSpPr/>
            <p:nvPr/>
          </p:nvSpPr>
          <p:spPr>
            <a:xfrm>
              <a:off x="1663701" y="1951038"/>
              <a:ext cx="109538" cy="184150"/>
            </a:xfrm>
            <a:custGeom>
              <a:rect b="b" l="l" r="r" t="t"/>
              <a:pathLst>
                <a:path extrusionOk="0" h="73" w="43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cubicBezTo>
                    <a:pt x="0" y="28"/>
                    <a:pt x="3" y="34"/>
                    <a:pt x="7" y="38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40" y="34"/>
                    <a:pt x="43" y="28"/>
                    <a:pt x="43" y="22"/>
                  </a:cubicBezTo>
                  <a:cubicBezTo>
                    <a:pt x="43" y="10"/>
                    <a:pt x="34" y="0"/>
                    <a:pt x="22" y="0"/>
                  </a:cubicBezTo>
                  <a:close/>
                  <a:moveTo>
                    <a:pt x="22" y="37"/>
                  </a:moveTo>
                  <a:cubicBezTo>
                    <a:pt x="14" y="37"/>
                    <a:pt x="7" y="30"/>
                    <a:pt x="7" y="22"/>
                  </a:cubicBezTo>
                  <a:cubicBezTo>
                    <a:pt x="7" y="14"/>
                    <a:pt x="14" y="7"/>
                    <a:pt x="22" y="7"/>
                  </a:cubicBezTo>
                  <a:cubicBezTo>
                    <a:pt x="30" y="7"/>
                    <a:pt x="36" y="14"/>
                    <a:pt x="36" y="22"/>
                  </a:cubicBezTo>
                  <a:cubicBezTo>
                    <a:pt x="36" y="30"/>
                    <a:pt x="30" y="37"/>
                    <a:pt x="22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1" name="Google Shape;3881;p17"/>
            <p:cNvSpPr/>
            <p:nvPr/>
          </p:nvSpPr>
          <p:spPr>
            <a:xfrm>
              <a:off x="1497013" y="1843088"/>
              <a:ext cx="239713" cy="292100"/>
            </a:xfrm>
            <a:custGeom>
              <a:rect b="b" l="l" r="r" t="t"/>
              <a:pathLst>
                <a:path extrusionOk="0" h="184" w="151">
                  <a:moveTo>
                    <a:pt x="7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89" y="22"/>
                  </a:lnTo>
                  <a:lnTo>
                    <a:pt x="123" y="57"/>
                  </a:lnTo>
                  <a:lnTo>
                    <a:pt x="151" y="57"/>
                  </a:lnTo>
                  <a:lnTo>
                    <a:pt x="151" y="52"/>
                  </a:lnTo>
                  <a:lnTo>
                    <a:pt x="99" y="0"/>
                  </a:lnTo>
                  <a:lnTo>
                    <a:pt x="0" y="0"/>
                  </a:lnTo>
                  <a:lnTo>
                    <a:pt x="0" y="184"/>
                  </a:lnTo>
                  <a:lnTo>
                    <a:pt x="101" y="184"/>
                  </a:lnTo>
                  <a:lnTo>
                    <a:pt x="78" y="162"/>
                  </a:lnTo>
                  <a:lnTo>
                    <a:pt x="7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2" name="Google Shape;3882;p17"/>
            <p:cNvSpPr/>
            <p:nvPr/>
          </p:nvSpPr>
          <p:spPr>
            <a:xfrm>
              <a:off x="1552576" y="1933575"/>
              <a:ext cx="93663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3" name="Google Shape;3883;p17"/>
            <p:cNvSpPr/>
            <p:nvPr/>
          </p:nvSpPr>
          <p:spPr>
            <a:xfrm>
              <a:off x="1552576" y="1968500"/>
              <a:ext cx="93663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4" name="Google Shape;3884;p17"/>
            <p:cNvSpPr/>
            <p:nvPr/>
          </p:nvSpPr>
          <p:spPr>
            <a:xfrm>
              <a:off x="1552576" y="2006600"/>
              <a:ext cx="93663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5" name="Google Shape;3885;p17"/>
          <p:cNvGrpSpPr/>
          <p:nvPr/>
        </p:nvGrpSpPr>
        <p:grpSpPr>
          <a:xfrm>
            <a:off x="3841751" y="1843088"/>
            <a:ext cx="255588" cy="292100"/>
            <a:chOff x="3841751" y="1843088"/>
            <a:chExt cx="255588" cy="292100"/>
          </a:xfrm>
        </p:grpSpPr>
        <p:sp>
          <p:nvSpPr>
            <p:cNvPr id="3886" name="Google Shape;3886;p17"/>
            <p:cNvSpPr/>
            <p:nvPr/>
          </p:nvSpPr>
          <p:spPr>
            <a:xfrm>
              <a:off x="3841751" y="1843088"/>
              <a:ext cx="255588" cy="292100"/>
            </a:xfrm>
            <a:custGeom>
              <a:rect b="b" l="l" r="r" t="t"/>
              <a:pathLst>
                <a:path extrusionOk="0" h="184" w="161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1" y="184"/>
                  </a:lnTo>
                  <a:lnTo>
                    <a:pt x="161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3" y="160"/>
                  </a:lnTo>
                  <a:lnTo>
                    <a:pt x="23" y="22"/>
                  </a:lnTo>
                  <a:lnTo>
                    <a:pt x="99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7" name="Google Shape;3887;p17"/>
            <p:cNvSpPr/>
            <p:nvPr/>
          </p:nvSpPr>
          <p:spPr>
            <a:xfrm>
              <a:off x="3895726" y="1973263"/>
              <a:ext cx="146050" cy="98425"/>
            </a:xfrm>
            <a:custGeom>
              <a:rect b="b" l="l" r="r" t="t"/>
              <a:pathLst>
                <a:path extrusionOk="0" h="62" w="92">
                  <a:moveTo>
                    <a:pt x="35" y="11"/>
                  </a:moveTo>
                  <a:lnTo>
                    <a:pt x="0" y="46"/>
                  </a:lnTo>
                  <a:lnTo>
                    <a:pt x="0" y="62"/>
                  </a:lnTo>
                  <a:lnTo>
                    <a:pt x="35" y="27"/>
                  </a:lnTo>
                  <a:lnTo>
                    <a:pt x="58" y="51"/>
                  </a:lnTo>
                  <a:lnTo>
                    <a:pt x="92" y="16"/>
                  </a:lnTo>
                  <a:lnTo>
                    <a:pt x="92" y="0"/>
                  </a:lnTo>
                  <a:lnTo>
                    <a:pt x="58" y="35"/>
                  </a:lnTo>
                  <a:lnTo>
                    <a:pt x="35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8" name="Google Shape;3888;p17"/>
          <p:cNvGrpSpPr/>
          <p:nvPr/>
        </p:nvGrpSpPr>
        <p:grpSpPr>
          <a:xfrm>
            <a:off x="4427538" y="1843088"/>
            <a:ext cx="257175" cy="292100"/>
            <a:chOff x="4427538" y="1843088"/>
            <a:chExt cx="257175" cy="292100"/>
          </a:xfrm>
        </p:grpSpPr>
        <p:sp>
          <p:nvSpPr>
            <p:cNvPr id="3889" name="Google Shape;3889;p17"/>
            <p:cNvSpPr/>
            <p:nvPr/>
          </p:nvSpPr>
          <p:spPr>
            <a:xfrm>
              <a:off x="4427538" y="1843088"/>
              <a:ext cx="257175" cy="292100"/>
            </a:xfrm>
            <a:custGeom>
              <a:rect b="b" l="l" r="r" t="t"/>
              <a:pathLst>
                <a:path extrusionOk="0" h="184" w="162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2" y="160"/>
                  </a:lnTo>
                  <a:lnTo>
                    <a:pt x="22" y="22"/>
                  </a:lnTo>
                  <a:lnTo>
                    <a:pt x="98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0" name="Google Shape;3890;p17"/>
            <p:cNvSpPr/>
            <p:nvPr/>
          </p:nvSpPr>
          <p:spPr>
            <a:xfrm>
              <a:off x="4483101" y="1951038"/>
              <a:ext cx="146050" cy="128588"/>
            </a:xfrm>
            <a:custGeom>
              <a:rect b="b" l="l" r="r" t="t"/>
              <a:pathLst>
                <a:path extrusionOk="0" h="81" w="92">
                  <a:moveTo>
                    <a:pt x="0" y="81"/>
                  </a:moveTo>
                  <a:lnTo>
                    <a:pt x="92" y="81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81"/>
                  </a:lnTo>
                  <a:close/>
                  <a:moveTo>
                    <a:pt x="46" y="11"/>
                  </a:moveTo>
                  <a:lnTo>
                    <a:pt x="81" y="11"/>
                  </a:lnTo>
                  <a:lnTo>
                    <a:pt x="81" y="35"/>
                  </a:lnTo>
                  <a:lnTo>
                    <a:pt x="46" y="35"/>
                  </a:lnTo>
                  <a:lnTo>
                    <a:pt x="46" y="11"/>
                  </a:lnTo>
                  <a:close/>
                  <a:moveTo>
                    <a:pt x="46" y="46"/>
                  </a:moveTo>
                  <a:lnTo>
                    <a:pt x="81" y="46"/>
                  </a:lnTo>
                  <a:lnTo>
                    <a:pt x="81" y="70"/>
                  </a:lnTo>
                  <a:lnTo>
                    <a:pt x="46" y="70"/>
                  </a:lnTo>
                  <a:lnTo>
                    <a:pt x="46" y="46"/>
                  </a:lnTo>
                  <a:close/>
                  <a:moveTo>
                    <a:pt x="11" y="11"/>
                  </a:moveTo>
                  <a:lnTo>
                    <a:pt x="33" y="11"/>
                  </a:lnTo>
                  <a:lnTo>
                    <a:pt x="33" y="35"/>
                  </a:lnTo>
                  <a:lnTo>
                    <a:pt x="11" y="35"/>
                  </a:lnTo>
                  <a:lnTo>
                    <a:pt x="11" y="11"/>
                  </a:lnTo>
                  <a:close/>
                  <a:moveTo>
                    <a:pt x="11" y="46"/>
                  </a:moveTo>
                  <a:lnTo>
                    <a:pt x="33" y="46"/>
                  </a:lnTo>
                  <a:lnTo>
                    <a:pt x="33" y="70"/>
                  </a:lnTo>
                  <a:lnTo>
                    <a:pt x="11" y="70"/>
                  </a:lnTo>
                  <a:lnTo>
                    <a:pt x="11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1" name="Google Shape;3891;p17"/>
          <p:cNvGrpSpPr/>
          <p:nvPr/>
        </p:nvGrpSpPr>
        <p:grpSpPr>
          <a:xfrm>
            <a:off x="5011738" y="1843088"/>
            <a:ext cx="257175" cy="292100"/>
            <a:chOff x="5011738" y="1843088"/>
            <a:chExt cx="257175" cy="292100"/>
          </a:xfrm>
        </p:grpSpPr>
        <p:sp>
          <p:nvSpPr>
            <p:cNvPr id="3892" name="Google Shape;3892;p17"/>
            <p:cNvSpPr/>
            <p:nvPr/>
          </p:nvSpPr>
          <p:spPr>
            <a:xfrm>
              <a:off x="5011738" y="1843088"/>
              <a:ext cx="257175" cy="292100"/>
            </a:xfrm>
            <a:custGeom>
              <a:rect b="b" l="l" r="r" t="t"/>
              <a:pathLst>
                <a:path extrusionOk="0" h="184" w="162">
                  <a:moveTo>
                    <a:pt x="110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10" y="0"/>
                  </a:lnTo>
                  <a:close/>
                  <a:moveTo>
                    <a:pt x="13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100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3" name="Google Shape;3893;p17"/>
            <p:cNvSpPr/>
            <p:nvPr/>
          </p:nvSpPr>
          <p:spPr>
            <a:xfrm>
              <a:off x="5067301" y="1930400"/>
              <a:ext cx="55563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4" name="Google Shape;3894;p17"/>
            <p:cNvSpPr/>
            <p:nvPr/>
          </p:nvSpPr>
          <p:spPr>
            <a:xfrm>
              <a:off x="5067301" y="1951038"/>
              <a:ext cx="146050" cy="125413"/>
            </a:xfrm>
            <a:custGeom>
              <a:rect b="b" l="l" r="r" t="t"/>
              <a:pathLst>
                <a:path extrusionOk="0" h="79" w="92">
                  <a:moveTo>
                    <a:pt x="24" y="46"/>
                  </a:moveTo>
                  <a:lnTo>
                    <a:pt x="0" y="79"/>
                  </a:lnTo>
                  <a:lnTo>
                    <a:pt x="92" y="79"/>
                  </a:lnTo>
                  <a:lnTo>
                    <a:pt x="70" y="0"/>
                  </a:lnTo>
                  <a:lnTo>
                    <a:pt x="46" y="68"/>
                  </a:lnTo>
                  <a:lnTo>
                    <a:pt x="24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5" name="Google Shape;3895;p17"/>
          <p:cNvGrpSpPr/>
          <p:nvPr/>
        </p:nvGrpSpPr>
        <p:grpSpPr>
          <a:xfrm>
            <a:off x="5599113" y="1843088"/>
            <a:ext cx="255588" cy="292100"/>
            <a:chOff x="5599113" y="1843088"/>
            <a:chExt cx="255588" cy="292100"/>
          </a:xfrm>
        </p:grpSpPr>
        <p:sp>
          <p:nvSpPr>
            <p:cNvPr id="3896" name="Google Shape;3896;p17"/>
            <p:cNvSpPr/>
            <p:nvPr/>
          </p:nvSpPr>
          <p:spPr>
            <a:xfrm>
              <a:off x="5599113" y="1843088"/>
              <a:ext cx="255588" cy="292100"/>
            </a:xfrm>
            <a:custGeom>
              <a:rect b="b" l="l" r="r" t="t"/>
              <a:pathLst>
                <a:path extrusionOk="0" h="184" w="161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1" y="184"/>
                  </a:lnTo>
                  <a:lnTo>
                    <a:pt x="161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2" y="160"/>
                  </a:lnTo>
                  <a:lnTo>
                    <a:pt x="22" y="22"/>
                  </a:lnTo>
                  <a:lnTo>
                    <a:pt x="99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17"/>
            <p:cNvSpPr/>
            <p:nvPr/>
          </p:nvSpPr>
          <p:spPr>
            <a:xfrm>
              <a:off x="5689601" y="1951038"/>
              <a:ext cx="96838" cy="107950"/>
            </a:xfrm>
            <a:custGeom>
              <a:rect b="b" l="l" r="r" t="t"/>
              <a:pathLst>
                <a:path extrusionOk="0" h="68" w="61">
                  <a:moveTo>
                    <a:pt x="0" y="68"/>
                  </a:moveTo>
                  <a:lnTo>
                    <a:pt x="61" y="33"/>
                  </a:lnTo>
                  <a:lnTo>
                    <a:pt x="0" y="0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8" name="Google Shape;3898;p17"/>
          <p:cNvGrpSpPr/>
          <p:nvPr/>
        </p:nvGrpSpPr>
        <p:grpSpPr>
          <a:xfrm>
            <a:off x="6184901" y="1843088"/>
            <a:ext cx="254000" cy="292100"/>
            <a:chOff x="6184901" y="1843088"/>
            <a:chExt cx="254000" cy="292100"/>
          </a:xfrm>
        </p:grpSpPr>
        <p:sp>
          <p:nvSpPr>
            <p:cNvPr id="3899" name="Google Shape;3899;p17"/>
            <p:cNvSpPr/>
            <p:nvPr/>
          </p:nvSpPr>
          <p:spPr>
            <a:xfrm>
              <a:off x="6184901" y="1843088"/>
              <a:ext cx="254000" cy="292100"/>
            </a:xfrm>
            <a:custGeom>
              <a:rect b="b" l="l" r="r" t="t"/>
              <a:pathLst>
                <a:path extrusionOk="0" h="184" w="160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0" y="184"/>
                  </a:lnTo>
                  <a:lnTo>
                    <a:pt x="160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2" y="160"/>
                  </a:lnTo>
                  <a:lnTo>
                    <a:pt x="22" y="22"/>
                  </a:lnTo>
                  <a:lnTo>
                    <a:pt x="98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0" name="Google Shape;3900;p17"/>
            <p:cNvSpPr/>
            <p:nvPr/>
          </p:nvSpPr>
          <p:spPr>
            <a:xfrm>
              <a:off x="6238876" y="1954213"/>
              <a:ext cx="53975" cy="107950"/>
            </a:xfrm>
            <a:custGeom>
              <a:rect b="b" l="l" r="r" t="t"/>
              <a:pathLst>
                <a:path extrusionOk="0" h="68" w="34">
                  <a:moveTo>
                    <a:pt x="0" y="35"/>
                  </a:moveTo>
                  <a:lnTo>
                    <a:pt x="34" y="68"/>
                  </a:lnTo>
                  <a:lnTo>
                    <a:pt x="34" y="52"/>
                  </a:lnTo>
                  <a:lnTo>
                    <a:pt x="16" y="35"/>
                  </a:lnTo>
                  <a:lnTo>
                    <a:pt x="34" y="15"/>
                  </a:lnTo>
                  <a:lnTo>
                    <a:pt x="34" y="0"/>
                  </a:lnTo>
                  <a:lnTo>
                    <a:pt x="8" y="2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17"/>
            <p:cNvSpPr/>
            <p:nvPr/>
          </p:nvSpPr>
          <p:spPr>
            <a:xfrm>
              <a:off x="6330951" y="1951038"/>
              <a:ext cx="55563" cy="107950"/>
            </a:xfrm>
            <a:custGeom>
              <a:rect b="b" l="l" r="r" t="t"/>
              <a:pathLst>
                <a:path extrusionOk="0" h="68" w="35">
                  <a:moveTo>
                    <a:pt x="0" y="16"/>
                  </a:moveTo>
                  <a:lnTo>
                    <a:pt x="17" y="33"/>
                  </a:lnTo>
                  <a:lnTo>
                    <a:pt x="0" y="52"/>
                  </a:lnTo>
                  <a:lnTo>
                    <a:pt x="0" y="68"/>
                  </a:lnTo>
                  <a:lnTo>
                    <a:pt x="27" y="41"/>
                  </a:lnTo>
                  <a:lnTo>
                    <a:pt x="35" y="33"/>
                  </a:lnTo>
                  <a:lnTo>
                    <a:pt x="0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2" name="Google Shape;3902;p17"/>
          <p:cNvGrpSpPr/>
          <p:nvPr/>
        </p:nvGrpSpPr>
        <p:grpSpPr>
          <a:xfrm>
            <a:off x="6769101" y="1843088"/>
            <a:ext cx="257175" cy="292100"/>
            <a:chOff x="6769101" y="1843088"/>
            <a:chExt cx="257175" cy="292100"/>
          </a:xfrm>
        </p:grpSpPr>
        <p:sp>
          <p:nvSpPr>
            <p:cNvPr id="3903" name="Google Shape;3903;p17"/>
            <p:cNvSpPr/>
            <p:nvPr/>
          </p:nvSpPr>
          <p:spPr>
            <a:xfrm>
              <a:off x="6769101" y="1843088"/>
              <a:ext cx="257175" cy="292100"/>
            </a:xfrm>
            <a:custGeom>
              <a:rect b="b" l="l" r="r" t="t"/>
              <a:pathLst>
                <a:path extrusionOk="0" h="184" w="162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2" y="184"/>
                  </a:lnTo>
                  <a:lnTo>
                    <a:pt x="162" y="52"/>
                  </a:lnTo>
                  <a:lnTo>
                    <a:pt x="108" y="0"/>
                  </a:lnTo>
                  <a:close/>
                  <a:moveTo>
                    <a:pt x="138" y="160"/>
                  </a:moveTo>
                  <a:lnTo>
                    <a:pt x="24" y="160"/>
                  </a:lnTo>
                  <a:lnTo>
                    <a:pt x="24" y="22"/>
                  </a:lnTo>
                  <a:lnTo>
                    <a:pt x="98" y="22"/>
                  </a:lnTo>
                  <a:lnTo>
                    <a:pt x="138" y="62"/>
                  </a:lnTo>
                  <a:lnTo>
                    <a:pt x="138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4" name="Google Shape;3904;p17"/>
            <p:cNvSpPr/>
            <p:nvPr/>
          </p:nvSpPr>
          <p:spPr>
            <a:xfrm>
              <a:off x="6824663" y="2044700"/>
              <a:ext cx="34925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17"/>
            <p:cNvSpPr/>
            <p:nvPr/>
          </p:nvSpPr>
          <p:spPr>
            <a:xfrm>
              <a:off x="6880226" y="1951038"/>
              <a:ext cx="34925" cy="1285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6" name="Google Shape;3906;p17"/>
            <p:cNvSpPr/>
            <p:nvPr/>
          </p:nvSpPr>
          <p:spPr>
            <a:xfrm>
              <a:off x="6932613" y="2006600"/>
              <a:ext cx="38100" cy="73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7" name="Google Shape;3907;p17"/>
          <p:cNvSpPr/>
          <p:nvPr/>
        </p:nvSpPr>
        <p:spPr>
          <a:xfrm>
            <a:off x="2708275" y="1843088"/>
            <a:ext cx="254000" cy="292100"/>
          </a:xfrm>
          <a:custGeom>
            <a:rect b="b" l="l" r="r" t="t"/>
            <a:pathLst>
              <a:path extrusionOk="0" h="184" w="160">
                <a:moveTo>
                  <a:pt x="108" y="0"/>
                </a:moveTo>
                <a:lnTo>
                  <a:pt x="0" y="0"/>
                </a:lnTo>
                <a:lnTo>
                  <a:pt x="0" y="184"/>
                </a:lnTo>
                <a:lnTo>
                  <a:pt x="160" y="184"/>
                </a:lnTo>
                <a:lnTo>
                  <a:pt x="160" y="52"/>
                </a:lnTo>
                <a:lnTo>
                  <a:pt x="108" y="0"/>
                </a:lnTo>
                <a:close/>
                <a:moveTo>
                  <a:pt x="138" y="160"/>
                </a:moveTo>
                <a:lnTo>
                  <a:pt x="22" y="160"/>
                </a:lnTo>
                <a:lnTo>
                  <a:pt x="22" y="22"/>
                </a:lnTo>
                <a:lnTo>
                  <a:pt x="46" y="22"/>
                </a:lnTo>
                <a:lnTo>
                  <a:pt x="46" y="127"/>
                </a:lnTo>
                <a:lnTo>
                  <a:pt x="68" y="92"/>
                </a:lnTo>
                <a:lnTo>
                  <a:pt x="92" y="127"/>
                </a:lnTo>
                <a:lnTo>
                  <a:pt x="92" y="22"/>
                </a:lnTo>
                <a:lnTo>
                  <a:pt x="98" y="22"/>
                </a:lnTo>
                <a:lnTo>
                  <a:pt x="138" y="62"/>
                </a:lnTo>
                <a:lnTo>
                  <a:pt x="138" y="1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8" name="Google Shape;3908;p17"/>
          <p:cNvGrpSpPr/>
          <p:nvPr/>
        </p:nvGrpSpPr>
        <p:grpSpPr>
          <a:xfrm>
            <a:off x="2084388" y="1843088"/>
            <a:ext cx="255588" cy="292100"/>
            <a:chOff x="2084388" y="1843088"/>
            <a:chExt cx="255588" cy="292100"/>
          </a:xfrm>
        </p:grpSpPr>
        <p:sp>
          <p:nvSpPr>
            <p:cNvPr id="3909" name="Google Shape;3909;p17"/>
            <p:cNvSpPr/>
            <p:nvPr/>
          </p:nvSpPr>
          <p:spPr>
            <a:xfrm>
              <a:off x="2084388" y="1843088"/>
              <a:ext cx="255588" cy="292100"/>
            </a:xfrm>
            <a:custGeom>
              <a:rect b="b" l="l" r="r" t="t"/>
              <a:pathLst>
                <a:path extrusionOk="0" h="184" w="161">
                  <a:moveTo>
                    <a:pt x="108" y="0"/>
                  </a:moveTo>
                  <a:lnTo>
                    <a:pt x="0" y="0"/>
                  </a:lnTo>
                  <a:lnTo>
                    <a:pt x="0" y="184"/>
                  </a:lnTo>
                  <a:lnTo>
                    <a:pt x="161" y="184"/>
                  </a:lnTo>
                  <a:lnTo>
                    <a:pt x="161" y="52"/>
                  </a:lnTo>
                  <a:lnTo>
                    <a:pt x="108" y="0"/>
                  </a:lnTo>
                  <a:close/>
                  <a:moveTo>
                    <a:pt x="69" y="92"/>
                  </a:moveTo>
                  <a:lnTo>
                    <a:pt x="81" y="92"/>
                  </a:lnTo>
                  <a:lnTo>
                    <a:pt x="81" y="79"/>
                  </a:lnTo>
                  <a:lnTo>
                    <a:pt x="69" y="79"/>
                  </a:lnTo>
                  <a:lnTo>
                    <a:pt x="69" y="68"/>
                  </a:lnTo>
                  <a:lnTo>
                    <a:pt x="81" y="68"/>
                  </a:lnTo>
                  <a:lnTo>
                    <a:pt x="81" y="57"/>
                  </a:lnTo>
                  <a:lnTo>
                    <a:pt x="69" y="57"/>
                  </a:lnTo>
                  <a:lnTo>
                    <a:pt x="69" y="46"/>
                  </a:lnTo>
                  <a:lnTo>
                    <a:pt x="81" y="46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69" y="22"/>
                  </a:lnTo>
                  <a:lnTo>
                    <a:pt x="81" y="22"/>
                  </a:lnTo>
                  <a:lnTo>
                    <a:pt x="81" y="33"/>
                  </a:lnTo>
                  <a:lnTo>
                    <a:pt x="93" y="33"/>
                  </a:lnTo>
                  <a:lnTo>
                    <a:pt x="93" y="46"/>
                  </a:lnTo>
                  <a:lnTo>
                    <a:pt x="81" y="46"/>
                  </a:lnTo>
                  <a:lnTo>
                    <a:pt x="81" y="57"/>
                  </a:lnTo>
                  <a:lnTo>
                    <a:pt x="93" y="57"/>
                  </a:lnTo>
                  <a:lnTo>
                    <a:pt x="93" y="68"/>
                  </a:lnTo>
                  <a:lnTo>
                    <a:pt x="81" y="68"/>
                  </a:lnTo>
                  <a:lnTo>
                    <a:pt x="81" y="79"/>
                  </a:lnTo>
                  <a:lnTo>
                    <a:pt x="93" y="79"/>
                  </a:lnTo>
                  <a:lnTo>
                    <a:pt x="93" y="92"/>
                  </a:lnTo>
                  <a:lnTo>
                    <a:pt x="81" y="92"/>
                  </a:lnTo>
                  <a:lnTo>
                    <a:pt x="81" y="103"/>
                  </a:lnTo>
                  <a:lnTo>
                    <a:pt x="93" y="103"/>
                  </a:lnTo>
                  <a:lnTo>
                    <a:pt x="93" y="114"/>
                  </a:lnTo>
                  <a:lnTo>
                    <a:pt x="81" y="114"/>
                  </a:lnTo>
                  <a:lnTo>
                    <a:pt x="81" y="103"/>
                  </a:lnTo>
                  <a:lnTo>
                    <a:pt x="69" y="103"/>
                  </a:lnTo>
                  <a:lnTo>
                    <a:pt x="69" y="92"/>
                  </a:lnTo>
                  <a:close/>
                  <a:moveTo>
                    <a:pt x="47" y="160"/>
                  </a:moveTo>
                  <a:lnTo>
                    <a:pt x="23" y="160"/>
                  </a:lnTo>
                  <a:lnTo>
                    <a:pt x="23" y="22"/>
                  </a:lnTo>
                  <a:lnTo>
                    <a:pt x="58" y="22"/>
                  </a:lnTo>
                  <a:lnTo>
                    <a:pt x="58" y="114"/>
                  </a:lnTo>
                  <a:lnTo>
                    <a:pt x="47" y="114"/>
                  </a:lnTo>
                  <a:lnTo>
                    <a:pt x="47" y="160"/>
                  </a:lnTo>
                  <a:close/>
                  <a:moveTo>
                    <a:pt x="104" y="173"/>
                  </a:moveTo>
                  <a:lnTo>
                    <a:pt x="58" y="173"/>
                  </a:lnTo>
                  <a:lnTo>
                    <a:pt x="58" y="127"/>
                  </a:lnTo>
                  <a:lnTo>
                    <a:pt x="104" y="127"/>
                  </a:lnTo>
                  <a:lnTo>
                    <a:pt x="104" y="173"/>
                  </a:lnTo>
                  <a:close/>
                  <a:moveTo>
                    <a:pt x="139" y="160"/>
                  </a:moveTo>
                  <a:lnTo>
                    <a:pt x="115" y="160"/>
                  </a:lnTo>
                  <a:lnTo>
                    <a:pt x="115" y="114"/>
                  </a:lnTo>
                  <a:lnTo>
                    <a:pt x="104" y="114"/>
                  </a:lnTo>
                  <a:lnTo>
                    <a:pt x="104" y="27"/>
                  </a:lnTo>
                  <a:lnTo>
                    <a:pt x="139" y="62"/>
                  </a:lnTo>
                  <a:lnTo>
                    <a:pt x="139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17"/>
            <p:cNvSpPr/>
            <p:nvPr/>
          </p:nvSpPr>
          <p:spPr>
            <a:xfrm>
              <a:off x="2193926" y="2062163"/>
              <a:ext cx="38100" cy="174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1" name="Google Shape;3911;p17"/>
          <p:cNvGrpSpPr/>
          <p:nvPr/>
        </p:nvGrpSpPr>
        <p:grpSpPr>
          <a:xfrm>
            <a:off x="2708276" y="2427288"/>
            <a:ext cx="254000" cy="293687"/>
            <a:chOff x="2708276" y="2427288"/>
            <a:chExt cx="254000" cy="293687"/>
          </a:xfrm>
        </p:grpSpPr>
        <p:sp>
          <p:nvSpPr>
            <p:cNvPr id="3912" name="Google Shape;3912;p17"/>
            <p:cNvSpPr/>
            <p:nvPr/>
          </p:nvSpPr>
          <p:spPr>
            <a:xfrm>
              <a:off x="2760663" y="2427288"/>
              <a:ext cx="146050" cy="73025"/>
            </a:xfrm>
            <a:custGeom>
              <a:rect b="b" l="l" r="r" t="t"/>
              <a:pathLst>
                <a:path extrusionOk="0" h="29" w="58">
                  <a:moveTo>
                    <a:pt x="58" y="14"/>
                  </a:moveTo>
                  <a:cubicBezTo>
                    <a:pt x="44" y="14"/>
                    <a:pt x="44" y="14"/>
                    <a:pt x="44" y="14"/>
                  </a:cubicBezTo>
                  <a:cubicBezTo>
                    <a:pt x="44" y="6"/>
                    <a:pt x="37" y="0"/>
                    <a:pt x="29" y="0"/>
                  </a:cubicBezTo>
                  <a:cubicBezTo>
                    <a:pt x="21" y="0"/>
                    <a:pt x="15" y="6"/>
                    <a:pt x="1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58" y="29"/>
                    <a:pt x="58" y="29"/>
                    <a:pt x="58" y="29"/>
                  </a:cubicBezTo>
                  <a:lnTo>
                    <a:pt x="58" y="14"/>
                  </a:lnTo>
                  <a:close/>
                  <a:moveTo>
                    <a:pt x="29" y="22"/>
                  </a:moveTo>
                  <a:cubicBezTo>
                    <a:pt x="25" y="22"/>
                    <a:pt x="22" y="18"/>
                    <a:pt x="22" y="14"/>
                  </a:cubicBezTo>
                  <a:cubicBezTo>
                    <a:pt x="22" y="10"/>
                    <a:pt x="25" y="7"/>
                    <a:pt x="29" y="7"/>
                  </a:cubicBezTo>
                  <a:cubicBezTo>
                    <a:pt x="33" y="7"/>
                    <a:pt x="37" y="10"/>
                    <a:pt x="37" y="14"/>
                  </a:cubicBezTo>
                  <a:cubicBezTo>
                    <a:pt x="37" y="18"/>
                    <a:pt x="33" y="22"/>
                    <a:pt x="29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17"/>
            <p:cNvSpPr/>
            <p:nvPr/>
          </p:nvSpPr>
          <p:spPr>
            <a:xfrm>
              <a:off x="2708276" y="2463800"/>
              <a:ext cx="254000" cy="257175"/>
            </a:xfrm>
            <a:custGeom>
              <a:rect b="b" l="l" r="r" t="t"/>
              <a:pathLst>
                <a:path extrusionOk="0" h="162" w="160">
                  <a:moveTo>
                    <a:pt x="138" y="0"/>
                  </a:moveTo>
                  <a:lnTo>
                    <a:pt x="138" y="35"/>
                  </a:lnTo>
                  <a:lnTo>
                    <a:pt x="22" y="35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160" y="162"/>
                  </a:lnTo>
                  <a:lnTo>
                    <a:pt x="160" y="0"/>
                  </a:lnTo>
                  <a:lnTo>
                    <a:pt x="138" y="0"/>
                  </a:lnTo>
                  <a:close/>
                  <a:moveTo>
                    <a:pt x="74" y="138"/>
                  </a:moveTo>
                  <a:lnTo>
                    <a:pt x="66" y="128"/>
                  </a:lnTo>
                  <a:lnTo>
                    <a:pt x="33" y="97"/>
                  </a:lnTo>
                  <a:lnTo>
                    <a:pt x="51" y="81"/>
                  </a:lnTo>
                  <a:lnTo>
                    <a:pt x="74" y="105"/>
                  </a:lnTo>
                  <a:lnTo>
                    <a:pt x="120" y="58"/>
                  </a:lnTo>
                  <a:lnTo>
                    <a:pt x="138" y="74"/>
                  </a:lnTo>
                  <a:lnTo>
                    <a:pt x="74" y="1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4" name="Google Shape;3914;p17"/>
          <p:cNvSpPr/>
          <p:nvPr/>
        </p:nvSpPr>
        <p:spPr>
          <a:xfrm>
            <a:off x="1495425" y="2425700"/>
            <a:ext cx="284163" cy="257175"/>
          </a:xfrm>
          <a:custGeom>
            <a:rect b="b" l="l" r="r" t="t"/>
            <a:pathLst>
              <a:path extrusionOk="0" h="102" w="113">
                <a:moveTo>
                  <a:pt x="107" y="3"/>
                </a:moveTo>
                <a:cubicBezTo>
                  <a:pt x="102" y="0"/>
                  <a:pt x="95" y="1"/>
                  <a:pt x="92" y="5"/>
                </a:cubicBezTo>
                <a:cubicBezTo>
                  <a:pt x="38" y="70"/>
                  <a:pt x="38" y="70"/>
                  <a:pt x="38" y="70"/>
                </a:cubicBezTo>
                <a:cubicBezTo>
                  <a:pt x="20" y="50"/>
                  <a:pt x="20" y="50"/>
                  <a:pt x="20" y="50"/>
                </a:cubicBezTo>
                <a:cubicBezTo>
                  <a:pt x="17" y="46"/>
                  <a:pt x="10" y="45"/>
                  <a:pt x="5" y="49"/>
                </a:cubicBezTo>
                <a:cubicBezTo>
                  <a:pt x="1" y="52"/>
                  <a:pt x="0" y="58"/>
                  <a:pt x="4" y="62"/>
                </a:cubicBezTo>
                <a:cubicBezTo>
                  <a:pt x="39" y="102"/>
                  <a:pt x="39" y="102"/>
                  <a:pt x="39" y="102"/>
                </a:cubicBezTo>
                <a:cubicBezTo>
                  <a:pt x="109" y="16"/>
                  <a:pt x="109" y="16"/>
                  <a:pt x="109" y="16"/>
                </a:cubicBezTo>
                <a:cubicBezTo>
                  <a:pt x="113" y="12"/>
                  <a:pt x="112" y="6"/>
                  <a:pt x="107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5" name="Google Shape;3915;p17"/>
          <p:cNvSpPr/>
          <p:nvPr/>
        </p:nvSpPr>
        <p:spPr>
          <a:xfrm>
            <a:off x="2095500" y="2427288"/>
            <a:ext cx="282575" cy="276225"/>
          </a:xfrm>
          <a:custGeom>
            <a:rect b="b" l="l" r="r" t="t"/>
            <a:pathLst>
              <a:path extrusionOk="0" h="109" w="112">
                <a:moveTo>
                  <a:pt x="112" y="8"/>
                </a:moveTo>
                <a:cubicBezTo>
                  <a:pt x="104" y="0"/>
                  <a:pt x="104" y="0"/>
                  <a:pt x="104" y="0"/>
                </a:cubicBezTo>
                <a:cubicBezTo>
                  <a:pt x="86" y="21"/>
                  <a:pt x="86" y="21"/>
                  <a:pt x="86" y="21"/>
                </a:cubicBezTo>
                <a:cubicBezTo>
                  <a:pt x="77" y="12"/>
                  <a:pt x="65" y="7"/>
                  <a:pt x="51" y="7"/>
                </a:cubicBezTo>
                <a:cubicBezTo>
                  <a:pt x="23" y="7"/>
                  <a:pt x="0" y="30"/>
                  <a:pt x="0" y="58"/>
                </a:cubicBezTo>
                <a:cubicBezTo>
                  <a:pt x="0" y="86"/>
                  <a:pt x="23" y="109"/>
                  <a:pt x="51" y="109"/>
                </a:cubicBezTo>
                <a:cubicBezTo>
                  <a:pt x="79" y="109"/>
                  <a:pt x="102" y="86"/>
                  <a:pt x="102" y="58"/>
                </a:cubicBezTo>
                <a:cubicBezTo>
                  <a:pt x="102" y="48"/>
                  <a:pt x="99" y="38"/>
                  <a:pt x="94" y="31"/>
                </a:cubicBezTo>
                <a:lnTo>
                  <a:pt x="112" y="8"/>
                </a:lnTo>
                <a:close/>
                <a:moveTo>
                  <a:pt x="95" y="58"/>
                </a:moveTo>
                <a:cubicBezTo>
                  <a:pt x="95" y="82"/>
                  <a:pt x="75" y="101"/>
                  <a:pt x="51" y="101"/>
                </a:cubicBezTo>
                <a:cubicBezTo>
                  <a:pt x="27" y="101"/>
                  <a:pt x="8" y="82"/>
                  <a:pt x="8" y="58"/>
                </a:cubicBezTo>
                <a:cubicBezTo>
                  <a:pt x="8" y="34"/>
                  <a:pt x="27" y="14"/>
                  <a:pt x="51" y="14"/>
                </a:cubicBezTo>
                <a:cubicBezTo>
                  <a:pt x="63" y="14"/>
                  <a:pt x="73" y="19"/>
                  <a:pt x="81" y="26"/>
                </a:cubicBezTo>
                <a:cubicBezTo>
                  <a:pt x="50" y="62"/>
                  <a:pt x="50" y="62"/>
                  <a:pt x="50" y="62"/>
                </a:cubicBezTo>
                <a:cubicBezTo>
                  <a:pt x="26" y="39"/>
                  <a:pt x="26" y="39"/>
                  <a:pt x="26" y="39"/>
                </a:cubicBezTo>
                <a:cubicBezTo>
                  <a:pt x="18" y="54"/>
                  <a:pt x="18" y="54"/>
                  <a:pt x="18" y="54"/>
                </a:cubicBezTo>
                <a:cubicBezTo>
                  <a:pt x="43" y="82"/>
                  <a:pt x="43" y="82"/>
                  <a:pt x="43" y="82"/>
                </a:cubicBezTo>
                <a:cubicBezTo>
                  <a:pt x="48" y="89"/>
                  <a:pt x="48" y="89"/>
                  <a:pt x="48" y="89"/>
                </a:cubicBezTo>
                <a:cubicBezTo>
                  <a:pt x="54" y="82"/>
                  <a:pt x="54" y="82"/>
                  <a:pt x="54" y="82"/>
                </a:cubicBezTo>
                <a:cubicBezTo>
                  <a:pt x="89" y="37"/>
                  <a:pt x="89" y="37"/>
                  <a:pt x="89" y="37"/>
                </a:cubicBezTo>
                <a:cubicBezTo>
                  <a:pt x="93" y="43"/>
                  <a:pt x="95" y="50"/>
                  <a:pt x="95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6" name="Google Shape;3916;p17"/>
          <p:cNvGrpSpPr/>
          <p:nvPr/>
        </p:nvGrpSpPr>
        <p:grpSpPr>
          <a:xfrm>
            <a:off x="3878263" y="2463800"/>
            <a:ext cx="257175" cy="257175"/>
            <a:chOff x="3878263" y="2463800"/>
            <a:chExt cx="257175" cy="257175"/>
          </a:xfrm>
        </p:grpSpPr>
        <p:sp>
          <p:nvSpPr>
            <p:cNvPr id="3917" name="Google Shape;3917;p17"/>
            <p:cNvSpPr/>
            <p:nvPr/>
          </p:nvSpPr>
          <p:spPr>
            <a:xfrm>
              <a:off x="3878263" y="2463800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0" y="0"/>
                  </a:move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0" y="0"/>
                  </a:lnTo>
                  <a:close/>
                  <a:moveTo>
                    <a:pt x="150" y="151"/>
                  </a:moveTo>
                  <a:lnTo>
                    <a:pt x="11" y="151"/>
                  </a:lnTo>
                  <a:lnTo>
                    <a:pt x="11" y="12"/>
                  </a:lnTo>
                  <a:lnTo>
                    <a:pt x="150" y="12"/>
                  </a:lnTo>
                  <a:lnTo>
                    <a:pt x="150" y="1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17"/>
            <p:cNvSpPr/>
            <p:nvPr/>
          </p:nvSpPr>
          <p:spPr>
            <a:xfrm>
              <a:off x="3932238" y="2519363"/>
              <a:ext cx="157163" cy="155575"/>
            </a:xfrm>
            <a:custGeom>
              <a:rect b="b" l="l" r="r" t="t"/>
              <a:pathLst>
                <a:path extrusionOk="0" h="98" w="99">
                  <a:moveTo>
                    <a:pt x="16" y="98"/>
                  </a:moveTo>
                  <a:lnTo>
                    <a:pt x="50" y="65"/>
                  </a:lnTo>
                  <a:lnTo>
                    <a:pt x="81" y="98"/>
                  </a:lnTo>
                  <a:lnTo>
                    <a:pt x="99" y="82"/>
                  </a:lnTo>
                  <a:lnTo>
                    <a:pt x="66" y="49"/>
                  </a:lnTo>
                  <a:lnTo>
                    <a:pt x="99" y="17"/>
                  </a:lnTo>
                  <a:lnTo>
                    <a:pt x="81" y="0"/>
                  </a:lnTo>
                  <a:lnTo>
                    <a:pt x="50" y="3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32" y="49"/>
                  </a:lnTo>
                  <a:lnTo>
                    <a:pt x="0" y="82"/>
                  </a:lnTo>
                  <a:lnTo>
                    <a:pt x="16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9" name="Google Shape;3919;p17"/>
          <p:cNvSpPr/>
          <p:nvPr/>
        </p:nvSpPr>
        <p:spPr>
          <a:xfrm>
            <a:off x="3327400" y="2427288"/>
            <a:ext cx="260350" cy="293687"/>
          </a:xfrm>
          <a:custGeom>
            <a:rect b="b" l="l" r="r" t="t"/>
            <a:pathLst>
              <a:path extrusionOk="0" h="116" w="103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0" name="Google Shape;3920;p17"/>
          <p:cNvSpPr/>
          <p:nvPr/>
        </p:nvSpPr>
        <p:spPr>
          <a:xfrm>
            <a:off x="7959725" y="1860550"/>
            <a:ext cx="274638" cy="274638"/>
          </a:xfrm>
          <a:custGeom>
            <a:rect b="b" l="l" r="r" t="t"/>
            <a:pathLst>
              <a:path extrusionOk="0" h="109" w="109">
                <a:moveTo>
                  <a:pt x="54" y="0"/>
                </a:moveTo>
                <a:cubicBezTo>
                  <a:pt x="24" y="0"/>
                  <a:pt x="0" y="24"/>
                  <a:pt x="0" y="54"/>
                </a:cubicBezTo>
                <a:cubicBezTo>
                  <a:pt x="0" y="84"/>
                  <a:pt x="24" y="109"/>
                  <a:pt x="54" y="109"/>
                </a:cubicBezTo>
                <a:cubicBezTo>
                  <a:pt x="84" y="109"/>
                  <a:pt x="109" y="84"/>
                  <a:pt x="109" y="54"/>
                </a:cubicBezTo>
                <a:cubicBezTo>
                  <a:pt x="109" y="24"/>
                  <a:pt x="84" y="0"/>
                  <a:pt x="54" y="0"/>
                </a:cubicBezTo>
                <a:close/>
                <a:moveTo>
                  <a:pt x="58" y="80"/>
                </a:moveTo>
                <a:cubicBezTo>
                  <a:pt x="58" y="65"/>
                  <a:pt x="58" y="65"/>
                  <a:pt x="58" y="65"/>
                </a:cubicBezTo>
                <a:cubicBezTo>
                  <a:pt x="36" y="58"/>
                  <a:pt x="29" y="65"/>
                  <a:pt x="22" y="80"/>
                </a:cubicBezTo>
                <a:cubicBezTo>
                  <a:pt x="22" y="43"/>
                  <a:pt x="44" y="36"/>
                  <a:pt x="58" y="36"/>
                </a:cubicBezTo>
                <a:cubicBezTo>
                  <a:pt x="58" y="22"/>
                  <a:pt x="58" y="22"/>
                  <a:pt x="58" y="22"/>
                </a:cubicBezTo>
                <a:cubicBezTo>
                  <a:pt x="87" y="51"/>
                  <a:pt x="87" y="51"/>
                  <a:pt x="87" y="51"/>
                </a:cubicBezTo>
                <a:lnTo>
                  <a:pt x="58" y="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1" name="Google Shape;3921;p17"/>
          <p:cNvGrpSpPr/>
          <p:nvPr/>
        </p:nvGrpSpPr>
        <p:grpSpPr>
          <a:xfrm>
            <a:off x="8543926" y="1860550"/>
            <a:ext cx="274638" cy="274638"/>
            <a:chOff x="8543926" y="1860550"/>
            <a:chExt cx="274638" cy="274638"/>
          </a:xfrm>
        </p:grpSpPr>
        <p:sp>
          <p:nvSpPr>
            <p:cNvPr id="3922" name="Google Shape;3922;p17"/>
            <p:cNvSpPr/>
            <p:nvPr/>
          </p:nvSpPr>
          <p:spPr>
            <a:xfrm>
              <a:off x="8543926" y="1860550"/>
              <a:ext cx="274638" cy="274638"/>
            </a:xfrm>
            <a:custGeom>
              <a:rect b="b" l="l" r="r" t="t"/>
              <a:pathLst>
                <a:path extrusionOk="0" h="109" w="109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84"/>
                    <a:pt x="25" y="109"/>
                    <a:pt x="55" y="109"/>
                  </a:cubicBezTo>
                  <a:cubicBezTo>
                    <a:pt x="85" y="109"/>
                    <a:pt x="109" y="84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55" y="102"/>
                  </a:moveTo>
                  <a:cubicBezTo>
                    <a:pt x="29" y="102"/>
                    <a:pt x="8" y="80"/>
                    <a:pt x="8" y="54"/>
                  </a:cubicBezTo>
                  <a:cubicBezTo>
                    <a:pt x="8" y="28"/>
                    <a:pt x="29" y="7"/>
                    <a:pt x="55" y="7"/>
                  </a:cubicBezTo>
                  <a:cubicBezTo>
                    <a:pt x="81" y="7"/>
                    <a:pt x="102" y="28"/>
                    <a:pt x="102" y="54"/>
                  </a:cubicBezTo>
                  <a:cubicBezTo>
                    <a:pt x="102" y="80"/>
                    <a:pt x="81" y="102"/>
                    <a:pt x="55" y="1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3" name="Google Shape;3923;p17"/>
            <p:cNvSpPr/>
            <p:nvPr/>
          </p:nvSpPr>
          <p:spPr>
            <a:xfrm>
              <a:off x="8599488" y="1916113"/>
              <a:ext cx="163513" cy="146050"/>
            </a:xfrm>
            <a:custGeom>
              <a:rect b="b" l="l" r="r" t="t"/>
              <a:pathLst>
                <a:path extrusionOk="0" h="58" w="65">
                  <a:moveTo>
                    <a:pt x="36" y="14"/>
                  </a:moveTo>
                  <a:cubicBezTo>
                    <a:pt x="22" y="14"/>
                    <a:pt x="0" y="21"/>
                    <a:pt x="0" y="58"/>
                  </a:cubicBezTo>
                  <a:cubicBezTo>
                    <a:pt x="7" y="43"/>
                    <a:pt x="15" y="36"/>
                    <a:pt x="36" y="43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36" y="0"/>
                    <a:pt x="36" y="0"/>
                    <a:pt x="36" y="0"/>
                  </a:cubicBezTo>
                  <a:lnTo>
                    <a:pt x="36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24" name="Google Shape;3924;p17"/>
          <p:cNvSpPr/>
          <p:nvPr/>
        </p:nvSpPr>
        <p:spPr>
          <a:xfrm>
            <a:off x="912813" y="2427288"/>
            <a:ext cx="292100" cy="293687"/>
          </a:xfrm>
          <a:custGeom>
            <a:rect b="b" l="l" r="r" t="t"/>
            <a:pathLst>
              <a:path extrusionOk="0" h="116" w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90" y="116"/>
                  <a:pt x="116" y="90"/>
                  <a:pt x="116" y="58"/>
                </a:cubicBezTo>
                <a:cubicBezTo>
                  <a:pt x="116" y="26"/>
                  <a:pt x="90" y="0"/>
                  <a:pt x="58" y="0"/>
                </a:cubicBezTo>
                <a:close/>
                <a:moveTo>
                  <a:pt x="51" y="14"/>
                </a:moveTo>
                <a:cubicBezTo>
                  <a:pt x="65" y="14"/>
                  <a:pt x="65" y="14"/>
                  <a:pt x="65" y="14"/>
                </a:cubicBezTo>
                <a:cubicBezTo>
                  <a:pt x="65" y="51"/>
                  <a:pt x="65" y="51"/>
                  <a:pt x="65" y="51"/>
                </a:cubicBezTo>
                <a:cubicBezTo>
                  <a:pt x="51" y="51"/>
                  <a:pt x="51" y="51"/>
                  <a:pt x="51" y="51"/>
                </a:cubicBezTo>
                <a:lnTo>
                  <a:pt x="51" y="14"/>
                </a:lnTo>
                <a:close/>
                <a:moveTo>
                  <a:pt x="58" y="97"/>
                </a:moveTo>
                <a:cubicBezTo>
                  <a:pt x="37" y="97"/>
                  <a:pt x="20" y="79"/>
                  <a:pt x="20" y="58"/>
                </a:cubicBezTo>
                <a:cubicBezTo>
                  <a:pt x="20" y="43"/>
                  <a:pt x="29" y="29"/>
                  <a:pt x="43" y="23"/>
                </a:cubicBezTo>
                <a:cubicBezTo>
                  <a:pt x="44" y="22"/>
                  <a:pt x="44" y="22"/>
                  <a:pt x="44" y="22"/>
                </a:cubicBezTo>
                <a:cubicBezTo>
                  <a:pt x="44" y="36"/>
                  <a:pt x="44" y="36"/>
                  <a:pt x="44" y="36"/>
                </a:cubicBezTo>
                <a:cubicBezTo>
                  <a:pt x="36" y="41"/>
                  <a:pt x="31" y="49"/>
                  <a:pt x="31" y="58"/>
                </a:cubicBezTo>
                <a:cubicBezTo>
                  <a:pt x="31" y="73"/>
                  <a:pt x="43" y="85"/>
                  <a:pt x="58" y="85"/>
                </a:cubicBezTo>
                <a:cubicBezTo>
                  <a:pt x="73" y="85"/>
                  <a:pt x="85" y="73"/>
                  <a:pt x="85" y="58"/>
                </a:cubicBezTo>
                <a:cubicBezTo>
                  <a:pt x="85" y="49"/>
                  <a:pt x="80" y="41"/>
                  <a:pt x="73" y="36"/>
                </a:cubicBezTo>
                <a:cubicBezTo>
                  <a:pt x="73" y="22"/>
                  <a:pt x="73" y="22"/>
                  <a:pt x="73" y="22"/>
                </a:cubicBezTo>
                <a:cubicBezTo>
                  <a:pt x="74" y="23"/>
                  <a:pt x="74" y="23"/>
                  <a:pt x="74" y="23"/>
                </a:cubicBezTo>
                <a:cubicBezTo>
                  <a:pt x="88" y="29"/>
                  <a:pt x="97" y="43"/>
                  <a:pt x="97" y="58"/>
                </a:cubicBezTo>
                <a:cubicBezTo>
                  <a:pt x="97" y="79"/>
                  <a:pt x="79" y="97"/>
                  <a:pt x="58" y="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5" name="Google Shape;3925;p17"/>
          <p:cNvGrpSpPr/>
          <p:nvPr/>
        </p:nvGrpSpPr>
        <p:grpSpPr>
          <a:xfrm>
            <a:off x="4427538" y="2427288"/>
            <a:ext cx="292101" cy="293688"/>
            <a:chOff x="4427538" y="2427288"/>
            <a:chExt cx="292101" cy="293688"/>
          </a:xfrm>
        </p:grpSpPr>
        <p:sp>
          <p:nvSpPr>
            <p:cNvPr id="3926" name="Google Shape;3926;p17"/>
            <p:cNvSpPr/>
            <p:nvPr/>
          </p:nvSpPr>
          <p:spPr>
            <a:xfrm>
              <a:off x="4427538" y="2519363"/>
              <a:ext cx="201613" cy="201613"/>
            </a:xfrm>
            <a:custGeom>
              <a:rect b="b" l="l" r="r" t="t"/>
              <a:pathLst>
                <a:path extrusionOk="0" h="80" w="80">
                  <a:moveTo>
                    <a:pt x="75" y="32"/>
                  </a:moveTo>
                  <a:cubicBezTo>
                    <a:pt x="64" y="32"/>
                    <a:pt x="64" y="32"/>
                    <a:pt x="64" y="32"/>
                  </a:cubicBezTo>
                  <a:cubicBezTo>
                    <a:pt x="64" y="30"/>
                    <a:pt x="63" y="28"/>
                    <a:pt x="61" y="26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1" y="17"/>
                    <a:pt x="71" y="14"/>
                    <a:pt x="69" y="13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4" y="8"/>
                    <a:pt x="61" y="8"/>
                    <a:pt x="59" y="10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0" y="16"/>
                    <a:pt x="48" y="15"/>
                    <a:pt x="45" y="14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5" y="2"/>
                    <a:pt x="43" y="0"/>
                    <a:pt x="41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4" y="0"/>
                    <a:pt x="32" y="2"/>
                    <a:pt x="32" y="5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5"/>
                    <a:pt x="27" y="16"/>
                    <a:pt x="25" y="1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7" y="9"/>
                    <a:pt x="14" y="9"/>
                    <a:pt x="12" y="11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6"/>
                    <a:pt x="8" y="19"/>
                    <a:pt x="9" y="21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9"/>
                    <a:pt x="13" y="32"/>
                    <a:pt x="1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2" y="35"/>
                    <a:pt x="0" y="37"/>
                    <a:pt x="0" y="39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6"/>
                    <a:pt x="2" y="48"/>
                    <a:pt x="4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4" y="51"/>
                    <a:pt x="15" y="53"/>
                    <a:pt x="17" y="55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9" y="63"/>
                    <a:pt x="9" y="66"/>
                    <a:pt x="11" y="68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6" y="72"/>
                    <a:pt x="19" y="72"/>
                    <a:pt x="20" y="71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9" y="65"/>
                    <a:pt x="32" y="66"/>
                    <a:pt x="34" y="6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8"/>
                    <a:pt x="36" y="80"/>
                    <a:pt x="39" y="80"/>
                  </a:cubicBezTo>
                  <a:cubicBezTo>
                    <a:pt x="43" y="80"/>
                    <a:pt x="43" y="80"/>
                    <a:pt x="43" y="80"/>
                  </a:cubicBezTo>
                  <a:cubicBezTo>
                    <a:pt x="46" y="80"/>
                    <a:pt x="48" y="78"/>
                    <a:pt x="48" y="76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50" y="64"/>
                    <a:pt x="52" y="63"/>
                    <a:pt x="54" y="62"/>
                  </a:cubicBezTo>
                  <a:cubicBezTo>
                    <a:pt x="61" y="69"/>
                    <a:pt x="61" y="69"/>
                    <a:pt x="61" y="69"/>
                  </a:cubicBezTo>
                  <a:cubicBezTo>
                    <a:pt x="63" y="71"/>
                    <a:pt x="66" y="71"/>
                    <a:pt x="67" y="69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72" y="64"/>
                    <a:pt x="72" y="62"/>
                    <a:pt x="70" y="60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4" y="50"/>
                    <a:pt x="64" y="48"/>
                    <a:pt x="65" y="46"/>
                  </a:cubicBezTo>
                  <a:cubicBezTo>
                    <a:pt x="75" y="46"/>
                    <a:pt x="75" y="46"/>
                    <a:pt x="75" y="46"/>
                  </a:cubicBezTo>
                  <a:cubicBezTo>
                    <a:pt x="78" y="46"/>
                    <a:pt x="80" y="44"/>
                    <a:pt x="80" y="41"/>
                  </a:cubicBezTo>
                  <a:cubicBezTo>
                    <a:pt x="80" y="37"/>
                    <a:pt x="80" y="37"/>
                    <a:pt x="80" y="37"/>
                  </a:cubicBezTo>
                  <a:cubicBezTo>
                    <a:pt x="80" y="34"/>
                    <a:pt x="78" y="32"/>
                    <a:pt x="75" y="32"/>
                  </a:cubicBezTo>
                  <a:close/>
                  <a:moveTo>
                    <a:pt x="39" y="51"/>
                  </a:moveTo>
                  <a:cubicBezTo>
                    <a:pt x="33" y="51"/>
                    <a:pt x="28" y="46"/>
                    <a:pt x="28" y="40"/>
                  </a:cubicBezTo>
                  <a:cubicBezTo>
                    <a:pt x="28" y="34"/>
                    <a:pt x="33" y="29"/>
                    <a:pt x="39" y="29"/>
                  </a:cubicBezTo>
                  <a:cubicBezTo>
                    <a:pt x="45" y="29"/>
                    <a:pt x="50" y="34"/>
                    <a:pt x="50" y="40"/>
                  </a:cubicBezTo>
                  <a:cubicBezTo>
                    <a:pt x="50" y="46"/>
                    <a:pt x="45" y="51"/>
                    <a:pt x="39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7" name="Google Shape;3927;p17"/>
            <p:cNvSpPr/>
            <p:nvPr/>
          </p:nvSpPr>
          <p:spPr>
            <a:xfrm>
              <a:off x="4591051" y="2427288"/>
              <a:ext cx="128588" cy="128588"/>
            </a:xfrm>
            <a:custGeom>
              <a:rect b="b" l="l" r="r" t="t"/>
              <a:pathLst>
                <a:path extrusionOk="0" h="51" w="51">
                  <a:moveTo>
                    <a:pt x="48" y="20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1" y="19"/>
                    <a:pt x="40" y="18"/>
                    <a:pt x="39" y="17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9"/>
                    <a:pt x="44" y="8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5"/>
                    <a:pt x="39" y="5"/>
                    <a:pt x="38" y="6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2" y="10"/>
                    <a:pt x="31" y="9"/>
                    <a:pt x="29" y="9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"/>
                    <a:pt x="28" y="0"/>
                    <a:pt x="2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1" y="1"/>
                    <a:pt x="21" y="3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9"/>
                    <a:pt x="18" y="10"/>
                    <a:pt x="16" y="11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9" y="6"/>
                    <a:pt x="8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2"/>
                    <a:pt x="6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8"/>
                    <a:pt x="9" y="20"/>
                    <a:pt x="8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0" y="23"/>
                    <a:pt x="0" y="2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9"/>
                    <a:pt x="2" y="30"/>
                    <a:pt x="3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2"/>
                    <a:pt x="10" y="34"/>
                    <a:pt x="11" y="35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6" y="40"/>
                    <a:pt x="6" y="42"/>
                    <a:pt x="7" y="43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6"/>
                    <a:pt x="12" y="46"/>
                    <a:pt x="13" y="45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9" y="41"/>
                    <a:pt x="20" y="42"/>
                    <a:pt x="22" y="42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22" y="49"/>
                    <a:pt x="23" y="51"/>
                    <a:pt x="25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9" y="51"/>
                    <a:pt x="31" y="49"/>
                    <a:pt x="31" y="48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2" y="41"/>
                    <a:pt x="33" y="40"/>
                    <a:pt x="35" y="39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40" y="45"/>
                    <a:pt x="42" y="45"/>
                    <a:pt x="43" y="44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1"/>
                    <a:pt x="46" y="39"/>
                    <a:pt x="45" y="38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2"/>
                    <a:pt x="41" y="30"/>
                    <a:pt x="42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50" y="29"/>
                    <a:pt x="51" y="28"/>
                    <a:pt x="51" y="26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1" y="22"/>
                    <a:pt x="50" y="20"/>
                    <a:pt x="48" y="20"/>
                  </a:cubicBezTo>
                  <a:close/>
                  <a:moveTo>
                    <a:pt x="25" y="32"/>
                  </a:moveTo>
                  <a:cubicBezTo>
                    <a:pt x="21" y="32"/>
                    <a:pt x="18" y="29"/>
                    <a:pt x="18" y="25"/>
                  </a:cubicBezTo>
                  <a:cubicBezTo>
                    <a:pt x="18" y="21"/>
                    <a:pt x="21" y="18"/>
                    <a:pt x="25" y="18"/>
                  </a:cubicBezTo>
                  <a:cubicBezTo>
                    <a:pt x="29" y="18"/>
                    <a:pt x="32" y="21"/>
                    <a:pt x="32" y="25"/>
                  </a:cubicBezTo>
                  <a:cubicBezTo>
                    <a:pt x="32" y="29"/>
                    <a:pt x="29" y="32"/>
                    <a:pt x="25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8" name="Google Shape;3928;p17"/>
          <p:cNvGrpSpPr/>
          <p:nvPr/>
        </p:nvGrpSpPr>
        <p:grpSpPr>
          <a:xfrm>
            <a:off x="5561013" y="2427288"/>
            <a:ext cx="274638" cy="293688"/>
            <a:chOff x="5561013" y="2427288"/>
            <a:chExt cx="274638" cy="293688"/>
          </a:xfrm>
        </p:grpSpPr>
        <p:sp>
          <p:nvSpPr>
            <p:cNvPr id="3929" name="Google Shape;3929;p17"/>
            <p:cNvSpPr/>
            <p:nvPr/>
          </p:nvSpPr>
          <p:spPr>
            <a:xfrm>
              <a:off x="5608638" y="2546350"/>
              <a:ext cx="63500" cy="128588"/>
            </a:xfrm>
            <a:custGeom>
              <a:rect b="b" l="l" r="r" t="t"/>
              <a:pathLst>
                <a:path extrusionOk="0" h="81" w="40">
                  <a:moveTo>
                    <a:pt x="18" y="21"/>
                  </a:moveTo>
                  <a:lnTo>
                    <a:pt x="18" y="81"/>
                  </a:lnTo>
                  <a:lnTo>
                    <a:pt x="40" y="81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0" y="6"/>
                  </a:lnTo>
                  <a:lnTo>
                    <a:pt x="5" y="24"/>
                  </a:lnTo>
                  <a:lnTo>
                    <a:pt x="18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0" name="Google Shape;3930;p17"/>
            <p:cNvSpPr/>
            <p:nvPr/>
          </p:nvSpPr>
          <p:spPr>
            <a:xfrm>
              <a:off x="5702301" y="2546350"/>
              <a:ext cx="98425" cy="128588"/>
            </a:xfrm>
            <a:custGeom>
              <a:rect b="b" l="l" r="r" t="t"/>
              <a:pathLst>
                <a:path extrusionOk="0" h="81" w="62">
                  <a:moveTo>
                    <a:pt x="2" y="81"/>
                  </a:moveTo>
                  <a:lnTo>
                    <a:pt x="27" y="81"/>
                  </a:lnTo>
                  <a:lnTo>
                    <a:pt x="62" y="18"/>
                  </a:lnTo>
                  <a:lnTo>
                    <a:pt x="62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38" y="19"/>
                  </a:lnTo>
                  <a:lnTo>
                    <a:pt x="2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1" name="Google Shape;3931;p17"/>
            <p:cNvSpPr/>
            <p:nvPr/>
          </p:nvSpPr>
          <p:spPr>
            <a:xfrm>
              <a:off x="5561013" y="2427288"/>
              <a:ext cx="274638" cy="293688"/>
            </a:xfrm>
            <a:custGeom>
              <a:rect b="b" l="l" r="r" t="t"/>
              <a:pathLst>
                <a:path extrusionOk="0" h="116" w="109">
                  <a:moveTo>
                    <a:pt x="94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94" y="2"/>
                    <a:pt x="93" y="0"/>
                    <a:pt x="91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4" y="0"/>
                    <a:pt x="73" y="2"/>
                    <a:pt x="73" y="4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5" y="0"/>
                    <a:pt x="3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5" y="2"/>
                    <a:pt x="15" y="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9" y="14"/>
                    <a:pt x="109" y="14"/>
                    <a:pt x="109" y="14"/>
                  </a:cubicBezTo>
                  <a:lnTo>
                    <a:pt x="94" y="14"/>
                  </a:lnTo>
                  <a:close/>
                  <a:moveTo>
                    <a:pt x="80" y="7"/>
                  </a:moveTo>
                  <a:cubicBezTo>
                    <a:pt x="87" y="7"/>
                    <a:pt x="87" y="7"/>
                    <a:pt x="87" y="7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80" y="22"/>
                    <a:pt x="80" y="22"/>
                    <a:pt x="80" y="22"/>
                  </a:cubicBezTo>
                  <a:lnTo>
                    <a:pt x="80" y="7"/>
                  </a:lnTo>
                  <a:close/>
                  <a:moveTo>
                    <a:pt x="22" y="7"/>
                  </a:moveTo>
                  <a:cubicBezTo>
                    <a:pt x="29" y="7"/>
                    <a:pt x="29" y="7"/>
                    <a:pt x="29" y="7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2" y="22"/>
                    <a:pt x="22" y="22"/>
                    <a:pt x="22" y="22"/>
                  </a:cubicBezTo>
                  <a:lnTo>
                    <a:pt x="22" y="7"/>
                  </a:lnTo>
                  <a:close/>
                  <a:moveTo>
                    <a:pt x="102" y="109"/>
                  </a:moveTo>
                  <a:cubicBezTo>
                    <a:pt x="7" y="109"/>
                    <a:pt x="7" y="109"/>
                    <a:pt x="7" y="109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02" y="36"/>
                    <a:pt x="102" y="36"/>
                    <a:pt x="102" y="36"/>
                  </a:cubicBezTo>
                  <a:lnTo>
                    <a:pt x="102" y="1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2" name="Google Shape;3932;p17"/>
          <p:cNvGrpSpPr/>
          <p:nvPr/>
        </p:nvGrpSpPr>
        <p:grpSpPr>
          <a:xfrm>
            <a:off x="5011738" y="2427288"/>
            <a:ext cx="212725" cy="293688"/>
            <a:chOff x="5011738" y="2427288"/>
            <a:chExt cx="212725" cy="293688"/>
          </a:xfrm>
        </p:grpSpPr>
        <p:sp>
          <p:nvSpPr>
            <p:cNvPr id="3933" name="Google Shape;3933;p17"/>
            <p:cNvSpPr/>
            <p:nvPr/>
          </p:nvSpPr>
          <p:spPr>
            <a:xfrm>
              <a:off x="5011738" y="2427288"/>
              <a:ext cx="212725" cy="293688"/>
            </a:xfrm>
            <a:custGeom>
              <a:rect b="b" l="l" r="r" t="t"/>
              <a:pathLst>
                <a:path extrusionOk="0" h="116" w="84">
                  <a:moveTo>
                    <a:pt x="78" y="11"/>
                  </a:moveTo>
                  <a:cubicBezTo>
                    <a:pt x="84" y="11"/>
                    <a:pt x="84" y="11"/>
                    <a:pt x="84" y="11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33"/>
                    <a:pt x="16" y="48"/>
                    <a:pt x="30" y="52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17" y="69"/>
                    <a:pt x="9" y="83"/>
                    <a:pt x="8" y="105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05"/>
                    <a:pt x="84" y="105"/>
                    <a:pt x="84" y="105"/>
                  </a:cubicBezTo>
                  <a:cubicBezTo>
                    <a:pt x="78" y="105"/>
                    <a:pt x="78" y="105"/>
                    <a:pt x="78" y="105"/>
                  </a:cubicBezTo>
                  <a:cubicBezTo>
                    <a:pt x="77" y="83"/>
                    <a:pt x="69" y="69"/>
                    <a:pt x="55" y="64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48"/>
                    <a:pt x="77" y="33"/>
                    <a:pt x="78" y="11"/>
                  </a:cubicBezTo>
                  <a:close/>
                  <a:moveTo>
                    <a:pt x="52" y="69"/>
                  </a:moveTo>
                  <a:cubicBezTo>
                    <a:pt x="67" y="73"/>
                    <a:pt x="72" y="90"/>
                    <a:pt x="72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56" y="93"/>
                    <a:pt x="56" y="93"/>
                    <a:pt x="56" y="93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4" y="90"/>
                    <a:pt x="18" y="73"/>
                    <a:pt x="34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18" y="43"/>
                    <a:pt x="14" y="27"/>
                    <a:pt x="13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27"/>
                    <a:pt x="67" y="43"/>
                    <a:pt x="52" y="47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49" y="69"/>
                    <a:pt x="49" y="69"/>
                    <a:pt x="49" y="69"/>
                  </a:cubicBezTo>
                  <a:lnTo>
                    <a:pt x="52" y="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4" name="Google Shape;3934;p17"/>
            <p:cNvSpPr/>
            <p:nvPr/>
          </p:nvSpPr>
          <p:spPr>
            <a:xfrm>
              <a:off x="5092701" y="2516188"/>
              <a:ext cx="60325" cy="34925"/>
            </a:xfrm>
            <a:custGeom>
              <a:rect b="b" l="l" r="r" t="t"/>
              <a:pathLst>
                <a:path extrusionOk="0" h="22" w="38">
                  <a:moveTo>
                    <a:pt x="38" y="0"/>
                  </a:moveTo>
                  <a:lnTo>
                    <a:pt x="0" y="0"/>
                  </a:lnTo>
                  <a:lnTo>
                    <a:pt x="9" y="11"/>
                  </a:lnTo>
                  <a:lnTo>
                    <a:pt x="19" y="22"/>
                  </a:lnTo>
                  <a:lnTo>
                    <a:pt x="29" y="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5" name="Google Shape;3935;p17"/>
          <p:cNvSpPr/>
          <p:nvPr/>
        </p:nvSpPr>
        <p:spPr>
          <a:xfrm>
            <a:off x="6184900" y="2500313"/>
            <a:ext cx="292100" cy="147637"/>
          </a:xfrm>
          <a:custGeom>
            <a:rect b="b" l="l" r="r" t="t"/>
            <a:pathLst>
              <a:path extrusionOk="0" h="93" w="184">
                <a:moveTo>
                  <a:pt x="184" y="35"/>
                </a:moveTo>
                <a:lnTo>
                  <a:pt x="57" y="35"/>
                </a:lnTo>
                <a:lnTo>
                  <a:pt x="57" y="0"/>
                </a:lnTo>
                <a:lnTo>
                  <a:pt x="0" y="47"/>
                </a:lnTo>
                <a:lnTo>
                  <a:pt x="57" y="93"/>
                </a:lnTo>
                <a:lnTo>
                  <a:pt x="57" y="58"/>
                </a:lnTo>
                <a:lnTo>
                  <a:pt x="184" y="58"/>
                </a:lnTo>
                <a:lnTo>
                  <a:pt x="184" y="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6" name="Google Shape;3936;p17"/>
          <p:cNvSpPr/>
          <p:nvPr/>
        </p:nvSpPr>
        <p:spPr>
          <a:xfrm>
            <a:off x="7499350" y="2427288"/>
            <a:ext cx="149225" cy="293687"/>
          </a:xfrm>
          <a:custGeom>
            <a:rect b="b" l="l" r="r" t="t"/>
            <a:pathLst>
              <a:path extrusionOk="0" h="185" w="94">
                <a:moveTo>
                  <a:pt x="94" y="58"/>
                </a:moveTo>
                <a:lnTo>
                  <a:pt x="48" y="0"/>
                </a:lnTo>
                <a:lnTo>
                  <a:pt x="0" y="58"/>
                </a:lnTo>
                <a:lnTo>
                  <a:pt x="35" y="58"/>
                </a:lnTo>
                <a:lnTo>
                  <a:pt x="35" y="185"/>
                </a:lnTo>
                <a:lnTo>
                  <a:pt x="59" y="185"/>
                </a:lnTo>
                <a:lnTo>
                  <a:pt x="59" y="58"/>
                </a:lnTo>
                <a:lnTo>
                  <a:pt x="94" y="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7" name="Google Shape;3937;p17"/>
          <p:cNvSpPr/>
          <p:nvPr/>
        </p:nvSpPr>
        <p:spPr>
          <a:xfrm>
            <a:off x="6769100" y="2500313"/>
            <a:ext cx="292100" cy="147637"/>
          </a:xfrm>
          <a:custGeom>
            <a:rect b="b" l="l" r="r" t="t"/>
            <a:pathLst>
              <a:path extrusionOk="0" h="93" w="184">
                <a:moveTo>
                  <a:pt x="184" y="47"/>
                </a:moveTo>
                <a:lnTo>
                  <a:pt x="127" y="0"/>
                </a:lnTo>
                <a:lnTo>
                  <a:pt x="127" y="35"/>
                </a:lnTo>
                <a:lnTo>
                  <a:pt x="0" y="35"/>
                </a:lnTo>
                <a:lnTo>
                  <a:pt x="0" y="58"/>
                </a:lnTo>
                <a:lnTo>
                  <a:pt x="127" y="58"/>
                </a:lnTo>
                <a:lnTo>
                  <a:pt x="127" y="93"/>
                </a:lnTo>
                <a:lnTo>
                  <a:pt x="184" y="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8" name="Google Shape;3938;p17"/>
          <p:cNvSpPr/>
          <p:nvPr/>
        </p:nvSpPr>
        <p:spPr>
          <a:xfrm>
            <a:off x="8088313" y="2427288"/>
            <a:ext cx="146050" cy="293687"/>
          </a:xfrm>
          <a:custGeom>
            <a:rect b="b" l="l" r="r" t="t"/>
            <a:pathLst>
              <a:path extrusionOk="0" h="185" w="92">
                <a:moveTo>
                  <a:pt x="57" y="128"/>
                </a:moveTo>
                <a:lnTo>
                  <a:pt x="57" y="0"/>
                </a:lnTo>
                <a:lnTo>
                  <a:pt x="34" y="0"/>
                </a:lnTo>
                <a:lnTo>
                  <a:pt x="34" y="128"/>
                </a:lnTo>
                <a:lnTo>
                  <a:pt x="0" y="128"/>
                </a:lnTo>
                <a:lnTo>
                  <a:pt x="46" y="185"/>
                </a:lnTo>
                <a:lnTo>
                  <a:pt x="92" y="128"/>
                </a:lnTo>
                <a:lnTo>
                  <a:pt x="57" y="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39" name="Google Shape;3939;p17"/>
          <p:cNvGrpSpPr/>
          <p:nvPr/>
        </p:nvGrpSpPr>
        <p:grpSpPr>
          <a:xfrm>
            <a:off x="3841751" y="3013075"/>
            <a:ext cx="293688" cy="292100"/>
            <a:chOff x="3841751" y="3013075"/>
            <a:chExt cx="293688" cy="292100"/>
          </a:xfrm>
        </p:grpSpPr>
        <p:sp>
          <p:nvSpPr>
            <p:cNvPr id="3940" name="Google Shape;3940;p17"/>
            <p:cNvSpPr/>
            <p:nvPr/>
          </p:nvSpPr>
          <p:spPr>
            <a:xfrm>
              <a:off x="3841751" y="3013075"/>
              <a:ext cx="293688" cy="292100"/>
            </a:xfrm>
            <a:custGeom>
              <a:rect b="b" l="l" r="r" t="t"/>
              <a:pathLst>
                <a:path extrusionOk="0" h="116" w="116">
                  <a:moveTo>
                    <a:pt x="116" y="55"/>
                  </a:moveTo>
                  <a:cubicBezTo>
                    <a:pt x="114" y="25"/>
                    <a:pt x="89" y="0"/>
                    <a:pt x="58" y="0"/>
                  </a:cubicBezTo>
                  <a:cubicBezTo>
                    <a:pt x="30" y="0"/>
                    <a:pt x="7" y="19"/>
                    <a:pt x="1" y="45"/>
                  </a:cubicBezTo>
                  <a:cubicBezTo>
                    <a:pt x="0" y="49"/>
                    <a:pt x="0" y="54"/>
                    <a:pt x="0" y="58"/>
                  </a:cubicBezTo>
                  <a:cubicBezTo>
                    <a:pt x="0" y="61"/>
                    <a:pt x="0" y="63"/>
                    <a:pt x="0" y="65"/>
                  </a:cubicBezTo>
                  <a:cubicBezTo>
                    <a:pt x="3" y="94"/>
                    <a:pt x="28" y="116"/>
                    <a:pt x="58" y="116"/>
                  </a:cubicBezTo>
                  <a:cubicBezTo>
                    <a:pt x="83" y="116"/>
                    <a:pt x="104" y="101"/>
                    <a:pt x="112" y="79"/>
                  </a:cubicBezTo>
                  <a:cubicBezTo>
                    <a:pt x="114" y="73"/>
                    <a:pt x="116" y="66"/>
                    <a:pt x="116" y="58"/>
                  </a:cubicBezTo>
                  <a:cubicBezTo>
                    <a:pt x="116" y="57"/>
                    <a:pt x="116" y="56"/>
                    <a:pt x="116" y="55"/>
                  </a:cubicBezTo>
                  <a:close/>
                  <a:moveTo>
                    <a:pt x="32" y="66"/>
                  </a:moveTo>
                  <a:cubicBezTo>
                    <a:pt x="26" y="66"/>
                    <a:pt x="21" y="61"/>
                    <a:pt x="21" y="55"/>
                  </a:cubicBezTo>
                  <a:cubicBezTo>
                    <a:pt x="21" y="49"/>
                    <a:pt x="26" y="44"/>
                    <a:pt x="32" y="44"/>
                  </a:cubicBezTo>
                  <a:cubicBezTo>
                    <a:pt x="38" y="44"/>
                    <a:pt x="43" y="49"/>
                    <a:pt x="43" y="55"/>
                  </a:cubicBezTo>
                  <a:cubicBezTo>
                    <a:pt x="43" y="61"/>
                    <a:pt x="38" y="66"/>
                    <a:pt x="32" y="66"/>
                  </a:cubicBezTo>
                  <a:close/>
                  <a:moveTo>
                    <a:pt x="107" y="69"/>
                  </a:moveTo>
                  <a:cubicBezTo>
                    <a:pt x="101" y="78"/>
                    <a:pt x="92" y="83"/>
                    <a:pt x="84" y="83"/>
                  </a:cubicBezTo>
                  <a:cubicBezTo>
                    <a:pt x="73" y="83"/>
                    <a:pt x="61" y="74"/>
                    <a:pt x="61" y="56"/>
                  </a:cubicBezTo>
                  <a:cubicBezTo>
                    <a:pt x="61" y="34"/>
                    <a:pt x="46" y="23"/>
                    <a:pt x="32" y="23"/>
                  </a:cubicBezTo>
                  <a:cubicBezTo>
                    <a:pt x="27" y="23"/>
                    <a:pt x="23" y="24"/>
                    <a:pt x="19" y="25"/>
                  </a:cubicBezTo>
                  <a:cubicBezTo>
                    <a:pt x="29" y="14"/>
                    <a:pt x="42" y="8"/>
                    <a:pt x="58" y="8"/>
                  </a:cubicBezTo>
                  <a:cubicBezTo>
                    <a:pt x="86" y="8"/>
                    <a:pt x="109" y="30"/>
                    <a:pt x="109" y="58"/>
                  </a:cubicBezTo>
                  <a:cubicBezTo>
                    <a:pt x="109" y="62"/>
                    <a:pt x="108" y="65"/>
                    <a:pt x="107" y="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1" name="Google Shape;3941;p17"/>
            <p:cNvSpPr/>
            <p:nvPr/>
          </p:nvSpPr>
          <p:spPr>
            <a:xfrm>
              <a:off x="4024313" y="3141663"/>
              <a:ext cx="55563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2" name="Google Shape;3942;p17"/>
          <p:cNvGrpSpPr/>
          <p:nvPr/>
        </p:nvGrpSpPr>
        <p:grpSpPr>
          <a:xfrm>
            <a:off x="328613" y="4186238"/>
            <a:ext cx="292100" cy="292100"/>
            <a:chOff x="328613" y="4186238"/>
            <a:chExt cx="292100" cy="292100"/>
          </a:xfrm>
        </p:grpSpPr>
        <p:sp>
          <p:nvSpPr>
            <p:cNvPr id="3943" name="Google Shape;3943;p17"/>
            <p:cNvSpPr/>
            <p:nvPr/>
          </p:nvSpPr>
          <p:spPr>
            <a:xfrm>
              <a:off x="414338" y="4186238"/>
              <a:ext cx="206375" cy="206375"/>
            </a:xfrm>
            <a:custGeom>
              <a:rect b="b" l="l" r="r" t="t"/>
              <a:pathLst>
                <a:path extrusionOk="0" h="82" w="82">
                  <a:moveTo>
                    <a:pt x="57" y="8"/>
                  </a:moveTo>
                  <a:cubicBezTo>
                    <a:pt x="50" y="11"/>
                    <a:pt x="39" y="17"/>
                    <a:pt x="33" y="23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7"/>
                    <a:pt x="0" y="61"/>
                    <a:pt x="2" y="64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21" y="82"/>
                    <a:pt x="25" y="82"/>
                    <a:pt x="28" y="79"/>
                  </a:cubicBezTo>
                  <a:cubicBezTo>
                    <a:pt x="59" y="49"/>
                    <a:pt x="59" y="49"/>
                    <a:pt x="59" y="49"/>
                  </a:cubicBezTo>
                  <a:cubicBezTo>
                    <a:pt x="65" y="43"/>
                    <a:pt x="71" y="32"/>
                    <a:pt x="74" y="25"/>
                  </a:cubicBezTo>
                  <a:cubicBezTo>
                    <a:pt x="82" y="0"/>
                    <a:pt x="82" y="0"/>
                    <a:pt x="82" y="0"/>
                  </a:cubicBezTo>
                  <a:lnTo>
                    <a:pt x="57" y="8"/>
                  </a:lnTo>
                  <a:close/>
                  <a:moveTo>
                    <a:pt x="36" y="61"/>
                  </a:moveTo>
                  <a:cubicBezTo>
                    <a:pt x="32" y="66"/>
                    <a:pt x="25" y="66"/>
                    <a:pt x="20" y="61"/>
                  </a:cubicBezTo>
                  <a:cubicBezTo>
                    <a:pt x="16" y="57"/>
                    <a:pt x="16" y="50"/>
                    <a:pt x="20" y="46"/>
                  </a:cubicBezTo>
                  <a:cubicBezTo>
                    <a:pt x="25" y="42"/>
                    <a:pt x="32" y="42"/>
                    <a:pt x="36" y="46"/>
                  </a:cubicBezTo>
                  <a:cubicBezTo>
                    <a:pt x="40" y="50"/>
                    <a:pt x="40" y="57"/>
                    <a:pt x="36" y="61"/>
                  </a:cubicBezTo>
                  <a:close/>
                  <a:moveTo>
                    <a:pt x="56" y="41"/>
                  </a:moveTo>
                  <a:cubicBezTo>
                    <a:pt x="52" y="45"/>
                    <a:pt x="45" y="45"/>
                    <a:pt x="41" y="41"/>
                  </a:cubicBezTo>
                  <a:cubicBezTo>
                    <a:pt x="37" y="37"/>
                    <a:pt x="37" y="30"/>
                    <a:pt x="41" y="26"/>
                  </a:cubicBezTo>
                  <a:cubicBezTo>
                    <a:pt x="45" y="21"/>
                    <a:pt x="52" y="21"/>
                    <a:pt x="56" y="26"/>
                  </a:cubicBezTo>
                  <a:cubicBezTo>
                    <a:pt x="61" y="30"/>
                    <a:pt x="61" y="37"/>
                    <a:pt x="56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4" name="Google Shape;3944;p17"/>
            <p:cNvSpPr/>
            <p:nvPr/>
          </p:nvSpPr>
          <p:spPr>
            <a:xfrm>
              <a:off x="334963" y="4270375"/>
              <a:ext cx="98425" cy="85725"/>
            </a:xfrm>
            <a:custGeom>
              <a:rect b="b" l="l" r="r" t="t"/>
              <a:pathLst>
                <a:path extrusionOk="0" h="34" w="39">
                  <a:moveTo>
                    <a:pt x="13" y="31"/>
                  </a:moveTo>
                  <a:cubicBezTo>
                    <a:pt x="39" y="5"/>
                    <a:pt x="39" y="5"/>
                    <a:pt x="39" y="5"/>
                  </a:cubicBezTo>
                  <a:cubicBezTo>
                    <a:pt x="33" y="0"/>
                    <a:pt x="24" y="0"/>
                    <a:pt x="18" y="5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0" y="24"/>
                    <a:pt x="0" y="28"/>
                    <a:pt x="3" y="31"/>
                  </a:cubicBezTo>
                  <a:cubicBezTo>
                    <a:pt x="5" y="34"/>
                    <a:pt x="10" y="34"/>
                    <a:pt x="13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5" name="Google Shape;3945;p17"/>
            <p:cNvSpPr/>
            <p:nvPr/>
          </p:nvSpPr>
          <p:spPr>
            <a:xfrm>
              <a:off x="450851" y="4373563"/>
              <a:ext cx="85725" cy="98425"/>
            </a:xfrm>
            <a:custGeom>
              <a:rect b="b" l="l" r="r" t="t"/>
              <a:pathLst>
                <a:path extrusionOk="0" h="39" w="34">
                  <a:moveTo>
                    <a:pt x="3" y="26"/>
                  </a:moveTo>
                  <a:cubicBezTo>
                    <a:pt x="0" y="29"/>
                    <a:pt x="0" y="33"/>
                    <a:pt x="3" y="36"/>
                  </a:cubicBezTo>
                  <a:cubicBezTo>
                    <a:pt x="6" y="39"/>
                    <a:pt x="10" y="39"/>
                    <a:pt x="13" y="36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4" y="15"/>
                    <a:pt x="34" y="6"/>
                    <a:pt x="29" y="0"/>
                  </a:cubicBezTo>
                  <a:lnTo>
                    <a:pt x="3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6" name="Google Shape;3946;p17"/>
            <p:cNvSpPr/>
            <p:nvPr/>
          </p:nvSpPr>
          <p:spPr>
            <a:xfrm>
              <a:off x="396876" y="4360863"/>
              <a:ext cx="49213" cy="50800"/>
            </a:xfrm>
            <a:custGeom>
              <a:rect b="b" l="l" r="r" t="t"/>
              <a:pathLst>
                <a:path extrusionOk="0" h="20" w="20">
                  <a:moveTo>
                    <a:pt x="2" y="3"/>
                  </a:moveTo>
                  <a:cubicBezTo>
                    <a:pt x="0" y="4"/>
                    <a:pt x="0" y="6"/>
                    <a:pt x="2" y="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20"/>
                    <a:pt x="16" y="20"/>
                    <a:pt x="17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2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7" name="Google Shape;3947;p17"/>
            <p:cNvSpPr/>
            <p:nvPr/>
          </p:nvSpPr>
          <p:spPr>
            <a:xfrm>
              <a:off x="328613" y="4387850"/>
              <a:ext cx="90488" cy="90488"/>
            </a:xfrm>
            <a:custGeom>
              <a:rect b="b" l="l" r="r" t="t"/>
              <a:pathLst>
                <a:path extrusionOk="0" h="36" w="36">
                  <a:moveTo>
                    <a:pt x="0" y="36"/>
                  </a:moveTo>
                  <a:cubicBezTo>
                    <a:pt x="14" y="29"/>
                    <a:pt x="36" y="14"/>
                    <a:pt x="29" y="7"/>
                  </a:cubicBezTo>
                  <a:cubicBezTo>
                    <a:pt x="22" y="0"/>
                    <a:pt x="7" y="21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8" name="Google Shape;3948;p17"/>
          <p:cNvGrpSpPr/>
          <p:nvPr/>
        </p:nvGrpSpPr>
        <p:grpSpPr>
          <a:xfrm>
            <a:off x="363538" y="3013075"/>
            <a:ext cx="257175" cy="292101"/>
            <a:chOff x="363538" y="3013075"/>
            <a:chExt cx="257175" cy="292101"/>
          </a:xfrm>
        </p:grpSpPr>
        <p:sp>
          <p:nvSpPr>
            <p:cNvPr id="3949" name="Google Shape;3949;p17"/>
            <p:cNvSpPr/>
            <p:nvPr/>
          </p:nvSpPr>
          <p:spPr>
            <a:xfrm>
              <a:off x="363538" y="3068638"/>
              <a:ext cx="257175" cy="236538"/>
            </a:xfrm>
            <a:custGeom>
              <a:rect b="b" l="l" r="r" t="t"/>
              <a:pathLst>
                <a:path extrusionOk="0" h="94" w="102">
                  <a:moveTo>
                    <a:pt x="51" y="15"/>
                  </a:moveTo>
                  <a:cubicBezTo>
                    <a:pt x="13" y="0"/>
                    <a:pt x="0" y="22"/>
                    <a:pt x="0" y="44"/>
                  </a:cubicBezTo>
                  <a:cubicBezTo>
                    <a:pt x="0" y="65"/>
                    <a:pt x="26" y="94"/>
                    <a:pt x="37" y="94"/>
                  </a:cubicBezTo>
                  <a:cubicBezTo>
                    <a:pt x="51" y="94"/>
                    <a:pt x="51" y="87"/>
                    <a:pt x="51" y="87"/>
                  </a:cubicBezTo>
                  <a:cubicBezTo>
                    <a:pt x="51" y="87"/>
                    <a:pt x="51" y="94"/>
                    <a:pt x="66" y="94"/>
                  </a:cubicBezTo>
                  <a:cubicBezTo>
                    <a:pt x="76" y="94"/>
                    <a:pt x="102" y="65"/>
                    <a:pt x="102" y="44"/>
                  </a:cubicBezTo>
                  <a:cubicBezTo>
                    <a:pt x="102" y="22"/>
                    <a:pt x="89" y="0"/>
                    <a:pt x="51" y="15"/>
                  </a:cubicBezTo>
                  <a:close/>
                  <a:moveTo>
                    <a:pt x="22" y="73"/>
                  </a:moveTo>
                  <a:cubicBezTo>
                    <a:pt x="0" y="44"/>
                    <a:pt x="22" y="22"/>
                    <a:pt x="22" y="22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2"/>
                    <a:pt x="22" y="36"/>
                    <a:pt x="22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0" name="Google Shape;3950;p17"/>
            <p:cNvSpPr/>
            <p:nvPr/>
          </p:nvSpPr>
          <p:spPr>
            <a:xfrm>
              <a:off x="419101" y="3013075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9" y="29"/>
                  </a:moveTo>
                  <a:cubicBezTo>
                    <a:pt x="22" y="15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9"/>
                    <a:pt x="22" y="29"/>
                    <a:pt x="22" y="29"/>
                  </a:cubicBezTo>
                  <a:lnTo>
                    <a:pt x="29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1" name="Google Shape;3951;p17"/>
            <p:cNvSpPr/>
            <p:nvPr/>
          </p:nvSpPr>
          <p:spPr>
            <a:xfrm>
              <a:off x="492126" y="3013075"/>
              <a:ext cx="90488" cy="73025"/>
            </a:xfrm>
            <a:custGeom>
              <a:rect b="b" l="l" r="r" t="t"/>
              <a:pathLst>
                <a:path extrusionOk="0" h="29" w="36">
                  <a:moveTo>
                    <a:pt x="36" y="0"/>
                  </a:moveTo>
                  <a:cubicBezTo>
                    <a:pt x="36" y="0"/>
                    <a:pt x="0" y="0"/>
                    <a:pt x="0" y="29"/>
                  </a:cubicBezTo>
                  <a:cubicBezTo>
                    <a:pt x="0" y="29"/>
                    <a:pt x="36" y="29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2" name="Google Shape;3952;p17"/>
          <p:cNvSpPr/>
          <p:nvPr/>
        </p:nvSpPr>
        <p:spPr>
          <a:xfrm>
            <a:off x="3254375" y="3013075"/>
            <a:ext cx="257175" cy="292100"/>
          </a:xfrm>
          <a:custGeom>
            <a:rect b="b" l="l" r="r" t="t"/>
            <a:pathLst>
              <a:path extrusionOk="0" h="116" w="102">
                <a:moveTo>
                  <a:pt x="87" y="109"/>
                </a:moveTo>
                <a:cubicBezTo>
                  <a:pt x="82" y="109"/>
                  <a:pt x="82" y="109"/>
                  <a:pt x="82" y="109"/>
                </a:cubicBezTo>
                <a:cubicBezTo>
                  <a:pt x="94" y="101"/>
                  <a:pt x="102" y="88"/>
                  <a:pt x="102" y="73"/>
                </a:cubicBezTo>
                <a:cubicBezTo>
                  <a:pt x="102" y="52"/>
                  <a:pt x="88" y="35"/>
                  <a:pt x="69" y="31"/>
                </a:cubicBezTo>
                <a:cubicBezTo>
                  <a:pt x="77" y="15"/>
                  <a:pt x="77" y="15"/>
                  <a:pt x="77" y="15"/>
                </a:cubicBezTo>
                <a:cubicBezTo>
                  <a:pt x="78" y="13"/>
                  <a:pt x="77" y="11"/>
                  <a:pt x="76" y="10"/>
                </a:cubicBezTo>
                <a:cubicBezTo>
                  <a:pt x="56" y="1"/>
                  <a:pt x="56" y="1"/>
                  <a:pt x="56" y="1"/>
                </a:cubicBezTo>
                <a:cubicBezTo>
                  <a:pt x="55" y="0"/>
                  <a:pt x="54" y="0"/>
                  <a:pt x="53" y="0"/>
                </a:cubicBezTo>
                <a:cubicBezTo>
                  <a:pt x="52" y="1"/>
                  <a:pt x="52" y="2"/>
                  <a:pt x="51" y="2"/>
                </a:cubicBezTo>
                <a:cubicBezTo>
                  <a:pt x="28" y="46"/>
                  <a:pt x="28" y="46"/>
                  <a:pt x="28" y="46"/>
                </a:cubicBezTo>
                <a:cubicBezTo>
                  <a:pt x="26" y="50"/>
                  <a:pt x="28" y="55"/>
                  <a:pt x="31" y="57"/>
                </a:cubicBezTo>
                <a:cubicBezTo>
                  <a:pt x="28" y="63"/>
                  <a:pt x="28" y="63"/>
                  <a:pt x="28" y="63"/>
                </a:cubicBezTo>
                <a:cubicBezTo>
                  <a:pt x="41" y="69"/>
                  <a:pt x="41" y="69"/>
                  <a:pt x="41" y="69"/>
                </a:cubicBezTo>
                <a:cubicBezTo>
                  <a:pt x="44" y="63"/>
                  <a:pt x="44" y="63"/>
                  <a:pt x="44" y="63"/>
                </a:cubicBezTo>
                <a:cubicBezTo>
                  <a:pt x="44" y="63"/>
                  <a:pt x="44" y="63"/>
                  <a:pt x="44" y="63"/>
                </a:cubicBezTo>
                <a:cubicBezTo>
                  <a:pt x="48" y="65"/>
                  <a:pt x="52" y="63"/>
                  <a:pt x="54" y="59"/>
                </a:cubicBezTo>
                <a:cubicBezTo>
                  <a:pt x="62" y="44"/>
                  <a:pt x="62" y="44"/>
                  <a:pt x="62" y="44"/>
                </a:cubicBezTo>
                <a:cubicBezTo>
                  <a:pt x="76" y="46"/>
                  <a:pt x="87" y="58"/>
                  <a:pt x="87" y="73"/>
                </a:cubicBezTo>
                <a:cubicBezTo>
                  <a:pt x="87" y="89"/>
                  <a:pt x="74" y="102"/>
                  <a:pt x="58" y="102"/>
                </a:cubicBezTo>
                <a:cubicBezTo>
                  <a:pt x="51" y="102"/>
                  <a:pt x="42" y="99"/>
                  <a:pt x="37" y="95"/>
                </a:cubicBezTo>
                <a:cubicBezTo>
                  <a:pt x="37" y="91"/>
                  <a:pt x="37" y="91"/>
                  <a:pt x="37" y="91"/>
                </a:cubicBezTo>
                <a:cubicBezTo>
                  <a:pt x="37" y="89"/>
                  <a:pt x="38" y="87"/>
                  <a:pt x="40" y="87"/>
                </a:cubicBezTo>
                <a:cubicBezTo>
                  <a:pt x="58" y="87"/>
                  <a:pt x="58" y="87"/>
                  <a:pt x="58" y="87"/>
                </a:cubicBezTo>
                <a:cubicBezTo>
                  <a:pt x="58" y="80"/>
                  <a:pt x="58" y="80"/>
                  <a:pt x="58" y="80"/>
                </a:cubicBezTo>
                <a:cubicBezTo>
                  <a:pt x="30" y="80"/>
                  <a:pt x="30" y="80"/>
                  <a:pt x="30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7"/>
                  <a:pt x="0" y="87"/>
                  <a:pt x="0" y="87"/>
                </a:cubicBezTo>
                <a:cubicBezTo>
                  <a:pt x="17" y="87"/>
                  <a:pt x="17" y="87"/>
                  <a:pt x="17" y="87"/>
                </a:cubicBezTo>
                <a:cubicBezTo>
                  <a:pt x="18" y="87"/>
                  <a:pt x="18" y="87"/>
                  <a:pt x="18" y="87"/>
                </a:cubicBezTo>
                <a:cubicBezTo>
                  <a:pt x="20" y="87"/>
                  <a:pt x="22" y="89"/>
                  <a:pt x="22" y="91"/>
                </a:cubicBezTo>
                <a:cubicBezTo>
                  <a:pt x="22" y="95"/>
                  <a:pt x="22" y="95"/>
                  <a:pt x="22" y="95"/>
                </a:cubicBezTo>
                <a:cubicBezTo>
                  <a:pt x="22" y="109"/>
                  <a:pt x="22" y="109"/>
                  <a:pt x="22" y="109"/>
                </a:cubicBezTo>
                <a:cubicBezTo>
                  <a:pt x="14" y="109"/>
                  <a:pt x="8" y="108"/>
                  <a:pt x="8" y="116"/>
                </a:cubicBezTo>
                <a:cubicBezTo>
                  <a:pt x="102" y="116"/>
                  <a:pt x="102" y="116"/>
                  <a:pt x="102" y="116"/>
                </a:cubicBezTo>
                <a:cubicBezTo>
                  <a:pt x="102" y="108"/>
                  <a:pt x="95" y="109"/>
                  <a:pt x="87" y="109"/>
                </a:cubicBezTo>
                <a:close/>
                <a:moveTo>
                  <a:pt x="62" y="10"/>
                </a:moveTo>
                <a:cubicBezTo>
                  <a:pt x="61" y="10"/>
                  <a:pt x="60" y="11"/>
                  <a:pt x="60" y="12"/>
                </a:cubicBezTo>
                <a:cubicBezTo>
                  <a:pt x="43" y="44"/>
                  <a:pt x="43" y="44"/>
                  <a:pt x="43" y="44"/>
                </a:cubicBezTo>
                <a:cubicBezTo>
                  <a:pt x="37" y="41"/>
                  <a:pt x="37" y="41"/>
                  <a:pt x="37" y="41"/>
                </a:cubicBezTo>
                <a:cubicBezTo>
                  <a:pt x="37" y="40"/>
                  <a:pt x="37" y="40"/>
                  <a:pt x="37" y="39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9"/>
                  <a:pt x="54" y="8"/>
                  <a:pt x="55" y="8"/>
                </a:cubicBezTo>
                <a:cubicBezTo>
                  <a:pt x="56" y="7"/>
                  <a:pt x="57" y="7"/>
                  <a:pt x="58" y="8"/>
                </a:cubicBezTo>
                <a:cubicBezTo>
                  <a:pt x="62" y="10"/>
                  <a:pt x="62" y="10"/>
                  <a:pt x="62" y="10"/>
                </a:cubicBezTo>
                <a:cubicBezTo>
                  <a:pt x="62" y="10"/>
                  <a:pt x="62" y="10"/>
                  <a:pt x="62" y="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p17"/>
          <p:cNvSpPr/>
          <p:nvPr/>
        </p:nvSpPr>
        <p:spPr>
          <a:xfrm>
            <a:off x="3275013" y="3673475"/>
            <a:ext cx="254000" cy="220663"/>
          </a:xfrm>
          <a:custGeom>
            <a:rect b="b" l="l" r="r" t="t"/>
            <a:pathLst>
              <a:path extrusionOk="0" h="87" w="101">
                <a:moveTo>
                  <a:pt x="98" y="36"/>
                </a:moveTo>
                <a:cubicBezTo>
                  <a:pt x="92" y="36"/>
                  <a:pt x="92" y="36"/>
                  <a:pt x="92" y="36"/>
                </a:cubicBezTo>
                <a:cubicBezTo>
                  <a:pt x="89" y="29"/>
                  <a:pt x="89" y="29"/>
                  <a:pt x="89" y="29"/>
                </a:cubicBezTo>
                <a:cubicBezTo>
                  <a:pt x="98" y="29"/>
                  <a:pt x="98" y="29"/>
                  <a:pt x="98" y="29"/>
                </a:cubicBezTo>
                <a:cubicBezTo>
                  <a:pt x="100" y="29"/>
                  <a:pt x="101" y="27"/>
                  <a:pt x="101" y="25"/>
                </a:cubicBezTo>
                <a:cubicBezTo>
                  <a:pt x="101" y="23"/>
                  <a:pt x="100" y="21"/>
                  <a:pt x="98" y="21"/>
                </a:cubicBezTo>
                <a:cubicBezTo>
                  <a:pt x="87" y="21"/>
                  <a:pt x="87" y="21"/>
                  <a:pt x="87" y="21"/>
                </a:cubicBezTo>
                <a:cubicBezTo>
                  <a:pt x="82" y="6"/>
                  <a:pt x="82" y="6"/>
                  <a:pt x="82" y="6"/>
                </a:cubicBezTo>
                <a:cubicBezTo>
                  <a:pt x="80" y="3"/>
                  <a:pt x="76" y="0"/>
                  <a:pt x="72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5" y="0"/>
                  <a:pt x="20" y="3"/>
                  <a:pt x="19" y="6"/>
                </a:cubicBezTo>
                <a:cubicBezTo>
                  <a:pt x="14" y="21"/>
                  <a:pt x="14" y="21"/>
                  <a:pt x="14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1" y="21"/>
                  <a:pt x="0" y="23"/>
                  <a:pt x="0" y="25"/>
                </a:cubicBezTo>
                <a:cubicBezTo>
                  <a:pt x="0" y="27"/>
                  <a:pt x="1" y="29"/>
                  <a:pt x="3" y="29"/>
                </a:cubicBezTo>
                <a:cubicBezTo>
                  <a:pt x="12" y="29"/>
                  <a:pt x="12" y="29"/>
                  <a:pt x="12" y="29"/>
                </a:cubicBezTo>
                <a:cubicBezTo>
                  <a:pt x="9" y="36"/>
                  <a:pt x="9" y="36"/>
                  <a:pt x="9" y="36"/>
                </a:cubicBezTo>
                <a:cubicBezTo>
                  <a:pt x="3" y="36"/>
                  <a:pt x="3" y="36"/>
                  <a:pt x="3" y="36"/>
                </a:cubicBezTo>
                <a:cubicBezTo>
                  <a:pt x="1" y="36"/>
                  <a:pt x="0" y="38"/>
                  <a:pt x="0" y="40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3"/>
                  <a:pt x="1" y="65"/>
                  <a:pt x="3" y="65"/>
                </a:cubicBezTo>
                <a:cubicBezTo>
                  <a:pt x="7" y="65"/>
                  <a:pt x="7" y="65"/>
                  <a:pt x="7" y="65"/>
                </a:cubicBezTo>
                <a:cubicBezTo>
                  <a:pt x="7" y="79"/>
                  <a:pt x="7" y="79"/>
                  <a:pt x="7" y="79"/>
                </a:cubicBezTo>
                <a:cubicBezTo>
                  <a:pt x="7" y="83"/>
                  <a:pt x="10" y="87"/>
                  <a:pt x="14" y="87"/>
                </a:cubicBezTo>
                <a:cubicBezTo>
                  <a:pt x="21" y="87"/>
                  <a:pt x="21" y="87"/>
                  <a:pt x="21" y="87"/>
                </a:cubicBezTo>
                <a:cubicBezTo>
                  <a:pt x="25" y="87"/>
                  <a:pt x="29" y="83"/>
                  <a:pt x="29" y="79"/>
                </a:cubicBezTo>
                <a:cubicBezTo>
                  <a:pt x="29" y="65"/>
                  <a:pt x="29" y="65"/>
                  <a:pt x="29" y="65"/>
                </a:cubicBezTo>
                <a:cubicBezTo>
                  <a:pt x="72" y="65"/>
                  <a:pt x="72" y="65"/>
                  <a:pt x="72" y="65"/>
                </a:cubicBezTo>
                <a:cubicBezTo>
                  <a:pt x="72" y="79"/>
                  <a:pt x="72" y="79"/>
                  <a:pt x="72" y="79"/>
                </a:cubicBezTo>
                <a:cubicBezTo>
                  <a:pt x="72" y="83"/>
                  <a:pt x="75" y="87"/>
                  <a:pt x="79" y="87"/>
                </a:cubicBezTo>
                <a:cubicBezTo>
                  <a:pt x="87" y="87"/>
                  <a:pt x="87" y="87"/>
                  <a:pt x="87" y="87"/>
                </a:cubicBezTo>
                <a:cubicBezTo>
                  <a:pt x="91" y="87"/>
                  <a:pt x="94" y="83"/>
                  <a:pt x="94" y="79"/>
                </a:cubicBezTo>
                <a:cubicBezTo>
                  <a:pt x="94" y="65"/>
                  <a:pt x="94" y="65"/>
                  <a:pt x="94" y="65"/>
                </a:cubicBezTo>
                <a:cubicBezTo>
                  <a:pt x="98" y="65"/>
                  <a:pt x="98" y="65"/>
                  <a:pt x="98" y="65"/>
                </a:cubicBezTo>
                <a:cubicBezTo>
                  <a:pt x="100" y="65"/>
                  <a:pt x="101" y="63"/>
                  <a:pt x="101" y="61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38"/>
                  <a:pt x="100" y="36"/>
                  <a:pt x="98" y="36"/>
                </a:cubicBezTo>
                <a:close/>
                <a:moveTo>
                  <a:pt x="26" y="9"/>
                </a:moveTo>
                <a:cubicBezTo>
                  <a:pt x="26" y="8"/>
                  <a:pt x="28" y="7"/>
                  <a:pt x="29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2"/>
                  <a:pt x="45" y="14"/>
                  <a:pt x="47" y="14"/>
                </a:cubicBezTo>
                <a:cubicBezTo>
                  <a:pt x="54" y="14"/>
                  <a:pt x="54" y="14"/>
                  <a:pt x="54" y="14"/>
                </a:cubicBezTo>
                <a:cubicBezTo>
                  <a:pt x="56" y="14"/>
                  <a:pt x="58" y="12"/>
                  <a:pt x="58" y="10"/>
                </a:cubicBezTo>
                <a:cubicBezTo>
                  <a:pt x="58" y="7"/>
                  <a:pt x="58" y="7"/>
                  <a:pt x="58" y="7"/>
                </a:cubicBezTo>
                <a:cubicBezTo>
                  <a:pt x="72" y="7"/>
                  <a:pt x="72" y="7"/>
                  <a:pt x="72" y="7"/>
                </a:cubicBezTo>
                <a:cubicBezTo>
                  <a:pt x="73" y="7"/>
                  <a:pt x="75" y="8"/>
                  <a:pt x="75" y="9"/>
                </a:cubicBezTo>
                <a:cubicBezTo>
                  <a:pt x="84" y="36"/>
                  <a:pt x="84" y="36"/>
                  <a:pt x="84" y="36"/>
                </a:cubicBezTo>
                <a:cubicBezTo>
                  <a:pt x="17" y="36"/>
                  <a:pt x="17" y="36"/>
                  <a:pt x="17" y="36"/>
                </a:cubicBezTo>
                <a:lnTo>
                  <a:pt x="26" y="9"/>
                </a:lnTo>
                <a:close/>
                <a:moveTo>
                  <a:pt x="21" y="58"/>
                </a:moveTo>
                <a:cubicBezTo>
                  <a:pt x="17" y="58"/>
                  <a:pt x="14" y="54"/>
                  <a:pt x="14" y="50"/>
                </a:cubicBezTo>
                <a:cubicBezTo>
                  <a:pt x="14" y="46"/>
                  <a:pt x="17" y="43"/>
                  <a:pt x="21" y="43"/>
                </a:cubicBezTo>
                <a:cubicBezTo>
                  <a:pt x="25" y="43"/>
                  <a:pt x="29" y="46"/>
                  <a:pt x="29" y="50"/>
                </a:cubicBezTo>
                <a:cubicBezTo>
                  <a:pt x="29" y="54"/>
                  <a:pt x="25" y="58"/>
                  <a:pt x="21" y="58"/>
                </a:cubicBezTo>
                <a:close/>
                <a:moveTo>
                  <a:pt x="65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50"/>
                  <a:pt x="36" y="50"/>
                  <a:pt x="36" y="50"/>
                </a:cubicBezTo>
                <a:cubicBezTo>
                  <a:pt x="65" y="50"/>
                  <a:pt x="65" y="50"/>
                  <a:pt x="65" y="50"/>
                </a:cubicBezTo>
                <a:lnTo>
                  <a:pt x="65" y="58"/>
                </a:lnTo>
                <a:close/>
                <a:moveTo>
                  <a:pt x="79" y="58"/>
                </a:moveTo>
                <a:cubicBezTo>
                  <a:pt x="75" y="58"/>
                  <a:pt x="72" y="54"/>
                  <a:pt x="72" y="50"/>
                </a:cubicBezTo>
                <a:cubicBezTo>
                  <a:pt x="72" y="46"/>
                  <a:pt x="75" y="43"/>
                  <a:pt x="79" y="43"/>
                </a:cubicBezTo>
                <a:cubicBezTo>
                  <a:pt x="83" y="43"/>
                  <a:pt x="87" y="46"/>
                  <a:pt x="87" y="50"/>
                </a:cubicBezTo>
                <a:cubicBezTo>
                  <a:pt x="87" y="54"/>
                  <a:pt x="83" y="58"/>
                  <a:pt x="79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54" name="Google Shape;3954;p17"/>
          <p:cNvGrpSpPr/>
          <p:nvPr/>
        </p:nvGrpSpPr>
        <p:grpSpPr>
          <a:xfrm>
            <a:off x="3841751" y="3619500"/>
            <a:ext cx="293687" cy="274638"/>
            <a:chOff x="3841751" y="3619500"/>
            <a:chExt cx="293687" cy="274638"/>
          </a:xfrm>
        </p:grpSpPr>
        <p:sp>
          <p:nvSpPr>
            <p:cNvPr id="3955" name="Google Shape;3955;p17"/>
            <p:cNvSpPr/>
            <p:nvPr/>
          </p:nvSpPr>
          <p:spPr>
            <a:xfrm>
              <a:off x="4116388" y="3692525"/>
              <a:ext cx="19050" cy="55563"/>
            </a:xfrm>
            <a:custGeom>
              <a:rect b="b" l="l" r="r" t="t"/>
              <a:pathLst>
                <a:path extrusionOk="0" h="22" w="7">
                  <a:moveTo>
                    <a:pt x="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5" y="22"/>
                    <a:pt x="7" y="20"/>
                    <a:pt x="7" y="18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1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6" name="Google Shape;3956;p17"/>
            <p:cNvSpPr/>
            <p:nvPr/>
          </p:nvSpPr>
          <p:spPr>
            <a:xfrm>
              <a:off x="3878263" y="3619500"/>
              <a:ext cx="219075" cy="274638"/>
            </a:xfrm>
            <a:custGeom>
              <a:rect b="b" l="l" r="r" t="t"/>
              <a:pathLst>
                <a:path extrusionOk="0" h="109" w="87">
                  <a:moveTo>
                    <a:pt x="6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91"/>
                    <a:pt x="3" y="94"/>
                    <a:pt x="7" y="94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7" y="105"/>
                    <a:pt x="11" y="109"/>
                    <a:pt x="15" y="109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26" y="109"/>
                    <a:pt x="29" y="105"/>
                    <a:pt x="29" y="101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58" y="94"/>
                    <a:pt x="58" y="94"/>
                    <a:pt x="58" y="94"/>
                  </a:cubicBezTo>
                  <a:cubicBezTo>
                    <a:pt x="58" y="101"/>
                    <a:pt x="58" y="101"/>
                    <a:pt x="58" y="101"/>
                  </a:cubicBezTo>
                  <a:cubicBezTo>
                    <a:pt x="58" y="105"/>
                    <a:pt x="61" y="109"/>
                    <a:pt x="65" y="109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7" y="109"/>
                    <a:pt x="80" y="105"/>
                    <a:pt x="80" y="10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84" y="94"/>
                    <a:pt x="87" y="91"/>
                    <a:pt x="87" y="87"/>
                  </a:cubicBezTo>
                  <a:cubicBezTo>
                    <a:pt x="87" y="22"/>
                    <a:pt x="87" y="22"/>
                    <a:pt x="87" y="22"/>
                  </a:cubicBezTo>
                  <a:cubicBezTo>
                    <a:pt x="87" y="10"/>
                    <a:pt x="78" y="0"/>
                    <a:pt x="65" y="0"/>
                  </a:cubicBezTo>
                  <a:close/>
                  <a:moveTo>
                    <a:pt x="29" y="7"/>
                  </a:moveTo>
                  <a:cubicBezTo>
                    <a:pt x="58" y="7"/>
                    <a:pt x="58" y="7"/>
                    <a:pt x="58" y="7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29" y="14"/>
                    <a:pt x="29" y="14"/>
                    <a:pt x="29" y="14"/>
                  </a:cubicBezTo>
                  <a:lnTo>
                    <a:pt x="29" y="7"/>
                  </a:lnTo>
                  <a:close/>
                  <a:moveTo>
                    <a:pt x="15" y="87"/>
                  </a:moveTo>
                  <a:cubicBezTo>
                    <a:pt x="11" y="87"/>
                    <a:pt x="7" y="84"/>
                    <a:pt x="7" y="80"/>
                  </a:cubicBezTo>
                  <a:cubicBezTo>
                    <a:pt x="7" y="76"/>
                    <a:pt x="11" y="72"/>
                    <a:pt x="15" y="72"/>
                  </a:cubicBezTo>
                  <a:cubicBezTo>
                    <a:pt x="19" y="72"/>
                    <a:pt x="22" y="76"/>
                    <a:pt x="22" y="80"/>
                  </a:cubicBezTo>
                  <a:cubicBezTo>
                    <a:pt x="22" y="84"/>
                    <a:pt x="19" y="87"/>
                    <a:pt x="15" y="87"/>
                  </a:cubicBezTo>
                  <a:close/>
                  <a:moveTo>
                    <a:pt x="73" y="87"/>
                  </a:moveTo>
                  <a:cubicBezTo>
                    <a:pt x="69" y="87"/>
                    <a:pt x="65" y="84"/>
                    <a:pt x="65" y="80"/>
                  </a:cubicBezTo>
                  <a:cubicBezTo>
                    <a:pt x="65" y="76"/>
                    <a:pt x="69" y="72"/>
                    <a:pt x="73" y="72"/>
                  </a:cubicBezTo>
                  <a:cubicBezTo>
                    <a:pt x="77" y="72"/>
                    <a:pt x="80" y="76"/>
                    <a:pt x="80" y="80"/>
                  </a:cubicBezTo>
                  <a:cubicBezTo>
                    <a:pt x="80" y="84"/>
                    <a:pt x="77" y="87"/>
                    <a:pt x="73" y="87"/>
                  </a:cubicBezTo>
                  <a:close/>
                  <a:moveTo>
                    <a:pt x="80" y="65"/>
                  </a:moveTo>
                  <a:cubicBezTo>
                    <a:pt x="7" y="65"/>
                    <a:pt x="7" y="65"/>
                    <a:pt x="7" y="65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0" y="22"/>
                    <a:pt x="80" y="22"/>
                    <a:pt x="80" y="22"/>
                  </a:cubicBezTo>
                  <a:lnTo>
                    <a:pt x="80" y="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17"/>
            <p:cNvSpPr/>
            <p:nvPr/>
          </p:nvSpPr>
          <p:spPr>
            <a:xfrm>
              <a:off x="3841751" y="3692525"/>
              <a:ext cx="17463" cy="55563"/>
            </a:xfrm>
            <a:custGeom>
              <a:rect b="b" l="l" r="r" t="t"/>
              <a:pathLst>
                <a:path extrusionOk="0" h="22" w="7">
                  <a:moveTo>
                    <a:pt x="0" y="3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20"/>
                    <a:pt x="1" y="22"/>
                    <a:pt x="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8" name="Google Shape;3958;p17"/>
          <p:cNvGrpSpPr/>
          <p:nvPr/>
        </p:nvGrpSpPr>
        <p:grpSpPr>
          <a:xfrm>
            <a:off x="4462463" y="3600450"/>
            <a:ext cx="217488" cy="293688"/>
            <a:chOff x="4462463" y="3600450"/>
            <a:chExt cx="217488" cy="293688"/>
          </a:xfrm>
        </p:grpSpPr>
        <p:sp>
          <p:nvSpPr>
            <p:cNvPr id="3959" name="Google Shape;3959;p17"/>
            <p:cNvSpPr/>
            <p:nvPr/>
          </p:nvSpPr>
          <p:spPr>
            <a:xfrm>
              <a:off x="4462463" y="3600450"/>
              <a:ext cx="217488" cy="220663"/>
            </a:xfrm>
            <a:custGeom>
              <a:rect b="b" l="l" r="r" t="t"/>
              <a:pathLst>
                <a:path extrusionOk="0" h="87" w="86">
                  <a:moveTo>
                    <a:pt x="85" y="71"/>
                  </a:moveTo>
                  <a:cubicBezTo>
                    <a:pt x="73" y="13"/>
                    <a:pt x="73" y="13"/>
                    <a:pt x="73" y="13"/>
                  </a:cubicBezTo>
                  <a:cubicBezTo>
                    <a:pt x="72" y="5"/>
                    <a:pt x="65" y="0"/>
                    <a:pt x="5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4" y="5"/>
                    <a:pt x="12" y="13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0" y="75"/>
                    <a:pt x="1" y="79"/>
                    <a:pt x="3" y="82"/>
                  </a:cubicBezTo>
                  <a:cubicBezTo>
                    <a:pt x="6" y="85"/>
                    <a:pt x="10" y="87"/>
                    <a:pt x="14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63" y="87"/>
                    <a:pt x="63" y="87"/>
                    <a:pt x="63" y="87"/>
                  </a:cubicBezTo>
                  <a:cubicBezTo>
                    <a:pt x="72" y="87"/>
                    <a:pt x="72" y="87"/>
                    <a:pt x="72" y="87"/>
                  </a:cubicBezTo>
                  <a:cubicBezTo>
                    <a:pt x="76" y="87"/>
                    <a:pt x="80" y="85"/>
                    <a:pt x="82" y="82"/>
                  </a:cubicBezTo>
                  <a:cubicBezTo>
                    <a:pt x="85" y="79"/>
                    <a:pt x="86" y="75"/>
                    <a:pt x="85" y="71"/>
                  </a:cubicBezTo>
                  <a:close/>
                  <a:moveTo>
                    <a:pt x="35" y="7"/>
                  </a:moveTo>
                  <a:cubicBezTo>
                    <a:pt x="50" y="7"/>
                    <a:pt x="50" y="7"/>
                    <a:pt x="50" y="7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35" y="14"/>
                    <a:pt x="35" y="14"/>
                    <a:pt x="35" y="14"/>
                  </a:cubicBezTo>
                  <a:lnTo>
                    <a:pt x="35" y="7"/>
                  </a:lnTo>
                  <a:close/>
                  <a:moveTo>
                    <a:pt x="14" y="43"/>
                  </a:moveTo>
                  <a:cubicBezTo>
                    <a:pt x="18" y="21"/>
                    <a:pt x="18" y="21"/>
                    <a:pt x="18" y="2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11" y="58"/>
                    <a:pt x="11" y="58"/>
                    <a:pt x="11" y="58"/>
                  </a:cubicBezTo>
                  <a:lnTo>
                    <a:pt x="14" y="43"/>
                  </a:lnTo>
                  <a:close/>
                  <a:moveTo>
                    <a:pt x="28" y="79"/>
                  </a:moveTo>
                  <a:cubicBezTo>
                    <a:pt x="24" y="79"/>
                    <a:pt x="21" y="76"/>
                    <a:pt x="21" y="72"/>
                  </a:cubicBezTo>
                  <a:cubicBezTo>
                    <a:pt x="21" y="68"/>
                    <a:pt x="24" y="65"/>
                    <a:pt x="28" y="65"/>
                  </a:cubicBezTo>
                  <a:cubicBezTo>
                    <a:pt x="32" y="65"/>
                    <a:pt x="35" y="68"/>
                    <a:pt x="35" y="72"/>
                  </a:cubicBezTo>
                  <a:cubicBezTo>
                    <a:pt x="35" y="76"/>
                    <a:pt x="32" y="79"/>
                    <a:pt x="28" y="79"/>
                  </a:cubicBezTo>
                  <a:close/>
                  <a:moveTo>
                    <a:pt x="57" y="79"/>
                  </a:moveTo>
                  <a:cubicBezTo>
                    <a:pt x="53" y="79"/>
                    <a:pt x="50" y="76"/>
                    <a:pt x="50" y="72"/>
                  </a:cubicBezTo>
                  <a:cubicBezTo>
                    <a:pt x="50" y="68"/>
                    <a:pt x="53" y="65"/>
                    <a:pt x="57" y="65"/>
                  </a:cubicBezTo>
                  <a:cubicBezTo>
                    <a:pt x="61" y="65"/>
                    <a:pt x="64" y="68"/>
                    <a:pt x="64" y="72"/>
                  </a:cubicBezTo>
                  <a:cubicBezTo>
                    <a:pt x="64" y="76"/>
                    <a:pt x="61" y="79"/>
                    <a:pt x="57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17"/>
            <p:cNvSpPr/>
            <p:nvPr/>
          </p:nvSpPr>
          <p:spPr>
            <a:xfrm>
              <a:off x="4487863" y="3838575"/>
              <a:ext cx="166688" cy="55563"/>
            </a:xfrm>
            <a:custGeom>
              <a:rect b="b" l="l" r="r" t="t"/>
              <a:pathLst>
                <a:path extrusionOk="0" h="35" w="105">
                  <a:moveTo>
                    <a:pt x="71" y="0"/>
                  </a:moveTo>
                  <a:lnTo>
                    <a:pt x="76" y="11"/>
                  </a:lnTo>
                  <a:lnTo>
                    <a:pt x="27" y="11"/>
                  </a:lnTo>
                  <a:lnTo>
                    <a:pt x="33" y="0"/>
                  </a:lnTo>
                  <a:lnTo>
                    <a:pt x="14" y="0"/>
                  </a:lnTo>
                  <a:lnTo>
                    <a:pt x="0" y="35"/>
                  </a:lnTo>
                  <a:lnTo>
                    <a:pt x="17" y="35"/>
                  </a:lnTo>
                  <a:lnTo>
                    <a:pt x="22" y="22"/>
                  </a:lnTo>
                  <a:lnTo>
                    <a:pt x="81" y="22"/>
                  </a:lnTo>
                  <a:lnTo>
                    <a:pt x="86" y="35"/>
                  </a:lnTo>
                  <a:lnTo>
                    <a:pt x="105" y="35"/>
                  </a:lnTo>
                  <a:lnTo>
                    <a:pt x="89" y="0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1" name="Google Shape;3961;p17"/>
          <p:cNvGrpSpPr/>
          <p:nvPr/>
        </p:nvGrpSpPr>
        <p:grpSpPr>
          <a:xfrm>
            <a:off x="5011738" y="3636963"/>
            <a:ext cx="292101" cy="236537"/>
            <a:chOff x="5011738" y="3636963"/>
            <a:chExt cx="292101" cy="236537"/>
          </a:xfrm>
        </p:grpSpPr>
        <p:sp>
          <p:nvSpPr>
            <p:cNvPr id="3962" name="Google Shape;3962;p17"/>
            <p:cNvSpPr/>
            <p:nvPr/>
          </p:nvSpPr>
          <p:spPr>
            <a:xfrm>
              <a:off x="5011738" y="3673475"/>
              <a:ext cx="292100" cy="147638"/>
            </a:xfrm>
            <a:custGeom>
              <a:rect b="b" l="l" r="r" t="t"/>
              <a:pathLst>
                <a:path extrusionOk="0" h="58" w="116">
                  <a:moveTo>
                    <a:pt x="87" y="14"/>
                  </a:moveTo>
                  <a:cubicBezTo>
                    <a:pt x="85" y="14"/>
                    <a:pt x="75" y="15"/>
                    <a:pt x="73" y="15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1"/>
                    <a:pt x="64" y="0"/>
                    <a:pt x="62" y="0"/>
                  </a:cubicBezTo>
                  <a:cubicBezTo>
                    <a:pt x="60" y="0"/>
                    <a:pt x="58" y="1"/>
                    <a:pt x="58" y="3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0" y="24"/>
                    <a:pt x="16" y="21"/>
                    <a:pt x="11" y="21"/>
                  </a:cubicBezTo>
                  <a:cubicBezTo>
                    <a:pt x="5" y="21"/>
                    <a:pt x="0" y="26"/>
                    <a:pt x="0" y="32"/>
                  </a:cubicBezTo>
                  <a:cubicBezTo>
                    <a:pt x="0" y="38"/>
                    <a:pt x="5" y="43"/>
                    <a:pt x="11" y="43"/>
                  </a:cubicBezTo>
                  <a:cubicBezTo>
                    <a:pt x="15" y="43"/>
                    <a:pt x="19" y="41"/>
                    <a:pt x="21" y="37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112" y="58"/>
                    <a:pt x="112" y="58"/>
                    <a:pt x="112" y="58"/>
                  </a:cubicBezTo>
                  <a:cubicBezTo>
                    <a:pt x="115" y="53"/>
                    <a:pt x="116" y="48"/>
                    <a:pt x="116" y="43"/>
                  </a:cubicBezTo>
                  <a:cubicBezTo>
                    <a:pt x="116" y="27"/>
                    <a:pt x="103" y="14"/>
                    <a:pt x="87" y="14"/>
                  </a:cubicBezTo>
                  <a:close/>
                  <a:moveTo>
                    <a:pt x="11" y="36"/>
                  </a:moveTo>
                  <a:cubicBezTo>
                    <a:pt x="9" y="36"/>
                    <a:pt x="7" y="34"/>
                    <a:pt x="7" y="32"/>
                  </a:cubicBezTo>
                  <a:cubicBezTo>
                    <a:pt x="7" y="30"/>
                    <a:pt x="9" y="29"/>
                    <a:pt x="11" y="29"/>
                  </a:cubicBezTo>
                  <a:cubicBezTo>
                    <a:pt x="13" y="29"/>
                    <a:pt x="15" y="30"/>
                    <a:pt x="15" y="32"/>
                  </a:cubicBezTo>
                  <a:cubicBezTo>
                    <a:pt x="15" y="34"/>
                    <a:pt x="13" y="36"/>
                    <a:pt x="11" y="36"/>
                  </a:cubicBezTo>
                  <a:close/>
                  <a:moveTo>
                    <a:pt x="73" y="43"/>
                  </a:moveTo>
                  <a:cubicBezTo>
                    <a:pt x="66" y="43"/>
                    <a:pt x="66" y="43"/>
                    <a:pt x="66" y="43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73" y="29"/>
                    <a:pt x="73" y="29"/>
                    <a:pt x="73" y="29"/>
                  </a:cubicBezTo>
                  <a:lnTo>
                    <a:pt x="73" y="43"/>
                  </a:lnTo>
                  <a:close/>
                  <a:moveTo>
                    <a:pt x="108" y="50"/>
                  </a:moveTo>
                  <a:cubicBezTo>
                    <a:pt x="80" y="50"/>
                    <a:pt x="80" y="50"/>
                    <a:pt x="80" y="50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3" y="21"/>
                    <a:pt x="86" y="21"/>
                    <a:pt x="87" y="21"/>
                  </a:cubicBezTo>
                  <a:cubicBezTo>
                    <a:pt x="99" y="21"/>
                    <a:pt x="109" y="31"/>
                    <a:pt x="109" y="43"/>
                  </a:cubicBezTo>
                  <a:cubicBezTo>
                    <a:pt x="109" y="46"/>
                    <a:pt x="109" y="48"/>
                    <a:pt x="108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17"/>
            <p:cNvSpPr/>
            <p:nvPr/>
          </p:nvSpPr>
          <p:spPr>
            <a:xfrm>
              <a:off x="5011738" y="3636963"/>
              <a:ext cx="128588" cy="36513"/>
            </a:xfrm>
            <a:custGeom>
              <a:rect b="b" l="l" r="r" t="t"/>
              <a:pathLst>
                <a:path extrusionOk="0" h="15" w="51">
                  <a:moveTo>
                    <a:pt x="7" y="15"/>
                  </a:moveTo>
                  <a:cubicBezTo>
                    <a:pt x="47" y="15"/>
                    <a:pt x="47" y="15"/>
                    <a:pt x="47" y="15"/>
                  </a:cubicBezTo>
                  <a:cubicBezTo>
                    <a:pt x="49" y="15"/>
                    <a:pt x="50" y="14"/>
                    <a:pt x="51" y="12"/>
                  </a:cubicBezTo>
                  <a:cubicBezTo>
                    <a:pt x="51" y="11"/>
                    <a:pt x="51" y="9"/>
                    <a:pt x="50" y="8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5"/>
                    <a:pt x="7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17"/>
            <p:cNvSpPr/>
            <p:nvPr/>
          </p:nvSpPr>
          <p:spPr>
            <a:xfrm>
              <a:off x="5175251" y="3636963"/>
              <a:ext cx="128588" cy="36513"/>
            </a:xfrm>
            <a:custGeom>
              <a:rect b="b" l="l" r="r" t="t"/>
              <a:pathLst>
                <a:path extrusionOk="0" h="15" w="51">
                  <a:moveTo>
                    <a:pt x="10" y="15"/>
                  </a:moveTo>
                  <a:cubicBezTo>
                    <a:pt x="44" y="15"/>
                    <a:pt x="44" y="15"/>
                    <a:pt x="44" y="15"/>
                  </a:cubicBezTo>
                  <a:cubicBezTo>
                    <a:pt x="48" y="15"/>
                    <a:pt x="51" y="11"/>
                    <a:pt x="51" y="7"/>
                  </a:cubicBezTo>
                  <a:cubicBezTo>
                    <a:pt x="51" y="3"/>
                    <a:pt x="48" y="0"/>
                    <a:pt x="4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1"/>
                    <a:pt x="1" y="2"/>
                  </a:cubicBezTo>
                  <a:cubicBezTo>
                    <a:pt x="0" y="4"/>
                    <a:pt x="1" y="5"/>
                    <a:pt x="2" y="6"/>
                  </a:cubicBezTo>
                  <a:lnTo>
                    <a:pt x="10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17"/>
            <p:cNvSpPr/>
            <p:nvPr/>
          </p:nvSpPr>
          <p:spPr>
            <a:xfrm>
              <a:off x="5122863" y="3838575"/>
              <a:ext cx="180975" cy="34925"/>
            </a:xfrm>
            <a:custGeom>
              <a:rect b="b" l="l" r="r" t="t"/>
              <a:pathLst>
                <a:path extrusionOk="0" h="14" w="72">
                  <a:moveTo>
                    <a:pt x="65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9" y="14"/>
                    <a:pt x="72" y="11"/>
                    <a:pt x="72" y="7"/>
                  </a:cubicBezTo>
                  <a:cubicBezTo>
                    <a:pt x="72" y="3"/>
                    <a:pt x="69" y="0"/>
                    <a:pt x="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6" name="Google Shape;3966;p17"/>
          <p:cNvGrpSpPr/>
          <p:nvPr/>
        </p:nvGrpSpPr>
        <p:grpSpPr>
          <a:xfrm>
            <a:off x="5599113" y="3600450"/>
            <a:ext cx="292100" cy="298451"/>
            <a:chOff x="5599113" y="3600450"/>
            <a:chExt cx="292100" cy="298451"/>
          </a:xfrm>
        </p:grpSpPr>
        <p:sp>
          <p:nvSpPr>
            <p:cNvPr id="3967" name="Google Shape;3967;p17"/>
            <p:cNvSpPr/>
            <p:nvPr/>
          </p:nvSpPr>
          <p:spPr>
            <a:xfrm>
              <a:off x="5599113" y="3840163"/>
              <a:ext cx="292100" cy="58738"/>
            </a:xfrm>
            <a:custGeom>
              <a:rect b="b" l="l" r="r" t="t"/>
              <a:pathLst>
                <a:path extrusionOk="0" h="23" w="116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8" name="Google Shape;3968;p17"/>
            <p:cNvSpPr/>
            <p:nvPr/>
          </p:nvSpPr>
          <p:spPr>
            <a:xfrm>
              <a:off x="5599113" y="3600450"/>
              <a:ext cx="292100" cy="242888"/>
            </a:xfrm>
            <a:custGeom>
              <a:rect b="b" l="l" r="r" t="t"/>
              <a:pathLst>
                <a:path extrusionOk="0" h="96" w="11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9" name="Google Shape;3969;p17"/>
          <p:cNvGrpSpPr/>
          <p:nvPr/>
        </p:nvGrpSpPr>
        <p:grpSpPr>
          <a:xfrm>
            <a:off x="6769101" y="3673475"/>
            <a:ext cx="292100" cy="220663"/>
            <a:chOff x="6769101" y="3673475"/>
            <a:chExt cx="292100" cy="220663"/>
          </a:xfrm>
        </p:grpSpPr>
        <p:sp>
          <p:nvSpPr>
            <p:cNvPr id="3970" name="Google Shape;3970;p17"/>
            <p:cNvSpPr/>
            <p:nvPr/>
          </p:nvSpPr>
          <p:spPr>
            <a:xfrm>
              <a:off x="6769101" y="3673475"/>
              <a:ext cx="292100" cy="220663"/>
            </a:xfrm>
            <a:custGeom>
              <a:rect b="b" l="l" r="r" t="t"/>
              <a:pathLst>
                <a:path extrusionOk="0" h="87" w="116">
                  <a:moveTo>
                    <a:pt x="91" y="36"/>
                  </a:moveTo>
                  <a:cubicBezTo>
                    <a:pt x="88" y="36"/>
                    <a:pt x="86" y="36"/>
                    <a:pt x="83" y="37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1" y="4"/>
                    <a:pt x="91" y="2"/>
                    <a:pt x="90" y="1"/>
                  </a:cubicBezTo>
                  <a:cubicBezTo>
                    <a:pt x="90" y="0"/>
                    <a:pt x="88" y="0"/>
                    <a:pt x="87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7" y="0"/>
                    <a:pt x="65" y="1"/>
                    <a:pt x="65" y="3"/>
                  </a:cubicBezTo>
                  <a:cubicBezTo>
                    <a:pt x="65" y="5"/>
                    <a:pt x="67" y="7"/>
                    <a:pt x="69" y="7"/>
                  </a:cubicBezTo>
                  <a:cubicBezTo>
                    <a:pt x="82" y="7"/>
                    <a:pt x="82" y="7"/>
                    <a:pt x="82" y="7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5" y="21"/>
                    <a:pt x="33" y="22"/>
                    <a:pt x="33" y="24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8" y="36"/>
                    <a:pt x="27" y="36"/>
                    <a:pt x="26" y="36"/>
                  </a:cubicBezTo>
                  <a:cubicBezTo>
                    <a:pt x="11" y="36"/>
                    <a:pt x="0" y="47"/>
                    <a:pt x="0" y="61"/>
                  </a:cubicBezTo>
                  <a:cubicBezTo>
                    <a:pt x="0" y="75"/>
                    <a:pt x="11" y="87"/>
                    <a:pt x="26" y="87"/>
                  </a:cubicBezTo>
                  <a:cubicBezTo>
                    <a:pt x="40" y="87"/>
                    <a:pt x="51" y="75"/>
                    <a:pt x="51" y="61"/>
                  </a:cubicBezTo>
                  <a:cubicBezTo>
                    <a:pt x="51" y="51"/>
                    <a:pt x="45" y="42"/>
                    <a:pt x="36" y="38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1"/>
                    <a:pt x="41" y="29"/>
                    <a:pt x="44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0" y="45"/>
                    <a:pt x="65" y="52"/>
                    <a:pt x="65" y="61"/>
                  </a:cubicBezTo>
                  <a:cubicBezTo>
                    <a:pt x="65" y="75"/>
                    <a:pt x="77" y="87"/>
                    <a:pt x="91" y="87"/>
                  </a:cubicBezTo>
                  <a:cubicBezTo>
                    <a:pt x="105" y="87"/>
                    <a:pt x="116" y="75"/>
                    <a:pt x="116" y="61"/>
                  </a:cubicBezTo>
                  <a:cubicBezTo>
                    <a:pt x="116" y="47"/>
                    <a:pt x="105" y="36"/>
                    <a:pt x="91" y="36"/>
                  </a:cubicBezTo>
                  <a:close/>
                  <a:moveTo>
                    <a:pt x="44" y="61"/>
                  </a:moveTo>
                  <a:cubicBezTo>
                    <a:pt x="44" y="71"/>
                    <a:pt x="36" y="79"/>
                    <a:pt x="26" y="79"/>
                  </a:cubicBezTo>
                  <a:cubicBezTo>
                    <a:pt x="16" y="79"/>
                    <a:pt x="7" y="71"/>
                    <a:pt x="7" y="61"/>
                  </a:cubicBezTo>
                  <a:cubicBezTo>
                    <a:pt x="7" y="51"/>
                    <a:pt x="16" y="43"/>
                    <a:pt x="26" y="43"/>
                  </a:cubicBezTo>
                  <a:cubicBezTo>
                    <a:pt x="26" y="43"/>
                    <a:pt x="26" y="43"/>
                    <a:pt x="27" y="43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2" y="56"/>
                    <a:pt x="23" y="58"/>
                    <a:pt x="25" y="59"/>
                  </a:cubicBezTo>
                  <a:cubicBezTo>
                    <a:pt x="26" y="59"/>
                    <a:pt x="27" y="59"/>
                    <a:pt x="28" y="59"/>
                  </a:cubicBezTo>
                  <a:cubicBezTo>
                    <a:pt x="29" y="58"/>
                    <a:pt x="30" y="57"/>
                    <a:pt x="30" y="5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40" y="48"/>
                    <a:pt x="44" y="54"/>
                    <a:pt x="44" y="61"/>
                  </a:cubicBezTo>
                  <a:close/>
                  <a:moveTo>
                    <a:pt x="91" y="79"/>
                  </a:moveTo>
                  <a:cubicBezTo>
                    <a:pt x="81" y="79"/>
                    <a:pt x="73" y="71"/>
                    <a:pt x="73" y="61"/>
                  </a:cubicBezTo>
                  <a:cubicBezTo>
                    <a:pt x="73" y="55"/>
                    <a:pt x="76" y="50"/>
                    <a:pt x="80" y="47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0" y="65"/>
                    <a:pt x="93" y="66"/>
                    <a:pt x="94" y="65"/>
                  </a:cubicBezTo>
                  <a:cubicBezTo>
                    <a:pt x="94" y="65"/>
                    <a:pt x="94" y="65"/>
                    <a:pt x="94" y="65"/>
                  </a:cubicBezTo>
                  <a:cubicBezTo>
                    <a:pt x="95" y="65"/>
                    <a:pt x="96" y="64"/>
                    <a:pt x="96" y="63"/>
                  </a:cubicBezTo>
                  <a:cubicBezTo>
                    <a:pt x="97" y="62"/>
                    <a:pt x="96" y="61"/>
                    <a:pt x="96" y="60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88" y="43"/>
                    <a:pt x="90" y="43"/>
                    <a:pt x="91" y="43"/>
                  </a:cubicBezTo>
                  <a:cubicBezTo>
                    <a:pt x="101" y="43"/>
                    <a:pt x="109" y="51"/>
                    <a:pt x="109" y="61"/>
                  </a:cubicBezTo>
                  <a:cubicBezTo>
                    <a:pt x="109" y="71"/>
                    <a:pt x="101" y="79"/>
                    <a:pt x="91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1" name="Google Shape;3971;p17"/>
            <p:cNvSpPr/>
            <p:nvPr/>
          </p:nvSpPr>
          <p:spPr>
            <a:xfrm>
              <a:off x="6824663" y="3692525"/>
              <a:ext cx="68263" cy="17463"/>
            </a:xfrm>
            <a:custGeom>
              <a:rect b="b" l="l" r="r" t="t"/>
              <a:pathLst>
                <a:path extrusionOk="0" h="7" w="27">
                  <a:moveTo>
                    <a:pt x="4" y="7"/>
                  </a:moveTo>
                  <a:cubicBezTo>
                    <a:pt x="14" y="7"/>
                    <a:pt x="14" y="7"/>
                    <a:pt x="14" y="7"/>
                  </a:cubicBezTo>
                  <a:cubicBezTo>
                    <a:pt x="20" y="7"/>
                    <a:pt x="23" y="5"/>
                    <a:pt x="26" y="2"/>
                  </a:cubicBezTo>
                  <a:cubicBezTo>
                    <a:pt x="27" y="2"/>
                    <a:pt x="27" y="1"/>
                    <a:pt x="27" y="1"/>
                  </a:cubicBezTo>
                  <a:cubicBezTo>
                    <a:pt x="26" y="0"/>
                    <a:pt x="26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2" name="Google Shape;3972;p17"/>
          <p:cNvSpPr/>
          <p:nvPr/>
        </p:nvSpPr>
        <p:spPr>
          <a:xfrm>
            <a:off x="7353300" y="3600450"/>
            <a:ext cx="295275" cy="293688"/>
          </a:xfrm>
          <a:custGeom>
            <a:rect b="b" l="l" r="r" t="t"/>
            <a:pathLst>
              <a:path extrusionOk="0" h="185" w="186">
                <a:moveTo>
                  <a:pt x="127" y="0"/>
                </a:moveTo>
                <a:lnTo>
                  <a:pt x="59" y="0"/>
                </a:lnTo>
                <a:lnTo>
                  <a:pt x="0" y="185"/>
                </a:lnTo>
                <a:lnTo>
                  <a:pt x="186" y="185"/>
                </a:lnTo>
                <a:lnTo>
                  <a:pt x="127" y="0"/>
                </a:lnTo>
                <a:close/>
                <a:moveTo>
                  <a:pt x="105" y="172"/>
                </a:moveTo>
                <a:lnTo>
                  <a:pt x="81" y="172"/>
                </a:lnTo>
                <a:lnTo>
                  <a:pt x="81" y="139"/>
                </a:lnTo>
                <a:lnTo>
                  <a:pt x="105" y="139"/>
                </a:lnTo>
                <a:lnTo>
                  <a:pt x="105" y="172"/>
                </a:lnTo>
                <a:close/>
                <a:moveTo>
                  <a:pt x="105" y="115"/>
                </a:moveTo>
                <a:lnTo>
                  <a:pt x="81" y="115"/>
                </a:lnTo>
                <a:lnTo>
                  <a:pt x="81" y="80"/>
                </a:lnTo>
                <a:lnTo>
                  <a:pt x="105" y="80"/>
                </a:lnTo>
                <a:lnTo>
                  <a:pt x="105" y="115"/>
                </a:lnTo>
                <a:close/>
                <a:moveTo>
                  <a:pt x="105" y="58"/>
                </a:moveTo>
                <a:lnTo>
                  <a:pt x="81" y="58"/>
                </a:lnTo>
                <a:lnTo>
                  <a:pt x="81" y="23"/>
                </a:lnTo>
                <a:lnTo>
                  <a:pt x="105" y="23"/>
                </a:lnTo>
                <a:lnTo>
                  <a:pt x="105" y="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3" name="Google Shape;3973;p17"/>
          <p:cNvGrpSpPr/>
          <p:nvPr/>
        </p:nvGrpSpPr>
        <p:grpSpPr>
          <a:xfrm>
            <a:off x="7940676" y="3654425"/>
            <a:ext cx="293688" cy="239713"/>
            <a:chOff x="7940676" y="3654425"/>
            <a:chExt cx="293688" cy="239713"/>
          </a:xfrm>
        </p:grpSpPr>
        <p:sp>
          <p:nvSpPr>
            <p:cNvPr id="3974" name="Google Shape;3974;p17"/>
            <p:cNvSpPr/>
            <p:nvPr/>
          </p:nvSpPr>
          <p:spPr>
            <a:xfrm>
              <a:off x="8105776" y="3654425"/>
              <a:ext cx="109538" cy="146050"/>
            </a:xfrm>
            <a:custGeom>
              <a:rect b="b" l="l" r="r" t="t"/>
              <a:pathLst>
                <a:path extrusionOk="0" h="58" w="44">
                  <a:moveTo>
                    <a:pt x="4" y="8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3" y="8"/>
                    <a:pt x="15" y="9"/>
                    <a:pt x="15" y="11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5" y="52"/>
                    <a:pt x="21" y="58"/>
                    <a:pt x="29" y="5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8"/>
                    <a:pt x="42" y="58"/>
                    <a:pt x="43" y="57"/>
                  </a:cubicBezTo>
                  <a:cubicBezTo>
                    <a:pt x="44" y="56"/>
                    <a:pt x="44" y="54"/>
                    <a:pt x="43" y="53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7"/>
                    <a:pt x="23" y="0"/>
                    <a:pt x="1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5" name="Google Shape;3975;p17"/>
            <p:cNvSpPr/>
            <p:nvPr/>
          </p:nvSpPr>
          <p:spPr>
            <a:xfrm>
              <a:off x="8196263" y="3673475"/>
              <a:ext cx="38100" cy="53975"/>
            </a:xfrm>
            <a:custGeom>
              <a:rect b="b" l="l" r="r" t="t"/>
              <a:pathLst>
                <a:path extrusionOk="0" h="21" w="15">
                  <a:moveTo>
                    <a:pt x="11" y="0"/>
                  </a:move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6" name="Google Shape;3976;p17"/>
            <p:cNvSpPr/>
            <p:nvPr/>
          </p:nvSpPr>
          <p:spPr>
            <a:xfrm>
              <a:off x="8161338" y="3821113"/>
              <a:ext cx="73025" cy="730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7" name="Google Shape;3977;p17"/>
            <p:cNvSpPr/>
            <p:nvPr/>
          </p:nvSpPr>
          <p:spPr>
            <a:xfrm>
              <a:off x="7953376" y="3856038"/>
              <a:ext cx="73025" cy="38100"/>
            </a:xfrm>
            <a:custGeom>
              <a:rect b="b" l="l" r="r" t="t"/>
              <a:pathLst>
                <a:path extrusionOk="0" h="15" w="29">
                  <a:moveTo>
                    <a:pt x="15" y="15"/>
                  </a:moveTo>
                  <a:cubicBezTo>
                    <a:pt x="23" y="15"/>
                    <a:pt x="29" y="8"/>
                    <a:pt x="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7" y="15"/>
                    <a:pt x="15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8" name="Google Shape;3978;p17"/>
            <p:cNvSpPr/>
            <p:nvPr/>
          </p:nvSpPr>
          <p:spPr>
            <a:xfrm>
              <a:off x="7940676" y="3727450"/>
              <a:ext cx="212725" cy="111125"/>
            </a:xfrm>
            <a:custGeom>
              <a:rect b="b" l="l" r="r" t="t"/>
              <a:pathLst>
                <a:path extrusionOk="0" h="44" w="84">
                  <a:moveTo>
                    <a:pt x="52" y="37"/>
                  </a:moveTo>
                  <a:cubicBezTo>
                    <a:pt x="50" y="37"/>
                    <a:pt x="50" y="35"/>
                    <a:pt x="51" y="34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5" y="7"/>
                    <a:pt x="59" y="0"/>
                    <a:pt x="51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0" y="0"/>
                    <a:pt x="7" y="4"/>
                    <a:pt x="7" y="8"/>
                  </a:cubicBezTo>
                  <a:cubicBezTo>
                    <a:pt x="7" y="12"/>
                    <a:pt x="10" y="15"/>
                    <a:pt x="14" y="15"/>
                  </a:cubicBezTo>
                  <a:cubicBezTo>
                    <a:pt x="19" y="15"/>
                    <a:pt x="23" y="15"/>
                    <a:pt x="27" y="15"/>
                  </a:cubicBezTo>
                  <a:cubicBezTo>
                    <a:pt x="12" y="20"/>
                    <a:pt x="4" y="32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1" y="43"/>
                    <a:pt x="2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6" y="44"/>
                    <a:pt x="79" y="43"/>
                    <a:pt x="80" y="41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84" y="38"/>
                    <a:pt x="83" y="37"/>
                    <a:pt x="81" y="37"/>
                  </a:cubicBezTo>
                  <a:lnTo>
                    <a:pt x="52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9" name="Google Shape;3979;p17"/>
          <p:cNvSpPr/>
          <p:nvPr/>
        </p:nvSpPr>
        <p:spPr>
          <a:xfrm>
            <a:off x="8543925" y="3600450"/>
            <a:ext cx="274638" cy="293688"/>
          </a:xfrm>
          <a:custGeom>
            <a:rect b="b" l="l" r="r" t="t"/>
            <a:pathLst>
              <a:path extrusionOk="0" h="116" w="109">
                <a:moveTo>
                  <a:pt x="108" y="72"/>
                </a:moveTo>
                <a:cubicBezTo>
                  <a:pt x="66" y="41"/>
                  <a:pt x="66" y="41"/>
                  <a:pt x="66" y="41"/>
                </a:cubicBezTo>
                <a:cubicBezTo>
                  <a:pt x="66" y="21"/>
                  <a:pt x="66" y="21"/>
                  <a:pt x="66" y="21"/>
                </a:cubicBezTo>
                <a:cubicBezTo>
                  <a:pt x="66" y="16"/>
                  <a:pt x="60" y="0"/>
                  <a:pt x="55" y="0"/>
                </a:cubicBezTo>
                <a:cubicBezTo>
                  <a:pt x="49" y="0"/>
                  <a:pt x="44" y="16"/>
                  <a:pt x="44" y="21"/>
                </a:cubicBezTo>
                <a:cubicBezTo>
                  <a:pt x="44" y="41"/>
                  <a:pt x="44" y="41"/>
                  <a:pt x="44" y="41"/>
                </a:cubicBezTo>
                <a:cubicBezTo>
                  <a:pt x="2" y="72"/>
                  <a:pt x="2" y="72"/>
                  <a:pt x="2" y="72"/>
                </a:cubicBezTo>
                <a:cubicBezTo>
                  <a:pt x="1" y="73"/>
                  <a:pt x="0" y="74"/>
                  <a:pt x="0" y="75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7"/>
                  <a:pt x="1" y="78"/>
                  <a:pt x="2" y="79"/>
                </a:cubicBezTo>
                <a:cubicBezTo>
                  <a:pt x="3" y="79"/>
                  <a:pt x="4" y="80"/>
                  <a:pt x="5" y="79"/>
                </a:cubicBezTo>
                <a:cubicBezTo>
                  <a:pt x="44" y="69"/>
                  <a:pt x="44" y="69"/>
                  <a:pt x="44" y="69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99"/>
                  <a:pt x="44" y="99"/>
                  <a:pt x="44" y="99"/>
                </a:cubicBezTo>
                <a:cubicBezTo>
                  <a:pt x="31" y="109"/>
                  <a:pt x="31" y="109"/>
                  <a:pt x="31" y="109"/>
                </a:cubicBezTo>
                <a:cubicBezTo>
                  <a:pt x="30" y="109"/>
                  <a:pt x="29" y="110"/>
                  <a:pt x="29" y="112"/>
                </a:cubicBezTo>
                <a:cubicBezTo>
                  <a:pt x="29" y="112"/>
                  <a:pt x="29" y="112"/>
                  <a:pt x="29" y="112"/>
                </a:cubicBezTo>
                <a:cubicBezTo>
                  <a:pt x="29" y="113"/>
                  <a:pt x="30" y="114"/>
                  <a:pt x="31" y="115"/>
                </a:cubicBezTo>
                <a:cubicBezTo>
                  <a:pt x="32" y="116"/>
                  <a:pt x="33" y="116"/>
                  <a:pt x="34" y="116"/>
                </a:cubicBezTo>
                <a:cubicBezTo>
                  <a:pt x="55" y="108"/>
                  <a:pt x="55" y="108"/>
                  <a:pt x="55" y="108"/>
                </a:cubicBezTo>
                <a:cubicBezTo>
                  <a:pt x="75" y="115"/>
                  <a:pt x="75" y="115"/>
                  <a:pt x="75" y="115"/>
                </a:cubicBezTo>
                <a:cubicBezTo>
                  <a:pt x="77" y="116"/>
                  <a:pt x="78" y="116"/>
                  <a:pt x="79" y="115"/>
                </a:cubicBezTo>
                <a:cubicBezTo>
                  <a:pt x="80" y="114"/>
                  <a:pt x="80" y="113"/>
                  <a:pt x="80" y="112"/>
                </a:cubicBezTo>
                <a:cubicBezTo>
                  <a:pt x="80" y="111"/>
                  <a:pt x="80" y="111"/>
                  <a:pt x="80" y="111"/>
                </a:cubicBezTo>
                <a:cubicBezTo>
                  <a:pt x="80" y="110"/>
                  <a:pt x="80" y="109"/>
                  <a:pt x="78" y="108"/>
                </a:cubicBezTo>
                <a:cubicBezTo>
                  <a:pt x="66" y="99"/>
                  <a:pt x="66" y="99"/>
                  <a:pt x="66" y="99"/>
                </a:cubicBezTo>
                <a:cubicBezTo>
                  <a:pt x="66" y="76"/>
                  <a:pt x="66" y="76"/>
                  <a:pt x="66" y="76"/>
                </a:cubicBezTo>
                <a:cubicBezTo>
                  <a:pt x="66" y="69"/>
                  <a:pt x="66" y="69"/>
                  <a:pt x="66" y="69"/>
                </a:cubicBezTo>
                <a:cubicBezTo>
                  <a:pt x="105" y="79"/>
                  <a:pt x="105" y="79"/>
                  <a:pt x="105" y="79"/>
                </a:cubicBezTo>
                <a:cubicBezTo>
                  <a:pt x="106" y="80"/>
                  <a:pt x="107" y="79"/>
                  <a:pt x="108" y="79"/>
                </a:cubicBezTo>
                <a:cubicBezTo>
                  <a:pt x="109" y="78"/>
                  <a:pt x="109" y="77"/>
                  <a:pt x="109" y="76"/>
                </a:cubicBezTo>
                <a:cubicBezTo>
                  <a:pt x="109" y="75"/>
                  <a:pt x="109" y="75"/>
                  <a:pt x="109" y="75"/>
                </a:cubicBezTo>
                <a:cubicBezTo>
                  <a:pt x="109" y="74"/>
                  <a:pt x="109" y="73"/>
                  <a:pt x="108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0" name="Google Shape;3980;p17"/>
          <p:cNvSpPr/>
          <p:nvPr/>
        </p:nvSpPr>
        <p:spPr>
          <a:xfrm>
            <a:off x="6202363" y="3600450"/>
            <a:ext cx="257175" cy="293688"/>
          </a:xfrm>
          <a:custGeom>
            <a:rect b="b" l="l" r="r" t="t"/>
            <a:pathLst>
              <a:path extrusionOk="0" h="116" w="102">
                <a:moveTo>
                  <a:pt x="87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78"/>
                  <a:pt x="2" y="79"/>
                  <a:pt x="4" y="79"/>
                </a:cubicBezTo>
                <a:cubicBezTo>
                  <a:pt x="7" y="79"/>
                  <a:pt x="7" y="79"/>
                  <a:pt x="7" y="79"/>
                </a:cubicBezTo>
                <a:cubicBezTo>
                  <a:pt x="7" y="98"/>
                  <a:pt x="7" y="98"/>
                  <a:pt x="7" y="98"/>
                </a:cubicBezTo>
                <a:cubicBezTo>
                  <a:pt x="7" y="100"/>
                  <a:pt x="9" y="101"/>
                  <a:pt x="11" y="101"/>
                </a:cubicBezTo>
                <a:cubicBezTo>
                  <a:pt x="15" y="101"/>
                  <a:pt x="15" y="101"/>
                  <a:pt x="15" y="101"/>
                </a:cubicBezTo>
                <a:cubicBezTo>
                  <a:pt x="15" y="108"/>
                  <a:pt x="15" y="108"/>
                  <a:pt x="15" y="108"/>
                </a:cubicBezTo>
                <a:cubicBezTo>
                  <a:pt x="15" y="112"/>
                  <a:pt x="18" y="116"/>
                  <a:pt x="22" y="116"/>
                </a:cubicBezTo>
                <a:cubicBezTo>
                  <a:pt x="29" y="116"/>
                  <a:pt x="29" y="116"/>
                  <a:pt x="29" y="116"/>
                </a:cubicBezTo>
                <a:cubicBezTo>
                  <a:pt x="33" y="116"/>
                  <a:pt x="36" y="112"/>
                  <a:pt x="36" y="108"/>
                </a:cubicBezTo>
                <a:cubicBezTo>
                  <a:pt x="36" y="101"/>
                  <a:pt x="36" y="101"/>
                  <a:pt x="36" y="101"/>
                </a:cubicBezTo>
                <a:cubicBezTo>
                  <a:pt x="65" y="101"/>
                  <a:pt x="65" y="101"/>
                  <a:pt x="65" y="101"/>
                </a:cubicBezTo>
                <a:cubicBezTo>
                  <a:pt x="65" y="108"/>
                  <a:pt x="65" y="108"/>
                  <a:pt x="65" y="108"/>
                </a:cubicBezTo>
                <a:cubicBezTo>
                  <a:pt x="65" y="112"/>
                  <a:pt x="69" y="116"/>
                  <a:pt x="73" y="116"/>
                </a:cubicBezTo>
                <a:cubicBezTo>
                  <a:pt x="80" y="116"/>
                  <a:pt x="80" y="116"/>
                  <a:pt x="80" y="116"/>
                </a:cubicBezTo>
                <a:cubicBezTo>
                  <a:pt x="84" y="116"/>
                  <a:pt x="87" y="112"/>
                  <a:pt x="87" y="108"/>
                </a:cubicBezTo>
                <a:cubicBezTo>
                  <a:pt x="87" y="101"/>
                  <a:pt x="87" y="101"/>
                  <a:pt x="87" y="101"/>
                </a:cubicBezTo>
                <a:cubicBezTo>
                  <a:pt x="91" y="101"/>
                  <a:pt x="91" y="101"/>
                  <a:pt x="91" y="101"/>
                </a:cubicBezTo>
                <a:cubicBezTo>
                  <a:pt x="93" y="101"/>
                  <a:pt x="94" y="100"/>
                  <a:pt x="94" y="98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98" y="79"/>
                  <a:pt x="98" y="79"/>
                </a:cubicBezTo>
                <a:cubicBezTo>
                  <a:pt x="100" y="79"/>
                  <a:pt x="102" y="78"/>
                  <a:pt x="102" y="76"/>
                </a:cubicBezTo>
                <a:cubicBezTo>
                  <a:pt x="102" y="72"/>
                  <a:pt x="102" y="72"/>
                  <a:pt x="102" y="72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6"/>
                  <a:pt x="95" y="0"/>
                  <a:pt x="87" y="0"/>
                </a:cubicBezTo>
                <a:close/>
                <a:moveTo>
                  <a:pt x="73" y="29"/>
                </a:moveTo>
                <a:cubicBezTo>
                  <a:pt x="77" y="29"/>
                  <a:pt x="80" y="32"/>
                  <a:pt x="80" y="36"/>
                </a:cubicBezTo>
                <a:cubicBezTo>
                  <a:pt x="80" y="50"/>
                  <a:pt x="80" y="50"/>
                  <a:pt x="80" y="50"/>
                </a:cubicBezTo>
                <a:cubicBezTo>
                  <a:pt x="22" y="50"/>
                  <a:pt x="22" y="50"/>
                  <a:pt x="22" y="50"/>
                </a:cubicBezTo>
                <a:cubicBezTo>
                  <a:pt x="22" y="36"/>
                  <a:pt x="22" y="36"/>
                  <a:pt x="22" y="36"/>
                </a:cubicBezTo>
                <a:cubicBezTo>
                  <a:pt x="22" y="32"/>
                  <a:pt x="25" y="29"/>
                  <a:pt x="29" y="29"/>
                </a:cubicBezTo>
                <a:lnTo>
                  <a:pt x="73" y="29"/>
                </a:lnTo>
                <a:close/>
                <a:moveTo>
                  <a:pt x="29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18" y="87"/>
                  <a:pt x="15" y="83"/>
                  <a:pt x="15" y="79"/>
                </a:cubicBezTo>
                <a:cubicBezTo>
                  <a:pt x="15" y="75"/>
                  <a:pt x="18" y="72"/>
                  <a:pt x="22" y="72"/>
                </a:cubicBezTo>
                <a:cubicBezTo>
                  <a:pt x="29" y="72"/>
                  <a:pt x="29" y="72"/>
                  <a:pt x="29" y="72"/>
                </a:cubicBezTo>
                <a:cubicBezTo>
                  <a:pt x="33" y="72"/>
                  <a:pt x="36" y="75"/>
                  <a:pt x="36" y="79"/>
                </a:cubicBezTo>
                <a:cubicBezTo>
                  <a:pt x="36" y="83"/>
                  <a:pt x="33" y="87"/>
                  <a:pt x="29" y="87"/>
                </a:cubicBezTo>
                <a:close/>
                <a:moveTo>
                  <a:pt x="80" y="87"/>
                </a:moveTo>
                <a:cubicBezTo>
                  <a:pt x="73" y="87"/>
                  <a:pt x="73" y="87"/>
                  <a:pt x="73" y="87"/>
                </a:cubicBezTo>
                <a:cubicBezTo>
                  <a:pt x="69" y="87"/>
                  <a:pt x="65" y="83"/>
                  <a:pt x="65" y="79"/>
                </a:cubicBezTo>
                <a:cubicBezTo>
                  <a:pt x="65" y="75"/>
                  <a:pt x="69" y="72"/>
                  <a:pt x="73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4" y="72"/>
                  <a:pt x="87" y="75"/>
                  <a:pt x="87" y="79"/>
                </a:cubicBezTo>
                <a:cubicBezTo>
                  <a:pt x="87" y="83"/>
                  <a:pt x="84" y="87"/>
                  <a:pt x="80" y="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81" name="Google Shape;3981;p17"/>
          <p:cNvGrpSpPr/>
          <p:nvPr/>
        </p:nvGrpSpPr>
        <p:grpSpPr>
          <a:xfrm>
            <a:off x="8526463" y="2427288"/>
            <a:ext cx="292100" cy="220663"/>
            <a:chOff x="8526463" y="2427288"/>
            <a:chExt cx="292100" cy="220663"/>
          </a:xfrm>
        </p:grpSpPr>
        <p:sp>
          <p:nvSpPr>
            <p:cNvPr id="3982" name="Google Shape;3982;p17"/>
            <p:cNvSpPr/>
            <p:nvPr/>
          </p:nvSpPr>
          <p:spPr>
            <a:xfrm>
              <a:off x="8526463" y="2611438"/>
              <a:ext cx="292100" cy="36513"/>
            </a:xfrm>
            <a:custGeom>
              <a:rect b="b" l="l" r="r" t="t"/>
              <a:pathLst>
                <a:path extrusionOk="0" h="14" w="116">
                  <a:moveTo>
                    <a:pt x="10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3" y="14"/>
                    <a:pt x="116" y="11"/>
                    <a:pt x="116" y="7"/>
                  </a:cubicBezTo>
                  <a:cubicBezTo>
                    <a:pt x="116" y="3"/>
                    <a:pt x="113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3" name="Google Shape;3983;p17"/>
            <p:cNvSpPr/>
            <p:nvPr/>
          </p:nvSpPr>
          <p:spPr>
            <a:xfrm>
              <a:off x="8582026" y="2427288"/>
              <a:ext cx="236538" cy="165100"/>
            </a:xfrm>
            <a:custGeom>
              <a:rect b="b" l="l" r="r" t="t"/>
              <a:pathLst>
                <a:path extrusionOk="0" h="65" w="94">
                  <a:moveTo>
                    <a:pt x="14" y="65"/>
                  </a:moveTo>
                  <a:cubicBezTo>
                    <a:pt x="58" y="65"/>
                    <a:pt x="58" y="65"/>
                    <a:pt x="58" y="65"/>
                  </a:cubicBezTo>
                  <a:cubicBezTo>
                    <a:pt x="66" y="65"/>
                    <a:pt x="72" y="59"/>
                    <a:pt x="72" y="51"/>
                  </a:cubicBezTo>
                  <a:cubicBezTo>
                    <a:pt x="84" y="51"/>
                    <a:pt x="94" y="41"/>
                    <a:pt x="94" y="29"/>
                  </a:cubicBezTo>
                  <a:cubicBezTo>
                    <a:pt x="94" y="17"/>
                    <a:pt x="84" y="7"/>
                    <a:pt x="72" y="7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9"/>
                    <a:pt x="6" y="65"/>
                    <a:pt x="14" y="65"/>
                  </a:cubicBezTo>
                  <a:close/>
                  <a:moveTo>
                    <a:pt x="87" y="29"/>
                  </a:moveTo>
                  <a:cubicBezTo>
                    <a:pt x="87" y="37"/>
                    <a:pt x="80" y="44"/>
                    <a:pt x="72" y="4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80" y="14"/>
                    <a:pt x="87" y="21"/>
                    <a:pt x="87" y="29"/>
                  </a:cubicBezTo>
                  <a:close/>
                  <a:moveTo>
                    <a:pt x="7" y="7"/>
                  </a:moveTo>
                  <a:cubicBezTo>
                    <a:pt x="14" y="7"/>
                    <a:pt x="14" y="7"/>
                    <a:pt x="14" y="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0" y="58"/>
                    <a:pt x="7" y="55"/>
                    <a:pt x="7" y="51"/>
                  </a:cubicBezTo>
                  <a:lnTo>
                    <a:pt x="7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4" name="Google Shape;3984;p17"/>
          <p:cNvGrpSpPr/>
          <p:nvPr/>
        </p:nvGrpSpPr>
        <p:grpSpPr>
          <a:xfrm>
            <a:off x="1497013" y="3013075"/>
            <a:ext cx="295275" cy="292101"/>
            <a:chOff x="1497013" y="3013075"/>
            <a:chExt cx="295275" cy="292101"/>
          </a:xfrm>
        </p:grpSpPr>
        <p:sp>
          <p:nvSpPr>
            <p:cNvPr id="3985" name="Google Shape;3985;p17"/>
            <p:cNvSpPr/>
            <p:nvPr/>
          </p:nvSpPr>
          <p:spPr>
            <a:xfrm>
              <a:off x="1497013" y="3106738"/>
              <a:ext cx="295275" cy="198438"/>
            </a:xfrm>
            <a:custGeom>
              <a:rect b="b" l="l" r="r" t="t"/>
              <a:pathLst>
                <a:path extrusionOk="0" h="125" w="186">
                  <a:moveTo>
                    <a:pt x="151" y="0"/>
                  </a:moveTo>
                  <a:lnTo>
                    <a:pt x="151" y="11"/>
                  </a:lnTo>
                  <a:lnTo>
                    <a:pt x="174" y="11"/>
                  </a:lnTo>
                  <a:lnTo>
                    <a:pt x="174" y="114"/>
                  </a:lnTo>
                  <a:lnTo>
                    <a:pt x="116" y="114"/>
                  </a:lnTo>
                  <a:lnTo>
                    <a:pt x="116" y="79"/>
                  </a:lnTo>
                  <a:lnTo>
                    <a:pt x="70" y="79"/>
                  </a:lnTo>
                  <a:lnTo>
                    <a:pt x="70" y="114"/>
                  </a:lnTo>
                  <a:lnTo>
                    <a:pt x="13" y="114"/>
                  </a:lnTo>
                  <a:lnTo>
                    <a:pt x="13" y="11"/>
                  </a:lnTo>
                  <a:lnTo>
                    <a:pt x="35" y="11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186" y="125"/>
                  </a:lnTo>
                  <a:lnTo>
                    <a:pt x="186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6" name="Google Shape;3986;p17"/>
            <p:cNvSpPr/>
            <p:nvPr/>
          </p:nvSpPr>
          <p:spPr>
            <a:xfrm>
              <a:off x="1571626" y="3013075"/>
              <a:ext cx="147638" cy="128588"/>
            </a:xfrm>
            <a:custGeom>
              <a:rect b="b" l="l" r="r" t="t"/>
              <a:pathLst>
                <a:path extrusionOk="0" h="81" w="93">
                  <a:moveTo>
                    <a:pt x="0" y="70"/>
                  </a:moveTo>
                  <a:lnTo>
                    <a:pt x="0" y="81"/>
                  </a:lnTo>
                  <a:lnTo>
                    <a:pt x="93" y="81"/>
                  </a:lnTo>
                  <a:lnTo>
                    <a:pt x="93" y="70"/>
                  </a:lnTo>
                  <a:lnTo>
                    <a:pt x="93" y="46"/>
                  </a:lnTo>
                  <a:lnTo>
                    <a:pt x="93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0" y="70"/>
                  </a:lnTo>
                  <a:close/>
                  <a:moveTo>
                    <a:pt x="34" y="13"/>
                  </a:moveTo>
                  <a:lnTo>
                    <a:pt x="34" y="35"/>
                  </a:lnTo>
                  <a:lnTo>
                    <a:pt x="58" y="35"/>
                  </a:lnTo>
                  <a:lnTo>
                    <a:pt x="58" y="13"/>
                  </a:lnTo>
                  <a:lnTo>
                    <a:pt x="69" y="13"/>
                  </a:lnTo>
                  <a:lnTo>
                    <a:pt x="69" y="70"/>
                  </a:lnTo>
                  <a:lnTo>
                    <a:pt x="58" y="70"/>
                  </a:lnTo>
                  <a:lnTo>
                    <a:pt x="58" y="46"/>
                  </a:lnTo>
                  <a:lnTo>
                    <a:pt x="34" y="46"/>
                  </a:lnTo>
                  <a:lnTo>
                    <a:pt x="34" y="70"/>
                  </a:lnTo>
                  <a:lnTo>
                    <a:pt x="23" y="70"/>
                  </a:lnTo>
                  <a:lnTo>
                    <a:pt x="23" y="13"/>
                  </a:lnTo>
                  <a:lnTo>
                    <a:pt x="34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17"/>
            <p:cNvSpPr/>
            <p:nvPr/>
          </p:nvSpPr>
          <p:spPr>
            <a:xfrm>
              <a:off x="1535113" y="3179763"/>
              <a:ext cx="55563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8" name="Google Shape;3988;p17"/>
            <p:cNvSpPr/>
            <p:nvPr/>
          </p:nvSpPr>
          <p:spPr>
            <a:xfrm>
              <a:off x="1535113" y="3232150"/>
              <a:ext cx="55563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9" name="Google Shape;3989;p17"/>
            <p:cNvSpPr/>
            <p:nvPr/>
          </p:nvSpPr>
          <p:spPr>
            <a:xfrm>
              <a:off x="1700213" y="3179763"/>
              <a:ext cx="53975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0" name="Google Shape;3990;p17"/>
            <p:cNvSpPr/>
            <p:nvPr/>
          </p:nvSpPr>
          <p:spPr>
            <a:xfrm>
              <a:off x="1700213" y="3232150"/>
              <a:ext cx="53975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1" name="Google Shape;3991;p17"/>
            <p:cNvSpPr/>
            <p:nvPr/>
          </p:nvSpPr>
          <p:spPr>
            <a:xfrm>
              <a:off x="1608138" y="3179763"/>
              <a:ext cx="73025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2" name="Google Shape;3992;p17"/>
          <p:cNvSpPr/>
          <p:nvPr/>
        </p:nvSpPr>
        <p:spPr>
          <a:xfrm>
            <a:off x="2670175" y="3068638"/>
            <a:ext cx="292100" cy="236537"/>
          </a:xfrm>
          <a:custGeom>
            <a:rect b="b" l="l" r="r" t="t"/>
            <a:pathLst>
              <a:path extrusionOk="0" h="94" w="116">
                <a:moveTo>
                  <a:pt x="102" y="22"/>
                </a:moveTo>
                <a:cubicBezTo>
                  <a:pt x="84" y="22"/>
                  <a:pt x="84" y="22"/>
                  <a:pt x="84" y="22"/>
                </a:cubicBezTo>
                <a:cubicBezTo>
                  <a:pt x="81" y="7"/>
                  <a:pt x="81" y="7"/>
                  <a:pt x="81" y="7"/>
                </a:cubicBezTo>
                <a:cubicBezTo>
                  <a:pt x="81" y="3"/>
                  <a:pt x="77" y="0"/>
                  <a:pt x="7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0" y="0"/>
                  <a:pt x="36" y="3"/>
                  <a:pt x="35" y="7"/>
                </a:cubicBezTo>
                <a:cubicBezTo>
                  <a:pt x="32" y="22"/>
                  <a:pt x="32" y="22"/>
                  <a:pt x="32" y="22"/>
                </a:cubicBezTo>
                <a:cubicBezTo>
                  <a:pt x="15" y="22"/>
                  <a:pt x="15" y="22"/>
                  <a:pt x="15" y="22"/>
                </a:cubicBezTo>
                <a:cubicBezTo>
                  <a:pt x="7" y="22"/>
                  <a:pt x="0" y="28"/>
                  <a:pt x="0" y="3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8"/>
                  <a:pt x="7" y="94"/>
                  <a:pt x="15" y="94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10" y="94"/>
                  <a:pt x="116" y="88"/>
                  <a:pt x="116" y="80"/>
                </a:cubicBezTo>
                <a:cubicBezTo>
                  <a:pt x="116" y="36"/>
                  <a:pt x="116" y="36"/>
                  <a:pt x="116" y="36"/>
                </a:cubicBezTo>
                <a:cubicBezTo>
                  <a:pt x="116" y="28"/>
                  <a:pt x="110" y="22"/>
                  <a:pt x="102" y="22"/>
                </a:cubicBezTo>
                <a:close/>
                <a:moveTo>
                  <a:pt x="42" y="9"/>
                </a:moveTo>
                <a:cubicBezTo>
                  <a:pt x="44" y="7"/>
                  <a:pt x="44" y="7"/>
                  <a:pt x="44" y="7"/>
                </a:cubicBezTo>
                <a:cubicBezTo>
                  <a:pt x="73" y="7"/>
                  <a:pt x="73" y="7"/>
                  <a:pt x="73" y="7"/>
                </a:cubicBezTo>
                <a:cubicBezTo>
                  <a:pt x="74" y="9"/>
                  <a:pt x="74" y="9"/>
                  <a:pt x="74" y="9"/>
                </a:cubicBezTo>
                <a:cubicBezTo>
                  <a:pt x="77" y="22"/>
                  <a:pt x="77" y="22"/>
                  <a:pt x="77" y="22"/>
                </a:cubicBezTo>
                <a:cubicBezTo>
                  <a:pt x="39" y="22"/>
                  <a:pt x="39" y="22"/>
                  <a:pt x="39" y="22"/>
                </a:cubicBezTo>
                <a:lnTo>
                  <a:pt x="42" y="9"/>
                </a:lnTo>
                <a:close/>
                <a:moveTo>
                  <a:pt x="80" y="65"/>
                </a:moveTo>
                <a:cubicBezTo>
                  <a:pt x="65" y="65"/>
                  <a:pt x="65" y="65"/>
                  <a:pt x="65" y="65"/>
                </a:cubicBezTo>
                <a:cubicBezTo>
                  <a:pt x="65" y="80"/>
                  <a:pt x="65" y="80"/>
                  <a:pt x="65" y="80"/>
                </a:cubicBezTo>
                <a:cubicBezTo>
                  <a:pt x="51" y="80"/>
                  <a:pt x="51" y="80"/>
                  <a:pt x="51" y="80"/>
                </a:cubicBezTo>
                <a:cubicBezTo>
                  <a:pt x="51" y="65"/>
                  <a:pt x="51" y="65"/>
                  <a:pt x="51" y="65"/>
                </a:cubicBezTo>
                <a:cubicBezTo>
                  <a:pt x="36" y="65"/>
                  <a:pt x="36" y="65"/>
                  <a:pt x="36" y="65"/>
                </a:cubicBezTo>
                <a:cubicBezTo>
                  <a:pt x="36" y="51"/>
                  <a:pt x="36" y="51"/>
                  <a:pt x="36" y="51"/>
                </a:cubicBezTo>
                <a:cubicBezTo>
                  <a:pt x="51" y="51"/>
                  <a:pt x="51" y="51"/>
                  <a:pt x="51" y="51"/>
                </a:cubicBezTo>
                <a:cubicBezTo>
                  <a:pt x="51" y="36"/>
                  <a:pt x="51" y="36"/>
                  <a:pt x="51" y="36"/>
                </a:cubicBezTo>
                <a:cubicBezTo>
                  <a:pt x="65" y="36"/>
                  <a:pt x="65" y="36"/>
                  <a:pt x="65" y="36"/>
                </a:cubicBezTo>
                <a:cubicBezTo>
                  <a:pt x="65" y="51"/>
                  <a:pt x="65" y="51"/>
                  <a:pt x="65" y="51"/>
                </a:cubicBezTo>
                <a:cubicBezTo>
                  <a:pt x="80" y="51"/>
                  <a:pt x="80" y="51"/>
                  <a:pt x="80" y="51"/>
                </a:cubicBezTo>
                <a:lnTo>
                  <a:pt x="80" y="6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3" name="Google Shape;3993;p17"/>
          <p:cNvGrpSpPr/>
          <p:nvPr/>
        </p:nvGrpSpPr>
        <p:grpSpPr>
          <a:xfrm>
            <a:off x="7353301" y="3013075"/>
            <a:ext cx="295275" cy="292100"/>
            <a:chOff x="7353301" y="3013075"/>
            <a:chExt cx="295275" cy="292100"/>
          </a:xfrm>
        </p:grpSpPr>
        <p:sp>
          <p:nvSpPr>
            <p:cNvPr id="3994" name="Google Shape;3994;p17"/>
            <p:cNvSpPr/>
            <p:nvPr/>
          </p:nvSpPr>
          <p:spPr>
            <a:xfrm>
              <a:off x="7391401" y="3013075"/>
              <a:ext cx="257175" cy="176213"/>
            </a:xfrm>
            <a:custGeom>
              <a:rect b="b" l="l" r="r" t="t"/>
              <a:pathLst>
                <a:path extrusionOk="0" h="70" w="102">
                  <a:moveTo>
                    <a:pt x="93" y="36"/>
                  </a:moveTo>
                  <a:cubicBezTo>
                    <a:pt x="94" y="34"/>
                    <a:pt x="94" y="32"/>
                    <a:pt x="94" y="29"/>
                  </a:cubicBezTo>
                  <a:cubicBezTo>
                    <a:pt x="94" y="13"/>
                    <a:pt x="81" y="0"/>
                    <a:pt x="65" y="0"/>
                  </a:cubicBezTo>
                  <a:cubicBezTo>
                    <a:pt x="54" y="0"/>
                    <a:pt x="44" y="7"/>
                    <a:pt x="40" y="16"/>
                  </a:cubicBezTo>
                  <a:cubicBezTo>
                    <a:pt x="37" y="15"/>
                    <a:pt x="35" y="15"/>
                    <a:pt x="33" y="15"/>
                  </a:cubicBezTo>
                  <a:cubicBezTo>
                    <a:pt x="23" y="15"/>
                    <a:pt x="15" y="23"/>
                    <a:pt x="15" y="32"/>
                  </a:cubicBezTo>
                  <a:cubicBezTo>
                    <a:pt x="6" y="36"/>
                    <a:pt x="0" y="43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5" y="47"/>
                    <a:pt x="11" y="44"/>
                    <a:pt x="18" y="44"/>
                  </a:cubicBezTo>
                  <a:cubicBezTo>
                    <a:pt x="19" y="44"/>
                    <a:pt x="20" y="44"/>
                    <a:pt x="22" y="44"/>
                  </a:cubicBezTo>
                  <a:cubicBezTo>
                    <a:pt x="28" y="35"/>
                    <a:pt x="39" y="29"/>
                    <a:pt x="51" y="29"/>
                  </a:cubicBezTo>
                  <a:cubicBezTo>
                    <a:pt x="71" y="29"/>
                    <a:pt x="87" y="46"/>
                    <a:pt x="87" y="66"/>
                  </a:cubicBezTo>
                  <a:cubicBezTo>
                    <a:pt x="87" y="67"/>
                    <a:pt x="87" y="68"/>
                    <a:pt x="87" y="70"/>
                  </a:cubicBezTo>
                  <a:cubicBezTo>
                    <a:pt x="87" y="70"/>
                    <a:pt x="87" y="70"/>
                    <a:pt x="87" y="70"/>
                  </a:cubicBezTo>
                  <a:cubicBezTo>
                    <a:pt x="96" y="66"/>
                    <a:pt x="102" y="59"/>
                    <a:pt x="102" y="51"/>
                  </a:cubicBezTo>
                  <a:cubicBezTo>
                    <a:pt x="102" y="45"/>
                    <a:pt x="98" y="40"/>
                    <a:pt x="9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17"/>
            <p:cNvSpPr/>
            <p:nvPr/>
          </p:nvSpPr>
          <p:spPr>
            <a:xfrm>
              <a:off x="7353301" y="3124200"/>
              <a:ext cx="257175" cy="180975"/>
            </a:xfrm>
            <a:custGeom>
              <a:rect b="b" l="l" r="r" t="t"/>
              <a:pathLst>
                <a:path extrusionOk="0" h="72" w="102">
                  <a:moveTo>
                    <a:pt x="94" y="36"/>
                  </a:moveTo>
                  <a:cubicBezTo>
                    <a:pt x="94" y="33"/>
                    <a:pt x="95" y="31"/>
                    <a:pt x="95" y="29"/>
                  </a:cubicBezTo>
                  <a:cubicBezTo>
                    <a:pt x="95" y="13"/>
                    <a:pt x="82" y="0"/>
                    <a:pt x="66" y="0"/>
                  </a:cubicBezTo>
                  <a:cubicBezTo>
                    <a:pt x="54" y="0"/>
                    <a:pt x="45" y="6"/>
                    <a:pt x="40" y="16"/>
                  </a:cubicBezTo>
                  <a:cubicBezTo>
                    <a:pt x="38" y="15"/>
                    <a:pt x="36" y="14"/>
                    <a:pt x="33" y="14"/>
                  </a:cubicBezTo>
                  <a:cubicBezTo>
                    <a:pt x="23" y="14"/>
                    <a:pt x="15" y="22"/>
                    <a:pt x="15" y="32"/>
                  </a:cubicBezTo>
                  <a:cubicBezTo>
                    <a:pt x="6" y="36"/>
                    <a:pt x="0" y="43"/>
                    <a:pt x="0" y="51"/>
                  </a:cubicBezTo>
                  <a:cubicBezTo>
                    <a:pt x="0" y="63"/>
                    <a:pt x="13" y="72"/>
                    <a:pt x="29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89" y="72"/>
                    <a:pt x="102" y="63"/>
                    <a:pt x="102" y="51"/>
                  </a:cubicBezTo>
                  <a:cubicBezTo>
                    <a:pt x="102" y="45"/>
                    <a:pt x="99" y="40"/>
                    <a:pt x="94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6" name="Google Shape;3996;p17"/>
          <p:cNvSpPr/>
          <p:nvPr/>
        </p:nvSpPr>
        <p:spPr>
          <a:xfrm>
            <a:off x="7959725" y="3013075"/>
            <a:ext cx="255588" cy="184150"/>
          </a:xfrm>
          <a:custGeom>
            <a:rect b="b" l="l" r="r" t="t"/>
            <a:pathLst>
              <a:path extrusionOk="0" h="73" w="102">
                <a:moveTo>
                  <a:pt x="93" y="36"/>
                </a:moveTo>
                <a:cubicBezTo>
                  <a:pt x="94" y="34"/>
                  <a:pt x="94" y="32"/>
                  <a:pt x="94" y="29"/>
                </a:cubicBezTo>
                <a:cubicBezTo>
                  <a:pt x="94" y="13"/>
                  <a:pt x="81" y="0"/>
                  <a:pt x="65" y="0"/>
                </a:cubicBezTo>
                <a:cubicBezTo>
                  <a:pt x="54" y="0"/>
                  <a:pt x="44" y="7"/>
                  <a:pt x="40" y="16"/>
                </a:cubicBezTo>
                <a:cubicBezTo>
                  <a:pt x="37" y="15"/>
                  <a:pt x="35" y="15"/>
                  <a:pt x="33" y="15"/>
                </a:cubicBezTo>
                <a:cubicBezTo>
                  <a:pt x="23" y="15"/>
                  <a:pt x="15" y="23"/>
                  <a:pt x="15" y="32"/>
                </a:cubicBezTo>
                <a:cubicBezTo>
                  <a:pt x="6" y="36"/>
                  <a:pt x="0" y="43"/>
                  <a:pt x="0" y="51"/>
                </a:cubicBezTo>
                <a:cubicBezTo>
                  <a:pt x="0" y="63"/>
                  <a:pt x="13" y="73"/>
                  <a:pt x="29" y="73"/>
                </a:cubicBezTo>
                <a:cubicBezTo>
                  <a:pt x="73" y="73"/>
                  <a:pt x="73" y="73"/>
                  <a:pt x="73" y="73"/>
                </a:cubicBezTo>
                <a:cubicBezTo>
                  <a:pt x="89" y="73"/>
                  <a:pt x="102" y="63"/>
                  <a:pt x="102" y="51"/>
                </a:cubicBezTo>
                <a:cubicBezTo>
                  <a:pt x="102" y="45"/>
                  <a:pt x="98" y="40"/>
                  <a:pt x="93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7" name="Google Shape;3997;p17"/>
          <p:cNvGrpSpPr/>
          <p:nvPr/>
        </p:nvGrpSpPr>
        <p:grpSpPr>
          <a:xfrm>
            <a:off x="8543926" y="3013075"/>
            <a:ext cx="257175" cy="292100"/>
            <a:chOff x="8543926" y="3013075"/>
            <a:chExt cx="257175" cy="292100"/>
          </a:xfrm>
        </p:grpSpPr>
        <p:sp>
          <p:nvSpPr>
            <p:cNvPr id="3998" name="Google Shape;3998;p17"/>
            <p:cNvSpPr/>
            <p:nvPr/>
          </p:nvSpPr>
          <p:spPr>
            <a:xfrm>
              <a:off x="8543926" y="3013075"/>
              <a:ext cx="257175" cy="184150"/>
            </a:xfrm>
            <a:custGeom>
              <a:rect b="b" l="l" r="r" t="t"/>
              <a:pathLst>
                <a:path extrusionOk="0" h="73" w="102">
                  <a:moveTo>
                    <a:pt x="94" y="36"/>
                  </a:moveTo>
                  <a:cubicBezTo>
                    <a:pt x="94" y="34"/>
                    <a:pt x="95" y="32"/>
                    <a:pt x="95" y="29"/>
                  </a:cubicBezTo>
                  <a:cubicBezTo>
                    <a:pt x="95" y="13"/>
                    <a:pt x="82" y="0"/>
                    <a:pt x="66" y="0"/>
                  </a:cubicBezTo>
                  <a:cubicBezTo>
                    <a:pt x="54" y="0"/>
                    <a:pt x="45" y="7"/>
                    <a:pt x="40" y="16"/>
                  </a:cubicBezTo>
                  <a:cubicBezTo>
                    <a:pt x="38" y="15"/>
                    <a:pt x="35" y="15"/>
                    <a:pt x="33" y="15"/>
                  </a:cubicBezTo>
                  <a:cubicBezTo>
                    <a:pt x="23" y="15"/>
                    <a:pt x="15" y="23"/>
                    <a:pt x="15" y="32"/>
                  </a:cubicBezTo>
                  <a:cubicBezTo>
                    <a:pt x="6" y="36"/>
                    <a:pt x="0" y="43"/>
                    <a:pt x="0" y="51"/>
                  </a:cubicBezTo>
                  <a:cubicBezTo>
                    <a:pt x="0" y="63"/>
                    <a:pt x="13" y="73"/>
                    <a:pt x="29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89" y="73"/>
                    <a:pt x="102" y="63"/>
                    <a:pt x="102" y="51"/>
                  </a:cubicBezTo>
                  <a:cubicBezTo>
                    <a:pt x="102" y="45"/>
                    <a:pt x="99" y="40"/>
                    <a:pt x="94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9" name="Google Shape;3999;p17"/>
            <p:cNvSpPr/>
            <p:nvPr/>
          </p:nvSpPr>
          <p:spPr>
            <a:xfrm>
              <a:off x="8582026" y="3214688"/>
              <a:ext cx="34925" cy="73025"/>
            </a:xfrm>
            <a:custGeom>
              <a:rect b="b" l="l" r="r" t="t"/>
              <a:pathLst>
                <a:path extrusionOk="0" h="29" w="14">
                  <a:moveTo>
                    <a:pt x="0" y="19"/>
                  </a:moveTo>
                  <a:cubicBezTo>
                    <a:pt x="0" y="25"/>
                    <a:pt x="3" y="29"/>
                    <a:pt x="7" y="29"/>
                  </a:cubicBezTo>
                  <a:cubicBezTo>
                    <a:pt x="11" y="29"/>
                    <a:pt x="14" y="25"/>
                    <a:pt x="14" y="19"/>
                  </a:cubicBezTo>
                  <a:cubicBezTo>
                    <a:pt x="14" y="14"/>
                    <a:pt x="7" y="0"/>
                    <a:pt x="7" y="0"/>
                  </a:cubicBezTo>
                  <a:cubicBezTo>
                    <a:pt x="7" y="0"/>
                    <a:pt x="0" y="14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0" name="Google Shape;4000;p17"/>
            <p:cNvSpPr/>
            <p:nvPr/>
          </p:nvSpPr>
          <p:spPr>
            <a:xfrm>
              <a:off x="8655051" y="3232150"/>
              <a:ext cx="34925" cy="73025"/>
            </a:xfrm>
            <a:custGeom>
              <a:rect b="b" l="l" r="r" t="t"/>
              <a:pathLst>
                <a:path extrusionOk="0" h="29" w="14">
                  <a:moveTo>
                    <a:pt x="0" y="20"/>
                  </a:moveTo>
                  <a:cubicBezTo>
                    <a:pt x="0" y="25"/>
                    <a:pt x="3" y="29"/>
                    <a:pt x="7" y="29"/>
                  </a:cubicBezTo>
                  <a:cubicBezTo>
                    <a:pt x="11" y="29"/>
                    <a:pt x="14" y="25"/>
                    <a:pt x="14" y="20"/>
                  </a:cubicBezTo>
                  <a:cubicBezTo>
                    <a:pt x="14" y="14"/>
                    <a:pt x="7" y="0"/>
                    <a:pt x="7" y="0"/>
                  </a:cubicBezTo>
                  <a:cubicBezTo>
                    <a:pt x="7" y="0"/>
                    <a:pt x="0" y="14"/>
                    <a:pt x="0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1" name="Google Shape;4001;p17"/>
            <p:cNvSpPr/>
            <p:nvPr/>
          </p:nvSpPr>
          <p:spPr>
            <a:xfrm>
              <a:off x="8728076" y="3214688"/>
              <a:ext cx="34925" cy="73025"/>
            </a:xfrm>
            <a:custGeom>
              <a:rect b="b" l="l" r="r" t="t"/>
              <a:pathLst>
                <a:path extrusionOk="0" h="29" w="14">
                  <a:moveTo>
                    <a:pt x="0" y="19"/>
                  </a:moveTo>
                  <a:cubicBezTo>
                    <a:pt x="0" y="25"/>
                    <a:pt x="3" y="29"/>
                    <a:pt x="7" y="29"/>
                  </a:cubicBezTo>
                  <a:cubicBezTo>
                    <a:pt x="11" y="29"/>
                    <a:pt x="14" y="25"/>
                    <a:pt x="14" y="19"/>
                  </a:cubicBezTo>
                  <a:cubicBezTo>
                    <a:pt x="14" y="14"/>
                    <a:pt x="7" y="0"/>
                    <a:pt x="7" y="0"/>
                  </a:cubicBezTo>
                  <a:cubicBezTo>
                    <a:pt x="7" y="0"/>
                    <a:pt x="0" y="14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2" name="Google Shape;4002;p17"/>
          <p:cNvGrpSpPr/>
          <p:nvPr/>
        </p:nvGrpSpPr>
        <p:grpSpPr>
          <a:xfrm>
            <a:off x="6184901" y="3013075"/>
            <a:ext cx="292100" cy="292100"/>
            <a:chOff x="6184901" y="3013075"/>
            <a:chExt cx="292100" cy="292100"/>
          </a:xfrm>
        </p:grpSpPr>
        <p:sp>
          <p:nvSpPr>
            <p:cNvPr id="4003" name="Google Shape;4003;p17"/>
            <p:cNvSpPr/>
            <p:nvPr/>
          </p:nvSpPr>
          <p:spPr>
            <a:xfrm>
              <a:off x="6229351" y="3046413"/>
              <a:ext cx="33338" cy="31750"/>
            </a:xfrm>
            <a:custGeom>
              <a:rect b="b" l="l" r="r" t="t"/>
              <a:pathLst>
                <a:path extrusionOk="0" h="13" w="13">
                  <a:moveTo>
                    <a:pt x="7" y="12"/>
                  </a:moveTo>
                  <a:cubicBezTo>
                    <a:pt x="8" y="13"/>
                    <a:pt x="10" y="13"/>
                    <a:pt x="12" y="12"/>
                  </a:cubicBezTo>
                  <a:cubicBezTo>
                    <a:pt x="13" y="11"/>
                    <a:pt x="13" y="8"/>
                    <a:pt x="12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5"/>
                    <a:pt x="1" y="7"/>
                  </a:cubicBezTo>
                  <a:lnTo>
                    <a:pt x="7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4" name="Google Shape;4004;p17"/>
            <p:cNvSpPr/>
            <p:nvPr/>
          </p:nvSpPr>
          <p:spPr>
            <a:xfrm>
              <a:off x="6184901" y="3141663"/>
              <a:ext cx="34925" cy="17463"/>
            </a:xfrm>
            <a:custGeom>
              <a:rect b="b" l="l" r="r" t="t"/>
              <a:pathLst>
                <a:path extrusionOk="0" h="7" w="14">
                  <a:moveTo>
                    <a:pt x="14" y="4"/>
                  </a:moveTo>
                  <a:cubicBezTo>
                    <a:pt x="14" y="2"/>
                    <a:pt x="13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4" y="6"/>
                    <a:pt x="1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17"/>
            <p:cNvSpPr/>
            <p:nvPr/>
          </p:nvSpPr>
          <p:spPr>
            <a:xfrm>
              <a:off x="6216651" y="3227388"/>
              <a:ext cx="33338" cy="33338"/>
            </a:xfrm>
            <a:custGeom>
              <a:rect b="b" l="l" r="r" t="t"/>
              <a:pathLst>
                <a:path extrusionOk="0" h="13" w="13">
                  <a:moveTo>
                    <a:pt x="6" y="2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10"/>
                    <a:pt x="1" y="12"/>
                  </a:cubicBezTo>
                  <a:cubicBezTo>
                    <a:pt x="3" y="13"/>
                    <a:pt x="5" y="13"/>
                    <a:pt x="6" y="1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5"/>
                    <a:pt x="13" y="3"/>
                    <a:pt x="12" y="2"/>
                  </a:cubicBezTo>
                  <a:cubicBezTo>
                    <a:pt x="10" y="0"/>
                    <a:pt x="8" y="0"/>
                    <a:pt x="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17"/>
            <p:cNvSpPr/>
            <p:nvPr/>
          </p:nvSpPr>
          <p:spPr>
            <a:xfrm>
              <a:off x="6313488" y="3270250"/>
              <a:ext cx="17463" cy="34925"/>
            </a:xfrm>
            <a:custGeom>
              <a:rect b="b" l="l" r="r" t="t"/>
              <a:pathLst>
                <a:path extrusionOk="0" h="14" w="7">
                  <a:moveTo>
                    <a:pt x="3" y="0"/>
                  </a:moveTo>
                  <a:cubicBezTo>
                    <a:pt x="1" y="0"/>
                    <a:pt x="0" y="2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1" y="14"/>
                    <a:pt x="3" y="14"/>
                  </a:cubicBezTo>
                  <a:cubicBezTo>
                    <a:pt x="5" y="14"/>
                    <a:pt x="7" y="13"/>
                    <a:pt x="7" y="1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7" name="Google Shape;4007;p17"/>
            <p:cNvSpPr/>
            <p:nvPr/>
          </p:nvSpPr>
          <p:spPr>
            <a:xfrm>
              <a:off x="6330951" y="3013075"/>
              <a:ext cx="17463" cy="38100"/>
            </a:xfrm>
            <a:custGeom>
              <a:rect b="b" l="l" r="r" t="t"/>
              <a:pathLst>
                <a:path extrusionOk="0" h="15" w="7">
                  <a:moveTo>
                    <a:pt x="4" y="15"/>
                  </a:moveTo>
                  <a:cubicBezTo>
                    <a:pt x="6" y="15"/>
                    <a:pt x="7" y="13"/>
                    <a:pt x="7" y="1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8" name="Google Shape;4008;p17"/>
            <p:cNvSpPr/>
            <p:nvPr/>
          </p:nvSpPr>
          <p:spPr>
            <a:xfrm>
              <a:off x="6399213" y="3240088"/>
              <a:ext cx="31750" cy="33338"/>
            </a:xfrm>
            <a:custGeom>
              <a:rect b="b" l="l" r="r" t="t"/>
              <a:pathLst>
                <a:path extrusionOk="0" h="13" w="13">
                  <a:moveTo>
                    <a:pt x="6" y="2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8" y="13"/>
                    <a:pt x="10" y="13"/>
                    <a:pt x="11" y="12"/>
                  </a:cubicBezTo>
                  <a:cubicBezTo>
                    <a:pt x="13" y="11"/>
                    <a:pt x="13" y="8"/>
                    <a:pt x="11" y="7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9" name="Google Shape;4009;p17"/>
            <p:cNvSpPr/>
            <p:nvPr/>
          </p:nvSpPr>
          <p:spPr>
            <a:xfrm>
              <a:off x="6438901" y="3159125"/>
              <a:ext cx="38100" cy="20638"/>
            </a:xfrm>
            <a:custGeom>
              <a:rect b="b" l="l" r="r" t="t"/>
              <a:pathLst>
                <a:path extrusionOk="0" h="8" w="15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3" y="8"/>
                    <a:pt x="15" y="6"/>
                    <a:pt x="15" y="4"/>
                  </a:cubicBezTo>
                  <a:cubicBezTo>
                    <a:pt x="15" y="2"/>
                    <a:pt x="13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0" name="Google Shape;4010;p17"/>
            <p:cNvSpPr/>
            <p:nvPr/>
          </p:nvSpPr>
          <p:spPr>
            <a:xfrm>
              <a:off x="6410326" y="3059113"/>
              <a:ext cx="33338" cy="34925"/>
            </a:xfrm>
            <a:custGeom>
              <a:rect b="b" l="l" r="r" t="t"/>
              <a:pathLst>
                <a:path extrusionOk="0" h="14" w="13">
                  <a:moveTo>
                    <a:pt x="6" y="12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3" y="6"/>
                    <a:pt x="13" y="3"/>
                    <a:pt x="12" y="2"/>
                  </a:cubicBezTo>
                  <a:cubicBezTo>
                    <a:pt x="10" y="0"/>
                    <a:pt x="8" y="0"/>
                    <a:pt x="6" y="2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11"/>
                    <a:pt x="1" y="12"/>
                  </a:cubicBezTo>
                  <a:cubicBezTo>
                    <a:pt x="3" y="14"/>
                    <a:pt x="5" y="14"/>
                    <a:pt x="6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1" name="Google Shape;4011;p17"/>
            <p:cNvSpPr/>
            <p:nvPr/>
          </p:nvSpPr>
          <p:spPr>
            <a:xfrm>
              <a:off x="6238876" y="3068638"/>
              <a:ext cx="182563" cy="184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2" name="Google Shape;4012;p17"/>
          <p:cNvGrpSpPr/>
          <p:nvPr/>
        </p:nvGrpSpPr>
        <p:grpSpPr>
          <a:xfrm>
            <a:off x="6769101" y="3013075"/>
            <a:ext cx="292100" cy="292100"/>
            <a:chOff x="6769101" y="3013075"/>
            <a:chExt cx="292100" cy="292100"/>
          </a:xfrm>
        </p:grpSpPr>
        <p:sp>
          <p:nvSpPr>
            <p:cNvPr id="4013" name="Google Shape;4013;p17"/>
            <p:cNvSpPr/>
            <p:nvPr/>
          </p:nvSpPr>
          <p:spPr>
            <a:xfrm>
              <a:off x="6859588" y="3013075"/>
              <a:ext cx="20638" cy="38100"/>
            </a:xfrm>
            <a:custGeom>
              <a:rect b="b" l="l" r="r" t="t"/>
              <a:pathLst>
                <a:path extrusionOk="0" h="15" w="8">
                  <a:moveTo>
                    <a:pt x="4" y="15"/>
                  </a:moveTo>
                  <a:cubicBezTo>
                    <a:pt x="6" y="15"/>
                    <a:pt x="8" y="13"/>
                    <a:pt x="8" y="11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4" name="Google Shape;4014;p17"/>
            <p:cNvSpPr/>
            <p:nvPr/>
          </p:nvSpPr>
          <p:spPr>
            <a:xfrm>
              <a:off x="6791326" y="3048000"/>
              <a:ext cx="33338" cy="33338"/>
            </a:xfrm>
            <a:custGeom>
              <a:rect b="b" l="l" r="r" t="t"/>
              <a:pathLst>
                <a:path extrusionOk="0" h="13" w="13">
                  <a:moveTo>
                    <a:pt x="6" y="12"/>
                  </a:moveTo>
                  <a:cubicBezTo>
                    <a:pt x="8" y="13"/>
                    <a:pt x="10" y="13"/>
                    <a:pt x="12" y="12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0" y="5"/>
                    <a:pt x="1" y="7"/>
                  </a:cubicBezTo>
                  <a:lnTo>
                    <a:pt x="6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5" name="Google Shape;4015;p17"/>
            <p:cNvSpPr/>
            <p:nvPr/>
          </p:nvSpPr>
          <p:spPr>
            <a:xfrm>
              <a:off x="6769101" y="3124200"/>
              <a:ext cx="38100" cy="17463"/>
            </a:xfrm>
            <a:custGeom>
              <a:rect b="b" l="l" r="r" t="t"/>
              <a:pathLst>
                <a:path extrusionOk="0" h="7" w="15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7"/>
                    <a:pt x="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5" y="5"/>
                    <a:pt x="15" y="3"/>
                  </a:cubicBezTo>
                  <a:cubicBezTo>
                    <a:pt x="15" y="1"/>
                    <a:pt x="13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6" name="Google Shape;4016;p17"/>
            <p:cNvSpPr/>
            <p:nvPr/>
          </p:nvSpPr>
          <p:spPr>
            <a:xfrm>
              <a:off x="6919913" y="3035300"/>
              <a:ext cx="33338" cy="33338"/>
            </a:xfrm>
            <a:custGeom>
              <a:rect b="b" l="l" r="r" t="t"/>
              <a:pathLst>
                <a:path extrusionOk="0" h="13" w="13">
                  <a:moveTo>
                    <a:pt x="7" y="12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3" y="5"/>
                    <a:pt x="13" y="3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8"/>
                    <a:pt x="0" y="10"/>
                    <a:pt x="2" y="12"/>
                  </a:cubicBezTo>
                  <a:cubicBezTo>
                    <a:pt x="3" y="13"/>
                    <a:pt x="5" y="13"/>
                    <a:pt x="7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7" name="Google Shape;4017;p17"/>
            <p:cNvSpPr/>
            <p:nvPr/>
          </p:nvSpPr>
          <p:spPr>
            <a:xfrm>
              <a:off x="6824663" y="3068638"/>
              <a:ext cx="106363" cy="88900"/>
            </a:xfrm>
            <a:custGeom>
              <a:rect b="b" l="l" r="r" t="t"/>
              <a:pathLst>
                <a:path extrusionOk="0" h="35" w="42">
                  <a:moveTo>
                    <a:pt x="25" y="25"/>
                  </a:moveTo>
                  <a:cubicBezTo>
                    <a:pt x="27" y="26"/>
                    <a:pt x="27" y="26"/>
                    <a:pt x="27" y="26"/>
                  </a:cubicBezTo>
                  <a:cubicBezTo>
                    <a:pt x="31" y="21"/>
                    <a:pt x="36" y="17"/>
                    <a:pt x="42" y="14"/>
                  </a:cubicBezTo>
                  <a:cubicBezTo>
                    <a:pt x="39" y="6"/>
                    <a:pt x="31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27"/>
                    <a:pt x="1" y="31"/>
                    <a:pt x="4" y="35"/>
                  </a:cubicBezTo>
                  <a:cubicBezTo>
                    <a:pt x="9" y="29"/>
                    <a:pt x="17" y="25"/>
                    <a:pt x="25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8" name="Google Shape;4018;p17"/>
            <p:cNvSpPr/>
            <p:nvPr/>
          </p:nvSpPr>
          <p:spPr>
            <a:xfrm>
              <a:off x="6807201" y="3124200"/>
              <a:ext cx="254000" cy="180975"/>
            </a:xfrm>
            <a:custGeom>
              <a:rect b="b" l="l" r="r" t="t"/>
              <a:pathLst>
                <a:path extrusionOk="0" h="72" w="101">
                  <a:moveTo>
                    <a:pt x="93" y="36"/>
                  </a:moveTo>
                  <a:cubicBezTo>
                    <a:pt x="94" y="33"/>
                    <a:pt x="94" y="31"/>
                    <a:pt x="94" y="29"/>
                  </a:cubicBezTo>
                  <a:cubicBezTo>
                    <a:pt x="94" y="13"/>
                    <a:pt x="81" y="0"/>
                    <a:pt x="65" y="0"/>
                  </a:cubicBezTo>
                  <a:cubicBezTo>
                    <a:pt x="54" y="0"/>
                    <a:pt x="44" y="6"/>
                    <a:pt x="39" y="16"/>
                  </a:cubicBezTo>
                  <a:cubicBezTo>
                    <a:pt x="37" y="15"/>
                    <a:pt x="35" y="14"/>
                    <a:pt x="32" y="14"/>
                  </a:cubicBezTo>
                  <a:cubicBezTo>
                    <a:pt x="22" y="14"/>
                    <a:pt x="15" y="22"/>
                    <a:pt x="14" y="32"/>
                  </a:cubicBezTo>
                  <a:cubicBezTo>
                    <a:pt x="6" y="36"/>
                    <a:pt x="0" y="43"/>
                    <a:pt x="0" y="51"/>
                  </a:cubicBezTo>
                  <a:cubicBezTo>
                    <a:pt x="0" y="63"/>
                    <a:pt x="13" y="72"/>
                    <a:pt x="29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88" y="72"/>
                    <a:pt x="101" y="63"/>
                    <a:pt x="101" y="51"/>
                  </a:cubicBezTo>
                  <a:cubicBezTo>
                    <a:pt x="101" y="45"/>
                    <a:pt x="98" y="40"/>
                    <a:pt x="9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9" name="Google Shape;4019;p17"/>
          <p:cNvSpPr/>
          <p:nvPr/>
        </p:nvSpPr>
        <p:spPr>
          <a:xfrm>
            <a:off x="363538" y="3600450"/>
            <a:ext cx="257175" cy="293688"/>
          </a:xfrm>
          <a:custGeom>
            <a:rect b="b" l="l" r="r" t="t"/>
            <a:pathLst>
              <a:path extrusionOk="0" h="116" w="102">
                <a:moveTo>
                  <a:pt x="94" y="35"/>
                </a:moveTo>
                <a:cubicBezTo>
                  <a:pt x="94" y="33"/>
                  <a:pt x="95" y="31"/>
                  <a:pt x="95" y="29"/>
                </a:cubicBezTo>
                <a:cubicBezTo>
                  <a:pt x="95" y="13"/>
                  <a:pt x="82" y="0"/>
                  <a:pt x="66" y="0"/>
                </a:cubicBezTo>
                <a:cubicBezTo>
                  <a:pt x="54" y="0"/>
                  <a:pt x="45" y="6"/>
                  <a:pt x="40" y="15"/>
                </a:cubicBezTo>
                <a:cubicBezTo>
                  <a:pt x="38" y="15"/>
                  <a:pt x="35" y="14"/>
                  <a:pt x="33" y="14"/>
                </a:cubicBezTo>
                <a:cubicBezTo>
                  <a:pt x="23" y="14"/>
                  <a:pt x="15" y="22"/>
                  <a:pt x="15" y="32"/>
                </a:cubicBezTo>
                <a:cubicBezTo>
                  <a:pt x="6" y="35"/>
                  <a:pt x="0" y="42"/>
                  <a:pt x="0" y="50"/>
                </a:cubicBezTo>
                <a:cubicBezTo>
                  <a:pt x="0" y="62"/>
                  <a:pt x="13" y="72"/>
                  <a:pt x="29" y="72"/>
                </a:cubicBezTo>
                <a:cubicBezTo>
                  <a:pt x="33" y="72"/>
                  <a:pt x="33" y="72"/>
                  <a:pt x="33" y="72"/>
                </a:cubicBezTo>
                <a:cubicBezTo>
                  <a:pt x="22" y="87"/>
                  <a:pt x="22" y="87"/>
                  <a:pt x="22" y="87"/>
                </a:cubicBezTo>
                <a:cubicBezTo>
                  <a:pt x="40" y="87"/>
                  <a:pt x="40" y="87"/>
                  <a:pt x="40" y="87"/>
                </a:cubicBezTo>
                <a:cubicBezTo>
                  <a:pt x="22" y="116"/>
                  <a:pt x="22" y="116"/>
                  <a:pt x="22" y="116"/>
                </a:cubicBezTo>
                <a:cubicBezTo>
                  <a:pt x="66" y="79"/>
                  <a:pt x="66" y="79"/>
                  <a:pt x="66" y="79"/>
                </a:cubicBezTo>
                <a:cubicBezTo>
                  <a:pt x="44" y="79"/>
                  <a:pt x="44" y="79"/>
                  <a:pt x="44" y="79"/>
                </a:cubicBezTo>
                <a:cubicBezTo>
                  <a:pt x="51" y="72"/>
                  <a:pt x="51" y="72"/>
                  <a:pt x="51" y="72"/>
                </a:cubicBezTo>
                <a:cubicBezTo>
                  <a:pt x="73" y="72"/>
                  <a:pt x="73" y="72"/>
                  <a:pt x="73" y="72"/>
                </a:cubicBezTo>
                <a:cubicBezTo>
                  <a:pt x="89" y="72"/>
                  <a:pt x="102" y="62"/>
                  <a:pt x="102" y="50"/>
                </a:cubicBezTo>
                <a:cubicBezTo>
                  <a:pt x="102" y="45"/>
                  <a:pt x="99" y="39"/>
                  <a:pt x="94" y="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0" name="Google Shape;4020;p17"/>
          <p:cNvGrpSpPr/>
          <p:nvPr/>
        </p:nvGrpSpPr>
        <p:grpSpPr>
          <a:xfrm>
            <a:off x="912813" y="3600450"/>
            <a:ext cx="257175" cy="293688"/>
            <a:chOff x="912813" y="3600450"/>
            <a:chExt cx="257175" cy="293688"/>
          </a:xfrm>
        </p:grpSpPr>
        <p:sp>
          <p:nvSpPr>
            <p:cNvPr id="4021" name="Google Shape;4021;p17"/>
            <p:cNvSpPr/>
            <p:nvPr/>
          </p:nvSpPr>
          <p:spPr>
            <a:xfrm>
              <a:off x="912813" y="3600450"/>
              <a:ext cx="257175" cy="182563"/>
            </a:xfrm>
            <a:custGeom>
              <a:rect b="b" l="l" r="r" t="t"/>
              <a:pathLst>
                <a:path extrusionOk="0" h="72" w="102">
                  <a:moveTo>
                    <a:pt x="94" y="35"/>
                  </a:moveTo>
                  <a:cubicBezTo>
                    <a:pt x="94" y="33"/>
                    <a:pt x="95" y="31"/>
                    <a:pt x="95" y="29"/>
                  </a:cubicBezTo>
                  <a:cubicBezTo>
                    <a:pt x="95" y="13"/>
                    <a:pt x="82" y="0"/>
                    <a:pt x="65" y="0"/>
                  </a:cubicBezTo>
                  <a:cubicBezTo>
                    <a:pt x="54" y="0"/>
                    <a:pt x="45" y="6"/>
                    <a:pt x="40" y="15"/>
                  </a:cubicBezTo>
                  <a:cubicBezTo>
                    <a:pt x="38" y="15"/>
                    <a:pt x="35" y="14"/>
                    <a:pt x="33" y="14"/>
                  </a:cubicBezTo>
                  <a:cubicBezTo>
                    <a:pt x="23" y="14"/>
                    <a:pt x="15" y="22"/>
                    <a:pt x="15" y="32"/>
                  </a:cubicBezTo>
                  <a:cubicBezTo>
                    <a:pt x="6" y="35"/>
                    <a:pt x="0" y="42"/>
                    <a:pt x="0" y="50"/>
                  </a:cubicBezTo>
                  <a:cubicBezTo>
                    <a:pt x="0" y="62"/>
                    <a:pt x="13" y="72"/>
                    <a:pt x="29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89" y="72"/>
                    <a:pt x="102" y="62"/>
                    <a:pt x="102" y="50"/>
                  </a:cubicBezTo>
                  <a:cubicBezTo>
                    <a:pt x="102" y="45"/>
                    <a:pt x="99" y="39"/>
                    <a:pt x="94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2" name="Google Shape;4022;p17"/>
            <p:cNvSpPr/>
            <p:nvPr/>
          </p:nvSpPr>
          <p:spPr>
            <a:xfrm>
              <a:off x="912813" y="3800475"/>
              <a:ext cx="17463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17"/>
            <p:cNvSpPr/>
            <p:nvPr/>
          </p:nvSpPr>
          <p:spPr>
            <a:xfrm>
              <a:off x="968376" y="3800475"/>
              <a:ext cx="17463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17"/>
            <p:cNvSpPr/>
            <p:nvPr/>
          </p:nvSpPr>
          <p:spPr>
            <a:xfrm>
              <a:off x="1023938" y="3800475"/>
              <a:ext cx="17463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17"/>
            <p:cNvSpPr/>
            <p:nvPr/>
          </p:nvSpPr>
          <p:spPr>
            <a:xfrm>
              <a:off x="1076326" y="3800475"/>
              <a:ext cx="20638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17"/>
            <p:cNvSpPr/>
            <p:nvPr/>
          </p:nvSpPr>
          <p:spPr>
            <a:xfrm>
              <a:off x="950913" y="3838575"/>
              <a:ext cx="17463" cy="174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17"/>
            <p:cNvSpPr/>
            <p:nvPr/>
          </p:nvSpPr>
          <p:spPr>
            <a:xfrm>
              <a:off x="1003301" y="3838575"/>
              <a:ext cx="20638" cy="174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17"/>
            <p:cNvSpPr/>
            <p:nvPr/>
          </p:nvSpPr>
          <p:spPr>
            <a:xfrm>
              <a:off x="1058863" y="3838575"/>
              <a:ext cx="17463" cy="174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17"/>
            <p:cNvSpPr/>
            <p:nvPr/>
          </p:nvSpPr>
          <p:spPr>
            <a:xfrm>
              <a:off x="1114426" y="3838575"/>
              <a:ext cx="17463" cy="174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17"/>
            <p:cNvSpPr/>
            <p:nvPr/>
          </p:nvSpPr>
          <p:spPr>
            <a:xfrm>
              <a:off x="912813" y="3873500"/>
              <a:ext cx="17463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17"/>
            <p:cNvSpPr/>
            <p:nvPr/>
          </p:nvSpPr>
          <p:spPr>
            <a:xfrm>
              <a:off x="968376" y="3873500"/>
              <a:ext cx="17463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17"/>
            <p:cNvSpPr/>
            <p:nvPr/>
          </p:nvSpPr>
          <p:spPr>
            <a:xfrm>
              <a:off x="1023938" y="3873500"/>
              <a:ext cx="17463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17"/>
            <p:cNvSpPr/>
            <p:nvPr/>
          </p:nvSpPr>
          <p:spPr>
            <a:xfrm>
              <a:off x="1076326" y="3873500"/>
              <a:ext cx="20638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4" name="Google Shape;4034;p17"/>
          <p:cNvGrpSpPr/>
          <p:nvPr/>
        </p:nvGrpSpPr>
        <p:grpSpPr>
          <a:xfrm>
            <a:off x="1497013" y="3600450"/>
            <a:ext cx="257175" cy="293688"/>
            <a:chOff x="1497013" y="3600450"/>
            <a:chExt cx="257175" cy="293688"/>
          </a:xfrm>
        </p:grpSpPr>
        <p:sp>
          <p:nvSpPr>
            <p:cNvPr id="4035" name="Google Shape;4035;p17"/>
            <p:cNvSpPr/>
            <p:nvPr/>
          </p:nvSpPr>
          <p:spPr>
            <a:xfrm>
              <a:off x="1497013" y="3600450"/>
              <a:ext cx="257175" cy="182563"/>
            </a:xfrm>
            <a:custGeom>
              <a:rect b="b" l="l" r="r" t="t"/>
              <a:pathLst>
                <a:path extrusionOk="0" h="72" w="102">
                  <a:moveTo>
                    <a:pt x="94" y="35"/>
                  </a:moveTo>
                  <a:cubicBezTo>
                    <a:pt x="94" y="33"/>
                    <a:pt x="95" y="31"/>
                    <a:pt x="95" y="29"/>
                  </a:cubicBezTo>
                  <a:cubicBezTo>
                    <a:pt x="95" y="13"/>
                    <a:pt x="82" y="0"/>
                    <a:pt x="66" y="0"/>
                  </a:cubicBezTo>
                  <a:cubicBezTo>
                    <a:pt x="55" y="0"/>
                    <a:pt x="45" y="6"/>
                    <a:pt x="40" y="15"/>
                  </a:cubicBezTo>
                  <a:cubicBezTo>
                    <a:pt x="38" y="15"/>
                    <a:pt x="36" y="14"/>
                    <a:pt x="33" y="14"/>
                  </a:cubicBezTo>
                  <a:cubicBezTo>
                    <a:pt x="23" y="14"/>
                    <a:pt x="15" y="22"/>
                    <a:pt x="15" y="32"/>
                  </a:cubicBezTo>
                  <a:cubicBezTo>
                    <a:pt x="6" y="35"/>
                    <a:pt x="0" y="42"/>
                    <a:pt x="0" y="50"/>
                  </a:cubicBezTo>
                  <a:cubicBezTo>
                    <a:pt x="0" y="62"/>
                    <a:pt x="14" y="72"/>
                    <a:pt x="29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89" y="72"/>
                    <a:pt x="102" y="62"/>
                    <a:pt x="102" y="50"/>
                  </a:cubicBezTo>
                  <a:cubicBezTo>
                    <a:pt x="102" y="45"/>
                    <a:pt x="99" y="39"/>
                    <a:pt x="94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17"/>
            <p:cNvSpPr/>
            <p:nvPr/>
          </p:nvSpPr>
          <p:spPr>
            <a:xfrm>
              <a:off x="1497013" y="3838575"/>
              <a:ext cx="55563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17"/>
            <p:cNvSpPr/>
            <p:nvPr/>
          </p:nvSpPr>
          <p:spPr>
            <a:xfrm>
              <a:off x="1590676" y="3800475"/>
              <a:ext cx="55563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17"/>
            <p:cNvSpPr/>
            <p:nvPr/>
          </p:nvSpPr>
          <p:spPr>
            <a:xfrm>
              <a:off x="1681163" y="3838575"/>
              <a:ext cx="55563" cy="555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9" name="Google Shape;4039;p17"/>
          <p:cNvSpPr/>
          <p:nvPr/>
        </p:nvSpPr>
        <p:spPr>
          <a:xfrm>
            <a:off x="2139950" y="3600450"/>
            <a:ext cx="147638" cy="293688"/>
          </a:xfrm>
          <a:custGeom>
            <a:rect b="b" l="l" r="r" t="t"/>
            <a:pathLst>
              <a:path extrusionOk="0" h="116" w="58">
                <a:moveTo>
                  <a:pt x="43" y="62"/>
                </a:moveTo>
                <a:cubicBezTo>
                  <a:pt x="43" y="50"/>
                  <a:pt x="43" y="50"/>
                  <a:pt x="43" y="50"/>
                </a:cubicBezTo>
                <a:cubicBezTo>
                  <a:pt x="43" y="14"/>
                  <a:pt x="43" y="14"/>
                  <a:pt x="43" y="14"/>
                </a:cubicBezTo>
                <a:cubicBezTo>
                  <a:pt x="43" y="6"/>
                  <a:pt x="37" y="0"/>
                  <a:pt x="29" y="0"/>
                </a:cubicBezTo>
                <a:cubicBezTo>
                  <a:pt x="21" y="0"/>
                  <a:pt x="14" y="6"/>
                  <a:pt x="14" y="14"/>
                </a:cubicBezTo>
                <a:cubicBezTo>
                  <a:pt x="14" y="50"/>
                  <a:pt x="14" y="50"/>
                  <a:pt x="14" y="50"/>
                </a:cubicBezTo>
                <a:cubicBezTo>
                  <a:pt x="14" y="62"/>
                  <a:pt x="14" y="62"/>
                  <a:pt x="14" y="62"/>
                </a:cubicBezTo>
                <a:cubicBezTo>
                  <a:pt x="5" y="67"/>
                  <a:pt x="0" y="76"/>
                  <a:pt x="0" y="87"/>
                </a:cubicBezTo>
                <a:cubicBezTo>
                  <a:pt x="0" y="103"/>
                  <a:pt x="13" y="116"/>
                  <a:pt x="29" y="116"/>
                </a:cubicBezTo>
                <a:cubicBezTo>
                  <a:pt x="45" y="116"/>
                  <a:pt x="58" y="103"/>
                  <a:pt x="58" y="87"/>
                </a:cubicBezTo>
                <a:cubicBezTo>
                  <a:pt x="58" y="76"/>
                  <a:pt x="52" y="67"/>
                  <a:pt x="43" y="62"/>
                </a:cubicBezTo>
                <a:close/>
                <a:moveTo>
                  <a:pt x="21" y="43"/>
                </a:moveTo>
                <a:cubicBezTo>
                  <a:pt x="29" y="43"/>
                  <a:pt x="29" y="43"/>
                  <a:pt x="29" y="43"/>
                </a:cubicBezTo>
                <a:cubicBezTo>
                  <a:pt x="29" y="36"/>
                  <a:pt x="29" y="36"/>
                  <a:pt x="29" y="36"/>
                </a:cubicBezTo>
                <a:cubicBezTo>
                  <a:pt x="21" y="36"/>
                  <a:pt x="21" y="36"/>
                  <a:pt x="21" y="36"/>
                </a:cubicBezTo>
                <a:cubicBezTo>
                  <a:pt x="21" y="29"/>
                  <a:pt x="21" y="29"/>
                  <a:pt x="21" y="29"/>
                </a:cubicBezTo>
                <a:cubicBezTo>
                  <a:pt x="29" y="29"/>
                  <a:pt x="29" y="29"/>
                  <a:pt x="29" y="29"/>
                </a:cubicBezTo>
                <a:cubicBezTo>
                  <a:pt x="29" y="21"/>
                  <a:pt x="29" y="21"/>
                  <a:pt x="29" y="21"/>
                </a:cubicBezTo>
                <a:cubicBezTo>
                  <a:pt x="21" y="21"/>
                  <a:pt x="21" y="21"/>
                  <a:pt x="21" y="21"/>
                </a:cubicBezTo>
                <a:cubicBezTo>
                  <a:pt x="21" y="14"/>
                  <a:pt x="21" y="14"/>
                  <a:pt x="21" y="14"/>
                </a:cubicBezTo>
                <a:cubicBezTo>
                  <a:pt x="21" y="10"/>
                  <a:pt x="25" y="7"/>
                  <a:pt x="29" y="7"/>
                </a:cubicBezTo>
                <a:cubicBezTo>
                  <a:pt x="33" y="7"/>
                  <a:pt x="36" y="10"/>
                  <a:pt x="36" y="14"/>
                </a:cubicBezTo>
                <a:cubicBezTo>
                  <a:pt x="36" y="50"/>
                  <a:pt x="36" y="50"/>
                  <a:pt x="36" y="50"/>
                </a:cubicBezTo>
                <a:cubicBezTo>
                  <a:pt x="21" y="50"/>
                  <a:pt x="21" y="50"/>
                  <a:pt x="21" y="50"/>
                </a:cubicBezTo>
                <a:lnTo>
                  <a:pt x="21" y="43"/>
                </a:lnTo>
                <a:close/>
                <a:moveTo>
                  <a:pt x="29" y="108"/>
                </a:moveTo>
                <a:cubicBezTo>
                  <a:pt x="17" y="108"/>
                  <a:pt x="7" y="99"/>
                  <a:pt x="7" y="87"/>
                </a:cubicBezTo>
                <a:cubicBezTo>
                  <a:pt x="7" y="85"/>
                  <a:pt x="7" y="84"/>
                  <a:pt x="7" y="83"/>
                </a:cubicBezTo>
                <a:cubicBezTo>
                  <a:pt x="9" y="93"/>
                  <a:pt x="18" y="101"/>
                  <a:pt x="29" y="101"/>
                </a:cubicBezTo>
                <a:cubicBezTo>
                  <a:pt x="39" y="101"/>
                  <a:pt x="48" y="93"/>
                  <a:pt x="50" y="83"/>
                </a:cubicBezTo>
                <a:cubicBezTo>
                  <a:pt x="50" y="84"/>
                  <a:pt x="50" y="85"/>
                  <a:pt x="50" y="87"/>
                </a:cubicBezTo>
                <a:cubicBezTo>
                  <a:pt x="50" y="99"/>
                  <a:pt x="41" y="108"/>
                  <a:pt x="29" y="1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0" name="Google Shape;4040;p17"/>
          <p:cNvSpPr/>
          <p:nvPr/>
        </p:nvSpPr>
        <p:spPr>
          <a:xfrm>
            <a:off x="2687638" y="3600450"/>
            <a:ext cx="274637" cy="293688"/>
          </a:xfrm>
          <a:custGeom>
            <a:rect b="b" l="l" r="r" t="t"/>
            <a:pathLst>
              <a:path extrusionOk="0" h="116" w="109">
                <a:moveTo>
                  <a:pt x="58" y="7"/>
                </a:moveTo>
                <a:cubicBezTo>
                  <a:pt x="58" y="3"/>
                  <a:pt x="58" y="3"/>
                  <a:pt x="58" y="3"/>
                </a:cubicBezTo>
                <a:cubicBezTo>
                  <a:pt x="58" y="1"/>
                  <a:pt x="57" y="0"/>
                  <a:pt x="55" y="0"/>
                </a:cubicBezTo>
                <a:cubicBezTo>
                  <a:pt x="53" y="0"/>
                  <a:pt x="51" y="1"/>
                  <a:pt x="51" y="3"/>
                </a:cubicBezTo>
                <a:cubicBezTo>
                  <a:pt x="51" y="7"/>
                  <a:pt x="51" y="7"/>
                  <a:pt x="51" y="7"/>
                </a:cubicBezTo>
                <a:cubicBezTo>
                  <a:pt x="23" y="9"/>
                  <a:pt x="0" y="32"/>
                  <a:pt x="0" y="61"/>
                </a:cubicBezTo>
                <a:cubicBezTo>
                  <a:pt x="0" y="62"/>
                  <a:pt x="0" y="64"/>
                  <a:pt x="0" y="65"/>
                </a:cubicBezTo>
                <a:cubicBezTo>
                  <a:pt x="1" y="65"/>
                  <a:pt x="1" y="65"/>
                  <a:pt x="1" y="65"/>
                </a:cubicBezTo>
                <a:cubicBezTo>
                  <a:pt x="2" y="57"/>
                  <a:pt x="10" y="50"/>
                  <a:pt x="18" y="50"/>
                </a:cubicBezTo>
                <a:cubicBezTo>
                  <a:pt x="27" y="50"/>
                  <a:pt x="35" y="57"/>
                  <a:pt x="36" y="65"/>
                </a:cubicBezTo>
                <a:cubicBezTo>
                  <a:pt x="37" y="65"/>
                  <a:pt x="37" y="65"/>
                  <a:pt x="37" y="65"/>
                </a:cubicBezTo>
                <a:cubicBezTo>
                  <a:pt x="38" y="58"/>
                  <a:pt x="44" y="52"/>
                  <a:pt x="51" y="51"/>
                </a:cubicBezTo>
                <a:cubicBezTo>
                  <a:pt x="51" y="90"/>
                  <a:pt x="51" y="90"/>
                  <a:pt x="51" y="90"/>
                </a:cubicBezTo>
                <a:cubicBezTo>
                  <a:pt x="51" y="108"/>
                  <a:pt x="47" y="108"/>
                  <a:pt x="40" y="108"/>
                </a:cubicBezTo>
                <a:cubicBezTo>
                  <a:pt x="29" y="108"/>
                  <a:pt x="29" y="105"/>
                  <a:pt x="29" y="98"/>
                </a:cubicBezTo>
                <a:cubicBezTo>
                  <a:pt x="29" y="96"/>
                  <a:pt x="28" y="94"/>
                  <a:pt x="26" y="94"/>
                </a:cubicBezTo>
                <a:cubicBezTo>
                  <a:pt x="24" y="94"/>
                  <a:pt x="22" y="96"/>
                  <a:pt x="22" y="98"/>
                </a:cubicBezTo>
                <a:cubicBezTo>
                  <a:pt x="22" y="105"/>
                  <a:pt x="22" y="116"/>
                  <a:pt x="40" y="116"/>
                </a:cubicBezTo>
                <a:cubicBezTo>
                  <a:pt x="50" y="116"/>
                  <a:pt x="58" y="114"/>
                  <a:pt x="58" y="90"/>
                </a:cubicBezTo>
                <a:cubicBezTo>
                  <a:pt x="58" y="51"/>
                  <a:pt x="58" y="51"/>
                  <a:pt x="58" y="51"/>
                </a:cubicBezTo>
                <a:cubicBezTo>
                  <a:pt x="65" y="52"/>
                  <a:pt x="71" y="58"/>
                  <a:pt x="73" y="65"/>
                </a:cubicBezTo>
                <a:cubicBezTo>
                  <a:pt x="73" y="65"/>
                  <a:pt x="73" y="65"/>
                  <a:pt x="73" y="65"/>
                </a:cubicBezTo>
                <a:cubicBezTo>
                  <a:pt x="75" y="57"/>
                  <a:pt x="82" y="50"/>
                  <a:pt x="91" y="50"/>
                </a:cubicBezTo>
                <a:cubicBezTo>
                  <a:pt x="100" y="50"/>
                  <a:pt x="107" y="57"/>
                  <a:pt x="109" y="65"/>
                </a:cubicBezTo>
                <a:cubicBezTo>
                  <a:pt x="109" y="65"/>
                  <a:pt x="109" y="65"/>
                  <a:pt x="109" y="65"/>
                </a:cubicBezTo>
                <a:cubicBezTo>
                  <a:pt x="109" y="64"/>
                  <a:pt x="109" y="62"/>
                  <a:pt x="109" y="61"/>
                </a:cubicBezTo>
                <a:cubicBezTo>
                  <a:pt x="109" y="32"/>
                  <a:pt x="87" y="9"/>
                  <a:pt x="58" y="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1" name="Google Shape;4041;p17"/>
          <p:cNvGrpSpPr/>
          <p:nvPr/>
        </p:nvGrpSpPr>
        <p:grpSpPr>
          <a:xfrm>
            <a:off x="2084388" y="3051175"/>
            <a:ext cx="293688" cy="254001"/>
            <a:chOff x="2084388" y="3051175"/>
            <a:chExt cx="293688" cy="254001"/>
          </a:xfrm>
        </p:grpSpPr>
        <p:sp>
          <p:nvSpPr>
            <p:cNvPr id="4042" name="Google Shape;4042;p17"/>
            <p:cNvSpPr/>
            <p:nvPr/>
          </p:nvSpPr>
          <p:spPr>
            <a:xfrm>
              <a:off x="2084388" y="3106738"/>
              <a:ext cx="36513" cy="198438"/>
            </a:xfrm>
            <a:custGeom>
              <a:rect b="b" l="l" r="r" t="t"/>
              <a:pathLst>
                <a:path extrusionOk="0" h="79" w="14">
                  <a:moveTo>
                    <a:pt x="0" y="14"/>
                  </a:moveTo>
                  <a:cubicBezTo>
                    <a:pt x="0" y="65"/>
                    <a:pt x="0" y="65"/>
                    <a:pt x="0" y="65"/>
                  </a:cubicBezTo>
                  <a:cubicBezTo>
                    <a:pt x="0" y="73"/>
                    <a:pt x="6" y="79"/>
                    <a:pt x="14" y="7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17"/>
            <p:cNvSpPr/>
            <p:nvPr/>
          </p:nvSpPr>
          <p:spPr>
            <a:xfrm>
              <a:off x="2139951" y="3051175"/>
              <a:ext cx="182563" cy="254000"/>
            </a:xfrm>
            <a:custGeom>
              <a:rect b="b" l="l" r="r" t="t"/>
              <a:pathLst>
                <a:path extrusionOk="0" h="101" w="72">
                  <a:moveTo>
                    <a:pt x="58" y="7"/>
                  </a:moveTo>
                  <a:cubicBezTo>
                    <a:pt x="58" y="3"/>
                    <a:pt x="54" y="0"/>
                    <a:pt x="5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7" y="0"/>
                    <a:pt x="14" y="3"/>
                    <a:pt x="14" y="7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2" y="22"/>
                    <a:pt x="72" y="22"/>
                    <a:pt x="72" y="22"/>
                  </a:cubicBezTo>
                  <a:cubicBezTo>
                    <a:pt x="58" y="22"/>
                    <a:pt x="58" y="22"/>
                    <a:pt x="58" y="22"/>
                  </a:cubicBezTo>
                  <a:lnTo>
                    <a:pt x="58" y="7"/>
                  </a:lnTo>
                  <a:close/>
                  <a:moveTo>
                    <a:pt x="50" y="22"/>
                  </a:moveTo>
                  <a:cubicBezTo>
                    <a:pt x="21" y="22"/>
                    <a:pt x="21" y="22"/>
                    <a:pt x="21" y="22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50" y="7"/>
                    <a:pt x="50" y="7"/>
                    <a:pt x="50" y="7"/>
                  </a:cubicBezTo>
                  <a:lnTo>
                    <a:pt x="5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17"/>
            <p:cNvSpPr/>
            <p:nvPr/>
          </p:nvSpPr>
          <p:spPr>
            <a:xfrm>
              <a:off x="2339976" y="3106738"/>
              <a:ext cx="38100" cy="198438"/>
            </a:xfrm>
            <a:custGeom>
              <a:rect b="b" l="l" r="r" t="t"/>
              <a:pathLst>
                <a:path extrusionOk="0" h="79" w="15">
                  <a:moveTo>
                    <a:pt x="0" y="0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8" y="79"/>
                    <a:pt x="15" y="73"/>
                    <a:pt x="15" y="65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6"/>
                    <a:pt x="8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5" name="Google Shape;4045;p17"/>
          <p:cNvSpPr/>
          <p:nvPr/>
        </p:nvSpPr>
        <p:spPr>
          <a:xfrm>
            <a:off x="2232025" y="790575"/>
            <a:ext cx="134938" cy="155575"/>
          </a:xfrm>
          <a:custGeom>
            <a:rect b="b" l="l" r="r" t="t"/>
            <a:pathLst>
              <a:path extrusionOk="0" h="62" w="54">
                <a:moveTo>
                  <a:pt x="51" y="27"/>
                </a:moveTo>
                <a:cubicBezTo>
                  <a:pt x="35" y="18"/>
                  <a:pt x="35" y="18"/>
                  <a:pt x="35" y="18"/>
                </a:cubicBezTo>
                <a:cubicBezTo>
                  <a:pt x="32" y="16"/>
                  <a:pt x="26" y="13"/>
                  <a:pt x="23" y="11"/>
                </a:cubicBezTo>
                <a:cubicBezTo>
                  <a:pt x="7" y="2"/>
                  <a:pt x="7" y="2"/>
                  <a:pt x="7" y="2"/>
                </a:cubicBezTo>
                <a:cubicBezTo>
                  <a:pt x="3" y="0"/>
                  <a:pt x="0" y="2"/>
                  <a:pt x="0" y="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3" y="62"/>
                  <a:pt x="7" y="60"/>
                </a:cubicBezTo>
                <a:cubicBezTo>
                  <a:pt x="22" y="51"/>
                  <a:pt x="22" y="51"/>
                  <a:pt x="22" y="51"/>
                </a:cubicBezTo>
                <a:cubicBezTo>
                  <a:pt x="26" y="49"/>
                  <a:pt x="32" y="46"/>
                  <a:pt x="35" y="44"/>
                </a:cubicBezTo>
                <a:cubicBezTo>
                  <a:pt x="51" y="35"/>
                  <a:pt x="51" y="35"/>
                  <a:pt x="51" y="35"/>
                </a:cubicBezTo>
                <a:cubicBezTo>
                  <a:pt x="54" y="33"/>
                  <a:pt x="54" y="29"/>
                  <a:pt x="51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6" name="Google Shape;4046;p17"/>
          <p:cNvSpPr/>
          <p:nvPr/>
        </p:nvSpPr>
        <p:spPr>
          <a:xfrm>
            <a:off x="1003300" y="790575"/>
            <a:ext cx="222250" cy="155575"/>
          </a:xfrm>
          <a:custGeom>
            <a:rect b="b" l="l" r="r" t="t"/>
            <a:pathLst>
              <a:path extrusionOk="0" h="62" w="88">
                <a:moveTo>
                  <a:pt x="83" y="2"/>
                </a:moveTo>
                <a:cubicBezTo>
                  <a:pt x="68" y="11"/>
                  <a:pt x="68" y="11"/>
                  <a:pt x="68" y="11"/>
                </a:cubicBezTo>
                <a:cubicBezTo>
                  <a:pt x="65" y="13"/>
                  <a:pt x="58" y="16"/>
                  <a:pt x="55" y="18"/>
                </a:cubicBezTo>
                <a:cubicBezTo>
                  <a:pt x="51" y="20"/>
                  <a:pt x="51" y="20"/>
                  <a:pt x="51" y="20"/>
                </a:cubicBezTo>
                <a:cubicBezTo>
                  <a:pt x="51" y="6"/>
                  <a:pt x="51" y="6"/>
                  <a:pt x="51" y="6"/>
                </a:cubicBezTo>
                <a:cubicBezTo>
                  <a:pt x="51" y="2"/>
                  <a:pt x="49" y="0"/>
                  <a:pt x="46" y="2"/>
                </a:cubicBezTo>
                <a:cubicBezTo>
                  <a:pt x="31" y="11"/>
                  <a:pt x="31" y="11"/>
                  <a:pt x="31" y="11"/>
                </a:cubicBezTo>
                <a:cubicBezTo>
                  <a:pt x="28" y="13"/>
                  <a:pt x="22" y="16"/>
                  <a:pt x="19" y="18"/>
                </a:cubicBezTo>
                <a:cubicBezTo>
                  <a:pt x="3" y="27"/>
                  <a:pt x="3" y="27"/>
                  <a:pt x="3" y="27"/>
                </a:cubicBezTo>
                <a:cubicBezTo>
                  <a:pt x="0" y="29"/>
                  <a:pt x="0" y="33"/>
                  <a:pt x="4" y="35"/>
                </a:cubicBezTo>
                <a:cubicBezTo>
                  <a:pt x="19" y="44"/>
                  <a:pt x="19" y="44"/>
                  <a:pt x="19" y="44"/>
                </a:cubicBezTo>
                <a:cubicBezTo>
                  <a:pt x="22" y="46"/>
                  <a:pt x="28" y="49"/>
                  <a:pt x="32" y="51"/>
                </a:cubicBezTo>
                <a:cubicBezTo>
                  <a:pt x="46" y="60"/>
                  <a:pt x="46" y="60"/>
                  <a:pt x="46" y="60"/>
                </a:cubicBezTo>
                <a:cubicBezTo>
                  <a:pt x="49" y="62"/>
                  <a:pt x="51" y="60"/>
                  <a:pt x="51" y="56"/>
                </a:cubicBezTo>
                <a:cubicBezTo>
                  <a:pt x="51" y="42"/>
                  <a:pt x="51" y="42"/>
                  <a:pt x="51" y="42"/>
                </a:cubicBezTo>
                <a:cubicBezTo>
                  <a:pt x="55" y="44"/>
                  <a:pt x="55" y="44"/>
                  <a:pt x="55" y="44"/>
                </a:cubicBezTo>
                <a:cubicBezTo>
                  <a:pt x="59" y="46"/>
                  <a:pt x="65" y="49"/>
                  <a:pt x="68" y="51"/>
                </a:cubicBezTo>
                <a:cubicBezTo>
                  <a:pt x="83" y="60"/>
                  <a:pt x="83" y="60"/>
                  <a:pt x="83" y="60"/>
                </a:cubicBezTo>
                <a:cubicBezTo>
                  <a:pt x="86" y="62"/>
                  <a:pt x="88" y="60"/>
                  <a:pt x="88" y="56"/>
                </a:cubicBezTo>
                <a:cubicBezTo>
                  <a:pt x="88" y="6"/>
                  <a:pt x="88" y="6"/>
                  <a:pt x="88" y="6"/>
                </a:cubicBezTo>
                <a:cubicBezTo>
                  <a:pt x="88" y="2"/>
                  <a:pt x="86" y="0"/>
                  <a:pt x="83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7" name="Google Shape;4047;p17"/>
          <p:cNvSpPr/>
          <p:nvPr/>
        </p:nvSpPr>
        <p:spPr>
          <a:xfrm>
            <a:off x="2781300" y="795338"/>
            <a:ext cx="227013" cy="157162"/>
          </a:xfrm>
          <a:custGeom>
            <a:rect b="b" l="l" r="r" t="t"/>
            <a:pathLst>
              <a:path extrusionOk="0" h="62" w="90">
                <a:moveTo>
                  <a:pt x="87" y="27"/>
                </a:moveTo>
                <a:cubicBezTo>
                  <a:pt x="71" y="18"/>
                  <a:pt x="71" y="18"/>
                  <a:pt x="71" y="18"/>
                </a:cubicBezTo>
                <a:cubicBezTo>
                  <a:pt x="68" y="16"/>
                  <a:pt x="62" y="13"/>
                  <a:pt x="59" y="11"/>
                </a:cubicBezTo>
                <a:cubicBezTo>
                  <a:pt x="43" y="2"/>
                  <a:pt x="43" y="2"/>
                  <a:pt x="43" y="2"/>
                </a:cubicBezTo>
                <a:cubicBezTo>
                  <a:pt x="39" y="0"/>
                  <a:pt x="36" y="1"/>
                  <a:pt x="36" y="5"/>
                </a:cubicBezTo>
                <a:cubicBezTo>
                  <a:pt x="36" y="20"/>
                  <a:pt x="36" y="20"/>
                  <a:pt x="36" y="20"/>
                </a:cubicBezTo>
                <a:cubicBezTo>
                  <a:pt x="33" y="18"/>
                  <a:pt x="33" y="18"/>
                  <a:pt x="33" y="18"/>
                </a:cubicBezTo>
                <a:cubicBezTo>
                  <a:pt x="30" y="16"/>
                  <a:pt x="25" y="13"/>
                  <a:pt x="21" y="11"/>
                </a:cubicBezTo>
                <a:cubicBezTo>
                  <a:pt x="6" y="2"/>
                  <a:pt x="6" y="2"/>
                  <a:pt x="6" y="2"/>
                </a:cubicBezTo>
                <a:cubicBezTo>
                  <a:pt x="2" y="0"/>
                  <a:pt x="0" y="1"/>
                  <a:pt x="0" y="5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7"/>
                  <a:pt x="0" y="34"/>
                  <a:pt x="0" y="38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2" y="62"/>
                  <a:pt x="6" y="60"/>
                </a:cubicBezTo>
                <a:cubicBezTo>
                  <a:pt x="21" y="51"/>
                  <a:pt x="21" y="51"/>
                  <a:pt x="21" y="51"/>
                </a:cubicBezTo>
                <a:cubicBezTo>
                  <a:pt x="25" y="49"/>
                  <a:pt x="30" y="45"/>
                  <a:pt x="33" y="43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56"/>
                  <a:pt x="36" y="56"/>
                  <a:pt x="36" y="56"/>
                </a:cubicBezTo>
                <a:cubicBezTo>
                  <a:pt x="36" y="60"/>
                  <a:pt x="39" y="62"/>
                  <a:pt x="43" y="60"/>
                </a:cubicBezTo>
                <a:cubicBezTo>
                  <a:pt x="58" y="51"/>
                  <a:pt x="58" y="51"/>
                  <a:pt x="58" y="51"/>
                </a:cubicBezTo>
                <a:cubicBezTo>
                  <a:pt x="62" y="49"/>
                  <a:pt x="68" y="45"/>
                  <a:pt x="71" y="43"/>
                </a:cubicBezTo>
                <a:cubicBezTo>
                  <a:pt x="87" y="34"/>
                  <a:pt x="87" y="34"/>
                  <a:pt x="87" y="34"/>
                </a:cubicBezTo>
                <a:cubicBezTo>
                  <a:pt x="90" y="32"/>
                  <a:pt x="90" y="29"/>
                  <a:pt x="87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8" name="Google Shape;4048;p17"/>
          <p:cNvSpPr/>
          <p:nvPr/>
        </p:nvSpPr>
        <p:spPr>
          <a:xfrm>
            <a:off x="474663" y="795338"/>
            <a:ext cx="146050" cy="157162"/>
          </a:xfrm>
          <a:custGeom>
            <a:rect b="b" l="l" r="r" t="t"/>
            <a:pathLst>
              <a:path extrusionOk="0" h="62" w="58">
                <a:moveTo>
                  <a:pt x="52" y="2"/>
                </a:moveTo>
                <a:cubicBezTo>
                  <a:pt x="36" y="11"/>
                  <a:pt x="36" y="11"/>
                  <a:pt x="36" y="11"/>
                </a:cubicBezTo>
                <a:cubicBezTo>
                  <a:pt x="33" y="13"/>
                  <a:pt x="27" y="16"/>
                  <a:pt x="24" y="18"/>
                </a:cubicBezTo>
                <a:cubicBezTo>
                  <a:pt x="14" y="24"/>
                  <a:pt x="14" y="24"/>
                  <a:pt x="14" y="24"/>
                </a:cubicBezTo>
                <a:cubicBezTo>
                  <a:pt x="14" y="6"/>
                  <a:pt x="14" y="6"/>
                  <a:pt x="14" y="6"/>
                </a:cubicBezTo>
                <a:cubicBezTo>
                  <a:pt x="14" y="4"/>
                  <a:pt x="12" y="3"/>
                  <a:pt x="10" y="3"/>
                </a:cubicBezTo>
                <a:cubicBezTo>
                  <a:pt x="3" y="3"/>
                  <a:pt x="3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7"/>
                  <a:pt x="1" y="59"/>
                  <a:pt x="3" y="59"/>
                </a:cubicBezTo>
                <a:cubicBezTo>
                  <a:pt x="10" y="59"/>
                  <a:pt x="10" y="59"/>
                  <a:pt x="10" y="59"/>
                </a:cubicBezTo>
                <a:cubicBezTo>
                  <a:pt x="12" y="59"/>
                  <a:pt x="14" y="57"/>
                  <a:pt x="14" y="55"/>
                </a:cubicBezTo>
                <a:cubicBezTo>
                  <a:pt x="14" y="38"/>
                  <a:pt x="14" y="38"/>
                  <a:pt x="14" y="38"/>
                </a:cubicBezTo>
                <a:cubicBezTo>
                  <a:pt x="24" y="43"/>
                  <a:pt x="24" y="43"/>
                  <a:pt x="24" y="43"/>
                </a:cubicBezTo>
                <a:cubicBezTo>
                  <a:pt x="27" y="45"/>
                  <a:pt x="33" y="49"/>
                  <a:pt x="36" y="51"/>
                </a:cubicBezTo>
                <a:cubicBezTo>
                  <a:pt x="52" y="60"/>
                  <a:pt x="52" y="60"/>
                  <a:pt x="52" y="60"/>
                </a:cubicBezTo>
                <a:cubicBezTo>
                  <a:pt x="55" y="62"/>
                  <a:pt x="58" y="60"/>
                  <a:pt x="58" y="56"/>
                </a:cubicBezTo>
                <a:cubicBezTo>
                  <a:pt x="58" y="5"/>
                  <a:pt x="58" y="5"/>
                  <a:pt x="58" y="5"/>
                </a:cubicBezTo>
                <a:cubicBezTo>
                  <a:pt x="58" y="1"/>
                  <a:pt x="55" y="0"/>
                  <a:pt x="52" y="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17"/>
          <p:cNvSpPr/>
          <p:nvPr/>
        </p:nvSpPr>
        <p:spPr>
          <a:xfrm>
            <a:off x="3400425" y="790575"/>
            <a:ext cx="147638" cy="155575"/>
          </a:xfrm>
          <a:custGeom>
            <a:rect b="b" l="l" r="r" t="t"/>
            <a:pathLst>
              <a:path extrusionOk="0" h="62" w="58">
                <a:moveTo>
                  <a:pt x="55" y="3"/>
                </a:moveTo>
                <a:cubicBezTo>
                  <a:pt x="48" y="3"/>
                  <a:pt x="48" y="3"/>
                  <a:pt x="48" y="3"/>
                </a:cubicBezTo>
                <a:cubicBezTo>
                  <a:pt x="46" y="3"/>
                  <a:pt x="44" y="5"/>
                  <a:pt x="44" y="7"/>
                </a:cubicBezTo>
                <a:cubicBezTo>
                  <a:pt x="44" y="24"/>
                  <a:pt x="44" y="24"/>
                  <a:pt x="44" y="24"/>
                </a:cubicBezTo>
                <a:cubicBezTo>
                  <a:pt x="34" y="18"/>
                  <a:pt x="34" y="18"/>
                  <a:pt x="34" y="18"/>
                </a:cubicBezTo>
                <a:cubicBezTo>
                  <a:pt x="31" y="16"/>
                  <a:pt x="25" y="13"/>
                  <a:pt x="22" y="11"/>
                </a:cubicBezTo>
                <a:cubicBezTo>
                  <a:pt x="6" y="2"/>
                  <a:pt x="6" y="2"/>
                  <a:pt x="6" y="2"/>
                </a:cubicBezTo>
                <a:cubicBezTo>
                  <a:pt x="3" y="0"/>
                  <a:pt x="0" y="2"/>
                  <a:pt x="0" y="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0"/>
                  <a:pt x="3" y="62"/>
                  <a:pt x="7" y="60"/>
                </a:cubicBezTo>
                <a:cubicBezTo>
                  <a:pt x="22" y="51"/>
                  <a:pt x="22" y="51"/>
                  <a:pt x="22" y="51"/>
                </a:cubicBezTo>
                <a:cubicBezTo>
                  <a:pt x="25" y="49"/>
                  <a:pt x="31" y="46"/>
                  <a:pt x="34" y="44"/>
                </a:cubicBezTo>
                <a:cubicBezTo>
                  <a:pt x="44" y="38"/>
                  <a:pt x="44" y="38"/>
                  <a:pt x="44" y="38"/>
                </a:cubicBezTo>
                <a:cubicBezTo>
                  <a:pt x="44" y="57"/>
                  <a:pt x="44" y="57"/>
                  <a:pt x="44" y="57"/>
                </a:cubicBezTo>
                <a:cubicBezTo>
                  <a:pt x="44" y="59"/>
                  <a:pt x="46" y="61"/>
                  <a:pt x="48" y="61"/>
                </a:cubicBezTo>
                <a:cubicBezTo>
                  <a:pt x="55" y="61"/>
                  <a:pt x="55" y="61"/>
                  <a:pt x="55" y="61"/>
                </a:cubicBezTo>
                <a:cubicBezTo>
                  <a:pt x="57" y="61"/>
                  <a:pt x="58" y="59"/>
                  <a:pt x="58" y="57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5"/>
                  <a:pt x="57" y="3"/>
                  <a:pt x="55" y="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0" name="Google Shape;4050;p17"/>
          <p:cNvGrpSpPr/>
          <p:nvPr/>
        </p:nvGrpSpPr>
        <p:grpSpPr>
          <a:xfrm>
            <a:off x="1625601" y="798513"/>
            <a:ext cx="147637" cy="163513"/>
            <a:chOff x="1625601" y="798513"/>
            <a:chExt cx="147637" cy="163513"/>
          </a:xfrm>
        </p:grpSpPr>
        <p:sp>
          <p:nvSpPr>
            <p:cNvPr id="4051" name="Google Shape;4051;p17"/>
            <p:cNvSpPr/>
            <p:nvPr/>
          </p:nvSpPr>
          <p:spPr>
            <a:xfrm>
              <a:off x="1625601" y="798513"/>
              <a:ext cx="55563" cy="163513"/>
            </a:xfrm>
            <a:custGeom>
              <a:rect b="b" l="l" r="r" t="t"/>
              <a:pathLst>
                <a:path extrusionOk="0" h="65" w="22">
                  <a:moveTo>
                    <a:pt x="15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5"/>
                    <a:pt x="8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9" y="65"/>
                    <a:pt x="22" y="62"/>
                    <a:pt x="22" y="58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3"/>
                    <a:pt x="19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17"/>
            <p:cNvSpPr/>
            <p:nvPr/>
          </p:nvSpPr>
          <p:spPr>
            <a:xfrm>
              <a:off x="1719263" y="798513"/>
              <a:ext cx="53975" cy="163513"/>
            </a:xfrm>
            <a:custGeom>
              <a:rect b="b" l="l" r="r" t="t"/>
              <a:pathLst>
                <a:path extrusionOk="0" h="65" w="21">
                  <a:moveTo>
                    <a:pt x="14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3" y="65"/>
                    <a:pt x="7" y="65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8" y="65"/>
                    <a:pt x="21" y="62"/>
                    <a:pt x="21" y="5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18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3" name="Google Shape;4053;p17"/>
          <p:cNvSpPr/>
          <p:nvPr/>
        </p:nvSpPr>
        <p:spPr>
          <a:xfrm>
            <a:off x="3841750" y="798513"/>
            <a:ext cx="293688" cy="163512"/>
          </a:xfrm>
          <a:custGeom>
            <a:rect b="b" l="l" r="r" t="t"/>
            <a:pathLst>
              <a:path extrusionOk="0" h="103" w="185">
                <a:moveTo>
                  <a:pt x="173" y="35"/>
                </a:moveTo>
                <a:lnTo>
                  <a:pt x="173" y="0"/>
                </a:lnTo>
                <a:lnTo>
                  <a:pt x="0" y="0"/>
                </a:lnTo>
                <a:lnTo>
                  <a:pt x="0" y="103"/>
                </a:lnTo>
                <a:lnTo>
                  <a:pt x="173" y="103"/>
                </a:lnTo>
                <a:lnTo>
                  <a:pt x="173" y="81"/>
                </a:lnTo>
                <a:lnTo>
                  <a:pt x="185" y="81"/>
                </a:lnTo>
                <a:lnTo>
                  <a:pt x="185" y="35"/>
                </a:lnTo>
                <a:lnTo>
                  <a:pt x="173" y="35"/>
                </a:lnTo>
                <a:close/>
                <a:moveTo>
                  <a:pt x="150" y="81"/>
                </a:moveTo>
                <a:lnTo>
                  <a:pt x="23" y="81"/>
                </a:lnTo>
                <a:lnTo>
                  <a:pt x="23" y="22"/>
                </a:lnTo>
                <a:lnTo>
                  <a:pt x="150" y="22"/>
                </a:lnTo>
                <a:lnTo>
                  <a:pt x="150" y="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4" name="Google Shape;4054;p17"/>
          <p:cNvGrpSpPr/>
          <p:nvPr/>
        </p:nvGrpSpPr>
        <p:grpSpPr>
          <a:xfrm>
            <a:off x="4427538" y="798513"/>
            <a:ext cx="292100" cy="163513"/>
            <a:chOff x="4427538" y="798513"/>
            <a:chExt cx="292100" cy="163513"/>
          </a:xfrm>
        </p:grpSpPr>
        <p:sp>
          <p:nvSpPr>
            <p:cNvPr id="4055" name="Google Shape;4055;p17"/>
            <p:cNvSpPr/>
            <p:nvPr/>
          </p:nvSpPr>
          <p:spPr>
            <a:xfrm>
              <a:off x="4427538" y="798513"/>
              <a:ext cx="292100" cy="163513"/>
            </a:xfrm>
            <a:custGeom>
              <a:rect b="b" l="l" r="r" t="t"/>
              <a:pathLst>
                <a:path extrusionOk="0" h="103" w="184">
                  <a:moveTo>
                    <a:pt x="173" y="35"/>
                  </a:moveTo>
                  <a:lnTo>
                    <a:pt x="173" y="0"/>
                  </a:lnTo>
                  <a:lnTo>
                    <a:pt x="0" y="0"/>
                  </a:lnTo>
                  <a:lnTo>
                    <a:pt x="0" y="103"/>
                  </a:lnTo>
                  <a:lnTo>
                    <a:pt x="173" y="103"/>
                  </a:lnTo>
                  <a:lnTo>
                    <a:pt x="173" y="81"/>
                  </a:lnTo>
                  <a:lnTo>
                    <a:pt x="184" y="81"/>
                  </a:lnTo>
                  <a:lnTo>
                    <a:pt x="184" y="35"/>
                  </a:lnTo>
                  <a:lnTo>
                    <a:pt x="173" y="35"/>
                  </a:lnTo>
                  <a:close/>
                  <a:moveTo>
                    <a:pt x="149" y="81"/>
                  </a:moveTo>
                  <a:lnTo>
                    <a:pt x="22" y="81"/>
                  </a:lnTo>
                  <a:lnTo>
                    <a:pt x="22" y="22"/>
                  </a:lnTo>
                  <a:lnTo>
                    <a:pt x="149" y="22"/>
                  </a:lnTo>
                  <a:lnTo>
                    <a:pt x="149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17"/>
            <p:cNvSpPr/>
            <p:nvPr/>
          </p:nvSpPr>
          <p:spPr>
            <a:xfrm>
              <a:off x="4483101" y="854075"/>
              <a:ext cx="107950" cy="52388"/>
            </a:xfrm>
            <a:custGeom>
              <a:rect b="b" l="l" r="r" t="t"/>
              <a:pathLst>
                <a:path extrusionOk="0" h="33" w="68">
                  <a:moveTo>
                    <a:pt x="33" y="0"/>
                  </a:moveTo>
                  <a:lnTo>
                    <a:pt x="0" y="0"/>
                  </a:lnTo>
                  <a:lnTo>
                    <a:pt x="0" y="33"/>
                  </a:lnTo>
                  <a:lnTo>
                    <a:pt x="68" y="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7" name="Google Shape;4057;p17"/>
          <p:cNvGrpSpPr/>
          <p:nvPr/>
        </p:nvGrpSpPr>
        <p:grpSpPr>
          <a:xfrm>
            <a:off x="5011738" y="798513"/>
            <a:ext cx="292100" cy="163513"/>
            <a:chOff x="5011738" y="798513"/>
            <a:chExt cx="292100" cy="163513"/>
          </a:xfrm>
        </p:grpSpPr>
        <p:sp>
          <p:nvSpPr>
            <p:cNvPr id="4058" name="Google Shape;4058;p17"/>
            <p:cNvSpPr/>
            <p:nvPr/>
          </p:nvSpPr>
          <p:spPr>
            <a:xfrm>
              <a:off x="5011738" y="798513"/>
              <a:ext cx="292100" cy="163513"/>
            </a:xfrm>
            <a:custGeom>
              <a:rect b="b" l="l" r="r" t="t"/>
              <a:pathLst>
                <a:path extrusionOk="0" h="103" w="184">
                  <a:moveTo>
                    <a:pt x="173" y="35"/>
                  </a:moveTo>
                  <a:lnTo>
                    <a:pt x="173" y="0"/>
                  </a:lnTo>
                  <a:lnTo>
                    <a:pt x="0" y="0"/>
                  </a:lnTo>
                  <a:lnTo>
                    <a:pt x="0" y="103"/>
                  </a:lnTo>
                  <a:lnTo>
                    <a:pt x="173" y="103"/>
                  </a:lnTo>
                  <a:lnTo>
                    <a:pt x="173" y="81"/>
                  </a:lnTo>
                  <a:lnTo>
                    <a:pt x="184" y="81"/>
                  </a:lnTo>
                  <a:lnTo>
                    <a:pt x="184" y="35"/>
                  </a:lnTo>
                  <a:lnTo>
                    <a:pt x="173" y="35"/>
                  </a:lnTo>
                  <a:close/>
                  <a:moveTo>
                    <a:pt x="151" y="81"/>
                  </a:moveTo>
                  <a:lnTo>
                    <a:pt x="24" y="81"/>
                  </a:lnTo>
                  <a:lnTo>
                    <a:pt x="24" y="22"/>
                  </a:lnTo>
                  <a:lnTo>
                    <a:pt x="151" y="22"/>
                  </a:lnTo>
                  <a:lnTo>
                    <a:pt x="151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17"/>
            <p:cNvSpPr/>
            <p:nvPr/>
          </p:nvSpPr>
          <p:spPr>
            <a:xfrm>
              <a:off x="5067301" y="854075"/>
              <a:ext cx="163513" cy="523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0" name="Google Shape;4060;p17"/>
          <p:cNvGrpSpPr/>
          <p:nvPr/>
        </p:nvGrpSpPr>
        <p:grpSpPr>
          <a:xfrm>
            <a:off x="5599113" y="798513"/>
            <a:ext cx="292100" cy="163513"/>
            <a:chOff x="5599113" y="798513"/>
            <a:chExt cx="292100" cy="163513"/>
          </a:xfrm>
        </p:grpSpPr>
        <p:sp>
          <p:nvSpPr>
            <p:cNvPr id="4061" name="Google Shape;4061;p17"/>
            <p:cNvSpPr/>
            <p:nvPr/>
          </p:nvSpPr>
          <p:spPr>
            <a:xfrm>
              <a:off x="5599113" y="798513"/>
              <a:ext cx="292100" cy="163513"/>
            </a:xfrm>
            <a:custGeom>
              <a:rect b="b" l="l" r="r" t="t"/>
              <a:pathLst>
                <a:path extrusionOk="0" h="103" w="184">
                  <a:moveTo>
                    <a:pt x="172" y="35"/>
                  </a:moveTo>
                  <a:lnTo>
                    <a:pt x="172" y="0"/>
                  </a:lnTo>
                  <a:lnTo>
                    <a:pt x="0" y="0"/>
                  </a:lnTo>
                  <a:lnTo>
                    <a:pt x="0" y="103"/>
                  </a:lnTo>
                  <a:lnTo>
                    <a:pt x="172" y="103"/>
                  </a:lnTo>
                  <a:lnTo>
                    <a:pt x="172" y="81"/>
                  </a:lnTo>
                  <a:lnTo>
                    <a:pt x="184" y="81"/>
                  </a:lnTo>
                  <a:lnTo>
                    <a:pt x="184" y="35"/>
                  </a:lnTo>
                  <a:lnTo>
                    <a:pt x="172" y="35"/>
                  </a:lnTo>
                  <a:close/>
                  <a:moveTo>
                    <a:pt x="149" y="81"/>
                  </a:moveTo>
                  <a:lnTo>
                    <a:pt x="22" y="81"/>
                  </a:lnTo>
                  <a:lnTo>
                    <a:pt x="22" y="22"/>
                  </a:lnTo>
                  <a:lnTo>
                    <a:pt x="149" y="22"/>
                  </a:lnTo>
                  <a:lnTo>
                    <a:pt x="149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17"/>
            <p:cNvSpPr/>
            <p:nvPr/>
          </p:nvSpPr>
          <p:spPr>
            <a:xfrm>
              <a:off x="5651501" y="854075"/>
              <a:ext cx="166688" cy="52388"/>
            </a:xfrm>
            <a:custGeom>
              <a:rect b="b" l="l" r="r" t="t"/>
              <a:pathLst>
                <a:path extrusionOk="0" h="33" w="105">
                  <a:moveTo>
                    <a:pt x="59" y="33"/>
                  </a:moveTo>
                  <a:lnTo>
                    <a:pt x="105" y="0"/>
                  </a:lnTo>
                  <a:lnTo>
                    <a:pt x="59" y="11"/>
                  </a:lnTo>
                  <a:lnTo>
                    <a:pt x="47" y="0"/>
                  </a:lnTo>
                  <a:lnTo>
                    <a:pt x="0" y="33"/>
                  </a:lnTo>
                  <a:lnTo>
                    <a:pt x="47" y="22"/>
                  </a:lnTo>
                  <a:lnTo>
                    <a:pt x="59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3" name="Google Shape;4063;p17"/>
          <p:cNvGrpSpPr/>
          <p:nvPr/>
        </p:nvGrpSpPr>
        <p:grpSpPr>
          <a:xfrm>
            <a:off x="7353301" y="669925"/>
            <a:ext cx="257175" cy="292100"/>
            <a:chOff x="7353301" y="669925"/>
            <a:chExt cx="257175" cy="292100"/>
          </a:xfrm>
        </p:grpSpPr>
        <p:sp>
          <p:nvSpPr>
            <p:cNvPr id="4064" name="Google Shape;4064;p17"/>
            <p:cNvSpPr/>
            <p:nvPr/>
          </p:nvSpPr>
          <p:spPr>
            <a:xfrm>
              <a:off x="7353301" y="669925"/>
              <a:ext cx="38100" cy="292100"/>
            </a:xfrm>
            <a:custGeom>
              <a:rect b="b" l="l" r="r" t="t"/>
              <a:pathLst>
                <a:path extrusionOk="0" h="116" w="15">
                  <a:moveTo>
                    <a:pt x="0" y="7"/>
                  </a:moveTo>
                  <a:cubicBezTo>
                    <a:pt x="0" y="109"/>
                    <a:pt x="0" y="109"/>
                    <a:pt x="0" y="109"/>
                  </a:cubicBezTo>
                  <a:cubicBezTo>
                    <a:pt x="0" y="113"/>
                    <a:pt x="4" y="116"/>
                    <a:pt x="8" y="116"/>
                  </a:cubicBezTo>
                  <a:cubicBezTo>
                    <a:pt x="15" y="116"/>
                    <a:pt x="15" y="116"/>
                    <a:pt x="15" y="116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17"/>
            <p:cNvSpPr/>
            <p:nvPr/>
          </p:nvSpPr>
          <p:spPr>
            <a:xfrm>
              <a:off x="7408863" y="669925"/>
              <a:ext cx="201613" cy="292100"/>
            </a:xfrm>
            <a:custGeom>
              <a:rect b="b" l="l" r="r" t="t"/>
              <a:pathLst>
                <a:path extrusionOk="0" h="184" w="127">
                  <a:moveTo>
                    <a:pt x="0" y="0"/>
                  </a:moveTo>
                  <a:lnTo>
                    <a:pt x="0" y="184"/>
                  </a:lnTo>
                  <a:lnTo>
                    <a:pt x="127" y="184"/>
                  </a:lnTo>
                  <a:lnTo>
                    <a:pt x="127" y="0"/>
                  </a:lnTo>
                  <a:lnTo>
                    <a:pt x="0" y="0"/>
                  </a:lnTo>
                  <a:close/>
                  <a:moveTo>
                    <a:pt x="92" y="70"/>
                  </a:moveTo>
                  <a:lnTo>
                    <a:pt x="46" y="70"/>
                  </a:lnTo>
                  <a:lnTo>
                    <a:pt x="46" y="35"/>
                  </a:lnTo>
                  <a:lnTo>
                    <a:pt x="92" y="35"/>
                  </a:lnTo>
                  <a:lnTo>
                    <a:pt x="92" y="7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6" name="Google Shape;4066;p17"/>
          <p:cNvSpPr/>
          <p:nvPr/>
        </p:nvSpPr>
        <p:spPr>
          <a:xfrm>
            <a:off x="6769100" y="674688"/>
            <a:ext cx="274638" cy="292100"/>
          </a:xfrm>
          <a:custGeom>
            <a:rect b="b" l="l" r="r" t="t"/>
            <a:pathLst>
              <a:path extrusionOk="0" h="116" w="109">
                <a:moveTo>
                  <a:pt x="102" y="0"/>
                </a:moveTo>
                <a:cubicBezTo>
                  <a:pt x="15" y="0"/>
                  <a:pt x="15" y="0"/>
                  <a:pt x="15" y="0"/>
                </a:cubicBezTo>
                <a:cubicBezTo>
                  <a:pt x="11" y="0"/>
                  <a:pt x="7" y="3"/>
                  <a:pt x="7" y="7"/>
                </a:cubicBezTo>
                <a:cubicBezTo>
                  <a:pt x="7" y="22"/>
                  <a:pt x="7" y="22"/>
                  <a:pt x="7" y="22"/>
                </a:cubicBezTo>
                <a:cubicBezTo>
                  <a:pt x="18" y="22"/>
                  <a:pt x="18" y="22"/>
                  <a:pt x="18" y="22"/>
                </a:cubicBezTo>
                <a:cubicBezTo>
                  <a:pt x="20" y="22"/>
                  <a:pt x="22" y="24"/>
                  <a:pt x="22" y="26"/>
                </a:cubicBezTo>
                <a:cubicBezTo>
                  <a:pt x="22" y="28"/>
                  <a:pt x="20" y="29"/>
                  <a:pt x="18" y="29"/>
                </a:cubicBezTo>
                <a:cubicBezTo>
                  <a:pt x="4" y="29"/>
                  <a:pt x="4" y="29"/>
                  <a:pt x="4" y="29"/>
                </a:cubicBezTo>
                <a:cubicBezTo>
                  <a:pt x="2" y="29"/>
                  <a:pt x="0" y="31"/>
                  <a:pt x="0" y="33"/>
                </a:cubicBezTo>
                <a:cubicBezTo>
                  <a:pt x="0" y="35"/>
                  <a:pt x="2" y="36"/>
                  <a:pt x="4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51"/>
                  <a:pt x="7" y="51"/>
                  <a:pt x="7" y="51"/>
                </a:cubicBezTo>
                <a:cubicBezTo>
                  <a:pt x="18" y="51"/>
                  <a:pt x="18" y="51"/>
                  <a:pt x="18" y="51"/>
                </a:cubicBezTo>
                <a:cubicBezTo>
                  <a:pt x="20" y="51"/>
                  <a:pt x="22" y="53"/>
                  <a:pt x="22" y="55"/>
                </a:cubicBezTo>
                <a:cubicBezTo>
                  <a:pt x="22" y="57"/>
                  <a:pt x="20" y="58"/>
                  <a:pt x="18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2" y="58"/>
                  <a:pt x="0" y="60"/>
                  <a:pt x="0" y="62"/>
                </a:cubicBezTo>
                <a:cubicBezTo>
                  <a:pt x="0" y="64"/>
                  <a:pt x="2" y="66"/>
                  <a:pt x="4" y="66"/>
                </a:cubicBezTo>
                <a:cubicBezTo>
                  <a:pt x="7" y="66"/>
                  <a:pt x="7" y="66"/>
                  <a:pt x="7" y="66"/>
                </a:cubicBezTo>
                <a:cubicBezTo>
                  <a:pt x="7" y="80"/>
                  <a:pt x="7" y="80"/>
                  <a:pt x="7" y="80"/>
                </a:cubicBezTo>
                <a:cubicBezTo>
                  <a:pt x="18" y="80"/>
                  <a:pt x="18" y="80"/>
                  <a:pt x="18" y="80"/>
                </a:cubicBezTo>
                <a:cubicBezTo>
                  <a:pt x="20" y="80"/>
                  <a:pt x="22" y="82"/>
                  <a:pt x="22" y="84"/>
                </a:cubicBezTo>
                <a:cubicBezTo>
                  <a:pt x="22" y="86"/>
                  <a:pt x="20" y="87"/>
                  <a:pt x="18" y="87"/>
                </a:cubicBezTo>
                <a:cubicBezTo>
                  <a:pt x="4" y="87"/>
                  <a:pt x="4" y="87"/>
                  <a:pt x="4" y="87"/>
                </a:cubicBezTo>
                <a:cubicBezTo>
                  <a:pt x="2" y="87"/>
                  <a:pt x="0" y="89"/>
                  <a:pt x="0" y="91"/>
                </a:cubicBezTo>
                <a:cubicBezTo>
                  <a:pt x="0" y="93"/>
                  <a:pt x="2" y="95"/>
                  <a:pt x="4" y="95"/>
                </a:cubicBezTo>
                <a:cubicBezTo>
                  <a:pt x="7" y="95"/>
                  <a:pt x="7" y="95"/>
                  <a:pt x="7" y="95"/>
                </a:cubicBezTo>
                <a:cubicBezTo>
                  <a:pt x="7" y="109"/>
                  <a:pt x="7" y="109"/>
                  <a:pt x="7" y="109"/>
                </a:cubicBezTo>
                <a:cubicBezTo>
                  <a:pt x="7" y="113"/>
                  <a:pt x="11" y="116"/>
                  <a:pt x="15" y="116"/>
                </a:cubicBezTo>
                <a:cubicBezTo>
                  <a:pt x="102" y="116"/>
                  <a:pt x="102" y="116"/>
                  <a:pt x="102" y="116"/>
                </a:cubicBezTo>
                <a:cubicBezTo>
                  <a:pt x="106" y="116"/>
                  <a:pt x="109" y="113"/>
                  <a:pt x="109" y="109"/>
                </a:cubicBezTo>
                <a:cubicBezTo>
                  <a:pt x="109" y="7"/>
                  <a:pt x="109" y="7"/>
                  <a:pt x="109" y="7"/>
                </a:cubicBezTo>
                <a:cubicBezTo>
                  <a:pt x="109" y="3"/>
                  <a:pt x="106" y="0"/>
                  <a:pt x="102" y="0"/>
                </a:cubicBezTo>
                <a:close/>
                <a:moveTo>
                  <a:pt x="87" y="51"/>
                </a:moveTo>
                <a:cubicBezTo>
                  <a:pt x="44" y="51"/>
                  <a:pt x="44" y="51"/>
                  <a:pt x="44" y="51"/>
                </a:cubicBezTo>
                <a:cubicBezTo>
                  <a:pt x="44" y="22"/>
                  <a:pt x="44" y="22"/>
                  <a:pt x="44" y="22"/>
                </a:cubicBezTo>
                <a:cubicBezTo>
                  <a:pt x="87" y="22"/>
                  <a:pt x="87" y="22"/>
                  <a:pt x="87" y="22"/>
                </a:cubicBezTo>
                <a:lnTo>
                  <a:pt x="87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7" name="Google Shape;4067;p17"/>
          <p:cNvGrpSpPr/>
          <p:nvPr/>
        </p:nvGrpSpPr>
        <p:grpSpPr>
          <a:xfrm>
            <a:off x="6202363" y="669925"/>
            <a:ext cx="274638" cy="292100"/>
            <a:chOff x="6202363" y="669925"/>
            <a:chExt cx="274638" cy="292100"/>
          </a:xfrm>
        </p:grpSpPr>
        <p:sp>
          <p:nvSpPr>
            <p:cNvPr id="4068" name="Google Shape;4068;p17"/>
            <p:cNvSpPr/>
            <p:nvPr/>
          </p:nvSpPr>
          <p:spPr>
            <a:xfrm>
              <a:off x="6202363" y="669925"/>
              <a:ext cx="274638" cy="292100"/>
            </a:xfrm>
            <a:custGeom>
              <a:rect b="b" l="l" r="r" t="t"/>
              <a:pathLst>
                <a:path extrusionOk="0" h="116" w="109">
                  <a:moveTo>
                    <a:pt x="102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6"/>
                    <a:pt x="3" y="109"/>
                    <a:pt x="7" y="109"/>
                  </a:cubicBezTo>
                  <a:cubicBezTo>
                    <a:pt x="15" y="109"/>
                    <a:pt x="15" y="109"/>
                    <a:pt x="15" y="109"/>
                  </a:cubicBezTo>
                  <a:cubicBezTo>
                    <a:pt x="15" y="113"/>
                    <a:pt x="18" y="116"/>
                    <a:pt x="22" y="116"/>
                  </a:cubicBezTo>
                  <a:cubicBezTo>
                    <a:pt x="26" y="116"/>
                    <a:pt x="29" y="113"/>
                    <a:pt x="29" y="109"/>
                  </a:cubicBezTo>
                  <a:cubicBezTo>
                    <a:pt x="80" y="109"/>
                    <a:pt x="80" y="109"/>
                    <a:pt x="80" y="109"/>
                  </a:cubicBezTo>
                  <a:cubicBezTo>
                    <a:pt x="80" y="113"/>
                    <a:pt x="83" y="116"/>
                    <a:pt x="87" y="116"/>
                  </a:cubicBezTo>
                  <a:cubicBezTo>
                    <a:pt x="91" y="116"/>
                    <a:pt x="94" y="113"/>
                    <a:pt x="94" y="109"/>
                  </a:cubicBezTo>
                  <a:cubicBezTo>
                    <a:pt x="102" y="109"/>
                    <a:pt x="102" y="109"/>
                    <a:pt x="102" y="109"/>
                  </a:cubicBezTo>
                  <a:cubicBezTo>
                    <a:pt x="106" y="109"/>
                    <a:pt x="109" y="106"/>
                    <a:pt x="109" y="102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9" y="3"/>
                    <a:pt x="106" y="0"/>
                    <a:pt x="102" y="0"/>
                  </a:cubicBezTo>
                  <a:close/>
                  <a:moveTo>
                    <a:pt x="94" y="94"/>
                  </a:moveTo>
                  <a:cubicBezTo>
                    <a:pt x="15" y="94"/>
                    <a:pt x="15" y="94"/>
                    <a:pt x="15" y="94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94" y="58"/>
                    <a:pt x="94" y="58"/>
                    <a:pt x="94" y="58"/>
                  </a:cubicBezTo>
                  <a:lnTo>
                    <a:pt x="94" y="94"/>
                  </a:lnTo>
                  <a:close/>
                  <a:moveTo>
                    <a:pt x="94" y="51"/>
                  </a:moveTo>
                  <a:cubicBezTo>
                    <a:pt x="15" y="51"/>
                    <a:pt x="15" y="51"/>
                    <a:pt x="15" y="51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94" y="15"/>
                    <a:pt x="94" y="15"/>
                    <a:pt x="94" y="15"/>
                  </a:cubicBezTo>
                  <a:lnTo>
                    <a:pt x="94" y="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17"/>
            <p:cNvSpPr/>
            <p:nvPr/>
          </p:nvSpPr>
          <p:spPr>
            <a:xfrm>
              <a:off x="6257926" y="833438"/>
              <a:ext cx="163513" cy="55563"/>
            </a:xfrm>
            <a:custGeom>
              <a:rect b="b" l="l" r="r" t="t"/>
              <a:pathLst>
                <a:path extrusionOk="0" h="35" w="103">
                  <a:moveTo>
                    <a:pt x="103" y="0"/>
                  </a:moveTo>
                  <a:lnTo>
                    <a:pt x="0" y="0"/>
                  </a:lnTo>
                  <a:lnTo>
                    <a:pt x="0" y="35"/>
                  </a:lnTo>
                  <a:lnTo>
                    <a:pt x="103" y="35"/>
                  </a:lnTo>
                  <a:lnTo>
                    <a:pt x="103" y="0"/>
                  </a:lnTo>
                  <a:close/>
                  <a:moveTo>
                    <a:pt x="68" y="24"/>
                  </a:moveTo>
                  <a:lnTo>
                    <a:pt x="35" y="24"/>
                  </a:lnTo>
                  <a:lnTo>
                    <a:pt x="35" y="13"/>
                  </a:lnTo>
                  <a:lnTo>
                    <a:pt x="68" y="13"/>
                  </a:lnTo>
                  <a:lnTo>
                    <a:pt x="68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17"/>
            <p:cNvSpPr/>
            <p:nvPr/>
          </p:nvSpPr>
          <p:spPr>
            <a:xfrm>
              <a:off x="6257926" y="725488"/>
              <a:ext cx="163513" cy="55563"/>
            </a:xfrm>
            <a:custGeom>
              <a:rect b="b" l="l" r="r" t="t"/>
              <a:pathLst>
                <a:path extrusionOk="0" h="35" w="103">
                  <a:moveTo>
                    <a:pt x="103" y="0"/>
                  </a:moveTo>
                  <a:lnTo>
                    <a:pt x="0" y="0"/>
                  </a:lnTo>
                  <a:lnTo>
                    <a:pt x="0" y="35"/>
                  </a:lnTo>
                  <a:lnTo>
                    <a:pt x="103" y="35"/>
                  </a:lnTo>
                  <a:lnTo>
                    <a:pt x="103" y="0"/>
                  </a:lnTo>
                  <a:close/>
                  <a:moveTo>
                    <a:pt x="68" y="22"/>
                  </a:moveTo>
                  <a:lnTo>
                    <a:pt x="35" y="22"/>
                  </a:lnTo>
                  <a:lnTo>
                    <a:pt x="35" y="11"/>
                  </a:lnTo>
                  <a:lnTo>
                    <a:pt x="68" y="11"/>
                  </a:lnTo>
                  <a:lnTo>
                    <a:pt x="6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1" name="Google Shape;4071;p17"/>
          <p:cNvSpPr/>
          <p:nvPr/>
        </p:nvSpPr>
        <p:spPr>
          <a:xfrm>
            <a:off x="7940675" y="725488"/>
            <a:ext cx="293688" cy="236537"/>
          </a:xfrm>
          <a:custGeom>
            <a:rect b="b" l="l" r="r" t="t"/>
            <a:pathLst>
              <a:path extrusionOk="0" h="94" w="116">
                <a:moveTo>
                  <a:pt x="58" y="22"/>
                </a:moveTo>
                <a:cubicBezTo>
                  <a:pt x="58" y="3"/>
                  <a:pt x="17" y="0"/>
                  <a:pt x="0" y="0"/>
                </a:cubicBezTo>
                <a:cubicBezTo>
                  <a:pt x="0" y="80"/>
                  <a:pt x="0" y="80"/>
                  <a:pt x="0" y="80"/>
                </a:cubicBezTo>
                <a:cubicBezTo>
                  <a:pt x="3" y="80"/>
                  <a:pt x="3" y="80"/>
                  <a:pt x="3" y="80"/>
                </a:cubicBezTo>
                <a:cubicBezTo>
                  <a:pt x="5" y="80"/>
                  <a:pt x="6" y="80"/>
                  <a:pt x="7" y="80"/>
                </a:cubicBezTo>
                <a:cubicBezTo>
                  <a:pt x="7" y="87"/>
                  <a:pt x="7" y="87"/>
                  <a:pt x="7" y="87"/>
                </a:cubicBezTo>
                <a:cubicBezTo>
                  <a:pt x="21" y="87"/>
                  <a:pt x="51" y="83"/>
                  <a:pt x="51" y="94"/>
                </a:cubicBezTo>
                <a:cubicBezTo>
                  <a:pt x="65" y="94"/>
                  <a:pt x="65" y="94"/>
                  <a:pt x="65" y="94"/>
                </a:cubicBezTo>
                <a:cubicBezTo>
                  <a:pt x="65" y="83"/>
                  <a:pt x="94" y="87"/>
                  <a:pt x="109" y="87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10" y="80"/>
                  <a:pt x="111" y="80"/>
                  <a:pt x="112" y="80"/>
                </a:cubicBezTo>
                <a:cubicBezTo>
                  <a:pt x="116" y="80"/>
                  <a:pt x="116" y="80"/>
                  <a:pt x="116" y="80"/>
                </a:cubicBezTo>
                <a:cubicBezTo>
                  <a:pt x="116" y="0"/>
                  <a:pt x="116" y="0"/>
                  <a:pt x="116" y="0"/>
                </a:cubicBezTo>
                <a:cubicBezTo>
                  <a:pt x="98" y="0"/>
                  <a:pt x="58" y="3"/>
                  <a:pt x="58" y="22"/>
                </a:cubicBezTo>
                <a:close/>
                <a:moveTo>
                  <a:pt x="51" y="76"/>
                </a:moveTo>
                <a:cubicBezTo>
                  <a:pt x="40" y="69"/>
                  <a:pt x="20" y="69"/>
                  <a:pt x="7" y="69"/>
                </a:cubicBezTo>
                <a:cubicBezTo>
                  <a:pt x="7" y="7"/>
                  <a:pt x="7" y="7"/>
                  <a:pt x="7" y="7"/>
                </a:cubicBezTo>
                <a:cubicBezTo>
                  <a:pt x="11" y="7"/>
                  <a:pt x="14" y="7"/>
                  <a:pt x="17" y="7"/>
                </a:cubicBezTo>
                <a:cubicBezTo>
                  <a:pt x="19" y="8"/>
                  <a:pt x="19" y="8"/>
                  <a:pt x="19" y="8"/>
                </a:cubicBezTo>
                <a:cubicBezTo>
                  <a:pt x="19" y="8"/>
                  <a:pt x="19" y="8"/>
                  <a:pt x="19" y="8"/>
                </a:cubicBezTo>
                <a:cubicBezTo>
                  <a:pt x="34" y="9"/>
                  <a:pt x="49" y="12"/>
                  <a:pt x="50" y="20"/>
                </a:cubicBezTo>
                <a:cubicBezTo>
                  <a:pt x="51" y="22"/>
                  <a:pt x="51" y="22"/>
                  <a:pt x="51" y="22"/>
                </a:cubicBezTo>
                <a:lnTo>
                  <a:pt x="51" y="76"/>
                </a:lnTo>
                <a:close/>
                <a:moveTo>
                  <a:pt x="109" y="69"/>
                </a:moveTo>
                <a:cubicBezTo>
                  <a:pt x="95" y="69"/>
                  <a:pt x="76" y="69"/>
                  <a:pt x="65" y="76"/>
                </a:cubicBezTo>
                <a:cubicBezTo>
                  <a:pt x="65" y="22"/>
                  <a:pt x="65" y="22"/>
                  <a:pt x="65" y="22"/>
                </a:cubicBezTo>
                <a:cubicBezTo>
                  <a:pt x="65" y="17"/>
                  <a:pt x="73" y="7"/>
                  <a:pt x="109" y="7"/>
                </a:cubicBezTo>
                <a:lnTo>
                  <a:pt x="109" y="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2" name="Google Shape;4072;p17"/>
          <p:cNvSpPr/>
          <p:nvPr/>
        </p:nvSpPr>
        <p:spPr>
          <a:xfrm>
            <a:off x="8526463" y="669925"/>
            <a:ext cx="292100" cy="292100"/>
          </a:xfrm>
          <a:custGeom>
            <a:rect b="b" l="l" r="r" t="t"/>
            <a:pathLst>
              <a:path extrusionOk="0" h="184" w="184">
                <a:moveTo>
                  <a:pt x="149" y="116"/>
                </a:moveTo>
                <a:lnTo>
                  <a:pt x="149" y="81"/>
                </a:lnTo>
                <a:lnTo>
                  <a:pt x="103" y="81"/>
                </a:lnTo>
                <a:lnTo>
                  <a:pt x="103" y="70"/>
                </a:lnTo>
                <a:lnTo>
                  <a:pt x="138" y="70"/>
                </a:lnTo>
                <a:lnTo>
                  <a:pt x="138" y="0"/>
                </a:lnTo>
                <a:lnTo>
                  <a:pt x="57" y="0"/>
                </a:lnTo>
                <a:lnTo>
                  <a:pt x="57" y="70"/>
                </a:lnTo>
                <a:lnTo>
                  <a:pt x="92" y="70"/>
                </a:lnTo>
                <a:lnTo>
                  <a:pt x="92" y="81"/>
                </a:lnTo>
                <a:lnTo>
                  <a:pt x="35" y="81"/>
                </a:lnTo>
                <a:lnTo>
                  <a:pt x="35" y="116"/>
                </a:lnTo>
                <a:lnTo>
                  <a:pt x="0" y="116"/>
                </a:lnTo>
                <a:lnTo>
                  <a:pt x="0" y="184"/>
                </a:lnTo>
                <a:lnTo>
                  <a:pt x="81" y="184"/>
                </a:lnTo>
                <a:lnTo>
                  <a:pt x="81" y="116"/>
                </a:lnTo>
                <a:lnTo>
                  <a:pt x="46" y="116"/>
                </a:lnTo>
                <a:lnTo>
                  <a:pt x="46" y="92"/>
                </a:lnTo>
                <a:lnTo>
                  <a:pt x="138" y="92"/>
                </a:lnTo>
                <a:lnTo>
                  <a:pt x="138" y="116"/>
                </a:lnTo>
                <a:lnTo>
                  <a:pt x="103" y="116"/>
                </a:lnTo>
                <a:lnTo>
                  <a:pt x="103" y="184"/>
                </a:lnTo>
                <a:lnTo>
                  <a:pt x="184" y="184"/>
                </a:lnTo>
                <a:lnTo>
                  <a:pt x="184" y="116"/>
                </a:lnTo>
                <a:lnTo>
                  <a:pt x="149" y="116"/>
                </a:lnTo>
                <a:close/>
                <a:moveTo>
                  <a:pt x="70" y="127"/>
                </a:moveTo>
                <a:lnTo>
                  <a:pt x="70" y="138"/>
                </a:lnTo>
                <a:lnTo>
                  <a:pt x="11" y="138"/>
                </a:lnTo>
                <a:lnTo>
                  <a:pt x="11" y="127"/>
                </a:lnTo>
                <a:lnTo>
                  <a:pt x="70" y="127"/>
                </a:lnTo>
                <a:close/>
                <a:moveTo>
                  <a:pt x="70" y="23"/>
                </a:moveTo>
                <a:lnTo>
                  <a:pt x="70" y="11"/>
                </a:lnTo>
                <a:lnTo>
                  <a:pt x="127" y="11"/>
                </a:lnTo>
                <a:lnTo>
                  <a:pt x="127" y="23"/>
                </a:lnTo>
                <a:lnTo>
                  <a:pt x="70" y="23"/>
                </a:lnTo>
                <a:close/>
                <a:moveTo>
                  <a:pt x="173" y="138"/>
                </a:moveTo>
                <a:lnTo>
                  <a:pt x="116" y="138"/>
                </a:lnTo>
                <a:lnTo>
                  <a:pt x="116" y="127"/>
                </a:lnTo>
                <a:lnTo>
                  <a:pt x="173" y="127"/>
                </a:lnTo>
                <a:lnTo>
                  <a:pt x="173" y="1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3" name="Google Shape;4073;p17"/>
          <p:cNvGrpSpPr/>
          <p:nvPr/>
        </p:nvGrpSpPr>
        <p:grpSpPr>
          <a:xfrm>
            <a:off x="1497013" y="1254125"/>
            <a:ext cx="295275" cy="295276"/>
            <a:chOff x="1497013" y="1254125"/>
            <a:chExt cx="295275" cy="295276"/>
          </a:xfrm>
        </p:grpSpPr>
        <p:sp>
          <p:nvSpPr>
            <p:cNvPr id="4074" name="Google Shape;4074;p17"/>
            <p:cNvSpPr/>
            <p:nvPr/>
          </p:nvSpPr>
          <p:spPr>
            <a:xfrm>
              <a:off x="1497013" y="1254125"/>
              <a:ext cx="295275" cy="73025"/>
            </a:xfrm>
            <a:custGeom>
              <a:rect b="b" l="l" r="r" t="t"/>
              <a:pathLst>
                <a:path extrusionOk="0" h="29" w="117">
                  <a:moveTo>
                    <a:pt x="11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29"/>
                    <a:pt x="4" y="29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5" y="29"/>
                    <a:pt x="117" y="28"/>
                    <a:pt x="117" y="26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2"/>
                    <a:pt x="115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17"/>
            <p:cNvSpPr/>
            <p:nvPr/>
          </p:nvSpPr>
          <p:spPr>
            <a:xfrm>
              <a:off x="1497013" y="1365250"/>
              <a:ext cx="295275" cy="73025"/>
            </a:xfrm>
            <a:custGeom>
              <a:rect b="b" l="l" r="r" t="t"/>
              <a:pathLst>
                <a:path extrusionOk="0" h="29" w="117">
                  <a:moveTo>
                    <a:pt x="11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2" y="29"/>
                    <a:pt x="4" y="29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115" y="29"/>
                    <a:pt x="117" y="27"/>
                    <a:pt x="117" y="25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2"/>
                    <a:pt x="115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17"/>
            <p:cNvSpPr/>
            <p:nvPr/>
          </p:nvSpPr>
          <p:spPr>
            <a:xfrm>
              <a:off x="1497013" y="1474788"/>
              <a:ext cx="295275" cy="74613"/>
            </a:xfrm>
            <a:custGeom>
              <a:rect b="b" l="l" r="r" t="t"/>
              <a:pathLst>
                <a:path extrusionOk="0" h="30" w="117">
                  <a:moveTo>
                    <a:pt x="113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30"/>
                    <a:pt x="4" y="30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15" y="30"/>
                    <a:pt x="117" y="28"/>
                    <a:pt x="117" y="26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17" y="2"/>
                    <a:pt x="115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7" name="Google Shape;4077;p17"/>
          <p:cNvGrpSpPr/>
          <p:nvPr/>
        </p:nvGrpSpPr>
        <p:grpSpPr>
          <a:xfrm>
            <a:off x="328613" y="1254125"/>
            <a:ext cx="292100" cy="295276"/>
            <a:chOff x="328613" y="1254125"/>
            <a:chExt cx="292100" cy="295276"/>
          </a:xfrm>
        </p:grpSpPr>
        <p:sp>
          <p:nvSpPr>
            <p:cNvPr id="4078" name="Google Shape;4078;p17"/>
            <p:cNvSpPr/>
            <p:nvPr/>
          </p:nvSpPr>
          <p:spPr>
            <a:xfrm>
              <a:off x="328613" y="1254125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1" y="29"/>
                    <a:pt x="3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7" y="29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17"/>
            <p:cNvSpPr/>
            <p:nvPr/>
          </p:nvSpPr>
          <p:spPr>
            <a:xfrm>
              <a:off x="328613" y="1365250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7" y="29"/>
                    <a:pt x="29" y="27"/>
                    <a:pt x="29" y="2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17"/>
            <p:cNvSpPr/>
            <p:nvPr/>
          </p:nvSpPr>
          <p:spPr>
            <a:xfrm>
              <a:off x="328613" y="1474788"/>
              <a:ext cx="73025" cy="74613"/>
            </a:xfrm>
            <a:custGeom>
              <a:rect b="b" l="l" r="r" t="t"/>
              <a:pathLst>
                <a:path extrusionOk="0" h="30" w="29">
                  <a:moveTo>
                    <a:pt x="2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1" y="30"/>
                    <a:pt x="3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7" y="30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17"/>
            <p:cNvSpPr/>
            <p:nvPr/>
          </p:nvSpPr>
          <p:spPr>
            <a:xfrm>
              <a:off x="436563" y="1254125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29"/>
                    <a:pt x="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17"/>
            <p:cNvSpPr/>
            <p:nvPr/>
          </p:nvSpPr>
          <p:spPr>
            <a:xfrm>
              <a:off x="436563" y="1365250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2" y="29"/>
                    <a:pt x="4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8" y="29"/>
                    <a:pt x="29" y="27"/>
                    <a:pt x="29" y="2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17"/>
            <p:cNvSpPr/>
            <p:nvPr/>
          </p:nvSpPr>
          <p:spPr>
            <a:xfrm>
              <a:off x="436563" y="1474788"/>
              <a:ext cx="73025" cy="74613"/>
            </a:xfrm>
            <a:custGeom>
              <a:rect b="b" l="l" r="r" t="t"/>
              <a:pathLst>
                <a:path extrusionOk="0" h="30" w="29">
                  <a:moveTo>
                    <a:pt x="2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30"/>
                    <a:pt x="4" y="30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8" y="30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8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17"/>
            <p:cNvSpPr/>
            <p:nvPr/>
          </p:nvSpPr>
          <p:spPr>
            <a:xfrm>
              <a:off x="547688" y="1254125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29"/>
                    <a:pt x="4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7" y="29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17"/>
            <p:cNvSpPr/>
            <p:nvPr/>
          </p:nvSpPr>
          <p:spPr>
            <a:xfrm>
              <a:off x="547688" y="1365250"/>
              <a:ext cx="73025" cy="73025"/>
            </a:xfrm>
            <a:custGeom>
              <a:rect b="b" l="l" r="r" t="t"/>
              <a:pathLst>
                <a:path extrusionOk="0" h="29" w="29">
                  <a:moveTo>
                    <a:pt x="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2" y="29"/>
                    <a:pt x="4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7" y="29"/>
                    <a:pt x="29" y="27"/>
                    <a:pt x="29" y="2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17"/>
            <p:cNvSpPr/>
            <p:nvPr/>
          </p:nvSpPr>
          <p:spPr>
            <a:xfrm>
              <a:off x="547688" y="1474788"/>
              <a:ext cx="73025" cy="74613"/>
            </a:xfrm>
            <a:custGeom>
              <a:rect b="b" l="l" r="r" t="t"/>
              <a:pathLst>
                <a:path extrusionOk="0" h="30" w="29">
                  <a:moveTo>
                    <a:pt x="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30"/>
                    <a:pt x="4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7" y="30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7" name="Google Shape;4087;p17"/>
          <p:cNvGrpSpPr/>
          <p:nvPr/>
        </p:nvGrpSpPr>
        <p:grpSpPr>
          <a:xfrm>
            <a:off x="2084388" y="1254125"/>
            <a:ext cx="293688" cy="295276"/>
            <a:chOff x="2084388" y="1254125"/>
            <a:chExt cx="293688" cy="295276"/>
          </a:xfrm>
        </p:grpSpPr>
        <p:sp>
          <p:nvSpPr>
            <p:cNvPr id="4088" name="Google Shape;4088;p17"/>
            <p:cNvSpPr/>
            <p:nvPr/>
          </p:nvSpPr>
          <p:spPr>
            <a:xfrm>
              <a:off x="2084388" y="1254125"/>
              <a:ext cx="74613" cy="73025"/>
            </a:xfrm>
            <a:custGeom>
              <a:rect b="b" l="l" r="r" t="t"/>
              <a:pathLst>
                <a:path extrusionOk="0" h="29" w="29">
                  <a:moveTo>
                    <a:pt x="2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1" y="29"/>
                    <a:pt x="3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7" y="29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9" name="Google Shape;4089;p17"/>
            <p:cNvSpPr/>
            <p:nvPr/>
          </p:nvSpPr>
          <p:spPr>
            <a:xfrm>
              <a:off x="2084388" y="1365250"/>
              <a:ext cx="74613" cy="73025"/>
            </a:xfrm>
            <a:custGeom>
              <a:rect b="b" l="l" r="r" t="t"/>
              <a:pathLst>
                <a:path extrusionOk="0" h="29" w="29">
                  <a:moveTo>
                    <a:pt x="2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1" y="29"/>
                    <a:pt x="3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7" y="29"/>
                    <a:pt x="29" y="27"/>
                    <a:pt x="29" y="2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0" name="Google Shape;4090;p17"/>
            <p:cNvSpPr/>
            <p:nvPr/>
          </p:nvSpPr>
          <p:spPr>
            <a:xfrm>
              <a:off x="2084388" y="1474788"/>
              <a:ext cx="74613" cy="74613"/>
            </a:xfrm>
            <a:custGeom>
              <a:rect b="b" l="l" r="r" t="t"/>
              <a:pathLst>
                <a:path extrusionOk="0" h="30" w="29">
                  <a:moveTo>
                    <a:pt x="25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1" y="30"/>
                    <a:pt x="3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7" y="30"/>
                    <a:pt x="29" y="28"/>
                    <a:pt x="29" y="26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2"/>
                    <a:pt x="27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1" name="Google Shape;4091;p17"/>
            <p:cNvSpPr/>
            <p:nvPr/>
          </p:nvSpPr>
          <p:spPr>
            <a:xfrm>
              <a:off x="2193926" y="1254125"/>
              <a:ext cx="184150" cy="73025"/>
            </a:xfrm>
            <a:custGeom>
              <a:rect b="b" l="l" r="r" t="t"/>
              <a:pathLst>
                <a:path extrusionOk="0" h="29" w="73">
                  <a:moveTo>
                    <a:pt x="69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29"/>
                    <a:pt x="4" y="29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71" y="29"/>
                    <a:pt x="73" y="28"/>
                    <a:pt x="73" y="26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2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2" name="Google Shape;4092;p17"/>
            <p:cNvSpPr/>
            <p:nvPr/>
          </p:nvSpPr>
          <p:spPr>
            <a:xfrm>
              <a:off x="2193926" y="1365250"/>
              <a:ext cx="184150" cy="73025"/>
            </a:xfrm>
            <a:custGeom>
              <a:rect b="b" l="l" r="r" t="t"/>
              <a:pathLst>
                <a:path extrusionOk="0" h="29" w="73">
                  <a:moveTo>
                    <a:pt x="69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7"/>
                    <a:pt x="2" y="29"/>
                    <a:pt x="4" y="29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71" y="29"/>
                    <a:pt x="73" y="27"/>
                    <a:pt x="73" y="25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2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17"/>
            <p:cNvSpPr/>
            <p:nvPr/>
          </p:nvSpPr>
          <p:spPr>
            <a:xfrm>
              <a:off x="2193926" y="1474788"/>
              <a:ext cx="184150" cy="74613"/>
            </a:xfrm>
            <a:custGeom>
              <a:rect b="b" l="l" r="r" t="t"/>
              <a:pathLst>
                <a:path extrusionOk="0" h="30" w="73">
                  <a:moveTo>
                    <a:pt x="69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2" y="30"/>
                    <a:pt x="4" y="30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71" y="30"/>
                    <a:pt x="73" y="28"/>
                    <a:pt x="73" y="26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2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4" name="Google Shape;4094;p17"/>
          <p:cNvGrpSpPr/>
          <p:nvPr/>
        </p:nvGrpSpPr>
        <p:grpSpPr>
          <a:xfrm>
            <a:off x="912813" y="1254125"/>
            <a:ext cx="292101" cy="295276"/>
            <a:chOff x="912813" y="1254125"/>
            <a:chExt cx="292101" cy="295276"/>
          </a:xfrm>
        </p:grpSpPr>
        <p:sp>
          <p:nvSpPr>
            <p:cNvPr id="4095" name="Google Shape;4095;p17"/>
            <p:cNvSpPr/>
            <p:nvPr/>
          </p:nvSpPr>
          <p:spPr>
            <a:xfrm>
              <a:off x="912813" y="1254125"/>
              <a:ext cx="128588" cy="128588"/>
            </a:xfrm>
            <a:custGeom>
              <a:rect b="b" l="l" r="r" t="t"/>
              <a:pathLst>
                <a:path extrusionOk="0" h="51" w="51">
                  <a:moveTo>
                    <a:pt x="4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0"/>
                    <a:pt x="2" y="51"/>
                    <a:pt x="4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9" y="51"/>
                    <a:pt x="51" y="50"/>
                    <a:pt x="51" y="48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2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17"/>
            <p:cNvSpPr/>
            <p:nvPr/>
          </p:nvSpPr>
          <p:spPr>
            <a:xfrm>
              <a:off x="1076326" y="1254125"/>
              <a:ext cx="128588" cy="128588"/>
            </a:xfrm>
            <a:custGeom>
              <a:rect b="b" l="l" r="r" t="t"/>
              <a:pathLst>
                <a:path extrusionOk="0" h="51" w="51">
                  <a:moveTo>
                    <a:pt x="4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0"/>
                    <a:pt x="2" y="51"/>
                    <a:pt x="4" y="51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50" y="51"/>
                    <a:pt x="51" y="50"/>
                    <a:pt x="51" y="48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1" y="2"/>
                    <a:pt x="50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17"/>
            <p:cNvSpPr/>
            <p:nvPr/>
          </p:nvSpPr>
          <p:spPr>
            <a:xfrm>
              <a:off x="912813" y="1420813"/>
              <a:ext cx="128588" cy="128588"/>
            </a:xfrm>
            <a:custGeom>
              <a:rect b="b" l="l" r="r" t="t"/>
              <a:pathLst>
                <a:path extrusionOk="0" h="51" w="51">
                  <a:moveTo>
                    <a:pt x="4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9"/>
                    <a:pt x="2" y="51"/>
                    <a:pt x="4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9" y="51"/>
                    <a:pt x="51" y="49"/>
                    <a:pt x="51" y="4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1"/>
                    <a:pt x="49" y="0"/>
                    <a:pt x="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8" name="Google Shape;4098;p17"/>
            <p:cNvSpPr/>
            <p:nvPr/>
          </p:nvSpPr>
          <p:spPr>
            <a:xfrm>
              <a:off x="1076326" y="1420813"/>
              <a:ext cx="128588" cy="128588"/>
            </a:xfrm>
            <a:custGeom>
              <a:rect b="b" l="l" r="r" t="t"/>
              <a:pathLst>
                <a:path extrusionOk="0" h="51" w="51">
                  <a:moveTo>
                    <a:pt x="4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9"/>
                    <a:pt x="2" y="51"/>
                    <a:pt x="4" y="51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50" y="51"/>
                    <a:pt x="51" y="49"/>
                    <a:pt x="51" y="4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1"/>
                    <a:pt x="50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99" name="Google Shape;4099;p17"/>
          <p:cNvSpPr/>
          <p:nvPr/>
        </p:nvSpPr>
        <p:spPr>
          <a:xfrm>
            <a:off x="5011738" y="1254125"/>
            <a:ext cx="292100" cy="257175"/>
          </a:xfrm>
          <a:custGeom>
            <a:rect b="b" l="l" r="r" t="t"/>
            <a:pathLst>
              <a:path extrusionOk="0" h="102" w="116">
                <a:moveTo>
                  <a:pt x="107" y="70"/>
                </a:moveTo>
                <a:cubicBezTo>
                  <a:pt x="66" y="47"/>
                  <a:pt x="66" y="47"/>
                  <a:pt x="66" y="47"/>
                </a:cubicBezTo>
                <a:cubicBezTo>
                  <a:pt x="66" y="45"/>
                  <a:pt x="67" y="42"/>
                  <a:pt x="69" y="41"/>
                </a:cubicBezTo>
                <a:cubicBezTo>
                  <a:pt x="76" y="37"/>
                  <a:pt x="80" y="30"/>
                  <a:pt x="80" y="22"/>
                </a:cubicBezTo>
                <a:cubicBezTo>
                  <a:pt x="80" y="10"/>
                  <a:pt x="70" y="0"/>
                  <a:pt x="58" y="0"/>
                </a:cubicBezTo>
                <a:cubicBezTo>
                  <a:pt x="46" y="0"/>
                  <a:pt x="37" y="10"/>
                  <a:pt x="37" y="22"/>
                </a:cubicBezTo>
                <a:cubicBezTo>
                  <a:pt x="37" y="26"/>
                  <a:pt x="40" y="29"/>
                  <a:pt x="44" y="29"/>
                </a:cubicBezTo>
                <a:cubicBezTo>
                  <a:pt x="48" y="29"/>
                  <a:pt x="51" y="26"/>
                  <a:pt x="51" y="22"/>
                </a:cubicBezTo>
                <a:cubicBezTo>
                  <a:pt x="51" y="18"/>
                  <a:pt x="54" y="15"/>
                  <a:pt x="58" y="15"/>
                </a:cubicBezTo>
                <a:cubicBezTo>
                  <a:pt x="62" y="15"/>
                  <a:pt x="66" y="18"/>
                  <a:pt x="66" y="22"/>
                </a:cubicBezTo>
                <a:cubicBezTo>
                  <a:pt x="66" y="25"/>
                  <a:pt x="64" y="27"/>
                  <a:pt x="62" y="28"/>
                </a:cubicBezTo>
                <a:cubicBezTo>
                  <a:pt x="55" y="32"/>
                  <a:pt x="51" y="39"/>
                  <a:pt x="51" y="47"/>
                </a:cubicBezTo>
                <a:cubicBezTo>
                  <a:pt x="10" y="70"/>
                  <a:pt x="10" y="70"/>
                  <a:pt x="10" y="70"/>
                </a:cubicBezTo>
                <a:cubicBezTo>
                  <a:pt x="4" y="74"/>
                  <a:pt x="0" y="81"/>
                  <a:pt x="0" y="87"/>
                </a:cubicBezTo>
                <a:cubicBezTo>
                  <a:pt x="0" y="95"/>
                  <a:pt x="7" y="102"/>
                  <a:pt x="15" y="102"/>
                </a:cubicBezTo>
                <a:cubicBezTo>
                  <a:pt x="102" y="102"/>
                  <a:pt x="102" y="102"/>
                  <a:pt x="102" y="102"/>
                </a:cubicBezTo>
                <a:cubicBezTo>
                  <a:pt x="110" y="102"/>
                  <a:pt x="116" y="95"/>
                  <a:pt x="116" y="87"/>
                </a:cubicBezTo>
                <a:cubicBezTo>
                  <a:pt x="116" y="81"/>
                  <a:pt x="112" y="74"/>
                  <a:pt x="107" y="70"/>
                </a:cubicBezTo>
                <a:close/>
                <a:moveTo>
                  <a:pt x="15" y="87"/>
                </a:moveTo>
                <a:cubicBezTo>
                  <a:pt x="15" y="86"/>
                  <a:pt x="16" y="83"/>
                  <a:pt x="17" y="83"/>
                </a:cubicBezTo>
                <a:cubicBezTo>
                  <a:pt x="58" y="60"/>
                  <a:pt x="58" y="60"/>
                  <a:pt x="58" y="60"/>
                </a:cubicBezTo>
                <a:cubicBezTo>
                  <a:pt x="99" y="82"/>
                  <a:pt x="99" y="82"/>
                  <a:pt x="99" y="82"/>
                </a:cubicBezTo>
                <a:cubicBezTo>
                  <a:pt x="100" y="83"/>
                  <a:pt x="102" y="86"/>
                  <a:pt x="102" y="87"/>
                </a:cubicBezTo>
                <a:lnTo>
                  <a:pt x="15" y="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0" name="Google Shape;4100;p17"/>
          <p:cNvSpPr/>
          <p:nvPr/>
        </p:nvSpPr>
        <p:spPr>
          <a:xfrm>
            <a:off x="5599113" y="1274763"/>
            <a:ext cx="292100" cy="255587"/>
          </a:xfrm>
          <a:custGeom>
            <a:rect b="b" l="l" r="r" t="t"/>
            <a:pathLst>
              <a:path extrusionOk="0" h="101" w="116">
                <a:moveTo>
                  <a:pt x="87" y="69"/>
                </a:moveTo>
                <a:cubicBezTo>
                  <a:pt x="87" y="46"/>
                  <a:pt x="87" y="28"/>
                  <a:pt x="93" y="10"/>
                </a:cubicBezTo>
                <a:cubicBezTo>
                  <a:pt x="93" y="8"/>
                  <a:pt x="93" y="6"/>
                  <a:pt x="91" y="6"/>
                </a:cubicBezTo>
                <a:cubicBezTo>
                  <a:pt x="86" y="4"/>
                  <a:pt x="74" y="0"/>
                  <a:pt x="58" y="0"/>
                </a:cubicBezTo>
                <a:cubicBezTo>
                  <a:pt x="42" y="0"/>
                  <a:pt x="30" y="4"/>
                  <a:pt x="24" y="6"/>
                </a:cubicBezTo>
                <a:cubicBezTo>
                  <a:pt x="23" y="6"/>
                  <a:pt x="22" y="8"/>
                  <a:pt x="22" y="10"/>
                </a:cubicBezTo>
                <a:cubicBezTo>
                  <a:pt x="28" y="28"/>
                  <a:pt x="28" y="46"/>
                  <a:pt x="29" y="69"/>
                </a:cubicBezTo>
                <a:cubicBezTo>
                  <a:pt x="11" y="66"/>
                  <a:pt x="0" y="63"/>
                  <a:pt x="0" y="72"/>
                </a:cubicBezTo>
                <a:cubicBezTo>
                  <a:pt x="0" y="78"/>
                  <a:pt x="7" y="87"/>
                  <a:pt x="21" y="94"/>
                </a:cubicBezTo>
                <a:cubicBezTo>
                  <a:pt x="30" y="98"/>
                  <a:pt x="43" y="101"/>
                  <a:pt x="58" y="101"/>
                </a:cubicBezTo>
                <a:cubicBezTo>
                  <a:pt x="72" y="101"/>
                  <a:pt x="85" y="98"/>
                  <a:pt x="94" y="94"/>
                </a:cubicBezTo>
                <a:cubicBezTo>
                  <a:pt x="108" y="87"/>
                  <a:pt x="116" y="77"/>
                  <a:pt x="116" y="72"/>
                </a:cubicBezTo>
                <a:cubicBezTo>
                  <a:pt x="116" y="63"/>
                  <a:pt x="104" y="66"/>
                  <a:pt x="87" y="69"/>
                </a:cubicBezTo>
                <a:close/>
                <a:moveTo>
                  <a:pt x="43" y="13"/>
                </a:moveTo>
                <a:cubicBezTo>
                  <a:pt x="43" y="13"/>
                  <a:pt x="43" y="13"/>
                  <a:pt x="43" y="13"/>
                </a:cubicBezTo>
                <a:cubicBezTo>
                  <a:pt x="47" y="27"/>
                  <a:pt x="48" y="42"/>
                  <a:pt x="48" y="59"/>
                </a:cubicBezTo>
                <a:cubicBezTo>
                  <a:pt x="48" y="63"/>
                  <a:pt x="48" y="67"/>
                  <a:pt x="48" y="71"/>
                </a:cubicBezTo>
                <a:cubicBezTo>
                  <a:pt x="46" y="71"/>
                  <a:pt x="36" y="71"/>
                  <a:pt x="34" y="70"/>
                </a:cubicBezTo>
                <a:cubicBezTo>
                  <a:pt x="34" y="67"/>
                  <a:pt x="34" y="63"/>
                  <a:pt x="34" y="59"/>
                </a:cubicBezTo>
                <a:cubicBezTo>
                  <a:pt x="34" y="42"/>
                  <a:pt x="33" y="28"/>
                  <a:pt x="29" y="13"/>
                </a:cubicBezTo>
                <a:cubicBezTo>
                  <a:pt x="29" y="11"/>
                  <a:pt x="29" y="11"/>
                  <a:pt x="29" y="11"/>
                </a:cubicBezTo>
                <a:cubicBezTo>
                  <a:pt x="31" y="12"/>
                  <a:pt x="40" y="12"/>
                  <a:pt x="43" y="13"/>
                </a:cubicBezTo>
                <a:close/>
                <a:moveTo>
                  <a:pt x="110" y="76"/>
                </a:moveTo>
                <a:cubicBezTo>
                  <a:pt x="109" y="77"/>
                  <a:pt x="109" y="77"/>
                  <a:pt x="109" y="77"/>
                </a:cubicBezTo>
                <a:cubicBezTo>
                  <a:pt x="105" y="80"/>
                  <a:pt x="100" y="84"/>
                  <a:pt x="94" y="87"/>
                </a:cubicBezTo>
                <a:cubicBezTo>
                  <a:pt x="85" y="91"/>
                  <a:pt x="71" y="94"/>
                  <a:pt x="58" y="94"/>
                </a:cubicBezTo>
                <a:cubicBezTo>
                  <a:pt x="44" y="94"/>
                  <a:pt x="30" y="91"/>
                  <a:pt x="21" y="87"/>
                </a:cubicBezTo>
                <a:cubicBezTo>
                  <a:pt x="15" y="84"/>
                  <a:pt x="10" y="80"/>
                  <a:pt x="6" y="77"/>
                </a:cubicBezTo>
                <a:cubicBezTo>
                  <a:pt x="6" y="76"/>
                  <a:pt x="6" y="76"/>
                  <a:pt x="6" y="76"/>
                </a:cubicBezTo>
                <a:cubicBezTo>
                  <a:pt x="6" y="76"/>
                  <a:pt x="6" y="76"/>
                  <a:pt x="6" y="76"/>
                </a:cubicBezTo>
                <a:cubicBezTo>
                  <a:pt x="6" y="74"/>
                  <a:pt x="7" y="73"/>
                  <a:pt x="8" y="72"/>
                </a:cubicBezTo>
                <a:cubicBezTo>
                  <a:pt x="10" y="71"/>
                  <a:pt x="12" y="71"/>
                  <a:pt x="13" y="72"/>
                </a:cubicBezTo>
                <a:cubicBezTo>
                  <a:pt x="16" y="74"/>
                  <a:pt x="19" y="76"/>
                  <a:pt x="22" y="78"/>
                </a:cubicBezTo>
                <a:cubicBezTo>
                  <a:pt x="31" y="82"/>
                  <a:pt x="44" y="85"/>
                  <a:pt x="58" y="85"/>
                </a:cubicBezTo>
                <a:cubicBezTo>
                  <a:pt x="71" y="85"/>
                  <a:pt x="84" y="82"/>
                  <a:pt x="93" y="78"/>
                </a:cubicBezTo>
                <a:cubicBezTo>
                  <a:pt x="97" y="76"/>
                  <a:pt x="100" y="74"/>
                  <a:pt x="103" y="72"/>
                </a:cubicBezTo>
                <a:cubicBezTo>
                  <a:pt x="104" y="71"/>
                  <a:pt x="106" y="71"/>
                  <a:pt x="107" y="72"/>
                </a:cubicBezTo>
                <a:cubicBezTo>
                  <a:pt x="109" y="72"/>
                  <a:pt x="110" y="74"/>
                  <a:pt x="110" y="75"/>
                </a:cubicBezTo>
                <a:lnTo>
                  <a:pt x="110" y="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1" name="Google Shape;4101;p17"/>
          <p:cNvGrpSpPr/>
          <p:nvPr/>
        </p:nvGrpSpPr>
        <p:grpSpPr>
          <a:xfrm>
            <a:off x="6202363" y="1274763"/>
            <a:ext cx="274638" cy="274638"/>
            <a:chOff x="6202363" y="1274763"/>
            <a:chExt cx="274638" cy="274638"/>
          </a:xfrm>
        </p:grpSpPr>
        <p:sp>
          <p:nvSpPr>
            <p:cNvPr id="4102" name="Google Shape;4102;p17"/>
            <p:cNvSpPr/>
            <p:nvPr/>
          </p:nvSpPr>
          <p:spPr>
            <a:xfrm>
              <a:off x="6202363" y="1274763"/>
              <a:ext cx="219075" cy="107950"/>
            </a:xfrm>
            <a:custGeom>
              <a:rect b="b" l="l" r="r" t="t"/>
              <a:pathLst>
                <a:path extrusionOk="0" h="43" w="87">
                  <a:moveTo>
                    <a:pt x="7" y="0"/>
                  </a:moveTo>
                  <a:cubicBezTo>
                    <a:pt x="3" y="0"/>
                    <a:pt x="0" y="3"/>
                    <a:pt x="0" y="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0"/>
                    <a:pt x="3" y="43"/>
                    <a:pt x="7" y="43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87" y="0"/>
                    <a:pt x="87" y="0"/>
                    <a:pt x="87" y="0"/>
                  </a:cubicBezTo>
                  <a:lnTo>
                    <a:pt x="7" y="0"/>
                  </a:lnTo>
                  <a:close/>
                  <a:moveTo>
                    <a:pt x="65" y="21"/>
                  </a:moveTo>
                  <a:cubicBezTo>
                    <a:pt x="58" y="21"/>
                    <a:pt x="58" y="21"/>
                    <a:pt x="58" y="21"/>
                  </a:cubicBezTo>
                  <a:cubicBezTo>
                    <a:pt x="58" y="14"/>
                    <a:pt x="58" y="14"/>
                    <a:pt x="58" y="14"/>
                  </a:cubicBezTo>
                  <a:cubicBezTo>
                    <a:pt x="65" y="14"/>
                    <a:pt x="65" y="14"/>
                    <a:pt x="65" y="14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3" name="Google Shape;4103;p17"/>
            <p:cNvSpPr/>
            <p:nvPr/>
          </p:nvSpPr>
          <p:spPr>
            <a:xfrm>
              <a:off x="6418263" y="1292225"/>
              <a:ext cx="58738" cy="73025"/>
            </a:xfrm>
            <a:custGeom>
              <a:rect b="b" l="l" r="r" t="t"/>
              <a:pathLst>
                <a:path extrusionOk="0" h="46" w="37">
                  <a:moveTo>
                    <a:pt x="13" y="0"/>
                  </a:moveTo>
                  <a:lnTo>
                    <a:pt x="0" y="46"/>
                  </a:lnTo>
                  <a:lnTo>
                    <a:pt x="22" y="46"/>
                  </a:lnTo>
                  <a:lnTo>
                    <a:pt x="37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4" name="Google Shape;4104;p17"/>
            <p:cNvSpPr/>
            <p:nvPr/>
          </p:nvSpPr>
          <p:spPr>
            <a:xfrm>
              <a:off x="6202363" y="1401763"/>
              <a:ext cx="128588" cy="147638"/>
            </a:xfrm>
            <a:custGeom>
              <a:rect b="b" l="l" r="r" t="t"/>
              <a:pathLst>
                <a:path extrusionOk="0" h="59" w="51">
                  <a:moveTo>
                    <a:pt x="36" y="0"/>
                  </a:moveTo>
                  <a:cubicBezTo>
                    <a:pt x="36" y="37"/>
                    <a:pt x="36" y="37"/>
                    <a:pt x="3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3"/>
                    <a:pt x="11" y="29"/>
                    <a:pt x="7" y="29"/>
                  </a:cubicBezTo>
                  <a:cubicBezTo>
                    <a:pt x="3" y="29"/>
                    <a:pt x="0" y="33"/>
                    <a:pt x="0" y="37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3" y="59"/>
                    <a:pt x="7" y="59"/>
                  </a:cubicBezTo>
                  <a:cubicBezTo>
                    <a:pt x="11" y="59"/>
                    <a:pt x="15" y="55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5" name="Google Shape;4105;p17"/>
          <p:cNvGrpSpPr/>
          <p:nvPr/>
        </p:nvGrpSpPr>
        <p:grpSpPr>
          <a:xfrm>
            <a:off x="3841751" y="1254125"/>
            <a:ext cx="293688" cy="295275"/>
            <a:chOff x="3841751" y="1254125"/>
            <a:chExt cx="293688" cy="295275"/>
          </a:xfrm>
        </p:grpSpPr>
        <p:sp>
          <p:nvSpPr>
            <p:cNvPr id="4106" name="Google Shape;4106;p17"/>
            <p:cNvSpPr/>
            <p:nvPr/>
          </p:nvSpPr>
          <p:spPr>
            <a:xfrm>
              <a:off x="3841751" y="1420813"/>
              <a:ext cx="127000" cy="55563"/>
            </a:xfrm>
            <a:custGeom>
              <a:rect b="b" l="l" r="r" t="t"/>
              <a:pathLst>
                <a:path extrusionOk="0" h="22" w="50">
                  <a:moveTo>
                    <a:pt x="5" y="18"/>
                  </a:moveTo>
                  <a:cubicBezTo>
                    <a:pt x="19" y="22"/>
                    <a:pt x="19" y="22"/>
                    <a:pt x="19" y="22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4" y="1"/>
                    <a:pt x="3" y="2"/>
                  </a:cubicBezTo>
                  <a:cubicBezTo>
                    <a:pt x="1" y="4"/>
                    <a:pt x="0" y="6"/>
                    <a:pt x="0" y="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4"/>
                    <a:pt x="2" y="17"/>
                    <a:pt x="5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17"/>
            <p:cNvSpPr/>
            <p:nvPr/>
          </p:nvSpPr>
          <p:spPr>
            <a:xfrm>
              <a:off x="4037013" y="1504950"/>
              <a:ext cx="98425" cy="42863"/>
            </a:xfrm>
            <a:custGeom>
              <a:rect b="b" l="l" r="r" t="t"/>
              <a:pathLst>
                <a:path extrusionOk="0" h="17" w="39">
                  <a:moveTo>
                    <a:pt x="34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2" y="17"/>
                    <a:pt x="34" y="17"/>
                    <a:pt x="36" y="16"/>
                  </a:cubicBezTo>
                  <a:cubicBezTo>
                    <a:pt x="38" y="14"/>
                    <a:pt x="39" y="12"/>
                    <a:pt x="39" y="10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4"/>
                    <a:pt x="37" y="1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17"/>
            <p:cNvSpPr/>
            <p:nvPr/>
          </p:nvSpPr>
          <p:spPr>
            <a:xfrm>
              <a:off x="3841751" y="1438275"/>
              <a:ext cx="293688" cy="111125"/>
            </a:xfrm>
            <a:custGeom>
              <a:rect b="b" l="l" r="r" t="t"/>
              <a:pathLst>
                <a:path extrusionOk="0" h="44" w="116">
                  <a:moveTo>
                    <a:pt x="113" y="2"/>
                  </a:moveTo>
                  <a:cubicBezTo>
                    <a:pt x="112" y="1"/>
                    <a:pt x="110" y="0"/>
                    <a:pt x="109" y="0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2" y="27"/>
                    <a:pt x="0" y="30"/>
                    <a:pt x="0" y="3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8"/>
                    <a:pt x="1" y="41"/>
                    <a:pt x="2" y="42"/>
                  </a:cubicBezTo>
                  <a:cubicBezTo>
                    <a:pt x="4" y="43"/>
                    <a:pt x="5" y="44"/>
                    <a:pt x="7" y="44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110" y="18"/>
                    <a:pt x="110" y="18"/>
                    <a:pt x="110" y="18"/>
                  </a:cubicBezTo>
                  <a:cubicBezTo>
                    <a:pt x="114" y="17"/>
                    <a:pt x="116" y="14"/>
                    <a:pt x="116" y="11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6" y="5"/>
                    <a:pt x="115" y="3"/>
                    <a:pt x="11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17"/>
            <p:cNvSpPr/>
            <p:nvPr/>
          </p:nvSpPr>
          <p:spPr>
            <a:xfrm>
              <a:off x="3908426" y="1254125"/>
              <a:ext cx="165100" cy="201613"/>
            </a:xfrm>
            <a:custGeom>
              <a:rect b="b" l="l" r="r" t="t"/>
              <a:pathLst>
                <a:path extrusionOk="0" h="80" w="66">
                  <a:moveTo>
                    <a:pt x="14" y="59"/>
                  </a:moveTo>
                  <a:cubicBezTo>
                    <a:pt x="20" y="72"/>
                    <a:pt x="43" y="80"/>
                    <a:pt x="54" y="63"/>
                  </a:cubicBezTo>
                  <a:cubicBezTo>
                    <a:pt x="66" y="46"/>
                    <a:pt x="56" y="19"/>
                    <a:pt x="35" y="0"/>
                  </a:cubicBezTo>
                  <a:cubicBezTo>
                    <a:pt x="39" y="20"/>
                    <a:pt x="0" y="28"/>
                    <a:pt x="14" y="59"/>
                  </a:cubicBezTo>
                  <a:close/>
                  <a:moveTo>
                    <a:pt x="26" y="51"/>
                  </a:moveTo>
                  <a:cubicBezTo>
                    <a:pt x="29" y="48"/>
                    <a:pt x="37" y="44"/>
                    <a:pt x="38" y="29"/>
                  </a:cubicBezTo>
                  <a:cubicBezTo>
                    <a:pt x="55" y="41"/>
                    <a:pt x="47" y="69"/>
                    <a:pt x="35" y="66"/>
                  </a:cubicBezTo>
                  <a:cubicBezTo>
                    <a:pt x="22" y="64"/>
                    <a:pt x="23" y="55"/>
                    <a:pt x="26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0" name="Google Shape;4110;p17"/>
          <p:cNvGrpSpPr/>
          <p:nvPr/>
        </p:nvGrpSpPr>
        <p:grpSpPr>
          <a:xfrm>
            <a:off x="4427538" y="1254125"/>
            <a:ext cx="292100" cy="295275"/>
            <a:chOff x="4427538" y="1254125"/>
            <a:chExt cx="292100" cy="295275"/>
          </a:xfrm>
        </p:grpSpPr>
        <p:sp>
          <p:nvSpPr>
            <p:cNvPr id="4111" name="Google Shape;4111;p17"/>
            <p:cNvSpPr/>
            <p:nvPr/>
          </p:nvSpPr>
          <p:spPr>
            <a:xfrm>
              <a:off x="4471988" y="1287463"/>
              <a:ext cx="33338" cy="33338"/>
            </a:xfrm>
            <a:custGeom>
              <a:rect b="b" l="l" r="r" t="t"/>
              <a:pathLst>
                <a:path extrusionOk="0" h="13" w="13">
                  <a:moveTo>
                    <a:pt x="12" y="7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6"/>
                    <a:pt x="2" y="7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3"/>
                    <a:pt x="10" y="13"/>
                    <a:pt x="12" y="12"/>
                  </a:cubicBezTo>
                  <a:cubicBezTo>
                    <a:pt x="13" y="11"/>
                    <a:pt x="13" y="8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2" name="Google Shape;4112;p17"/>
            <p:cNvSpPr/>
            <p:nvPr/>
          </p:nvSpPr>
          <p:spPr>
            <a:xfrm>
              <a:off x="4427538" y="1382713"/>
              <a:ext cx="34925" cy="19050"/>
            </a:xfrm>
            <a:custGeom>
              <a:rect b="b" l="l" r="r" t="t"/>
              <a:pathLst>
                <a:path extrusionOk="0" h="7" w="14">
                  <a:moveTo>
                    <a:pt x="1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7"/>
                    <a:pt x="4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3" y="7"/>
                    <a:pt x="14" y="6"/>
                    <a:pt x="14" y="4"/>
                  </a:cubicBezTo>
                  <a:cubicBezTo>
                    <a:pt x="14" y="2"/>
                    <a:pt x="13" y="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17"/>
            <p:cNvSpPr/>
            <p:nvPr/>
          </p:nvSpPr>
          <p:spPr>
            <a:xfrm>
              <a:off x="4684713" y="1401763"/>
              <a:ext cx="34925" cy="19050"/>
            </a:xfrm>
            <a:custGeom>
              <a:rect b="b" l="l" r="r" t="t"/>
              <a:pathLst>
                <a:path extrusionOk="0" h="8" w="14">
                  <a:moveTo>
                    <a:pt x="10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2" y="8"/>
                    <a:pt x="14" y="6"/>
                    <a:pt x="14" y="4"/>
                  </a:cubicBezTo>
                  <a:cubicBezTo>
                    <a:pt x="14" y="2"/>
                    <a:pt x="12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17"/>
            <p:cNvSpPr/>
            <p:nvPr/>
          </p:nvSpPr>
          <p:spPr>
            <a:xfrm>
              <a:off x="4654551" y="1303338"/>
              <a:ext cx="31750" cy="31750"/>
            </a:xfrm>
            <a:custGeom>
              <a:rect b="b" l="l" r="r" t="t"/>
              <a:pathLst>
                <a:path extrusionOk="0" h="13" w="13">
                  <a:moveTo>
                    <a:pt x="12" y="1"/>
                  </a:moveTo>
                  <a:cubicBezTo>
                    <a:pt x="10" y="0"/>
                    <a:pt x="8" y="0"/>
                    <a:pt x="6" y="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7"/>
                    <a:pt x="0" y="10"/>
                    <a:pt x="1" y="11"/>
                  </a:cubicBezTo>
                  <a:cubicBezTo>
                    <a:pt x="3" y="13"/>
                    <a:pt x="5" y="13"/>
                    <a:pt x="6" y="11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5"/>
                    <a:pt x="13" y="2"/>
                    <a:pt x="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17"/>
            <p:cNvSpPr/>
            <p:nvPr/>
          </p:nvSpPr>
          <p:spPr>
            <a:xfrm>
              <a:off x="4573588" y="1254125"/>
              <a:ext cx="17463" cy="38100"/>
            </a:xfrm>
            <a:custGeom>
              <a:rect b="b" l="l" r="r" t="t"/>
              <a:pathLst>
                <a:path extrusionOk="0" h="15" w="7">
                  <a:moveTo>
                    <a:pt x="4" y="15"/>
                  </a:moveTo>
                  <a:cubicBezTo>
                    <a:pt x="5" y="15"/>
                    <a:pt x="6" y="14"/>
                    <a:pt x="6" y="14"/>
                  </a:cubicBezTo>
                  <a:cubicBezTo>
                    <a:pt x="7" y="13"/>
                    <a:pt x="7" y="12"/>
                    <a:pt x="7" y="1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2"/>
                    <a:pt x="6" y="0"/>
                    <a:pt x="4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3"/>
                    <a:pt x="2" y="15"/>
                    <a:pt x="4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17"/>
            <p:cNvSpPr/>
            <p:nvPr/>
          </p:nvSpPr>
          <p:spPr>
            <a:xfrm>
              <a:off x="4500563" y="1327150"/>
              <a:ext cx="146050" cy="166688"/>
            </a:xfrm>
            <a:custGeom>
              <a:rect b="b" l="l" r="r" t="t"/>
              <a:pathLst>
                <a:path extrusionOk="0" h="66" w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0"/>
                    <a:pt x="6" y="49"/>
                    <a:pt x="14" y="54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52" y="49"/>
                    <a:pt x="58" y="40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40" y="48"/>
                  </a:moveTo>
                  <a:cubicBezTo>
                    <a:pt x="36" y="50"/>
                    <a:pt x="36" y="50"/>
                    <a:pt x="36" y="5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1" y="44"/>
                    <a:pt x="7" y="37"/>
                    <a:pt x="7" y="29"/>
                  </a:cubicBezTo>
                  <a:cubicBezTo>
                    <a:pt x="7" y="17"/>
                    <a:pt x="17" y="8"/>
                    <a:pt x="29" y="8"/>
                  </a:cubicBezTo>
                  <a:cubicBezTo>
                    <a:pt x="41" y="8"/>
                    <a:pt x="51" y="17"/>
                    <a:pt x="51" y="29"/>
                  </a:cubicBezTo>
                  <a:cubicBezTo>
                    <a:pt x="51" y="37"/>
                    <a:pt x="47" y="44"/>
                    <a:pt x="40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17"/>
            <p:cNvSpPr/>
            <p:nvPr/>
          </p:nvSpPr>
          <p:spPr>
            <a:xfrm>
              <a:off x="4535488" y="1511300"/>
              <a:ext cx="76200" cy="38100"/>
            </a:xfrm>
            <a:custGeom>
              <a:rect b="b" l="l" r="r" t="t"/>
              <a:pathLst>
                <a:path extrusionOk="0" h="15" w="30">
                  <a:moveTo>
                    <a:pt x="0" y="7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2"/>
                    <a:pt x="11" y="15"/>
                    <a:pt x="15" y="15"/>
                  </a:cubicBezTo>
                  <a:cubicBezTo>
                    <a:pt x="19" y="15"/>
                    <a:pt x="22" y="12"/>
                    <a:pt x="22" y="8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8" name="Google Shape;4118;p17"/>
          <p:cNvGrpSpPr/>
          <p:nvPr/>
        </p:nvGrpSpPr>
        <p:grpSpPr>
          <a:xfrm>
            <a:off x="2670176" y="1254125"/>
            <a:ext cx="274638" cy="295275"/>
            <a:chOff x="2670176" y="1254125"/>
            <a:chExt cx="274638" cy="295275"/>
          </a:xfrm>
        </p:grpSpPr>
        <p:sp>
          <p:nvSpPr>
            <p:cNvPr id="4119" name="Google Shape;4119;p17"/>
            <p:cNvSpPr/>
            <p:nvPr/>
          </p:nvSpPr>
          <p:spPr>
            <a:xfrm>
              <a:off x="2687638" y="1438275"/>
              <a:ext cx="111125" cy="1111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17"/>
            <p:cNvSpPr/>
            <p:nvPr/>
          </p:nvSpPr>
          <p:spPr>
            <a:xfrm>
              <a:off x="2816226" y="1438275"/>
              <a:ext cx="111125" cy="1111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17"/>
            <p:cNvSpPr/>
            <p:nvPr/>
          </p:nvSpPr>
          <p:spPr>
            <a:xfrm>
              <a:off x="2670176" y="1254125"/>
              <a:ext cx="274638" cy="166688"/>
            </a:xfrm>
            <a:custGeom>
              <a:rect b="b" l="l" r="r" t="t"/>
              <a:pathLst>
                <a:path extrusionOk="0" h="66" w="109">
                  <a:moveTo>
                    <a:pt x="65" y="37"/>
                  </a:moveTo>
                  <a:cubicBezTo>
                    <a:pt x="65" y="36"/>
                    <a:pt x="65" y="36"/>
                    <a:pt x="65" y="36"/>
                  </a:cubicBezTo>
                  <a:cubicBezTo>
                    <a:pt x="76" y="35"/>
                    <a:pt x="94" y="31"/>
                    <a:pt x="94" y="19"/>
                  </a:cubicBezTo>
                  <a:cubicBezTo>
                    <a:pt x="94" y="9"/>
                    <a:pt x="85" y="0"/>
                    <a:pt x="76" y="0"/>
                  </a:cubicBezTo>
                  <a:cubicBezTo>
                    <a:pt x="68" y="0"/>
                    <a:pt x="60" y="8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49" y="8"/>
                    <a:pt x="41" y="0"/>
                    <a:pt x="33" y="0"/>
                  </a:cubicBezTo>
                  <a:cubicBezTo>
                    <a:pt x="24" y="0"/>
                    <a:pt x="15" y="9"/>
                    <a:pt x="15" y="19"/>
                  </a:cubicBezTo>
                  <a:cubicBezTo>
                    <a:pt x="15" y="31"/>
                    <a:pt x="33" y="35"/>
                    <a:pt x="44" y="36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109" y="66"/>
                    <a:pt x="109" y="66"/>
                    <a:pt x="109" y="66"/>
                  </a:cubicBezTo>
                  <a:cubicBezTo>
                    <a:pt x="109" y="37"/>
                    <a:pt x="109" y="37"/>
                    <a:pt x="109" y="37"/>
                  </a:cubicBezTo>
                  <a:lnTo>
                    <a:pt x="65" y="37"/>
                  </a:lnTo>
                  <a:close/>
                  <a:moveTo>
                    <a:pt x="22" y="19"/>
                  </a:moveTo>
                  <a:cubicBezTo>
                    <a:pt x="22" y="13"/>
                    <a:pt x="28" y="8"/>
                    <a:pt x="33" y="8"/>
                  </a:cubicBezTo>
                  <a:cubicBezTo>
                    <a:pt x="38" y="8"/>
                    <a:pt x="42" y="16"/>
                    <a:pt x="43" y="29"/>
                  </a:cubicBezTo>
                  <a:cubicBezTo>
                    <a:pt x="33" y="28"/>
                    <a:pt x="22" y="25"/>
                    <a:pt x="22" y="19"/>
                  </a:cubicBezTo>
                  <a:close/>
                  <a:moveTo>
                    <a:pt x="76" y="8"/>
                  </a:moveTo>
                  <a:cubicBezTo>
                    <a:pt x="81" y="8"/>
                    <a:pt x="87" y="13"/>
                    <a:pt x="87" y="19"/>
                  </a:cubicBezTo>
                  <a:cubicBezTo>
                    <a:pt x="87" y="24"/>
                    <a:pt x="76" y="28"/>
                    <a:pt x="66" y="29"/>
                  </a:cubicBezTo>
                  <a:cubicBezTo>
                    <a:pt x="67" y="16"/>
                    <a:pt x="71" y="8"/>
                    <a:pt x="76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2" name="Google Shape;4122;p17"/>
          <p:cNvGrpSpPr/>
          <p:nvPr/>
        </p:nvGrpSpPr>
        <p:grpSpPr>
          <a:xfrm>
            <a:off x="3257551" y="1254125"/>
            <a:ext cx="296863" cy="298451"/>
            <a:chOff x="3257551" y="1254125"/>
            <a:chExt cx="296863" cy="298451"/>
          </a:xfrm>
        </p:grpSpPr>
        <p:sp>
          <p:nvSpPr>
            <p:cNvPr id="4123" name="Google Shape;4123;p17"/>
            <p:cNvSpPr/>
            <p:nvPr/>
          </p:nvSpPr>
          <p:spPr>
            <a:xfrm>
              <a:off x="3257551" y="1254125"/>
              <a:ext cx="244475" cy="247650"/>
            </a:xfrm>
            <a:custGeom>
              <a:rect b="b" l="l" r="r" t="t"/>
              <a:pathLst>
                <a:path extrusionOk="0" h="98" w="97">
                  <a:moveTo>
                    <a:pt x="66" y="41"/>
                  </a:moveTo>
                  <a:cubicBezTo>
                    <a:pt x="64" y="39"/>
                    <a:pt x="59" y="39"/>
                    <a:pt x="56" y="41"/>
                  </a:cubicBezTo>
                  <a:cubicBezTo>
                    <a:pt x="56" y="41"/>
                    <a:pt x="66" y="31"/>
                    <a:pt x="51" y="16"/>
                  </a:cubicBezTo>
                  <a:cubicBezTo>
                    <a:pt x="46" y="11"/>
                    <a:pt x="36" y="0"/>
                    <a:pt x="36" y="0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10" y="47"/>
                    <a:pt x="15" y="52"/>
                  </a:cubicBezTo>
                  <a:cubicBezTo>
                    <a:pt x="30" y="67"/>
                    <a:pt x="41" y="57"/>
                    <a:pt x="41" y="57"/>
                  </a:cubicBezTo>
                  <a:cubicBezTo>
                    <a:pt x="38" y="60"/>
                    <a:pt x="38" y="64"/>
                    <a:pt x="41" y="67"/>
                  </a:cubicBezTo>
                  <a:cubicBezTo>
                    <a:pt x="72" y="98"/>
                    <a:pt x="72" y="98"/>
                    <a:pt x="72" y="98"/>
                  </a:cubicBezTo>
                  <a:cubicBezTo>
                    <a:pt x="97" y="72"/>
                    <a:pt x="97" y="72"/>
                    <a:pt x="97" y="72"/>
                  </a:cubicBezTo>
                  <a:lnTo>
                    <a:pt x="66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17"/>
            <p:cNvSpPr/>
            <p:nvPr/>
          </p:nvSpPr>
          <p:spPr>
            <a:xfrm>
              <a:off x="3451226" y="1449388"/>
              <a:ext cx="103188" cy="103188"/>
            </a:xfrm>
            <a:custGeom>
              <a:rect b="b" l="l" r="r" t="t"/>
              <a:pathLst>
                <a:path extrusionOk="0" h="41" w="41">
                  <a:moveTo>
                    <a:pt x="30" y="6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5" y="31"/>
                  </a:cubicBezTo>
                  <a:cubicBezTo>
                    <a:pt x="15" y="41"/>
                    <a:pt x="38" y="39"/>
                    <a:pt x="38" y="39"/>
                  </a:cubicBezTo>
                  <a:cubicBezTo>
                    <a:pt x="38" y="39"/>
                    <a:pt x="41" y="16"/>
                    <a:pt x="3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5" name="Google Shape;4125;p17"/>
          <p:cNvSpPr/>
          <p:nvPr/>
        </p:nvSpPr>
        <p:spPr>
          <a:xfrm>
            <a:off x="4427538" y="3013075"/>
            <a:ext cx="292100" cy="292100"/>
          </a:xfrm>
          <a:custGeom>
            <a:rect b="b" l="l" r="r" t="t"/>
            <a:pathLst>
              <a:path extrusionOk="0" h="116" w="116">
                <a:moveTo>
                  <a:pt x="116" y="73"/>
                </a:moveTo>
                <a:cubicBezTo>
                  <a:pt x="102" y="70"/>
                  <a:pt x="79" y="78"/>
                  <a:pt x="64" y="89"/>
                </a:cubicBezTo>
                <a:cubicBezTo>
                  <a:pt x="90" y="64"/>
                  <a:pt x="107" y="55"/>
                  <a:pt x="111" y="24"/>
                </a:cubicBezTo>
                <a:cubicBezTo>
                  <a:pt x="87" y="34"/>
                  <a:pt x="73" y="56"/>
                  <a:pt x="64" y="76"/>
                </a:cubicBezTo>
                <a:cubicBezTo>
                  <a:pt x="72" y="48"/>
                  <a:pt x="69" y="19"/>
                  <a:pt x="58" y="0"/>
                </a:cubicBezTo>
                <a:cubicBezTo>
                  <a:pt x="48" y="19"/>
                  <a:pt x="44" y="47"/>
                  <a:pt x="51" y="75"/>
                </a:cubicBezTo>
                <a:cubicBezTo>
                  <a:pt x="43" y="55"/>
                  <a:pt x="28" y="34"/>
                  <a:pt x="5" y="24"/>
                </a:cubicBezTo>
                <a:cubicBezTo>
                  <a:pt x="9" y="55"/>
                  <a:pt x="26" y="64"/>
                  <a:pt x="52" y="89"/>
                </a:cubicBezTo>
                <a:cubicBezTo>
                  <a:pt x="37" y="78"/>
                  <a:pt x="14" y="70"/>
                  <a:pt x="0" y="73"/>
                </a:cubicBezTo>
                <a:cubicBezTo>
                  <a:pt x="6" y="86"/>
                  <a:pt x="26" y="91"/>
                  <a:pt x="48" y="93"/>
                </a:cubicBezTo>
                <a:cubicBezTo>
                  <a:pt x="32" y="97"/>
                  <a:pt x="21" y="97"/>
                  <a:pt x="10" y="104"/>
                </a:cubicBezTo>
                <a:cubicBezTo>
                  <a:pt x="27" y="110"/>
                  <a:pt x="43" y="106"/>
                  <a:pt x="54" y="94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5" y="116"/>
                  <a:pt x="65" y="116"/>
                  <a:pt x="65" y="116"/>
                </a:cubicBezTo>
                <a:cubicBezTo>
                  <a:pt x="62" y="94"/>
                  <a:pt x="62" y="94"/>
                  <a:pt x="62" y="94"/>
                </a:cubicBezTo>
                <a:cubicBezTo>
                  <a:pt x="73" y="106"/>
                  <a:pt x="89" y="110"/>
                  <a:pt x="106" y="104"/>
                </a:cubicBezTo>
                <a:cubicBezTo>
                  <a:pt x="95" y="97"/>
                  <a:pt x="84" y="97"/>
                  <a:pt x="68" y="93"/>
                </a:cubicBezTo>
                <a:cubicBezTo>
                  <a:pt x="90" y="91"/>
                  <a:pt x="110" y="86"/>
                  <a:pt x="116" y="7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6" name="Google Shape;4126;p17"/>
          <p:cNvGrpSpPr/>
          <p:nvPr/>
        </p:nvGrpSpPr>
        <p:grpSpPr>
          <a:xfrm>
            <a:off x="5006976" y="3013075"/>
            <a:ext cx="304800" cy="292100"/>
            <a:chOff x="5006976" y="3013075"/>
            <a:chExt cx="304800" cy="292100"/>
          </a:xfrm>
        </p:grpSpPr>
        <p:sp>
          <p:nvSpPr>
            <p:cNvPr id="4127" name="Google Shape;4127;p17"/>
            <p:cNvSpPr/>
            <p:nvPr/>
          </p:nvSpPr>
          <p:spPr>
            <a:xfrm>
              <a:off x="5102226" y="3179763"/>
              <a:ext cx="33338" cy="30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8" name="Google Shape;4128;p17"/>
            <p:cNvSpPr/>
            <p:nvPr/>
          </p:nvSpPr>
          <p:spPr>
            <a:xfrm>
              <a:off x="5181601" y="3179763"/>
              <a:ext cx="31750" cy="30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9" name="Google Shape;4129;p17"/>
            <p:cNvSpPr/>
            <p:nvPr/>
          </p:nvSpPr>
          <p:spPr>
            <a:xfrm>
              <a:off x="5122863" y="3051175"/>
              <a:ext cx="73025" cy="55563"/>
            </a:xfrm>
            <a:custGeom>
              <a:rect b="b" l="l" r="r" t="t"/>
              <a:pathLst>
                <a:path extrusionOk="0" h="35" w="46">
                  <a:moveTo>
                    <a:pt x="13" y="35"/>
                  </a:moveTo>
                  <a:lnTo>
                    <a:pt x="33" y="35"/>
                  </a:lnTo>
                  <a:lnTo>
                    <a:pt x="33" y="22"/>
                  </a:lnTo>
                  <a:lnTo>
                    <a:pt x="46" y="22"/>
                  </a:lnTo>
                  <a:lnTo>
                    <a:pt x="46" y="11"/>
                  </a:lnTo>
                  <a:lnTo>
                    <a:pt x="33" y="11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3" y="11"/>
                  </a:lnTo>
                  <a:lnTo>
                    <a:pt x="0" y="11"/>
                  </a:lnTo>
                  <a:lnTo>
                    <a:pt x="0" y="22"/>
                  </a:lnTo>
                  <a:lnTo>
                    <a:pt x="13" y="22"/>
                  </a:lnTo>
                  <a:lnTo>
                    <a:pt x="13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0" name="Google Shape;4130;p17"/>
            <p:cNvSpPr/>
            <p:nvPr/>
          </p:nvSpPr>
          <p:spPr>
            <a:xfrm>
              <a:off x="5006976" y="3013075"/>
              <a:ext cx="304800" cy="292100"/>
            </a:xfrm>
            <a:custGeom>
              <a:rect b="b" l="l" r="r" t="t"/>
              <a:pathLst>
                <a:path extrusionOk="0" h="116" w="121">
                  <a:moveTo>
                    <a:pt x="106" y="56"/>
                  </a:moveTo>
                  <a:cubicBezTo>
                    <a:pt x="106" y="56"/>
                    <a:pt x="106" y="56"/>
                    <a:pt x="106" y="56"/>
                  </a:cubicBezTo>
                  <a:cubicBezTo>
                    <a:pt x="105" y="46"/>
                    <a:pt x="100" y="38"/>
                    <a:pt x="92" y="32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3" y="39"/>
                    <a:pt x="19" y="46"/>
                    <a:pt x="18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5" y="60"/>
                    <a:pt x="0" y="74"/>
                    <a:pt x="3" y="87"/>
                  </a:cubicBezTo>
                  <a:cubicBezTo>
                    <a:pt x="5" y="87"/>
                    <a:pt x="8" y="86"/>
                    <a:pt x="10" y="85"/>
                  </a:cubicBezTo>
                  <a:cubicBezTo>
                    <a:pt x="14" y="83"/>
                    <a:pt x="17" y="80"/>
                    <a:pt x="19" y="76"/>
                  </a:cubicBezTo>
                  <a:cubicBezTo>
                    <a:pt x="25" y="97"/>
                    <a:pt x="41" y="116"/>
                    <a:pt x="62" y="116"/>
                  </a:cubicBezTo>
                  <a:cubicBezTo>
                    <a:pt x="81" y="116"/>
                    <a:pt x="97" y="98"/>
                    <a:pt x="103" y="79"/>
                  </a:cubicBezTo>
                  <a:cubicBezTo>
                    <a:pt x="105" y="81"/>
                    <a:pt x="108" y="84"/>
                    <a:pt x="111" y="85"/>
                  </a:cubicBezTo>
                  <a:cubicBezTo>
                    <a:pt x="113" y="86"/>
                    <a:pt x="115" y="87"/>
                    <a:pt x="117" y="87"/>
                  </a:cubicBezTo>
                  <a:cubicBezTo>
                    <a:pt x="121" y="76"/>
                    <a:pt x="116" y="63"/>
                    <a:pt x="106" y="56"/>
                  </a:cubicBezTo>
                  <a:close/>
                  <a:moveTo>
                    <a:pt x="88" y="8"/>
                  </a:moveTo>
                  <a:cubicBezTo>
                    <a:pt x="83" y="44"/>
                    <a:pt x="83" y="44"/>
                    <a:pt x="83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2" y="8"/>
                    <a:pt x="32" y="8"/>
                    <a:pt x="32" y="8"/>
                  </a:cubicBezTo>
                  <a:lnTo>
                    <a:pt x="88" y="8"/>
                  </a:lnTo>
                  <a:close/>
                  <a:moveTo>
                    <a:pt x="98" y="71"/>
                  </a:moveTo>
                  <a:cubicBezTo>
                    <a:pt x="93" y="90"/>
                    <a:pt x="79" y="109"/>
                    <a:pt x="62" y="109"/>
                  </a:cubicBezTo>
                  <a:cubicBezTo>
                    <a:pt x="43" y="109"/>
                    <a:pt x="30" y="89"/>
                    <a:pt x="25" y="71"/>
                  </a:cubicBezTo>
                  <a:cubicBezTo>
                    <a:pt x="25" y="69"/>
                    <a:pt x="24" y="67"/>
                    <a:pt x="24" y="65"/>
                  </a:cubicBezTo>
                  <a:cubicBezTo>
                    <a:pt x="36" y="65"/>
                    <a:pt x="46" y="59"/>
                    <a:pt x="53" y="51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78" y="59"/>
                    <a:pt x="88" y="65"/>
                    <a:pt x="99" y="65"/>
                  </a:cubicBezTo>
                  <a:cubicBezTo>
                    <a:pt x="99" y="67"/>
                    <a:pt x="99" y="69"/>
                    <a:pt x="98" y="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1" name="Google Shape;4131;p17"/>
          <p:cNvGrpSpPr/>
          <p:nvPr/>
        </p:nvGrpSpPr>
        <p:grpSpPr>
          <a:xfrm>
            <a:off x="5599113" y="3013075"/>
            <a:ext cx="292100" cy="292100"/>
            <a:chOff x="5599113" y="3013075"/>
            <a:chExt cx="292100" cy="292100"/>
          </a:xfrm>
        </p:grpSpPr>
        <p:sp>
          <p:nvSpPr>
            <p:cNvPr id="4132" name="Google Shape;4132;p17"/>
            <p:cNvSpPr/>
            <p:nvPr/>
          </p:nvSpPr>
          <p:spPr>
            <a:xfrm>
              <a:off x="5599113" y="3013075"/>
              <a:ext cx="292100" cy="292100"/>
            </a:xfrm>
            <a:custGeom>
              <a:rect b="b" l="l" r="r" t="t"/>
              <a:pathLst>
                <a:path extrusionOk="0" h="116" w="116">
                  <a:moveTo>
                    <a:pt x="94" y="66"/>
                  </a:moveTo>
                  <a:cubicBezTo>
                    <a:pt x="84" y="66"/>
                    <a:pt x="84" y="66"/>
                    <a:pt x="84" y="66"/>
                  </a:cubicBezTo>
                  <a:cubicBezTo>
                    <a:pt x="90" y="59"/>
                    <a:pt x="94" y="50"/>
                    <a:pt x="94" y="40"/>
                  </a:cubicBezTo>
                  <a:cubicBezTo>
                    <a:pt x="94" y="13"/>
                    <a:pt x="76" y="0"/>
                    <a:pt x="58" y="0"/>
                  </a:cubicBezTo>
                  <a:cubicBezTo>
                    <a:pt x="44" y="0"/>
                    <a:pt x="31" y="8"/>
                    <a:pt x="25" y="23"/>
                  </a:cubicBezTo>
                  <a:cubicBezTo>
                    <a:pt x="23" y="27"/>
                    <a:pt x="22" y="36"/>
                    <a:pt x="22" y="36"/>
                  </a:cubicBezTo>
                  <a:cubicBezTo>
                    <a:pt x="22" y="38"/>
                    <a:pt x="22" y="39"/>
                    <a:pt x="22" y="40"/>
                  </a:cubicBezTo>
                  <a:cubicBezTo>
                    <a:pt x="22" y="50"/>
                    <a:pt x="26" y="59"/>
                    <a:pt x="32" y="66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9" y="66"/>
                    <a:pt x="0" y="75"/>
                    <a:pt x="0" y="87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75"/>
                    <a:pt x="106" y="66"/>
                    <a:pt x="94" y="66"/>
                  </a:cubicBezTo>
                  <a:close/>
                  <a:moveTo>
                    <a:pt x="29" y="40"/>
                  </a:moveTo>
                  <a:cubicBezTo>
                    <a:pt x="29" y="38"/>
                    <a:pt x="30" y="36"/>
                    <a:pt x="30" y="34"/>
                  </a:cubicBezTo>
                  <a:cubicBezTo>
                    <a:pt x="36" y="31"/>
                    <a:pt x="40" y="26"/>
                    <a:pt x="43" y="19"/>
                  </a:cubicBezTo>
                  <a:cubicBezTo>
                    <a:pt x="49" y="26"/>
                    <a:pt x="63" y="31"/>
                    <a:pt x="78" y="31"/>
                  </a:cubicBezTo>
                  <a:cubicBezTo>
                    <a:pt x="81" y="31"/>
                    <a:pt x="83" y="30"/>
                    <a:pt x="85" y="30"/>
                  </a:cubicBezTo>
                  <a:cubicBezTo>
                    <a:pt x="86" y="33"/>
                    <a:pt x="87" y="36"/>
                    <a:pt x="87" y="40"/>
                  </a:cubicBezTo>
                  <a:cubicBezTo>
                    <a:pt x="87" y="58"/>
                    <a:pt x="69" y="73"/>
                    <a:pt x="58" y="73"/>
                  </a:cubicBezTo>
                  <a:cubicBezTo>
                    <a:pt x="47" y="73"/>
                    <a:pt x="29" y="58"/>
                    <a:pt x="29" y="40"/>
                  </a:cubicBezTo>
                  <a:close/>
                  <a:moveTo>
                    <a:pt x="7" y="109"/>
                  </a:moveTo>
                  <a:cubicBezTo>
                    <a:pt x="7" y="87"/>
                    <a:pt x="7" y="87"/>
                    <a:pt x="7" y="87"/>
                  </a:cubicBezTo>
                  <a:cubicBezTo>
                    <a:pt x="7" y="79"/>
                    <a:pt x="13" y="73"/>
                    <a:pt x="21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5" y="77"/>
                    <a:pt x="52" y="80"/>
                    <a:pt x="58" y="80"/>
                  </a:cubicBezTo>
                  <a:cubicBezTo>
                    <a:pt x="58" y="109"/>
                    <a:pt x="58" y="109"/>
                    <a:pt x="58" y="109"/>
                  </a:cubicBezTo>
                  <a:lnTo>
                    <a:pt x="7" y="109"/>
                  </a:lnTo>
                  <a:close/>
                  <a:moveTo>
                    <a:pt x="108" y="109"/>
                  </a:moveTo>
                  <a:cubicBezTo>
                    <a:pt x="65" y="109"/>
                    <a:pt x="65" y="109"/>
                    <a:pt x="65" y="109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9" y="78"/>
                    <a:pt x="73" y="76"/>
                    <a:pt x="77" y="73"/>
                  </a:cubicBezTo>
                  <a:cubicBezTo>
                    <a:pt x="94" y="73"/>
                    <a:pt x="94" y="73"/>
                    <a:pt x="94" y="73"/>
                  </a:cubicBezTo>
                  <a:cubicBezTo>
                    <a:pt x="102" y="73"/>
                    <a:pt x="108" y="79"/>
                    <a:pt x="108" y="87"/>
                  </a:cubicBezTo>
                  <a:lnTo>
                    <a:pt x="108" y="1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3" name="Google Shape;4133;p17"/>
            <p:cNvSpPr/>
            <p:nvPr/>
          </p:nvSpPr>
          <p:spPr>
            <a:xfrm>
              <a:off x="5707063" y="3106738"/>
              <a:ext cx="19050" cy="174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4" name="Google Shape;4134;p17"/>
            <p:cNvSpPr/>
            <p:nvPr/>
          </p:nvSpPr>
          <p:spPr>
            <a:xfrm>
              <a:off x="5762626" y="3106738"/>
              <a:ext cx="17463" cy="174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5" name="Google Shape;4135;p17"/>
            <p:cNvSpPr/>
            <p:nvPr/>
          </p:nvSpPr>
          <p:spPr>
            <a:xfrm>
              <a:off x="5651501" y="3214688"/>
              <a:ext cx="55563" cy="55563"/>
            </a:xfrm>
            <a:custGeom>
              <a:rect b="b" l="l" r="r" t="t"/>
              <a:pathLst>
                <a:path extrusionOk="0" h="35" w="35">
                  <a:moveTo>
                    <a:pt x="24" y="0"/>
                  </a:moveTo>
                  <a:lnTo>
                    <a:pt x="13" y="0"/>
                  </a:lnTo>
                  <a:lnTo>
                    <a:pt x="13" y="11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13" y="24"/>
                  </a:lnTo>
                  <a:lnTo>
                    <a:pt x="13" y="35"/>
                  </a:lnTo>
                  <a:lnTo>
                    <a:pt x="24" y="35"/>
                  </a:lnTo>
                  <a:lnTo>
                    <a:pt x="24" y="24"/>
                  </a:lnTo>
                  <a:lnTo>
                    <a:pt x="35" y="24"/>
                  </a:lnTo>
                  <a:lnTo>
                    <a:pt x="35" y="11"/>
                  </a:lnTo>
                  <a:lnTo>
                    <a:pt x="24" y="1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6" name="Google Shape;4136;p17"/>
          <p:cNvGrpSpPr/>
          <p:nvPr/>
        </p:nvGrpSpPr>
        <p:grpSpPr>
          <a:xfrm>
            <a:off x="950913" y="3013075"/>
            <a:ext cx="254000" cy="292100"/>
            <a:chOff x="950913" y="3013075"/>
            <a:chExt cx="254000" cy="292100"/>
          </a:xfrm>
        </p:grpSpPr>
        <p:sp>
          <p:nvSpPr>
            <p:cNvPr id="4137" name="Google Shape;4137;p17"/>
            <p:cNvSpPr/>
            <p:nvPr/>
          </p:nvSpPr>
          <p:spPr>
            <a:xfrm>
              <a:off x="950913" y="3013075"/>
              <a:ext cx="254000" cy="292100"/>
            </a:xfrm>
            <a:custGeom>
              <a:rect b="b" l="l" r="r" t="t"/>
              <a:pathLst>
                <a:path extrusionOk="0" h="116" w="101">
                  <a:moveTo>
                    <a:pt x="100" y="45"/>
                  </a:moveTo>
                  <a:cubicBezTo>
                    <a:pt x="100" y="44"/>
                    <a:pt x="99" y="43"/>
                    <a:pt x="98" y="42"/>
                  </a:cubicBezTo>
                  <a:cubicBezTo>
                    <a:pt x="88" y="33"/>
                    <a:pt x="88" y="33"/>
                    <a:pt x="88" y="33"/>
                  </a:cubicBezTo>
                  <a:cubicBezTo>
                    <a:pt x="87" y="32"/>
                    <a:pt x="87" y="31"/>
                    <a:pt x="86" y="31"/>
                  </a:cubicBezTo>
                  <a:cubicBezTo>
                    <a:pt x="86" y="31"/>
                    <a:pt x="85" y="30"/>
                    <a:pt x="84" y="29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27"/>
                    <a:pt x="82" y="26"/>
                    <a:pt x="81" y="26"/>
                  </a:cubicBezTo>
                  <a:cubicBezTo>
                    <a:pt x="81" y="26"/>
                    <a:pt x="80" y="25"/>
                    <a:pt x="80" y="25"/>
                  </a:cubicBezTo>
                  <a:cubicBezTo>
                    <a:pt x="80" y="24"/>
                    <a:pt x="80" y="24"/>
                    <a:pt x="80" y="23"/>
                  </a:cubicBezTo>
                  <a:cubicBezTo>
                    <a:pt x="80" y="23"/>
                    <a:pt x="80" y="21"/>
                    <a:pt x="80" y="20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80" y="8"/>
                    <a:pt x="79" y="7"/>
                    <a:pt x="79" y="6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3" y="1"/>
                    <a:pt x="71" y="0"/>
                    <a:pt x="70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0"/>
                    <a:pt x="28" y="1"/>
                    <a:pt x="27" y="1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7"/>
                    <a:pt x="21" y="8"/>
                    <a:pt x="21" y="1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1"/>
                    <a:pt x="21" y="22"/>
                    <a:pt x="21" y="22"/>
                  </a:cubicBezTo>
                  <a:cubicBezTo>
                    <a:pt x="21" y="22"/>
                    <a:pt x="20" y="23"/>
                    <a:pt x="20" y="23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9"/>
                    <a:pt x="13" y="30"/>
                    <a:pt x="12" y="31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2"/>
                    <a:pt x="0" y="52"/>
                  </a:cubicBezTo>
                  <a:cubicBezTo>
                    <a:pt x="0" y="53"/>
                    <a:pt x="0" y="55"/>
                    <a:pt x="0" y="5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8"/>
                    <a:pt x="0" y="89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8"/>
                    <a:pt x="0" y="110"/>
                    <a:pt x="0" y="111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6"/>
                    <a:pt x="1" y="116"/>
                    <a:pt x="2" y="116"/>
                  </a:cubicBezTo>
                  <a:cubicBezTo>
                    <a:pt x="5" y="116"/>
                    <a:pt x="5" y="116"/>
                    <a:pt x="5" y="116"/>
                  </a:cubicBezTo>
                  <a:cubicBezTo>
                    <a:pt x="6" y="116"/>
                    <a:pt x="8" y="116"/>
                    <a:pt x="9" y="116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2" y="116"/>
                    <a:pt x="54" y="116"/>
                    <a:pt x="55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7" y="116"/>
                    <a:pt x="58" y="116"/>
                    <a:pt x="59" y="116"/>
                  </a:cubicBezTo>
                  <a:cubicBezTo>
                    <a:pt x="60" y="116"/>
                    <a:pt x="61" y="116"/>
                    <a:pt x="62" y="116"/>
                  </a:cubicBezTo>
                  <a:cubicBezTo>
                    <a:pt x="63" y="116"/>
                    <a:pt x="63" y="116"/>
                    <a:pt x="63" y="116"/>
                  </a:cubicBezTo>
                  <a:cubicBezTo>
                    <a:pt x="64" y="116"/>
                    <a:pt x="66" y="116"/>
                    <a:pt x="67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3" y="116"/>
                    <a:pt x="95" y="116"/>
                    <a:pt x="95" y="116"/>
                  </a:cubicBezTo>
                  <a:cubicBezTo>
                    <a:pt x="96" y="116"/>
                    <a:pt x="97" y="116"/>
                    <a:pt x="99" y="116"/>
                  </a:cubicBezTo>
                  <a:cubicBezTo>
                    <a:pt x="99" y="116"/>
                    <a:pt x="99" y="116"/>
                    <a:pt x="99" y="116"/>
                  </a:cubicBezTo>
                  <a:cubicBezTo>
                    <a:pt x="100" y="116"/>
                    <a:pt x="101" y="116"/>
                    <a:pt x="101" y="11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1" y="56"/>
                    <a:pt x="101" y="55"/>
                    <a:pt x="101" y="53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1" y="47"/>
                    <a:pt x="101" y="45"/>
                    <a:pt x="100" y="45"/>
                  </a:cubicBezTo>
                  <a:close/>
                  <a:moveTo>
                    <a:pt x="29" y="17"/>
                  </a:moveTo>
                  <a:cubicBezTo>
                    <a:pt x="29" y="16"/>
                    <a:pt x="29" y="14"/>
                    <a:pt x="29" y="13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8"/>
                    <a:pt x="30" y="8"/>
                    <a:pt x="31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1" y="8"/>
                    <a:pt x="72" y="8"/>
                    <a:pt x="72" y="1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1"/>
                    <a:pt x="71" y="22"/>
                    <a:pt x="70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8" y="22"/>
                    <a:pt x="66" y="22"/>
                    <a:pt x="65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2"/>
                    <a:pt x="31" y="22"/>
                    <a:pt x="30" y="22"/>
                  </a:cubicBezTo>
                  <a:cubicBezTo>
                    <a:pt x="29" y="22"/>
                    <a:pt x="29" y="21"/>
                    <a:pt x="29" y="20"/>
                  </a:cubicBezTo>
                  <a:lnTo>
                    <a:pt x="29" y="17"/>
                  </a:lnTo>
                  <a:close/>
                  <a:moveTo>
                    <a:pt x="58" y="56"/>
                  </a:moveTo>
                  <a:cubicBezTo>
                    <a:pt x="58" y="57"/>
                    <a:pt x="58" y="59"/>
                    <a:pt x="58" y="60"/>
                  </a:cubicBezTo>
                  <a:cubicBezTo>
                    <a:pt x="58" y="107"/>
                    <a:pt x="58" y="107"/>
                    <a:pt x="58" y="107"/>
                  </a:cubicBezTo>
                  <a:cubicBezTo>
                    <a:pt x="58" y="108"/>
                    <a:pt x="57" y="109"/>
                    <a:pt x="56" y="109"/>
                  </a:cubicBezTo>
                  <a:cubicBezTo>
                    <a:pt x="55" y="109"/>
                    <a:pt x="55" y="109"/>
                    <a:pt x="55" y="109"/>
                  </a:cubicBezTo>
                  <a:cubicBezTo>
                    <a:pt x="54" y="109"/>
                    <a:pt x="52" y="109"/>
                    <a:pt x="51" y="109"/>
                  </a:cubicBezTo>
                  <a:cubicBezTo>
                    <a:pt x="9" y="109"/>
                    <a:pt x="9" y="109"/>
                    <a:pt x="9" y="109"/>
                  </a:cubicBezTo>
                  <a:cubicBezTo>
                    <a:pt x="8" y="109"/>
                    <a:pt x="7" y="108"/>
                    <a:pt x="7" y="107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2"/>
                    <a:pt x="8" y="51"/>
                    <a:pt x="9" y="51"/>
                  </a:cubicBezTo>
                  <a:cubicBezTo>
                    <a:pt x="53" y="51"/>
                    <a:pt x="53" y="51"/>
                    <a:pt x="53" y="51"/>
                  </a:cubicBezTo>
                  <a:cubicBezTo>
                    <a:pt x="54" y="51"/>
                    <a:pt x="56" y="51"/>
                    <a:pt x="56" y="51"/>
                  </a:cubicBezTo>
                  <a:cubicBezTo>
                    <a:pt x="57" y="51"/>
                    <a:pt x="58" y="52"/>
                    <a:pt x="58" y="53"/>
                  </a:cubicBezTo>
                  <a:lnTo>
                    <a:pt x="58" y="56"/>
                  </a:lnTo>
                  <a:close/>
                  <a:moveTo>
                    <a:pt x="64" y="42"/>
                  </a:moveTo>
                  <a:cubicBezTo>
                    <a:pt x="63" y="43"/>
                    <a:pt x="62" y="44"/>
                    <a:pt x="61" y="44"/>
                  </a:cubicBezTo>
                  <a:cubicBezTo>
                    <a:pt x="61" y="44"/>
                    <a:pt x="60" y="44"/>
                    <a:pt x="59" y="44"/>
                  </a:cubicBezTo>
                  <a:cubicBezTo>
                    <a:pt x="58" y="44"/>
                    <a:pt x="57" y="44"/>
                    <a:pt x="56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0" y="44"/>
                    <a:pt x="10" y="43"/>
                    <a:pt x="11" y="4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0"/>
                    <a:pt x="25" y="29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8" y="29"/>
                    <a:pt x="30" y="29"/>
                    <a:pt x="31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1" y="29"/>
                    <a:pt x="73" y="29"/>
                    <a:pt x="73" y="29"/>
                  </a:cubicBezTo>
                  <a:cubicBezTo>
                    <a:pt x="74" y="29"/>
                    <a:pt x="75" y="29"/>
                    <a:pt x="76" y="29"/>
                  </a:cubicBezTo>
                  <a:cubicBezTo>
                    <a:pt x="76" y="29"/>
                    <a:pt x="77" y="30"/>
                    <a:pt x="76" y="30"/>
                  </a:cubicBezTo>
                  <a:cubicBezTo>
                    <a:pt x="76" y="30"/>
                    <a:pt x="75" y="31"/>
                    <a:pt x="74" y="32"/>
                  </a:cubicBezTo>
                  <a:lnTo>
                    <a:pt x="64" y="42"/>
                  </a:lnTo>
                  <a:close/>
                  <a:moveTo>
                    <a:pt x="94" y="107"/>
                  </a:moveTo>
                  <a:cubicBezTo>
                    <a:pt x="94" y="108"/>
                    <a:pt x="93" y="109"/>
                    <a:pt x="92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6" y="109"/>
                    <a:pt x="65" y="108"/>
                    <a:pt x="65" y="107"/>
                  </a:cubicBezTo>
                  <a:cubicBezTo>
                    <a:pt x="65" y="53"/>
                    <a:pt x="65" y="53"/>
                    <a:pt x="65" y="53"/>
                  </a:cubicBezTo>
                  <a:cubicBezTo>
                    <a:pt x="65" y="52"/>
                    <a:pt x="66" y="51"/>
                    <a:pt x="66" y="50"/>
                  </a:cubicBezTo>
                  <a:cubicBezTo>
                    <a:pt x="78" y="38"/>
                    <a:pt x="78" y="38"/>
                    <a:pt x="78" y="38"/>
                  </a:cubicBezTo>
                  <a:cubicBezTo>
                    <a:pt x="79" y="38"/>
                    <a:pt x="80" y="37"/>
                    <a:pt x="80" y="36"/>
                  </a:cubicBezTo>
                  <a:cubicBezTo>
                    <a:pt x="80" y="36"/>
                    <a:pt x="81" y="36"/>
                    <a:pt x="82" y="37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6" y="41"/>
                    <a:pt x="87" y="42"/>
                    <a:pt x="88" y="43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48"/>
                    <a:pt x="94" y="50"/>
                    <a:pt x="94" y="51"/>
                  </a:cubicBezTo>
                  <a:lnTo>
                    <a:pt x="94" y="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8" name="Google Shape;4138;p17"/>
            <p:cNvSpPr/>
            <p:nvPr/>
          </p:nvSpPr>
          <p:spPr>
            <a:xfrm>
              <a:off x="1003301" y="3179763"/>
              <a:ext cx="55563" cy="90488"/>
            </a:xfrm>
            <a:custGeom>
              <a:rect b="b" l="l" r="r" t="t"/>
              <a:pathLst>
                <a:path extrusionOk="0" h="36" w="22">
                  <a:moveTo>
                    <a:pt x="0" y="34"/>
                  </a:moveTo>
                  <a:cubicBezTo>
                    <a:pt x="0" y="35"/>
                    <a:pt x="1" y="36"/>
                    <a:pt x="2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2" y="35"/>
                    <a:pt x="22" y="34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2"/>
                  </a:cubicBez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9" name="Google Shape;4139;p17"/>
          <p:cNvSpPr/>
          <p:nvPr/>
        </p:nvSpPr>
        <p:spPr>
          <a:xfrm>
            <a:off x="3938588" y="4227513"/>
            <a:ext cx="168275" cy="246062"/>
          </a:xfrm>
          <a:custGeom>
            <a:rect b="b" l="l" r="r" t="t"/>
            <a:pathLst>
              <a:path extrusionOk="0" h="155" w="106">
                <a:moveTo>
                  <a:pt x="16" y="155"/>
                </a:moveTo>
                <a:lnTo>
                  <a:pt x="106" y="77"/>
                </a:lnTo>
                <a:lnTo>
                  <a:pt x="16" y="0"/>
                </a:lnTo>
                <a:lnTo>
                  <a:pt x="0" y="17"/>
                </a:lnTo>
                <a:lnTo>
                  <a:pt x="71" y="77"/>
                </a:lnTo>
                <a:lnTo>
                  <a:pt x="0" y="138"/>
                </a:lnTo>
                <a:lnTo>
                  <a:pt x="16" y="1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17"/>
          <p:cNvSpPr/>
          <p:nvPr/>
        </p:nvSpPr>
        <p:spPr>
          <a:xfrm>
            <a:off x="3300413" y="4227513"/>
            <a:ext cx="168275" cy="246062"/>
          </a:xfrm>
          <a:custGeom>
            <a:rect b="b" l="l" r="r" t="t"/>
            <a:pathLst>
              <a:path extrusionOk="0" h="155" w="106">
                <a:moveTo>
                  <a:pt x="90" y="155"/>
                </a:moveTo>
                <a:lnTo>
                  <a:pt x="106" y="138"/>
                </a:lnTo>
                <a:lnTo>
                  <a:pt x="36" y="77"/>
                </a:lnTo>
                <a:lnTo>
                  <a:pt x="106" y="17"/>
                </a:lnTo>
                <a:lnTo>
                  <a:pt x="90" y="0"/>
                </a:lnTo>
                <a:lnTo>
                  <a:pt x="0" y="77"/>
                </a:lnTo>
                <a:lnTo>
                  <a:pt x="90" y="1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17"/>
          <p:cNvSpPr/>
          <p:nvPr/>
        </p:nvSpPr>
        <p:spPr>
          <a:xfrm>
            <a:off x="2692400" y="4259263"/>
            <a:ext cx="247650" cy="166687"/>
          </a:xfrm>
          <a:custGeom>
            <a:rect b="b" l="l" r="r" t="t"/>
            <a:pathLst>
              <a:path extrusionOk="0" h="105" w="156">
                <a:moveTo>
                  <a:pt x="18" y="105"/>
                </a:moveTo>
                <a:lnTo>
                  <a:pt x="78" y="35"/>
                </a:lnTo>
                <a:lnTo>
                  <a:pt x="138" y="105"/>
                </a:lnTo>
                <a:lnTo>
                  <a:pt x="156" y="91"/>
                </a:lnTo>
                <a:lnTo>
                  <a:pt x="78" y="0"/>
                </a:lnTo>
                <a:lnTo>
                  <a:pt x="0" y="91"/>
                </a:lnTo>
                <a:lnTo>
                  <a:pt x="18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2" name="Google Shape;4142;p17"/>
          <p:cNvSpPr/>
          <p:nvPr/>
        </p:nvSpPr>
        <p:spPr>
          <a:xfrm>
            <a:off x="2108200" y="4275138"/>
            <a:ext cx="246063" cy="168275"/>
          </a:xfrm>
          <a:custGeom>
            <a:rect b="b" l="l" r="r" t="t"/>
            <a:pathLst>
              <a:path extrusionOk="0" h="106" w="155">
                <a:moveTo>
                  <a:pt x="78" y="106"/>
                </a:moveTo>
                <a:lnTo>
                  <a:pt x="155" y="14"/>
                </a:lnTo>
                <a:lnTo>
                  <a:pt x="138" y="0"/>
                </a:lnTo>
                <a:lnTo>
                  <a:pt x="78" y="70"/>
                </a:lnTo>
                <a:lnTo>
                  <a:pt x="17" y="0"/>
                </a:lnTo>
                <a:lnTo>
                  <a:pt x="0" y="14"/>
                </a:lnTo>
                <a:lnTo>
                  <a:pt x="78" y="1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3" name="Google Shape;4143;p17"/>
          <p:cNvGrpSpPr/>
          <p:nvPr/>
        </p:nvGrpSpPr>
        <p:grpSpPr>
          <a:xfrm>
            <a:off x="6184901" y="4203700"/>
            <a:ext cx="254000" cy="257175"/>
            <a:chOff x="6184901" y="4203700"/>
            <a:chExt cx="254000" cy="257175"/>
          </a:xfrm>
        </p:grpSpPr>
        <p:sp>
          <p:nvSpPr>
            <p:cNvPr id="4144" name="Google Shape;4144;p17"/>
            <p:cNvSpPr/>
            <p:nvPr/>
          </p:nvSpPr>
          <p:spPr>
            <a:xfrm>
              <a:off x="6184901" y="4203700"/>
              <a:ext cx="254000" cy="257175"/>
            </a:xfrm>
            <a:custGeom>
              <a:rect b="b" l="l" r="r" t="t"/>
              <a:pathLst>
                <a:path extrusionOk="0" h="102" w="101">
                  <a:moveTo>
                    <a:pt x="51" y="7"/>
                  </a:moveTo>
                  <a:cubicBezTo>
                    <a:pt x="75" y="7"/>
                    <a:pt x="94" y="27"/>
                    <a:pt x="94" y="51"/>
                  </a:cubicBezTo>
                  <a:cubicBezTo>
                    <a:pt x="94" y="75"/>
                    <a:pt x="75" y="94"/>
                    <a:pt x="51" y="94"/>
                  </a:cubicBezTo>
                  <a:cubicBezTo>
                    <a:pt x="27" y="94"/>
                    <a:pt x="7" y="75"/>
                    <a:pt x="7" y="51"/>
                  </a:cubicBezTo>
                  <a:cubicBezTo>
                    <a:pt x="7" y="27"/>
                    <a:pt x="27" y="7"/>
                    <a:pt x="51" y="7"/>
                  </a:cubicBezTo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cubicBezTo>
                    <a:pt x="79" y="102"/>
                    <a:pt x="101" y="79"/>
                    <a:pt x="101" y="51"/>
                  </a:cubicBezTo>
                  <a:cubicBezTo>
                    <a:pt x="101" y="23"/>
                    <a:pt x="79" y="0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5" name="Google Shape;4145;p17"/>
            <p:cNvSpPr/>
            <p:nvPr/>
          </p:nvSpPr>
          <p:spPr>
            <a:xfrm>
              <a:off x="6275388" y="4251325"/>
              <a:ext cx="90488" cy="153988"/>
            </a:xfrm>
            <a:custGeom>
              <a:rect b="b" l="l" r="r" t="t"/>
              <a:pathLst>
                <a:path extrusionOk="0" h="97" w="57">
                  <a:moveTo>
                    <a:pt x="0" y="83"/>
                  </a:moveTo>
                  <a:lnTo>
                    <a:pt x="39" y="5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57" y="50"/>
                  </a:lnTo>
                  <a:lnTo>
                    <a:pt x="0" y="97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6" name="Google Shape;4146;p17"/>
          <p:cNvGrpSpPr/>
          <p:nvPr/>
        </p:nvGrpSpPr>
        <p:grpSpPr>
          <a:xfrm>
            <a:off x="5599113" y="4203700"/>
            <a:ext cx="255588" cy="257175"/>
            <a:chOff x="5599113" y="4203700"/>
            <a:chExt cx="255588" cy="257175"/>
          </a:xfrm>
        </p:grpSpPr>
        <p:sp>
          <p:nvSpPr>
            <p:cNvPr id="4147" name="Google Shape;4147;p17"/>
            <p:cNvSpPr/>
            <p:nvPr/>
          </p:nvSpPr>
          <p:spPr>
            <a:xfrm>
              <a:off x="5599113" y="4203700"/>
              <a:ext cx="255588" cy="257175"/>
            </a:xfrm>
            <a:custGeom>
              <a:rect b="b" l="l" r="r" t="t"/>
              <a:pathLst>
                <a:path extrusionOk="0" h="102" w="101">
                  <a:moveTo>
                    <a:pt x="50" y="7"/>
                  </a:moveTo>
                  <a:cubicBezTo>
                    <a:pt x="74" y="7"/>
                    <a:pt x="94" y="27"/>
                    <a:pt x="94" y="51"/>
                  </a:cubicBezTo>
                  <a:cubicBezTo>
                    <a:pt x="94" y="75"/>
                    <a:pt x="74" y="94"/>
                    <a:pt x="50" y="94"/>
                  </a:cubicBezTo>
                  <a:cubicBezTo>
                    <a:pt x="26" y="94"/>
                    <a:pt x="7" y="75"/>
                    <a:pt x="7" y="51"/>
                  </a:cubicBezTo>
                  <a:cubicBezTo>
                    <a:pt x="7" y="27"/>
                    <a:pt x="26" y="7"/>
                    <a:pt x="50" y="7"/>
                  </a:cubicBezTo>
                  <a:moveTo>
                    <a:pt x="50" y="0"/>
                  </a:moveTo>
                  <a:cubicBezTo>
                    <a:pt x="22" y="0"/>
                    <a:pt x="0" y="23"/>
                    <a:pt x="0" y="51"/>
                  </a:cubicBezTo>
                  <a:cubicBezTo>
                    <a:pt x="0" y="79"/>
                    <a:pt x="22" y="102"/>
                    <a:pt x="50" y="102"/>
                  </a:cubicBezTo>
                  <a:cubicBezTo>
                    <a:pt x="78" y="102"/>
                    <a:pt x="101" y="79"/>
                    <a:pt x="101" y="51"/>
                  </a:cubicBezTo>
                  <a:cubicBezTo>
                    <a:pt x="101" y="23"/>
                    <a:pt x="78" y="0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8" name="Google Shape;4148;p17"/>
            <p:cNvSpPr/>
            <p:nvPr/>
          </p:nvSpPr>
          <p:spPr>
            <a:xfrm>
              <a:off x="5672138" y="4259263"/>
              <a:ext cx="90488" cy="152400"/>
            </a:xfrm>
            <a:custGeom>
              <a:rect b="b" l="l" r="r" t="t"/>
              <a:pathLst>
                <a:path extrusionOk="0" h="96" w="57">
                  <a:moveTo>
                    <a:pt x="57" y="14"/>
                  </a:moveTo>
                  <a:lnTo>
                    <a:pt x="18" y="48"/>
                  </a:lnTo>
                  <a:lnTo>
                    <a:pt x="57" y="81"/>
                  </a:lnTo>
                  <a:lnTo>
                    <a:pt x="57" y="96"/>
                  </a:lnTo>
                  <a:lnTo>
                    <a:pt x="0" y="48"/>
                  </a:lnTo>
                  <a:lnTo>
                    <a:pt x="57" y="0"/>
                  </a:lnTo>
                  <a:lnTo>
                    <a:pt x="57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9" name="Google Shape;4149;p17"/>
          <p:cNvGrpSpPr/>
          <p:nvPr/>
        </p:nvGrpSpPr>
        <p:grpSpPr>
          <a:xfrm>
            <a:off x="5011738" y="4203700"/>
            <a:ext cx="257175" cy="257175"/>
            <a:chOff x="5011738" y="4203700"/>
            <a:chExt cx="257175" cy="257175"/>
          </a:xfrm>
        </p:grpSpPr>
        <p:sp>
          <p:nvSpPr>
            <p:cNvPr id="4150" name="Google Shape;4150;p17"/>
            <p:cNvSpPr/>
            <p:nvPr/>
          </p:nvSpPr>
          <p:spPr>
            <a:xfrm>
              <a:off x="5011738" y="4203700"/>
              <a:ext cx="257175" cy="257175"/>
            </a:xfrm>
            <a:custGeom>
              <a:rect b="b" l="l" r="r" t="t"/>
              <a:pathLst>
                <a:path extrusionOk="0" h="102" w="102">
                  <a:moveTo>
                    <a:pt x="51" y="7"/>
                  </a:moveTo>
                  <a:cubicBezTo>
                    <a:pt x="75" y="7"/>
                    <a:pt x="95" y="27"/>
                    <a:pt x="95" y="51"/>
                  </a:cubicBezTo>
                  <a:cubicBezTo>
                    <a:pt x="95" y="75"/>
                    <a:pt x="75" y="94"/>
                    <a:pt x="51" y="94"/>
                  </a:cubicBezTo>
                  <a:cubicBezTo>
                    <a:pt x="27" y="94"/>
                    <a:pt x="7" y="75"/>
                    <a:pt x="7" y="51"/>
                  </a:cubicBezTo>
                  <a:cubicBezTo>
                    <a:pt x="7" y="27"/>
                    <a:pt x="27" y="7"/>
                    <a:pt x="51" y="7"/>
                  </a:cubicBezTo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cubicBezTo>
                    <a:pt x="79" y="102"/>
                    <a:pt x="102" y="79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1" name="Google Shape;4151;p17"/>
            <p:cNvSpPr/>
            <p:nvPr/>
          </p:nvSpPr>
          <p:spPr>
            <a:xfrm>
              <a:off x="5062538" y="4276725"/>
              <a:ext cx="150813" cy="92075"/>
            </a:xfrm>
            <a:custGeom>
              <a:rect b="b" l="l" r="r" t="t"/>
              <a:pathLst>
                <a:path extrusionOk="0" h="58" w="95">
                  <a:moveTo>
                    <a:pt x="81" y="58"/>
                  </a:moveTo>
                  <a:lnTo>
                    <a:pt x="48" y="18"/>
                  </a:lnTo>
                  <a:lnTo>
                    <a:pt x="14" y="58"/>
                  </a:lnTo>
                  <a:lnTo>
                    <a:pt x="0" y="58"/>
                  </a:lnTo>
                  <a:lnTo>
                    <a:pt x="48" y="0"/>
                  </a:lnTo>
                  <a:lnTo>
                    <a:pt x="95" y="58"/>
                  </a:lnTo>
                  <a:lnTo>
                    <a:pt x="81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2" name="Google Shape;4152;p17"/>
          <p:cNvGrpSpPr/>
          <p:nvPr/>
        </p:nvGrpSpPr>
        <p:grpSpPr>
          <a:xfrm>
            <a:off x="4427538" y="4203700"/>
            <a:ext cx="257175" cy="257175"/>
            <a:chOff x="4427538" y="4203700"/>
            <a:chExt cx="257175" cy="257175"/>
          </a:xfrm>
        </p:grpSpPr>
        <p:sp>
          <p:nvSpPr>
            <p:cNvPr id="4153" name="Google Shape;4153;p17"/>
            <p:cNvSpPr/>
            <p:nvPr/>
          </p:nvSpPr>
          <p:spPr>
            <a:xfrm>
              <a:off x="4427538" y="4203700"/>
              <a:ext cx="257175" cy="257175"/>
            </a:xfrm>
            <a:custGeom>
              <a:rect b="b" l="l" r="r" t="t"/>
              <a:pathLst>
                <a:path extrusionOk="0" h="102" w="102">
                  <a:moveTo>
                    <a:pt x="51" y="7"/>
                  </a:moveTo>
                  <a:cubicBezTo>
                    <a:pt x="75" y="7"/>
                    <a:pt x="94" y="27"/>
                    <a:pt x="94" y="51"/>
                  </a:cubicBezTo>
                  <a:cubicBezTo>
                    <a:pt x="94" y="75"/>
                    <a:pt x="75" y="94"/>
                    <a:pt x="51" y="94"/>
                  </a:cubicBezTo>
                  <a:cubicBezTo>
                    <a:pt x="27" y="94"/>
                    <a:pt x="7" y="75"/>
                    <a:pt x="7" y="51"/>
                  </a:cubicBezTo>
                  <a:cubicBezTo>
                    <a:pt x="7" y="27"/>
                    <a:pt x="27" y="7"/>
                    <a:pt x="51" y="7"/>
                  </a:cubicBezTo>
                  <a:moveTo>
                    <a:pt x="51" y="0"/>
                  </a:moveTo>
                  <a:cubicBezTo>
                    <a:pt x="23" y="0"/>
                    <a:pt x="0" y="23"/>
                    <a:pt x="0" y="51"/>
                  </a:cubicBezTo>
                  <a:cubicBezTo>
                    <a:pt x="0" y="79"/>
                    <a:pt x="23" y="102"/>
                    <a:pt x="51" y="102"/>
                  </a:cubicBezTo>
                  <a:cubicBezTo>
                    <a:pt x="79" y="102"/>
                    <a:pt x="102" y="79"/>
                    <a:pt x="102" y="51"/>
                  </a:cubicBezTo>
                  <a:cubicBezTo>
                    <a:pt x="102" y="23"/>
                    <a:pt x="79" y="0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4" name="Google Shape;4154;p17"/>
            <p:cNvSpPr/>
            <p:nvPr/>
          </p:nvSpPr>
          <p:spPr>
            <a:xfrm>
              <a:off x="4483101" y="4294188"/>
              <a:ext cx="150813" cy="93663"/>
            </a:xfrm>
            <a:custGeom>
              <a:rect b="b" l="l" r="r" t="t"/>
              <a:pathLst>
                <a:path extrusionOk="0" h="59" w="95">
                  <a:moveTo>
                    <a:pt x="14" y="0"/>
                  </a:moveTo>
                  <a:lnTo>
                    <a:pt x="47" y="40"/>
                  </a:lnTo>
                  <a:lnTo>
                    <a:pt x="81" y="0"/>
                  </a:lnTo>
                  <a:lnTo>
                    <a:pt x="95" y="0"/>
                  </a:lnTo>
                  <a:lnTo>
                    <a:pt x="47" y="59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5" name="Google Shape;4155;p17"/>
          <p:cNvGrpSpPr/>
          <p:nvPr/>
        </p:nvGrpSpPr>
        <p:grpSpPr>
          <a:xfrm>
            <a:off x="1512888" y="4186238"/>
            <a:ext cx="295275" cy="292100"/>
            <a:chOff x="1512888" y="4186238"/>
            <a:chExt cx="295275" cy="292100"/>
          </a:xfrm>
        </p:grpSpPr>
        <p:sp>
          <p:nvSpPr>
            <p:cNvPr id="4156" name="Google Shape;4156;p17"/>
            <p:cNvSpPr/>
            <p:nvPr/>
          </p:nvSpPr>
          <p:spPr>
            <a:xfrm>
              <a:off x="1512888" y="4186238"/>
              <a:ext cx="295275" cy="292100"/>
            </a:xfrm>
            <a:custGeom>
              <a:rect b="b" l="l" r="r" t="t"/>
              <a:pathLst>
                <a:path extrusionOk="0" h="116" w="117">
                  <a:moveTo>
                    <a:pt x="59" y="7"/>
                  </a:moveTo>
                  <a:cubicBezTo>
                    <a:pt x="87" y="7"/>
                    <a:pt x="109" y="30"/>
                    <a:pt x="109" y="58"/>
                  </a:cubicBezTo>
                  <a:cubicBezTo>
                    <a:pt x="109" y="86"/>
                    <a:pt x="87" y="109"/>
                    <a:pt x="59" y="109"/>
                  </a:cubicBezTo>
                  <a:cubicBezTo>
                    <a:pt x="31" y="109"/>
                    <a:pt x="8" y="86"/>
                    <a:pt x="8" y="58"/>
                  </a:cubicBezTo>
                  <a:cubicBezTo>
                    <a:pt x="8" y="30"/>
                    <a:pt x="31" y="7"/>
                    <a:pt x="59" y="7"/>
                  </a:cubicBezTo>
                  <a:moveTo>
                    <a:pt x="59" y="0"/>
                  </a:moveTo>
                  <a:cubicBezTo>
                    <a:pt x="27" y="0"/>
                    <a:pt x="0" y="26"/>
                    <a:pt x="0" y="58"/>
                  </a:cubicBezTo>
                  <a:cubicBezTo>
                    <a:pt x="0" y="90"/>
                    <a:pt x="27" y="116"/>
                    <a:pt x="59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7" name="Google Shape;4157;p17"/>
            <p:cNvSpPr/>
            <p:nvPr/>
          </p:nvSpPr>
          <p:spPr>
            <a:xfrm>
              <a:off x="1624013" y="4237038"/>
              <a:ext cx="111125" cy="185738"/>
            </a:xfrm>
            <a:custGeom>
              <a:rect b="b" l="l" r="r" t="t"/>
              <a:pathLst>
                <a:path extrusionOk="0" h="117" w="70">
                  <a:moveTo>
                    <a:pt x="0" y="87"/>
                  </a:moveTo>
                  <a:lnTo>
                    <a:pt x="33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70" y="59"/>
                  </a:lnTo>
                  <a:lnTo>
                    <a:pt x="0" y="11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8" name="Google Shape;4158;p17"/>
          <p:cNvGrpSpPr/>
          <p:nvPr/>
        </p:nvGrpSpPr>
        <p:grpSpPr>
          <a:xfrm>
            <a:off x="928688" y="4186238"/>
            <a:ext cx="292100" cy="292100"/>
            <a:chOff x="928688" y="4186238"/>
            <a:chExt cx="292100" cy="292100"/>
          </a:xfrm>
        </p:grpSpPr>
        <p:sp>
          <p:nvSpPr>
            <p:cNvPr id="4159" name="Google Shape;4159;p17"/>
            <p:cNvSpPr/>
            <p:nvPr/>
          </p:nvSpPr>
          <p:spPr>
            <a:xfrm>
              <a:off x="928688" y="4186238"/>
              <a:ext cx="292100" cy="292100"/>
            </a:xfrm>
            <a:custGeom>
              <a:rect b="b" l="l" r="r" t="t"/>
              <a:pathLst>
                <a:path extrusionOk="0" h="116" w="116">
                  <a:moveTo>
                    <a:pt x="58" y="7"/>
                  </a:move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17"/>
            <p:cNvSpPr/>
            <p:nvPr/>
          </p:nvSpPr>
          <p:spPr>
            <a:xfrm>
              <a:off x="1001713" y="4241800"/>
              <a:ext cx="111125" cy="187325"/>
            </a:xfrm>
            <a:custGeom>
              <a:rect b="b" l="l" r="r" t="t"/>
              <a:pathLst>
                <a:path extrusionOk="0" h="118" w="70">
                  <a:moveTo>
                    <a:pt x="70" y="30"/>
                  </a:moveTo>
                  <a:lnTo>
                    <a:pt x="36" y="59"/>
                  </a:lnTo>
                  <a:lnTo>
                    <a:pt x="70" y="87"/>
                  </a:lnTo>
                  <a:lnTo>
                    <a:pt x="70" y="118"/>
                  </a:lnTo>
                  <a:lnTo>
                    <a:pt x="0" y="59"/>
                  </a:lnTo>
                  <a:lnTo>
                    <a:pt x="70" y="0"/>
                  </a:lnTo>
                  <a:lnTo>
                    <a:pt x="70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1" name="Google Shape;4161;p17"/>
          <p:cNvGrpSpPr/>
          <p:nvPr/>
        </p:nvGrpSpPr>
        <p:grpSpPr>
          <a:xfrm>
            <a:off x="6769101" y="4221163"/>
            <a:ext cx="257175" cy="257175"/>
            <a:chOff x="6769101" y="4221163"/>
            <a:chExt cx="257175" cy="257175"/>
          </a:xfrm>
        </p:grpSpPr>
        <p:sp>
          <p:nvSpPr>
            <p:cNvPr id="4162" name="Google Shape;4162;p17"/>
            <p:cNvSpPr/>
            <p:nvPr/>
          </p:nvSpPr>
          <p:spPr>
            <a:xfrm>
              <a:off x="6842126" y="4276725"/>
              <a:ext cx="90488" cy="73025"/>
            </a:xfrm>
            <a:custGeom>
              <a:rect b="b" l="l" r="r" t="t"/>
              <a:pathLst>
                <a:path extrusionOk="0" h="46" w="57">
                  <a:moveTo>
                    <a:pt x="57" y="0"/>
                  </a:moveTo>
                  <a:lnTo>
                    <a:pt x="46" y="0"/>
                  </a:lnTo>
                  <a:lnTo>
                    <a:pt x="0" y="46"/>
                  </a:lnTo>
                  <a:lnTo>
                    <a:pt x="11" y="46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3" name="Google Shape;4163;p17"/>
            <p:cNvSpPr/>
            <p:nvPr/>
          </p:nvSpPr>
          <p:spPr>
            <a:xfrm>
              <a:off x="6842126" y="4349750"/>
              <a:ext cx="90488" cy="73025"/>
            </a:xfrm>
            <a:custGeom>
              <a:rect b="b" l="l" r="r" t="t"/>
              <a:pathLst>
                <a:path extrusionOk="0" h="46" w="57">
                  <a:moveTo>
                    <a:pt x="0" y="0"/>
                  </a:moveTo>
                  <a:lnTo>
                    <a:pt x="11" y="0"/>
                  </a:lnTo>
                  <a:lnTo>
                    <a:pt x="57" y="46"/>
                  </a:lnTo>
                  <a:lnTo>
                    <a:pt x="46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4" name="Google Shape;4164;p17"/>
            <p:cNvSpPr/>
            <p:nvPr/>
          </p:nvSpPr>
          <p:spPr>
            <a:xfrm>
              <a:off x="6769101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49" y="13"/>
                  </a:moveTo>
                  <a:lnTo>
                    <a:pt x="149" y="151"/>
                  </a:lnTo>
                  <a:lnTo>
                    <a:pt x="11" y="151"/>
                  </a:lnTo>
                  <a:lnTo>
                    <a:pt x="11" y="13"/>
                  </a:lnTo>
                  <a:lnTo>
                    <a:pt x="149" y="13"/>
                  </a:lnTo>
                  <a:close/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5" name="Google Shape;4165;p17"/>
            <p:cNvSpPr/>
            <p:nvPr/>
          </p:nvSpPr>
          <p:spPr>
            <a:xfrm>
              <a:off x="6769101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49" y="13"/>
                  </a:moveTo>
                  <a:lnTo>
                    <a:pt x="149" y="151"/>
                  </a:lnTo>
                  <a:lnTo>
                    <a:pt x="11" y="151"/>
                  </a:lnTo>
                  <a:lnTo>
                    <a:pt x="11" y="13"/>
                  </a:lnTo>
                  <a:lnTo>
                    <a:pt x="149" y="13"/>
                  </a:lnTo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6" name="Google Shape;4166;p17"/>
          <p:cNvGrpSpPr/>
          <p:nvPr/>
        </p:nvGrpSpPr>
        <p:grpSpPr>
          <a:xfrm>
            <a:off x="7335838" y="4221163"/>
            <a:ext cx="257175" cy="257175"/>
            <a:chOff x="7335838" y="4221163"/>
            <a:chExt cx="257175" cy="257175"/>
          </a:xfrm>
        </p:grpSpPr>
        <p:sp>
          <p:nvSpPr>
            <p:cNvPr id="4167" name="Google Shape;4167;p17"/>
            <p:cNvSpPr/>
            <p:nvPr/>
          </p:nvSpPr>
          <p:spPr>
            <a:xfrm>
              <a:off x="7426326" y="4349750"/>
              <a:ext cx="93663" cy="73025"/>
            </a:xfrm>
            <a:custGeom>
              <a:rect b="b" l="l" r="r" t="t"/>
              <a:pathLst>
                <a:path extrusionOk="0" h="46" w="59">
                  <a:moveTo>
                    <a:pt x="0" y="46"/>
                  </a:moveTo>
                  <a:lnTo>
                    <a:pt x="13" y="46"/>
                  </a:lnTo>
                  <a:lnTo>
                    <a:pt x="59" y="0"/>
                  </a:lnTo>
                  <a:lnTo>
                    <a:pt x="46" y="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8" name="Google Shape;4168;p17"/>
            <p:cNvSpPr/>
            <p:nvPr/>
          </p:nvSpPr>
          <p:spPr>
            <a:xfrm>
              <a:off x="7426326" y="4276725"/>
              <a:ext cx="93663" cy="73025"/>
            </a:xfrm>
            <a:custGeom>
              <a:rect b="b" l="l" r="r" t="t"/>
              <a:pathLst>
                <a:path extrusionOk="0" h="46" w="59">
                  <a:moveTo>
                    <a:pt x="59" y="46"/>
                  </a:moveTo>
                  <a:lnTo>
                    <a:pt x="46" y="46"/>
                  </a:lnTo>
                  <a:lnTo>
                    <a:pt x="0" y="0"/>
                  </a:lnTo>
                  <a:lnTo>
                    <a:pt x="13" y="0"/>
                  </a:lnTo>
                  <a:lnTo>
                    <a:pt x="59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9" name="Google Shape;4169;p17"/>
            <p:cNvSpPr/>
            <p:nvPr/>
          </p:nvSpPr>
          <p:spPr>
            <a:xfrm>
              <a:off x="7335838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51" y="13"/>
                  </a:moveTo>
                  <a:lnTo>
                    <a:pt x="151" y="151"/>
                  </a:lnTo>
                  <a:lnTo>
                    <a:pt x="11" y="151"/>
                  </a:lnTo>
                  <a:lnTo>
                    <a:pt x="11" y="13"/>
                  </a:lnTo>
                  <a:lnTo>
                    <a:pt x="151" y="13"/>
                  </a:lnTo>
                  <a:close/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0" name="Google Shape;4170;p17"/>
            <p:cNvSpPr/>
            <p:nvPr/>
          </p:nvSpPr>
          <p:spPr>
            <a:xfrm>
              <a:off x="7335838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51" y="13"/>
                  </a:moveTo>
                  <a:lnTo>
                    <a:pt x="151" y="151"/>
                  </a:lnTo>
                  <a:lnTo>
                    <a:pt x="11" y="151"/>
                  </a:lnTo>
                  <a:lnTo>
                    <a:pt x="11" y="13"/>
                  </a:lnTo>
                  <a:lnTo>
                    <a:pt x="151" y="13"/>
                  </a:lnTo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1" name="Google Shape;4171;p17"/>
          <p:cNvGrpSpPr/>
          <p:nvPr/>
        </p:nvGrpSpPr>
        <p:grpSpPr>
          <a:xfrm>
            <a:off x="7921626" y="4221163"/>
            <a:ext cx="257175" cy="257175"/>
            <a:chOff x="7921626" y="4221163"/>
            <a:chExt cx="257175" cy="257175"/>
          </a:xfrm>
        </p:grpSpPr>
        <p:sp>
          <p:nvSpPr>
            <p:cNvPr id="4172" name="Google Shape;4172;p17"/>
            <p:cNvSpPr/>
            <p:nvPr/>
          </p:nvSpPr>
          <p:spPr>
            <a:xfrm>
              <a:off x="8050213" y="4294188"/>
              <a:ext cx="73025" cy="93663"/>
            </a:xfrm>
            <a:custGeom>
              <a:rect b="b" l="l" r="r" t="t"/>
              <a:pathLst>
                <a:path extrusionOk="0" h="59" w="46">
                  <a:moveTo>
                    <a:pt x="46" y="59"/>
                  </a:moveTo>
                  <a:lnTo>
                    <a:pt x="46" y="47"/>
                  </a:lnTo>
                  <a:lnTo>
                    <a:pt x="0" y="0"/>
                  </a:lnTo>
                  <a:lnTo>
                    <a:pt x="0" y="13"/>
                  </a:lnTo>
                  <a:lnTo>
                    <a:pt x="46" y="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3" name="Google Shape;4173;p17"/>
            <p:cNvSpPr/>
            <p:nvPr/>
          </p:nvSpPr>
          <p:spPr>
            <a:xfrm>
              <a:off x="7977188" y="4294188"/>
              <a:ext cx="73025" cy="93663"/>
            </a:xfrm>
            <a:custGeom>
              <a:rect b="b" l="l" r="r" t="t"/>
              <a:pathLst>
                <a:path extrusionOk="0" h="59" w="46">
                  <a:moveTo>
                    <a:pt x="46" y="0"/>
                  </a:moveTo>
                  <a:lnTo>
                    <a:pt x="46" y="13"/>
                  </a:lnTo>
                  <a:lnTo>
                    <a:pt x="0" y="59"/>
                  </a:lnTo>
                  <a:lnTo>
                    <a:pt x="0" y="47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4" name="Google Shape;4174;p17"/>
            <p:cNvSpPr/>
            <p:nvPr/>
          </p:nvSpPr>
          <p:spPr>
            <a:xfrm>
              <a:off x="7921626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51" y="13"/>
                  </a:moveTo>
                  <a:lnTo>
                    <a:pt x="151" y="151"/>
                  </a:lnTo>
                  <a:lnTo>
                    <a:pt x="12" y="151"/>
                  </a:lnTo>
                  <a:lnTo>
                    <a:pt x="12" y="13"/>
                  </a:lnTo>
                  <a:lnTo>
                    <a:pt x="151" y="13"/>
                  </a:lnTo>
                  <a:close/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5" name="Google Shape;4175;p17"/>
            <p:cNvSpPr/>
            <p:nvPr/>
          </p:nvSpPr>
          <p:spPr>
            <a:xfrm>
              <a:off x="7921626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51" y="13"/>
                  </a:moveTo>
                  <a:lnTo>
                    <a:pt x="151" y="151"/>
                  </a:lnTo>
                  <a:lnTo>
                    <a:pt x="12" y="151"/>
                  </a:lnTo>
                  <a:lnTo>
                    <a:pt x="12" y="13"/>
                  </a:lnTo>
                  <a:lnTo>
                    <a:pt x="151" y="13"/>
                  </a:lnTo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6" name="Google Shape;4176;p17"/>
          <p:cNvGrpSpPr/>
          <p:nvPr/>
        </p:nvGrpSpPr>
        <p:grpSpPr>
          <a:xfrm>
            <a:off x="8526463" y="4221163"/>
            <a:ext cx="257175" cy="257175"/>
            <a:chOff x="8526463" y="4221163"/>
            <a:chExt cx="257175" cy="257175"/>
          </a:xfrm>
        </p:grpSpPr>
        <p:sp>
          <p:nvSpPr>
            <p:cNvPr id="4177" name="Google Shape;4177;p17"/>
            <p:cNvSpPr/>
            <p:nvPr/>
          </p:nvSpPr>
          <p:spPr>
            <a:xfrm>
              <a:off x="8582026" y="4314825"/>
              <a:ext cx="73025" cy="90488"/>
            </a:xfrm>
            <a:custGeom>
              <a:rect b="b" l="l" r="r" t="t"/>
              <a:pathLst>
                <a:path extrusionOk="0" h="57" w="46">
                  <a:moveTo>
                    <a:pt x="0" y="0"/>
                  </a:moveTo>
                  <a:lnTo>
                    <a:pt x="0" y="11"/>
                  </a:lnTo>
                  <a:lnTo>
                    <a:pt x="46" y="57"/>
                  </a:lnTo>
                  <a:lnTo>
                    <a:pt x="46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8" name="Google Shape;4178;p17"/>
            <p:cNvSpPr/>
            <p:nvPr/>
          </p:nvSpPr>
          <p:spPr>
            <a:xfrm>
              <a:off x="8655051" y="4314825"/>
              <a:ext cx="73025" cy="90488"/>
            </a:xfrm>
            <a:custGeom>
              <a:rect b="b" l="l" r="r" t="t"/>
              <a:pathLst>
                <a:path extrusionOk="0" h="57" w="46">
                  <a:moveTo>
                    <a:pt x="0" y="57"/>
                  </a:moveTo>
                  <a:lnTo>
                    <a:pt x="0" y="46"/>
                  </a:lnTo>
                  <a:lnTo>
                    <a:pt x="46" y="0"/>
                  </a:lnTo>
                  <a:lnTo>
                    <a:pt x="46" y="11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9" name="Google Shape;4179;p17"/>
            <p:cNvSpPr/>
            <p:nvPr/>
          </p:nvSpPr>
          <p:spPr>
            <a:xfrm>
              <a:off x="8526463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49" y="13"/>
                  </a:moveTo>
                  <a:lnTo>
                    <a:pt x="149" y="151"/>
                  </a:lnTo>
                  <a:lnTo>
                    <a:pt x="11" y="151"/>
                  </a:lnTo>
                  <a:lnTo>
                    <a:pt x="11" y="13"/>
                  </a:lnTo>
                  <a:lnTo>
                    <a:pt x="149" y="13"/>
                  </a:lnTo>
                  <a:close/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17"/>
            <p:cNvSpPr/>
            <p:nvPr/>
          </p:nvSpPr>
          <p:spPr>
            <a:xfrm>
              <a:off x="8526463" y="4221163"/>
              <a:ext cx="257175" cy="257175"/>
            </a:xfrm>
            <a:custGeom>
              <a:rect b="b" l="l" r="r" t="t"/>
              <a:pathLst>
                <a:path extrusionOk="0" h="162" w="162">
                  <a:moveTo>
                    <a:pt x="149" y="13"/>
                  </a:moveTo>
                  <a:lnTo>
                    <a:pt x="149" y="151"/>
                  </a:lnTo>
                  <a:lnTo>
                    <a:pt x="11" y="151"/>
                  </a:lnTo>
                  <a:lnTo>
                    <a:pt x="11" y="13"/>
                  </a:lnTo>
                  <a:lnTo>
                    <a:pt x="149" y="13"/>
                  </a:lnTo>
                  <a:moveTo>
                    <a:pt x="162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162" y="162"/>
                  </a:lnTo>
                  <a:lnTo>
                    <a:pt x="162" y="0"/>
                  </a:lnTo>
                  <a:lnTo>
                    <a:pt x="162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2020-01-18T00:09:02Z</dcterms:created>
</cp:coreProperties>
</file>